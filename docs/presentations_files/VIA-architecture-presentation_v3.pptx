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media/initial01_image.gif" ContentType="image/gif"/>
  <Override PartName="/ppt/media/initial01_image2.gif" ContentType="image/gif"/>
  <Override PartName="/ppt/notesMasters/initial01_notesMaster1.xml" ContentType="application/vnd.openxmlformats-officedocument.presentationml.notesMaster+xml"/>
  <Override PartName="/ppt/notesMasters/theme/initial01_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initial01_slideLayout1.xml" ContentType="application/vnd.openxmlformats-officedocument.presentationml.slideLayout+xml"/>
  <Override PartName="/ppt/slideMasters/initial01_slideMaster1.xml" ContentType="application/vnd.openxmlformats-officedocument.presentationml.slideMaster+xml"/>
  <Override PartName="/ppt/slideMasters/theme/initial01_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media/initial02_image.png" ContentType="image/png"/>
  <Override PartName="/ppt/media/initial02_image2.png" ContentType="image/png"/>
  <Override PartName="/ppt/media/initial02_image3.png" ContentType="image/png"/>
  <Override PartName="/ppt/media/initial02_image4.png" ContentType="image/png"/>
  <Override PartName="/ppt/media/initial02_image5.png" ContentType="image/png"/>
  <Override PartName="/ppt/notesMasters/initial02_notesMaster1.xml" ContentType="application/vnd.openxmlformats-officedocument.presentationml.notesMaster+xml"/>
  <Override PartName="/ppt/notesMasters/theme/initial02_theme3.xml" ContentType="application/vnd.openxmlformats-officedocument.theme+xml"/>
  <Override PartName="/ppt/notesSlides/notesSlide4.xml" ContentType="application/vnd.openxmlformats-officedocument.presentationml.notesSlide+xml"/>
  <Override PartName="/ppt/slideLayouts/initial02_slideLayout1.xml" ContentType="application/vnd.openxmlformats-officedocument.presentationml.slideLayout+xml"/>
  <Override PartName="/ppt/slideMasters/initial02_slideMaster1.xml" ContentType="application/vnd.openxmlformats-officedocument.presentationml.slideMaster+xml"/>
  <Override PartName="/ppt/slideMasters/theme/initial02_theme2.xml" ContentType="application/vnd.openxmlformats-officedocument.theme+xml"/>
  <Override PartName="/ppt/slides/slide4.xml" ContentType="application/vnd.openxmlformats-officedocument.presentationml.slide+xml"/>
  <Override PartName="/ppt/notesMasters/initial03_notesMaster1.xml" ContentType="application/vnd.openxmlformats-officedocument.presentationml.notesMaster+xml"/>
  <Override PartName="/ppt/notesMasters/theme/initial03_theme3.xml" ContentType="application/vnd.openxmlformats-officedocument.theme+xml"/>
  <Override PartName="/ppt/notesSlides/notesSlide5.xml" ContentType="application/vnd.openxmlformats-officedocument.presentationml.notesSlide+xml"/>
  <Override PartName="/ppt/slideLayouts/initial03_slideLayout1.xml" ContentType="application/vnd.openxmlformats-officedocument.presentationml.slideLayout+xml"/>
  <Override PartName="/ppt/slideMasters/initial03_slideMaster1.xml" ContentType="application/vnd.openxmlformats-officedocument.presentationml.slideMaster+xml"/>
  <Override PartName="/ppt/slideMasters/theme/initial03_theme2.xml" ContentType="application/vnd.openxmlformats-officedocument.theme+xml"/>
  <Override PartName="/ppt/slides/slide5.xml" ContentType="application/vnd.openxmlformats-officedocument.presentationml.slide+xml"/>
  <Override PartName="/ppt/notesMasters/initial04_notesMaster1.xml" ContentType="application/vnd.openxmlformats-officedocument.presentationml.notesMaster+xml"/>
  <Override PartName="/ppt/notesMasters/theme/initial04_theme3.xml" ContentType="application/vnd.openxmlformats-officedocument.them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slideLayouts/initial04_slideLayout1.xml" ContentType="application/vnd.openxmlformats-officedocument.presentationml.slideLayout+xml"/>
  <Override PartName="/ppt/slideMasters/initial04_slideMaster1.xml" ContentType="application/vnd.openxmlformats-officedocument.presentationml.slideMaster+xml"/>
  <Override PartName="/ppt/slideMasters/theme/initial04_theme2.xml" ContentType="application/vnd.openxmlformats-officedocument.them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initial05_notesMaster1.xml" ContentType="application/vnd.openxmlformats-officedocument.presentationml.notesMaster+xml"/>
  <Override PartName="/ppt/notesMasters/theme/initial05_theme3.xml" ContentType="application/vnd.openxmlformats-officedocument.them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slideLayouts/initial05_slideLayout1.xml" ContentType="application/vnd.openxmlformats-officedocument.presentationml.slideLayout+xml"/>
  <Override PartName="/ppt/slideMasters/initial05_slideMaster1.xml" ContentType="application/vnd.openxmlformats-officedocument.presentationml.slideMaster+xml"/>
  <Override PartName="/ppt/slideMasters/theme/initial05_theme2.xml" ContentType="application/vnd.openxmlformats-officedocument.them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initial06_notesMaster1.xml" ContentType="application/vnd.openxmlformats-officedocument.presentationml.notesMaster+xml"/>
  <Override PartName="/ppt/notesMasters/theme/initial06_theme3.xml" ContentType="application/vnd.openxmlformats-officedocument.theme+xml"/>
  <Override PartName="/ppt/notesSlides/notesSlide18.xml" ContentType="application/vnd.openxmlformats-officedocument.presentationml.notesSlide+xml"/>
  <Override PartName="/ppt/slideLayouts/initial06_slideLayout1.xml" ContentType="application/vnd.openxmlformats-officedocument.presentationml.slideLayout+xml"/>
  <Override PartName="/ppt/slideMasters/initial06_slideMaster1.xml" ContentType="application/vnd.openxmlformats-officedocument.presentationml.slideMaster+xml"/>
  <Override PartName="/ppt/slideMasters/theme/initial06_theme2.xml" ContentType="application/vnd.openxmlformats-officedocument.theme+xml"/>
  <Override PartName="/ppt/slides/slide18.xml" ContentType="application/vnd.openxmlformats-officedocument.presentationml.slide+xml"/>
  <Override PartName="/ppt/media/initial07_via-v2-bg41-1.png" ContentType="image/png"/>
  <Override PartName="/ppt/media/initial07_via-v2-bg41-2.png" ContentType="image/png"/>
  <Override PartName="/ppt/media/initial07_via-v2-bg41-3.png" ContentType="image/png"/>
  <Override PartName="/ppt/media/initial07_via-v2-bg42-1.png" ContentType="image/png"/>
  <Override PartName="/ppt/media/initial07_via-v2-bg42-2.png" ContentType="image/png"/>
  <Override PartName="/ppt/media/initial07_via-v2-bg42-3.png" ContentType="image/png"/>
  <Override PartName="/ppt/media/initial07_via-v2-bg44-1.png" ContentType="image/png"/>
  <Override PartName="/ppt/media/initial07_via-v2-bg44-2.png" ContentType="image/png"/>
  <Override PartName="/ppt/media/initial07_via-v2-bg44-3.png" ContentType="image/png"/>
  <Override PartName="/ppt/media/initial07_via-v2-bg45-1.png" ContentType="image/png"/>
  <Override PartName="/ppt/media/initial07_via-v2-bg45-2.png" ContentType="image/png"/>
  <Override PartName="/ppt/media/initial07_via-v2-bg45-3.png" ContentType="image/png"/>
  <Override PartName="/ppt/media/initial07_via-v2-intro-1-1.png" ContentType="image/png"/>
  <Override PartName="/ppt/media/initial07_via-v2-intro-1-2.png" ContentType="image/png"/>
  <Override PartName="/ppt/media/initial07_via-v2-intro-1-3.png" ContentType="image/png"/>
  <Override PartName="/ppt/media/initial07_via-v2-intro-2-1.png" ContentType="image/png"/>
  <Override PartName="/ppt/media/initial07_via-v2-intro-2-2.png" ContentType="image/png"/>
  <Override PartName="/ppt/media/initial07_via-v2-intro-2-3.png" ContentType="image/png"/>
  <Override PartName="/ppt/notesMasters/initial07_notesMaster1.xml" ContentType="application/vnd.openxmlformats-officedocument.presentationml.notesMaster+xml"/>
  <Override PartName="/ppt/notesMasters/theme/initial07_theme3.xml" ContentType="application/vnd.openxmlformats-officedocument.theme+xml"/>
  <Override PartName="/ppt/notesSlides/notesSlide21.xml" ContentType="application/vnd.openxmlformats-officedocument.presentationml.notesSlide+xml"/>
  <Override PartName="/ppt/notesSlides/notesSlide2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6.xml" ContentType="application/vnd.openxmlformats-officedocument.presentationml.notesSlide+xml"/>
  <Override PartName="/ppt/notesSlides/notesSlide29.xml" ContentType="application/vnd.openxmlformats-officedocument.presentationml.notesSlide+xml"/>
  <Override PartName="/ppt/notesSlides/notesSlide32.xml" ContentType="application/vnd.openxmlformats-officedocument.presentationml.notesSlide+xml"/>
  <Override PartName="/ppt/notesSlides/notesSlide22.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slideLayouts/initial07_slideLayout1.xml" ContentType="application/vnd.openxmlformats-officedocument.presentationml.slideLayout+xml"/>
  <Override PartName="/ppt/slideMasters/initial07_slideMaster1.xml" ContentType="application/vnd.openxmlformats-officedocument.presentationml.slideMaster+xml"/>
  <Override PartName="/ppt/slideMasters/theme/initial07_theme2.xml" ContentType="application/vnd.openxmlformats-officedocument.theme+xml"/>
  <Override PartName="/ppt/slides/slide21.xml" ContentType="application/vnd.openxmlformats-officedocument.presentationml.slide+xml"/>
  <Override PartName="/ppt/slides/slide2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3.xml" ContentType="application/vnd.openxmlformats-officedocument.presentationml.slide+xml"/>
  <Override PartName="/ppt/slides/slide26.xml" ContentType="application/vnd.openxmlformats-officedocument.presentationml.slide+xml"/>
  <Override PartName="/ppt/slides/slide29.xml" ContentType="application/vnd.openxmlformats-officedocument.presentationml.slide+xml"/>
  <Override PartName="/ppt/slides/slide32.xml" ContentType="application/vnd.openxmlformats-officedocument.presentationml.slide+xml"/>
  <Override PartName="/ppt/slides/slide22.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notesMasters/V2Clone_initial01_notesMaster1.xml" ContentType="application/vnd.openxmlformats-officedocument.presentationml.notesMaster+xml"/>
  <Override PartName="/ppt/notesMasters/V2Clone_initial02_notesMaster1.xml" ContentType="application/vnd.openxmlformats-officedocument.presentationml.notesMaster+xml"/>
  <Override PartName="/ppt/notesMasters/V2Clone_initial03_notesMaster1.xml" ContentType="application/vnd.openxmlformats-officedocument.presentationml.notesMaster+xml"/>
  <Override PartName="/ppt/notesMasters/V2Clone_initial04_notesMaster1.xml" ContentType="application/vnd.openxmlformats-officedocument.presentationml.notesMaster+xml"/>
  <Override PartName="/ppt/notesMasters/V2Clone_initial06_notesMaster1.xml" ContentType="application/vnd.openxmlformats-officedocument.presentationml.notesMaster+xml"/>
  <Override PartName="/ppt/notesMasters/V2Clone_initial07_notesMaster1.xml" ContentType="application/vnd.openxmlformats-officedocument.presentationml.notesMaster+xml"/>
  <Override PartName="/ppt/notesMasters/theme/V2Clone_initial01_theme3.xml" ContentType="application/vnd.openxmlformats-officedocument.theme+xml"/>
  <Override PartName="/ppt/notesMasters/theme/V2Clone_initial02_theme3.xml" ContentType="application/vnd.openxmlformats-officedocument.theme+xml"/>
  <Override PartName="/ppt/notesMasters/theme/V2Clone_initial03_theme3.xml" ContentType="application/vnd.openxmlformats-officedocument.theme+xml"/>
  <Override PartName="/ppt/notesMasters/theme/V2Clone_initial04_theme3.xml" ContentType="application/vnd.openxmlformats-officedocument.theme+xml"/>
  <Override PartName="/ppt/notesMasters/theme/V2Clone_initial06_theme3.xml" ContentType="application/vnd.openxmlformats-officedocument.theme+xml"/>
  <Override PartName="/ppt/notesMasters/theme/V2Clone_initial07_theme3.xml" ContentType="application/vnd.openxmlformats-officedocument.theme+xml"/>
  <Override PartName="/ppt/notesSlides/notesSlide33.xml" ContentType="application/vnd.openxmlformats-officedocument.presentationml.notesSlide+xml"/>
  <Override PartName="/ppt/notesSlides/notesSlide40.xml" ContentType="application/vnd.openxmlformats-officedocument.presentationml.notesSlide+xml"/>
  <Override PartName="/ppt/notesSlides/notesSlide36.xml" ContentType="application/vnd.openxmlformats-officedocument.presentationml.notesSlide+xml"/>
  <Override PartName="/ppt/notesSlides/notesSlide3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slideLayouts/V2Clone_initial01_slideLayout1.xml" ContentType="application/vnd.openxmlformats-officedocument.presentationml.slideLayout+xml"/>
  <Override PartName="/ppt/slideLayouts/V2Clone_initial02_slideLayout1.xml" ContentType="application/vnd.openxmlformats-officedocument.presentationml.slideLayout+xml"/>
  <Override PartName="/ppt/slideLayouts/V2Clone_initial03_slideLayout1.xml" ContentType="application/vnd.openxmlformats-officedocument.presentationml.slideLayout+xml"/>
  <Override PartName="/ppt/slideLayouts/V2Clone_initial04_slideLayout1.xml" ContentType="application/vnd.openxmlformats-officedocument.presentationml.slideLayout+xml"/>
  <Override PartName="/ppt/slideLayouts/V2Clone_initial06_slideLayout1.xml" ContentType="application/vnd.openxmlformats-officedocument.presentationml.slideLayout+xml"/>
  <Override PartName="/ppt/slideLayouts/V2Clone_initial07_slideLayout1.xml" ContentType="application/vnd.openxmlformats-officedocument.presentationml.slideLayout+xml"/>
  <Override PartName="/ppt/slideMasters/V2Clone_initial01_slideMaster1.xml" ContentType="application/vnd.openxmlformats-officedocument.presentationml.slideMaster+xml"/>
  <Override PartName="/ppt/slideMasters/V2Clone_initial02_slideMaster1.xml" ContentType="application/vnd.openxmlformats-officedocument.presentationml.slideMaster+xml"/>
  <Override PartName="/ppt/slideMasters/V2Clone_initial03_slideMaster1.xml" ContentType="application/vnd.openxmlformats-officedocument.presentationml.slideMaster+xml"/>
  <Override PartName="/ppt/slideMasters/V2Clone_initial04_slideMaster1.xml" ContentType="application/vnd.openxmlformats-officedocument.presentationml.slideMaster+xml"/>
  <Override PartName="/ppt/slideMasters/V2Clone_initial06_slideMaster1.xml" ContentType="application/vnd.openxmlformats-officedocument.presentationml.slideMaster+xml"/>
  <Override PartName="/ppt/slideMasters/V2Clone_initial07_slideMaster1.xml" ContentType="application/vnd.openxmlformats-officedocument.presentationml.slideMaster+xml"/>
  <Override PartName="/ppt/slideMasters/theme/V2Clone_initial01_theme2.xml" ContentType="application/vnd.openxmlformats-officedocument.theme+xml"/>
  <Override PartName="/ppt/slideMasters/theme/V2Clone_initial02_theme2.xml" ContentType="application/vnd.openxmlformats-officedocument.theme+xml"/>
  <Override PartName="/ppt/slideMasters/theme/V2Clone_initial03_theme2.xml" ContentType="application/vnd.openxmlformats-officedocument.theme+xml"/>
  <Override PartName="/ppt/slideMasters/theme/V2Clone_initial04_theme2.xml" ContentType="application/vnd.openxmlformats-officedocument.theme+xml"/>
  <Override PartName="/ppt/slideMasters/theme/V2Clone_initial06_theme2.xml" ContentType="application/vnd.openxmlformats-officedocument.theme+xml"/>
  <Override PartName="/ppt/slideMasters/theme/V2Clone_initial07_theme2.xml" ContentType="application/vnd.openxmlformats-officedocument.theme+xml"/>
  <Override PartName="/ppt/slides/slide33.xml" ContentType="application/vnd.openxmlformats-officedocument.presentationml.slide+xml"/>
  <Override PartName="/ppt/slides/slide40.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V2Native_notesMaster1.xml" ContentType="application/vnd.openxmlformats-officedocument.presentationml.notesMaster+xml"/>
  <Override PartName="/ppt/notesMasters/theme/V2Native_theme3.xml" ContentType="application/vnd.openxmlformats-officedocument.theme+xml"/>
  <Override PartName="/ppt/notesSlides/notesSlide46.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slideLayouts/V2Native_slideLayout1.xml" ContentType="application/vnd.openxmlformats-officedocument.presentationml.slideLayout+xml"/>
  <Override PartName="/ppt/slideMasters/V2Native_slideMaster1.xml" ContentType="application/vnd.openxmlformats-officedocument.presentationml.slideMaster+xml"/>
  <Override PartName="/ppt/slideMasters/theme/V2Native_theme2.xml" ContentType="application/vnd.openxmlformats-officedocument.theme+xml"/>
  <Override PartName="/ppt/slides/slide46.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V3Background_notesMaster1.xml" ContentType="application/vnd.openxmlformats-officedocument.presentationml.notesMaster+xml"/>
  <Override PartName="/ppt/notesMasters/theme/V3Background_theme3.xml" ContentType="application/vnd.openxmlformats-officedocument.them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slideLayouts/V3Background_slideLayout1.xml" ContentType="application/vnd.openxmlformats-officedocument.presentationml.slideLayout+xml"/>
  <Override PartName="/ppt/slideMasters/V3Background_slideMaster1.xml" ContentType="application/vnd.openxmlformats-officedocument.presentationml.slideMaster+xml"/>
  <Override PartName="/ppt/slideMasters/theme/V3Background_theme2.xml" ContentType="application/vnd.openxmlformats-officedocument.them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0a8029ed0b384474" /><Relationship Type="http://schemas.openxmlformats.org/officeDocument/2006/relationships/extended-properties" Target="/docProps/app.xml" Id="Ra8f6692c0b7a4ddc" /><Relationship Type="http://schemas.openxmlformats.org/officeDocument/2006/relationships/officeDocument" Target="/ppt/presentation.xml" Id="R6dc060f69a6f410f" /></Relationships>
</file>

<file path=ppt/presentation.xml><?xml version="1.0" encoding="utf-8"?>
<p:presentation xmlns:p="http://schemas.openxmlformats.org/presentationml/2006/main" xmlns:p14="http://schemas.microsoft.com/office/powerpoint/2010/main" xmlns:r="http://schemas.openxmlformats.org/officeDocument/2006/relationships">
  <p:sldMasterIdLst>
    <p:slideMasterId r:id="Via_ppt_slideMasters_initial01_slideMaster1_xml" id="2147483648"/>
    <p:slideMasterId r:id="Via_ppt_slideMasters_initial02_slideMaster1_xml" id="2147483649"/>
    <p:slideMasterId r:id="Via_ppt_slideMasters_initial03_slideMaster1_xml" id="2147483650"/>
    <p:slideMasterId r:id="Via_ppt_slideMasters_initial04_slideMaster1_xml" id="2147483651"/>
    <p:slideMasterId r:id="Via_ppt_slideMasters_initial05_slideMaster1_xml" id="2147483652"/>
    <p:slideMasterId r:id="Via_ppt_slideMasters_initial06_slideMaster1_xml" id="2147483653"/>
    <p:slideMasterId r:id="Via_ppt_slideMasters_initial07_slideMaster1_xml" id="2147483654"/>
    <p:slideMasterId r:id="Via_ppt_slideMasters_V2Clone_initial01_slideMaster1_xml" id="2147483655"/>
    <p:slideMasterId r:id="Via_ppt_slideMasters_V2Clone_initial02_slideMaster1_xml" id="2147483656"/>
    <p:slideMasterId r:id="Via_ppt_slideMasters_V2Clone_initial03_slideMaster1_xml" id="2147483657"/>
    <p:slideMasterId r:id="Via_ppt_slideMasters_V2Clone_initial04_slideMaster1_xml" id="2147483658"/>
    <p:slideMasterId r:id="Via_ppt_slideMasters_V2Clone_initial06_slideMaster1_xml" id="2147483659"/>
    <p:slideMasterId r:id="Via_ppt_slideMasters_V2Clone_initial07_slideMaster1_xml" id="2147483660"/>
    <p:slideMasterId r:id="Via_ppt_slideMasters_V2Native_slideMaster1_xml" id="2147483661"/>
    <p:slideMasterId r:id="Via_ppt_slideMasters_V3Background_slideMaster1_xml" id="2147483662"/>
  </p:sldMasterIdLst>
  <p:notesMasterIdLst>
    <p:notesMasterId r:id="Via_ppt_notesMasters_initial01_notesMaster1_xml"/>
    <p:notesMasterId r:id="Via_ppt_notesMasters_initial02_notesMaster1_xml"/>
    <p:notesMasterId r:id="Via_ppt_notesMasters_initial03_notesMaster1_xml"/>
    <p:notesMasterId r:id="Via_ppt_notesMasters_initial04_notesMaster1_xml"/>
    <p:notesMasterId r:id="Via_ppt_notesMasters_initial05_notesMaster1_xml"/>
    <p:notesMasterId r:id="Via_ppt_notesMasters_initial06_notesMaster1_xml"/>
    <p:notesMasterId r:id="Via_ppt_notesMasters_initial07_notesMaster1_xml"/>
    <p:notesMasterId r:id="Via_ppt_notesMasters_V2Clone_initial01_notesMaster1_xml"/>
    <p:notesMasterId r:id="Via_ppt_notesMasters_V2Clone_initial02_notesMaster1_xml"/>
    <p:notesMasterId r:id="Via_ppt_notesMasters_V2Clone_initial03_notesMaster1_xml"/>
    <p:notesMasterId r:id="Via_ppt_notesMasters_V2Clone_initial04_notesMaster1_xml"/>
    <p:notesMasterId r:id="Via_ppt_notesMasters_V2Clone_initial06_notesMaster1_xml"/>
    <p:notesMasterId r:id="Via_ppt_notesMasters_V2Clone_initial07_notesMaster1_xml"/>
    <p:notesMasterId r:id="Via_ppt_notesMasters_V2Native_notesMaster1_xml"/>
    <p:notesMasterId r:id="Via_ppt_notesMasters_V3Background_notesMaster1_xml"/>
  </p:notesMasterIdLst>
  <p:sldIdLst>
    <p:sldId id="256" r:id="BackgroundRevisionSlide1"/>
    <p:sldId id="257" r:id="BackgroundRevisionSlide2"/>
    <p:sldId id="258" r:id="BackgroundRevisionSlide3"/>
    <p:sldId id="259" r:id="BackgroundRevisionSlide4"/>
    <p:sldId id="260" r:id="BackgroundRevisionSlide5"/>
    <p:sldId id="261" r:id="BackgroundRevisionSlide6"/>
    <p:sldId id="262" r:id="BackgroundRevisionSlide7"/>
    <p:sldId id="263" r:id="BackgroundRevisionSlide8"/>
    <p:sldId id="264" r:id="BackgroundRevisionSlide9"/>
    <p:sldId id="265" r:id="BackgroundRevisionSlide10"/>
    <p:sldId id="266" r:id="BackgroundRevisionSlide11"/>
    <p:sldId id="267" r:id="BackgroundRevisionSlide12"/>
    <p:sldId id="268" r:id="BackgroundRevisionSlide13"/>
    <p:sldId id="269" r:id="BackgroundRevisionSlide14"/>
    <p:sldId id="313" r:id="BackgroundRevisionSlide15"/>
    <p:sldId id="271" r:id="BackgroundRevisionSlide16"/>
    <p:sldId id="314" r:id="BackgroundRevisionSlide17"/>
    <p:sldId id="273" r:id="BackgroundRevisionSlide18"/>
    <p:sldId id="315" r:id="BackgroundRevisionSlide19"/>
    <p:sldId id="275" r:id="BackgroundRevisionSlide20"/>
    <p:sldId id="316" r:id="BackgroundRevisionSlide21"/>
    <p:sldId id="277" r:id="BackgroundRevisionSlide22"/>
    <p:sldId id="278" r:id="BackgroundRevisionSlide23"/>
    <p:sldId id="279" r:id="BackgroundRevisionSlide24"/>
    <p:sldId id="280" r:id="BackgroundRevisionSlide25"/>
    <p:sldId id="281" r:id="BackgroundRevisionSlide26"/>
    <p:sldId id="282" r:id="BackgroundRevisionSlide27"/>
    <p:sldId id="283" r:id="BackgroundRevisionSlide28"/>
    <p:sldId id="284" r:id="BackgroundRevisionSlide29"/>
    <p:sldId id="285" r:id="BackgroundRevisionSlide30"/>
    <p:sldId id="286" r:id="BackgroundRevisionSlide31"/>
    <p:sldId id="287" r:id="BackgroundRevisionSlide32"/>
    <p:sldId id="288" r:id="BackgroundRevisionSlide33"/>
    <p:sldId id="289" r:id="BackgroundRevisionSlide34"/>
    <p:sldId id="290" r:id="BackgroundRevisionSlide35"/>
    <p:sldId id="291" r:id="BackgroundRevisionSlide36"/>
    <p:sldId id="292" r:id="BackgroundRevisionSlide37"/>
    <p:sldId id="293" r:id="BackgroundRevisionSlide38"/>
    <p:sldId id="294" r:id="BackgroundRevisionSlide39"/>
    <p:sldId id="295" r:id="BackgroundRevisionSlide40"/>
    <p:sldId id="296" r:id="BackgroundRevisionSlide41"/>
    <p:sldId id="297" r:id="BackgroundRevisionSlide42"/>
    <p:sldId id="298" r:id="BackgroundRevisionSlide43"/>
    <p:sldId id="299" r:id="BackgroundRevisionSlide44"/>
    <p:sldId id="300" r:id="BackgroundRevisionSlide45"/>
    <p:sldId id="301" r:id="BackgroundRevisionSlide46"/>
    <p:sldId id="302" r:id="BackgroundRevisionSlide47"/>
    <p:sldId id="303" r:id="BackgroundRevisionSlide48"/>
    <p:sldId id="304" r:id="BackgroundRevisionSlide49"/>
    <p:sldId id="305" r:id="BackgroundRevisionSlide50"/>
    <p:sldId id="306" r:id="BackgroundRevisionSlide51"/>
    <p:sldId id="307" r:id="BackgroundRevisionSlide52"/>
    <p:sldId id="308" r:id="BackgroundRevisionSlide53"/>
    <p:sldId id="309" r:id="BackgroundRevisionSlide54"/>
    <p:sldId id="310" r:id="BackgroundRevisionSlide55"/>
    <p:sldId id="311" r:id="BackgroundRevisionSlide56"/>
    <p:sldId id="312" r:id="BackgroundRevisionSlide57"/>
    <p:sldId id="270" r:id="BackgroundRevisionSlide58"/>
    <p:sldId id="272" r:id="BackgroundRevisionSlide59"/>
    <p:sldId id="274" r:id="BackgroundRevisionSlide60"/>
    <p:sldId id="276" r:id="BackgroundRevisionSlide61"/>
  </p:sldIdLst>
  <p:sldSz cx="18288000" cy="10287000"/>
  <p:notesSz cx="6858000" cy="9144000"/>
  <p:extLst>
    <p:ext uri="{521415D9-36F7-43E2-AB2F-B90AF26B5E84}">
      <p14:sectionLst>
        <p14:section name="배경과 소개" id="{F9B9ED98-D039-51DF-81BC-03461E5D6CC5}">
          <p14:sldIdLst>
            <p14:sldId id="256"/>
            <p14:sldId id="257"/>
            <p14:sldId id="258"/>
            <p14:sldId id="259"/>
            <p14:sldId id="260"/>
            <p14:sldId id="261"/>
          </p14:sldIdLst>
        </p14:section>
        <p14:section name="요구사항과 QA" id="{3E8A94FD-EFC6-56E4-9ABC-6AFCE8702228}">
          <p14:sldIdLst>
            <p14:sldId id="262"/>
            <p14:sldId id="263"/>
            <p14:sldId id="264"/>
            <p14:sldId id="265"/>
            <p14:sldId id="266"/>
          </p14:sldIdLst>
        </p14:section>
        <p14:section name="설계 도입" id="{E5B7B4E6-FA66-5AED-AD00-DC136A4B7FD0}">
          <p14:sldIdLst>
            <p14:sldId id="267"/>
            <p14:sldId id="268"/>
            <p14:sldId id="269"/>
          </p14:sldIdLst>
        </p14:section>
        <p14:section name="DP41" id="{742A8563-5378-5A52-9354-7348F452B99C}">
          <p14:sldIdLst>
            <p14:sldId id="313"/>
            <p14:sldId id="271"/>
          </p14:sldIdLst>
        </p14:section>
        <p14:section name="DP44" id="{5A504A9E-4FF9-50DF-895F-DEDF818BC924}">
          <p14:sldIdLst>
            <p14:sldId id="314"/>
            <p14:sldId id="273"/>
          </p14:sldIdLst>
        </p14:section>
        <p14:section name="DP45" id="{6010854C-5B04-5646-8F93-4742F568EDDE}">
          <p14:sldIdLst>
            <p14:sldId id="315"/>
            <p14:sldId id="275"/>
          </p14:sldIdLst>
        </p14:section>
        <p14:section name="DP42" id="{A5B2A81A-AEA4-5CA2-9D9A-64E3180E030E}">
          <p14:sldIdLst>
            <p14:sldId id="316"/>
            <p14:sldId id="277"/>
          </p14:sldIdLst>
        </p14:section>
        <p14:section name="검토 요약" id="{E69F2BB3-6D22-5252-A88D-FEE40070BA4F}">
          <p14:sldIdLst>
            <p14:sldId id="278"/>
            <p14:sldId id="279"/>
          </p14:sldIdLst>
        </p14:section>
        <p14:section name="Appendix 안내" id="{03E0EC09-CAA0-5FCA-8D78-87EE2C869F4B}">
          <p14:sldIdLst>
            <p14:sldId id="280"/>
          </p14:sldIdLst>
        </p14:section>
        <p14:section name="Appendix / QA 상세" id="{36BFBEAB-6F1C-5F5D-ABC2-DFC50726E208}">
          <p14:sldIdLst>
            <p14:sldId id="281"/>
            <p14:sldId id="282"/>
            <p14:sldId id="283"/>
            <p14:sldId id="284"/>
            <p14:sldId id="285"/>
            <p14:sldId id="286"/>
            <p14:sldId id="287"/>
            <p14:sldId id="288"/>
            <p14:sldId id="289"/>
            <p14:sldId id="290"/>
          </p14:sldIdLst>
        </p14:section>
        <p14:section name="Appendix / 원본 보존" id="{B0892079-E369-5B13-9BAB-44E110BB8F4E}">
          <p14:sldIdLst>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Lst>
        </p14:section>
        <p14:section name="Appendix / v2 DP 배경 보존" id="{0E4CA196-AC92-54E5-B217-C9405EA3918C}">
          <p14:sldIdLst>
            <p14:sldId id="270"/>
            <p14:sldId id="272"/>
            <p14:sldId id="274"/>
            <p14:sldId id="276"/>
          </p14:sldIdLst>
        </p14:section>
      </p14:sectionLst>
    </p:ext>
  </p:ex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af496b857b614f3d" /><Relationship Type="http://schemas.openxmlformats.org/officeDocument/2006/relationships/presProps" Target="/ppt/presProps.xml" Id="Redb3f196f8f14e33" /><Relationship Type="http://schemas.openxmlformats.org/officeDocument/2006/relationships/tableStyles" Target="/ppt/tableStyles.xml" Id="R52f455e510f14b18" /><Relationship Id="Via_ppt_slideMasters_initial01_slideMaster1_xml" Type="http://schemas.openxmlformats.org/officeDocument/2006/relationships/slideMaster" Target="/ppt/slideMasters/initial01_slideMaster1.xml" /><Relationship Id="Via_ppt_slideMasters_initial02_slideMaster1_xml" Type="http://schemas.openxmlformats.org/officeDocument/2006/relationships/slideMaster" Target="/ppt/slideMasters/initial02_slideMaster1.xml" /><Relationship Id="Via_ppt_slideMasters_initial03_slideMaster1_xml" Type="http://schemas.openxmlformats.org/officeDocument/2006/relationships/slideMaster" Target="/ppt/slideMasters/initial03_slideMaster1.xml" /><Relationship Id="Via_ppt_slideMasters_initial04_slideMaster1_xml" Type="http://schemas.openxmlformats.org/officeDocument/2006/relationships/slideMaster" Target="/ppt/slideMasters/initial04_slideMaster1.xml" /><Relationship Id="Via_ppt_slideMasters_initial05_slideMaster1_xml" Type="http://schemas.openxmlformats.org/officeDocument/2006/relationships/slideMaster" Target="/ppt/slideMasters/initial05_slideMaster1.xml" /><Relationship Id="Via_ppt_slideMasters_initial06_slideMaster1_xml" Type="http://schemas.openxmlformats.org/officeDocument/2006/relationships/slideMaster" Target="/ppt/slideMasters/initial06_slideMaster1.xml" /><Relationship Id="Via_ppt_slideMasters_initial07_slideMaster1_xml" Type="http://schemas.openxmlformats.org/officeDocument/2006/relationships/slideMaster" Target="/ppt/slideMasters/initial07_slideMaster1.xml" /><Relationship Id="Via_ppt_notesMasters_initial01_notesMaster1_xml" Type="http://schemas.openxmlformats.org/officeDocument/2006/relationships/notesMaster" Target="/ppt/notesMasters/initial01_notesMaster1.xml" /><Relationship Id="Via_ppt_notesMasters_initial02_notesMaster1_xml" Type="http://schemas.openxmlformats.org/officeDocument/2006/relationships/notesMaster" Target="/ppt/notesMasters/initial02_notesMaster1.xml" /><Relationship Id="Via_ppt_notesMasters_initial03_notesMaster1_xml" Type="http://schemas.openxmlformats.org/officeDocument/2006/relationships/notesMaster" Target="/ppt/notesMasters/initial03_notesMaster1.xml" /><Relationship Id="Via_ppt_notesMasters_initial04_notesMaster1_xml" Type="http://schemas.openxmlformats.org/officeDocument/2006/relationships/notesMaster" Target="/ppt/notesMasters/initial04_notesMaster1.xml" /><Relationship Id="Via_ppt_notesMasters_initial05_notesMaster1_xml" Type="http://schemas.openxmlformats.org/officeDocument/2006/relationships/notesMaster" Target="/ppt/notesMasters/initial05_notesMaster1.xml" /><Relationship Id="Via_ppt_notesMasters_initial06_notesMaster1_xml" Type="http://schemas.openxmlformats.org/officeDocument/2006/relationships/notesMaster" Target="/ppt/notesMasters/initial06_notesMaster1.xml" /><Relationship Id="Via_ppt_notesMasters_initial07_notesMaster1_xml" Type="http://schemas.openxmlformats.org/officeDocument/2006/relationships/notesMaster" Target="/ppt/notesMasters/initial07_notesMaster1.xml" /><Relationship Id="Via_ppt_slideMasters_V2Clone_initial01_slideMaster1_xml" Type="http://schemas.openxmlformats.org/officeDocument/2006/relationships/slideMaster" Target="/ppt/slideMasters/V2Clone_initial01_slideMaster1.xml" /><Relationship Id="Via_ppt_slideMasters_V2Clone_initial02_slideMaster1_xml" Type="http://schemas.openxmlformats.org/officeDocument/2006/relationships/slideMaster" Target="/ppt/slideMasters/V2Clone_initial02_slideMaster1.xml" /><Relationship Id="Via_ppt_slideMasters_V2Clone_initial03_slideMaster1_xml" Type="http://schemas.openxmlformats.org/officeDocument/2006/relationships/slideMaster" Target="/ppt/slideMasters/V2Clone_initial03_slideMaster1.xml" /><Relationship Id="Via_ppt_slideMasters_V2Clone_initial04_slideMaster1_xml" Type="http://schemas.openxmlformats.org/officeDocument/2006/relationships/slideMaster" Target="/ppt/slideMasters/V2Clone_initial04_slideMaster1.xml" /><Relationship Id="Via_ppt_slideMasters_V2Clone_initial06_slideMaster1_xml" Type="http://schemas.openxmlformats.org/officeDocument/2006/relationships/slideMaster" Target="/ppt/slideMasters/V2Clone_initial06_slideMaster1.xml" /><Relationship Id="Via_ppt_slideMasters_V2Clone_initial07_slideMaster1_xml" Type="http://schemas.openxmlformats.org/officeDocument/2006/relationships/slideMaster" Target="/ppt/slideMasters/V2Clone_initial07_slideMaster1.xml" /><Relationship Id="Via_ppt_slideMasters_V2Native_slideMaster1_xml" Type="http://schemas.openxmlformats.org/officeDocument/2006/relationships/slideMaster" Target="/ppt/slideMasters/V2Native_slideMaster1.xml" /><Relationship Id="Via_ppt_notesMasters_V2Clone_initial01_notesMaster1_xml" Type="http://schemas.openxmlformats.org/officeDocument/2006/relationships/notesMaster" Target="/ppt/notesMasters/V2Clone_initial01_notesMaster1.xml" /><Relationship Id="Via_ppt_notesMasters_V2Clone_initial02_notesMaster1_xml" Type="http://schemas.openxmlformats.org/officeDocument/2006/relationships/notesMaster" Target="/ppt/notesMasters/V2Clone_initial02_notesMaster1.xml" /><Relationship Id="Via_ppt_notesMasters_V2Clone_initial03_notesMaster1_xml" Type="http://schemas.openxmlformats.org/officeDocument/2006/relationships/notesMaster" Target="/ppt/notesMasters/V2Clone_initial03_notesMaster1.xml" /><Relationship Id="Via_ppt_notesMasters_V2Clone_initial04_notesMaster1_xml" Type="http://schemas.openxmlformats.org/officeDocument/2006/relationships/notesMaster" Target="/ppt/notesMasters/V2Clone_initial04_notesMaster1.xml" /><Relationship Id="Via_ppt_notesMasters_V2Clone_initial06_notesMaster1_xml" Type="http://schemas.openxmlformats.org/officeDocument/2006/relationships/notesMaster" Target="/ppt/notesMasters/V2Clone_initial06_notesMaster1.xml" /><Relationship Id="Via_ppt_notesMasters_V2Clone_initial07_notesMaster1_xml" Type="http://schemas.openxmlformats.org/officeDocument/2006/relationships/notesMaster" Target="/ppt/notesMasters/V2Clone_initial07_notesMaster1.xml" /><Relationship Id="Via_ppt_notesMasters_V2Native_notesMaster1_xml" Type="http://schemas.openxmlformats.org/officeDocument/2006/relationships/notesMaster" Target="/ppt/notesMasters/V2Native_notesMaster1.xml" /><Relationship Id="Via_ppt_slideMasters_V3Background_slideMaster1_xml" Type="http://schemas.openxmlformats.org/officeDocument/2006/relationships/slideMaster" Target="/ppt/slideMasters/V3Background_slideMaster1.xml" /><Relationship Id="Via_ppt_notesMasters_V3Background_notesMaster1_xml" Type="http://schemas.openxmlformats.org/officeDocument/2006/relationships/notesMaster" Target="/ppt/notesMasters/V3Background_notesMaster1.xml" /><Relationship Id="BackgroundRevisionSlide1" Type="http://schemas.openxmlformats.org/officeDocument/2006/relationships/slide" Target="/ppt/slides/slide33.xml" /><Relationship Id="BackgroundRevisionSlide2" Type="http://schemas.openxmlformats.org/officeDocument/2006/relationships/slide" Target="/ppt/slides/slide46.xml" /><Relationship Id="BackgroundRevisionSlide3" Type="http://schemas.openxmlformats.org/officeDocument/2006/relationships/slide" Target="/ppt/slides/slide34.xml" /><Relationship Id="BackgroundRevisionSlide4" Type="http://schemas.openxmlformats.org/officeDocument/2006/relationships/slide" Target="/ppt/slides/slide47.xml" /><Relationship Id="BackgroundRevisionSlide5" Type="http://schemas.openxmlformats.org/officeDocument/2006/relationships/slide" Target="/ppt/slides/slide35.xml" /><Relationship Id="BackgroundRevisionSlide6" Type="http://schemas.openxmlformats.org/officeDocument/2006/relationships/slide" Target="/ppt/slides/slide36.xml" /><Relationship Id="BackgroundRevisionSlide7" Type="http://schemas.openxmlformats.org/officeDocument/2006/relationships/slide" Target="/ppt/slides/slide48.xml" /><Relationship Id="BackgroundRevisionSlide8" Type="http://schemas.openxmlformats.org/officeDocument/2006/relationships/slide" Target="/ppt/slides/slide37.xml" /><Relationship Id="BackgroundRevisionSlide9" Type="http://schemas.openxmlformats.org/officeDocument/2006/relationships/slide" Target="/ppt/slides/slide38.xml" /><Relationship Id="BackgroundRevisionSlide10" Type="http://schemas.openxmlformats.org/officeDocument/2006/relationships/slide" Target="/ppt/slides/slide39.xml" /><Relationship Id="BackgroundRevisionSlide11" Type="http://schemas.openxmlformats.org/officeDocument/2006/relationships/slide" Target="/ppt/slides/slide49.xml" /><Relationship Id="BackgroundRevisionSlide12" Type="http://schemas.openxmlformats.org/officeDocument/2006/relationships/slide" Target="/ppt/slides/slide50.xml" /><Relationship Id="BackgroundRevisionSlide13" Type="http://schemas.openxmlformats.org/officeDocument/2006/relationships/slide" Target="/ppt/slides/slide40.xml" /><Relationship Id="BackgroundRevisionSlide14" Type="http://schemas.openxmlformats.org/officeDocument/2006/relationships/slide" Target="/ppt/slides/slide41.xml" /><Relationship Id="BackgroundRevisionSlide15" Type="http://schemas.openxmlformats.org/officeDocument/2006/relationships/slide" Target="/ppt/slides/slide58.xml" /><Relationship Id="BackgroundRevisionSlide16" Type="http://schemas.openxmlformats.org/officeDocument/2006/relationships/slide" Target="/ppt/slides/slide51.xml" /><Relationship Id="BackgroundRevisionSlide17" Type="http://schemas.openxmlformats.org/officeDocument/2006/relationships/slide" Target="/ppt/slides/slide59.xml" /><Relationship Id="BackgroundRevisionSlide18" Type="http://schemas.openxmlformats.org/officeDocument/2006/relationships/slide" Target="/ppt/slides/slide52.xml" /><Relationship Id="BackgroundRevisionSlide19" Type="http://schemas.openxmlformats.org/officeDocument/2006/relationships/slide" Target="/ppt/slides/slide60.xml" /><Relationship Id="BackgroundRevisionSlide20" Type="http://schemas.openxmlformats.org/officeDocument/2006/relationships/slide" Target="/ppt/slides/slide53.xml" /><Relationship Id="BackgroundRevisionSlide21" Type="http://schemas.openxmlformats.org/officeDocument/2006/relationships/slide" Target="/ppt/slides/slide61.xml" /><Relationship Id="BackgroundRevisionSlide22" Type="http://schemas.openxmlformats.org/officeDocument/2006/relationships/slide" Target="/ppt/slides/slide54.xml" /><Relationship Id="BackgroundRevisionSlide23" Type="http://schemas.openxmlformats.org/officeDocument/2006/relationships/slide" Target="/ppt/slides/slide55.xml" /><Relationship Id="BackgroundRevisionSlide24" Type="http://schemas.openxmlformats.org/officeDocument/2006/relationships/slide" Target="/ppt/slides/slide56.xml" /><Relationship Id="BackgroundRevisionSlide25" Type="http://schemas.openxmlformats.org/officeDocument/2006/relationships/slide" Target="/ppt/slides/slide57.xml" /><Relationship Id="BackgroundRevisionSlide26" Type="http://schemas.openxmlformats.org/officeDocument/2006/relationships/slide" Target="/ppt/slides/slide8.xml" /><Relationship Id="BackgroundRevisionSlide27" Type="http://schemas.openxmlformats.org/officeDocument/2006/relationships/slide" Target="/ppt/slides/slide9.xml" /><Relationship Id="BackgroundRevisionSlide28" Type="http://schemas.openxmlformats.org/officeDocument/2006/relationships/slide" Target="/ppt/slides/slide10.xml" /><Relationship Id="BackgroundRevisionSlide29" Type="http://schemas.openxmlformats.org/officeDocument/2006/relationships/slide" Target="/ppt/slides/slide11.xml" /><Relationship Id="BackgroundRevisionSlide30" Type="http://schemas.openxmlformats.org/officeDocument/2006/relationships/slide" Target="/ppt/slides/slide12.xml" /><Relationship Id="BackgroundRevisionSlide31" Type="http://schemas.openxmlformats.org/officeDocument/2006/relationships/slide" Target="/ppt/slides/slide13.xml" /><Relationship Id="BackgroundRevisionSlide32" Type="http://schemas.openxmlformats.org/officeDocument/2006/relationships/slide" Target="/ppt/slides/slide14.xml" /><Relationship Id="BackgroundRevisionSlide33" Type="http://schemas.openxmlformats.org/officeDocument/2006/relationships/slide" Target="/ppt/slides/slide15.xml" /><Relationship Id="BackgroundRevisionSlide34" Type="http://schemas.openxmlformats.org/officeDocument/2006/relationships/slide" Target="/ppt/slides/slide16.xml" /><Relationship Id="BackgroundRevisionSlide35" Type="http://schemas.openxmlformats.org/officeDocument/2006/relationships/slide" Target="/ppt/slides/slide17.xml" /><Relationship Id="BackgroundRevisionSlide36" Type="http://schemas.openxmlformats.org/officeDocument/2006/relationships/slide" Target="/ppt/slides/slide1.xml" /><Relationship Id="BackgroundRevisionSlide37" Type="http://schemas.openxmlformats.org/officeDocument/2006/relationships/slide" Target="/ppt/slides/slide2.xml" /><Relationship Id="BackgroundRevisionSlide38" Type="http://schemas.openxmlformats.org/officeDocument/2006/relationships/slide" Target="/ppt/slides/slide3.xml" /><Relationship Id="BackgroundRevisionSlide39" Type="http://schemas.openxmlformats.org/officeDocument/2006/relationships/slide" Target="/ppt/slides/slide4.xml" /><Relationship Id="BackgroundRevisionSlide40" Type="http://schemas.openxmlformats.org/officeDocument/2006/relationships/slide" Target="/ppt/slides/slide5.xml" /><Relationship Id="BackgroundRevisionSlide41" Type="http://schemas.openxmlformats.org/officeDocument/2006/relationships/slide" Target="/ppt/slides/slide6.xml" /><Relationship Id="BackgroundRevisionSlide42" Type="http://schemas.openxmlformats.org/officeDocument/2006/relationships/slide" Target="/ppt/slides/slide7.xml" /><Relationship Id="BackgroundRevisionSlide43" Type="http://schemas.openxmlformats.org/officeDocument/2006/relationships/slide" Target="/ppt/slides/slide18.xml" /><Relationship Id="BackgroundRevisionSlide44" Type="http://schemas.openxmlformats.org/officeDocument/2006/relationships/slide" Target="/ppt/slides/slide19.xml" /><Relationship Id="BackgroundRevisionSlide45" Type="http://schemas.openxmlformats.org/officeDocument/2006/relationships/slide" Target="/ppt/slides/slide20.xml" /><Relationship Id="BackgroundRevisionSlide46" Type="http://schemas.openxmlformats.org/officeDocument/2006/relationships/slide" Target="/ppt/slides/slide21.xml" /><Relationship Id="BackgroundRevisionSlide47" Type="http://schemas.openxmlformats.org/officeDocument/2006/relationships/slide" Target="/ppt/slides/slide22.xml" /><Relationship Id="BackgroundRevisionSlide48" Type="http://schemas.openxmlformats.org/officeDocument/2006/relationships/slide" Target="/ppt/slides/slide23.xml" /><Relationship Id="BackgroundRevisionSlide49" Type="http://schemas.openxmlformats.org/officeDocument/2006/relationships/slide" Target="/ppt/slides/slide24.xml" /><Relationship Id="BackgroundRevisionSlide50" Type="http://schemas.openxmlformats.org/officeDocument/2006/relationships/slide" Target="/ppt/slides/slide25.xml" /><Relationship Id="BackgroundRevisionSlide51" Type="http://schemas.openxmlformats.org/officeDocument/2006/relationships/slide" Target="/ppt/slides/slide26.xml" /><Relationship Id="BackgroundRevisionSlide52" Type="http://schemas.openxmlformats.org/officeDocument/2006/relationships/slide" Target="/ppt/slides/slide27.xml" /><Relationship Id="BackgroundRevisionSlide53" Type="http://schemas.openxmlformats.org/officeDocument/2006/relationships/slide" Target="/ppt/slides/slide28.xml" /><Relationship Id="BackgroundRevisionSlide54" Type="http://schemas.openxmlformats.org/officeDocument/2006/relationships/slide" Target="/ppt/slides/slide29.xml" /><Relationship Id="BackgroundRevisionSlide55" Type="http://schemas.openxmlformats.org/officeDocument/2006/relationships/slide" Target="/ppt/slides/slide30.xml" /><Relationship Id="BackgroundRevisionSlide56" Type="http://schemas.openxmlformats.org/officeDocument/2006/relationships/slide" Target="/ppt/slides/slide31.xml" /><Relationship Id="BackgroundRevisionSlide57" Type="http://schemas.openxmlformats.org/officeDocument/2006/relationships/slide" Target="/ppt/slides/slide32.xml" /><Relationship Id="BackgroundRevisionSlide58" Type="http://schemas.openxmlformats.org/officeDocument/2006/relationships/slide" Target="/ppt/slides/slide42.xml" /><Relationship Id="BackgroundRevisionSlide59" Type="http://schemas.openxmlformats.org/officeDocument/2006/relationships/slide" Target="/ppt/slides/slide43.xml" /><Relationship Id="BackgroundRevisionSlide60" Type="http://schemas.openxmlformats.org/officeDocument/2006/relationships/slide" Target="/ppt/slides/slide44.xml" /><Relationship Id="BackgroundRevisionSlide61" Type="http://schemas.openxmlformats.org/officeDocument/2006/relationships/slide" Target="/ppt/slides/slide45.xml" /></Relationships>
</file>

<file path=ppt/notesMasters/V2Clone_initial01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V2Clone_initial02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V2Clone_initial03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V2Clone_initial04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V2Clone_initial06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V2Clone_initial07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V2Native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V3Background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_rels/V2Clone_initial01_notesMaster1.xml.rels><?xml version='1.0' encoding='utf-8'?>
<Relationships xmlns="http://schemas.openxmlformats.org/package/2006/relationships"><Relationship Type="http://schemas.openxmlformats.org/officeDocument/2006/relationships/theme" Target="/ppt/notesMasters/theme/V2Clone_initial01_theme3.xml" Id="R84c38049fec14e69" /></Relationships>
</file>

<file path=ppt/notesMasters/_rels/V2Clone_initial02_notesMaster1.xml.rels><?xml version='1.0' encoding='utf-8'?>
<Relationships xmlns="http://schemas.openxmlformats.org/package/2006/relationships"><Relationship Type="http://schemas.openxmlformats.org/officeDocument/2006/relationships/theme" Target="/ppt/notesMasters/theme/V2Clone_initial02_theme3.xml" Id="Rdd1d059cf55e4b6f" /></Relationships>
</file>

<file path=ppt/notesMasters/_rels/V2Clone_initial03_notesMaster1.xml.rels><?xml version='1.0' encoding='utf-8'?>
<Relationships xmlns="http://schemas.openxmlformats.org/package/2006/relationships"><Relationship Type="http://schemas.openxmlformats.org/officeDocument/2006/relationships/theme" Target="/ppt/notesMasters/theme/V2Clone_initial03_theme3.xml" Id="Rc0807e829f2d4888" /></Relationships>
</file>

<file path=ppt/notesMasters/_rels/V2Clone_initial04_notesMaster1.xml.rels><?xml version='1.0' encoding='utf-8'?>
<Relationships xmlns="http://schemas.openxmlformats.org/package/2006/relationships"><Relationship Type="http://schemas.openxmlformats.org/officeDocument/2006/relationships/theme" Target="/ppt/notesMasters/theme/V2Clone_initial04_theme3.xml" Id="R931d06c04bee431f" /></Relationships>
</file>

<file path=ppt/notesMasters/_rels/V2Clone_initial06_notesMaster1.xml.rels><?xml version='1.0' encoding='utf-8'?>
<Relationships xmlns="http://schemas.openxmlformats.org/package/2006/relationships"><Relationship Type="http://schemas.openxmlformats.org/officeDocument/2006/relationships/theme" Target="/ppt/notesMasters/theme/V2Clone_initial06_theme3.xml" Id="R003d515494d44032" /></Relationships>
</file>

<file path=ppt/notesMasters/_rels/V2Clone_initial07_notesMaster1.xml.rels><?xml version='1.0' encoding='utf-8'?>
<Relationships xmlns="http://schemas.openxmlformats.org/package/2006/relationships"><Relationship Type="http://schemas.openxmlformats.org/officeDocument/2006/relationships/theme" Target="/ppt/notesMasters/theme/V2Clone_initial07_theme3.xml" Id="R58e00c7f09bf478e" /></Relationships>
</file>

<file path=ppt/notesMasters/_rels/V2Native_notesMaster1.xml.rels><?xml version='1.0' encoding='utf-8'?>
<Relationships xmlns="http://schemas.openxmlformats.org/package/2006/relationships"><Relationship Type="http://schemas.openxmlformats.org/officeDocument/2006/relationships/theme" Target="/ppt/notesMasters/theme/V2Native_theme3.xml" Id="Rf5150de32f754054" /></Relationships>
</file>

<file path=ppt/notesMasters/_rels/V3Background_notesMaster1.xml.rels><?xml version='1.0' encoding='utf-8'?>
<Relationships xmlns="http://schemas.openxmlformats.org/package/2006/relationships"><Relationship Type="http://schemas.openxmlformats.org/officeDocument/2006/relationships/theme" Target="/ppt/notesMasters/theme/V3Background_theme3.xml" Id="R32d20cab243d46f3" /></Relationships>
</file>

<file path=ppt/notesMasters/_rels/initial01_notesMaster1.xml.rels><?xml version='1.0' encoding='utf-8'?>
<Relationships xmlns="http://schemas.openxmlformats.org/package/2006/relationships"><Relationship Type="http://schemas.openxmlformats.org/officeDocument/2006/relationships/theme" Target="/ppt/notesMasters/theme/initial01_theme3.xml" Id="R84c38049fec14e69" /></Relationships>
</file>

<file path=ppt/notesMasters/_rels/initial02_notesMaster1.xml.rels><?xml version='1.0' encoding='utf-8'?>
<Relationships xmlns="http://schemas.openxmlformats.org/package/2006/relationships"><Relationship Type="http://schemas.openxmlformats.org/officeDocument/2006/relationships/theme" Target="/ppt/notesMasters/theme/initial02_theme3.xml" Id="Rdd1d059cf55e4b6f" /></Relationships>
</file>

<file path=ppt/notesMasters/_rels/initial03_notesMaster1.xml.rels><?xml version='1.0' encoding='utf-8'?>
<Relationships xmlns="http://schemas.openxmlformats.org/package/2006/relationships"><Relationship Type="http://schemas.openxmlformats.org/officeDocument/2006/relationships/theme" Target="/ppt/notesMasters/theme/initial03_theme3.xml" Id="Rc0807e829f2d4888" /></Relationships>
</file>

<file path=ppt/notesMasters/_rels/initial04_notesMaster1.xml.rels><?xml version='1.0' encoding='utf-8'?>
<Relationships xmlns="http://schemas.openxmlformats.org/package/2006/relationships"><Relationship Type="http://schemas.openxmlformats.org/officeDocument/2006/relationships/theme" Target="/ppt/notesMasters/theme/initial04_theme3.xml" Id="R931d06c04bee431f" /></Relationships>
</file>

<file path=ppt/notesMasters/_rels/initial05_notesMaster1.xml.rels><?xml version='1.0' encoding='utf-8'?>
<Relationships xmlns="http://schemas.openxmlformats.org/package/2006/relationships"><Relationship Type="http://schemas.openxmlformats.org/officeDocument/2006/relationships/theme" Target="/ppt/notesMasters/theme/initial05_theme3.xml" Id="Rfeb8b06d49e94032" /></Relationships>
</file>

<file path=ppt/notesMasters/_rels/initial06_notesMaster1.xml.rels><?xml version='1.0' encoding='utf-8'?>
<Relationships xmlns="http://schemas.openxmlformats.org/package/2006/relationships"><Relationship Type="http://schemas.openxmlformats.org/officeDocument/2006/relationships/theme" Target="/ppt/notesMasters/theme/initial06_theme3.xml" Id="R003d515494d44032" /></Relationships>
</file>

<file path=ppt/notesMasters/_rels/initial07_notesMaster1.xml.rels><?xml version='1.0' encoding='utf-8'?>
<Relationships xmlns="http://schemas.openxmlformats.org/package/2006/relationships"><Relationship Type="http://schemas.openxmlformats.org/officeDocument/2006/relationships/theme" Target="/ppt/notesMasters/theme/initial07_theme3.xml" Id="R58e00c7f09bf478e" /></Relationships>
</file>

<file path=ppt/notesMasters/initial01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2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3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4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5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6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7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V2Clone_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2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Native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3Background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2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5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Relationships xmlns="http://schemas.openxmlformats.org/package/2006/relationships"><Relationship Type="http://schemas.openxmlformats.org/officeDocument/2006/relationships/slide" Target="/ppt/slides/slide1.xml" Id="Re324a483f3ba4c66" /><Relationship Type="http://schemas.openxmlformats.org/officeDocument/2006/relationships/notesMaster" Target="/ppt/notesMasters/initial01_notesMaster1.xml" Id="R832cbe33023d47f0" /></Relationships>
</file>

<file path=ppt/notesSlides/_rels/notesSlide2.xml.rels><?xml version='1.0' encoding='utf-8'?>
<Relationships xmlns="http://schemas.openxmlformats.org/package/2006/relationships"><Relationship Type="http://schemas.openxmlformats.org/officeDocument/2006/relationships/slide" Target="/ppt/slides/slide2.xml" Id="R09dea20ce3ff4ae4" /><Relationship Type="http://schemas.openxmlformats.org/officeDocument/2006/relationships/notesMaster" Target="/ppt/notesMasters/initial01_notesMaster1.xml" Id="Ra9bb3611ae484615" /></Relationships>
</file>

<file path=ppt/notesSlides/_rels/notesSlide3.xml.rels><?xml version='1.0' encoding='utf-8'?>
<Relationships xmlns="http://schemas.openxmlformats.org/package/2006/relationships"><Relationship Type="http://schemas.openxmlformats.org/officeDocument/2006/relationships/slide" Target="/ppt/slides/slide3.xml" Id="Rc9aee0f833084acd" /><Relationship Type="http://schemas.openxmlformats.org/officeDocument/2006/relationships/notesMaster" Target="/ppt/notesMasters/initial01_notesMaster1.xml" Id="R2fbd8ed86add4231" /></Relationships>
</file>

<file path=ppt/notesSlides/_rels/notesSlide4.xml.rels><?xml version='1.0' encoding='utf-8'?>
<Relationships xmlns="http://schemas.openxmlformats.org/package/2006/relationships"><Relationship Type="http://schemas.openxmlformats.org/officeDocument/2006/relationships/slide" Target="/ppt/slides/slide4.xml" Id="R333ade01b54a4d1d" /><Relationship Type="http://schemas.openxmlformats.org/officeDocument/2006/relationships/notesMaster" Target="/ppt/notesMasters/initial02_notesMaster1.xml" Id="R7830ed428e614bc0" /></Relationships>
</file>

<file path=ppt/notesSlides/_rels/notesSlide5.xml.rels><?xml version='1.0' encoding='utf-8'?>
<Relationships xmlns="http://schemas.openxmlformats.org/package/2006/relationships"><Relationship Type="http://schemas.openxmlformats.org/officeDocument/2006/relationships/slide" Target="/ppt/slides/slide5.xml" Id="R614577add6f0455f" /><Relationship Type="http://schemas.openxmlformats.org/officeDocument/2006/relationships/notesMaster" Target="/ppt/notesMasters/initial03_notesMaster1.xml" Id="Rb9101b88cdb34bab" /></Relationships>
</file>

<file path=ppt/notesSlides/_rels/notesSlide6.xml.rels><?xml version='1.0' encoding='utf-8'?>
<Relationships xmlns="http://schemas.openxmlformats.org/package/2006/relationships"><Relationship Type="http://schemas.openxmlformats.org/officeDocument/2006/relationships/slide" Target="/ppt/slides/slide6.xml" Id="R73d0757a73ae48e1" /><Relationship Type="http://schemas.openxmlformats.org/officeDocument/2006/relationships/notesMaster" Target="/ppt/notesMasters/initial04_notesMaster1.xml" Id="Rb62d330d4c93413a" /></Relationships>
</file>

<file path=ppt/notesSlides/_rels/notesSlide7.xml.rels><?xml version='1.0' encoding='utf-8'?>
<Relationships xmlns="http://schemas.openxmlformats.org/package/2006/relationships"><Relationship Type="http://schemas.openxmlformats.org/officeDocument/2006/relationships/slide" Target="/ppt/slides/slide7.xml" Id="R29b23ce273b24b3a" /><Relationship Type="http://schemas.openxmlformats.org/officeDocument/2006/relationships/notesMaster" Target="/ppt/notesMasters/initial04_notesMaster1.xml" Id="Rceb66a052a024527" /></Relationships>
</file>

<file path=ppt/notesSlides/_rels/notesSlide8.xml.rels><?xml version='1.0' encoding='utf-8'?>
<Relationships xmlns="http://schemas.openxmlformats.org/package/2006/relationships"><Relationship Type="http://schemas.openxmlformats.org/officeDocument/2006/relationships/slide" Target="/ppt/slides/slide8.xml" Id="Rcd109bbe344c436f" /><Relationship Type="http://schemas.openxmlformats.org/officeDocument/2006/relationships/notesMaster" Target="/ppt/notesMasters/initial04_notesMaster1.xml" Id="Rc95130aed6b5489b" /></Relationships>
</file>

<file path=ppt/notesSlides/_rels/notesSlide9.xml.rels><?xml version='1.0' encoding='utf-8'?>
<Relationships xmlns="http://schemas.openxmlformats.org/package/2006/relationships"><Relationship Type="http://schemas.openxmlformats.org/officeDocument/2006/relationships/slide" Target="/ppt/slides/slide9.xml" Id="R17ea05df72764fd9" /><Relationship Type="http://schemas.openxmlformats.org/officeDocument/2006/relationships/notesMaster" Target="/ppt/notesMasters/initial04_notesMaster1.xml" Id="R4a80eaab4f314218" /></Relationships>
</file>

<file path=ppt/notesSlides/_rels/notesSlide10.xml.rels><?xml version='1.0' encoding='utf-8'?>
<Relationships xmlns="http://schemas.openxmlformats.org/package/2006/relationships"><Relationship Type="http://schemas.openxmlformats.org/officeDocument/2006/relationships/slide" Target="/ppt/slides/slide10.xml" Id="R8e77636d89124496" /><Relationship Type="http://schemas.openxmlformats.org/officeDocument/2006/relationships/notesMaster" Target="/ppt/notesMasters/initial04_notesMaster1.xml" Id="R647253f0b3824a7b" /></Relationships>
</file>

<file path=ppt/notesSlides/_rels/notesSlide11.xml.rels><?xml version='1.0' encoding='utf-8'?>
<Relationships xmlns="http://schemas.openxmlformats.org/package/2006/relationships"><Relationship Type="http://schemas.openxmlformats.org/officeDocument/2006/relationships/slide" Target="/ppt/slides/slide11.xml" Id="Rf166a0090eeb4245" /><Relationship Type="http://schemas.openxmlformats.org/officeDocument/2006/relationships/notesMaster" Target="/ppt/notesMasters/initial04_notesMaster1.xml" Id="R9ef1ba984f3f4123" /></Relationships>
</file>

<file path=ppt/notesSlides/_rels/notesSlide12.xml.rels><?xml version='1.0' encoding='utf-8'?>
<Relationships xmlns="http://schemas.openxmlformats.org/package/2006/relationships"><Relationship Type="http://schemas.openxmlformats.org/officeDocument/2006/relationships/slide" Target="/ppt/slides/slide12.xml" Id="R4c1edebeefa0448e" /><Relationship Type="http://schemas.openxmlformats.org/officeDocument/2006/relationships/notesMaster" Target="/ppt/notesMasters/initial05_notesMaster1.xml" Id="Rab6910f14f964350" /></Relationships>
</file>

<file path=ppt/notesSlides/_rels/notesSlide13.xml.rels><?xml version='1.0' encoding='utf-8'?>
<Relationships xmlns="http://schemas.openxmlformats.org/package/2006/relationships"><Relationship Type="http://schemas.openxmlformats.org/officeDocument/2006/relationships/slide" Target="/ppt/slides/slide13.xml" Id="R6d6c62a520ac40d9" /><Relationship Type="http://schemas.openxmlformats.org/officeDocument/2006/relationships/notesMaster" Target="/ppt/notesMasters/initial05_notesMaster1.xml" Id="R50722d4c00ae402a" /></Relationships>
</file>

<file path=ppt/notesSlides/_rels/notesSlide14.xml.rels><?xml version='1.0' encoding='utf-8'?>
<Relationships xmlns="http://schemas.openxmlformats.org/package/2006/relationships"><Relationship Type="http://schemas.openxmlformats.org/officeDocument/2006/relationships/slide" Target="/ppt/slides/slide14.xml" Id="Ree8e75784b4b47af" /><Relationship Type="http://schemas.openxmlformats.org/officeDocument/2006/relationships/notesMaster" Target="/ppt/notesMasters/initial05_notesMaster1.xml" Id="R92681360458749fc" /></Relationships>
</file>

<file path=ppt/notesSlides/_rels/notesSlide15.xml.rels><?xml version='1.0' encoding='utf-8'?>
<Relationships xmlns="http://schemas.openxmlformats.org/package/2006/relationships"><Relationship Type="http://schemas.openxmlformats.org/officeDocument/2006/relationships/slide" Target="/ppt/slides/slide15.xml" Id="Rbbee4146c3e948b0" /><Relationship Type="http://schemas.openxmlformats.org/officeDocument/2006/relationships/notesMaster" Target="/ppt/notesMasters/initial05_notesMaster1.xml" Id="Re35f50fbd93746e3" /></Relationships>
</file>

<file path=ppt/notesSlides/_rels/notesSlide16.xml.rels><?xml version='1.0' encoding='utf-8'?>
<Relationships xmlns="http://schemas.openxmlformats.org/package/2006/relationships"><Relationship Type="http://schemas.openxmlformats.org/officeDocument/2006/relationships/slide" Target="/ppt/slides/slide16.xml" Id="R50bd3d1598b5472b" /><Relationship Type="http://schemas.openxmlformats.org/officeDocument/2006/relationships/notesMaster" Target="/ppt/notesMasters/initial05_notesMaster1.xml" Id="Rf325e51b83884016" /></Relationships>
</file>

<file path=ppt/notesSlides/_rels/notesSlide17.xml.rels><?xml version='1.0' encoding='utf-8'?>
<Relationships xmlns="http://schemas.openxmlformats.org/package/2006/relationships"><Relationship Type="http://schemas.openxmlformats.org/officeDocument/2006/relationships/slide" Target="/ppt/slides/slide17.xml" Id="Rfa9dabd8028b40cd" /><Relationship Type="http://schemas.openxmlformats.org/officeDocument/2006/relationships/notesMaster" Target="/ppt/notesMasters/initial05_notesMaster1.xml" Id="R7ae6329e8e3840b7" /></Relationships>
</file>

<file path=ppt/notesSlides/_rels/notesSlide18.xml.rels><?xml version='1.0' encoding='utf-8'?>
<Relationships xmlns="http://schemas.openxmlformats.org/package/2006/relationships"><Relationship Type="http://schemas.openxmlformats.org/officeDocument/2006/relationships/slide" Target="/ppt/slides/slide18.xml" Id="Raac8767870db40f4" /><Relationship Type="http://schemas.openxmlformats.org/officeDocument/2006/relationships/notesMaster" Target="/ppt/notesMasters/initial06_notesMaster1.xml" Id="R5618c6dfb63f4d6c" /></Relationships>
</file>

<file path=ppt/notesSlides/_rels/notesSlide19.xml.rels><?xml version='1.0' encoding='utf-8'?>
<Relationships xmlns="http://schemas.openxmlformats.org/package/2006/relationships"><Relationship Type="http://schemas.openxmlformats.org/officeDocument/2006/relationships/slide" Target="/ppt/slides/slide19.xml" Id="Rc125f551bf0c4525" /><Relationship Type="http://schemas.openxmlformats.org/officeDocument/2006/relationships/notesMaster" Target="/ppt/notesMasters/initial07_notesMaster1.xml" Id="R325333de39404226" /></Relationships>
</file>

<file path=ppt/notesSlides/_rels/notesSlide20.xml.rels><?xml version='1.0' encoding='utf-8'?>
<Relationships xmlns="http://schemas.openxmlformats.org/package/2006/relationships"><Relationship Type="http://schemas.openxmlformats.org/officeDocument/2006/relationships/slide" Target="/ppt/slides/slide20.xml" Id="Rc125f551bf0c4525" /><Relationship Type="http://schemas.openxmlformats.org/officeDocument/2006/relationships/notesMaster" Target="/ppt/notesMasters/initial07_notesMaster1.xml" Id="R325333de39404226" /></Relationships>
</file>

<file path=ppt/notesSlides/_rels/notesSlide21.xml.rels><?xml version='1.0' encoding='utf-8'?>
<Relationships xmlns="http://schemas.openxmlformats.org/package/2006/relationships"><Relationship Type="http://schemas.openxmlformats.org/officeDocument/2006/relationships/slide" Target="/ppt/slides/slide21.xml" Id="R18411b37618c4e8a" /><Relationship Type="http://schemas.openxmlformats.org/officeDocument/2006/relationships/notesMaster" Target="/ppt/notesMasters/initial07_notesMaster1.xml" Id="Rd94b16226d97425e" /></Relationships>
</file>

<file path=ppt/notesSlides/_rels/notesSlide22.xml.rels><?xml version='1.0' encoding='utf-8'?>
<Relationships xmlns="http://schemas.openxmlformats.org/package/2006/relationships"><Relationship Type="http://schemas.openxmlformats.org/officeDocument/2006/relationships/slide" Target="/ppt/slides/slide22.xml" Id="Rf5695a13ef524abb" /><Relationship Type="http://schemas.openxmlformats.org/officeDocument/2006/relationships/notesMaster" Target="/ppt/notesMasters/initial07_notesMaster1.xml" Id="Rf7dd7de0035d414d" /></Relationships>
</file>

<file path=ppt/notesSlides/_rels/notesSlide23.xml.rels><?xml version='1.0' encoding='utf-8'?>
<Relationships xmlns="http://schemas.openxmlformats.org/package/2006/relationships"><Relationship Type="http://schemas.openxmlformats.org/officeDocument/2006/relationships/slide" Target="/ppt/slides/slide23.xml" Id="Rf5695a13ef524abb" /><Relationship Type="http://schemas.openxmlformats.org/officeDocument/2006/relationships/notesMaster" Target="/ppt/notesMasters/initial07_notesMaster1.xml" Id="Rf7dd7de0035d414d" /></Relationships>
</file>

<file path=ppt/notesSlides/_rels/notesSlide24.xml.rels><?xml version='1.0' encoding='utf-8'?>
<Relationships xmlns="http://schemas.openxmlformats.org/package/2006/relationships"><Relationship Type="http://schemas.openxmlformats.org/officeDocument/2006/relationships/slide" Target="/ppt/slides/slide24.xml" Id="R627a3ac7c4c14f76" /><Relationship Type="http://schemas.openxmlformats.org/officeDocument/2006/relationships/notesMaster" Target="/ppt/notesMasters/initial07_notesMaster1.xml" Id="Rad29ecd59eaa4ae4" /></Relationships>
</file>

<file path=ppt/notesSlides/_rels/notesSlide25.xml.rels><?xml version='1.0' encoding='utf-8'?>
<Relationships xmlns="http://schemas.openxmlformats.org/package/2006/relationships"><Relationship Type="http://schemas.openxmlformats.org/officeDocument/2006/relationships/slide" Target="/ppt/slides/slide25.xml" Id="R406046e19a934426" /><Relationship Type="http://schemas.openxmlformats.org/officeDocument/2006/relationships/notesMaster" Target="/ppt/notesMasters/initial07_notesMaster1.xml" Id="R39514067d3f64c00" /></Relationships>
</file>

<file path=ppt/notesSlides/_rels/notesSlide26.xml.rels><?xml version='1.0' encoding='utf-8'?>
<Relationships xmlns="http://schemas.openxmlformats.org/package/2006/relationships"><Relationship Type="http://schemas.openxmlformats.org/officeDocument/2006/relationships/slide" Target="/ppt/slides/slide26.xml" Id="R406046e19a934426" /><Relationship Type="http://schemas.openxmlformats.org/officeDocument/2006/relationships/notesMaster" Target="/ppt/notesMasters/initial07_notesMaster1.xml" Id="R39514067d3f64c00" /></Relationships>
</file>

<file path=ppt/notesSlides/_rels/notesSlide27.xml.rels><?xml version='1.0' encoding='utf-8'?>
<Relationships xmlns="http://schemas.openxmlformats.org/package/2006/relationships"><Relationship Type="http://schemas.openxmlformats.org/officeDocument/2006/relationships/slide" Target="/ppt/slides/slide27.xml" Id="R8b722c512a9c466b" /><Relationship Type="http://schemas.openxmlformats.org/officeDocument/2006/relationships/notesMaster" Target="/ppt/notesMasters/initial07_notesMaster1.xml" Id="R6877b8abd8454a72" /></Relationships>
</file>

<file path=ppt/notesSlides/_rels/notesSlide28.xml.rels><?xml version='1.0' encoding='utf-8'?>
<Relationships xmlns="http://schemas.openxmlformats.org/package/2006/relationships"><Relationship Type="http://schemas.openxmlformats.org/officeDocument/2006/relationships/slide" Target="/ppt/slides/slide28.xml" Id="Rfa706b4d6e834580" /><Relationship Type="http://schemas.openxmlformats.org/officeDocument/2006/relationships/notesMaster" Target="/ppt/notesMasters/initial07_notesMaster1.xml" Id="R1a32d61983b14d1a" /></Relationships>
</file>

<file path=ppt/notesSlides/_rels/notesSlide29.xml.rels><?xml version='1.0' encoding='utf-8'?>
<Relationships xmlns="http://schemas.openxmlformats.org/package/2006/relationships"><Relationship Type="http://schemas.openxmlformats.org/officeDocument/2006/relationships/slide" Target="/ppt/slides/slide29.xml" Id="Rfa706b4d6e834580" /><Relationship Type="http://schemas.openxmlformats.org/officeDocument/2006/relationships/notesMaster" Target="/ppt/notesMasters/initial07_notesMaster1.xml" Id="R1a32d61983b14d1a" /></Relationships>
</file>

<file path=ppt/notesSlides/_rels/notesSlide30.xml.rels><?xml version='1.0' encoding='utf-8'?>
<Relationships xmlns="http://schemas.openxmlformats.org/package/2006/relationships"><Relationship Type="http://schemas.openxmlformats.org/officeDocument/2006/relationships/slide" Target="/ppt/slides/slide30.xml" Id="R2930f09d8a244954" /><Relationship Type="http://schemas.openxmlformats.org/officeDocument/2006/relationships/notesMaster" Target="/ppt/notesMasters/initial07_notesMaster1.xml" Id="Rf3499972cade4e59" /></Relationships>
</file>

<file path=ppt/notesSlides/_rels/notesSlide31.xml.rels><?xml version='1.0' encoding='utf-8'?>
<Relationships xmlns="http://schemas.openxmlformats.org/package/2006/relationships"><Relationship Type="http://schemas.openxmlformats.org/officeDocument/2006/relationships/slide" Target="/ppt/slides/slide31.xml" Id="Rabea582a54c24c83" /><Relationship Type="http://schemas.openxmlformats.org/officeDocument/2006/relationships/notesMaster" Target="/ppt/notesMasters/initial07_notesMaster1.xml" Id="R24a2b618dbd7401b" /></Relationships>
</file>

<file path=ppt/notesSlides/_rels/notesSlide32.xml.rels><?xml version='1.0' encoding='utf-8'?>
<Relationships xmlns="http://schemas.openxmlformats.org/package/2006/relationships"><Relationship Type="http://schemas.openxmlformats.org/officeDocument/2006/relationships/slide" Target="/ppt/slides/slide32.xml" Id="Rabea582a54c24c83" /><Relationship Type="http://schemas.openxmlformats.org/officeDocument/2006/relationships/notesMaster" Target="/ppt/notesMasters/initial07_notesMaster1.xml" Id="R24a2b618dbd7401b" /></Relationships>
</file>

<file path=ppt/notesSlides/_rels/notesSlide33.xml.rels><?xml version='1.0' encoding='utf-8'?>
<Relationships xmlns="http://schemas.openxmlformats.org/package/2006/relationships"><Relationship Type="http://schemas.openxmlformats.org/officeDocument/2006/relationships/slide" Target="/ppt/slides/slide33.xml" Id="Re324a483f3ba4c66" /><Relationship Type="http://schemas.openxmlformats.org/officeDocument/2006/relationships/notesMaster" Target="/ppt/notesMasters/V2Clone_initial01_notesMaster1.xml" Id="R832cbe33023d47f0" /></Relationships>
</file>

<file path=ppt/notesSlides/_rels/notesSlide34.xml.rels><?xml version='1.0' encoding='utf-8'?>
<Relationships xmlns="http://schemas.openxmlformats.org/package/2006/relationships"><Relationship Type="http://schemas.openxmlformats.org/officeDocument/2006/relationships/slide" Target="/ppt/slides/slide34.xml" Id="R09dea20ce3ff4ae4" /><Relationship Type="http://schemas.openxmlformats.org/officeDocument/2006/relationships/notesMaster" Target="/ppt/notesMasters/V2Clone_initial01_notesMaster1.xml" Id="Ra9bb3611ae484615" /></Relationships>
</file>

<file path=ppt/notesSlides/_rels/notesSlide35.xml.rels><?xml version='1.0' encoding='utf-8'?>
<Relationships xmlns="http://schemas.openxmlformats.org/package/2006/relationships"><Relationship Type="http://schemas.openxmlformats.org/officeDocument/2006/relationships/slide" Target="/ppt/slides/slide35.xml" Id="R333ade01b54a4d1d" /><Relationship Type="http://schemas.openxmlformats.org/officeDocument/2006/relationships/notesMaster" Target="/ppt/notesMasters/V2Clone_initial02_notesMaster1.xml" Id="R7830ed428e614bc0" /></Relationships>
</file>

<file path=ppt/notesSlides/_rels/notesSlide36.xml.rels><?xml version='1.0' encoding='utf-8'?>
<Relationships xmlns="http://schemas.openxmlformats.org/package/2006/relationships"><Relationship Type="http://schemas.openxmlformats.org/officeDocument/2006/relationships/slide" Target="/ppt/slides/slide36.xml" Id="Rc125f551bf0c4525" /><Relationship Type="http://schemas.openxmlformats.org/officeDocument/2006/relationships/notesMaster" Target="/ppt/notesMasters/V2Clone_initial07_notesMaster1.xml" Id="R325333de39404226" /></Relationships>
</file>

<file path=ppt/notesSlides/_rels/notesSlide37.xml.rels><?xml version='1.0' encoding='utf-8'?>
<Relationships xmlns="http://schemas.openxmlformats.org/package/2006/relationships"><Relationship Type="http://schemas.openxmlformats.org/officeDocument/2006/relationships/slide" Target="/ppt/slides/slide37.xml" Id="R614577add6f0455f" /><Relationship Type="http://schemas.openxmlformats.org/officeDocument/2006/relationships/notesMaster" Target="/ppt/notesMasters/V2Clone_initial03_notesMaster1.xml" Id="Rb9101b88cdb34bab" /></Relationships>
</file>

<file path=ppt/notesSlides/_rels/notesSlide38.xml.rels><?xml version='1.0' encoding='utf-8'?>
<Relationships xmlns="http://schemas.openxmlformats.org/package/2006/relationships"><Relationship Type="http://schemas.openxmlformats.org/officeDocument/2006/relationships/slide" Target="/ppt/slides/slide38.xml" Id="R73d0757a73ae48e1" /><Relationship Type="http://schemas.openxmlformats.org/officeDocument/2006/relationships/notesMaster" Target="/ppt/notesMasters/V2Clone_initial04_notesMaster1.xml" Id="Rb62d330d4c93413a" /></Relationships>
</file>

<file path=ppt/notesSlides/_rels/notesSlide39.xml.rels><?xml version='1.0' encoding='utf-8'?>
<Relationships xmlns="http://schemas.openxmlformats.org/package/2006/relationships"><Relationship Type="http://schemas.openxmlformats.org/officeDocument/2006/relationships/slide" Target="/ppt/slides/slide39.xml" Id="R29b23ce273b24b3a" /><Relationship Type="http://schemas.openxmlformats.org/officeDocument/2006/relationships/notesMaster" Target="/ppt/notesMasters/V2Clone_initial04_notesMaster1.xml" Id="Rceb66a052a024527" /></Relationships>
</file>

<file path=ppt/notesSlides/_rels/notesSlide40.xml.rels><?xml version='1.0' encoding='utf-8'?>
<Relationships xmlns="http://schemas.openxmlformats.org/package/2006/relationships"><Relationship Type="http://schemas.openxmlformats.org/officeDocument/2006/relationships/slide" Target="/ppt/slides/slide40.xml" Id="Raac8767870db40f4" /><Relationship Type="http://schemas.openxmlformats.org/officeDocument/2006/relationships/notesMaster" Target="/ppt/notesMasters/V2Clone_initial06_notesMaster1.xml" Id="R5618c6dfb63f4d6c" /></Relationships>
</file>

<file path=ppt/notesSlides/_rels/notesSlide41.xml.rels><?xml version='1.0' encoding='utf-8'?>
<Relationships xmlns="http://schemas.openxmlformats.org/package/2006/relationships"><Relationship Type="http://schemas.openxmlformats.org/officeDocument/2006/relationships/slide" Target="/ppt/slides/slide41.xml" Id="Rc125f551bf0c4525" /><Relationship Type="http://schemas.openxmlformats.org/officeDocument/2006/relationships/notesMaster" Target="/ppt/notesMasters/V2Clone_initial07_notesMaster1.xml" Id="R325333de39404226" /></Relationships>
</file>

<file path=ppt/notesSlides/_rels/notesSlide42.xml.rels><?xml version='1.0' encoding='utf-8'?>
<Relationships xmlns="http://schemas.openxmlformats.org/package/2006/relationships"><Relationship Type="http://schemas.openxmlformats.org/officeDocument/2006/relationships/slide" Target="/ppt/slides/slide42.xml" Id="R18411b37618c4e8a" /><Relationship Type="http://schemas.openxmlformats.org/officeDocument/2006/relationships/notesMaster" Target="/ppt/notesMasters/V2Clone_initial07_notesMaster1.xml" Id="Rd94b16226d97425e" /></Relationships>
</file>

<file path=ppt/notesSlides/_rels/notesSlide43.xml.rels><?xml version='1.0' encoding='utf-8'?>
<Relationships xmlns="http://schemas.openxmlformats.org/package/2006/relationships"><Relationship Type="http://schemas.openxmlformats.org/officeDocument/2006/relationships/slide" Target="/ppt/slides/slide43.xml" Id="R627a3ac7c4c14f76" /><Relationship Type="http://schemas.openxmlformats.org/officeDocument/2006/relationships/notesMaster" Target="/ppt/notesMasters/V2Clone_initial07_notesMaster1.xml" Id="Rad29ecd59eaa4ae4" /></Relationships>
</file>

<file path=ppt/notesSlides/_rels/notesSlide44.xml.rels><?xml version='1.0' encoding='utf-8'?>
<Relationships xmlns="http://schemas.openxmlformats.org/package/2006/relationships"><Relationship Type="http://schemas.openxmlformats.org/officeDocument/2006/relationships/slide" Target="/ppt/slides/slide44.xml" Id="R8b722c512a9c466b" /><Relationship Type="http://schemas.openxmlformats.org/officeDocument/2006/relationships/notesMaster" Target="/ppt/notesMasters/V2Clone_initial07_notesMaster1.xml" Id="R6877b8abd8454a72" /></Relationships>
</file>

<file path=ppt/notesSlides/_rels/notesSlide45.xml.rels><?xml version='1.0' encoding='utf-8'?>
<Relationships xmlns="http://schemas.openxmlformats.org/package/2006/relationships"><Relationship Type="http://schemas.openxmlformats.org/officeDocument/2006/relationships/slide" Target="/ppt/slides/slide45.xml" Id="R2930f09d8a244954" /><Relationship Type="http://schemas.openxmlformats.org/officeDocument/2006/relationships/notesMaster" Target="/ppt/notesMasters/V2Clone_initial07_notesMaster1.xml" Id="Rf3499972cade4e59" /></Relationships>
</file>

<file path=ppt/notesSlides/_rels/notesSlide46.xml.rels><?xml version='1.0' encoding='utf-8'?>
<Relationships xmlns="http://schemas.openxmlformats.org/package/2006/relationships"><Relationship Type="http://schemas.openxmlformats.org/officeDocument/2006/relationships/slide" Target="/ppt/slides/slide46.xml" Id="Rb75ef203052c4df7" /><Relationship Type="http://schemas.openxmlformats.org/officeDocument/2006/relationships/notesMaster" Target="/ppt/notesMasters/V2Native_notesMaster1.xml" Id="R0630c734da4e42d5" /></Relationships>
</file>

<file path=ppt/notesSlides/_rels/notesSlide47.xml.rels><?xml version='1.0' encoding='utf-8'?>
<Relationships xmlns="http://schemas.openxmlformats.org/package/2006/relationships"><Relationship Type="http://schemas.openxmlformats.org/officeDocument/2006/relationships/slide" Target="/ppt/slides/slide47.xml" Id="R27dec9aa931d4ad5" /><Relationship Type="http://schemas.openxmlformats.org/officeDocument/2006/relationships/notesMaster" Target="/ppt/notesMasters/V2Native_notesMaster1.xml" Id="Rbea3e8d21195454d" /></Relationships>
</file>

<file path=ppt/notesSlides/_rels/notesSlide48.xml.rels><?xml version='1.0' encoding='utf-8'?>
<Relationships xmlns="http://schemas.openxmlformats.org/package/2006/relationships"><Relationship Type="http://schemas.openxmlformats.org/officeDocument/2006/relationships/slide" Target="/ppt/slides/slide48.xml" Id="Rd5469a5f4d184043" /><Relationship Type="http://schemas.openxmlformats.org/officeDocument/2006/relationships/notesMaster" Target="/ppt/notesMasters/V2Native_notesMaster1.xml" Id="Rf6824e0fc2804797" /></Relationships>
</file>

<file path=ppt/notesSlides/_rels/notesSlide49.xml.rels><?xml version='1.0' encoding='utf-8'?>
<Relationships xmlns="http://schemas.openxmlformats.org/package/2006/relationships"><Relationship Type="http://schemas.openxmlformats.org/officeDocument/2006/relationships/slide" Target="/ppt/slides/slide49.xml" Id="R1ccadcc076f44982" /><Relationship Type="http://schemas.openxmlformats.org/officeDocument/2006/relationships/notesMaster" Target="/ppt/notesMasters/V2Native_notesMaster1.xml" Id="R93a9a18a9e104022" /></Relationships>
</file>

<file path=ppt/notesSlides/_rels/notesSlide50.xml.rels><?xml version='1.0' encoding='utf-8'?>
<Relationships xmlns="http://schemas.openxmlformats.org/package/2006/relationships"><Relationship Type="http://schemas.openxmlformats.org/officeDocument/2006/relationships/slide" Target="/ppt/slides/slide50.xml" Id="R3108cced72264d5b" /><Relationship Type="http://schemas.openxmlformats.org/officeDocument/2006/relationships/notesMaster" Target="/ppt/notesMasters/V2Native_notesMaster1.xml" Id="R418fccd5d8d645a5" /></Relationships>
</file>

<file path=ppt/notesSlides/_rels/notesSlide51.xml.rels><?xml version='1.0' encoding='utf-8'?>
<Relationships xmlns="http://schemas.openxmlformats.org/package/2006/relationships"><Relationship Type="http://schemas.openxmlformats.org/officeDocument/2006/relationships/slide" Target="/ppt/slides/slide51.xml" Id="R52918a1ea70e4561" /><Relationship Type="http://schemas.openxmlformats.org/officeDocument/2006/relationships/notesMaster" Target="/ppt/notesMasters/V2Native_notesMaster1.xml" Id="R469d6cd0e7b74c5b" /></Relationships>
</file>

<file path=ppt/notesSlides/_rels/notesSlide52.xml.rels><?xml version='1.0' encoding='utf-8'?>
<Relationships xmlns="http://schemas.openxmlformats.org/package/2006/relationships"><Relationship Type="http://schemas.openxmlformats.org/officeDocument/2006/relationships/slide" Target="/ppt/slides/slide52.xml" Id="Ra8b15d5094a14d4b" /><Relationship Type="http://schemas.openxmlformats.org/officeDocument/2006/relationships/notesMaster" Target="/ppt/notesMasters/V2Native_notesMaster1.xml" Id="R1fb821f15a584471" /></Relationships>
</file>

<file path=ppt/notesSlides/_rels/notesSlide53.xml.rels><?xml version='1.0' encoding='utf-8'?>
<Relationships xmlns="http://schemas.openxmlformats.org/package/2006/relationships"><Relationship Type="http://schemas.openxmlformats.org/officeDocument/2006/relationships/slide" Target="/ppt/slides/slide53.xml" Id="R2b25c045fb184256" /><Relationship Type="http://schemas.openxmlformats.org/officeDocument/2006/relationships/notesMaster" Target="/ppt/notesMasters/V2Native_notesMaster1.xml" Id="R47e7f6720f28451b" /></Relationships>
</file>

<file path=ppt/notesSlides/_rels/notesSlide54.xml.rels><?xml version='1.0' encoding='utf-8'?>
<Relationships xmlns="http://schemas.openxmlformats.org/package/2006/relationships"><Relationship Type="http://schemas.openxmlformats.org/officeDocument/2006/relationships/slide" Target="/ppt/slides/slide54.xml" Id="Re84686c239194219" /><Relationship Type="http://schemas.openxmlformats.org/officeDocument/2006/relationships/notesMaster" Target="/ppt/notesMasters/V2Native_notesMaster1.xml" Id="R4298d6d64f1f40d6" /></Relationships>
</file>

<file path=ppt/notesSlides/_rels/notesSlide55.xml.rels><?xml version='1.0' encoding='utf-8'?>
<Relationships xmlns="http://schemas.openxmlformats.org/package/2006/relationships"><Relationship Type="http://schemas.openxmlformats.org/officeDocument/2006/relationships/slide" Target="/ppt/slides/slide55.xml" Id="R8c9fff8b742b4a8a" /><Relationship Type="http://schemas.openxmlformats.org/officeDocument/2006/relationships/notesMaster" Target="/ppt/notesMasters/V2Native_notesMaster1.xml" Id="R655ea69de16d4567" /></Relationships>
</file>

<file path=ppt/notesSlides/_rels/notesSlide56.xml.rels><?xml version='1.0' encoding='utf-8'?>
<Relationships xmlns="http://schemas.openxmlformats.org/package/2006/relationships"><Relationship Type="http://schemas.openxmlformats.org/officeDocument/2006/relationships/slide" Target="/ppt/slides/slide56.xml" Id="R5787007f63224326" /><Relationship Type="http://schemas.openxmlformats.org/officeDocument/2006/relationships/notesMaster" Target="/ppt/notesMasters/V2Native_notesMaster1.xml" Id="Rbd8acf48482644d0" /></Relationships>
</file>

<file path=ppt/notesSlides/_rels/notesSlide57.xml.rels><?xml version='1.0' encoding='utf-8'?>
<Relationships xmlns="http://schemas.openxmlformats.org/package/2006/relationships"><Relationship Type="http://schemas.openxmlformats.org/officeDocument/2006/relationships/slide" Target="/ppt/slides/slide57.xml" Id="R79544567ed0d4759" /><Relationship Type="http://schemas.openxmlformats.org/officeDocument/2006/relationships/notesMaster" Target="/ppt/notesMasters/V2Native_notesMaster1.xml" Id="R3283956db45b4b55" /></Relationships>
</file>

<file path=ppt/notesSlides/_rels/notesSlide58.xml.rels><?xml version='1.0' encoding='utf-8'?>
<Relationships xmlns="http://schemas.openxmlformats.org/package/2006/relationships"><Relationship Type="http://schemas.openxmlformats.org/officeDocument/2006/relationships/slide" Target="/ppt/slides/slide58.xml" Id="Rbfad0ebab03e4997" /><Relationship Type="http://schemas.openxmlformats.org/officeDocument/2006/relationships/notesMaster" Target="/ppt/notesMasters/V3Background_notesMaster1.xml" Id="Rc30e836de1974c8d" /></Relationships>
</file>

<file path=ppt/notesSlides/_rels/notesSlide59.xml.rels><?xml version='1.0' encoding='utf-8'?>
<Relationships xmlns="http://schemas.openxmlformats.org/package/2006/relationships"><Relationship Type="http://schemas.openxmlformats.org/officeDocument/2006/relationships/slide" Target="/ppt/slides/slide59.xml" Id="Ra3d5abb872ec4fde" /><Relationship Type="http://schemas.openxmlformats.org/officeDocument/2006/relationships/notesMaster" Target="/ppt/notesMasters/V3Background_notesMaster1.xml" Id="R9a9965ab79474116" /></Relationships>
</file>

<file path=ppt/notesSlides/_rels/notesSlide60.xml.rels><?xml version='1.0' encoding='utf-8'?>
<Relationships xmlns="http://schemas.openxmlformats.org/package/2006/relationships"><Relationship Type="http://schemas.openxmlformats.org/officeDocument/2006/relationships/slide" Target="/ppt/slides/slide60.xml" Id="R3101f47bf5554b5b" /><Relationship Type="http://schemas.openxmlformats.org/officeDocument/2006/relationships/notesMaster" Target="/ppt/notesMasters/V3Background_notesMaster1.xml" Id="Racd41ae3df46426d" /></Relationships>
</file>

<file path=ppt/notesSlides/_rels/notesSlide61.xml.rels><?xml version='1.0' encoding='utf-8'?>
<Relationships xmlns="http://schemas.openxmlformats.org/package/2006/relationships"><Relationship Type="http://schemas.openxmlformats.org/officeDocument/2006/relationships/slide" Target="/ppt/slides/slide61.xml" Id="Rfab19986da9a4871" /><Relationship Type="http://schemas.openxmlformats.org/officeDocument/2006/relationships/notesMaster" Target="/ppt/notesMasters/V3Background_notesMaster1.xml" Id="Ra3de0961eadd4b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페이지의 목적은 서로 다른 두 기술 동향을 당사의 과제 배경으로 연결하는 것이다. 좌측은 AI가 목표를 받아 도구를 사용하며 실제 업무를 수행하고, 적용 범위가 여러 앱에 걸친 작업과 분야별 전문 업무로 나뉠 수 있음을 보인다. 하단은 Anthropic이 공개한 사무 업무와 개발 업무의 제품 사례다. 공개 기능 설명을 요약했으며 모든 앱의 지원이나 실측 품질·시장점유율을 주장하지 않는다. Cowork는 공개 제품 사례의 명칭을 썼다. 확인 시점 제품 페이지에는 Claude로의 명칭 통합 안내가 함께 있으므로 현행 독립 제품군의 엄격한 분류로 제시하지 않는다. 두 범주는 배타적 분류가 아니다. 우측은 음성과 화면을 함께 사용하는 상호작용이 등장한 상황에서 기기 제조사가 사용자 접점을 확보하고 다양한 업무 AI의 발전을 활용한다는 사용자 제공 CTO 방향을 설명한다. 이를 검증된 공개 회사 전략이나 CTO 직접 인용으로 제시하지 않는다.</a:t>
            </a:r>
          </a:p>
          <a:p xmlns:a="http://schemas.openxmlformats.org/drawingml/2006/main">
            <a:r>
              <a:t>Anthropic original announcement: https://www.anthropic.com/news/3-5-models-and-computer-use ; original demonstration https://www.youtube.com/watch?v=ODaHJzOyVCQ . Video byte source is a repost of the same demonstration: https://www.linkedin.com/posts/alliekmiller_breaking-ai-can-now-help-with-coding-activity-7254507552476909568-31Ei . 54–106 seconds, 3x, 8fps, silent.</a:t>
            </a:r>
          </a:p>
          <a:p xmlns:a="http://schemas.openxmlformats.org/drawingml/2006/main">
            <a:r>
              <a:t>Product application sources, accessed 2026-09-30: https://claude.com/product/cowork (research, document and spreadsheet creation across files/tools; public examples of reports and presentations); https://www.anthropic.com/engineering/claude-code-sandboxing (navigate codebase, edit files, run commands, write/test/debug code). Agent concept: https://www.anthropic.com/engineering/building-effective-agents . These are paraphrased vendor-described capabilities, not measured market or quality claims.</a:t>
            </a:r>
          </a:p>
          <a:p xmlns:a="http://schemas.openxmlformats.org/drawingml/2006/main">
            <a:r>
              <a:t>OpenAI official demonstration: https://www.linkedin.com/posts/this-gpt-6-astra-ugcPost-7501364077496221696-H8XE . Official post identifies GPT-6 Astra. 17–41 seconds, 1.5x, 8fps, silent. These external demonstrations are not implementation or performance evidence for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p>
          <a:p xmlns:a="http://schemas.openxmlformats.org/drawingml/2006/main">
            <a: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p>
          <a:p xmlns:a="http://schemas.openxmlformats.org/drawingml/2006/main">
            <a:r>
              <a:t>기능 근거: docs/architecture/01-system-mission-and-boundary.md; 03-fixed-architecture-scope.md; 05-representative-use-cases.md. 현재 비교는 04-41, 04-44, 04-45, 04-42이며 최종 A/B 선택과 실측은 아직 없다.</a:t>
            </a:r>
          </a:p>
          <a:p xmlns:a="http://schemas.openxmlformats.org/drawingml/2006/main">
            <a: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VIA는 화면과 대화, 진행 중인 Task를 함께 해석해 사용자 의도대로 요청을 처리해야 한다. 후속 정정은 바꿀 범위를 구분하고 기존 조건을 유지한다.</a:t>
            </a:r>
          </a:p>
          <a:p xmlns:a="http://schemas.openxmlformats.org/drawingml/2006/main">
            <a:r>
              <a:t>첫 사례는 선택한 표와 앞선 Conversation을 현재 정정 Request에 연결한다. 메일 내용은 보고서 결론에서 선택한 표로 바꾸고, 보고서 PDF와 메일 초안 조건은 유지한다. 실제 문서 및 메일 업무 수행은 Downstream Agent 책임이다.</a:t>
            </a:r>
          </a:p>
          <a:p xmlns:a="http://schemas.openxmlformats.org/drawingml/2006/main">
            <a:r>
              <a:t>가운데 시간축은 업무 요청, 진행 확인, 결과 도착의 개념도다. 위치와 구간 길이는 실제 시간이나 처리 비율이 아니다. 최초 해석과 위임 이후 외부 보고서 작성이 진행되는 동안 VIA는 확인된 상태로 진행 질문에 답한다. 새 Agent Execution을 만들어야 한다는 뜻이 아니다. 실제 접수와 완료, 결과 도착 및 사용자 전달은 구별한다.</a:t>
            </a:r>
          </a:p>
          <a:p xmlns:a="http://schemas.openxmlformats.org/drawingml/2006/main">
            <a:r>
              <a:t>첫 반응과 준비된 결과의 전달에는 VIA의 해석, 조회, 검증 및 출력 시간이 필요하다. 외부 업무만 기다리는 시간은 VIA 처리시간과 구별한다. 입력과 인식의 지속은 해석 및 외부 실행과 병행해야 한다.</a:t>
            </a:r>
          </a:p>
          <a:p xmlns:a="http://schemas.openxmlformats.org/drawingml/2006/main">
            <a:r>
              <a:t>오른쪽은 기술 발전의 범위와 연동 확장의 개념도다. 네 영역은 기술 범위이며 Component 배치, 독립 모델 수나 선택된 대안이 아니다. 연두색 기억 영역은 변경 영향의 범위를 설명하는 예시다. 학습과 모델 내부 알고리즘 개발은 본 과제의 Architecture 범위 밖이다. VIA 내부 기술의 발전과 Downstream Agent의 변화가 모두 설계 변경의 동기가 된다.</a:t>
            </a:r>
          </a:p>
          <a:p xmlns:a="http://schemas.openxmlformats.org/drawingml/2006/main">
            <a:r>
              <a:t>배경의 세 축은 뒤에서 제시할 품질 요구사항 및 DP 검토의 배경이다. 현재 페이지에서는 품질 이름과 ID를 먼저 표시하지 않는다. 특정 구조의 우열이나 성능 수치, 대안 선택 결과를 주장하지 않는다.</a:t>
            </a:r>
          </a:p>
          <a:p xmlns:a="http://schemas.openxmlformats.org/drawingml/2006/main">
            <a:r>
              <a:t>문안 근거: docs/architecture/03-fixed-architecture-scope.md; docs/architecture/05-representative-use-cases.md; docs/presentations_files/quality-attributes.md; docs/architecture/12-decisions/decision-packages/04-40-common-execution-contract.md; 04-41-request-resolution-control.md; 04-42-lifecycle-ownership.md; 04-44-continuous-interaction.md; 04-45-memory-and-context.md</a:t>
            </a:r>
          </a:p>
          <a:p xmlns:a="http://schemas.openxmlformats.org/drawingml/2006/main">
            <a:r>
              <a:t>레이아웃 참조: docs/presentations_files/presentation_example1/03-과제필요성.png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하나의 대화 안에서 이어지는 다섯 장면이다. 화면의 표 설명은 VIA가 직접 응답하고, 보고서와 메일 초안의 도메인 계획 및 실제 작성은 Downstream Agent가 수행한다.</a:t>
            </a:r>
          </a:p>
          <a:p xmlns:a="http://schemas.openxmlformats.org/drawingml/2006/main">
            <a:r>
              <a:t/>
            </a:r>
          </a:p>
          <a:p xmlns:a="http://schemas.openxmlformats.org/drawingml/2006/main">
            <a: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p>
          <a:p xmlns:a="http://schemas.openxmlformats.org/drawingml/2006/main">
            <a:r>
              <a:t/>
            </a:r>
          </a:p>
          <a:p xmlns:a="http://schemas.openxmlformats.org/drawingml/2006/main">
            <a:r>
              <a:t>④는 메일 Agent의 질문이 사용자 정정 중 도착한 경우다. VIA는 사용자 발화가 끝난 뒤 질문을 전달하고, ‘영업팀’ 답변을 메일 업무에 연결한다. 보고서 업무는 계속 진행한다.</a:t>
            </a:r>
          </a:p>
          <a:p xmlns:a="http://schemas.openxmlformats.org/drawingml/2006/main">
            <a:r>
              <a:t/>
            </a:r>
          </a:p>
          <a:p xmlns:a="http://schemas.openxmlformats.org/drawingml/2006/main">
            <a:r>
              <a:t>⑤는 정상적인 Voice 종료와 Text 전환이다. 기존 Task의 검증된 상태를 확인하는 예이며 재시작 또는 장애 복구 성공의 증거는 아니다.</a:t>
            </a:r>
          </a:p>
          <a:p xmlns:a="http://schemas.openxmlformats.org/drawingml/2006/main">
            <a:r>
              <a:t/>
            </a:r>
          </a:p>
          <a:p xmlns:a="http://schemas.openxmlformats.org/drawingml/2006/main">
            <a: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p>
          <a:p xmlns:a="http://schemas.openxmlformats.org/drawingml/2006/main">
            <a:r>
              <a:t/>
            </a:r>
          </a:p>
          <a:p xmlns:a="http://schemas.openxmlformats.org/drawingml/2006/main">
            <a:r>
              <a:t>그림: docs/presentations_files/requirements-assets/의 기존 FR2, FR3, FR6, FR4, FR1 일러스트를 순서대로 재사용했다. 그림은 장면을 설명하는 독립 이미지 개체이고, 제목·발화·설명 및 업무 상태 표는 PowerPoint에서 편집할 수 있다.</a:t>
            </a:r>
          </a:p>
          <a:p xmlns:a="http://schemas.openxmlformats.org/drawingml/2006/main">
            <a:r>
              <a:t/>
            </a:r>
          </a:p>
          <a:p xmlns:a="http://schemas.openxmlformats.org/drawingml/2006/main">
            <a: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p>
          <a:p xmlns:a="http://schemas.openxmlformats.org/drawingml/2006/main">
            <a:r>
              <a:t/>
            </a:r>
          </a:p>
          <a:p xmlns:a="http://schemas.openxmlformats.org/drawingml/2006/main">
            <a: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p>
          <a:p xmlns:a="http://schemas.openxmlformats.org/drawingml/2006/main">
            <a:r>
              <a:t/>
            </a:r>
          </a:p>
          <a:p xmlns:a="http://schemas.openxmlformats.org/drawingml/2006/main">
            <a:r>
              <a:t>모델 배치는 로컬 VIA 및 로컬 VAD, 별도 클라우드 음성 모델과 의미 LLM이다. 모델 서비스의 임시 session과 VIA의 영속 Request/Task/실제 전달 원장을 구별한다. 모델 선정이나 제품 구현 완료를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 기능 요구사항 및 제약사항</a:t>
            </a:r>
          </a:p>
          <a:p xmlns:a="http://schemas.openxmlformats.org/drawingml/2006/main">
            <a:r>
              <a:t>원문: docs/presentations_files/functional-requirements-and-constraints.md</a:t>
            </a:r>
          </a:p>
          <a:p xmlns:a="http://schemas.openxmlformats.org/drawingml/2006/main">
            <a: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p>
          <a:p xmlns:a="http://schemas.openxmlformats.org/drawingml/2006/main">
            <a:r>
              <a:t/>
            </a:r>
          </a:p>
          <a:p xmlns:a="http://schemas.openxmlformats.org/drawingml/2006/main">
            <a:r>
              <a:t>FR1 지속 대화 처리</a:t>
            </a:r>
          </a:p>
          <a:p xmlns:a="http://schemas.openxmlformats.org/drawingml/2006/main">
            <a:r>
              <a:t>VIA가 요청을 처리하거나 응답하는 동안에도 사용자의 음성 또는 텍스트 입력을 받아 대화를 이어갈 수 있어야 한다.</a:t>
            </a:r>
          </a:p>
          <a:p xmlns:a="http://schemas.openxmlformats.org/drawingml/2006/main">
            <a:r>
              <a:t>관련 DP: 04-44</a:t>
            </a:r>
          </a:p>
          <a:p xmlns:a="http://schemas.openxmlformats.org/drawingml/2006/main">
            <a:r>
              <a:t/>
            </a:r>
          </a:p>
          <a:p xmlns:a="http://schemas.openxmlformats.org/drawingml/2006/main">
            <a:r>
              <a:t>FR2 맥락 기반 요청 해석</a:t>
            </a:r>
          </a:p>
          <a:p xmlns:a="http://schemas.openxmlformats.org/drawingml/2006/main">
            <a:r>
              <a:t>화면, 자료와 대화 맥락을 이용해 사용자 입력을 목표, 대상, 조건과 관련 업무가 식별된 요청으로 해석할 수 있어야 한다.</a:t>
            </a:r>
          </a:p>
          <a:p xmlns:a="http://schemas.openxmlformats.org/drawingml/2006/main">
            <a:r>
              <a:t>관련 DP: 04-41</a:t>
            </a:r>
          </a:p>
          <a:p xmlns:a="http://schemas.openxmlformats.org/drawingml/2006/main">
            <a:r>
              <a:t/>
            </a:r>
          </a:p>
          <a:p xmlns:a="http://schemas.openxmlformats.org/drawingml/2006/main">
            <a:r>
              <a:t>FR3 복합 요청 처리</a:t>
            </a:r>
          </a:p>
          <a:p xmlns:a="http://schemas.openxmlformats.org/drawingml/2006/main">
            <a:r>
              <a:t>한 입력에 포함된 여러 요청을 사용자가 명시한 순서, 조건과 결과 의존 관계에 따라 처리할 수 있어야 한다.</a:t>
            </a:r>
          </a:p>
          <a:p xmlns:a="http://schemas.openxmlformats.org/drawingml/2006/main">
            <a:r>
              <a:t>관련 DP: 04-41, 04-44</a:t>
            </a:r>
          </a:p>
          <a:p xmlns:a="http://schemas.openxmlformats.org/drawingml/2006/main">
            <a:r>
              <a:t/>
            </a:r>
          </a:p>
          <a:p xmlns:a="http://schemas.openxmlformats.org/drawingml/2006/main">
            <a:r>
              <a:t>FR4 다중 업무 상호작용</a:t>
            </a:r>
          </a:p>
          <a:p xmlns:a="http://schemas.openxmlformats.org/drawingml/2006/main">
            <a:r>
              <a:t>여러 업무의 질문, 진행 상황, 결과와 사용자 후속 지시를 각각 해당 업무에 연결할 수 있어야 한다.</a:t>
            </a:r>
          </a:p>
          <a:p xmlns:a="http://schemas.openxmlformats.org/drawingml/2006/main">
            <a:r>
              <a:t>관련 DP: 04-42, 04-44</a:t>
            </a:r>
          </a:p>
          <a:p xmlns:a="http://schemas.openxmlformats.org/drawingml/2006/main">
            <a:r>
              <a:t/>
            </a:r>
          </a:p>
          <a:p xmlns:a="http://schemas.openxmlformats.org/drawingml/2006/main">
            <a:r>
              <a:t>FR5 업무 연속성 유지</a:t>
            </a:r>
          </a:p>
          <a:p xmlns:a="http://schemas.openxmlformats.org/drawingml/2006/main">
            <a:r>
              <a:t>음성 연결 종료, 대화 전환 또는 VIA 재시작 이후에도 기존 업무를 중복 실행 없이 확인 가능한 상태로 이어갈 수 있어야 한다.</a:t>
            </a:r>
          </a:p>
          <a:p xmlns:a="http://schemas.openxmlformats.org/drawingml/2006/main">
            <a:r>
              <a:t>관련 DP: 04-42</a:t>
            </a:r>
          </a:p>
          <a:p xmlns:a="http://schemas.openxmlformats.org/drawingml/2006/main">
            <a:r>
              <a:t/>
            </a:r>
          </a:p>
          <a:p xmlns:a="http://schemas.openxmlformats.org/drawingml/2006/main">
            <a:r>
              <a:t>FR6 과거 맥락 활용</a:t>
            </a:r>
          </a:p>
          <a:p xmlns:a="http://schemas.openxmlformats.org/drawingml/2006/main">
            <a:r>
              <a:t>이전 대화의 정정 내용, 업무 결과와 허용된 사용자 기억을 현재 요청에 필요한 맥락으로 활용할 수 있어야 한다.</a:t>
            </a:r>
          </a:p>
          <a:p xmlns:a="http://schemas.openxmlformats.org/drawingml/2006/main">
            <a:r>
              <a:t>관련 DP: 04-45</a:t>
            </a:r>
          </a:p>
          <a:p xmlns:a="http://schemas.openxmlformats.org/drawingml/2006/main">
            <a:r>
              <a:t/>
            </a:r>
          </a:p>
          <a:p xmlns:a="http://schemas.openxmlformats.org/drawingml/2006/main">
            <a:r>
              <a:t>C1 음성과 의미 모델 분리</a:t>
            </a:r>
          </a:p>
          <a:p xmlns:a="http://schemas.openxmlformats.org/drawingml/2006/main">
            <a:r>
              <a:t>VIA와 VAD는 사용자 PC에서 실행하고, 음성과 의미 해석은 별도 클라우드 모델을 Model Access를 통해 사용해야 한다.</a:t>
            </a:r>
          </a:p>
          <a:p xmlns:a="http://schemas.openxmlformats.org/drawingml/2006/main">
            <a:r>
              <a:t>관련 DP: 04-41, 04-44, 04-45</a:t>
            </a:r>
          </a:p>
          <a:p xmlns:a="http://schemas.openxmlformats.org/drawingml/2006/main">
            <a:r>
              <a:t/>
            </a:r>
          </a:p>
          <a:p xmlns:a="http://schemas.openxmlformats.org/drawingml/2006/main">
            <a:r>
              <a:t>C2 업무 실행 위임</a:t>
            </a:r>
          </a:p>
          <a:p xmlns:a="http://schemas.openxmlformats.org/drawingml/2006/main">
            <a:r>
              <a:t>실제 업무 수행에 필요한 도메인 추론, 계획, 도구 선택과 실행은 Downstream Agent에 위임해야 한다.</a:t>
            </a:r>
          </a:p>
          <a:p xmlns:a="http://schemas.openxmlformats.org/drawingml/2006/main">
            <a:r>
              <a:t>관련 DP: 04-41, 04-42, 04-44</a:t>
            </a:r>
          </a:p>
          <a:p xmlns:a="http://schemas.openxmlformats.org/drawingml/2006/main">
            <a:r>
              <a:t/>
            </a:r>
          </a:p>
          <a:p xmlns:a="http://schemas.openxmlformats.org/drawingml/2006/main">
            <a:r>
              <a:t>관련 설계 문서</a:t>
            </a:r>
          </a:p>
          <a:p xmlns:a="http://schemas.openxmlformats.org/drawingml/2006/main">
            <a:r>
              <a:t/>
            </a:r>
          </a:p>
          <a:p xmlns:a="http://schemas.openxmlformats.org/drawingml/2006/main">
            <a:r>
              <a:t>- [04-41 요청 의미 해결](../architecture/12-decisions/decision-packages/04-41-request-resolution-control.md)</a:t>
            </a:r>
          </a:p>
          <a:p xmlns:a="http://schemas.openxmlformats.org/drawingml/2006/main">
            <a:r>
              <a:t>- [04-42 대화와 업무의 수명](../architecture/12-decisions/decision-packages/04-42-lifecycle-ownership.md)</a:t>
            </a:r>
          </a:p>
          <a:p xmlns:a="http://schemas.openxmlformats.org/drawingml/2006/main">
            <a:r>
              <a:t>- [04-44 지속 대화 실행](../architecture/12-decisions/decision-packages/04-44-continuous-interaction.md)</a:t>
            </a:r>
          </a:p>
          <a:p xmlns:a="http://schemas.openxmlformats.org/drawingml/2006/main">
            <a:r>
              <a:t>- [04-45 기억과 Context](../architecture/12-decisions/decision-packages/04-45-memory-and-context.md)</a:t>
            </a:r>
          </a:p>
          <a:p xmlns:a="http://schemas.openxmlformats.org/drawingml/2006/main">
            <a:r>
              <a:t/>
            </a:r>
          </a:p>
          <a:p xmlns:a="http://schemas.openxmlformats.org/drawingml/2006/main">
            <a:r>
              <a:t>디자인 참고: 사용자 제공 조제현_09_기능요구사항및제약사항.png의 기능 요구사항 상단 표와 제약사항 하단 표. 관련 DP 열을 추가하여 한 장에 배치했다.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ASR-QA-01 요청 처리 정확성</a:t>
            </a:r>
          </a:p>
          <a:p xmlns:a="http://schemas.openxmlformats.org/drawingml/2006/main">
            <a:r>
              <a:t>정의: 사용자의 의도와 확인된 사실에 맞게 요청을 처리하는 능력</a:t>
            </a:r>
          </a:p>
          <a:p xmlns:a="http://schemas.openxmlformats.org/drawingml/2006/main">
            <a:r>
              <a:t>측정 지표: 필수 정답 조건 충족률(%) = P21의 21개 × 5회 × C1~C6, 630조건</a:t>
            </a:r>
          </a:p>
          <a:p xmlns:a="http://schemas.openxmlformats.org/drawingml/2006/main">
            <a:r>
              <a:t>목표: 98% 이상, 정답 618/630 이상</a:t>
            </a:r>
          </a:p>
          <a:p xmlns:a="http://schemas.openxmlformats.org/drawingml/2006/main">
            <a:r>
              <a:t>목표 근거: 조건 오류 50개당 1개 이내. 전체 시나리오/상황군/조건 유형 ≥95%, 필수 위반 0건. 재사용·동시 부하·최종 tail도 채점 (§3)</a:t>
            </a:r>
          </a:p>
          <a:p xmlns:a="http://schemas.openxmlformats.org/drawingml/2006/main">
            <a:r>
              <a:t>보호 조건: 전체/S/C ≥95%, 필수 위반 0건</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§3</a:t>
            </a:r>
          </a:p>
          <a:p xmlns:a="http://schemas.openxmlformats.org/drawingml/2006/main">
            <a:r>
              <a:t>정확성</a:t>
            </a:r>
          </a:p>
          <a:p xmlns:a="http://schemas.openxmlformats.org/drawingml/2006/main">
            <a:r>
              <a:t/>
            </a:r>
          </a:p>
          <a:p xmlns:a="http://schemas.openxmlformats.org/drawingml/2006/main">
            <a:r>
              <a:t>### 3.1 정의와 평가 범위</a:t>
            </a:r>
          </a:p>
          <a:p xmlns:a="http://schemas.openxmlformats.org/drawingml/2006/main">
            <a:r>
              <a:t/>
            </a:r>
          </a:p>
          <a:p xmlns:a="http://schemas.openxmlformats.org/drawingml/2006/main">
            <a: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p>
          <a:p xmlns:a="http://schemas.openxmlformats.org/drawingml/2006/main">
            <a:r>
              <a:t/>
            </a:r>
          </a:p>
          <a:p xmlns:a="http://schemas.openxmlformats.org/drawingml/2006/main">
            <a:r>
              <a:t>### 3.2 사례 선정과 QA 대응표</a:t>
            </a:r>
          </a:p>
          <a:p xmlns:a="http://schemas.openxmlformats.org/drawingml/2006/main">
            <a:r>
              <a:t/>
            </a:r>
          </a:p>
          <a:p xmlns:a="http://schemas.openxmlformats.org/drawingml/2006/main">
            <a:r>
              <a:t>#### 3.2.1 선정 근거, 중복과 누락 검토</a:t>
            </a:r>
          </a:p>
          <a:p xmlns:a="http://schemas.openxmlformats.org/drawingml/2006/main">
            <a:r>
              <a:t/>
            </a:r>
          </a:p>
          <a:p xmlns:a="http://schemas.openxmlformats.org/drawingml/2006/main">
            <a: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p>
          <a:p xmlns:a="http://schemas.openxmlformats.org/drawingml/2006/main">
            <a:r>
              <a:t/>
            </a:r>
          </a:p>
          <a:p xmlns:a="http://schemas.openxmlformats.org/drawingml/2006/main">
            <a:r>
              <a:t>| 상황군 | 사례 수 | 해당 수의 근거 / 기존 검토 |</a:t>
            </a:r>
          </a:p>
          <a:p xmlns:a="http://schemas.openxmlformats.org/drawingml/2006/main">
            <a:r>
              <a:t>| --- | --- | --- |</a:t>
            </a:r>
          </a:p>
          <a:p xmlns:a="http://schemas.openxmlformats.org/drawingml/2006/main">
            <a:r>
              <a:t>| S1 명시적 기본 요청 | 2 | 직접/위임 기준 경로. 신규 선호 등록 S1-03은 네 DP의 중요한 인과를 추가하지 않아 대표 묶음에서 제외하고 M06 기능 회귀에 보존 |</a:t>
            </a:r>
          </a:p>
          <a:p xmlns:a="http://schemas.openxmlformats.org/drawingml/2006/main">
            <a:r>
              <a:t>| S2 지칭/근거 연결 | 5 | 현재 복수 지칭, 교차원본/예외, 과거version, 유효 재사용, 새 원본 첫 사용은 서로 다른 조회/생산/검증 비용. 41/45 민감 |</a:t>
            </a:r>
          </a:p>
          <a:p xmlns:a="http://schemas.openxmlformats.org/drawingml/2006/main">
            <a:r>
              <a:t>| S3 복합 관계 | 3 | 독립/결과 의존/조건 변경은 실행 의존성이 서로 달라 병합하지 않음 |</a:t>
            </a:r>
          </a:p>
          <a:p xmlns:a="http://schemas.openxmlformats.org/drawingml/2006/main">
            <a:r>
              <a:t>| S4 정정/제어 | 3 | 부분 정정, local stop, 특정 취소의 효과/종료가 서로 달라 유지 |</a:t>
            </a:r>
          </a:p>
          <a:p xmlns:a="http://schemas.openxmlformats.org/drawingml/2006/main">
            <a:r>
              <a:t>| S5 Agent 사건 | 4 | 질문 철회, 결과 역전/중복, Voice 재연결, 입력과4사건 집중 도착은 서로 다른 상태/queue/window 조건 |</a:t>
            </a:r>
          </a:p>
          <a:p xmlns:a="http://schemas.openxmlformats.org/drawingml/2006/main">
            <a:r>
              <a:t>| S6 확인/판단 유보 | 4 | 모호한 요청, 철회/미제시 답변, 접근 거부, 정상 유효 답변을 분리. 특히42의 정상 접수 비용 대 경합을 구별 |</a:t>
            </a:r>
          </a:p>
          <a:p xmlns:a="http://schemas.openxmlformats.org/drawingml/2006/main">
            <a:r>
              <a:t>| 합계 | **21** | 균등 배치나 제품 빈도 가중이 아니라 메커니즘/오류 경로의 포괄로 선택 |</a:t>
            </a:r>
          </a:p>
          <a:p xmlns:a="http://schemas.openxmlformats.org/drawingml/2006/main">
            <a:r>
              <a:t/>
            </a:r>
          </a:p>
          <a:p xmlns:a="http://schemas.openxmlformats.org/drawingml/2006/main">
            <a: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p>
          <a:p xmlns:a="http://schemas.openxmlformats.org/drawingml/2006/main">
            <a:r>
              <a:t/>
            </a:r>
          </a:p>
          <a:p xmlns:a="http://schemas.openxmlformats.org/drawingml/2006/main">
            <a: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p>
          <a:p xmlns:a="http://schemas.openxmlformats.org/drawingml/2006/main">
            <a:r>
              <a:t/>
            </a:r>
          </a:p>
          <a:p xmlns:a="http://schemas.openxmlformats.org/drawingml/2006/main">
            <a:r>
              <a:t>| 사례 | 주제 | 선정 근거 / DP 경로 | QA-02 시작 → 유효 반응 | QA-03 완료 / 제외 이유 |</a:t>
            </a:r>
          </a:p>
          <a:p xmlns:a="http://schemas.openxmlformats.org/drawingml/2006/main">
            <a:r>
              <a:t>| --- | --- | --- | --- | --- |</a:t>
            </a:r>
          </a:p>
          <a:p xmlns:a="http://schemas.openxmlformats.org/drawingml/2006/main">
            <a:r>
              <a:t>| S1-01 | 제한된 정보 조회 | 단순 직접/위임의 공통 기준 경로; DP-41/42/44; CONTROL | 발화 종료 → D1의 정확한 날짜 답변 전달 | D1 마감일 최종 전달 |</a:t>
            </a:r>
          </a:p>
          <a:p xmlns:a="http://schemas.openxmlformats.org/drawingml/2006/main">
            <a:r>
              <a:t>| S1-02 | 새 보고서 업무 위임 | 신규 업무 인계와 정상 접수의 기준 경로; DP-41/42/44; CONTROL | 발화 종료 → 해당 보고서의 실제 접수/진행 안내 | ReportQ3@v1 최종 결과 전달 |</a:t>
            </a:r>
          </a:p>
          <a:p xmlns:a="http://schemas.openxmlformats.org/drawingml/2006/main">
            <a:r>
              <a:t>| S2-01 | 발화 중 두 표 지칭 | 동일 발화의 복수 지칭을 실제 근거에 결합; DP-41; SENSITIVE | 발화 종료 → 발화 당시 두 표의 올바른 비교/위임 안내 | 지정 두 표 비교 결과 전달 |</a:t>
            </a:r>
          </a:p>
          <a:p xmlns:a="http://schemas.openxmlformats.org/drawingml/2006/main">
            <a:r>
              <a:t>| S2-02 | 과거 설명과 두 업무 결과 재사용 | 예외를 포함하는 세 과거 원본의 실제 연결; DP-41/45; SENSITIVE | 발화 종료 → 과거 근거/조건이 맞는 제안서 실제 접수 안내 | Proposal@v1 최종 전달 |</a:t>
            </a:r>
          </a:p>
          <a:p xmlns:a="http://schemas.openxmlformats.org/drawingml/2006/main">
            <a:r>
              <a:t>| S2-03 | 갱신된 원본의 과거 값 지정 | 원본 갱신 뒤 과거 revision의 보존/검증; DP-41/45; SENSITIVE | 발화 종료 → 과거 v1 값 지정이 맞는 실제 작성 접수 안내 | TablePast@v1 최종 전달 |</a:t>
            </a:r>
          </a:p>
          <a:p xmlns:a="http://schemas.openxmlformats.org/drawingml/2006/main">
            <a:r>
              <a:t>| S2-04 | 같은 과거 근거의 두 번째 사용 | 같은 원본 재사용의 cache/관계 hit와 전체 생산 비용; DP-45; SENSITIVE | 발화 종료 → 두 번째 새 제안서의 실제 접수 안내 | ProposalRepeat@v1 최종 전달 |</a:t>
            </a:r>
          </a:p>
          <a:p xmlns:a="http://schemas.openxmlformats.org/drawingml/2006/main">
            <a:r>
              <a:t>| S2-05 | 새로 도착한 과거 근거의 첫 사용 | 새 원본 첫 사용의 조합/미게시 backfill 대기; DP-41/45; SENSITIVE | 발화 종료 → 새 근거를 확보한 실제 제안서 접수 안내 | ProposalFresh@v1 최종 전달 |</a:t>
            </a:r>
          </a:p>
          <a:p xmlns:a="http://schemas.openxmlformats.org/drawingml/2006/main">
            <a:r>
              <a:t>| S3-01 | 독립된 두 조회 요청 | 독립 read의 병렬 진행을 양안에 허용하는 기준; DP-41/44; CONTROL | 발화 종료 → 독립 두 목표의 구분된 유효 답변/실제 접수 안내 | 독립 두 조회 결과 모두 전달 |</a:t>
            </a:r>
          </a:p>
          <a:p xmlns:a="http://schemas.openxmlformats.org/drawingml/2006/main">
            <a:r>
              <a:t>| S3-02 | 요약 산출물에 의존하는 메일 | 결과 의존/중복 반환의 전체 continuation; DP-41/44; SENSITIVE | 발화 종료 → 현재 요약/의존 메일의 유효 처리 사실 안내 | 현재 요약의 민수 메일 발송 확인 전달 |</a:t>
            </a:r>
          </a:p>
          <a:p xmlns:a="http://schemas.openxmlformats.org/drawingml/2006/main">
            <a:r>
              <a:t>| S3-03 | 일정 조건의 변경 재확인 | 해석 뒤 조건 변경의 재조회/재확정; DP-41/42/44; SENSITIVE | 발화 종료 → 최신 BUSY와 일정 생성 안 함의 안내 | 최신 BUSY/미생성 확인 전달 |</a:t>
            </a:r>
          </a:p>
          <a:p xmlns:a="http://schemas.openxmlformats.org/drawingml/2006/main">
            <a:r>
              <a:t>| S4-01 | 부분 정정과 늦은 후보 | 부분 정정과 옛 후보의 늦은 반환; DP-41/42/44; SENSITIVE | 발화 종료 → 보고서 변경 접수와 메일 보존 안내 | ReportRevised@v2 최종 전달 |</a:t>
            </a:r>
          </a:p>
          <a:p xmlns:a="http://schemas.openxmlformats.org/drawingml/2006/main">
            <a:r>
              <a:t>| S4-02 | 음성 중단 뒤 지정 수치 설명 | local stop와 새 설명의 분리, input 지속; DP-44; CONTROL | 새 발화 acoustic onset → 옛 음성의 마지막 재생 sample | 지정 수치의 새 설명 전달 |</a:t>
            </a:r>
          </a:p>
          <a:p xmlns:a="http://schemas.openxmlformats.org/drawingml/2006/main">
            <a:r>
              <a:t>| S4-03 | 특정 업무 취소와 접수 미확인 | hold/취소 접수/외부 미확인의 실제 순서; DP-42/44; SENSITIVE | 발화 종료 → 메일 취소 전달/미확인 상태의 정직한 안내 | 명세된 취소 접수/미확인 disposition 전달 |</a:t>
            </a:r>
          </a:p>
          <a:p xmlns:a="http://schemas.openxmlformats.org/drawingml/2006/main">
            <a: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p>
          <a:p xmlns:a="http://schemas.openxmlformats.org/drawingml/2006/main">
            <a: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p>
          <a:p xmlns:a="http://schemas.openxmlformats.org/drawingml/2006/main">
            <a: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p>
          <a:p xmlns:a="http://schemas.openxmlformats.org/drawingml/2006/main">
            <a: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p>
          <a:p xmlns:a="http://schemas.openxmlformats.org/drawingml/2006/main">
            <a:r>
              <a:t>| S6-01 | 모호한 과거 보고서 확인 | 모호한 대상의 확인과 후속 변경 전체 cycle; DP-41/45; SENSITIVE | 최초 발화 종료 → 보고서 대상/수정 내용 확인 질문 실제 제시 | ConfirmedRevision@v2 최종 전달 |</a:t>
            </a:r>
          </a:p>
          <a:p xmlns:a="http://schemas.openxmlformats.org/drawingml/2006/main">
            <a:r>
              <a:t>| S6-02 | 철회된 질문 답변과 승인 범위 | 미제시/철회 질문의 답변과 승인 scope 분리; DP-41/42/44; SENSITIVE | 최초 발화 종료 → 현재 정보 동의의 재확인 질문 실제 제시 | 허용된 연락처 제공/발송 미승인 확인 전달 |</a:t>
            </a:r>
          </a:p>
          <a:p xmlns:a="http://schemas.openxmlformats.org/drawingml/2006/main">
            <a:r>
              <a:t>| S6-03 | 필요한 자료의 접근 거부 | 허용 부족에서 조기 차단되는 공통 기준; DP-41/42/45; CONTROL | 발화 종료 → 접근 권한 부족/금액 확인 불가 안내 | 접근 거부와 확인 불가의 정당한 처리 전달 |</a:t>
            </a:r>
          </a:p>
          <a:p xmlns:a="http://schemas.openxmlformats.org/drawingml/2006/main">
            <a:r>
              <a:t>| S6-04 | 실제 제시된 유효 질문에 답변 | 유효 질문 답변의 정상 조회/확정/receipt 비용; DP-42; SENSITIVE | 발화 종료 → 상반기 답변의 실제 접수와 기간 안내 | 유효 기간 답변의 접수/확정 안내 |</a:t>
            </a:r>
          </a:p>
          <a:p xmlns:a="http://schemas.openxmlformats.org/drawingml/2006/main">
            <a:r>
              <a:t/>
            </a:r>
          </a:p>
          <a:p xmlns:a="http://schemas.openxmlformats.org/drawingml/2006/main">
            <a:r>
              <a:t/>
            </a:r>
          </a:p>
          <a:p xmlns:a="http://schemas.openxmlformats.org/drawingml/2006/main">
            <a:r>
              <a:t>#### 3.2.2 초기 상황, 입력, 사건과 정답</a:t>
            </a:r>
          </a:p>
          <a:p xmlns:a="http://schemas.openxmlformats.org/drawingml/2006/main">
            <a:r>
              <a:t/>
            </a:r>
          </a:p>
          <a:p xmlns:a="http://schemas.openxmlformats.org/drawingml/2006/main">
            <a: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p>
          <a:p xmlns:a="http://schemas.openxmlformats.org/drawingml/2006/main">
            <a:r>
              <a:t/>
            </a:r>
          </a:p>
          <a:p xmlns:a="http://schemas.openxmlformats.org/drawingml/2006/main">
            <a: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p>
          <a:p xmlns:a="http://schemas.openxmlformats.org/drawingml/2006/main">
            <a:r>
              <a:t/>
            </a:r>
          </a:p>
          <a:p xmlns:a="http://schemas.openxmlformats.org/drawingml/2006/main">
            <a: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p>
          <a:p xmlns:a="http://schemas.openxmlformats.org/drawingml/2006/main">
            <a:r>
              <a:t/>
            </a:r>
          </a:p>
          <a:p xmlns:a="http://schemas.openxmlformats.org/drawingml/2006/main">
            <a: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p>
          <a:p xmlns:a="http://schemas.openxmlformats.org/drawingml/2006/main">
            <a:r>
              <a:t/>
            </a:r>
          </a:p>
          <a:p xmlns:a="http://schemas.openxmlformats.org/drawingml/2006/main">
            <a:r>
              <a:t>&lt;a id="s1-01"&gt;&lt;/a&gt;</a:t>
            </a:r>
          </a:p>
          <a:p xmlns:a="http://schemas.openxmlformats.org/drawingml/2006/main">
            <a:r>
              <a:t>##### S1-01 제한된 정보 조회</a:t>
            </a:r>
          </a:p>
          <a:p xmlns:a="http://schemas.openxmlformats.org/drawingml/2006/main">
            <a:r>
              <a:t/>
            </a:r>
          </a:p>
          <a:p xmlns:a="http://schemas.openxmlformats.org/drawingml/2006/main">
            <a: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p>
          <a:p xmlns:a="http://schemas.openxmlformats.org/drawingml/2006/main">
            <a:r>
              <a:t/>
            </a:r>
          </a:p>
          <a:p xmlns:a="http://schemas.openxmlformats.org/drawingml/2006/main">
            <a:r>
              <a:t>**입력:** “D1에 적힌 마감일 알려줘.”</a:t>
            </a:r>
          </a:p>
          <a:p xmlns:a="http://schemas.openxmlformats.org/drawingml/2006/main">
            <a:r>
              <a:t/>
            </a:r>
          </a:p>
          <a:p xmlns:a="http://schemas.openxmlformats.org/drawingml/2006/main">
            <a: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목표=지정 문서의 마감일 조회. VIA Core 직접 응답 또는 Agent의 한정 조회 위임 중 하나를 허용한다. |</a:t>
            </a:r>
          </a:p>
          <a:p xmlns:a="http://schemas.openxmlformats.org/drawingml/2006/main">
            <a:r>
              <a:t>| C2 대상/근거 | D1@v1을 사용하며 마감일=2026-10-15. 담당자나 다른 날짜를 마감일로 선택하지 않는다. |</a:t>
            </a:r>
          </a:p>
          <a:p xmlns:a="http://schemas.openxmlformats.org/drawingml/2006/main">
            <a:r>
              <a:t>| C3 대화/업무 연결 | 직접 응답은 No Tracked Task, 위임은 이 조회의 New Task에 연결한다. T보호 연결/수정 없음. |</a:t>
            </a:r>
          </a:p>
          <a:p xmlns:a="http://schemas.openxmlformats.org/drawingml/2006/main">
            <a:r>
              <a:t>| C4 조건/변경 범위 | 조회 범위=D1의 마감일. 문서 수정/새 조사/일정 생성으로 확장하지 않는다. |</a:t>
            </a:r>
          </a:p>
          <a:p xmlns:a="http://schemas.openxmlformats.org/drawingml/2006/main">
            <a:r>
              <a:t>| C5 실제 효과/상태 | 직접 경로는 조회/응답만, 위임 경로는 동일 목표의 외부 접수/결과 반영만 발생한다. 외부 변경 효과=0. |</a:t>
            </a:r>
          </a:p>
          <a:p xmlns:a="http://schemas.openxmlformats.org/drawingml/2006/main">
            <a:r>
              <a:t>| C6 응답/실제 전달 | 필수 사실=“D1의 마감일은 10월 15일”. Text와 실제 재생에서 날짜가 일치한다. 조회 실패나 다른 날짜를 성공처럼 말하면 실패. |</a:t>
            </a:r>
          </a:p>
          <a:p xmlns:a="http://schemas.openxmlformats.org/drawingml/2006/main">
            <a:r>
              <a:t/>
            </a:r>
          </a:p>
          <a:p xmlns:a="http://schemas.openxmlformats.org/drawingml/2006/main">
            <a:r>
              <a:t>&lt;a id="s1-02"&gt;&lt;/a&gt;</a:t>
            </a:r>
          </a:p>
          <a:p xmlns:a="http://schemas.openxmlformats.org/drawingml/2006/main">
            <a:r>
              <a:t>##### S1-02 새 보고서 업무 위임</a:t>
            </a:r>
          </a:p>
          <a:p xmlns:a="http://schemas.openxmlformats.org/drawingml/2006/main">
            <a:r>
              <a:t/>
            </a:r>
          </a:p>
          <a:p xmlns:a="http://schemas.openxmlformats.org/drawingml/2006/main">
            <a:r>
              <a:t>**초기 상황:** 관련 기존 Task는 없다. 자료 Sales2026Q3@v1은 2026년 7월 100억원, 8월 120억원, 9월 80억원의 매출이다. 자료 제목은 “2026년 3분기 매출”. 문서 작성 Agent의 capability=보고서 작성이고 제공/작성이 허용된다.</a:t>
            </a:r>
          </a:p>
          <a:p xmlns:a="http://schemas.openxmlformats.org/drawingml/2006/main">
            <a:r>
              <a:t/>
            </a:r>
          </a:p>
          <a:p xmlns:a="http://schemas.openxmlformats.org/drawingml/2006/main">
            <a:r>
              <a:t>**입력:** “올해 3분기 매출 보고서를 표 형식으로 작성해줘.”</a:t>
            </a:r>
          </a:p>
          <a:p xmlns:a="http://schemas.openxmlformats.org/drawingml/2006/main">
            <a:r>
              <a:t/>
            </a:r>
          </a:p>
          <a:p xmlns:a="http://schemas.openxmlformats.org/drawingml/2006/main">
            <a:r>
              <a:t>**사건 순서:** E0: 발화 0~3초. E1: Agent가 실제 보고서 작성 요청을 접수하면 0.2초 뒤 접수 receipt만 반환한다. 이 episode에서는 완료 결과를 반환하지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목표=2026년 3분기 매출 보고서 작성, 처리=Agent 위임. 단순 매출 조회 답변으로 완료를 대신하지 않는다. |</a:t>
            </a:r>
          </a:p>
          <a:p xmlns:a="http://schemas.openxmlformats.org/drawingml/2006/main">
            <a:r>
              <a:t>| C2 대상/근거 | 자료=Sales2026Q3@v1, 월 범위=7~9월. 다른 연도/분기 자료 추가나 교체 없음. |</a:t>
            </a:r>
          </a:p>
          <a:p xmlns:a="http://schemas.openxmlformats.org/drawingml/2006/main">
            <a:r>
              <a:t>| C3 대화/업무 연결 | New Task에 이 보고서 요청/외부 실행을 연결한다. T보호와 별개이며 중복 보고서 실행 없음. |</a:t>
            </a:r>
          </a:p>
          <a:p xmlns:a="http://schemas.openxmlformats.org/drawingml/2006/main">
            <a:r>
              <a:t>| C4 조건/변경 범위 | 연도=2026, 분기=3, 형식=표가 실제 인계에 모두 남는다. Agent의 표 디자인/분석 품질은 채점하지 않는다. |</a:t>
            </a:r>
          </a:p>
          <a:p xmlns:a="http://schemas.openxmlformats.org/drawingml/2006/main">
            <a:r>
              <a:t>| C5 실제 효과/상태 | 보고서 작성의 고유 외부 효과=1회 접수. 상태=외부 접수됨/진행 예정 또는 진행 중이며 완료 아님. |</a:t>
            </a:r>
          </a:p>
          <a:p xmlns:a="http://schemas.openxmlformats.org/drawingml/2006/main">
            <a:r>
              <a:t>| C6 응답/실제 전달 | 필수 사실=“올해 3분기 매출 보고서를 표로 작성하도록 맡겼고 접수됐다”. 완료/보고서 생성 완료 주장 금지. |</a:t>
            </a:r>
          </a:p>
          <a:p xmlns:a="http://schemas.openxmlformats.org/drawingml/2006/main">
            <a:r>
              <a:t/>
            </a:r>
          </a:p>
          <a:p xmlns:a="http://schemas.openxmlformats.org/drawingml/2006/main">
            <a:r>
              <a:t>&lt;a id="s2-01"&gt;&lt;/a&gt;</a:t>
            </a:r>
          </a:p>
          <a:p xmlns:a="http://schemas.openxmlformats.org/drawingml/2006/main">
            <a:r>
              <a:t>##### S2-01 발화 중 두 표 지칭</a:t>
            </a:r>
          </a:p>
          <a:p xmlns:a="http://schemas.openxmlformats.org/drawingml/2006/main">
            <a:r>
              <a:t/>
            </a:r>
          </a:p>
          <a:p xmlns:a="http://schemas.openxmlformats.org/drawingml/2006/main">
            <a:r>
              <a:t>**초기 상황:** 화면 표 A@v1: 2026년 3분기 매출 300억원. 표 B@v1: 같은 기간 매출 240억원. 표 C@v1: 2026년 4분기 매출 900억원. 이 요청과 연결된 기존 Task는 없다. 세 표의 관측/조회는 허용된다.</a:t>
            </a:r>
          </a:p>
          <a:p xmlns:a="http://schemas.openxmlformats.org/drawingml/2006/main">
            <a:r>
              <a:t/>
            </a:r>
          </a:p>
          <a:p xmlns:a="http://schemas.openxmlformats.org/drawingml/2006/main">
            <a:r>
              <a:t>**입력:** “이 표와 저 표를 비교해줘.” 첫 “이 표” span=0.4~0.8초, “저 표” span=1.1~1.5초.</a:t>
            </a:r>
          </a:p>
          <a:p xmlns:a="http://schemas.openxmlformats.org/drawingml/2006/main">
            <a:r>
              <a:t/>
            </a:r>
          </a:p>
          <a:p xmlns:a="http://schemas.openxmlformats.org/drawingml/2006/main">
            <a: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목표=발화에서 지정한 두 표 비교. 현재 화면 C 설명으로 바꾸지 않는다. |</a:t>
            </a:r>
          </a:p>
          <a:p xmlns:a="http://schemas.openxmlformats.org/drawingml/2006/main">
            <a:r>
              <a:t>| C2 대상/근거 | 첫 지칭=A@v1/300억원, 둘째=B@v1/240억원. C나 대상 순서 교체 없음. |</a:t>
            </a:r>
          </a:p>
          <a:p xmlns:a="http://schemas.openxmlformats.org/drawingml/2006/main">
            <a:r>
              <a:t>| C3 대화/업무 연결 | 직접 응답은 No Tracked Task, 위임은 이 비교의 New Task. 기존 T보호 변경 없음. |</a:t>
            </a:r>
          </a:p>
          <a:p xmlns:a="http://schemas.openxmlformats.org/drawingml/2006/main">
            <a:r>
              <a:t>| C4 조건/변경 범위 | 비교의 기간=2026년 3분기, 대상 집합={A,B}, 역할=첫 A/둘째 B. 화면 이동을 대상 정정으로 해석하지 않는다. |</a:t>
            </a:r>
          </a:p>
          <a:p xmlns:a="http://schemas.openxmlformats.org/drawingml/2006/main">
            <a:r>
              <a:t>| C5 실제 효과/상태 | 올바른 A/B 비교 답변 또는 같은 근거를 보존한 위임/결과 반영. 화면 표/외부 자료 변경 효과=0. |</a:t>
            </a:r>
          </a:p>
          <a:p xmlns:a="http://schemas.openxmlformats.org/drawingml/2006/main">
            <a:r>
              <a:t>| C6 응답/실제 전달 | 필수 사실=A 300억원, B 240억원, A가 더 큼. 선택적으로 차이 60억원/25%를 말하면 정확해야 한다. C의 900을 비교값으로 말하면 실패. |</a:t>
            </a:r>
          </a:p>
          <a:p xmlns:a="http://schemas.openxmlformats.org/drawingml/2006/main">
            <a:r>
              <a:t/>
            </a:r>
          </a:p>
          <a:p xmlns:a="http://schemas.openxmlformats.org/drawingml/2006/main">
            <a:r>
              <a:t>&lt;a id="s2-02"&gt;&lt;/a&gt;</a:t>
            </a:r>
          </a:p>
          <a:p xmlns:a="http://schemas.openxmlformats.org/drawingml/2006/main">
            <a:r>
              <a:t>##### S2-02 과거 설명과 두 업무 결과 재사용</a:t>
            </a:r>
          </a:p>
          <a:p xmlns:a="http://schemas.openxmlformats.org/drawingml/2006/main">
            <a:r>
              <a:t/>
            </a:r>
          </a:p>
          <a:p xmlns:a="http://schemas.openxmlformats.org/drawingml/2006/main">
            <a: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p>
          <a:p xmlns:a="http://schemas.openxmlformats.org/drawingml/2006/main">
            <a:r>
              <a:t/>
            </a:r>
          </a:p>
          <a:p xmlns:a="http://schemas.openxmlformats.org/drawingml/2006/main">
            <a:r>
              <a:t>**입력:** “아까 들은 기준과 두 업무 결과로 새 제안서를 만들어줘.”</a:t>
            </a:r>
          </a:p>
          <a:p xmlns:a="http://schemas.openxmlformats.org/drawingml/2006/main">
            <a:r>
              <a:t/>
            </a:r>
          </a:p>
          <a:p xmlns:a="http://schemas.openxmlformats.org/drawingml/2006/main">
            <a: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제안서 작성의 Agent 위임. 과거 비교/견적 업무의 추가 수정으로 바꾸지 않는다. |</a:t>
            </a:r>
          </a:p>
          <a:p xmlns:a="http://schemas.openxmlformats.org/drawingml/2006/main">
            <a:r>
              <a:t>| C2 대상/근거 | 근거=실제로 들은 E1의 첫 두 문장, 현재 D2@v2와 D3@v1. D2@v1/미재생 문장을 들은 기준으로 사용하지 않는다. |</a:t>
            </a:r>
          </a:p>
          <a:p xmlns:a="http://schemas.openxmlformats.org/drawingml/2006/main">
            <a:r>
              <a:t>| C3 대화/업무 연결 | 새 제안서의 New Task/실행을 만들고 T비교/T견적은 완료 상태를 유지한다. 이전 실행에 제안서 수정 지시를 보내지 않는다. |</a:t>
            </a:r>
          </a:p>
          <a:p xmlns:a="http://schemas.openxmlformats.org/drawingml/2006/main">
            <a: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p>
          <a:p xmlns:a="http://schemas.openxmlformats.org/drawingml/2006/main">
            <a:r>
              <a:t>| C5 실제 효과/상태 | 위 참조/조건을 보존한 제안서 작성의 고유 접수=1회. 기존 두 업무의 새 실행/변경=0. 미완료 제안서를 완료로 전이하지 않는다. |</a:t>
            </a:r>
          </a:p>
          <a:p xmlns:a="http://schemas.openxmlformats.org/drawingml/2006/main">
            <a:r>
              <a:t>| C6 응답/실제 전달 | 필수 사실=“들은 기준과 제품 비교/견적 결과로 새 제안서를 맡겼고 가격은 평가에서 제외한다”. 현재는 접수 단계이며 보안을 들었다거나 이미 작성됐다는 주장 금지. |</a:t>
            </a:r>
          </a:p>
          <a:p xmlns:a="http://schemas.openxmlformats.org/drawingml/2006/main">
            <a:r>
              <a:t/>
            </a:r>
          </a:p>
          <a:p xmlns:a="http://schemas.openxmlformats.org/drawingml/2006/main">
            <a:r>
              <a:t>&lt;a id="s2-03"&gt;&lt;/a&gt;</a:t>
            </a:r>
          </a:p>
          <a:p xmlns:a="http://schemas.openxmlformats.org/drawingml/2006/main">
            <a:r>
              <a:t>##### S2-03 갱신된 원본의 과거 값 지정</a:t>
            </a:r>
          </a:p>
          <a:p xmlns:a="http://schemas.openxmlformats.org/drawingml/2006/main">
            <a:r>
              <a:t/>
            </a:r>
          </a:p>
          <a:p xmlns:a="http://schemas.openxmlformats.org/drawingml/2006/main">
            <a: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p>
          <a:p xmlns:a="http://schemas.openxmlformats.org/drawingml/2006/main">
            <a:r>
              <a:t/>
            </a:r>
          </a:p>
          <a:p xmlns:a="http://schemas.openxmlformats.org/drawingml/2006/main">
            <a:r>
              <a:t>**입력:** “그때 보여준 값으로 표를 만들어줘.”</a:t>
            </a:r>
          </a:p>
          <a:p xmlns:a="http://schemas.openxmlformats.org/drawingml/2006/main">
            <a:r>
              <a:t/>
            </a:r>
          </a:p>
          <a:p xmlns:a="http://schemas.openxmlformats.org/drawingml/2006/main">
            <a: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목표=과거 표시 값에 기반한 새 표 작성 위임. |</a:t>
            </a:r>
          </a:p>
          <a:p xmlns:a="http://schemas.openxmlformats.org/drawingml/2006/main">
            <a:r>
              <a:t>| C2 대상/근거 | P1→D1@v1→기준값 100의 연결이 실제 처리에 사용된다. 현재 v2/120으로 치환하면 실패. |</a:t>
            </a:r>
          </a:p>
          <a:p xmlns:a="http://schemas.openxmlformats.org/drawingml/2006/main">
            <a:r>
              <a:t>| C3 대화/업무 연결 | 새 표 작성은 New Task. T원본 완료 상태/결과는 변경하지 않는다. |</a:t>
            </a:r>
          </a:p>
          <a:p xmlns:a="http://schemas.openxmlformats.org/drawingml/2006/main">
            <a:r>
              <a:t>| C4 조건/변경 범위 | 입력 데이터/시점=과거 표시된 v1의 100, 산출물=표. 최신 값으로 갱신하라는 조건을 추가하지 않는다. |</a:t>
            </a:r>
          </a:p>
          <a:p xmlns:a="http://schemas.openxmlformats.org/drawingml/2006/main">
            <a:r>
              <a:t>| C5 실제 효과/상태 | 100과 과거 참조를 사용한 표 작성의 고유 접수=1회. v2를 쓰는 인계/이전 업무 수정=0. |</a:t>
            </a:r>
          </a:p>
          <a:p xmlns:a="http://schemas.openxmlformats.org/drawingml/2006/main">
            <a:r>
              <a:t>| C6 응답/실제 전달 | 필수 사실=“당시 보여준 100으로 표 작성을 맡겼다”. 120/최신 값 사용 또는 작성 완료 주장은 실패. |</a:t>
            </a:r>
          </a:p>
          <a:p xmlns:a="http://schemas.openxmlformats.org/drawingml/2006/main">
            <a:r>
              <a:t/>
            </a:r>
          </a:p>
          <a:p xmlns:a="http://schemas.openxmlformats.org/drawingml/2006/main">
            <a:r>
              <a:t>&lt;a id="s2-04"&gt;&lt;/a&gt;</a:t>
            </a:r>
          </a:p>
          <a:p xmlns:a="http://schemas.openxmlformats.org/drawingml/2006/main">
            <a:r>
              <a:t>##### S2-04 같은 과거 근거의 두 번째 사용</a:t>
            </a:r>
          </a:p>
          <a:p xmlns:a="http://schemas.openxmlformats.org/drawingml/2006/main">
            <a:r>
              <a:t/>
            </a:r>
          </a:p>
          <a:p xmlns:a="http://schemas.openxmlformats.org/drawingml/2006/main">
            <a: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p>
          <a:p xmlns:a="http://schemas.openxmlformats.org/drawingml/2006/main">
            <a:r>
              <a:t/>
            </a:r>
          </a:p>
          <a:p xmlns:a="http://schemas.openxmlformats.org/drawingml/2006/main">
            <a:r>
              <a:t>**입력:** “같은 평가 기준, 제품 비교와 견적으로 새 제안서 하나 더 만들어줘. 메일은 보내지 마.”</a:t>
            </a:r>
          </a:p>
          <a:p xmlns:a="http://schemas.openxmlformats.org/drawingml/2006/main">
            <a:r>
              <a:t/>
            </a:r>
          </a:p>
          <a:p xmlns:a="http://schemas.openxmlformats.org/drawingml/2006/main">
            <a: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목표=동일 근거로 별도의 새 제안서 작성, Agent 위임. 이전 제안서 수정이나 메일 발송으로 바꾸지 않는다. |</a:t>
            </a:r>
          </a:p>
          <a:p xmlns:a="http://schemas.openxmlformats.org/drawingml/2006/main">
            <a:r>
              <a:t>| C2 대상/근거 | E1의 실제 전달 범위와 D2@v2/D3@v1, 가격 제외를 사용. cache/관계 hit도 원본/권한 검사 필요. |</a:t>
            </a:r>
          </a:p>
          <a:p xmlns:a="http://schemas.openxmlformats.org/drawingml/2006/main">
            <a:r>
              <a:t>| C3 대화/업무 연결 | 두 번째 새 Task/Execution에 연결. 첫 제안서 Task와 무관 T보호 유지. 재사용을 중복 전송 재시도로 오인하지 않는다. |</a:t>
            </a:r>
          </a:p>
          <a:p xmlns:a="http://schemas.openxmlformats.org/drawingml/2006/main">
            <a:r>
              <a:t>| C4 조건/변경 범위 | 기준/비교/견적 역할과 가격 제외 보존. 메일 발송 금지. |</a:t>
            </a:r>
          </a:p>
          <a:p xmlns:a="http://schemas.openxmlformats.org/drawingml/2006/main">
            <a:r>
              <a:t>| C5 실제 효과/상태 | 별도 새 작성 접수 한 번, 결과=ProposalRepeat@v1. 첫 제안서 변경/메일 SEND=0. |</a:t>
            </a:r>
          </a:p>
          <a:p xmlns:a="http://schemas.openxmlformats.org/drawingml/2006/main">
            <a:r>
              <a:t>| C6 응답/실제 전달 | 처음에는 실제 새 작성 접수, 결과 뒤에는 두 번째 제안서의 올바른 참조를 Text/Voice로 전달. 최초 결과를 두 번째 결과로 재사용하지 않는다. |</a:t>
            </a:r>
          </a:p>
          <a:p xmlns:a="http://schemas.openxmlformats.org/drawingml/2006/main">
            <a:r>
              <a:t/>
            </a:r>
          </a:p>
          <a:p xmlns:a="http://schemas.openxmlformats.org/drawingml/2006/main">
            <a:r>
              <a:t>&lt;a id="s2-05"&gt;&lt;/a&gt;</a:t>
            </a:r>
          </a:p>
          <a:p xmlns:a="http://schemas.openxmlformats.org/drawingml/2006/main">
            <a:r>
              <a:t>##### S2-05 새로 도착한 과거 근거의 첫 사용</a:t>
            </a:r>
          </a:p>
          <a:p xmlns:a="http://schemas.openxmlformats.org/drawingml/2006/main">
            <a:r>
              <a:t/>
            </a:r>
          </a:p>
          <a:p xmlns:a="http://schemas.openxmlformats.org/drawingml/2006/main">
            <a: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p>
          <a:p xmlns:a="http://schemas.openxmlformats.org/drawingml/2006/main">
            <a:r>
              <a:t/>
            </a:r>
          </a:p>
          <a:p xmlns:a="http://schemas.openxmlformats.org/drawingml/2006/main">
            <a:r>
              <a:t>**입력:** “전에 들은 기준과 방금 도착한 제품 비교, 견적으로 제안서 만들어줘. 가격은 평가하지 마.”</a:t>
            </a:r>
          </a:p>
          <a:p xmlns:a="http://schemas.openxmlformats.org/drawingml/2006/main">
            <a:r>
              <a:t/>
            </a:r>
          </a:p>
          <a:p xmlns:a="http://schemas.openxmlformats.org/drawingml/2006/main">
            <a: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근거 기반 제안서 작성 위임. 아직 준비되지 않은 자료를 이미 준비됐다고 취급하지 않는다. |</a:t>
            </a:r>
          </a:p>
          <a:p xmlns:a="http://schemas.openxmlformats.org/drawingml/2006/main">
            <a:r>
              <a:t>| C2 대상/근거 | E새의 납기 2주/가격 제외와 두 새 원본 v1. 기존 S2-02 관계로 치환하지 않는다. |</a:t>
            </a:r>
          </a:p>
          <a:p xmlns:a="http://schemas.openxmlformats.org/drawingml/2006/main">
            <a:r>
              <a:t>| C3 대화/업무 연결 | 이번 새 제안서 Task/Execution, 이전 제안서와 T보호에 변경 없음. |</a:t>
            </a:r>
          </a:p>
          <a:p xmlns:a="http://schemas.openxmlformats.org/drawingml/2006/main">
            <a:r>
              <a:t>| C4 조건/변경 범위 | 납기 기준/가격 제외와 비교·견적의 역할 보존. 견적 금액의 존재와 가격 평가 제외를 구별. |</a:t>
            </a:r>
          </a:p>
          <a:p xmlns:a="http://schemas.openxmlformats.org/drawingml/2006/main">
            <a: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p>
          <a:p xmlns:a="http://schemas.openxmlformats.org/drawingml/2006/main">
            <a:r>
              <a:t>| C6 응답/실제 전달 | 실제 근거/접수와 최종 결과를 전달. backfill/지원 한계로 완료 못하면 해당 조건 실패와 시간 누락을 남긴다. |</a:t>
            </a:r>
          </a:p>
          <a:p xmlns:a="http://schemas.openxmlformats.org/drawingml/2006/main">
            <a:r>
              <a:t/>
            </a:r>
          </a:p>
          <a:p xmlns:a="http://schemas.openxmlformats.org/drawingml/2006/main">
            <a:r>
              <a:t>&lt;a id="s3-01"&gt;&lt;/a&gt;</a:t>
            </a:r>
          </a:p>
          <a:p xmlns:a="http://schemas.openxmlformats.org/drawingml/2006/main">
            <a:r>
              <a:t>##### S3-01 독립된 두 조회 요청</a:t>
            </a:r>
          </a:p>
          <a:p xmlns:a="http://schemas.openxmlformats.org/drawingml/2006/main">
            <a:r>
              <a:t/>
            </a:r>
          </a:p>
          <a:p xmlns:a="http://schemas.openxmlformats.org/drawingml/2006/main">
            <a:r>
              <a:t>**초기 상황:** D1@v1은 “하늘 프로젝트의 마감일은 2026년 10월 15일이고 담당자는 민수입니다.”다. 2026-10-13 일정 Cal13@v1에는 09:00~09:30 팀 회의만 있다. 문서/일정 조회와 제공은 허용되며 두 목표와 연결된 Task는 없다.</a:t>
            </a:r>
          </a:p>
          <a:p xmlns:a="http://schemas.openxmlformats.org/drawingml/2006/main">
            <a:r>
              <a:t/>
            </a:r>
          </a:p>
          <a:p xmlns:a="http://schemas.openxmlformats.org/drawingml/2006/main">
            <a:r>
              <a:t>**입력:** “D1 요약해주고, 내일 일정도 알려줘.”</a:t>
            </a:r>
          </a:p>
          <a:p xmlns:a="http://schemas.openxmlformats.org/drawingml/2006/main">
            <a:r>
              <a:t/>
            </a:r>
          </a:p>
          <a:p xmlns:a="http://schemas.openxmlformats.org/drawingml/2006/main">
            <a: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 두 개=D1의 한정 요약과 10월 13일 일정 조회. 각각 Core 직접 처리/Agent 위임을 허용하며 둘 중 하나를 누락하면 실패. |</a:t>
            </a:r>
          </a:p>
          <a:p xmlns:a="http://schemas.openxmlformats.org/drawingml/2006/main">
            <a:r>
              <a:t>| C2 대상/근거 | D1@v1의 마감일/담당자와 Cal13@v1의 팀 회의. 다른 날짜/문서/일정 추가 없음. |</a:t>
            </a:r>
          </a:p>
          <a:p xmlns:a="http://schemas.openxmlformats.org/drawingml/2006/main">
            <a:r>
              <a:t>| C3 대화/업무 연결 | 각 직접 목표는 No Tracked Task, 각 위임 목표는 해당 New Task에 연결. 두 독립 목표를 한 업무의 동일 목표로 혼동하거나 T보호에 연결하지 않는다. |</a:t>
            </a:r>
          </a:p>
          <a:p xmlns:a="http://schemas.openxmlformats.org/drawingml/2006/main">
            <a:r>
              <a:t>| C4 조건/변경 범위 | 두 목표 관계=독립. 요약 결과를 일정 조회 입력으로 쓰거나 한 목표의 완료를 다른 목표의 필수 실행 조건으로 추가하지 않는다. |</a:t>
            </a:r>
          </a:p>
          <a:p xmlns:a="http://schemas.openxmlformats.org/drawingml/2006/main">
            <a:r>
              <a:t>| C5 실제 효과/상태 | 두 목표의 실제 결과가 모두 처리된다. Core/Agent 조합과 단순 실행 순서는 허용하되 실제 adopted 관계에 잘못된 의존성을 넣지 않는다. 외부 변경 효과=0. |</a:t>
            </a:r>
          </a:p>
          <a:p xmlns:a="http://schemas.openxmlformats.org/drawingml/2006/main">
            <a:r>
              <a:t>| C6 응답/실제 전달 | 필수 사실=D1 요약의 10월 15일/민수와 내일 09:00 팀 회의. 두 결과의 대상을 구별하며 두 목표 모두 실제 전달한다. |</a:t>
            </a:r>
          </a:p>
          <a:p xmlns:a="http://schemas.openxmlformats.org/drawingml/2006/main">
            <a:r>
              <a:t/>
            </a:r>
          </a:p>
          <a:p xmlns:a="http://schemas.openxmlformats.org/drawingml/2006/main">
            <a:r>
              <a:t>&lt;a id="s3-02"&gt;&lt;/a&gt;</a:t>
            </a:r>
          </a:p>
          <a:p xmlns:a="http://schemas.openxmlformats.org/drawingml/2006/main">
            <a:r>
              <a:t>##### S3-02 요약 산출물에 의존하는 메일</a:t>
            </a:r>
          </a:p>
          <a:p xmlns:a="http://schemas.openxmlformats.org/drawingml/2006/main">
            <a:r>
              <a:t/>
            </a:r>
          </a:p>
          <a:p xmlns:a="http://schemas.openxmlformats.org/drawingml/2006/main">
            <a: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p>
          <a:p xmlns:a="http://schemas.openxmlformats.org/drawingml/2006/main">
            <a:r>
              <a:t/>
            </a:r>
          </a:p>
          <a:p xmlns:a="http://schemas.openxmlformats.org/drawingml/2006/main">
            <a:r>
              <a:t>**입력:** “D1을 요약한 다음, 그 요약을 민수에게 메일로 보내줘.”</a:t>
            </a:r>
          </a:p>
          <a:p xmlns:a="http://schemas.openxmlformats.org/drawingml/2006/main">
            <a:r>
              <a:t/>
            </a:r>
          </a:p>
          <a:p xmlns:a="http://schemas.openxmlformats.org/drawingml/2006/main">
            <a: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D1 요약과 그 요약의 민수 메일 전송. 요약만 답하거나 원문 메일로 바꾸면 실패. |</a:t>
            </a:r>
          </a:p>
          <a:p xmlns:a="http://schemas.openxmlformats.org/drawingml/2006/main">
            <a:r>
              <a:t>| C2 대상/근거 | D1@v1, 민수 주소, 현재 요청의 실제 요약 산출물 K현재@v1. R옛/K옛@v0 또는 다른 요약 사용 금지. |</a:t>
            </a:r>
          </a:p>
          <a:p xmlns:a="http://schemas.openxmlformats.org/drawingml/2006/main">
            <a:r>
              <a:t>| C3 대화/업무 연결 | 현재 복합 업무/해당 하위 목표에 요약과 메일을 연결한다. 하나의 복합 Task 또는 연결된 Task 구성은 허용하되 R옛/T보호에 연결하지 않는다. |</a:t>
            </a:r>
          </a:p>
          <a:p xmlns:a="http://schemas.openxmlformats.org/drawingml/2006/main">
            <a: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p>
          <a:p xmlns:a="http://schemas.openxmlformats.org/drawingml/2006/main">
            <a:r>
              <a:t>| C5 실제 효과/상태 | 실제 SEND 효과는 K현재 준비 이후이며 실제 payload는 K현재 의미/참조이다. 고유 SEND 접수=1회. 중복 요약 event로 이중 전송하지 않는다. Agent의 메일 작성 품질은 제외한다. |</a:t>
            </a:r>
          </a:p>
          <a:p xmlns:a="http://schemas.openxmlformats.org/drawingml/2006/main">
            <a:r>
              <a:t>| C6 응답/실제 전달 | 필수 사실=“D1의 요약을 민수에게 보내는 요청이 접수됐다”. 요약 완료/메일 접수 단계만 확인된 대로 말한다. 원문/옛 요약 전송 또는 발송 완료 주장 금지. |</a:t>
            </a:r>
          </a:p>
          <a:p xmlns:a="http://schemas.openxmlformats.org/drawingml/2006/main">
            <a:r>
              <a:t/>
            </a:r>
          </a:p>
          <a:p xmlns:a="http://schemas.openxmlformats.org/drawingml/2006/main">
            <a:r>
              <a:t>&lt;a id="s3-03"&gt;&lt;/a&gt;</a:t>
            </a:r>
          </a:p>
          <a:p xmlns:a="http://schemas.openxmlformats.org/drawingml/2006/main">
            <a:r>
              <a:t>##### S3-03 일정 조건의 변경 재확인</a:t>
            </a:r>
          </a:p>
          <a:p xmlns:a="http://schemas.openxmlformats.org/drawingml/2006/main">
            <a:r>
              <a:t/>
            </a:r>
          </a:p>
          <a:p xmlns:a="http://schemas.openxmlformats.org/drawingml/2006/main">
            <a:r>
              <a:t>**초기 상황:** 금요일=2026-10-16, 요청 시간=15:00~16:00. 공통의 이전 조회 기록 Cal16@v1은 해당 구간 FREE다. 가능한 대체 시간은 16:00~17:00이다. 생성/조회 권한은 허용되며 관련 Task는 없다.</a:t>
            </a:r>
          </a:p>
          <a:p xmlns:a="http://schemas.openxmlformats.org/drawingml/2006/main">
            <a:r>
              <a:t/>
            </a:r>
          </a:p>
          <a:p xmlns:a="http://schemas.openxmlformats.org/drawingml/2006/main">
            <a:r>
              <a:t>**입력:** “금요일 3시가 비어 있으면 회의 잡고, 아니면 가능한 시간만 알려줘.”</a:t>
            </a:r>
          </a:p>
          <a:p xmlns:a="http://schemas.openxmlformats.org/drawingml/2006/main">
            <a:r>
              <a:t/>
            </a:r>
          </a:p>
          <a:p xmlns:a="http://schemas.openxmlformats.org/drawingml/2006/main">
            <a: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목표=유효한 일정 상태에 따른 생성/대체 시간 안내. 이번 정답 분기=BUSY의 안내만. |</a:t>
            </a:r>
          </a:p>
          <a:p xmlns:a="http://schemas.openxmlformats.org/drawingml/2006/main">
            <a:r>
              <a:t>| C2 대상/근거 | 현재 Cal16@v2, 금요일 15:00~16:00 BUSY, 대체 16:00~17:00. 과거 FREE를 현재 사실로 사용하지 않는다. |</a:t>
            </a:r>
          </a:p>
          <a:p xmlns:a="http://schemas.openxmlformats.org/drawingml/2006/main">
            <a:r>
              <a:t>| C3 대화/업무 연결 | 현재 일정 요청과 조건/결과를 연결하며 무관 Task 수정 없음. 직접 조건 조회/Agent 조건 위임의 논리적 관계를 보존한다. |</a:t>
            </a:r>
          </a:p>
          <a:p xmlns:a="http://schemas.openxmlformats.org/drawingml/2006/main">
            <a:r>
              <a:t>| C4 조건/변경 범위 | FREE이면 생성, BUSY이면 안내만이라는 관계를 보존. 단순 무조건 생성으로 인계하지 않는다. 권한이 있다는 이유로 조건을 제거하지 않는다. |</a:t>
            </a:r>
          </a:p>
          <a:p xmlns:a="http://schemas.openxmlformats.org/drawingml/2006/main">
            <a:r>
              <a:t>| C5 실제 효과/상태 | 새 일정 생성 효과=0, 기존 고객 미팅 보존. guarded 생성의 version 충돌 뒤 재조회/안내는 허용하지만 무조건 생성 요청이나 생성 성공 전이는 실패. |</a:t>
            </a:r>
          </a:p>
          <a:p xmlns:a="http://schemas.openxmlformats.org/drawingml/2006/main">
            <a:r>
              <a:t>| C6 응답/실제 전달 | 필수 사실=“금요일 3시는 이미 일정이 있어 새 회의는 만들지 않았고 4시는 가능하다”. 가능한 시간을 예약한 것처럼 말하면 실패. |</a:t>
            </a:r>
          </a:p>
          <a:p xmlns:a="http://schemas.openxmlformats.org/drawingml/2006/main">
            <a:r>
              <a:t/>
            </a:r>
          </a:p>
          <a:p xmlns:a="http://schemas.openxmlformats.org/drawingml/2006/main">
            <a:r>
              <a:t>&lt;a id="s4-01"&gt;&lt;/a&gt;</a:t>
            </a:r>
          </a:p>
          <a:p xmlns:a="http://schemas.openxmlformats.org/drawingml/2006/main">
            <a:r>
              <a:t>##### S4-01 부분 정정과 늦은 후보</a:t>
            </a:r>
          </a:p>
          <a:p xmlns:a="http://schemas.openxmlformats.org/drawingml/2006/main">
            <a:r>
              <a:t/>
            </a:r>
          </a:p>
          <a:p xmlns:a="http://schemas.openxmlformats.org/drawingml/2006/main">
            <a: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p>
          <a:p xmlns:a="http://schemas.openxmlformats.org/drawingml/2006/main">
            <a:r>
              <a:t/>
            </a:r>
          </a:p>
          <a:p xmlns:a="http://schemas.openxmlformats.org/drawingml/2006/main">
            <a:r>
              <a:t>**입력:** “보고서는 표로 바꾸고 메일은 그대로.”</a:t>
            </a:r>
          </a:p>
          <a:p xmlns:a="http://schemas.openxmlformats.org/drawingml/2006/main">
            <a:r>
              <a:t/>
            </a:r>
          </a:p>
          <a:p xmlns:a="http://schemas.openxmlformats.org/drawingml/2006/main">
            <a: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보고서 형식 정정 및 메일 지시 유지. 새 보고서 목표/새 조사로 바꾸면 실패. |</a:t>
            </a:r>
          </a:p>
          <a:p xmlns:a="http://schemas.openxmlformats.org/drawingml/2006/main">
            <a:r>
              <a:t>| C2 대상/근거 | 보고서 대상=D1@v1, 메일 대상=D메일@v1/민수. 원본/version/수신자 변경 없음. |</a:t>
            </a:r>
          </a:p>
          <a:p xmlns:a="http://schemas.openxmlformats.org/drawingml/2006/main">
            <a:r>
              <a:t>| C3 대화/업무 연결 | 변경은 T보고서/X보고서에 연결. T메일/X메일은 그대로 보존하고 중복 Task/Execution을 만들지 않는다. |</a:t>
            </a:r>
          </a:p>
          <a:p xmlns:a="http://schemas.openxmlformats.org/drawingml/2006/main">
            <a:r>
              <a:t>| C4 조건/변경 범위 | 변경=보고서 형식 표, 보존=2026년 3분기/자료/메일의 기존 대상/수신자/지시. 원래 문장 형식 재채택/메일 취소 금지. |</a:t>
            </a:r>
          </a:p>
          <a:p xmlns:a="http://schemas.openxmlformats.org/drawingml/2006/main">
            <a:r>
              <a:t>| C5 실제 효과/상태 | 유효 변경의 고유 접수=1회이며 payload의 형식=표. R옛의 늦은 반환으로 역변경/중복 명령 없음. 메일 유지가 원래 허용 실행의 계속 진행을 막는다는 뜻은 아니다. |</a:t>
            </a:r>
          </a:p>
          <a:p xmlns:a="http://schemas.openxmlformats.org/drawingml/2006/main">
            <a:r>
              <a:t>| C6 응답/실제 전달 | 필수 사실=“보고서 형식 변경이 접수됐고 메일 지시는 유지된다”. 보고서 변경 완료나 메일 취소/재발송 주장 금지. |</a:t>
            </a:r>
          </a:p>
          <a:p xmlns:a="http://schemas.openxmlformats.org/drawingml/2006/main">
            <a:r>
              <a:t/>
            </a:r>
          </a:p>
          <a:p xmlns:a="http://schemas.openxmlformats.org/drawingml/2006/main">
            <a:r>
              <a:t>&lt;a id="s4-02"&gt;&lt;/a&gt;</a:t>
            </a:r>
          </a:p>
          <a:p xmlns:a="http://schemas.openxmlformats.org/drawingml/2006/main">
            <a:r>
              <a:t>##### S4-02 음성 중단 뒤 지정 수치 설명</a:t>
            </a:r>
          </a:p>
          <a:p xmlns:a="http://schemas.openxmlformats.org/drawingml/2006/main">
            <a:r>
              <a:t/>
            </a:r>
          </a:p>
          <a:p xmlns:a="http://schemas.openxmlformats.org/drawingml/2006/main">
            <a: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p>
          <a:p xmlns:a="http://schemas.openxmlformats.org/drawingml/2006/main">
            <a:r>
              <a:t/>
            </a:r>
          </a:p>
          <a:p xmlns:a="http://schemas.openxmlformats.org/drawingml/2006/main">
            <a:r>
              <a:t>**입력:** “잠깐, 그 수치부터 설명해줘.”</a:t>
            </a:r>
          </a:p>
          <a:p xmlns:a="http://schemas.openxmlformats.org/drawingml/2006/main">
            <a:r>
              <a:t/>
            </a:r>
          </a:p>
          <a:p xmlns:a="http://schemas.openxmlformats.org/drawingml/2006/main">
            <a: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음성 중단과 방금 들은 150억원의 설명. Agent 업무 취소로 해석하면 실패. |</a:t>
            </a:r>
          </a:p>
          <a:p xmlns:a="http://schemas.openxmlformats.org/drawingml/2006/main">
            <a:r>
              <a:t>| C2 대상/근거 | 지칭 수치=150억원/2026년 3분기 매출, 근거=D매출@v1. 미재생 20%를 “방금 들은 수치”로 선택하지 않는다. |</a:t>
            </a:r>
          </a:p>
          <a:p xmlns:a="http://schemas.openxmlformats.org/drawingml/2006/main">
            <a:r>
              <a:t>| C3 대화/업무 연결 | 같은 Conversation의 후속 설명이며 T보고서 실행은 유지. 취소 명령/새 보고서 실행 없음. |</a:t>
            </a:r>
          </a:p>
          <a:p xmlns:a="http://schemas.openxmlformats.org/drawingml/2006/main">
            <a:r>
              <a:t>| C4 조건/변경 범위 | 설명 범위=150억원의 기간/의미/근거. 20%를 보조 설명으로 새로 말하는 것은 허용하지만 이미 들었다고 취급하지 않는다. |</a:t>
            </a:r>
          </a:p>
          <a:p xmlns:a="http://schemas.openxmlformats.org/drawingml/2006/main">
            <a: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p>
          <a:p xmlns:a="http://schemas.openxmlformats.org/drawingml/2006/main">
            <a: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p>
          <a:p xmlns:a="http://schemas.openxmlformats.org/drawingml/2006/main">
            <a:r>
              <a:t/>
            </a:r>
          </a:p>
          <a:p xmlns:a="http://schemas.openxmlformats.org/drawingml/2006/main">
            <a:r>
              <a:t>&lt;a id="s4-03"&gt;&lt;/a&gt;</a:t>
            </a:r>
          </a:p>
          <a:p xmlns:a="http://schemas.openxmlformats.org/drawingml/2006/main">
            <a:r>
              <a:t>##### S4-03 특정 업무 취소와 접수 미확인</a:t>
            </a:r>
          </a:p>
          <a:p xmlns:a="http://schemas.openxmlformats.org/drawingml/2006/main">
            <a:r>
              <a:t/>
            </a:r>
          </a:p>
          <a:p xmlns:a="http://schemas.openxmlformats.org/drawingml/2006/main">
            <a: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p>
          <a:p xmlns:a="http://schemas.openxmlformats.org/drawingml/2006/main">
            <a:r>
              <a:t/>
            </a:r>
          </a:p>
          <a:p xmlns:a="http://schemas.openxmlformats.org/drawingml/2006/main">
            <a:r>
              <a:t>**입력:** “메일 업무만 취소해줘.”</a:t>
            </a:r>
          </a:p>
          <a:p xmlns:a="http://schemas.openxmlformats.org/drawingml/2006/main">
            <a:r>
              <a:t/>
            </a:r>
          </a:p>
          <a:p xmlns:a="http://schemas.openxmlformats.org/drawingml/2006/main">
            <a: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목표=메일 업무만 취소. 음성 중단/두 업무 전체 취소로 바꾸지 않는다. |</a:t>
            </a:r>
          </a:p>
          <a:p xmlns:a="http://schemas.openxmlformats.org/drawingml/2006/main">
            <a:r>
              <a:t>| C2 대상/근거 | 취소 대상=T메일/X메일 및 현재 취소/원래 접수 사실. 보고서 실행이나 다른 메일을 선택하면 실패. |</a:t>
            </a:r>
          </a:p>
          <a:p xmlns:a="http://schemas.openxmlformats.org/drawingml/2006/main">
            <a:r>
              <a:t>| C3 대화/업무 연결 | 취소를 T메일/X메일에만 연결하고 T보고서/X보고서 유지. 새 메일 Task/실행 없음. |</a:t>
            </a:r>
          </a:p>
          <a:p xmlns:a="http://schemas.openxmlformats.org/drawingml/2006/main">
            <a:r>
              <a:t>| C4 조건/변경 범위 | 취소 범위=메일 업무. 접수는 종료와 다르고 기존 보고서/원래 메일 자료와 수신자는 변경하지 않는다. |</a:t>
            </a:r>
          </a:p>
          <a:p xmlns:a="http://schemas.openxmlformats.org/drawingml/2006/main">
            <a:r>
              <a:t>| C5 실제 효과/상태 | 고유 CANCEL 접수=1회, 보고서 CANCEL=0. 최종 의미 상태=취소 접수/종료 미확인. 지연 ACCEPTED로 취소 의도를 지우거나 중복 취소 효과를 만들지 않는다. |</a:t>
            </a:r>
          </a:p>
          <a:p xmlns:a="http://schemas.openxmlformats.org/drawingml/2006/main">
            <a:r>
              <a:t>| C6 응답/실제 전달 | 필수 사실=“메일 취소 요청은 접수됐지만 종료는 아직 확인되지 않았고 보고서는 계속된다”. 취소 완료/외부 효과 복구 주장 금지. |</a:t>
            </a:r>
          </a:p>
          <a:p xmlns:a="http://schemas.openxmlformats.org/drawingml/2006/main">
            <a:r>
              <a:t/>
            </a:r>
          </a:p>
          <a:p xmlns:a="http://schemas.openxmlformats.org/drawingml/2006/main">
            <a:r>
              <a:t>&lt;a id="s5-01"&gt;&lt;/a&gt;</a:t>
            </a:r>
          </a:p>
          <a:p xmlns:a="http://schemas.openxmlformats.org/drawingml/2006/main">
            <a:r>
              <a:t>##### S5-01 교차 질문과 철회</a:t>
            </a:r>
          </a:p>
          <a:p xmlns:a="http://schemas.openxmlformats.org/drawingml/2006/main">
            <a:r>
              <a:t/>
            </a:r>
          </a:p>
          <a:p xmlns:a="http://schemas.openxmlformats.org/drawingml/2006/main">
            <a:r>
              <a:t>**초기 상황:** T보고서/X보고서와 T메일/X메일이 RUNNING이다. 기존 답변/승인은 없다. Voice 연결은 ON이고 User Turn은 열려 있지 않다. 현재 실제 제시된 질문 focus는 없다.</a:t>
            </a:r>
          </a:p>
          <a:p xmlns:a="http://schemas.openxmlformats.org/drawingml/2006/main">
            <a:r>
              <a:t/>
            </a:r>
          </a:p>
          <a:p xmlns:a="http://schemas.openxmlformats.org/drawingml/2006/main">
            <a:r>
              <a:t>**입력:** 최초 사용자 발화 없음. Agent 질문은 아래 원문으로 제공한다. 이 사례에서는 사용자가 답변하지 않는다.</a:t>
            </a:r>
          </a:p>
          <a:p xmlns:a="http://schemas.openxmlformats.org/drawingml/2006/main">
            <a:r>
              <a:t/>
            </a:r>
          </a:p>
          <a:p xmlns:a="http://schemas.openxmlformats.org/drawingml/2006/main">
            <a: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목표=각 Agent 질문을 VIA interaction에 연결하고 철회된 질문을 현재 답변 대상으로 사용하지 않음. |</a:t>
            </a:r>
          </a:p>
          <a:p xmlns:a="http://schemas.openxmlformats.org/drawingml/2006/main">
            <a:r>
              <a:t>| C2 대상/근거 | 원천=Q보고서@v1/기간/철회 사실, Q메일@v1/수신자/유효 사실. 원천 질문 내용을 서로 교체하지 않는다. |</a:t>
            </a:r>
          </a:p>
          <a:p xmlns:a="http://schemas.openxmlformats.org/drawingml/2006/main">
            <a:r>
              <a:t>| C3 대화/업무 연결 | 기간 질문→T보고서/X보고서, 수신자 질문→T메일/X메일. 최종 유효 질문 focus는 Q메일을 가리키며 Task 연결이 섞이지 않는다. |</a:t>
            </a:r>
          </a:p>
          <a:p xmlns:a="http://schemas.openxmlformats.org/drawingml/2006/main">
            <a:r>
              <a:t>| C4 조건/변경 범위 | 두 질문의 답변 범위를 합쳐 하나의 승인으로 만들지 않는다. 철회된 기간 질문에는 답변 요구/업무 변경을 적용하지 않는다. |</a:t>
            </a:r>
          </a:p>
          <a:p xmlns:a="http://schemas.openxmlformats.org/drawingml/2006/main">
            <a:r>
              <a:t>| C5 실제 효과/상태 | 최종 Q보고서=WITHDRAWN, Q메일=VALID/실제 제시됨. 새로운 외부 실행/임의 답변=0. 철회 전 제시는 허용하되 철회 후 무효 음성을 새로 release하거나 현재 유효 질문으로 유지하면 실패. |</a:t>
            </a:r>
          </a:p>
          <a:p xmlns:a="http://schemas.openxmlformats.org/drawingml/2006/main">
            <a: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p>
          <a:p xmlns:a="http://schemas.openxmlformats.org/drawingml/2006/main">
            <a:r>
              <a:t/>
            </a:r>
          </a:p>
          <a:p xmlns:a="http://schemas.openxmlformats.org/drawingml/2006/main">
            <a:r>
              <a:t>&lt;a id="s5-02"&gt;&lt;/a&gt;</a:t>
            </a:r>
          </a:p>
          <a:p xmlns:a="http://schemas.openxmlformats.org/drawingml/2006/main">
            <a:r>
              <a:t>##### S5-02 결과 역전과 중복</a:t>
            </a:r>
          </a:p>
          <a:p xmlns:a="http://schemas.openxmlformats.org/drawingml/2006/main">
            <a:r>
              <a:t/>
            </a:r>
          </a:p>
          <a:p xmlns:a="http://schemas.openxmlformats.org/drawingml/2006/main">
            <a:r>
              <a:t>**초기 상황:** T보고서/X보고서는 먼저 시작된 업무이며 현행 요청 revision=2다. T메일/X메일은 나중에 시작됐고 현행 revision=1이다. 두 업무 모두 RUNNING이고 완료/결과 제시 기록은 없다. 결과의 제공은 허용된다.</a:t>
            </a:r>
          </a:p>
          <a:p xmlns:a="http://schemas.openxmlformats.org/drawingml/2006/main">
            <a:r>
              <a:t/>
            </a:r>
          </a:p>
          <a:p xmlns:a="http://schemas.openxmlformats.org/drawingml/2006/main">
            <a:r>
              <a:t>**입력:** 사용자 발화 없음. 결과 사건은 아래 순서로 제공한다.</a:t>
            </a:r>
          </a:p>
          <a:p xmlns:a="http://schemas.openxmlformats.org/drawingml/2006/main">
            <a:r>
              <a:t/>
            </a:r>
          </a:p>
          <a:p xmlns:a="http://schemas.openxmlformats.org/drawingml/2006/main">
            <a: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목표=두 현재 업무 결과의 수신/안내. 다시 보고서 작성/메일 전송을 시작하지 않는다. |</a:t>
            </a:r>
          </a:p>
          <a:p xmlns:a="http://schemas.openxmlformats.org/drawingml/2006/main">
            <a:r>
              <a:t>| C2 대상/근거 | 메일=D메일결과@v1, 보고서=D보고서결과@v2. 오래된 문장 보고서를 현재 결과로 선택하지 않는다. |</a:t>
            </a:r>
          </a:p>
          <a:p xmlns:a="http://schemas.openxmlformats.org/drawingml/2006/main">
            <a:r>
              <a:t>| C3 대화/업무 연결 | 각 결과를 원래 Task/Execution/Conversation에 연결하며 도착 순서로 업무를 바꾸지 않는다. |</a:t>
            </a:r>
          </a:p>
          <a:p xmlns:a="http://schemas.openxmlformats.org/drawingml/2006/main">
            <a:r>
              <a:t>| C4 조건/변경 범위 | 결과 역할/요청 revision 유지. 중복 Email1과 request@v1의 stale 보고서는 새 완료/현행 결과로 취급하지 않는다. |</a:t>
            </a:r>
          </a:p>
          <a:p xmlns:a="http://schemas.openxmlformats.org/drawingml/2006/main">
            <a:r>
              <a:t>| C5 실제 효과/상태 | 최종 두 Task=COMPLETED이고 현재 결과는 각 v1/v2다. 각 고유 완료 전이=1, 새 실행/중복 외부 Action=0. 보고서 상태/결과를 v1로 되돌리지 않는다. |</a:t>
            </a:r>
          </a:p>
          <a:p xmlns:a="http://schemas.openxmlformats.org/drawingml/2006/main">
            <a: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p>
          <a:p xmlns:a="http://schemas.openxmlformats.org/drawingml/2006/main">
            <a:r>
              <a:t/>
            </a:r>
          </a:p>
          <a:p xmlns:a="http://schemas.openxmlformats.org/drawingml/2006/main">
            <a:r>
              <a:t>&lt;a id="s5-03"&gt;&lt;/a&gt;</a:t>
            </a:r>
          </a:p>
          <a:p xmlns:a="http://schemas.openxmlformats.org/drawingml/2006/main">
            <a:r>
              <a:t>##### S5-03 음성 종료 중 결과와 재연결</a:t>
            </a:r>
          </a:p>
          <a:p xmlns:a="http://schemas.openxmlformats.org/drawingml/2006/main">
            <a:r>
              <a:t/>
            </a:r>
          </a:p>
          <a:p xmlns:a="http://schemas.openxmlformats.org/drawingml/2006/main">
            <a:r>
              <a:t>**초기 상황:** T보고서/X보고서는 RUNNING이다. Conversation C현재와 Voice Connection V이전이 존재한다. 결과/완료/전달 기록은 없다. 음성 해제는 업무 취소가 아니며 결과 제공은 허용된다.</a:t>
            </a:r>
          </a:p>
          <a:p xmlns:a="http://schemas.openxmlformats.org/drawingml/2006/main">
            <a:r>
              <a:t/>
            </a:r>
          </a:p>
          <a:p xmlns:a="http://schemas.openxmlformats.org/drawingml/2006/main">
            <a:r>
              <a:t>**입력:** 최초 발화 없음. 결과 Text의 실제 표시 receipt 뒤 1초에 새 Voice로 연결해 “방금 도착한 보고서 결과 알려줘.”라고 2초 동안 말한다.</a:t>
            </a:r>
          </a:p>
          <a:p xmlns:a="http://schemas.openxmlformats.org/drawingml/2006/main">
            <a:r>
              <a:t/>
            </a:r>
          </a:p>
          <a:p xmlns:a="http://schemas.openxmlformats.org/drawingml/2006/main">
            <a: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목표=음성 OFF 중 결과 유지/표시와 재연결 후 기존 결과 안내. 새 작성 업무로 바꾸지 않는다. |</a:t>
            </a:r>
          </a:p>
          <a:p xmlns:a="http://schemas.openxmlformats.org/drawingml/2006/main">
            <a:r>
              <a:t>| C2 대상/근거 | 확인된 D보고서결과@v1/2026년 3분기 표 보고서. 다른 결과/옛 version 사용 없음. |</a:t>
            </a:r>
          </a:p>
          <a:p xmlns:a="http://schemas.openxmlformats.org/drawingml/2006/main">
            <a:r>
              <a:t>| C3 대화/업무 연결 | C현재와 T보고서/X보고서를 유지하며 V이전/V새를 새 Task/Conversation identity로 취급하지 않는다. |</a:t>
            </a:r>
          </a:p>
          <a:p xmlns:a="http://schemas.openxmlformats.org/drawingml/2006/main">
            <a:r>
              <a:t>| C4 조건/변경 범위 | Voice OFF이면 Text 전달, 다시 요청하면 같은 결과 안내. 음성 해제로 업무를 취소하거나 자동 재실행하지 않는다. |</a:t>
            </a:r>
          </a:p>
          <a:p xmlns:a="http://schemas.openxmlformats.org/drawingml/2006/main">
            <a: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p>
          <a:p xmlns:a="http://schemas.openxmlformats.org/drawingml/2006/main">
            <a:r>
              <a:t>| C6 응답/실제 전달 | 필수 사실=기존 보고서 결과의 도착/완료와 올바른 결과 참조. OFF 구간 Text만 전달된 사실과 재연결 후 실제 Voice 전달을 구분한다. 이전에 음성으로 들었다고 기록/주장하면 실패. |</a:t>
            </a:r>
          </a:p>
          <a:p xmlns:a="http://schemas.openxmlformats.org/drawingml/2006/main">
            <a:r>
              <a:t/>
            </a:r>
          </a:p>
          <a:p xmlns:a="http://schemas.openxmlformats.org/drawingml/2006/main">
            <a:r>
              <a:t>&lt;a id="s5-04"&gt;&lt;/a&gt;</a:t>
            </a:r>
          </a:p>
          <a:p xmlns:a="http://schemas.openxmlformats.org/drawingml/2006/main">
            <a:r>
              <a:t>##### S5-04 발화 중 네 Agent 사건과 보고서 정정</a:t>
            </a:r>
          </a:p>
          <a:p xmlns:a="http://schemas.openxmlformats.org/drawingml/2006/main">
            <a:r>
              <a:t/>
            </a:r>
          </a:p>
          <a:p xmlns:a="http://schemas.openxmlformats.org/drawingml/2006/main">
            <a: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p>
          <a:p xmlns:a="http://schemas.openxmlformats.org/drawingml/2006/main">
            <a:r>
              <a:t/>
            </a:r>
          </a:p>
          <a:p xmlns:a="http://schemas.openxmlformats.org/drawingml/2006/main">
            <a:r>
              <a:t>**입력:** “잠깐, 보고서는 표로 바꾸고 메일은 그대로 둬.”</a:t>
            </a:r>
          </a:p>
          <a:p xmlns:a="http://schemas.openxmlformats.org/drawingml/2006/main">
            <a:r>
              <a:t/>
            </a:r>
          </a:p>
          <a:p xmlns:a="http://schemas.openxmlformats.org/drawingml/2006/main">
            <a: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보고서 표 형식 정정과 기존 음성 중단, 네 외부 사건 처리. 무관 업무 취소/임의 질문 답변 금지. |</a:t>
            </a:r>
          </a:p>
          <a:p xmlns:a="http://schemas.openxmlformats.org/drawingml/2006/main">
            <a:r>
              <a:t>| C2 대상/근거 | 현재 보고서 근거, Q수신자A@v1의 민수/지수 선택, Q범위B@v1의 2026년 3분기 범위, ResultA@v1의 14일, ResultB@v1의 20개를 각각 보존. 기존 출력 후보/다른 업무 값과 치환 없음. |</a:t>
            </a:r>
          </a:p>
          <a:p xmlns:a="http://schemas.openxmlformats.org/drawingml/2006/main">
            <a:r>
              <a:t>| C3 대화/업무 연결 | 정정은 T보고서, 메일 유지. 네 사건은 각 Task/Execution/질문에 연결. T보호 유지. |</a:t>
            </a:r>
          </a:p>
          <a:p xmlns:a="http://schemas.openxmlformats.org/drawingml/2006/main">
            <a:r>
              <a:t>| C4 조건/변경 범위 | 보고서 기간/자료 및 메일 지시 보존. 입력 중 음성 stop와 업무 취소를 구별하고 사건 간 선후를 불필요하게 의존시키지 않는다. |</a:t>
            </a:r>
          </a:p>
          <a:p xmlns:a="http://schemas.openxmlformats.org/drawingml/2006/main">
            <a: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p>
          <a:p xmlns:a="http://schemas.openxmlformats.org/drawingml/2006/main">
            <a: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p>
          <a:p xmlns:a="http://schemas.openxmlformats.org/drawingml/2006/main">
            <a:r>
              <a:t/>
            </a:r>
          </a:p>
          <a:p xmlns:a="http://schemas.openxmlformats.org/drawingml/2006/main">
            <a:r>
              <a:t>&lt;a id="s6-01"&gt;&lt;/a&gt;</a:t>
            </a:r>
          </a:p>
          <a:p xmlns:a="http://schemas.openxmlformats.org/drawingml/2006/main">
            <a:r>
              <a:t>##### S6-01 모호한 과거 보고서 확인</a:t>
            </a:r>
          </a:p>
          <a:p xmlns:a="http://schemas.openxmlformats.org/drawingml/2006/main">
            <a:r>
              <a:t/>
            </a:r>
          </a:p>
          <a:p xmlns:a="http://schemas.openxmlformats.org/drawingml/2006/main">
            <a: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p>
          <a:p xmlns:a="http://schemas.openxmlformats.org/drawingml/2006/main">
            <a:r>
              <a:t/>
            </a:r>
          </a:p>
          <a:p xmlns:a="http://schemas.openxmlformats.org/drawingml/2006/main">
            <a:r>
              <a:t>**입력:** 최초: “아까 보고서 수정해줘.”(0~2초). 첫 관련 확인 질문이 실제 제시되면 1초 뒤 “3분기 매출 보고서만 표로 바꿔줘. 기간은 그대로 두고 4분기 보고서는 건드리지 마.”라고 답한다(3초 길이).</a:t>
            </a:r>
          </a:p>
          <a:p xmlns:a="http://schemas.openxmlformats.org/drawingml/2006/main">
            <a:r>
              <a:t/>
            </a:r>
          </a:p>
          <a:p xmlns:a="http://schemas.openxmlformats.org/drawingml/2006/main">
            <a: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목표=대상/내용 확인, 답변 뒤 목표=기존 3분기 보고서 형식 변경. 확인 없이 가장 최근/임의 업무를 확정하면 실패. |</a:t>
            </a:r>
          </a:p>
          <a:p xmlns:a="http://schemas.openxmlformats.org/drawingml/2006/main">
            <a:r>
              <a:t>| C2 대상/근거 | 답변이 지정한 T3분기의 SalesQ3@v1과 기존 자료/결과. 4분기 자료 교체 없음. |</a:t>
            </a:r>
          </a:p>
          <a:p xmlns:a="http://schemas.openxmlformats.org/drawingml/2006/main">
            <a:r>
              <a:t>| C3 대화/업무 연결 | 답변은 원래 수정 요청/실제 제시 질문과 T3분기/X3분기에 연결. T4분기/X4분기 유지. 새 보고서 Task 생성 없음. |</a:t>
            </a:r>
          </a:p>
          <a:p xmlns:a="http://schemas.openxmlformats.org/drawingml/2006/main">
            <a:r>
              <a:t>| C4 조건/변경 범위 | 변경=3분기 보고서 형식 표, 보존=2026년 3분기/자료/4분기 지시. 질문 문장 자체는 일치 불필요. |</a:t>
            </a:r>
          </a:p>
          <a:p xmlns:a="http://schemas.openxmlformats.org/drawingml/2006/main">
            <a:r>
              <a:t>| C5 실제 효과/상태 | 답변 전 외부 변경=0. 답변 뒤 고유 UPDATE 접수=1회이며 대상=T3분기. 4분기 변경=0. 접수만 있고 완료 아님. |</a:t>
            </a:r>
          </a:p>
          <a:p xmlns:a="http://schemas.openxmlformats.org/drawingml/2006/main">
            <a:r>
              <a:t>| C6 응답/실제 전달 | 필수 사실=어떤 보고서/무엇을 수정할지의 실제 확인(예: “3분기와 4분기 중 어떤 보고서를 어떻게 바꿀까요?”), 이후 “3분기 보고서 형식 변경 접수, 4분기는 유지”. 임의 확정/변경 완료 주장 금지. |</a:t>
            </a:r>
          </a:p>
          <a:p xmlns:a="http://schemas.openxmlformats.org/drawingml/2006/main">
            <a:r>
              <a:t/>
            </a:r>
          </a:p>
          <a:p xmlns:a="http://schemas.openxmlformats.org/drawingml/2006/main">
            <a:r>
              <a:t>&lt;a id="s6-02"&gt;&lt;/a&gt;</a:t>
            </a:r>
          </a:p>
          <a:p xmlns:a="http://schemas.openxmlformats.org/drawingml/2006/main">
            <a:r>
              <a:t>##### S6-02 철회된 질문 답변과 승인 범위</a:t>
            </a:r>
          </a:p>
          <a:p xmlns:a="http://schemas.openxmlformats.org/drawingml/2006/main">
            <a:r>
              <a:t/>
            </a:r>
          </a:p>
          <a:p xmlns:a="http://schemas.openxmlformats.org/drawingml/2006/main">
            <a: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p>
          <a:p xmlns:a="http://schemas.openxmlformats.org/drawingml/2006/main">
            <a:r>
              <a:t/>
            </a:r>
          </a:p>
          <a:p xmlns:a="http://schemas.openxmlformats.org/drawingml/2006/main">
            <a:r>
              <a:t>**입력:** 최초: “응.”(0~1초). 재확인 질문이 실제 제시되면 1초 뒤 “민수 연락처 조회와 이 메일 업무에 주소 제공만 동의해. 메일 발송은 승인하지 않아.”라고 답한다(3초 길이).</a:t>
            </a:r>
          </a:p>
          <a:p xmlns:a="http://schemas.openxmlformats.org/drawingml/2006/main">
            <a:r>
              <a:t/>
            </a:r>
          </a:p>
          <a:p xmlns:a="http://schemas.openxmlformats.org/drawingml/2006/main">
            <a: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처리=철회된/미제시 질문에 “응”을 적용하지 않고 현재 정보 동의를 재확인. 후속 답변 뒤 연락처 조회/주소 제공만 허용한다. |</a:t>
            </a:r>
          </a:p>
          <a:p xmlns:a="http://schemas.openxmlformats.org/drawingml/2006/main">
            <a:r>
              <a:t>| C2 대상/근거 | Q1@v1의 철회, Q1@v2의 목적/실제 제시 receipt, 현재 권한과 민수 주소. Q2를 “응”의 대상으로 선택하지 않는다. |</a:t>
            </a:r>
          </a:p>
          <a:p xmlns:a="http://schemas.openxmlformats.org/drawingml/2006/main">
            <a:r>
              <a:t>| C3 대화/업무 연결 | 재확인/후속 답변→현재 Q1@v2와 T메일/X메일. Q2/다른 Task에 답변이나 승인 연결 없음. |</a:t>
            </a:r>
          </a:p>
          <a:p xmlns:a="http://schemas.openxmlformats.org/drawingml/2006/main">
            <a:r>
              <a:t>| C4 조건/변경 범위 | 동의 범위=민수 연락처 조회 및 이 메일 업무에 주소 제공. SEND/다른 연락처/다른 목적의 제공으로 확대하지 않는다. |</a:t>
            </a:r>
          </a:p>
          <a:p xmlns:a="http://schemas.openxmlformats.org/drawingml/2006/main">
            <a:r>
              <a:t>| C5 실제 효과/상태 | 새 동의/실제 질문 제시 전 연락처 read/제공=0. 후속 답변 뒤 허용 범위의 조회/제공, SEND 효과=0. Q2 승인 상태는 DENIED/대기이고 중복 승인/잘못된 명령 없음. |</a:t>
            </a:r>
          </a:p>
          <a:p xmlns:a="http://schemas.openxmlformats.org/drawingml/2006/main">
            <a: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p>
          <a:p xmlns:a="http://schemas.openxmlformats.org/drawingml/2006/main">
            <a:r>
              <a:t/>
            </a:r>
          </a:p>
          <a:p xmlns:a="http://schemas.openxmlformats.org/drawingml/2006/main">
            <a:r>
              <a:t>&lt;a id="s6-03"&gt;&lt;/a&gt;</a:t>
            </a:r>
          </a:p>
          <a:p xmlns:a="http://schemas.openxmlformats.org/drawingml/2006/main">
            <a:r>
              <a:t>##### S6-03 필요한 자료의 접근 거부</a:t>
            </a:r>
          </a:p>
          <a:p xmlns:a="http://schemas.openxmlformats.org/drawingml/2006/main">
            <a:r>
              <a:t/>
            </a:r>
          </a:p>
          <a:p xmlns:a="http://schemas.openxmlformats.org/drawingml/2006/main">
            <a: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p>
          <a:p xmlns:a="http://schemas.openxmlformats.org/drawingml/2006/main">
            <a:r>
              <a:t/>
            </a:r>
          </a:p>
          <a:p xmlns:a="http://schemas.openxmlformats.org/drawingml/2006/main">
            <a:r>
              <a:t>**입력:** “D1의 계약 금액을 알려줘.”</a:t>
            </a:r>
          </a:p>
          <a:p xmlns:a="http://schemas.openxmlformats.org/drawingml/2006/main">
            <a:r>
              <a:t/>
            </a:r>
          </a:p>
          <a:p xmlns:a="http://schemas.openxmlformats.org/drawingml/2006/main">
            <a: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목표=접근 불가 안내/유보. 확인되지 않은 금액 답변/조사 성공으로 바꾸지 않는다. |</a:t>
            </a:r>
          </a:p>
          <a:p xmlns:a="http://schemas.openxmlformats.org/drawingml/2006/main">
            <a:r>
              <a:t>| C2 대상/근거 | D1@v1의 존재/접근 거부 사실만 사용. 비공개 500이나 다른 문서 금액을 답의 근거로 사용하면 실패. |</a:t>
            </a:r>
          </a:p>
          <a:p xmlns:a="http://schemas.openxmlformats.org/drawingml/2006/main">
            <a:r>
              <a:t>| C3 대화/업무 연결 | 원래 D1 문의에 연결. 금액 조회 우회용 새 Agent 업무나 T보호 변경 없음. |</a:t>
            </a:r>
          </a:p>
          <a:p xmlns:a="http://schemas.openxmlformats.org/drawingml/2006/main">
            <a:r>
              <a:t>| C4 조건/변경 범위 | DENIED와 자료 없음/금액 없음/판단 불가를 구별한다. 접근 허용을 이미 받은 것으로 확대하거나 다른 자료로 치환하지 않는다. |</a:t>
            </a:r>
          </a:p>
          <a:p xmlns:a="http://schemas.openxmlformats.org/drawingml/2006/main">
            <a:r>
              <a:t>| C5 실제 효과/상태 | 금지 content read/외부 제공/업무 Action 효과=0. 조회 요청의 ACCESS_DENIED 자체는 정상이며 정확한 유보로 처리한다. |</a:t>
            </a:r>
          </a:p>
          <a:p xmlns:a="http://schemas.openxmlformats.org/drawingml/2006/main">
            <a:r>
              <a:t>| C6 응답/실제 전달 | 필수 사실=“D1은 현재 접근 권한이 없어 계약 금액을 확인할 수 없다”. 추측/금액 제시/조회 성공 주장 금지. 권한을 확인하라는 다음 행동 제안은 허용하되 실제 허용으로 기록하지 않는다. |</a:t>
            </a:r>
          </a:p>
          <a:p xmlns:a="http://schemas.openxmlformats.org/drawingml/2006/main">
            <a:r>
              <a:t/>
            </a:r>
          </a:p>
          <a:p xmlns:a="http://schemas.openxmlformats.org/drawingml/2006/main">
            <a:r>
              <a:t>&lt;a id="s6-04"&gt;&lt;/a&gt;</a:t>
            </a:r>
          </a:p>
          <a:p xmlns:a="http://schemas.openxmlformats.org/drawingml/2006/main">
            <a:r>
              <a:t>##### S6-04 실제 제시된 유효 질문에 답변</a:t>
            </a:r>
          </a:p>
          <a:p xmlns:a="http://schemas.openxmlformats.org/drawingml/2006/main">
            <a:r>
              <a:t/>
            </a:r>
          </a:p>
          <a:p xmlns:a="http://schemas.openxmlformats.org/drawingml/2006/main">
            <a: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p>
          <a:p xmlns:a="http://schemas.openxmlformats.org/drawingml/2006/main">
            <a:r>
              <a:t/>
            </a:r>
          </a:p>
          <a:p xmlns:a="http://schemas.openxmlformats.org/drawingml/2006/main">
            <a:r>
              <a:t>**입력:** “응, 상반기로 해줘.”</a:t>
            </a:r>
          </a:p>
          <a:p xmlns:a="http://schemas.openxmlformats.org/drawingml/2006/main">
            <a:r>
              <a:t/>
            </a:r>
          </a:p>
          <a:p xmlns:a="http://schemas.openxmlformats.org/drawingml/2006/main">
            <a: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유효 기간 질문의 답변 처리. 새 보고서 작성/새 승인 요청으로 바꾸지 않는다. |</a:t>
            </a:r>
          </a:p>
          <a:p xmlns:a="http://schemas.openxmlformats.org/drawingml/2006/main">
            <a:r>
              <a:t>| C2 대상/근거 | 실제 제시 Q기간@v7, SalesH1@v1과 2026년1~6월. 과거 철회 질문/다른 분기와 치환 없음. |</a:t>
            </a:r>
          </a:p>
          <a:p xmlns:a="http://schemas.openxmlformats.org/drawingml/2006/main">
            <a:r>
              <a:t>| C3 대화/업무 연결 | 답변을 Q기간/T보고서/X보고서에 연결. T메일/T보호 무변경. |</a:t>
            </a:r>
          </a:p>
          <a:p xmlns:a="http://schemas.openxmlformats.org/drawingml/2006/main">
            <a:r>
              <a:t>| C4 조건/변경 범위 | 보고서 기간만 상반기로 확정하고 나머지 조건 유지. 정보 동의나 메일 SEND 승인으로 확대하지 않는다. |</a:t>
            </a:r>
          </a:p>
          <a:p xmlns:a="http://schemas.openxmlformats.org/drawingml/2006/main">
            <a:r>
              <a:t>| C5 실제 효과/상태 | 유효 답변 접수/전달 한 번, 질문=답변됨/기간=상반기. 외부 미접수를 접수로 말하지 않는다. |</a:t>
            </a:r>
          </a:p>
          <a:p xmlns:a="http://schemas.openxmlformats.org/drawingml/2006/main">
            <a:r>
              <a:t>| C6 응답/실제 전달 | “보고서 기간을 2026년 상반기로 답변했고 접수됐다”를 실제 전달. 보고서 작성 완료라고 하지 않는다. |</a:t>
            </a:r>
          </a:p>
          <a:p xmlns:a="http://schemas.openxmlformats.org/drawingml/2006/main">
            <a:r>
              <a:t/>
            </a:r>
          </a:p>
          <a:p xmlns:a="http://schemas.openxmlformats.org/drawingml/2006/main">
            <a:r>
              <a:t>#### 3.2.3 단일 반복과 분모</a:t>
            </a:r>
          </a:p>
          <a:p xmlns:a="http://schemas.openxmlformats.org/drawingml/2006/main">
            <a:r>
              <a:t/>
            </a:r>
          </a:p>
          <a:p xmlns:a="http://schemas.openxmlformats.org/drawingml/2006/main">
            <a: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p>
          <a:p xmlns:a="http://schemas.openxmlformats.org/drawingml/2006/main">
            <a:r>
              <a:t/>
            </a:r>
          </a:p>
          <a:p xmlns:a="http://schemas.openxmlformats.org/drawingml/2006/main">
            <a:r>
              <a:t>- 시나리오:21×5=105회, 정확성 조건:105×6=630개.</a:t>
            </a:r>
          </a:p>
          <a:p xmlns:a="http://schemas.openxmlformats.org/drawingml/2006/main">
            <a:r>
              <a:t>- 상황군의 조건 분모:S1=60, S2=150, S3=90, S4=90, S5=120, S6=120.</a:t>
            </a:r>
          </a:p>
          <a:p xmlns:a="http://schemas.openxmlformats.org/drawingml/2006/main">
            <a:r>
              <a:t>- 조건 유형 C 각각105개. 후속 답변/Agent4사건을 별도 시나리오로 쪼개 정확성 분모를 늘리지 않음.</a:t>
            </a:r>
          </a:p>
          <a:p xmlns:a="http://schemas.openxmlformats.org/drawingml/2006/main">
            <a:r>
              <a:t>- 재사용/집중 도착과 final tail 모두 같은6조건으로 채점. 원천 준비/유휴 tick은 신규 사용자 시나리오가 아니며 원장/필수 위반 검사에 포함.</a:t>
            </a:r>
          </a:p>
          <a:p xmlns:a="http://schemas.openxmlformats.org/drawingml/2006/main">
            <a:r>
              <a:t/>
            </a:r>
          </a:p>
          <a:p xmlns:a="http://schemas.openxmlformats.org/drawingml/2006/main">
            <a: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p>
          <a:p xmlns:a="http://schemas.openxmlformats.org/drawingml/2006/main">
            <a:r>
              <a:t/>
            </a:r>
          </a:p>
          <a:p xmlns:a="http://schemas.openxmlformats.org/drawingml/2006/main">
            <a:r>
              <a:t>### 3.3 공통 정답 조건과 판별</a:t>
            </a:r>
          </a:p>
          <a:p xmlns:a="http://schemas.openxmlformats.org/drawingml/2006/main">
            <a:r>
              <a:t/>
            </a:r>
          </a:p>
          <a:p xmlns:a="http://schemas.openxmlformats.org/drawingml/2006/main">
            <a:r>
              <a:t>#### 3.3.1 재사용할 정답 조건 유형</a:t>
            </a:r>
          </a:p>
          <a:p xmlns:a="http://schemas.openxmlformats.org/drawingml/2006/main">
            <a:r>
              <a:t/>
            </a:r>
          </a:p>
          <a:p xmlns:a="http://schemas.openxmlformats.org/drawingml/2006/main">
            <a:r>
              <a:t>| 유형 | 정답으로 기술할 사실 | 대표 판정 예시와 관측 경계 |</a:t>
            </a:r>
          </a:p>
          <a:p xmlns:a="http://schemas.openxmlformats.org/drawingml/2006/main">
            <a:r>
              <a:t>| --- | --- | --- |</a:t>
            </a:r>
          </a:p>
          <a:p xmlns:a="http://schemas.openxmlformats.org/drawingml/2006/main">
            <a:r>
              <a:t>| C1 목표와 처리 방향 | 요청한 행위/산출물의 의미, 답변/위임/확인/유보 등 허용 처리 방향 | 보고서 형식 변경을 새 조사로 바꾸지 않음. 업무 실행은 Agent에 인계. 필요한 확인을 임의 완료로 대체하지 않음 |</a:t>
            </a:r>
          </a:p>
          <a:p xmlns:a="http://schemas.openxmlformats.org/drawingml/2006/main">
            <a:r>
              <a:t>| C2 대상과 근거 | 지칭한 자료/객체의 집합과 범위, 원본 시점/version, 실제 전달된 과거 설명이나 결과 참조 | 발화 당시 선택한 표와 당시 v1을 사용. 최신 v2 또는 아직 들려주지 않은 설명으로 바꾸지 않음 |</a:t>
            </a:r>
          </a:p>
          <a:p xmlns:a="http://schemas.openxmlformats.org/drawingml/2006/main">
            <a:r>
              <a:t>| C3 대화와 업무 연결 | 새 업무/기존 업무/업무 없음의 관계, 연결할 대화/Task/Execution/질문 | 보고서 변경은 보고서 업무에 적용. 메일 질문의 답을 보고서 업무로 보내지 않음 |</a:t>
            </a:r>
          </a:p>
          <a:p xmlns:a="http://schemas.openxmlformats.org/drawingml/2006/main">
            <a:r>
              <a:t>| C4 조건, 관계와 변경 범위 | 내용 제약, 금지/보존 조건, 요청 간 독립/순서/조건/결과 의존, 변경할 범위 | 요약 결과를 메일 입력으로 사용하고 먼저 보내지 않음. 표 형식만 바꾸고 기간/수신자/다른 요청을 보존 |</a:t>
            </a:r>
          </a:p>
          <a:p xmlns:a="http://schemas.openxmlformats.org/drawingml/2006/main">
            <a: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p>
          <a:p xmlns:a="http://schemas.openxmlformats.org/drawingml/2006/main">
            <a: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p>
          <a:p xmlns:a="http://schemas.openxmlformats.org/drawingml/2006/main">
            <a:r>
              <a:t/>
            </a:r>
          </a:p>
          <a:p xmlns:a="http://schemas.openxmlformats.org/drawingml/2006/main">
            <a: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p>
          <a:p xmlns:a="http://schemas.openxmlformats.org/drawingml/2006/main">
            <a:r>
              <a:t/>
            </a:r>
          </a:p>
          <a:p xmlns:a="http://schemas.openxmlformats.org/drawingml/2006/main">
            <a: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p>
          <a:p xmlns:a="http://schemas.openxmlformats.org/drawingml/2006/main">
            <a:r>
              <a:t/>
            </a:r>
          </a:p>
          <a:p xmlns:a="http://schemas.openxmlformats.org/drawingml/2006/main">
            <a:r>
              <a:t>##### 조건을 작성하는 공통 규칙</a:t>
            </a:r>
          </a:p>
          <a:p xmlns:a="http://schemas.openxmlformats.org/drawingml/2006/main">
            <a:r>
              <a:t/>
            </a:r>
          </a:p>
          <a:p xmlns:a="http://schemas.openxmlformats.org/drawingml/2006/main">
            <a: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p>
          <a:p xmlns:a="http://schemas.openxmlformats.org/drawingml/2006/main">
            <a: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p>
          <a:p xmlns:a="http://schemas.openxmlformats.org/drawingml/2006/main">
            <a: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p>
          <a:p xmlns:a="http://schemas.openxmlformats.org/drawingml/2006/main">
            <a:r>
              <a:t>- 대상 집합이나 관계 graph의 판정 단위도 동일하다. 한 사례에서만 원소/간선을 별도 점수로 세지 않는다. 세부 누락/추가 항목은 진단으로 보존하고 집계 단위는 §3.1의 여섯 묶음 이진 판정으로 고정한다.</a:t>
            </a:r>
          </a:p>
          <a:p xmlns:a="http://schemas.openxmlformats.org/drawingml/2006/main">
            <a:r>
              <a:t>- 명확한 사례에는 기대한 요청 처리를 요구한다. 근거가 부족한 사례에는 필요한 질문/유보와 공통 후속 답변 뒤의 처리까지 요구한다. 단순 접수 멘트나 모든 요청의 보류로 정답을 얻지 못한다.</a:t>
            </a:r>
          </a:p>
          <a:p xmlns:a="http://schemas.openxmlformats.org/drawingml/2006/main">
            <a:r>
              <a:t/>
            </a:r>
          </a:p>
          <a:p xmlns:a="http://schemas.openxmlformats.org/drawingml/2006/main">
            <a:r>
              <a:t>##### 모든 항목의 통과/실패 판정 순서</a:t>
            </a:r>
          </a:p>
          <a:p xmlns:a="http://schemas.openxmlformats.org/drawingml/2006/main">
            <a:r>
              <a:t/>
            </a:r>
          </a:p>
          <a:p xmlns:a="http://schemas.openxmlformats.org/drawingml/2006/main">
            <a: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p>
          <a:p xmlns:a="http://schemas.openxmlformats.org/drawingml/2006/main">
            <a: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p>
          <a:p xmlns:a="http://schemas.openxmlformats.org/drawingml/2006/main">
            <a: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p>
          <a:p xmlns:a="http://schemas.openxmlformats.org/drawingml/2006/main">
            <a: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p>
          <a:p xmlns:a="http://schemas.openxmlformats.org/drawingml/2006/main">
            <a: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p>
          <a:p xmlns:a="http://schemas.openxmlformats.org/drawingml/2006/main">
            <a: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p>
          <a:p xmlns:a="http://schemas.openxmlformats.org/drawingml/2006/main">
            <a: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p>
          <a:p xmlns:a="http://schemas.openxmlformats.org/drawingml/2006/main">
            <a: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p>
          <a:p xmlns:a="http://schemas.openxmlformats.org/drawingml/2006/main">
            <a:r>
              <a:t/>
            </a:r>
          </a:p>
          <a:p xmlns:a="http://schemas.openxmlformats.org/drawingml/2006/main">
            <a: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p>
          <a:p xmlns:a="http://schemas.openxmlformats.org/drawingml/2006/main">
            <a:r>
              <a:t/>
            </a:r>
          </a:p>
          <a:p xmlns:a="http://schemas.openxmlformats.org/drawingml/2006/main">
            <a:r>
              <a:t/>
            </a:r>
          </a:p>
          <a:p xmlns:a="http://schemas.openxmlformats.org/drawingml/2006/main">
            <a: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p>
          <a:p xmlns:a="http://schemas.openxmlformats.org/drawingml/2006/main">
            <a:r>
              <a:t/>
            </a:r>
          </a:p>
          <a:p xmlns:a="http://schemas.openxmlformats.org/drawingml/2006/main">
            <a:r>
              <a:t/>
            </a:r>
          </a:p>
          <a:p xmlns:a="http://schemas.openxmlformats.org/drawingml/2006/main">
            <a:r>
              <a:t>### 3.4 측정 지표와 목표 근거</a:t>
            </a:r>
          </a:p>
          <a:p xmlns:a="http://schemas.openxmlformats.org/drawingml/2006/main">
            <a:r>
              <a:t/>
            </a:r>
          </a:p>
          <a:p xmlns:a="http://schemas.openxmlformats.org/drawingml/2006/main">
            <a:r>
              <a:t>ASR-QA-01 = 100 × 통과 조건 수 / 630. 목표가 98% 이상이므로 정답 최소 618개, 실패 최대 12개다. 필수 조건 오류 50개당 1개 이내라는 작성자 예산을 유지하고 변경된 분모에 맞춰 정수 문턱을 계산했다.</a:t>
            </a:r>
          </a:p>
          <a:p xmlns:a="http://schemas.openxmlformats.org/drawingml/2006/main">
            <a:r>
              <a:t/>
            </a:r>
          </a:p>
          <a:p xmlns:a="http://schemas.openxmlformats.org/drawingml/2006/main">
            <a: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p>
          <a:p xmlns:a="http://schemas.openxmlformats.org/drawingml/2006/main">
            <a:r>
              <a:t/>
            </a:r>
          </a:p>
          <a:p xmlns:a="http://schemas.openxmlformats.org/drawingml/2006/main">
            <a: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p>
          <a:p xmlns:a="http://schemas.openxmlformats.org/drawingml/2006/main">
            <a:r>
              <a:t/>
            </a:r>
          </a:p>
          <a:p xmlns:a="http://schemas.openxmlformats.org/drawingml/2006/main">
            <a:r>
              <a:t>### 3.5 차이 인정과 관찰 절차</a:t>
            </a:r>
          </a:p>
          <a:p xmlns:a="http://schemas.openxmlformats.org/drawingml/2006/main">
            <a:r>
              <a:t/>
            </a:r>
          </a:p>
          <a:p xmlns:a="http://schemas.openxmlformats.org/drawingml/2006/main">
            <a: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p>
          <a:p xmlns:a="http://schemas.openxmlformats.org/drawingml/2006/main">
            <a:r>
              <a:t/>
            </a:r>
          </a:p>
          <a:p xmlns:a="http://schemas.openxmlformats.org/drawingml/2006/main">
            <a: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p>
          <a:p xmlns:a="http://schemas.openxmlformats.org/drawingml/2006/main">
            <a:r>
              <a:t/>
            </a:r>
          </a:p>
          <a:p xmlns:a="http://schemas.openxmlformats.org/drawingml/2006/main">
            <a:r>
              <a:t>### 3.6 DP별 중요한 경로와 대등한 조건</a:t>
            </a:r>
          </a:p>
          <a:p xmlns:a="http://schemas.openxmlformats.org/drawingml/2006/main">
            <a:r>
              <a:t/>
            </a:r>
          </a:p>
          <a:p xmlns:a="http://schemas.openxmlformats.org/drawingml/2006/main">
            <a:r>
              <a:t>| DP | 활성화 사례 / 수치 관측 | 강한 반대안과 차이가 줄어드는 조건 |</a:t>
            </a:r>
          </a:p>
          <a:p xmlns:a="http://schemas.openxmlformats.org/drawingml/2006/main">
            <a:r>
              <a:t>| --- | --- | --- |</a:t>
            </a:r>
          </a:p>
          <a:p xmlns:a="http://schemas.openxmlformats.org/drawingml/2006/main">
            <a:r>
              <a:t>| 41 모델 조회/전체 결합 대 코드 해결 | S2-01/02/03/05,S3-02/03,S4-01,S6-01/02. C1~C4 오류, 추가 조회/해석 횟수와 latency/token | A도 구조화 출력/cache/부분수정, B도 추가 부분해석. 충분한 typed근거면 같은 의미/호출수 가능 |</a:t>
            </a:r>
          </a:p>
          <a:p xmlns:a="http://schemas.openxmlformats.org/drawingml/2006/main">
            <a: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p>
          <a:p xmlns:a="http://schemas.openxmlformats.org/drawingml/2006/main">
            <a:r>
              <a:t>| 44 중앙 continuation 대 연결된 Stage/window/join | S3-02,S4-01/02,S5-01/02/04. 회수/후속전이/queue/폐기/동시할당 | A도async/priority/병렬, B도join/credit/현재성 검사. 공통local stop는 대등 경로 |</a:t>
            </a:r>
          </a:p>
          <a:p xmlns:a="http://schemas.openxmlformats.org/drawingml/2006/main">
            <a: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p>
          <a:p xmlns:a="http://schemas.openxmlformats.org/drawingml/2006/main">
            <a:r>
              <a:t/>
            </a:r>
          </a:p>
          <a:p xmlns:a="http://schemas.openxmlformats.org/drawingml/2006/main">
            <a:r>
              <a:t>DP마다 최소 한 SENSITIVE경로를 공통 모집단에 포함했다. 실제 수치 차이가 나도록 보장한 것은 아니다. 지역 차이를 전 QA평균으로 재라벨하지 않으며 동일값/불확실/목표 미달도 보고한다.</a:t>
            </a:r>
          </a:p>
          <a:p xmlns:a="http://schemas.openxmlformats.org/drawingml/2006/main">
            <a:r>
              <a:t/>
            </a:r>
          </a:p>
          <a:p xmlns:a="http://schemas.openxmlformats.org/drawingml/2006/main">
            <a:r>
              <a:t/>
            </a:r>
          </a:p>
          <a:p xmlns:a="http://schemas.openxmlformats.org/drawingml/2006/main">
            <a:r>
              <a:t>ASR-QA-02 상호작용 응답시간</a:t>
            </a:r>
          </a:p>
          <a:p xmlns:a="http://schemas.openxmlformats.org/drawingml/2006/main">
            <a:r>
              <a:t>정의: 사용자 입력이나 업무 상태 변화에 VIA가 알맞은 답변이나 동작으로 반응하기까지 걸리는 시간 (예: VIA가 말하는 중 사용자 끼어들기 → 음성 재생 중단, Agent의 확인 질문 도착 → 사용자에게 질문 제시)</a:t>
            </a:r>
          </a:p>
          <a:p xmlns:a="http://schemas.openxmlformats.org/drawingml/2006/main">
            <a:r>
              <a:t>측정 지표: 평균 유효 반응시간(초) = 전 21개 사례의 지정 반응 27개 × 5회, 135관측</a:t>
            </a:r>
          </a:p>
          <a:p xmlns:a="http://schemas.openxmlformats.org/drawingml/2006/main">
            <a:r>
              <a:t>목표: 1.0초 이하, 모든 local stop 0.1초 이하</a:t>
            </a:r>
          </a:p>
          <a:p xmlns:a="http://schemas.openxmlformats.org/drawingml/2006/main">
            <a:r>
              <a:t>목표 근거: 대화 흐름 유지의 1초/즉각 제어 0.1초 참조. 일반 반응 2초 이내 ≥95%, 집중 도착 5초 이내, 미전달 0건. 모든 사례의 적용 경계를 대응표로 공개 (§4)</a:t>
            </a:r>
          </a:p>
          <a:p xmlns:a="http://schemas.openxmlformats.org/drawingml/2006/main">
            <a:r>
              <a:t>보호 조건: 일반 ≥100/105 ≤2초; 집중 30/30 ≤5초; stop ≤0.1초</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Qwen 공식 H20 속도 benchmark: https://qwen.readthedocs.io/en/latest/getting_started/speed_benchmark.html</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ASR-QA-03 VIA 요청 처리시간</a:t>
            </a:r>
          </a:p>
          <a:p xmlns:a="http://schemas.openxmlformats.org/drawingml/2006/main">
            <a:r>
              <a:t>정의: 요청 접수부터 최종 결과 전달까지, VIA의 처리와 대기로 걸리는 시간 (예: 보고서 작성 요청 → 요청 해석 → Agent에 작성 업무 인계 → 결과 수신 → 사용자에게 보고서 전달)</a:t>
            </a:r>
          </a:p>
          <a:p xmlns:a="http://schemas.openxmlformats.org/drawingml/2006/main">
            <a:r>
              <a:t>측정 지표: 평균 VIA 귀속 사이클 시간(초) = 사용자 목표가 있는 19개 × 5회, 95관측</a:t>
            </a:r>
          </a:p>
          <a:p xmlns:a="http://schemas.openxmlformats.org/drawingml/2006/main">
            <a:r>
              <a:t>목표: 10초 이하</a:t>
            </a:r>
          </a:p>
          <a:p xmlns:a="http://schemas.openxmlformats.org/drawingml/2006/main">
            <a:r>
              <a:t>목표 근거: 의미6 + 연결1 + 전달1 + 재검증2초의 작성자 예산. 15초 이내 ≥95%, 미전달 0건. Agent 발신 두 사례는 QA-02에 적용 (§4)</a:t>
            </a:r>
          </a:p>
          <a:p xmlns:a="http://schemas.openxmlformats.org/drawingml/2006/main">
            <a:r>
              <a:t>보호 조건: ≥91/95 ≤15초,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ASR-QA-04 VIA 모델 사용 비용</a:t>
            </a:r>
          </a:p>
          <a:p xmlns:a="http://schemas.openxmlformats.org/drawingml/2006/main">
            <a:r>
              <a:t>정의: 동일한 사용자 활동을 처리하는 동안 VIA의 음성/의미 모델 사용에 드는 금액</a:t>
            </a:r>
          </a:p>
          <a:p xmlns:a="http://schemas.openxmlformats.org/drawingml/2006/main">
            <a:r>
              <a:t>측정 지표: P21 1묶음 평균 총 모델 비용(USD/P21) = 동일 활동 5회 총액의 평균</a:t>
            </a:r>
          </a:p>
          <a:p xmlns:a="http://schemas.openxmlformats.org/drawingml/2006/main">
            <a:r>
              <a:t>목표: $0.50/P21 이하</a:t>
            </a:r>
          </a:p>
          <a:p xmlns:a="http://schemas.openxmlformats.org/drawingml/2006/main">
            <a:r>
              <a:t>목표 근거: 동일 21사례의 의미 62호출/음성 입력 50초/출력 179초 예산에서 신규 audio·Text 포함 기본 $0.351840, 이력 audio/추가생산/재시도 여유 $0.148160. 호출·출력은 작성자 가정이며 실제 사용량으로 대체 (§5)</a:t>
            </a:r>
          </a:p>
          <a:p xmlns:a="http://schemas.openxmlformats.org/drawingml/2006/main">
            <a:r>
              <a:t>보호 조건: 초기/재시도/폐기/배경/context 누락 없음</a:t>
            </a:r>
          </a:p>
          <a:p xmlns:a="http://schemas.openxmlformats.org/drawingml/2006/main">
            <a:r>
              <a:t>출처:</a:t>
            </a:r>
          </a:p>
          <a:p xmlns:a="http://schemas.openxmlformats.org/drawingml/2006/main">
            <a:r>
              <a:t>Alibaba Qwen Instruct-2507 공식 단가: https://docs.modelstudio.console.alibabacloud.com/en/model-studio/qwen3-30b-a3b-instruct-2507</a:t>
            </a:r>
          </a:p>
          <a:p xmlns:a="http://schemas.openxmlformats.org/drawingml/2006/main">
            <a:r>
              <a:t>OpenAI GPT Realtime 공식 단가: https://developers.openai.com/api/docs/models/gpt-realtime</a:t>
            </a:r>
          </a:p>
          <a:p xmlns:a="http://schemas.openxmlformats.org/drawingml/2006/main">
            <a:r>
              <a:t>OpenAI Realtime 청구: https://developers.openai.com/api/docs/guides/voice-latency-cost</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§5</a:t>
            </a:r>
          </a:p>
          <a:p xmlns:a="http://schemas.openxmlformats.org/drawingml/2006/main">
            <a:r>
              <a:t>모델 사용 비용</a:t>
            </a:r>
          </a:p>
          <a:p xmlns:a="http://schemas.openxmlformats.org/drawingml/2006/main">
            <a:r>
              <a:t/>
            </a:r>
          </a:p>
          <a:p xmlns:a="http://schemas.openxmlformats.org/drawingml/2006/main">
            <a:r>
              <a:t>### 5.1 정의와 대표 지표</a:t>
            </a:r>
          </a:p>
          <a:p xmlns:a="http://schemas.openxmlformats.org/drawingml/2006/main">
            <a:r>
              <a:t/>
            </a:r>
          </a:p>
          <a:p xmlns:a="http://schemas.openxmlformats.org/drawingml/2006/main">
            <a: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p>
          <a:p xmlns:a="http://schemas.openxmlformats.org/drawingml/2006/main">
            <a:r>
              <a:t/>
            </a:r>
          </a:p>
          <a:p xmlns:a="http://schemas.openxmlformats.org/drawingml/2006/main">
            <a:r>
              <a:t>### 5.2 같은 활동의 사용량과 산식</a:t>
            </a:r>
          </a:p>
          <a:p xmlns:a="http://schemas.openxmlformats.org/drawingml/2006/main">
            <a:r>
              <a:t/>
            </a:r>
          </a:p>
          <a:p xmlns:a="http://schemas.openxmlformats.org/drawingml/2006/main">
            <a: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p>
          <a:p xmlns:a="http://schemas.openxmlformats.org/drawingml/2006/main">
            <a:r>
              <a:t/>
            </a:r>
          </a:p>
          <a:p xmlns:a="http://schemas.openxmlformats.org/drawingml/2006/main">
            <a: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p>
          <a:p xmlns:a="http://schemas.openxmlformats.org/drawingml/2006/main">
            <a:r>
              <a:t/>
            </a:r>
          </a:p>
          <a:p xmlns:a="http://schemas.openxmlformats.org/drawingml/2006/main">
            <a:r>
              <a:t>### 5.3 목표값과 근거</a:t>
            </a:r>
          </a:p>
          <a:p xmlns:a="http://schemas.openxmlformats.org/drawingml/2006/main">
            <a:r>
              <a:t/>
            </a:r>
          </a:p>
          <a:p xmlns:a="http://schemas.openxmlformats.org/drawingml/2006/main">
            <a:r>
              <a:t>| P21 기준 계산 | USD |</a:t>
            </a:r>
          </a:p>
          <a:p xmlns:a="http://schemas.openxmlformats.org/drawingml/2006/main">
            <a:r>
              <a:t>| --- | --- |</a:t>
            </a:r>
          </a:p>
          <a:p xmlns:a="http://schemas.openxmlformats.org/drawingml/2006/main">
            <a:r>
              <a:t>| 의미62호출, 입력124,000/출력12,400 token | 0.034720 |</a:t>
            </a:r>
          </a:p>
          <a:p xmlns:a="http://schemas.openxmlformats.org/drawingml/2006/main">
            <a:r>
              <a:t>| GPT Realtime 신규 audio 입력50초/출력예산179초 | 0.245120 |</a:t>
            </a:r>
          </a:p>
          <a:p xmlns:a="http://schemas.openxmlformats.org/drawingml/2006/main">
            <a:r>
              <a:t>| GPT Realtime 청구 Text/context 입력10,000/출력2,000 token | 0.072000 |</a:t>
            </a:r>
          </a:p>
          <a:p xmlns:a="http://schemas.openxmlformats.org/drawingml/2006/main">
            <a:r>
              <a:t>| 신규 audio·청구 Text를 포함한 기본 소계 | **0.351840** |</a:t>
            </a:r>
          </a:p>
          <a:p xmlns:a="http://schemas.openxmlformats.org/drawingml/2006/main">
            <a:r>
              <a:t>| 이력 audio 재입력/추가생산/재시도 여유 | **0.148160** |</a:t>
            </a:r>
          </a:p>
          <a:p xmlns:a="http://schemas.openxmlformats.org/drawingml/2006/main">
            <a:r>
              <a:t>| 목표 | **0.50/P21** |</a:t>
            </a:r>
          </a:p>
          <a:p xmlns:a="http://schemas.openxmlformats.org/drawingml/2006/main">
            <a:r>
              <a:t/>
            </a:r>
          </a:p>
          <a:p xmlns:a="http://schemas.openxmlformats.org/drawingml/2006/main">
            <a: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p>
          <a:p xmlns:a="http://schemas.openxmlformats.org/drawingml/2006/main">
            <a:r>
              <a:t/>
            </a:r>
          </a:p>
          <a:p xmlns:a="http://schemas.openxmlformats.org/drawingml/2006/main">
            <a:r>
              <a:t>### 5.4 수치 차이와 민감도</a:t>
            </a:r>
          </a:p>
          <a:p xmlns:a="http://schemas.openxmlformats.org/drawingml/2006/main">
            <a:r>
              <a:t/>
            </a:r>
          </a:p>
          <a:p xmlns:a="http://schemas.openxmlformats.org/drawingml/2006/main">
            <a: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p>
          <a:p xmlns:a="http://schemas.openxmlformats.org/drawingml/2006/main">
            <a:r>
              <a:t/>
            </a:r>
          </a:p>
          <a:p xmlns:a="http://schemas.openxmlformats.org/drawingml/2006/main">
            <a:r>
              <a:t/>
            </a:r>
          </a:p>
          <a:p xmlns:a="http://schemas.openxmlformats.org/drawingml/2006/main">
            <a:r>
              <a:t>ASR-QA-05 VIA 변경 용이성</a:t>
            </a:r>
          </a:p>
          <a:p xmlns:a="http://schemas.openxmlformats.org/drawingml/2006/main">
            <a:r>
              <a:t>정의: 모델/Agent/정보원/기능 계약의 변화를 다른 사용자 기능을 유지하면서 수용하는 능력</a:t>
            </a:r>
          </a:p>
          <a:p xmlns:a="http://schemas.openxmlformats.org/drawingml/2006/main">
            <a:r>
              <a:t>측정 지표: 평균 변경 기능 책임 단위 수(개/과제) = 6개 변경의 고유 수정 책임 수 합/6</a:t>
            </a:r>
          </a:p>
          <a:p xmlns:a="http://schemas.openxmlformats.org/drawingml/2006/main">
            <a:r>
              <a:t>목표: 평균 3개 이하, 과제별5개 이하</a:t>
            </a:r>
          </a:p>
          <a:p xmlns:a="http://schemas.openxmlformats.org/drawingml/2006/main">
            <a:r>
              <a:t>목표 근거: adapter/생산/소비 약3개 책임에 일상 변경을 국소화. 동일 U01~18 registry와 기존 기능/권한/P21 회귀 유지 (§6)</a:t>
            </a:r>
          </a:p>
          <a:p xmlns:a="http://schemas.openxmlformats.org/drawingml/2006/main">
            <a:r>
              <a:t>보호 조건: 과제별 ≤5개, 6개 완료/필수 회귀 충족</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§6</a:t>
            </a:r>
          </a:p>
          <a:p xmlns:a="http://schemas.openxmlformats.org/drawingml/2006/main">
            <a:r>
              <a:t>변경 용이성</a:t>
            </a:r>
          </a:p>
          <a:p xmlns:a="http://schemas.openxmlformats.org/drawingml/2006/main">
            <a:r>
              <a:t/>
            </a:r>
          </a:p>
          <a:p xmlns:a="http://schemas.openxmlformats.org/drawingml/2006/main">
            <a:r>
              <a:t>**관리 ID: ASR-QA-05 — VIA 변경 용이성.**</a:t>
            </a:r>
          </a:p>
          <a:p xmlns:a="http://schemas.openxmlformats.org/drawingml/2006/main">
            <a:r>
              <a:t/>
            </a:r>
          </a:p>
          <a:p xmlns:a="http://schemas.openxmlformats.org/drawingml/2006/main">
            <a:r>
              <a:t>### 6.1 정의와 대표 지표</a:t>
            </a:r>
          </a:p>
          <a:p xmlns:a="http://schemas.openxmlformats.org/drawingml/2006/main">
            <a:r>
              <a:t/>
            </a:r>
          </a:p>
          <a:p xmlns:a="http://schemas.openxmlformats.org/drawingml/2006/main">
            <a: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p>
          <a:p xmlns:a="http://schemas.openxmlformats.org/drawingml/2006/main">
            <a:r>
              <a:t/>
            </a:r>
          </a:p>
          <a:p xmlns:a="http://schemas.openxmlformats.org/drawingml/2006/main">
            <a:r>
              <a:t>```text</a:t>
            </a:r>
          </a:p>
          <a:p xmlns:a="http://schemas.openxmlformats.org/drawingml/2006/main">
            <a:r>
              <a:t>u_j = 과제 M-j에서 실제로 수정해야 하는 고유 책임 단위 ID의 수</a:t>
            </a:r>
          </a:p>
          <a:p xmlns:a="http://schemas.openxmlformats.org/drawingml/2006/main">
            <a:r>
              <a:t>ASR-QA-05 = (u_1 + ... + u_6) / 6, 낮을수록 좋음</a:t>
            </a:r>
          </a:p>
          <a:p xmlns:a="http://schemas.openxmlformats.org/drawingml/2006/main">
            <a:r>
              <a:t>```</a:t>
            </a:r>
          </a:p>
          <a:p xmlns:a="http://schemas.openxmlformats.org/drawingml/2006/main">
            <a:r>
              <a:t/>
            </a:r>
          </a:p>
          <a:p xmlns:a="http://schemas.openxmlformats.org/drawingml/2006/main">
            <a: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p>
          <a:p xmlns:a="http://schemas.openxmlformats.org/drawingml/2006/main">
            <a:r>
              <a:t/>
            </a:r>
          </a:p>
          <a:p xmlns:a="http://schemas.openxmlformats.org/drawingml/2006/main">
            <a:r>
              <a:t>### 6.2 공통 변경 책임 registry</a:t>
            </a:r>
          </a:p>
          <a:p xmlns:a="http://schemas.openxmlformats.org/drawingml/2006/main">
            <a:r>
              <a:t/>
            </a:r>
          </a:p>
          <a:p xmlns:a="http://schemas.openxmlformats.org/drawingml/2006/main">
            <a:r>
              <a:t>동일한 기능 책임을 A/B에서 같은 ID에 대응한다. 이 단위는 아키텍처 비교의 채점 단위이며 기존 정식 Component 명칭을 대체하는 새 Component/Module 이름이 아니다.</a:t>
            </a:r>
          </a:p>
          <a:p xmlns:a="http://schemas.openxmlformats.org/drawingml/2006/main">
            <a:r>
              <a:t/>
            </a:r>
          </a:p>
          <a:p xmlns:a="http://schemas.openxmlformats.org/drawingml/2006/main">
            <a:r>
              <a:t>| ID | 수정 여부를 검사하는 책임 | 실제 owner/경로 |</a:t>
            </a:r>
          </a:p>
          <a:p xmlns:a="http://schemas.openxmlformats.org/drawingml/2006/main">
            <a:r>
              <a:t>| --- | --- | --- |</a:t>
            </a:r>
          </a:p>
          <a:p xmlns:a="http://schemas.openxmlformats.org/drawingml/2006/main">
            <a:r>
              <a:t>| U01 | 자연어 의미 생산 prompt/해석 규칙 | Request Interpreter의 A 모델 제어 또는 B frame/부분 해석 |</a:t>
            </a:r>
          </a:p>
          <a:p xmlns:a="http://schemas.openxmlformats.org/drawingml/2006/main">
            <a:r>
              <a:t>| U02 | 유한 표현의 dispatch/항목 해결/코드 결합 | 41B Request Resolution Engine. A에 같은 코드 책임이 없으면 변경 0 |</a:t>
            </a:r>
          </a:p>
          <a:p xmlns:a="http://schemas.openxmlformats.org/drawingml/2006/main">
            <a:r>
              <a:t>| U03 | 의미/frame/조건 표현의 공통 검증 계약 | Request Interpreter의 공통 의미 제안 검증기와 해당 schema |</a:t>
            </a:r>
          </a:p>
          <a:p xmlns:a="http://schemas.openxmlformats.org/drawingml/2006/main">
            <a:r>
              <a:t>| U04 | 요청 채택/질문 focus/입력 hold 규칙 | Request Controller |</a:t>
            </a:r>
          </a:p>
          <a:p xmlns:a="http://schemas.openxmlformats.org/drawingml/2006/main">
            <a:r>
              <a:t>| U05 | 입력/전달 시각과 실제 재생 제어 | Interaction Manager |</a:t>
            </a:r>
          </a:p>
          <a:p xmlns:a="http://schemas.openxmlformats.org/drawingml/2006/main">
            <a:r>
              <a:t>| U06 | 응답 내용/게시/실제 전달 원장 | Response Manager |</a:t>
            </a:r>
          </a:p>
          <a:p xmlns:a="http://schemas.openxmlformats.org/drawingml/2006/main">
            <a:r>
              <a:t>| U07 | Task/Execution/업무 명령/질문 현재성 | Task Manager |</a:t>
            </a:r>
          </a:p>
          <a:p xmlns:a="http://schemas.openxmlformats.org/drawingml/2006/main">
            <a:r>
              <a:t>| U08 | 중앙 continuation 또는 Stage/window 흐름 | Request Controller의 44A/B 진행 경로 |</a:t>
            </a:r>
          </a:p>
          <a:p xmlns:a="http://schemas.openxmlformats.org/drawingml/2006/main">
            <a:r>
              <a:t>| U09 | 근거 source adapter와 정규 원본 port | Context Manager |</a:t>
            </a:r>
          </a:p>
          <a:p xmlns:a="http://schemas.openxmlformats.org/drawingml/2006/main">
            <a:r>
              <a:t>| U10 | 요청별 원본 조합/검색/cache 의미 | 45A Context Composer |</a:t>
            </a:r>
          </a:p>
          <a:p xmlns:a="http://schemas.openxmlformats.org/drawingml/2006/main">
            <a:r>
              <a:t>| U11 | 공통 과거 관계 생산/coverage/무효화 | 45B Memory Publisher |</a:t>
            </a:r>
          </a:p>
          <a:p xmlns:a="http://schemas.openxmlformats.org/drawingml/2006/main">
            <a:r>
              <a:t>| U12 | 게시 관계 조회/부분 범위 보완 | 45B Evidence Reader |</a:t>
            </a:r>
          </a:p>
          <a:p xmlns:a="http://schemas.openxmlformats.org/drawingml/2006/main">
            <a:r>
              <a:t>| U13 | 대화↔업무 명령/접수/반영 계약 | 42A 내부 공동 확정 또는 42B 독립 hand-off |</a:t>
            </a:r>
          </a:p>
          <a:p xmlns:a="http://schemas.openxmlformats.org/drawingml/2006/main">
            <a:r>
              <a:t>| U14 | 저장 schema/이행/복원 | State Store와 해당 논리 owner |</a:t>
            </a:r>
          </a:p>
          <a:p xmlns:a="http://schemas.openxmlformats.org/drawingml/2006/main">
            <a:r>
              <a:t>| U15 | cloud provider wire/usage/중단 adapter | Model Access |</a:t>
            </a:r>
          </a:p>
          <a:p xmlns:a="http://schemas.openxmlformats.org/drawingml/2006/main">
            <a:r>
              <a:t>| U16 | 외부 Agent protocol/capability adapter | Agent Gateway |</a:t>
            </a:r>
          </a:p>
          <a:p xmlns:a="http://schemas.openxmlformats.org/drawingml/2006/main">
            <a:r>
              <a:t>| U17 | 허용/동의/삭제 정책의 판정 | Policy Manager |</a:t>
            </a:r>
          </a:p>
          <a:p xmlns:a="http://schemas.openxmlformats.org/drawingml/2006/main">
            <a:r>
              <a:t>| U18 | 삭제/정정의 소비자 파생물 처리 계약 | 해당 cache/게시/Context owner. 동일 U10~12 내부 수정이면 그 단위만 세고 U18 중복 금지 |</a:t>
            </a:r>
          </a:p>
          <a:p xmlns:a="http://schemas.openxmlformats.org/drawingml/2006/main">
            <a:r>
              <a:t/>
            </a:r>
          </a:p>
          <a:p xmlns:a="http://schemas.openxmlformats.org/drawingml/2006/main">
            <a: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p>
          <a:p xmlns:a="http://schemas.openxmlformats.org/drawingml/2006/main">
            <a:r>
              <a:t/>
            </a:r>
          </a:p>
          <a:p xmlns:a="http://schemas.openxmlformats.org/drawingml/2006/main">
            <a:r>
              <a:t>### 6.3 여섯 변경 과제의 입력과 완료 조건</a:t>
            </a:r>
          </a:p>
          <a:p xmlns:a="http://schemas.openxmlformats.org/drawingml/2006/main">
            <a:r>
              <a:t/>
            </a:r>
          </a:p>
          <a:p xmlns:a="http://schemas.openxmlformats.org/drawingml/2006/main">
            <a:r>
              <a:t>| 과제 | 고정한 변경 요구 | 완료 판별과 필수 회귀 |</a:t>
            </a:r>
          </a:p>
          <a:p xmlns:a="http://schemas.openxmlformats.org/drawingml/2006/main">
            <a:r>
              <a:t>| --- | --- | --- |</a:t>
            </a:r>
          </a:p>
          <a:p xmlns:a="http://schemas.openxmlformats.org/drawingml/2006/main">
            <a: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p>
          <a:p xmlns:a="http://schemas.openxmlformats.org/drawingml/2006/main">
            <a:r>
              <a:t>| M-02 Agent protocol 교체 | 메일 Agent의 submit/cancel wire envelope와 receipt format 변경. 접수/미확인/완료의 상위 의미는 유지 | 같은 command ID/중복/취소/역순 event oracle 유지. Gateway 정규화로 끝나는 변경이면 U16만 수정 |</a:t>
            </a:r>
          </a:p>
          <a:p xmlns:a="http://schemas.openxmlformats.org/drawingml/2006/main">
            <a:r>
              <a:t>| M-03 Context source 교체 | 일정 source의 필드명/타임존 envelope 변경, 정규 시간/version/권한 port는 동일 | S3-03의 최신 BUSY/대체 시간/조건적 생성 금지 동일. U09에서 흡수 가능한 strong A/B 허용 |</a:t>
            </a:r>
          </a:p>
          <a:p xmlns:a="http://schemas.openxmlformats.org/drawingml/2006/main">
            <a: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p>
          <a:p xmlns:a="http://schemas.openxmlformats.org/drawingml/2006/main">
            <a: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p>
          <a:p xmlns:a="http://schemas.openxmlformats.org/drawingml/2006/main">
            <a: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p>
          <a:p xmlns:a="http://schemas.openxmlformats.org/drawingml/2006/main">
            <a:r>
              <a:t/>
            </a:r>
          </a:p>
          <a:p xmlns:a="http://schemas.openxmlformats.org/drawingml/2006/main">
            <a: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p>
          <a:p xmlns:a="http://schemas.openxmlformats.org/drawingml/2006/main">
            <a:r>
              <a:t/>
            </a:r>
          </a:p>
          <a:p xmlns:a="http://schemas.openxmlformats.org/drawingml/2006/main">
            <a:r>
              <a:t>### 6.4 목표와 과제 근거</a:t>
            </a:r>
          </a:p>
          <a:p xmlns:a="http://schemas.openxmlformats.org/drawingml/2006/main">
            <a:r>
              <a:t/>
            </a:r>
          </a:p>
          <a:p xmlns:a="http://schemas.openxmlformats.org/drawingml/2006/main">
            <a: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p>
          <a:p xmlns:a="http://schemas.openxmlformats.org/drawingml/2006/main">
            <a:r>
              <a:t/>
            </a:r>
          </a:p>
          <a:p xmlns:a="http://schemas.openxmlformats.org/drawingml/2006/main">
            <a: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p>
          <a:p xmlns:a="http://schemas.openxmlformats.org/drawingml/2006/main">
            <a:r>
              <a:t/>
            </a:r>
          </a:p>
          <a:p xmlns:a="http://schemas.openxmlformats.org/drawingml/2006/main">
            <a: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p>
          <a:p xmlns:a="http://schemas.openxmlformats.org/drawingml/2006/main">
            <a:r>
              <a:t/>
            </a:r>
          </a:p>
          <a:p xmlns:a="http://schemas.openxmlformats.org/drawingml/2006/main">
            <a:r>
              <a:t>### 6.5 수행 절차와 DP 영향</a:t>
            </a:r>
          </a:p>
          <a:p xmlns:a="http://schemas.openxmlformats.org/drawingml/2006/main">
            <a:r>
              <a:t/>
            </a:r>
          </a:p>
          <a:p xmlns:a="http://schemas.openxmlformats.org/drawingml/2006/main">
            <a:r>
              <a:t>1. 동일 후보 설명/계약 snapshot과 registry를 고정하고 여섯 과제를 각각 원래 snapshot에서 시작한다. M-01 완료 결과를 M-02의 기본 구조로 누적하지 않는다.</a:t>
            </a:r>
          </a:p>
          <a:p xmlns:a="http://schemas.openxmlformats.org/drawingml/2006/main">
            <a:r>
              <a:t>2. 요구를 충족하는 최소한의 강한 수정안을 작성한다. A의 내부 API/cache/부분 갱신, B의 안정된 schema/독립 owner를 허용한다. 작업량을 늘리는 불필요한 재설계는 세지 않는다.</a:t>
            </a:r>
          </a:p>
          <a:p xmlns:a="http://schemas.openxmlformats.org/drawingml/2006/main">
            <a:r>
              <a:t>3. U01~18 각각에 `CHANGED 또는 UNCHANGED, 이유, 변경 전/후 계약, patch/evidence_ref`를 채운다. 비참여 단위도 공란 대신 동일 계약 유지 이유를 기록한다.</a:t>
            </a:r>
          </a:p>
          <a:p xmlns:a="http://schemas.openxmlformats.org/drawingml/2006/main">
            <a:r>
              <a:t>4. 완료 oracle와 기존 정답/시간/권한/중복 회귀를 검사한다. 설계 patch는 계약과 사건 walkthrough로 검토하고 구현 patch는 해당 실행 검사를 병기한다. 두 증거 수준을 섞지 않는다.</a:t>
            </a:r>
          </a:p>
          <a:p xmlns:a="http://schemas.openxmlformats.org/drawingml/2006/main">
            <a:r>
              <a:t>5. 여섯 변경 집합/개수와 평균, 최대값을 보고한다. 변경량과 별도로 이행/배포/검증 부담을 서술한다.</a:t>
            </a:r>
          </a:p>
          <a:p xmlns:a="http://schemas.openxmlformats.org/drawingml/2006/main">
            <a:r>
              <a:t/>
            </a:r>
          </a:p>
          <a:p xmlns:a="http://schemas.openxmlformats.org/drawingml/2006/main">
            <a: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p>
          <a:p xmlns:a="http://schemas.openxmlformats.org/drawingml/2006/main">
            <a:r>
              <a:t/>
            </a:r>
          </a:p>
          <a:p xmlns:a="http://schemas.openxmlformats.org/drawingml/2006/main">
            <a:r>
              <a:t>#### M-06 추가 기능 회귀: 명시적 선호 등록</a:t>
            </a:r>
          </a:p>
          <a:p xmlns:a="http://schemas.openxmlformats.org/drawingml/2006/main">
            <a:r>
              <a:t/>
            </a:r>
          </a:p>
          <a:p xmlns:a="http://schemas.openxmlformats.org/drawingml/2006/main">
            <a:r>
              <a:t>S1-03은 대표 묶음에서 제외했지만 필수 User Memory 기능을 삭제하지 않는다. M-06 변경 전후에 아래 원본 등록 oracle와 철회·삭제 회귀를 확인한다. P21 정확성 분모에는 중복 가산하지 않는다.</a:t>
            </a:r>
          </a:p>
          <a:p xmlns:a="http://schemas.openxmlformats.org/drawingml/2006/main">
            <a:r>
              <a:t/>
            </a:r>
          </a:p>
          <a:p xmlns:a="http://schemas.openxmlformats.org/drawingml/2006/main">
            <a:r>
              <a:t>**초기 상황:** User Memory에는 비교 형식 선호가 없다. 기존 M언어는 “설명 언어=한국어”이며 변경 대상이 아니다. 사용자의 명시적 장기 선호 등록을 VIA 내부에 저장하는 권한은 허용된다.</a:t>
            </a:r>
          </a:p>
          <a:p xmlns:a="http://schemas.openxmlformats.org/drawingml/2006/main">
            <a:r>
              <a:t/>
            </a:r>
          </a:p>
          <a:p xmlns:a="http://schemas.openxmlformats.org/drawingml/2006/main">
            <a:r>
              <a:t>**입력:** “앞으로 비교 결과는 표로 보여주는 걸 선호한다고 기억해줘.”</a:t>
            </a:r>
          </a:p>
          <a:p xmlns:a="http://schemas.openxmlformats.org/drawingml/2006/main">
            <a:r>
              <a:t/>
            </a:r>
          </a:p>
          <a:p xmlns:a="http://schemas.openxmlformats.org/drawingml/2006/main">
            <a:r>
              <a:t>**사건 순서:** E0: 발화 0~3초. E1: 저장 뒤 공통 User Memory 조회 port로 사용자/적용 범위/값을 확인한다. 외부 Agent 사건이나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목표=지속적인 비교 결과 형식 선호 등록. 일회성 표 응답이나 외부 문서 작성으로 바꾸지 않는다. |</a:t>
            </a:r>
          </a:p>
          <a:p xmlns:a="http://schemas.openxmlformats.org/drawingml/2006/main">
            <a:r>
              <a:t>| C2 대상/근거 | 근거=이번 발화. 선호의 대상=비교 결과, 형식=표. 다른 사용자의 Memory를 사용하지 않는다. |</a:t>
            </a:r>
          </a:p>
          <a:p xmlns:a="http://schemas.openxmlformats.org/drawingml/2006/main">
            <a:r>
              <a:t>| C3 대화/업무 연결 | 현재 사용자/설정 관리에 연결. 새 외부 업무나 T보호 연결 없음. |</a:t>
            </a:r>
          </a:p>
          <a:p xmlns:a="http://schemas.openxmlformats.org/drawingml/2006/main">
            <a:r>
              <a:t>| C4 조건/변경 범위 | 지속 범위=이 사용자의 향후 비교 결과. 모든 답변을 표로 제한하거나 M언어를 변경하지 않는다. |</a:t>
            </a:r>
          </a:p>
          <a:p xmlns:a="http://schemas.openxmlformats.org/drawingml/2006/main">
            <a:r>
              <a:t>| C5 실제 효과/상태 | 공통 조회에서 비교 결과 형식 선호=표가 확인된다. 중복/다른 선호 변경과 외부 Action=0. |</a:t>
            </a:r>
          </a:p>
          <a:p xmlns:a="http://schemas.openxmlformats.org/drawingml/2006/main">
            <a:r>
              <a:t>| C6 응답/실제 전달 | 필수 사실=“비교 결과는 표로 보여주는 선호를 기억했다”. 모든 답변/다른 사용자에 적용했다고 말하면 실패. |</a:t>
            </a:r>
          </a:p>
          <a:p xmlns:a="http://schemas.openxmlformats.org/drawingml/2006/main">
            <a:r>
              <a:t/>
            </a:r>
          </a:p>
          <a:p xmlns:a="http://schemas.openxmlformats.org/drawingml/2006/main">
            <a:r>
              <a:t/>
            </a:r>
          </a:p>
          <a:p xmlns:a="http://schemas.openxmlformats.org/drawingml/2006/main">
            <a:r>
              <a:t>ASR-QA-06 로컬 VIA 메모리 사용량</a:t>
            </a:r>
          </a:p>
          <a:p xmlns:a="http://schemas.openxmlformats.org/drawingml/2006/main">
            <a:r>
              <a:t>정의: 동일한 활동과 동시 부하에서 VIA가 로컬 PC에 할당해 유지하는 메모리의 최대량</a:t>
            </a:r>
          </a:p>
          <a:p xmlns:a="http://schemas.openxmlformats.org/drawingml/2006/main">
            <a:r>
              <a:t>측정 지표: 최대 전체 commit 메모리(MiB) = 동일 P21 5회 중 전체 process/고유 공유 allocation 동시 합 최대</a:t>
            </a:r>
          </a:p>
          <a:p xmlns:a="http://schemas.openxmlformats.org/drawingml/2006/main">
            <a:r>
              <a:t>목표: 4,096MiB(4GiB) 이하</a:t>
            </a:r>
          </a:p>
          <a:p xmlns:a="http://schemas.openxmlformats.org/drawingml/2006/main">
            <a:r>
              <a:t>목표 근거: 32GB급 Windows PC의 OS8/업무앱16/VIA4/여유4GiB 계획. 공통 allocation1792 + 추가여유2304MiB, 실제 RAM residency와 구별 (§7)</a:t>
            </a:r>
          </a:p>
          <a:p xmlns:a="http://schemas.openxmlformats.org/drawingml/2006/main">
            <a:r>
              <a:t>보호 조건: working-set ≤6GiB, 유휴 증가 ≤16MiB</a:t>
            </a:r>
          </a:p>
          <a:p xmlns:a="http://schemas.openxmlformats.org/drawingml/2006/main">
            <a:r>
              <a:t>출처:</a:t>
            </a:r>
          </a:p>
          <a:p xmlns:a="http://schemas.openxmlformats.org/drawingml/2006/main">
            <a:r>
              <a:t>Samsung NP960UJH-XG3IN 공식 사양: https://www.samsung.com/in/computers/galaxy-book/galaxy-book6-ultra-ultra-7-32gb-1tb-np960ujh-xg3in/</a:t>
            </a:r>
          </a:p>
          <a:p xmlns:a="http://schemas.openxmlformats.org/drawingml/2006/main">
            <a:r>
              <a:t>Microsoft PrivateUsage/commit 정의: https://learn.microsoft.com/en-us/windows/win32/api/psapi/ns-psapi-process_memory_counters_ex</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§7</a:t>
            </a:r>
          </a:p>
          <a:p xmlns:a="http://schemas.openxmlformats.org/drawingml/2006/main">
            <a:r>
              <a:t>메모리 사용량</a:t>
            </a:r>
          </a:p>
          <a:p xmlns:a="http://schemas.openxmlformats.org/drawingml/2006/main">
            <a:r>
              <a:t/>
            </a:r>
          </a:p>
          <a:p xmlns:a="http://schemas.openxmlformats.org/drawingml/2006/main">
            <a:r>
              <a:t>### 7.1 정의와 관측</a:t>
            </a:r>
          </a:p>
          <a:p xmlns:a="http://schemas.openxmlformats.org/drawingml/2006/main">
            <a:r>
              <a:t/>
            </a:r>
          </a:p>
          <a:p xmlns:a="http://schemas.openxmlformats.org/drawingml/2006/main">
            <a: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p>
          <a:p xmlns:a="http://schemas.openxmlformats.org/drawingml/2006/main">
            <a:r>
              <a:t/>
            </a:r>
          </a:p>
          <a:p xmlns:a="http://schemas.openxmlformats.org/drawingml/2006/main">
            <a:r>
              <a:t>### 7.2 공통 사용량과 단일 반복</a:t>
            </a:r>
          </a:p>
          <a:p xmlns:a="http://schemas.openxmlformats.org/drawingml/2006/main">
            <a:r>
              <a:t/>
            </a:r>
          </a:p>
          <a:p xmlns:a="http://schemas.openxmlformats.org/drawingml/2006/main">
            <a: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p>
          <a:p xmlns:a="http://schemas.openxmlformats.org/drawingml/2006/main">
            <a:r>
              <a:t/>
            </a:r>
          </a:p>
          <a:p xmlns:a="http://schemas.openxmlformats.org/drawingml/2006/main">
            <a:r>
              <a:t>### 7.3 목표값과 장치/과제 근거</a:t>
            </a:r>
          </a:p>
          <a:p xmlns:a="http://schemas.openxmlformats.org/drawingml/2006/main">
            <a:r>
              <a:t/>
            </a:r>
          </a:p>
          <a:p xmlns:a="http://schemas.openxmlformats.org/drawingml/2006/main">
            <a: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p>
          <a:p xmlns:a="http://schemas.openxmlformats.org/drawingml/2006/main">
            <a:r>
              <a:t/>
            </a:r>
          </a:p>
          <a:p xmlns:a="http://schemas.openxmlformats.org/drawingml/2006/main">
            <a: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p>
          <a:p xmlns:a="http://schemas.openxmlformats.org/drawingml/2006/main">
            <a:r>
              <a:t/>
            </a:r>
          </a:p>
          <a:p xmlns:a="http://schemas.openxmlformats.org/drawingml/2006/main">
            <a:r>
              <a:t>| 설명용 동시 할당 예산 | MiB | 포함할 것 |</a:t>
            </a:r>
          </a:p>
          <a:p xmlns:a="http://schemas.openxmlformats.org/drawingml/2006/main">
            <a:r>
              <a:t>| --- | --- | --- |</a:t>
            </a:r>
          </a:p>
          <a:p xmlns:a="http://schemas.openxmlformats.org/drawingml/2006/main">
            <a:r>
              <a:t>| UI/Core/runtime 기본 | 512 | process heap/언어 runtime/화면 UI |</a:t>
            </a:r>
          </a:p>
          <a:p xmlns:a="http://schemas.openxmlformats.org/drawingml/2006/main">
            <a:r>
              <a:t>| capture/전달 buffer | 512 | 같은 원본 보관/복사/전사/audio |</a:t>
            </a:r>
          </a:p>
          <a:p xmlns:a="http://schemas.openxmlformats.org/drawingml/2006/main">
            <a:r>
              <a:t>| 원문 Context/cache | 256 | source 발췌/현재/준비된 과거 |</a:t>
            </a:r>
          </a:p>
          <a:p xmlns:a="http://schemas.openxmlformats.org/drawingml/2006/main">
            <a:r>
              <a:t>| Task/요청/전달 상태 | 128 | 활성 상태와 pending 질문/receipt |</a:t>
            </a:r>
          </a:p>
          <a:p xmlns:a="http://schemas.openxmlformats.org/drawingml/2006/main">
            <a:r>
              <a:t>| DB/cache/영속 읽기 buffer | 128 | 디스크 DB bytes와 구별 |</a:t>
            </a:r>
          </a:p>
          <a:p xmlns:a="http://schemas.openxmlformats.org/drawingml/2006/main">
            <a:r>
              <a:t>| cloud call 임시 상태 | 64 | 최대 4호출 × 16MiB의 가정 |</a:t>
            </a:r>
          </a:p>
          <a:p xmlns:a="http://schemas.openxmlformats.org/drawingml/2006/main">
            <a:r>
              <a:t>| queue/직렬화/동시 burst | 128 | 제한 inbox/outbox/결과 copy |</a:t>
            </a:r>
          </a:p>
          <a:p xmlns:a="http://schemas.openxmlformats.org/drawingml/2006/main">
            <a:r>
              <a:t>| VAD/연동 helper 여유 | 64 | 실제 learned helper weights 있으면 그 안에 계상 |</a:t>
            </a:r>
          </a:p>
          <a:p xmlns:a="http://schemas.openxmlformats.org/drawingml/2006/main">
            <a:r>
              <a:t>| 기본 합계 | **1,792** | 위 항목들의 동시 상한 예시 |</a:t>
            </a:r>
          </a:p>
          <a:p xmlns:a="http://schemas.openxmlformats.org/drawingml/2006/main">
            <a:r>
              <a:t>| DP 추가 상태/큰 Context/변동 여유 | **2,304** | 4,096에서 남는 예산. 실제 측정값 아님 |</a:t>
            </a:r>
          </a:p>
          <a:p xmlns:a="http://schemas.openxmlformats.org/drawingml/2006/main">
            <a:r>
              <a:t/>
            </a:r>
          </a:p>
          <a:p xmlns:a="http://schemas.openxmlformats.org/drawingml/2006/main">
            <a: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p>
          <a:p xmlns:a="http://schemas.openxmlformats.org/drawingml/2006/main">
            <a:r>
              <a:t/>
            </a:r>
          </a:p>
          <a:p xmlns:a="http://schemas.openxmlformats.org/drawingml/2006/main">
            <a:r>
              <a:t>### 7.4 차이 기준과 자원 판정</a:t>
            </a:r>
          </a:p>
          <a:p xmlns:a="http://schemas.openxmlformats.org/drawingml/2006/main">
            <a:r>
              <a:t/>
            </a:r>
          </a:p>
          <a:p xmlns:a="http://schemas.openxmlformats.org/drawingml/2006/main">
            <a: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ASR-QA-01 요청 처리 정확성</a:t>
            </a:r>
          </a:p>
          <a:p xmlns:a="http://schemas.openxmlformats.org/drawingml/2006/main">
            <a:r>
              <a:t>정의: 사용자의 의도와 확인된 사실에 맞게 요청을 처리하는 능력</a:t>
            </a:r>
          </a:p>
          <a:p xmlns:a="http://schemas.openxmlformats.org/drawingml/2006/main">
            <a:r>
              <a:t>측정 지표: 필수 정답 조건 충족률(%) = P21의 21개 × 5회 × C1~C6, 630조건</a:t>
            </a:r>
          </a:p>
          <a:p xmlns:a="http://schemas.openxmlformats.org/drawingml/2006/main">
            <a:r>
              <a:t>목표: 98% 이상, 정답 618/630 이상</a:t>
            </a:r>
          </a:p>
          <a:p xmlns:a="http://schemas.openxmlformats.org/drawingml/2006/main">
            <a:r>
              <a:t>목표 근거: 조건 오류 50개당 1개 이내. 전체 시나리오/상황군/조건 유형 ≥95%, 필수 위반 0건. 재사용·동시 부하·최종 tail도 채점 (§3)</a:t>
            </a:r>
          </a:p>
          <a:p xmlns:a="http://schemas.openxmlformats.org/drawingml/2006/main">
            <a:r>
              <a:t>보호 조건: 전체/S/C ≥95%, 필수 위반 0건</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§3</a:t>
            </a:r>
          </a:p>
          <a:p xmlns:a="http://schemas.openxmlformats.org/drawingml/2006/main">
            <a:r>
              <a:t>정확성</a:t>
            </a:r>
          </a:p>
          <a:p xmlns:a="http://schemas.openxmlformats.org/drawingml/2006/main">
            <a:r>
              <a:t/>
            </a:r>
          </a:p>
          <a:p xmlns:a="http://schemas.openxmlformats.org/drawingml/2006/main">
            <a:r>
              <a:t>### 3.1 정의와 평가 범위</a:t>
            </a:r>
          </a:p>
          <a:p xmlns:a="http://schemas.openxmlformats.org/drawingml/2006/main">
            <a:r>
              <a:t/>
            </a:r>
          </a:p>
          <a:p xmlns:a="http://schemas.openxmlformats.org/drawingml/2006/main">
            <a: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p>
          <a:p xmlns:a="http://schemas.openxmlformats.org/drawingml/2006/main">
            <a:r>
              <a:t/>
            </a:r>
          </a:p>
          <a:p xmlns:a="http://schemas.openxmlformats.org/drawingml/2006/main">
            <a:r>
              <a:t>### 3.2 사례 선정과 QA 대응표</a:t>
            </a:r>
          </a:p>
          <a:p xmlns:a="http://schemas.openxmlformats.org/drawingml/2006/main">
            <a:r>
              <a:t/>
            </a:r>
          </a:p>
          <a:p xmlns:a="http://schemas.openxmlformats.org/drawingml/2006/main">
            <a:r>
              <a:t>#### 3.2.1 선정 근거, 중복과 누락 검토</a:t>
            </a:r>
          </a:p>
          <a:p xmlns:a="http://schemas.openxmlformats.org/drawingml/2006/main">
            <a:r>
              <a:t/>
            </a:r>
          </a:p>
          <a:p xmlns:a="http://schemas.openxmlformats.org/drawingml/2006/main">
            <a: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p>
          <a:p xmlns:a="http://schemas.openxmlformats.org/drawingml/2006/main">
            <a:r>
              <a:t/>
            </a:r>
          </a:p>
          <a:p xmlns:a="http://schemas.openxmlformats.org/drawingml/2006/main">
            <a:r>
              <a:t>| 상황군 | 사례 수 | 해당 수의 근거 / 기존 검토 |</a:t>
            </a:r>
          </a:p>
          <a:p xmlns:a="http://schemas.openxmlformats.org/drawingml/2006/main">
            <a:r>
              <a:t>| --- | --- | --- |</a:t>
            </a:r>
          </a:p>
          <a:p xmlns:a="http://schemas.openxmlformats.org/drawingml/2006/main">
            <a:r>
              <a:t>| S1 명시적 기본 요청 | 2 | 직접/위임 기준 경로. 신규 선호 등록 S1-03은 네 DP의 중요한 인과를 추가하지 않아 대표 묶음에서 제외하고 M06 기능 회귀에 보존 |</a:t>
            </a:r>
          </a:p>
          <a:p xmlns:a="http://schemas.openxmlformats.org/drawingml/2006/main">
            <a:r>
              <a:t>| S2 지칭/근거 연결 | 5 | 현재 복수 지칭, 교차원본/예외, 과거version, 유효 재사용, 새 원본 첫 사용은 서로 다른 조회/생산/검증 비용. 41/45 민감 |</a:t>
            </a:r>
          </a:p>
          <a:p xmlns:a="http://schemas.openxmlformats.org/drawingml/2006/main">
            <a:r>
              <a:t>| S3 복합 관계 | 3 | 독립/결과 의존/조건 변경은 실행 의존성이 서로 달라 병합하지 않음 |</a:t>
            </a:r>
          </a:p>
          <a:p xmlns:a="http://schemas.openxmlformats.org/drawingml/2006/main">
            <a:r>
              <a:t>| S4 정정/제어 | 3 | 부분 정정, local stop, 특정 취소의 효과/종료가 서로 달라 유지 |</a:t>
            </a:r>
          </a:p>
          <a:p xmlns:a="http://schemas.openxmlformats.org/drawingml/2006/main">
            <a:r>
              <a:t>| S5 Agent 사건 | 4 | 질문 철회, 결과 역전/중복, Voice 재연결, 입력과4사건 집중 도착은 서로 다른 상태/queue/window 조건 |</a:t>
            </a:r>
          </a:p>
          <a:p xmlns:a="http://schemas.openxmlformats.org/drawingml/2006/main">
            <a:r>
              <a:t>| S6 확인/판단 유보 | 4 | 모호한 요청, 철회/미제시 답변, 접근 거부, 정상 유효 답변을 분리. 특히42의 정상 접수 비용 대 경합을 구별 |</a:t>
            </a:r>
          </a:p>
          <a:p xmlns:a="http://schemas.openxmlformats.org/drawingml/2006/main">
            <a:r>
              <a:t>| 합계 | **21** | 균등 배치나 제품 빈도 가중이 아니라 메커니즘/오류 경로의 포괄로 선택 |</a:t>
            </a:r>
          </a:p>
          <a:p xmlns:a="http://schemas.openxmlformats.org/drawingml/2006/main">
            <a:r>
              <a:t/>
            </a:r>
          </a:p>
          <a:p xmlns:a="http://schemas.openxmlformats.org/drawingml/2006/main">
            <a: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p>
          <a:p xmlns:a="http://schemas.openxmlformats.org/drawingml/2006/main">
            <a:r>
              <a:t/>
            </a:r>
          </a:p>
          <a:p xmlns:a="http://schemas.openxmlformats.org/drawingml/2006/main">
            <a: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p>
          <a:p xmlns:a="http://schemas.openxmlformats.org/drawingml/2006/main">
            <a:r>
              <a:t/>
            </a:r>
          </a:p>
          <a:p xmlns:a="http://schemas.openxmlformats.org/drawingml/2006/main">
            <a:r>
              <a:t>| 사례 | 주제 | 선정 근거 / DP 경로 | QA-02 시작 → 유효 반응 | QA-03 완료 / 제외 이유 |</a:t>
            </a:r>
          </a:p>
          <a:p xmlns:a="http://schemas.openxmlformats.org/drawingml/2006/main">
            <a:r>
              <a:t>| --- | --- | --- | --- | --- |</a:t>
            </a:r>
          </a:p>
          <a:p xmlns:a="http://schemas.openxmlformats.org/drawingml/2006/main">
            <a:r>
              <a:t>| S1-01 | 제한된 정보 조회 | 단순 직접/위임의 공통 기준 경로; DP-41/42/44; CONTROL | 발화 종료 → D1의 정확한 날짜 답변 전달 | D1 마감일 최종 전달 |</a:t>
            </a:r>
          </a:p>
          <a:p xmlns:a="http://schemas.openxmlformats.org/drawingml/2006/main">
            <a:r>
              <a:t>| S1-02 | 새 보고서 업무 위임 | 신규 업무 인계와 정상 접수의 기준 경로; DP-41/42/44; CONTROL | 발화 종료 → 해당 보고서의 실제 접수/진행 안내 | ReportQ3@v1 최종 결과 전달 |</a:t>
            </a:r>
          </a:p>
          <a:p xmlns:a="http://schemas.openxmlformats.org/drawingml/2006/main">
            <a:r>
              <a:t>| S2-01 | 발화 중 두 표 지칭 | 동일 발화의 복수 지칭을 실제 근거에 결합; DP-41; SENSITIVE | 발화 종료 → 발화 당시 두 표의 올바른 비교/위임 안내 | 지정 두 표 비교 결과 전달 |</a:t>
            </a:r>
          </a:p>
          <a:p xmlns:a="http://schemas.openxmlformats.org/drawingml/2006/main">
            <a:r>
              <a:t>| S2-02 | 과거 설명과 두 업무 결과 재사용 | 예외를 포함하는 세 과거 원본의 실제 연결; DP-41/45; SENSITIVE | 발화 종료 → 과거 근거/조건이 맞는 제안서 실제 접수 안내 | Proposal@v1 최종 전달 |</a:t>
            </a:r>
          </a:p>
          <a:p xmlns:a="http://schemas.openxmlformats.org/drawingml/2006/main">
            <a:r>
              <a:t>| S2-03 | 갱신된 원본의 과거 값 지정 | 원본 갱신 뒤 과거 revision의 보존/검증; DP-41/45; SENSITIVE | 발화 종료 → 과거 v1 값 지정이 맞는 실제 작성 접수 안내 | TablePast@v1 최종 전달 |</a:t>
            </a:r>
          </a:p>
          <a:p xmlns:a="http://schemas.openxmlformats.org/drawingml/2006/main">
            <a:r>
              <a:t>| S2-04 | 같은 과거 근거의 두 번째 사용 | 같은 원본 재사용의 cache/관계 hit와 전체 생산 비용; DP-45; SENSITIVE | 발화 종료 → 두 번째 새 제안서의 실제 접수 안내 | ProposalRepeat@v1 최종 전달 |</a:t>
            </a:r>
          </a:p>
          <a:p xmlns:a="http://schemas.openxmlformats.org/drawingml/2006/main">
            <a:r>
              <a:t>| S2-05 | 새로 도착한 과거 근거의 첫 사용 | 새 원본 첫 사용의 조합/미게시 backfill 대기; DP-41/45; SENSITIVE | 발화 종료 → 새 근거를 확보한 실제 제안서 접수 안내 | ProposalFresh@v1 최종 전달 |</a:t>
            </a:r>
          </a:p>
          <a:p xmlns:a="http://schemas.openxmlformats.org/drawingml/2006/main">
            <a:r>
              <a:t>| S3-01 | 독립된 두 조회 요청 | 독립 read의 병렬 진행을 양안에 허용하는 기준; DP-41/44; CONTROL | 발화 종료 → 독립 두 목표의 구분된 유효 답변/실제 접수 안내 | 독립 두 조회 결과 모두 전달 |</a:t>
            </a:r>
          </a:p>
          <a:p xmlns:a="http://schemas.openxmlformats.org/drawingml/2006/main">
            <a:r>
              <a:t>| S3-02 | 요약 산출물에 의존하는 메일 | 결과 의존/중복 반환의 전체 continuation; DP-41/44; SENSITIVE | 발화 종료 → 현재 요약/의존 메일의 유효 처리 사실 안내 | 현재 요약의 민수 메일 발송 확인 전달 |</a:t>
            </a:r>
          </a:p>
          <a:p xmlns:a="http://schemas.openxmlformats.org/drawingml/2006/main">
            <a:r>
              <a:t>| S3-03 | 일정 조건의 변경 재확인 | 해석 뒤 조건 변경의 재조회/재확정; DP-41/42/44; SENSITIVE | 발화 종료 → 최신 BUSY와 일정 생성 안 함의 안내 | 최신 BUSY/미생성 확인 전달 |</a:t>
            </a:r>
          </a:p>
          <a:p xmlns:a="http://schemas.openxmlformats.org/drawingml/2006/main">
            <a:r>
              <a:t>| S4-01 | 부분 정정과 늦은 후보 | 부분 정정과 옛 후보의 늦은 반환; DP-41/42/44; SENSITIVE | 발화 종료 → 보고서 변경 접수와 메일 보존 안내 | ReportRevised@v2 최종 전달 |</a:t>
            </a:r>
          </a:p>
          <a:p xmlns:a="http://schemas.openxmlformats.org/drawingml/2006/main">
            <a:r>
              <a:t>| S4-02 | 음성 중단 뒤 지정 수치 설명 | local stop와 새 설명의 분리, input 지속; DP-44; CONTROL | 새 발화 acoustic onset → 옛 음성의 마지막 재생 sample | 지정 수치의 새 설명 전달 |</a:t>
            </a:r>
          </a:p>
          <a:p xmlns:a="http://schemas.openxmlformats.org/drawingml/2006/main">
            <a:r>
              <a:t>| S4-03 | 특정 업무 취소와 접수 미확인 | hold/취소 접수/외부 미확인의 실제 순서; DP-42/44; SENSITIVE | 발화 종료 → 메일 취소 전달/미확인 상태의 정직한 안내 | 명세된 취소 접수/미확인 disposition 전달 |</a:t>
            </a:r>
          </a:p>
          <a:p xmlns:a="http://schemas.openxmlformats.org/drawingml/2006/main">
            <a: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p>
          <a:p xmlns:a="http://schemas.openxmlformats.org/drawingml/2006/main">
            <a: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p>
          <a:p xmlns:a="http://schemas.openxmlformats.org/drawingml/2006/main">
            <a: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p>
          <a:p xmlns:a="http://schemas.openxmlformats.org/drawingml/2006/main">
            <a: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p>
          <a:p xmlns:a="http://schemas.openxmlformats.org/drawingml/2006/main">
            <a:r>
              <a:t>| S6-01 | 모호한 과거 보고서 확인 | 모호한 대상의 확인과 후속 변경 전체 cycle; DP-41/45; SENSITIVE | 최초 발화 종료 → 보고서 대상/수정 내용 확인 질문 실제 제시 | ConfirmedRevision@v2 최종 전달 |</a:t>
            </a:r>
          </a:p>
          <a:p xmlns:a="http://schemas.openxmlformats.org/drawingml/2006/main">
            <a:r>
              <a:t>| S6-02 | 철회된 질문 답변과 승인 범위 | 미제시/철회 질문의 답변과 승인 scope 분리; DP-41/42/44; SENSITIVE | 최초 발화 종료 → 현재 정보 동의의 재확인 질문 실제 제시 | 허용된 연락처 제공/발송 미승인 확인 전달 |</a:t>
            </a:r>
          </a:p>
          <a:p xmlns:a="http://schemas.openxmlformats.org/drawingml/2006/main">
            <a:r>
              <a:t>| S6-03 | 필요한 자료의 접근 거부 | 허용 부족에서 조기 차단되는 공통 기준; DP-41/42/45; CONTROL | 발화 종료 → 접근 권한 부족/금액 확인 불가 안내 | 접근 거부와 확인 불가의 정당한 처리 전달 |</a:t>
            </a:r>
          </a:p>
          <a:p xmlns:a="http://schemas.openxmlformats.org/drawingml/2006/main">
            <a:r>
              <a:t>| S6-04 | 실제 제시된 유효 질문에 답변 | 유효 질문 답변의 정상 조회/확정/receipt 비용; DP-42; SENSITIVE | 발화 종료 → 상반기 답변의 실제 접수와 기간 안내 | 유효 기간 답변의 접수/확정 안내 |</a:t>
            </a:r>
          </a:p>
          <a:p xmlns:a="http://schemas.openxmlformats.org/drawingml/2006/main">
            <a:r>
              <a:t/>
            </a:r>
          </a:p>
          <a:p xmlns:a="http://schemas.openxmlformats.org/drawingml/2006/main">
            <a:r>
              <a:t/>
            </a:r>
          </a:p>
          <a:p xmlns:a="http://schemas.openxmlformats.org/drawingml/2006/main">
            <a:r>
              <a:t>#### 3.2.2 초기 상황, 입력, 사건과 정답</a:t>
            </a:r>
          </a:p>
          <a:p xmlns:a="http://schemas.openxmlformats.org/drawingml/2006/main">
            <a:r>
              <a:t/>
            </a:r>
          </a:p>
          <a:p xmlns:a="http://schemas.openxmlformats.org/drawingml/2006/main">
            <a: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p>
          <a:p xmlns:a="http://schemas.openxmlformats.org/drawingml/2006/main">
            <a:r>
              <a:t/>
            </a:r>
          </a:p>
          <a:p xmlns:a="http://schemas.openxmlformats.org/drawingml/2006/main">
            <a: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p>
          <a:p xmlns:a="http://schemas.openxmlformats.org/drawingml/2006/main">
            <a:r>
              <a:t/>
            </a:r>
          </a:p>
          <a:p xmlns:a="http://schemas.openxmlformats.org/drawingml/2006/main">
            <a: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p>
          <a:p xmlns:a="http://schemas.openxmlformats.org/drawingml/2006/main">
            <a:r>
              <a:t/>
            </a:r>
          </a:p>
          <a:p xmlns:a="http://schemas.openxmlformats.org/drawingml/2006/main">
            <a: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p>
          <a:p xmlns:a="http://schemas.openxmlformats.org/drawingml/2006/main">
            <a:r>
              <a:t/>
            </a:r>
          </a:p>
          <a:p xmlns:a="http://schemas.openxmlformats.org/drawingml/2006/main">
            <a:r>
              <a:t>&lt;a id="s1-01"&gt;&lt;/a&gt;</a:t>
            </a:r>
          </a:p>
          <a:p xmlns:a="http://schemas.openxmlformats.org/drawingml/2006/main">
            <a:r>
              <a:t>##### S1-01 제한된 정보 조회</a:t>
            </a:r>
          </a:p>
          <a:p xmlns:a="http://schemas.openxmlformats.org/drawingml/2006/main">
            <a:r>
              <a:t/>
            </a:r>
          </a:p>
          <a:p xmlns:a="http://schemas.openxmlformats.org/drawingml/2006/main">
            <a: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p>
          <a:p xmlns:a="http://schemas.openxmlformats.org/drawingml/2006/main">
            <a:r>
              <a:t/>
            </a:r>
          </a:p>
          <a:p xmlns:a="http://schemas.openxmlformats.org/drawingml/2006/main">
            <a:r>
              <a:t>**입력:** “D1에 적힌 마감일 알려줘.”</a:t>
            </a:r>
          </a:p>
          <a:p xmlns:a="http://schemas.openxmlformats.org/drawingml/2006/main">
            <a:r>
              <a:t/>
            </a:r>
          </a:p>
          <a:p xmlns:a="http://schemas.openxmlformats.org/drawingml/2006/main">
            <a: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목표=지정 문서의 마감일 조회. VIA Core 직접 응답 또는 Agent의 한정 조회 위임 중 하나를 허용한다. |</a:t>
            </a:r>
          </a:p>
          <a:p xmlns:a="http://schemas.openxmlformats.org/drawingml/2006/main">
            <a:r>
              <a:t>| C2 대상/근거 | D1@v1을 사용하며 마감일=2026-10-15. 담당자나 다른 날짜를 마감일로 선택하지 않는다. |</a:t>
            </a:r>
          </a:p>
          <a:p xmlns:a="http://schemas.openxmlformats.org/drawingml/2006/main">
            <a:r>
              <a:t>| C3 대화/업무 연결 | 직접 응답은 No Tracked Task, 위임은 이 조회의 New Task에 연결한다. T보호 연결/수정 없음. |</a:t>
            </a:r>
          </a:p>
          <a:p xmlns:a="http://schemas.openxmlformats.org/drawingml/2006/main">
            <a:r>
              <a:t>| C4 조건/변경 범위 | 조회 범위=D1의 마감일. 문서 수정/새 조사/일정 생성으로 확장하지 않는다. |</a:t>
            </a:r>
          </a:p>
          <a:p xmlns:a="http://schemas.openxmlformats.org/drawingml/2006/main">
            <a:r>
              <a:t>| C5 실제 효과/상태 | 직접 경로는 조회/응답만, 위임 경로는 동일 목표의 외부 접수/결과 반영만 발생한다. 외부 변경 효과=0. |</a:t>
            </a:r>
          </a:p>
          <a:p xmlns:a="http://schemas.openxmlformats.org/drawingml/2006/main">
            <a:r>
              <a:t>| C6 응답/실제 전달 | 필수 사실=“D1의 마감일은 10월 15일”. Text와 실제 재생에서 날짜가 일치한다. 조회 실패나 다른 날짜를 성공처럼 말하면 실패. |</a:t>
            </a:r>
          </a:p>
          <a:p xmlns:a="http://schemas.openxmlformats.org/drawingml/2006/main">
            <a:r>
              <a:t/>
            </a:r>
          </a:p>
          <a:p xmlns:a="http://schemas.openxmlformats.org/drawingml/2006/main">
            <a:r>
              <a:t>&lt;a id="s1-02"&gt;&lt;/a&gt;</a:t>
            </a:r>
          </a:p>
          <a:p xmlns:a="http://schemas.openxmlformats.org/drawingml/2006/main">
            <a:r>
              <a:t>##### S1-02 새 보고서 업무 위임</a:t>
            </a:r>
          </a:p>
          <a:p xmlns:a="http://schemas.openxmlformats.org/drawingml/2006/main">
            <a:r>
              <a:t/>
            </a:r>
          </a:p>
          <a:p xmlns:a="http://schemas.openxmlformats.org/drawingml/2006/main">
            <a:r>
              <a:t>**초기 상황:** 관련 기존 Task는 없다. 자료 Sales2026Q3@v1은 2026년 7월 100억원, 8월 120억원, 9월 80억원의 매출이다. 자료 제목은 “2026년 3분기 매출”. 문서 작성 Agent의 capability=보고서 작성이고 제공/작성이 허용된다.</a:t>
            </a:r>
          </a:p>
          <a:p xmlns:a="http://schemas.openxmlformats.org/drawingml/2006/main">
            <a:r>
              <a:t/>
            </a:r>
          </a:p>
          <a:p xmlns:a="http://schemas.openxmlformats.org/drawingml/2006/main">
            <a:r>
              <a:t>**입력:** “올해 3분기 매출 보고서를 표 형식으로 작성해줘.”</a:t>
            </a:r>
          </a:p>
          <a:p xmlns:a="http://schemas.openxmlformats.org/drawingml/2006/main">
            <a:r>
              <a:t/>
            </a:r>
          </a:p>
          <a:p xmlns:a="http://schemas.openxmlformats.org/drawingml/2006/main">
            <a:r>
              <a:t>**사건 순서:** E0: 발화 0~3초. E1: Agent가 실제 보고서 작성 요청을 접수하면 0.2초 뒤 접수 receipt만 반환한다. 이 episode에서는 완료 결과를 반환하지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목표=2026년 3분기 매출 보고서 작성, 처리=Agent 위임. 단순 매출 조회 답변으로 완료를 대신하지 않는다. |</a:t>
            </a:r>
          </a:p>
          <a:p xmlns:a="http://schemas.openxmlformats.org/drawingml/2006/main">
            <a:r>
              <a:t>| C2 대상/근거 | 자료=Sales2026Q3@v1, 월 범위=7~9월. 다른 연도/분기 자료 추가나 교체 없음. |</a:t>
            </a:r>
          </a:p>
          <a:p xmlns:a="http://schemas.openxmlformats.org/drawingml/2006/main">
            <a:r>
              <a:t>| C3 대화/업무 연결 | New Task에 이 보고서 요청/외부 실행을 연결한다. T보호와 별개이며 중복 보고서 실행 없음. |</a:t>
            </a:r>
          </a:p>
          <a:p xmlns:a="http://schemas.openxmlformats.org/drawingml/2006/main">
            <a:r>
              <a:t>| C4 조건/변경 범위 | 연도=2026, 분기=3, 형식=표가 실제 인계에 모두 남는다. Agent의 표 디자인/분석 품질은 채점하지 않는다. |</a:t>
            </a:r>
          </a:p>
          <a:p xmlns:a="http://schemas.openxmlformats.org/drawingml/2006/main">
            <a:r>
              <a:t>| C5 실제 효과/상태 | 보고서 작성의 고유 외부 효과=1회 접수. 상태=외부 접수됨/진행 예정 또는 진행 중이며 완료 아님. |</a:t>
            </a:r>
          </a:p>
          <a:p xmlns:a="http://schemas.openxmlformats.org/drawingml/2006/main">
            <a:r>
              <a:t>| C6 응답/실제 전달 | 필수 사실=“올해 3분기 매출 보고서를 표로 작성하도록 맡겼고 접수됐다”. 완료/보고서 생성 완료 주장 금지. |</a:t>
            </a:r>
          </a:p>
          <a:p xmlns:a="http://schemas.openxmlformats.org/drawingml/2006/main">
            <a:r>
              <a:t/>
            </a:r>
          </a:p>
          <a:p xmlns:a="http://schemas.openxmlformats.org/drawingml/2006/main">
            <a:r>
              <a:t>&lt;a id="s2-01"&gt;&lt;/a&gt;</a:t>
            </a:r>
          </a:p>
          <a:p xmlns:a="http://schemas.openxmlformats.org/drawingml/2006/main">
            <a:r>
              <a:t>##### S2-01 발화 중 두 표 지칭</a:t>
            </a:r>
          </a:p>
          <a:p xmlns:a="http://schemas.openxmlformats.org/drawingml/2006/main">
            <a:r>
              <a:t/>
            </a:r>
          </a:p>
          <a:p xmlns:a="http://schemas.openxmlformats.org/drawingml/2006/main">
            <a:r>
              <a:t>**초기 상황:** 화면 표 A@v1: 2026년 3분기 매출 300억원. 표 B@v1: 같은 기간 매출 240억원. 표 C@v1: 2026년 4분기 매출 900억원. 이 요청과 연결된 기존 Task는 없다. 세 표의 관측/조회는 허용된다.</a:t>
            </a:r>
          </a:p>
          <a:p xmlns:a="http://schemas.openxmlformats.org/drawingml/2006/main">
            <a:r>
              <a:t/>
            </a:r>
          </a:p>
          <a:p xmlns:a="http://schemas.openxmlformats.org/drawingml/2006/main">
            <a:r>
              <a:t>**입력:** “이 표와 저 표를 비교해줘.” 첫 “이 표” span=0.4~0.8초, “저 표” span=1.1~1.5초.</a:t>
            </a:r>
          </a:p>
          <a:p xmlns:a="http://schemas.openxmlformats.org/drawingml/2006/main">
            <a:r>
              <a:t/>
            </a:r>
          </a:p>
          <a:p xmlns:a="http://schemas.openxmlformats.org/drawingml/2006/main">
            <a: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목표=발화에서 지정한 두 표 비교. 현재 화면 C 설명으로 바꾸지 않는다. |</a:t>
            </a:r>
          </a:p>
          <a:p xmlns:a="http://schemas.openxmlformats.org/drawingml/2006/main">
            <a:r>
              <a:t>| C2 대상/근거 | 첫 지칭=A@v1/300억원, 둘째=B@v1/240억원. C나 대상 순서 교체 없음. |</a:t>
            </a:r>
          </a:p>
          <a:p xmlns:a="http://schemas.openxmlformats.org/drawingml/2006/main">
            <a:r>
              <a:t>| C3 대화/업무 연결 | 직접 응답은 No Tracked Task, 위임은 이 비교의 New Task. 기존 T보호 변경 없음. |</a:t>
            </a:r>
          </a:p>
          <a:p xmlns:a="http://schemas.openxmlformats.org/drawingml/2006/main">
            <a:r>
              <a:t>| C4 조건/변경 범위 | 비교의 기간=2026년 3분기, 대상 집합={A,B}, 역할=첫 A/둘째 B. 화면 이동을 대상 정정으로 해석하지 않는다. |</a:t>
            </a:r>
          </a:p>
          <a:p xmlns:a="http://schemas.openxmlformats.org/drawingml/2006/main">
            <a:r>
              <a:t>| C5 실제 효과/상태 | 올바른 A/B 비교 답변 또는 같은 근거를 보존한 위임/결과 반영. 화면 표/외부 자료 변경 효과=0. |</a:t>
            </a:r>
          </a:p>
          <a:p xmlns:a="http://schemas.openxmlformats.org/drawingml/2006/main">
            <a:r>
              <a:t>| C6 응답/실제 전달 | 필수 사실=A 300억원, B 240억원, A가 더 큼. 선택적으로 차이 60억원/25%를 말하면 정확해야 한다. C의 900을 비교값으로 말하면 실패. |</a:t>
            </a:r>
          </a:p>
          <a:p xmlns:a="http://schemas.openxmlformats.org/drawingml/2006/main">
            <a:r>
              <a:t/>
            </a:r>
          </a:p>
          <a:p xmlns:a="http://schemas.openxmlformats.org/drawingml/2006/main">
            <a:r>
              <a:t>&lt;a id="s2-02"&gt;&lt;/a&gt;</a:t>
            </a:r>
          </a:p>
          <a:p xmlns:a="http://schemas.openxmlformats.org/drawingml/2006/main">
            <a:r>
              <a:t>##### S2-02 과거 설명과 두 업무 결과 재사용</a:t>
            </a:r>
          </a:p>
          <a:p xmlns:a="http://schemas.openxmlformats.org/drawingml/2006/main">
            <a:r>
              <a:t/>
            </a:r>
          </a:p>
          <a:p xmlns:a="http://schemas.openxmlformats.org/drawingml/2006/main">
            <a: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p>
          <a:p xmlns:a="http://schemas.openxmlformats.org/drawingml/2006/main">
            <a:r>
              <a:t/>
            </a:r>
          </a:p>
          <a:p xmlns:a="http://schemas.openxmlformats.org/drawingml/2006/main">
            <a:r>
              <a:t>**입력:** “아까 들은 기준과 두 업무 결과로 새 제안서를 만들어줘.”</a:t>
            </a:r>
          </a:p>
          <a:p xmlns:a="http://schemas.openxmlformats.org/drawingml/2006/main">
            <a:r>
              <a:t/>
            </a:r>
          </a:p>
          <a:p xmlns:a="http://schemas.openxmlformats.org/drawingml/2006/main">
            <a: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제안서 작성의 Agent 위임. 과거 비교/견적 업무의 추가 수정으로 바꾸지 않는다. |</a:t>
            </a:r>
          </a:p>
          <a:p xmlns:a="http://schemas.openxmlformats.org/drawingml/2006/main">
            <a:r>
              <a:t>| C2 대상/근거 | 근거=실제로 들은 E1의 첫 두 문장, 현재 D2@v2와 D3@v1. D2@v1/미재생 문장을 들은 기준으로 사용하지 않는다. |</a:t>
            </a:r>
          </a:p>
          <a:p xmlns:a="http://schemas.openxmlformats.org/drawingml/2006/main">
            <a:r>
              <a:t>| C3 대화/업무 연결 | 새 제안서의 New Task/실행을 만들고 T비교/T견적은 완료 상태를 유지한다. 이전 실행에 제안서 수정 지시를 보내지 않는다. |</a:t>
            </a:r>
          </a:p>
          <a:p xmlns:a="http://schemas.openxmlformats.org/drawingml/2006/main">
            <a: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p>
          <a:p xmlns:a="http://schemas.openxmlformats.org/drawingml/2006/main">
            <a:r>
              <a:t>| C5 실제 효과/상태 | 위 참조/조건을 보존한 제안서 작성의 고유 접수=1회. 기존 두 업무의 새 실행/변경=0. 미완료 제안서를 완료로 전이하지 않는다. |</a:t>
            </a:r>
          </a:p>
          <a:p xmlns:a="http://schemas.openxmlformats.org/drawingml/2006/main">
            <a:r>
              <a:t>| C6 응답/실제 전달 | 필수 사실=“들은 기준과 제품 비교/견적 결과로 새 제안서를 맡겼고 가격은 평가에서 제외한다”. 현재는 접수 단계이며 보안을 들었다거나 이미 작성됐다는 주장 금지. |</a:t>
            </a:r>
          </a:p>
          <a:p xmlns:a="http://schemas.openxmlformats.org/drawingml/2006/main">
            <a:r>
              <a:t/>
            </a:r>
          </a:p>
          <a:p xmlns:a="http://schemas.openxmlformats.org/drawingml/2006/main">
            <a:r>
              <a:t>&lt;a id="s2-03"&gt;&lt;/a&gt;</a:t>
            </a:r>
          </a:p>
          <a:p xmlns:a="http://schemas.openxmlformats.org/drawingml/2006/main">
            <a:r>
              <a:t>##### S2-03 갱신된 원본의 과거 값 지정</a:t>
            </a:r>
          </a:p>
          <a:p xmlns:a="http://schemas.openxmlformats.org/drawingml/2006/main">
            <a:r>
              <a:t/>
            </a:r>
          </a:p>
          <a:p xmlns:a="http://schemas.openxmlformats.org/drawingml/2006/main">
            <a: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p>
          <a:p xmlns:a="http://schemas.openxmlformats.org/drawingml/2006/main">
            <a:r>
              <a:t/>
            </a:r>
          </a:p>
          <a:p xmlns:a="http://schemas.openxmlformats.org/drawingml/2006/main">
            <a:r>
              <a:t>**입력:** “그때 보여준 값으로 표를 만들어줘.”</a:t>
            </a:r>
          </a:p>
          <a:p xmlns:a="http://schemas.openxmlformats.org/drawingml/2006/main">
            <a:r>
              <a:t/>
            </a:r>
          </a:p>
          <a:p xmlns:a="http://schemas.openxmlformats.org/drawingml/2006/main">
            <a: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목표=과거 표시 값에 기반한 새 표 작성 위임. |</a:t>
            </a:r>
          </a:p>
          <a:p xmlns:a="http://schemas.openxmlformats.org/drawingml/2006/main">
            <a:r>
              <a:t>| C2 대상/근거 | P1→D1@v1→기준값 100의 연결이 실제 처리에 사용된다. 현재 v2/120으로 치환하면 실패. |</a:t>
            </a:r>
          </a:p>
          <a:p xmlns:a="http://schemas.openxmlformats.org/drawingml/2006/main">
            <a:r>
              <a:t>| C3 대화/업무 연결 | 새 표 작성은 New Task. T원본 완료 상태/결과는 변경하지 않는다. |</a:t>
            </a:r>
          </a:p>
          <a:p xmlns:a="http://schemas.openxmlformats.org/drawingml/2006/main">
            <a:r>
              <a:t>| C4 조건/변경 범위 | 입력 데이터/시점=과거 표시된 v1의 100, 산출물=표. 최신 값으로 갱신하라는 조건을 추가하지 않는다. |</a:t>
            </a:r>
          </a:p>
          <a:p xmlns:a="http://schemas.openxmlformats.org/drawingml/2006/main">
            <a:r>
              <a:t>| C5 실제 효과/상태 | 100과 과거 참조를 사용한 표 작성의 고유 접수=1회. v2를 쓰는 인계/이전 업무 수정=0. |</a:t>
            </a:r>
          </a:p>
          <a:p xmlns:a="http://schemas.openxmlformats.org/drawingml/2006/main">
            <a:r>
              <a:t>| C6 응답/실제 전달 | 필수 사실=“당시 보여준 100으로 표 작성을 맡겼다”. 120/최신 값 사용 또는 작성 완료 주장은 실패. |</a:t>
            </a:r>
          </a:p>
          <a:p xmlns:a="http://schemas.openxmlformats.org/drawingml/2006/main">
            <a:r>
              <a:t/>
            </a:r>
          </a:p>
          <a:p xmlns:a="http://schemas.openxmlformats.org/drawingml/2006/main">
            <a:r>
              <a:t>&lt;a id="s2-04"&gt;&lt;/a&gt;</a:t>
            </a:r>
          </a:p>
          <a:p xmlns:a="http://schemas.openxmlformats.org/drawingml/2006/main">
            <a:r>
              <a:t>##### S2-04 같은 과거 근거의 두 번째 사용</a:t>
            </a:r>
          </a:p>
          <a:p xmlns:a="http://schemas.openxmlformats.org/drawingml/2006/main">
            <a:r>
              <a:t/>
            </a:r>
          </a:p>
          <a:p xmlns:a="http://schemas.openxmlformats.org/drawingml/2006/main">
            <a: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p>
          <a:p xmlns:a="http://schemas.openxmlformats.org/drawingml/2006/main">
            <a:r>
              <a:t/>
            </a:r>
          </a:p>
          <a:p xmlns:a="http://schemas.openxmlformats.org/drawingml/2006/main">
            <a:r>
              <a:t>**입력:** “같은 평가 기준, 제품 비교와 견적으로 새 제안서 하나 더 만들어줘. 메일은 보내지 마.”</a:t>
            </a:r>
          </a:p>
          <a:p xmlns:a="http://schemas.openxmlformats.org/drawingml/2006/main">
            <a:r>
              <a:t/>
            </a:r>
          </a:p>
          <a:p xmlns:a="http://schemas.openxmlformats.org/drawingml/2006/main">
            <a: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목표=동일 근거로 별도의 새 제안서 작성, Agent 위임. 이전 제안서 수정이나 메일 발송으로 바꾸지 않는다. |</a:t>
            </a:r>
          </a:p>
          <a:p xmlns:a="http://schemas.openxmlformats.org/drawingml/2006/main">
            <a:r>
              <a:t>| C2 대상/근거 | E1의 실제 전달 범위와 D2@v2/D3@v1, 가격 제외를 사용. cache/관계 hit도 원본/권한 검사 필요. |</a:t>
            </a:r>
          </a:p>
          <a:p xmlns:a="http://schemas.openxmlformats.org/drawingml/2006/main">
            <a:r>
              <a:t>| C3 대화/업무 연결 | 두 번째 새 Task/Execution에 연결. 첫 제안서 Task와 무관 T보호 유지. 재사용을 중복 전송 재시도로 오인하지 않는다. |</a:t>
            </a:r>
          </a:p>
          <a:p xmlns:a="http://schemas.openxmlformats.org/drawingml/2006/main">
            <a:r>
              <a:t>| C4 조건/변경 범위 | 기준/비교/견적 역할과 가격 제외 보존. 메일 발송 금지. |</a:t>
            </a:r>
          </a:p>
          <a:p xmlns:a="http://schemas.openxmlformats.org/drawingml/2006/main">
            <a:r>
              <a:t>| C5 실제 효과/상태 | 별도 새 작성 접수 한 번, 결과=ProposalRepeat@v1. 첫 제안서 변경/메일 SEND=0. |</a:t>
            </a:r>
          </a:p>
          <a:p xmlns:a="http://schemas.openxmlformats.org/drawingml/2006/main">
            <a:r>
              <a:t>| C6 응답/실제 전달 | 처음에는 실제 새 작성 접수, 결과 뒤에는 두 번째 제안서의 올바른 참조를 Text/Voice로 전달. 최초 결과를 두 번째 결과로 재사용하지 않는다. |</a:t>
            </a:r>
          </a:p>
          <a:p xmlns:a="http://schemas.openxmlformats.org/drawingml/2006/main">
            <a:r>
              <a:t/>
            </a:r>
          </a:p>
          <a:p xmlns:a="http://schemas.openxmlformats.org/drawingml/2006/main">
            <a:r>
              <a:t>&lt;a id="s2-05"&gt;&lt;/a&gt;</a:t>
            </a:r>
          </a:p>
          <a:p xmlns:a="http://schemas.openxmlformats.org/drawingml/2006/main">
            <a:r>
              <a:t>##### S2-05 새로 도착한 과거 근거의 첫 사용</a:t>
            </a:r>
          </a:p>
          <a:p xmlns:a="http://schemas.openxmlformats.org/drawingml/2006/main">
            <a:r>
              <a:t/>
            </a:r>
          </a:p>
          <a:p xmlns:a="http://schemas.openxmlformats.org/drawingml/2006/main">
            <a: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p>
          <a:p xmlns:a="http://schemas.openxmlformats.org/drawingml/2006/main">
            <a:r>
              <a:t/>
            </a:r>
          </a:p>
          <a:p xmlns:a="http://schemas.openxmlformats.org/drawingml/2006/main">
            <a:r>
              <a:t>**입력:** “전에 들은 기준과 방금 도착한 제품 비교, 견적으로 제안서 만들어줘. 가격은 평가하지 마.”</a:t>
            </a:r>
          </a:p>
          <a:p xmlns:a="http://schemas.openxmlformats.org/drawingml/2006/main">
            <a:r>
              <a:t/>
            </a:r>
          </a:p>
          <a:p xmlns:a="http://schemas.openxmlformats.org/drawingml/2006/main">
            <a: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근거 기반 제안서 작성 위임. 아직 준비되지 않은 자료를 이미 준비됐다고 취급하지 않는다. |</a:t>
            </a:r>
          </a:p>
          <a:p xmlns:a="http://schemas.openxmlformats.org/drawingml/2006/main">
            <a:r>
              <a:t>| C2 대상/근거 | E새의 납기 2주/가격 제외와 두 새 원본 v1. 기존 S2-02 관계로 치환하지 않는다. |</a:t>
            </a:r>
          </a:p>
          <a:p xmlns:a="http://schemas.openxmlformats.org/drawingml/2006/main">
            <a:r>
              <a:t>| C3 대화/업무 연결 | 이번 새 제안서 Task/Execution, 이전 제안서와 T보호에 변경 없음. |</a:t>
            </a:r>
          </a:p>
          <a:p xmlns:a="http://schemas.openxmlformats.org/drawingml/2006/main">
            <a:r>
              <a:t>| C4 조건/변경 범위 | 납기 기준/가격 제외와 비교·견적의 역할 보존. 견적 금액의 존재와 가격 평가 제외를 구별. |</a:t>
            </a:r>
          </a:p>
          <a:p xmlns:a="http://schemas.openxmlformats.org/drawingml/2006/main">
            <a: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p>
          <a:p xmlns:a="http://schemas.openxmlformats.org/drawingml/2006/main">
            <a:r>
              <a:t>| C6 응답/실제 전달 | 실제 근거/접수와 최종 결과를 전달. backfill/지원 한계로 완료 못하면 해당 조건 실패와 시간 누락을 남긴다. |</a:t>
            </a:r>
          </a:p>
          <a:p xmlns:a="http://schemas.openxmlformats.org/drawingml/2006/main">
            <a:r>
              <a:t/>
            </a:r>
          </a:p>
          <a:p xmlns:a="http://schemas.openxmlformats.org/drawingml/2006/main">
            <a:r>
              <a:t>&lt;a id="s3-01"&gt;&lt;/a&gt;</a:t>
            </a:r>
          </a:p>
          <a:p xmlns:a="http://schemas.openxmlformats.org/drawingml/2006/main">
            <a:r>
              <a:t>##### S3-01 독립된 두 조회 요청</a:t>
            </a:r>
          </a:p>
          <a:p xmlns:a="http://schemas.openxmlformats.org/drawingml/2006/main">
            <a:r>
              <a:t/>
            </a:r>
          </a:p>
          <a:p xmlns:a="http://schemas.openxmlformats.org/drawingml/2006/main">
            <a:r>
              <a:t>**초기 상황:** D1@v1은 “하늘 프로젝트의 마감일은 2026년 10월 15일이고 담당자는 민수입니다.”다. 2026-10-13 일정 Cal13@v1에는 09:00~09:30 팀 회의만 있다. 문서/일정 조회와 제공은 허용되며 두 목표와 연결된 Task는 없다.</a:t>
            </a:r>
          </a:p>
          <a:p xmlns:a="http://schemas.openxmlformats.org/drawingml/2006/main">
            <a:r>
              <a:t/>
            </a:r>
          </a:p>
          <a:p xmlns:a="http://schemas.openxmlformats.org/drawingml/2006/main">
            <a:r>
              <a:t>**입력:** “D1 요약해주고, 내일 일정도 알려줘.”</a:t>
            </a:r>
          </a:p>
          <a:p xmlns:a="http://schemas.openxmlformats.org/drawingml/2006/main">
            <a:r>
              <a:t/>
            </a:r>
          </a:p>
          <a:p xmlns:a="http://schemas.openxmlformats.org/drawingml/2006/main">
            <a: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 두 개=D1의 한정 요약과 10월 13일 일정 조회. 각각 Core 직접 처리/Agent 위임을 허용하며 둘 중 하나를 누락하면 실패. |</a:t>
            </a:r>
          </a:p>
          <a:p xmlns:a="http://schemas.openxmlformats.org/drawingml/2006/main">
            <a:r>
              <a:t>| C2 대상/근거 | D1@v1의 마감일/담당자와 Cal13@v1의 팀 회의. 다른 날짜/문서/일정 추가 없음. |</a:t>
            </a:r>
          </a:p>
          <a:p xmlns:a="http://schemas.openxmlformats.org/drawingml/2006/main">
            <a:r>
              <a:t>| C3 대화/업무 연결 | 각 직접 목표는 No Tracked Task, 각 위임 목표는 해당 New Task에 연결. 두 독립 목표를 한 업무의 동일 목표로 혼동하거나 T보호에 연결하지 않는다. |</a:t>
            </a:r>
          </a:p>
          <a:p xmlns:a="http://schemas.openxmlformats.org/drawingml/2006/main">
            <a:r>
              <a:t>| C4 조건/변경 범위 | 두 목표 관계=독립. 요약 결과를 일정 조회 입력으로 쓰거나 한 목표의 완료를 다른 목표의 필수 실행 조건으로 추가하지 않는다. |</a:t>
            </a:r>
          </a:p>
          <a:p xmlns:a="http://schemas.openxmlformats.org/drawingml/2006/main">
            <a:r>
              <a:t>| C5 실제 효과/상태 | 두 목표의 실제 결과가 모두 처리된다. Core/Agent 조합과 단순 실행 순서는 허용하되 실제 adopted 관계에 잘못된 의존성을 넣지 않는다. 외부 변경 효과=0. |</a:t>
            </a:r>
          </a:p>
          <a:p xmlns:a="http://schemas.openxmlformats.org/drawingml/2006/main">
            <a:r>
              <a:t>| C6 응답/실제 전달 | 필수 사실=D1 요약의 10월 15일/민수와 내일 09:00 팀 회의. 두 결과의 대상을 구별하며 두 목표 모두 실제 전달한다. |</a:t>
            </a:r>
          </a:p>
          <a:p xmlns:a="http://schemas.openxmlformats.org/drawingml/2006/main">
            <a:r>
              <a:t/>
            </a:r>
          </a:p>
          <a:p xmlns:a="http://schemas.openxmlformats.org/drawingml/2006/main">
            <a:r>
              <a:t>&lt;a id="s3-02"&gt;&lt;/a&gt;</a:t>
            </a:r>
          </a:p>
          <a:p xmlns:a="http://schemas.openxmlformats.org/drawingml/2006/main">
            <a:r>
              <a:t>##### S3-02 요약 산출물에 의존하는 메일</a:t>
            </a:r>
          </a:p>
          <a:p xmlns:a="http://schemas.openxmlformats.org/drawingml/2006/main">
            <a:r>
              <a:t/>
            </a:r>
          </a:p>
          <a:p xmlns:a="http://schemas.openxmlformats.org/drawingml/2006/main">
            <a: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p>
          <a:p xmlns:a="http://schemas.openxmlformats.org/drawingml/2006/main">
            <a:r>
              <a:t/>
            </a:r>
          </a:p>
          <a:p xmlns:a="http://schemas.openxmlformats.org/drawingml/2006/main">
            <a:r>
              <a:t>**입력:** “D1을 요약한 다음, 그 요약을 민수에게 메일로 보내줘.”</a:t>
            </a:r>
          </a:p>
          <a:p xmlns:a="http://schemas.openxmlformats.org/drawingml/2006/main">
            <a:r>
              <a:t/>
            </a:r>
          </a:p>
          <a:p xmlns:a="http://schemas.openxmlformats.org/drawingml/2006/main">
            <a: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D1 요약과 그 요약의 민수 메일 전송. 요약만 답하거나 원문 메일로 바꾸면 실패. |</a:t>
            </a:r>
          </a:p>
          <a:p xmlns:a="http://schemas.openxmlformats.org/drawingml/2006/main">
            <a:r>
              <a:t>| C2 대상/근거 | D1@v1, 민수 주소, 현재 요청의 실제 요약 산출물 K현재@v1. R옛/K옛@v0 또는 다른 요약 사용 금지. |</a:t>
            </a:r>
          </a:p>
          <a:p xmlns:a="http://schemas.openxmlformats.org/drawingml/2006/main">
            <a:r>
              <a:t>| C3 대화/업무 연결 | 현재 복합 업무/해당 하위 목표에 요약과 메일을 연결한다. 하나의 복합 Task 또는 연결된 Task 구성은 허용하되 R옛/T보호에 연결하지 않는다. |</a:t>
            </a:r>
          </a:p>
          <a:p xmlns:a="http://schemas.openxmlformats.org/drawingml/2006/main">
            <a: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p>
          <a:p xmlns:a="http://schemas.openxmlformats.org/drawingml/2006/main">
            <a:r>
              <a:t>| C5 실제 효과/상태 | 실제 SEND 효과는 K현재 준비 이후이며 실제 payload는 K현재 의미/참조이다. 고유 SEND 접수=1회. 중복 요약 event로 이중 전송하지 않는다. Agent의 메일 작성 품질은 제외한다. |</a:t>
            </a:r>
          </a:p>
          <a:p xmlns:a="http://schemas.openxmlformats.org/drawingml/2006/main">
            <a:r>
              <a:t>| C6 응답/실제 전달 | 필수 사실=“D1의 요약을 민수에게 보내는 요청이 접수됐다”. 요약 완료/메일 접수 단계만 확인된 대로 말한다. 원문/옛 요약 전송 또는 발송 완료 주장 금지. |</a:t>
            </a:r>
          </a:p>
          <a:p xmlns:a="http://schemas.openxmlformats.org/drawingml/2006/main">
            <a:r>
              <a:t/>
            </a:r>
          </a:p>
          <a:p xmlns:a="http://schemas.openxmlformats.org/drawingml/2006/main">
            <a:r>
              <a:t>&lt;a id="s3-03"&gt;&lt;/a&gt;</a:t>
            </a:r>
          </a:p>
          <a:p xmlns:a="http://schemas.openxmlformats.org/drawingml/2006/main">
            <a:r>
              <a:t>##### S3-03 일정 조건의 변경 재확인</a:t>
            </a:r>
          </a:p>
          <a:p xmlns:a="http://schemas.openxmlformats.org/drawingml/2006/main">
            <a:r>
              <a:t/>
            </a:r>
          </a:p>
          <a:p xmlns:a="http://schemas.openxmlformats.org/drawingml/2006/main">
            <a:r>
              <a:t>**초기 상황:** 금요일=2026-10-16, 요청 시간=15:00~16:00. 공통의 이전 조회 기록 Cal16@v1은 해당 구간 FREE다. 가능한 대체 시간은 16:00~17:00이다. 생성/조회 권한은 허용되며 관련 Task는 없다.</a:t>
            </a:r>
          </a:p>
          <a:p xmlns:a="http://schemas.openxmlformats.org/drawingml/2006/main">
            <a:r>
              <a:t/>
            </a:r>
          </a:p>
          <a:p xmlns:a="http://schemas.openxmlformats.org/drawingml/2006/main">
            <a:r>
              <a:t>**입력:** “금요일 3시가 비어 있으면 회의 잡고, 아니면 가능한 시간만 알려줘.”</a:t>
            </a:r>
          </a:p>
          <a:p xmlns:a="http://schemas.openxmlformats.org/drawingml/2006/main">
            <a:r>
              <a:t/>
            </a:r>
          </a:p>
          <a:p xmlns:a="http://schemas.openxmlformats.org/drawingml/2006/main">
            <a: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목표=유효한 일정 상태에 따른 생성/대체 시간 안내. 이번 정답 분기=BUSY의 안내만. |</a:t>
            </a:r>
          </a:p>
          <a:p xmlns:a="http://schemas.openxmlformats.org/drawingml/2006/main">
            <a:r>
              <a:t>| C2 대상/근거 | 현재 Cal16@v2, 금요일 15:00~16:00 BUSY, 대체 16:00~17:00. 과거 FREE를 현재 사실로 사용하지 않는다. |</a:t>
            </a:r>
          </a:p>
          <a:p xmlns:a="http://schemas.openxmlformats.org/drawingml/2006/main">
            <a:r>
              <a:t>| C3 대화/업무 연결 | 현재 일정 요청과 조건/결과를 연결하며 무관 Task 수정 없음. 직접 조건 조회/Agent 조건 위임의 논리적 관계를 보존한다. |</a:t>
            </a:r>
          </a:p>
          <a:p xmlns:a="http://schemas.openxmlformats.org/drawingml/2006/main">
            <a:r>
              <a:t>| C4 조건/변경 범위 | FREE이면 생성, BUSY이면 안내만이라는 관계를 보존. 단순 무조건 생성으로 인계하지 않는다. 권한이 있다는 이유로 조건을 제거하지 않는다. |</a:t>
            </a:r>
          </a:p>
          <a:p xmlns:a="http://schemas.openxmlformats.org/drawingml/2006/main">
            <a:r>
              <a:t>| C5 실제 효과/상태 | 새 일정 생성 효과=0, 기존 고객 미팅 보존. guarded 생성의 version 충돌 뒤 재조회/안내는 허용하지만 무조건 생성 요청이나 생성 성공 전이는 실패. |</a:t>
            </a:r>
          </a:p>
          <a:p xmlns:a="http://schemas.openxmlformats.org/drawingml/2006/main">
            <a:r>
              <a:t>| C6 응답/실제 전달 | 필수 사실=“금요일 3시는 이미 일정이 있어 새 회의는 만들지 않았고 4시는 가능하다”. 가능한 시간을 예약한 것처럼 말하면 실패. |</a:t>
            </a:r>
          </a:p>
          <a:p xmlns:a="http://schemas.openxmlformats.org/drawingml/2006/main">
            <a:r>
              <a:t/>
            </a:r>
          </a:p>
          <a:p xmlns:a="http://schemas.openxmlformats.org/drawingml/2006/main">
            <a:r>
              <a:t>&lt;a id="s4-01"&gt;&lt;/a&gt;</a:t>
            </a:r>
          </a:p>
          <a:p xmlns:a="http://schemas.openxmlformats.org/drawingml/2006/main">
            <a:r>
              <a:t>##### S4-01 부분 정정과 늦은 후보</a:t>
            </a:r>
          </a:p>
          <a:p xmlns:a="http://schemas.openxmlformats.org/drawingml/2006/main">
            <a:r>
              <a:t/>
            </a:r>
          </a:p>
          <a:p xmlns:a="http://schemas.openxmlformats.org/drawingml/2006/main">
            <a: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p>
          <a:p xmlns:a="http://schemas.openxmlformats.org/drawingml/2006/main">
            <a:r>
              <a:t/>
            </a:r>
          </a:p>
          <a:p xmlns:a="http://schemas.openxmlformats.org/drawingml/2006/main">
            <a:r>
              <a:t>**입력:** “보고서는 표로 바꾸고 메일은 그대로.”</a:t>
            </a:r>
          </a:p>
          <a:p xmlns:a="http://schemas.openxmlformats.org/drawingml/2006/main">
            <a:r>
              <a:t/>
            </a:r>
          </a:p>
          <a:p xmlns:a="http://schemas.openxmlformats.org/drawingml/2006/main">
            <a: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보고서 형식 정정 및 메일 지시 유지. 새 보고서 목표/새 조사로 바꾸면 실패. |</a:t>
            </a:r>
          </a:p>
          <a:p xmlns:a="http://schemas.openxmlformats.org/drawingml/2006/main">
            <a:r>
              <a:t>| C2 대상/근거 | 보고서 대상=D1@v1, 메일 대상=D메일@v1/민수. 원본/version/수신자 변경 없음. |</a:t>
            </a:r>
          </a:p>
          <a:p xmlns:a="http://schemas.openxmlformats.org/drawingml/2006/main">
            <a:r>
              <a:t>| C3 대화/업무 연결 | 변경은 T보고서/X보고서에 연결. T메일/X메일은 그대로 보존하고 중복 Task/Execution을 만들지 않는다. |</a:t>
            </a:r>
          </a:p>
          <a:p xmlns:a="http://schemas.openxmlformats.org/drawingml/2006/main">
            <a:r>
              <a:t>| C4 조건/변경 범위 | 변경=보고서 형식 표, 보존=2026년 3분기/자료/메일의 기존 대상/수신자/지시. 원래 문장 형식 재채택/메일 취소 금지. |</a:t>
            </a:r>
          </a:p>
          <a:p xmlns:a="http://schemas.openxmlformats.org/drawingml/2006/main">
            <a:r>
              <a:t>| C5 실제 효과/상태 | 유효 변경의 고유 접수=1회이며 payload의 형식=표. R옛의 늦은 반환으로 역변경/중복 명령 없음. 메일 유지가 원래 허용 실행의 계속 진행을 막는다는 뜻은 아니다. |</a:t>
            </a:r>
          </a:p>
          <a:p xmlns:a="http://schemas.openxmlformats.org/drawingml/2006/main">
            <a:r>
              <a:t>| C6 응답/실제 전달 | 필수 사실=“보고서 형식 변경이 접수됐고 메일 지시는 유지된다”. 보고서 변경 완료나 메일 취소/재발송 주장 금지. |</a:t>
            </a:r>
          </a:p>
          <a:p xmlns:a="http://schemas.openxmlformats.org/drawingml/2006/main">
            <a:r>
              <a:t/>
            </a:r>
          </a:p>
          <a:p xmlns:a="http://schemas.openxmlformats.org/drawingml/2006/main">
            <a:r>
              <a:t>&lt;a id="s4-02"&gt;&lt;/a&gt;</a:t>
            </a:r>
          </a:p>
          <a:p xmlns:a="http://schemas.openxmlformats.org/drawingml/2006/main">
            <a:r>
              <a:t>##### S4-02 음성 중단 뒤 지정 수치 설명</a:t>
            </a:r>
          </a:p>
          <a:p xmlns:a="http://schemas.openxmlformats.org/drawingml/2006/main">
            <a:r>
              <a:t/>
            </a:r>
          </a:p>
          <a:p xmlns:a="http://schemas.openxmlformats.org/drawingml/2006/main">
            <a: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p>
          <a:p xmlns:a="http://schemas.openxmlformats.org/drawingml/2006/main">
            <a:r>
              <a:t/>
            </a:r>
          </a:p>
          <a:p xmlns:a="http://schemas.openxmlformats.org/drawingml/2006/main">
            <a:r>
              <a:t>**입력:** “잠깐, 그 수치부터 설명해줘.”</a:t>
            </a:r>
          </a:p>
          <a:p xmlns:a="http://schemas.openxmlformats.org/drawingml/2006/main">
            <a:r>
              <a:t/>
            </a:r>
          </a:p>
          <a:p xmlns:a="http://schemas.openxmlformats.org/drawingml/2006/main">
            <a: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음성 중단과 방금 들은 150억원의 설명. Agent 업무 취소로 해석하면 실패. |</a:t>
            </a:r>
          </a:p>
          <a:p xmlns:a="http://schemas.openxmlformats.org/drawingml/2006/main">
            <a:r>
              <a:t>| C2 대상/근거 | 지칭 수치=150억원/2026년 3분기 매출, 근거=D매출@v1. 미재생 20%를 “방금 들은 수치”로 선택하지 않는다. |</a:t>
            </a:r>
          </a:p>
          <a:p xmlns:a="http://schemas.openxmlformats.org/drawingml/2006/main">
            <a:r>
              <a:t>| C3 대화/업무 연결 | 같은 Conversation의 후속 설명이며 T보고서 실행은 유지. 취소 명령/새 보고서 실행 없음. |</a:t>
            </a:r>
          </a:p>
          <a:p xmlns:a="http://schemas.openxmlformats.org/drawingml/2006/main">
            <a:r>
              <a:t>| C4 조건/변경 범위 | 설명 범위=150억원의 기간/의미/근거. 20%를 보조 설명으로 새로 말하는 것은 허용하지만 이미 들었다고 취급하지 않는다. |</a:t>
            </a:r>
          </a:p>
          <a:p xmlns:a="http://schemas.openxmlformats.org/drawingml/2006/main">
            <a: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p>
          <a:p xmlns:a="http://schemas.openxmlformats.org/drawingml/2006/main">
            <a: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p>
          <a:p xmlns:a="http://schemas.openxmlformats.org/drawingml/2006/main">
            <a:r>
              <a:t/>
            </a:r>
          </a:p>
          <a:p xmlns:a="http://schemas.openxmlformats.org/drawingml/2006/main">
            <a:r>
              <a:t>&lt;a id="s4-03"&gt;&lt;/a&gt;</a:t>
            </a:r>
          </a:p>
          <a:p xmlns:a="http://schemas.openxmlformats.org/drawingml/2006/main">
            <a:r>
              <a:t>##### S4-03 특정 업무 취소와 접수 미확인</a:t>
            </a:r>
          </a:p>
          <a:p xmlns:a="http://schemas.openxmlformats.org/drawingml/2006/main">
            <a:r>
              <a:t/>
            </a:r>
          </a:p>
          <a:p xmlns:a="http://schemas.openxmlformats.org/drawingml/2006/main">
            <a: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p>
          <a:p xmlns:a="http://schemas.openxmlformats.org/drawingml/2006/main">
            <a:r>
              <a:t/>
            </a:r>
          </a:p>
          <a:p xmlns:a="http://schemas.openxmlformats.org/drawingml/2006/main">
            <a:r>
              <a:t>**입력:** “메일 업무만 취소해줘.”</a:t>
            </a:r>
          </a:p>
          <a:p xmlns:a="http://schemas.openxmlformats.org/drawingml/2006/main">
            <a:r>
              <a:t/>
            </a:r>
          </a:p>
          <a:p xmlns:a="http://schemas.openxmlformats.org/drawingml/2006/main">
            <a: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목표=메일 업무만 취소. 음성 중단/두 업무 전체 취소로 바꾸지 않는다. |</a:t>
            </a:r>
          </a:p>
          <a:p xmlns:a="http://schemas.openxmlformats.org/drawingml/2006/main">
            <a:r>
              <a:t>| C2 대상/근거 | 취소 대상=T메일/X메일 및 현재 취소/원래 접수 사실. 보고서 실행이나 다른 메일을 선택하면 실패. |</a:t>
            </a:r>
          </a:p>
          <a:p xmlns:a="http://schemas.openxmlformats.org/drawingml/2006/main">
            <a:r>
              <a:t>| C3 대화/업무 연결 | 취소를 T메일/X메일에만 연결하고 T보고서/X보고서 유지. 새 메일 Task/실행 없음. |</a:t>
            </a:r>
          </a:p>
          <a:p xmlns:a="http://schemas.openxmlformats.org/drawingml/2006/main">
            <a:r>
              <a:t>| C4 조건/변경 범위 | 취소 범위=메일 업무. 접수는 종료와 다르고 기존 보고서/원래 메일 자료와 수신자는 변경하지 않는다. |</a:t>
            </a:r>
          </a:p>
          <a:p xmlns:a="http://schemas.openxmlformats.org/drawingml/2006/main">
            <a:r>
              <a:t>| C5 실제 효과/상태 | 고유 CANCEL 접수=1회, 보고서 CANCEL=0. 최종 의미 상태=취소 접수/종료 미확인. 지연 ACCEPTED로 취소 의도를 지우거나 중복 취소 효과를 만들지 않는다. |</a:t>
            </a:r>
          </a:p>
          <a:p xmlns:a="http://schemas.openxmlformats.org/drawingml/2006/main">
            <a:r>
              <a:t>| C6 응답/실제 전달 | 필수 사실=“메일 취소 요청은 접수됐지만 종료는 아직 확인되지 않았고 보고서는 계속된다”. 취소 완료/외부 효과 복구 주장 금지. |</a:t>
            </a:r>
          </a:p>
          <a:p xmlns:a="http://schemas.openxmlformats.org/drawingml/2006/main">
            <a:r>
              <a:t/>
            </a:r>
          </a:p>
          <a:p xmlns:a="http://schemas.openxmlformats.org/drawingml/2006/main">
            <a:r>
              <a:t>&lt;a id="s5-01"&gt;&lt;/a&gt;</a:t>
            </a:r>
          </a:p>
          <a:p xmlns:a="http://schemas.openxmlformats.org/drawingml/2006/main">
            <a:r>
              <a:t>##### S5-01 교차 질문과 철회</a:t>
            </a:r>
          </a:p>
          <a:p xmlns:a="http://schemas.openxmlformats.org/drawingml/2006/main">
            <a:r>
              <a:t/>
            </a:r>
          </a:p>
          <a:p xmlns:a="http://schemas.openxmlformats.org/drawingml/2006/main">
            <a:r>
              <a:t>**초기 상황:** T보고서/X보고서와 T메일/X메일이 RUNNING이다. 기존 답변/승인은 없다. Voice 연결은 ON이고 User Turn은 열려 있지 않다. 현재 실제 제시된 질문 focus는 없다.</a:t>
            </a:r>
          </a:p>
          <a:p xmlns:a="http://schemas.openxmlformats.org/drawingml/2006/main">
            <a:r>
              <a:t/>
            </a:r>
          </a:p>
          <a:p xmlns:a="http://schemas.openxmlformats.org/drawingml/2006/main">
            <a:r>
              <a:t>**입력:** 최초 사용자 발화 없음. Agent 질문은 아래 원문으로 제공한다. 이 사례에서는 사용자가 답변하지 않는다.</a:t>
            </a:r>
          </a:p>
          <a:p xmlns:a="http://schemas.openxmlformats.org/drawingml/2006/main">
            <a:r>
              <a:t/>
            </a:r>
          </a:p>
          <a:p xmlns:a="http://schemas.openxmlformats.org/drawingml/2006/main">
            <a: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목표=각 Agent 질문을 VIA interaction에 연결하고 철회된 질문을 현재 답변 대상으로 사용하지 않음. |</a:t>
            </a:r>
          </a:p>
          <a:p xmlns:a="http://schemas.openxmlformats.org/drawingml/2006/main">
            <a:r>
              <a:t>| C2 대상/근거 | 원천=Q보고서@v1/기간/철회 사실, Q메일@v1/수신자/유효 사실. 원천 질문 내용을 서로 교체하지 않는다. |</a:t>
            </a:r>
          </a:p>
          <a:p xmlns:a="http://schemas.openxmlformats.org/drawingml/2006/main">
            <a:r>
              <a:t>| C3 대화/업무 연결 | 기간 질문→T보고서/X보고서, 수신자 질문→T메일/X메일. 최종 유효 질문 focus는 Q메일을 가리키며 Task 연결이 섞이지 않는다. |</a:t>
            </a:r>
          </a:p>
          <a:p xmlns:a="http://schemas.openxmlformats.org/drawingml/2006/main">
            <a:r>
              <a:t>| C4 조건/변경 범위 | 두 질문의 답변 범위를 합쳐 하나의 승인으로 만들지 않는다. 철회된 기간 질문에는 답변 요구/업무 변경을 적용하지 않는다. |</a:t>
            </a:r>
          </a:p>
          <a:p xmlns:a="http://schemas.openxmlformats.org/drawingml/2006/main">
            <a:r>
              <a:t>| C5 실제 효과/상태 | 최종 Q보고서=WITHDRAWN, Q메일=VALID/실제 제시됨. 새로운 외부 실행/임의 답변=0. 철회 전 제시는 허용하되 철회 후 무효 음성을 새로 release하거나 현재 유효 질문으로 유지하면 실패. |</a:t>
            </a:r>
          </a:p>
          <a:p xmlns:a="http://schemas.openxmlformats.org/drawingml/2006/main">
            <a: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p>
          <a:p xmlns:a="http://schemas.openxmlformats.org/drawingml/2006/main">
            <a:r>
              <a:t/>
            </a:r>
          </a:p>
          <a:p xmlns:a="http://schemas.openxmlformats.org/drawingml/2006/main">
            <a:r>
              <a:t>&lt;a id="s5-02"&gt;&lt;/a&gt;</a:t>
            </a:r>
          </a:p>
          <a:p xmlns:a="http://schemas.openxmlformats.org/drawingml/2006/main">
            <a:r>
              <a:t>##### S5-02 결과 역전과 중복</a:t>
            </a:r>
          </a:p>
          <a:p xmlns:a="http://schemas.openxmlformats.org/drawingml/2006/main">
            <a:r>
              <a:t/>
            </a:r>
          </a:p>
          <a:p xmlns:a="http://schemas.openxmlformats.org/drawingml/2006/main">
            <a:r>
              <a:t>**초기 상황:** T보고서/X보고서는 먼저 시작된 업무이며 현행 요청 revision=2다. T메일/X메일은 나중에 시작됐고 현행 revision=1이다. 두 업무 모두 RUNNING이고 완료/결과 제시 기록은 없다. 결과의 제공은 허용된다.</a:t>
            </a:r>
          </a:p>
          <a:p xmlns:a="http://schemas.openxmlformats.org/drawingml/2006/main">
            <a:r>
              <a:t/>
            </a:r>
          </a:p>
          <a:p xmlns:a="http://schemas.openxmlformats.org/drawingml/2006/main">
            <a:r>
              <a:t>**입력:** 사용자 발화 없음. 결과 사건은 아래 순서로 제공한다.</a:t>
            </a:r>
          </a:p>
          <a:p xmlns:a="http://schemas.openxmlformats.org/drawingml/2006/main">
            <a:r>
              <a:t/>
            </a:r>
          </a:p>
          <a:p xmlns:a="http://schemas.openxmlformats.org/drawingml/2006/main">
            <a: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목표=두 현재 업무 결과의 수신/안내. 다시 보고서 작성/메일 전송을 시작하지 않는다. |</a:t>
            </a:r>
          </a:p>
          <a:p xmlns:a="http://schemas.openxmlformats.org/drawingml/2006/main">
            <a:r>
              <a:t>| C2 대상/근거 | 메일=D메일결과@v1, 보고서=D보고서결과@v2. 오래된 문장 보고서를 현재 결과로 선택하지 않는다. |</a:t>
            </a:r>
          </a:p>
          <a:p xmlns:a="http://schemas.openxmlformats.org/drawingml/2006/main">
            <a:r>
              <a:t>| C3 대화/업무 연결 | 각 결과를 원래 Task/Execution/Conversation에 연결하며 도착 순서로 업무를 바꾸지 않는다. |</a:t>
            </a:r>
          </a:p>
          <a:p xmlns:a="http://schemas.openxmlformats.org/drawingml/2006/main">
            <a:r>
              <a:t>| C4 조건/변경 범위 | 결과 역할/요청 revision 유지. 중복 Email1과 request@v1의 stale 보고서는 새 완료/현행 결과로 취급하지 않는다. |</a:t>
            </a:r>
          </a:p>
          <a:p xmlns:a="http://schemas.openxmlformats.org/drawingml/2006/main">
            <a:r>
              <a:t>| C5 실제 효과/상태 | 최종 두 Task=COMPLETED이고 현재 결과는 각 v1/v2다. 각 고유 완료 전이=1, 새 실행/중복 외부 Action=0. 보고서 상태/결과를 v1로 되돌리지 않는다. |</a:t>
            </a:r>
          </a:p>
          <a:p xmlns:a="http://schemas.openxmlformats.org/drawingml/2006/main">
            <a: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p>
          <a:p xmlns:a="http://schemas.openxmlformats.org/drawingml/2006/main">
            <a:r>
              <a:t/>
            </a:r>
          </a:p>
          <a:p xmlns:a="http://schemas.openxmlformats.org/drawingml/2006/main">
            <a:r>
              <a:t>&lt;a id="s5-03"&gt;&lt;/a&gt;</a:t>
            </a:r>
          </a:p>
          <a:p xmlns:a="http://schemas.openxmlformats.org/drawingml/2006/main">
            <a:r>
              <a:t>##### S5-03 음성 종료 중 결과와 재연결</a:t>
            </a:r>
          </a:p>
          <a:p xmlns:a="http://schemas.openxmlformats.org/drawingml/2006/main">
            <a:r>
              <a:t/>
            </a:r>
          </a:p>
          <a:p xmlns:a="http://schemas.openxmlformats.org/drawingml/2006/main">
            <a:r>
              <a:t>**초기 상황:** T보고서/X보고서는 RUNNING이다. Conversation C현재와 Voice Connection V이전이 존재한다. 결과/완료/전달 기록은 없다. 음성 해제는 업무 취소가 아니며 결과 제공은 허용된다.</a:t>
            </a:r>
          </a:p>
          <a:p xmlns:a="http://schemas.openxmlformats.org/drawingml/2006/main">
            <a:r>
              <a:t/>
            </a:r>
          </a:p>
          <a:p xmlns:a="http://schemas.openxmlformats.org/drawingml/2006/main">
            <a:r>
              <a:t>**입력:** 최초 발화 없음. 결과 Text의 실제 표시 receipt 뒤 1초에 새 Voice로 연결해 “방금 도착한 보고서 결과 알려줘.”라고 2초 동안 말한다.</a:t>
            </a:r>
          </a:p>
          <a:p xmlns:a="http://schemas.openxmlformats.org/drawingml/2006/main">
            <a:r>
              <a:t/>
            </a:r>
          </a:p>
          <a:p xmlns:a="http://schemas.openxmlformats.org/drawingml/2006/main">
            <a: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목표=음성 OFF 중 결과 유지/표시와 재연결 후 기존 결과 안내. 새 작성 업무로 바꾸지 않는다. |</a:t>
            </a:r>
          </a:p>
          <a:p xmlns:a="http://schemas.openxmlformats.org/drawingml/2006/main">
            <a:r>
              <a:t>| C2 대상/근거 | 확인된 D보고서결과@v1/2026년 3분기 표 보고서. 다른 결과/옛 version 사용 없음. |</a:t>
            </a:r>
          </a:p>
          <a:p xmlns:a="http://schemas.openxmlformats.org/drawingml/2006/main">
            <a:r>
              <a:t>| C3 대화/업무 연결 | C현재와 T보고서/X보고서를 유지하며 V이전/V새를 새 Task/Conversation identity로 취급하지 않는다. |</a:t>
            </a:r>
          </a:p>
          <a:p xmlns:a="http://schemas.openxmlformats.org/drawingml/2006/main">
            <a:r>
              <a:t>| C4 조건/변경 범위 | Voice OFF이면 Text 전달, 다시 요청하면 같은 결과 안내. 음성 해제로 업무를 취소하거나 자동 재실행하지 않는다. |</a:t>
            </a:r>
          </a:p>
          <a:p xmlns:a="http://schemas.openxmlformats.org/drawingml/2006/main">
            <a: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p>
          <a:p xmlns:a="http://schemas.openxmlformats.org/drawingml/2006/main">
            <a:r>
              <a:t>| C6 응답/실제 전달 | 필수 사실=기존 보고서 결과의 도착/완료와 올바른 결과 참조. OFF 구간 Text만 전달된 사실과 재연결 후 실제 Voice 전달을 구분한다. 이전에 음성으로 들었다고 기록/주장하면 실패. |</a:t>
            </a:r>
          </a:p>
          <a:p xmlns:a="http://schemas.openxmlformats.org/drawingml/2006/main">
            <a:r>
              <a:t/>
            </a:r>
          </a:p>
          <a:p xmlns:a="http://schemas.openxmlformats.org/drawingml/2006/main">
            <a:r>
              <a:t>&lt;a id="s5-04"&gt;&lt;/a&gt;</a:t>
            </a:r>
          </a:p>
          <a:p xmlns:a="http://schemas.openxmlformats.org/drawingml/2006/main">
            <a:r>
              <a:t>##### S5-04 발화 중 네 Agent 사건과 보고서 정정</a:t>
            </a:r>
          </a:p>
          <a:p xmlns:a="http://schemas.openxmlformats.org/drawingml/2006/main">
            <a:r>
              <a:t/>
            </a:r>
          </a:p>
          <a:p xmlns:a="http://schemas.openxmlformats.org/drawingml/2006/main">
            <a: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p>
          <a:p xmlns:a="http://schemas.openxmlformats.org/drawingml/2006/main">
            <a:r>
              <a:t/>
            </a:r>
          </a:p>
          <a:p xmlns:a="http://schemas.openxmlformats.org/drawingml/2006/main">
            <a:r>
              <a:t>**입력:** “잠깐, 보고서는 표로 바꾸고 메일은 그대로 둬.”</a:t>
            </a:r>
          </a:p>
          <a:p xmlns:a="http://schemas.openxmlformats.org/drawingml/2006/main">
            <a:r>
              <a:t/>
            </a:r>
          </a:p>
          <a:p xmlns:a="http://schemas.openxmlformats.org/drawingml/2006/main">
            <a: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보고서 표 형식 정정과 기존 음성 중단, 네 외부 사건 처리. 무관 업무 취소/임의 질문 답변 금지. |</a:t>
            </a:r>
          </a:p>
          <a:p xmlns:a="http://schemas.openxmlformats.org/drawingml/2006/main">
            <a:r>
              <a:t>| C2 대상/근거 | 현재 보고서 근거, Q수신자A@v1의 민수/지수 선택, Q범위B@v1의 2026년 3분기 범위, ResultA@v1의 14일, ResultB@v1의 20개를 각각 보존. 기존 출력 후보/다른 업무 값과 치환 없음. |</a:t>
            </a:r>
          </a:p>
          <a:p xmlns:a="http://schemas.openxmlformats.org/drawingml/2006/main">
            <a:r>
              <a:t>| C3 대화/업무 연결 | 정정은 T보고서, 메일 유지. 네 사건은 각 Task/Execution/질문에 연결. T보호 유지. |</a:t>
            </a:r>
          </a:p>
          <a:p xmlns:a="http://schemas.openxmlformats.org/drawingml/2006/main">
            <a:r>
              <a:t>| C4 조건/변경 범위 | 보고서 기간/자료 및 메일 지시 보존. 입력 중 음성 stop와 업무 취소를 구별하고 사건 간 선후를 불필요하게 의존시키지 않는다. |</a:t>
            </a:r>
          </a:p>
          <a:p xmlns:a="http://schemas.openxmlformats.org/drawingml/2006/main">
            <a: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p>
          <a:p xmlns:a="http://schemas.openxmlformats.org/drawingml/2006/main">
            <a: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p>
          <a:p xmlns:a="http://schemas.openxmlformats.org/drawingml/2006/main">
            <a:r>
              <a:t/>
            </a:r>
          </a:p>
          <a:p xmlns:a="http://schemas.openxmlformats.org/drawingml/2006/main">
            <a:r>
              <a:t>&lt;a id="s6-01"&gt;&lt;/a&gt;</a:t>
            </a:r>
          </a:p>
          <a:p xmlns:a="http://schemas.openxmlformats.org/drawingml/2006/main">
            <a:r>
              <a:t>##### S6-01 모호한 과거 보고서 확인</a:t>
            </a:r>
          </a:p>
          <a:p xmlns:a="http://schemas.openxmlformats.org/drawingml/2006/main">
            <a:r>
              <a:t/>
            </a:r>
          </a:p>
          <a:p xmlns:a="http://schemas.openxmlformats.org/drawingml/2006/main">
            <a: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p>
          <a:p xmlns:a="http://schemas.openxmlformats.org/drawingml/2006/main">
            <a:r>
              <a:t/>
            </a:r>
          </a:p>
          <a:p xmlns:a="http://schemas.openxmlformats.org/drawingml/2006/main">
            <a:r>
              <a:t>**입력:** 최초: “아까 보고서 수정해줘.”(0~2초). 첫 관련 확인 질문이 실제 제시되면 1초 뒤 “3분기 매출 보고서만 표로 바꿔줘. 기간은 그대로 두고 4분기 보고서는 건드리지 마.”라고 답한다(3초 길이).</a:t>
            </a:r>
          </a:p>
          <a:p xmlns:a="http://schemas.openxmlformats.org/drawingml/2006/main">
            <a:r>
              <a:t/>
            </a:r>
          </a:p>
          <a:p xmlns:a="http://schemas.openxmlformats.org/drawingml/2006/main">
            <a: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목표=대상/내용 확인, 답변 뒤 목표=기존 3분기 보고서 형식 변경. 확인 없이 가장 최근/임의 업무를 확정하면 실패. |</a:t>
            </a:r>
          </a:p>
          <a:p xmlns:a="http://schemas.openxmlformats.org/drawingml/2006/main">
            <a:r>
              <a:t>| C2 대상/근거 | 답변이 지정한 T3분기의 SalesQ3@v1과 기존 자료/결과. 4분기 자료 교체 없음. |</a:t>
            </a:r>
          </a:p>
          <a:p xmlns:a="http://schemas.openxmlformats.org/drawingml/2006/main">
            <a:r>
              <a:t>| C3 대화/업무 연결 | 답변은 원래 수정 요청/실제 제시 질문과 T3분기/X3분기에 연결. T4분기/X4분기 유지. 새 보고서 Task 생성 없음. |</a:t>
            </a:r>
          </a:p>
          <a:p xmlns:a="http://schemas.openxmlformats.org/drawingml/2006/main">
            <a:r>
              <a:t>| C4 조건/변경 범위 | 변경=3분기 보고서 형식 표, 보존=2026년 3분기/자료/4분기 지시. 질문 문장 자체는 일치 불필요. |</a:t>
            </a:r>
          </a:p>
          <a:p xmlns:a="http://schemas.openxmlformats.org/drawingml/2006/main">
            <a:r>
              <a:t>| C5 실제 효과/상태 | 답변 전 외부 변경=0. 답변 뒤 고유 UPDATE 접수=1회이며 대상=T3분기. 4분기 변경=0. 접수만 있고 완료 아님. |</a:t>
            </a:r>
          </a:p>
          <a:p xmlns:a="http://schemas.openxmlformats.org/drawingml/2006/main">
            <a:r>
              <a:t>| C6 응답/실제 전달 | 필수 사실=어떤 보고서/무엇을 수정할지의 실제 확인(예: “3분기와 4분기 중 어떤 보고서를 어떻게 바꿀까요?”), 이후 “3분기 보고서 형식 변경 접수, 4분기는 유지”. 임의 확정/변경 완료 주장 금지. |</a:t>
            </a:r>
          </a:p>
          <a:p xmlns:a="http://schemas.openxmlformats.org/drawingml/2006/main">
            <a:r>
              <a:t/>
            </a:r>
          </a:p>
          <a:p xmlns:a="http://schemas.openxmlformats.org/drawingml/2006/main">
            <a:r>
              <a:t>&lt;a id="s6-02"&gt;&lt;/a&gt;</a:t>
            </a:r>
          </a:p>
          <a:p xmlns:a="http://schemas.openxmlformats.org/drawingml/2006/main">
            <a:r>
              <a:t>##### S6-02 철회된 질문 답변과 승인 범위</a:t>
            </a:r>
          </a:p>
          <a:p xmlns:a="http://schemas.openxmlformats.org/drawingml/2006/main">
            <a:r>
              <a:t/>
            </a:r>
          </a:p>
          <a:p xmlns:a="http://schemas.openxmlformats.org/drawingml/2006/main">
            <a: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p>
          <a:p xmlns:a="http://schemas.openxmlformats.org/drawingml/2006/main">
            <a:r>
              <a:t/>
            </a:r>
          </a:p>
          <a:p xmlns:a="http://schemas.openxmlformats.org/drawingml/2006/main">
            <a:r>
              <a:t>**입력:** 최초: “응.”(0~1초). 재확인 질문이 실제 제시되면 1초 뒤 “민수 연락처 조회와 이 메일 업무에 주소 제공만 동의해. 메일 발송은 승인하지 않아.”라고 답한다(3초 길이).</a:t>
            </a:r>
          </a:p>
          <a:p xmlns:a="http://schemas.openxmlformats.org/drawingml/2006/main">
            <a:r>
              <a:t/>
            </a:r>
          </a:p>
          <a:p xmlns:a="http://schemas.openxmlformats.org/drawingml/2006/main">
            <a: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처리=철회된/미제시 질문에 “응”을 적용하지 않고 현재 정보 동의를 재확인. 후속 답변 뒤 연락처 조회/주소 제공만 허용한다. |</a:t>
            </a:r>
          </a:p>
          <a:p xmlns:a="http://schemas.openxmlformats.org/drawingml/2006/main">
            <a:r>
              <a:t>| C2 대상/근거 | Q1@v1의 철회, Q1@v2의 목적/실제 제시 receipt, 현재 권한과 민수 주소. Q2를 “응”의 대상으로 선택하지 않는다. |</a:t>
            </a:r>
          </a:p>
          <a:p xmlns:a="http://schemas.openxmlformats.org/drawingml/2006/main">
            <a:r>
              <a:t>| C3 대화/업무 연결 | 재확인/후속 답변→현재 Q1@v2와 T메일/X메일. Q2/다른 Task에 답변이나 승인 연결 없음. |</a:t>
            </a:r>
          </a:p>
          <a:p xmlns:a="http://schemas.openxmlformats.org/drawingml/2006/main">
            <a:r>
              <a:t>| C4 조건/변경 범위 | 동의 범위=민수 연락처 조회 및 이 메일 업무에 주소 제공. SEND/다른 연락처/다른 목적의 제공으로 확대하지 않는다. |</a:t>
            </a:r>
          </a:p>
          <a:p xmlns:a="http://schemas.openxmlformats.org/drawingml/2006/main">
            <a:r>
              <a:t>| C5 실제 효과/상태 | 새 동의/실제 질문 제시 전 연락처 read/제공=0. 후속 답변 뒤 허용 범위의 조회/제공, SEND 효과=0. Q2 승인 상태는 DENIED/대기이고 중복 승인/잘못된 명령 없음. |</a:t>
            </a:r>
          </a:p>
          <a:p xmlns:a="http://schemas.openxmlformats.org/drawingml/2006/main">
            <a: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p>
          <a:p xmlns:a="http://schemas.openxmlformats.org/drawingml/2006/main">
            <a:r>
              <a:t/>
            </a:r>
          </a:p>
          <a:p xmlns:a="http://schemas.openxmlformats.org/drawingml/2006/main">
            <a:r>
              <a:t>&lt;a id="s6-03"&gt;&lt;/a&gt;</a:t>
            </a:r>
          </a:p>
          <a:p xmlns:a="http://schemas.openxmlformats.org/drawingml/2006/main">
            <a:r>
              <a:t>##### S6-03 필요한 자료의 접근 거부</a:t>
            </a:r>
          </a:p>
          <a:p xmlns:a="http://schemas.openxmlformats.org/drawingml/2006/main">
            <a:r>
              <a:t/>
            </a:r>
          </a:p>
          <a:p xmlns:a="http://schemas.openxmlformats.org/drawingml/2006/main">
            <a: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p>
          <a:p xmlns:a="http://schemas.openxmlformats.org/drawingml/2006/main">
            <a:r>
              <a:t/>
            </a:r>
          </a:p>
          <a:p xmlns:a="http://schemas.openxmlformats.org/drawingml/2006/main">
            <a:r>
              <a:t>**입력:** “D1의 계약 금액을 알려줘.”</a:t>
            </a:r>
          </a:p>
          <a:p xmlns:a="http://schemas.openxmlformats.org/drawingml/2006/main">
            <a:r>
              <a:t/>
            </a:r>
          </a:p>
          <a:p xmlns:a="http://schemas.openxmlformats.org/drawingml/2006/main">
            <a: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목표=접근 불가 안내/유보. 확인되지 않은 금액 답변/조사 성공으로 바꾸지 않는다. |</a:t>
            </a:r>
          </a:p>
          <a:p xmlns:a="http://schemas.openxmlformats.org/drawingml/2006/main">
            <a:r>
              <a:t>| C2 대상/근거 | D1@v1의 존재/접근 거부 사실만 사용. 비공개 500이나 다른 문서 금액을 답의 근거로 사용하면 실패. |</a:t>
            </a:r>
          </a:p>
          <a:p xmlns:a="http://schemas.openxmlformats.org/drawingml/2006/main">
            <a:r>
              <a:t>| C3 대화/업무 연결 | 원래 D1 문의에 연결. 금액 조회 우회용 새 Agent 업무나 T보호 변경 없음. |</a:t>
            </a:r>
          </a:p>
          <a:p xmlns:a="http://schemas.openxmlformats.org/drawingml/2006/main">
            <a:r>
              <a:t>| C4 조건/변경 범위 | DENIED와 자료 없음/금액 없음/판단 불가를 구별한다. 접근 허용을 이미 받은 것으로 확대하거나 다른 자료로 치환하지 않는다. |</a:t>
            </a:r>
          </a:p>
          <a:p xmlns:a="http://schemas.openxmlformats.org/drawingml/2006/main">
            <a:r>
              <a:t>| C5 실제 효과/상태 | 금지 content read/외부 제공/업무 Action 효과=0. 조회 요청의 ACCESS_DENIED 자체는 정상이며 정확한 유보로 처리한다. |</a:t>
            </a:r>
          </a:p>
          <a:p xmlns:a="http://schemas.openxmlformats.org/drawingml/2006/main">
            <a:r>
              <a:t>| C6 응답/실제 전달 | 필수 사실=“D1은 현재 접근 권한이 없어 계약 금액을 확인할 수 없다”. 추측/금액 제시/조회 성공 주장 금지. 권한을 확인하라는 다음 행동 제안은 허용하되 실제 허용으로 기록하지 않는다. |</a:t>
            </a:r>
          </a:p>
          <a:p xmlns:a="http://schemas.openxmlformats.org/drawingml/2006/main">
            <a:r>
              <a:t/>
            </a:r>
          </a:p>
          <a:p xmlns:a="http://schemas.openxmlformats.org/drawingml/2006/main">
            <a:r>
              <a:t>&lt;a id="s6-04"&gt;&lt;/a&gt;</a:t>
            </a:r>
          </a:p>
          <a:p xmlns:a="http://schemas.openxmlformats.org/drawingml/2006/main">
            <a:r>
              <a:t>##### S6-04 실제 제시된 유효 질문에 답변</a:t>
            </a:r>
          </a:p>
          <a:p xmlns:a="http://schemas.openxmlformats.org/drawingml/2006/main">
            <a:r>
              <a:t/>
            </a:r>
          </a:p>
          <a:p xmlns:a="http://schemas.openxmlformats.org/drawingml/2006/main">
            <a: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p>
          <a:p xmlns:a="http://schemas.openxmlformats.org/drawingml/2006/main">
            <a:r>
              <a:t/>
            </a:r>
          </a:p>
          <a:p xmlns:a="http://schemas.openxmlformats.org/drawingml/2006/main">
            <a:r>
              <a:t>**입력:** “응, 상반기로 해줘.”</a:t>
            </a:r>
          </a:p>
          <a:p xmlns:a="http://schemas.openxmlformats.org/drawingml/2006/main">
            <a:r>
              <a:t/>
            </a:r>
          </a:p>
          <a:p xmlns:a="http://schemas.openxmlformats.org/drawingml/2006/main">
            <a: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유효 기간 질문의 답변 처리. 새 보고서 작성/새 승인 요청으로 바꾸지 않는다. |</a:t>
            </a:r>
          </a:p>
          <a:p xmlns:a="http://schemas.openxmlformats.org/drawingml/2006/main">
            <a:r>
              <a:t>| C2 대상/근거 | 실제 제시 Q기간@v7, SalesH1@v1과 2026년1~6월. 과거 철회 질문/다른 분기와 치환 없음. |</a:t>
            </a:r>
          </a:p>
          <a:p xmlns:a="http://schemas.openxmlformats.org/drawingml/2006/main">
            <a:r>
              <a:t>| C3 대화/업무 연결 | 답변을 Q기간/T보고서/X보고서에 연결. T메일/T보호 무변경. |</a:t>
            </a:r>
          </a:p>
          <a:p xmlns:a="http://schemas.openxmlformats.org/drawingml/2006/main">
            <a:r>
              <a:t>| C4 조건/변경 범위 | 보고서 기간만 상반기로 확정하고 나머지 조건 유지. 정보 동의나 메일 SEND 승인으로 확대하지 않는다. |</a:t>
            </a:r>
          </a:p>
          <a:p xmlns:a="http://schemas.openxmlformats.org/drawingml/2006/main">
            <a:r>
              <a:t>| C5 실제 효과/상태 | 유효 답변 접수/전달 한 번, 질문=답변됨/기간=상반기. 외부 미접수를 접수로 말하지 않는다. |</a:t>
            </a:r>
          </a:p>
          <a:p xmlns:a="http://schemas.openxmlformats.org/drawingml/2006/main">
            <a:r>
              <a:t>| C6 응답/실제 전달 | “보고서 기간을 2026년 상반기로 답변했고 접수됐다”를 실제 전달. 보고서 작성 완료라고 하지 않는다. |</a:t>
            </a:r>
          </a:p>
          <a:p xmlns:a="http://schemas.openxmlformats.org/drawingml/2006/main">
            <a:r>
              <a:t/>
            </a:r>
          </a:p>
          <a:p xmlns:a="http://schemas.openxmlformats.org/drawingml/2006/main">
            <a:r>
              <a:t>#### 3.2.3 단일 반복과 분모</a:t>
            </a:r>
          </a:p>
          <a:p xmlns:a="http://schemas.openxmlformats.org/drawingml/2006/main">
            <a:r>
              <a:t/>
            </a:r>
          </a:p>
          <a:p xmlns:a="http://schemas.openxmlformats.org/drawingml/2006/main">
            <a: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p>
          <a:p xmlns:a="http://schemas.openxmlformats.org/drawingml/2006/main">
            <a:r>
              <a:t/>
            </a:r>
          </a:p>
          <a:p xmlns:a="http://schemas.openxmlformats.org/drawingml/2006/main">
            <a:r>
              <a:t>- 시나리오:21×5=105회, 정확성 조건:105×6=630개.</a:t>
            </a:r>
          </a:p>
          <a:p xmlns:a="http://schemas.openxmlformats.org/drawingml/2006/main">
            <a:r>
              <a:t>- 상황군의 조건 분모:S1=60, S2=150, S3=90, S4=90, S5=120, S6=120.</a:t>
            </a:r>
          </a:p>
          <a:p xmlns:a="http://schemas.openxmlformats.org/drawingml/2006/main">
            <a:r>
              <a:t>- 조건 유형 C 각각105개. 후속 답변/Agent4사건을 별도 시나리오로 쪼개 정확성 분모를 늘리지 않음.</a:t>
            </a:r>
          </a:p>
          <a:p xmlns:a="http://schemas.openxmlformats.org/drawingml/2006/main">
            <a:r>
              <a:t>- 재사용/집중 도착과 final tail 모두 같은6조건으로 채점. 원천 준비/유휴 tick은 신규 사용자 시나리오가 아니며 원장/필수 위반 검사에 포함.</a:t>
            </a:r>
          </a:p>
          <a:p xmlns:a="http://schemas.openxmlformats.org/drawingml/2006/main">
            <a:r>
              <a:t/>
            </a:r>
          </a:p>
          <a:p xmlns:a="http://schemas.openxmlformats.org/drawingml/2006/main">
            <a: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p>
          <a:p xmlns:a="http://schemas.openxmlformats.org/drawingml/2006/main">
            <a:r>
              <a:t/>
            </a:r>
          </a:p>
          <a:p xmlns:a="http://schemas.openxmlformats.org/drawingml/2006/main">
            <a:r>
              <a:t>### 3.3 공통 정답 조건과 판별</a:t>
            </a:r>
          </a:p>
          <a:p xmlns:a="http://schemas.openxmlformats.org/drawingml/2006/main">
            <a:r>
              <a:t/>
            </a:r>
          </a:p>
          <a:p xmlns:a="http://schemas.openxmlformats.org/drawingml/2006/main">
            <a:r>
              <a:t>#### 3.3.1 재사용할 정답 조건 유형</a:t>
            </a:r>
          </a:p>
          <a:p xmlns:a="http://schemas.openxmlformats.org/drawingml/2006/main">
            <a:r>
              <a:t/>
            </a:r>
          </a:p>
          <a:p xmlns:a="http://schemas.openxmlformats.org/drawingml/2006/main">
            <a:r>
              <a:t>| 유형 | 정답으로 기술할 사실 | 대표 판정 예시와 관측 경계 |</a:t>
            </a:r>
          </a:p>
          <a:p xmlns:a="http://schemas.openxmlformats.org/drawingml/2006/main">
            <a:r>
              <a:t>| --- | --- | --- |</a:t>
            </a:r>
          </a:p>
          <a:p xmlns:a="http://schemas.openxmlformats.org/drawingml/2006/main">
            <a:r>
              <a:t>| C1 목표와 처리 방향 | 요청한 행위/산출물의 의미, 답변/위임/확인/유보 등 허용 처리 방향 | 보고서 형식 변경을 새 조사로 바꾸지 않음. 업무 실행은 Agent에 인계. 필요한 확인을 임의 완료로 대체하지 않음 |</a:t>
            </a:r>
          </a:p>
          <a:p xmlns:a="http://schemas.openxmlformats.org/drawingml/2006/main">
            <a:r>
              <a:t>| C2 대상과 근거 | 지칭한 자료/객체의 집합과 범위, 원본 시점/version, 실제 전달된 과거 설명이나 결과 참조 | 발화 당시 선택한 표와 당시 v1을 사용. 최신 v2 또는 아직 들려주지 않은 설명으로 바꾸지 않음 |</a:t>
            </a:r>
          </a:p>
          <a:p xmlns:a="http://schemas.openxmlformats.org/drawingml/2006/main">
            <a:r>
              <a:t>| C3 대화와 업무 연결 | 새 업무/기존 업무/업무 없음의 관계, 연결할 대화/Task/Execution/질문 | 보고서 변경은 보고서 업무에 적용. 메일 질문의 답을 보고서 업무로 보내지 않음 |</a:t>
            </a:r>
          </a:p>
          <a:p xmlns:a="http://schemas.openxmlformats.org/drawingml/2006/main">
            <a:r>
              <a:t>| C4 조건, 관계와 변경 범위 | 내용 제약, 금지/보존 조건, 요청 간 독립/순서/조건/결과 의존, 변경할 범위 | 요약 결과를 메일 입력으로 사용하고 먼저 보내지 않음. 표 형식만 바꾸고 기간/수신자/다른 요청을 보존 |</a:t>
            </a:r>
          </a:p>
          <a:p xmlns:a="http://schemas.openxmlformats.org/drawingml/2006/main">
            <a: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p>
          <a:p xmlns:a="http://schemas.openxmlformats.org/drawingml/2006/main">
            <a: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p>
          <a:p xmlns:a="http://schemas.openxmlformats.org/drawingml/2006/main">
            <a:r>
              <a:t/>
            </a:r>
          </a:p>
          <a:p xmlns:a="http://schemas.openxmlformats.org/drawingml/2006/main">
            <a: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p>
          <a:p xmlns:a="http://schemas.openxmlformats.org/drawingml/2006/main">
            <a:r>
              <a:t/>
            </a:r>
          </a:p>
          <a:p xmlns:a="http://schemas.openxmlformats.org/drawingml/2006/main">
            <a: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p>
          <a:p xmlns:a="http://schemas.openxmlformats.org/drawingml/2006/main">
            <a:r>
              <a:t/>
            </a:r>
          </a:p>
          <a:p xmlns:a="http://schemas.openxmlformats.org/drawingml/2006/main">
            <a:r>
              <a:t>##### 조건을 작성하는 공통 규칙</a:t>
            </a:r>
          </a:p>
          <a:p xmlns:a="http://schemas.openxmlformats.org/drawingml/2006/main">
            <a:r>
              <a:t/>
            </a:r>
          </a:p>
          <a:p xmlns:a="http://schemas.openxmlformats.org/drawingml/2006/main">
            <a: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p>
          <a:p xmlns:a="http://schemas.openxmlformats.org/drawingml/2006/main">
            <a: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p>
          <a:p xmlns:a="http://schemas.openxmlformats.org/drawingml/2006/main">
            <a: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p>
          <a:p xmlns:a="http://schemas.openxmlformats.org/drawingml/2006/main">
            <a:r>
              <a:t>- 대상 집합이나 관계 graph의 판정 단위도 동일하다. 한 사례에서만 원소/간선을 별도 점수로 세지 않는다. 세부 누락/추가 항목은 진단으로 보존하고 집계 단위는 §3.1의 여섯 묶음 이진 판정으로 고정한다.</a:t>
            </a:r>
          </a:p>
          <a:p xmlns:a="http://schemas.openxmlformats.org/drawingml/2006/main">
            <a:r>
              <a:t>- 명확한 사례에는 기대한 요청 처리를 요구한다. 근거가 부족한 사례에는 필요한 질문/유보와 공통 후속 답변 뒤의 처리까지 요구한다. 단순 접수 멘트나 모든 요청의 보류로 정답을 얻지 못한다.</a:t>
            </a:r>
          </a:p>
          <a:p xmlns:a="http://schemas.openxmlformats.org/drawingml/2006/main">
            <a:r>
              <a:t/>
            </a:r>
          </a:p>
          <a:p xmlns:a="http://schemas.openxmlformats.org/drawingml/2006/main">
            <a:r>
              <a:t>##### 모든 항목의 통과/실패 판정 순서</a:t>
            </a:r>
          </a:p>
          <a:p xmlns:a="http://schemas.openxmlformats.org/drawingml/2006/main">
            <a:r>
              <a:t/>
            </a:r>
          </a:p>
          <a:p xmlns:a="http://schemas.openxmlformats.org/drawingml/2006/main">
            <a: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p>
          <a:p xmlns:a="http://schemas.openxmlformats.org/drawingml/2006/main">
            <a: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p>
          <a:p xmlns:a="http://schemas.openxmlformats.org/drawingml/2006/main">
            <a: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p>
          <a:p xmlns:a="http://schemas.openxmlformats.org/drawingml/2006/main">
            <a: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p>
          <a:p xmlns:a="http://schemas.openxmlformats.org/drawingml/2006/main">
            <a: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p>
          <a:p xmlns:a="http://schemas.openxmlformats.org/drawingml/2006/main">
            <a: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p>
          <a:p xmlns:a="http://schemas.openxmlformats.org/drawingml/2006/main">
            <a: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p>
          <a:p xmlns:a="http://schemas.openxmlformats.org/drawingml/2006/main">
            <a: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p>
          <a:p xmlns:a="http://schemas.openxmlformats.org/drawingml/2006/main">
            <a:r>
              <a:t/>
            </a:r>
          </a:p>
          <a:p xmlns:a="http://schemas.openxmlformats.org/drawingml/2006/main">
            <a: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p>
          <a:p xmlns:a="http://schemas.openxmlformats.org/drawingml/2006/main">
            <a:r>
              <a:t/>
            </a:r>
          </a:p>
          <a:p xmlns:a="http://schemas.openxmlformats.org/drawingml/2006/main">
            <a:r>
              <a:t/>
            </a:r>
          </a:p>
          <a:p xmlns:a="http://schemas.openxmlformats.org/drawingml/2006/main">
            <a: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p>
          <a:p xmlns:a="http://schemas.openxmlformats.org/drawingml/2006/main">
            <a:r>
              <a:t/>
            </a:r>
          </a:p>
          <a:p xmlns:a="http://schemas.openxmlformats.org/drawingml/2006/main">
            <a:r>
              <a:t/>
            </a:r>
          </a:p>
          <a:p xmlns:a="http://schemas.openxmlformats.org/drawingml/2006/main">
            <a:r>
              <a:t>### 3.4 측정 지표와 목표 근거</a:t>
            </a:r>
          </a:p>
          <a:p xmlns:a="http://schemas.openxmlformats.org/drawingml/2006/main">
            <a:r>
              <a:t/>
            </a:r>
          </a:p>
          <a:p xmlns:a="http://schemas.openxmlformats.org/drawingml/2006/main">
            <a:r>
              <a:t>ASR-QA-01 = 100 × 통과 조건 수 / 630. 목표가 98% 이상이므로 정답 최소 618개, 실패 최대 12개다. 필수 조건 오류 50개당 1개 이내라는 작성자 예산을 유지하고 변경된 분모에 맞춰 정수 문턱을 계산했다.</a:t>
            </a:r>
          </a:p>
          <a:p xmlns:a="http://schemas.openxmlformats.org/drawingml/2006/main">
            <a:r>
              <a:t/>
            </a:r>
          </a:p>
          <a:p xmlns:a="http://schemas.openxmlformats.org/drawingml/2006/main">
            <a: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p>
          <a:p xmlns:a="http://schemas.openxmlformats.org/drawingml/2006/main">
            <a:r>
              <a:t/>
            </a:r>
          </a:p>
          <a:p xmlns:a="http://schemas.openxmlformats.org/drawingml/2006/main">
            <a: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p>
          <a:p xmlns:a="http://schemas.openxmlformats.org/drawingml/2006/main">
            <a:r>
              <a:t/>
            </a:r>
          </a:p>
          <a:p xmlns:a="http://schemas.openxmlformats.org/drawingml/2006/main">
            <a:r>
              <a:t>### 3.5 차이 인정과 관찰 절차</a:t>
            </a:r>
          </a:p>
          <a:p xmlns:a="http://schemas.openxmlformats.org/drawingml/2006/main">
            <a:r>
              <a:t/>
            </a:r>
          </a:p>
          <a:p xmlns:a="http://schemas.openxmlformats.org/drawingml/2006/main">
            <a: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p>
          <a:p xmlns:a="http://schemas.openxmlformats.org/drawingml/2006/main">
            <a:r>
              <a:t/>
            </a:r>
          </a:p>
          <a:p xmlns:a="http://schemas.openxmlformats.org/drawingml/2006/main">
            <a: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p>
          <a:p xmlns:a="http://schemas.openxmlformats.org/drawingml/2006/main">
            <a:r>
              <a:t/>
            </a:r>
          </a:p>
          <a:p xmlns:a="http://schemas.openxmlformats.org/drawingml/2006/main">
            <a:r>
              <a:t>### 3.6 DP별 중요한 경로와 대등한 조건</a:t>
            </a:r>
          </a:p>
          <a:p xmlns:a="http://schemas.openxmlformats.org/drawingml/2006/main">
            <a:r>
              <a:t/>
            </a:r>
          </a:p>
          <a:p xmlns:a="http://schemas.openxmlformats.org/drawingml/2006/main">
            <a:r>
              <a:t>| DP | 활성화 사례 / 수치 관측 | 강한 반대안과 차이가 줄어드는 조건 |</a:t>
            </a:r>
          </a:p>
          <a:p xmlns:a="http://schemas.openxmlformats.org/drawingml/2006/main">
            <a:r>
              <a:t>| --- | --- | --- |</a:t>
            </a:r>
          </a:p>
          <a:p xmlns:a="http://schemas.openxmlformats.org/drawingml/2006/main">
            <a:r>
              <a:t>| 41 모델 조회/전체 결합 대 코드 해결 | S2-01/02/03/05,S3-02/03,S4-01,S6-01/02. C1~C4 오류, 추가 조회/해석 횟수와 latency/token | A도 구조화 출력/cache/부분수정, B도 추가 부분해석. 충분한 typed근거면 같은 의미/호출수 가능 |</a:t>
            </a:r>
          </a:p>
          <a:p xmlns:a="http://schemas.openxmlformats.org/drawingml/2006/main">
            <a: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p>
          <a:p xmlns:a="http://schemas.openxmlformats.org/drawingml/2006/main">
            <a:r>
              <a:t>| 44 중앙 continuation 대 연결된 Stage/window/join | S3-02,S4-01/02,S5-01/02/04. 회수/후속전이/queue/폐기/동시할당 | A도async/priority/병렬, B도join/credit/현재성 검사. 공통local stop는 대등 경로 |</a:t>
            </a:r>
          </a:p>
          <a:p xmlns:a="http://schemas.openxmlformats.org/drawingml/2006/main">
            <a: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p>
          <a:p xmlns:a="http://schemas.openxmlformats.org/drawingml/2006/main">
            <a:r>
              <a:t/>
            </a:r>
          </a:p>
          <a:p xmlns:a="http://schemas.openxmlformats.org/drawingml/2006/main">
            <a:r>
              <a:t>DP마다 최소 한 SENSITIVE경로를 공통 모집단에 포함했다. 실제 수치 차이가 나도록 보장한 것은 아니다. 지역 차이를 전 QA평균으로 재라벨하지 않으며 동일값/불확실/목표 미달도 보고한다.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ASR-QA-02 상호작용 응답시간</a:t>
            </a:r>
          </a:p>
          <a:p xmlns:a="http://schemas.openxmlformats.org/drawingml/2006/main">
            <a:r>
              <a:t>정의: 사용자 입력이나 업무 상태 변화에 VIA가 알맞은 답변이나 동작으로 반응하기까지 걸리는 시간 (예: VIA가 말하는 중 사용자 끼어들기 → 음성 재생 중단, Agent의 확인 질문 도착 → 사용자에게 질문 제시)</a:t>
            </a:r>
          </a:p>
          <a:p xmlns:a="http://schemas.openxmlformats.org/drawingml/2006/main">
            <a:r>
              <a:t>측정 지표: 평균 유효 반응시간(초) = 전 21개 사례의 지정 반응 27개 × 5회, 135관측</a:t>
            </a:r>
          </a:p>
          <a:p xmlns:a="http://schemas.openxmlformats.org/drawingml/2006/main">
            <a:r>
              <a:t>목표: 1.0초 이하, 모든 local stop 0.1초 이하</a:t>
            </a:r>
          </a:p>
          <a:p xmlns:a="http://schemas.openxmlformats.org/drawingml/2006/main">
            <a:r>
              <a:t>목표 근거: 대화 흐름 유지의 1초/즉각 제어 0.1초 참조. 일반 반응 2초 이내 ≥95%, 집중 도착 5초 이내, 미전달 0건. 모든 사례의 적용 경계를 대응표로 공개 (§4)</a:t>
            </a:r>
          </a:p>
          <a:p xmlns:a="http://schemas.openxmlformats.org/drawingml/2006/main">
            <a:r>
              <a:t>보호 조건: 일반 ≥100/105 ≤2초; 집중 30/30 ≤5초; stop ≤0.1초</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Qwen 공식 H20 속도 benchmark: https://qwen.readthedocs.io/en/latest/getting_started/speed_benchmark.html</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ASR-QA-03 VIA 요청 처리시간</a:t>
            </a:r>
          </a:p>
          <a:p xmlns:a="http://schemas.openxmlformats.org/drawingml/2006/main">
            <a:r>
              <a:t>정의: 요청 접수부터 최종 결과 전달까지, VIA의 처리와 대기로 걸리는 시간 (예: 보고서 작성 요청 → 요청 해석 → Agent에 작성 업무 인계 → 결과 수신 → 사용자에게 보고서 전달)</a:t>
            </a:r>
          </a:p>
          <a:p xmlns:a="http://schemas.openxmlformats.org/drawingml/2006/main">
            <a:r>
              <a:t>측정 지표: 평균 VIA 귀속 사이클 시간(초) = 사용자 목표가 있는 19개 × 5회, 95관측</a:t>
            </a:r>
          </a:p>
          <a:p xmlns:a="http://schemas.openxmlformats.org/drawingml/2006/main">
            <a:r>
              <a:t>목표: 10초 이하</a:t>
            </a:r>
          </a:p>
          <a:p xmlns:a="http://schemas.openxmlformats.org/drawingml/2006/main">
            <a:r>
              <a:t>목표 근거: 의미6 + 연결1 + 전달1 + 재검증2초의 작성자 예산. 15초 이내 ≥95%, 미전달 0건. Agent 발신 두 사례는 QA-02에 적용 (§4)</a:t>
            </a:r>
          </a:p>
          <a:p xmlns:a="http://schemas.openxmlformats.org/drawingml/2006/main">
            <a:r>
              <a:t>보호 조건: ≥91/95 ≤15초,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ASR-QA-04 VIA 모델 사용 비용</a:t>
            </a:r>
          </a:p>
          <a:p xmlns:a="http://schemas.openxmlformats.org/drawingml/2006/main">
            <a:r>
              <a:t>정의: 동일한 사용자 활동을 처리하는 동안 VIA의 음성/의미 모델 사용에 드는 금액</a:t>
            </a:r>
          </a:p>
          <a:p xmlns:a="http://schemas.openxmlformats.org/drawingml/2006/main">
            <a:r>
              <a:t>측정 지표: P21 1묶음 평균 총 모델 비용(USD/P21) = 동일 활동 5회 총액의 평균</a:t>
            </a:r>
          </a:p>
          <a:p xmlns:a="http://schemas.openxmlformats.org/drawingml/2006/main">
            <a:r>
              <a:t>목표: $0.50/P21 이하</a:t>
            </a:r>
          </a:p>
          <a:p xmlns:a="http://schemas.openxmlformats.org/drawingml/2006/main">
            <a:r>
              <a:t>목표 근거: 동일 21사례의 의미 62호출/음성 입력 50초/출력 179초 예산에서 신규 audio·Text 포함 기본 $0.351840, 이력 audio/추가생산/재시도 여유 $0.148160. 호출·출력은 작성자 가정이며 실제 사용량으로 대체 (§5)</a:t>
            </a:r>
          </a:p>
          <a:p xmlns:a="http://schemas.openxmlformats.org/drawingml/2006/main">
            <a:r>
              <a:t>보호 조건: 초기/재시도/폐기/배경/context 누락 없음</a:t>
            </a:r>
          </a:p>
          <a:p xmlns:a="http://schemas.openxmlformats.org/drawingml/2006/main">
            <a:r>
              <a:t>출처:</a:t>
            </a:r>
          </a:p>
          <a:p xmlns:a="http://schemas.openxmlformats.org/drawingml/2006/main">
            <a:r>
              <a:t>Alibaba Qwen Instruct-2507 공식 단가: https://docs.modelstudio.console.alibabacloud.com/en/model-studio/qwen3-30b-a3b-instruct-2507</a:t>
            </a:r>
          </a:p>
          <a:p xmlns:a="http://schemas.openxmlformats.org/drawingml/2006/main">
            <a:r>
              <a:t>OpenAI GPT Realtime 공식 단가: https://developers.openai.com/api/docs/models/gpt-realtime</a:t>
            </a:r>
          </a:p>
          <a:p xmlns:a="http://schemas.openxmlformats.org/drawingml/2006/main">
            <a:r>
              <a:t>OpenAI Realtime 청구: https://developers.openai.com/api/docs/guides/voice-latency-cost</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§5</a:t>
            </a:r>
          </a:p>
          <a:p xmlns:a="http://schemas.openxmlformats.org/drawingml/2006/main">
            <a:r>
              <a:t>모델 사용 비용</a:t>
            </a:r>
          </a:p>
          <a:p xmlns:a="http://schemas.openxmlformats.org/drawingml/2006/main">
            <a:r>
              <a:t/>
            </a:r>
          </a:p>
          <a:p xmlns:a="http://schemas.openxmlformats.org/drawingml/2006/main">
            <a:r>
              <a:t>### 5.1 정의와 대표 지표</a:t>
            </a:r>
          </a:p>
          <a:p xmlns:a="http://schemas.openxmlformats.org/drawingml/2006/main">
            <a:r>
              <a:t/>
            </a:r>
          </a:p>
          <a:p xmlns:a="http://schemas.openxmlformats.org/drawingml/2006/main">
            <a: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p>
          <a:p xmlns:a="http://schemas.openxmlformats.org/drawingml/2006/main">
            <a:r>
              <a:t/>
            </a:r>
          </a:p>
          <a:p xmlns:a="http://schemas.openxmlformats.org/drawingml/2006/main">
            <a:r>
              <a:t>### 5.2 같은 활동의 사용량과 산식</a:t>
            </a:r>
          </a:p>
          <a:p xmlns:a="http://schemas.openxmlformats.org/drawingml/2006/main">
            <a:r>
              <a:t/>
            </a:r>
          </a:p>
          <a:p xmlns:a="http://schemas.openxmlformats.org/drawingml/2006/main">
            <a: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p>
          <a:p xmlns:a="http://schemas.openxmlformats.org/drawingml/2006/main">
            <a:r>
              <a:t/>
            </a:r>
          </a:p>
          <a:p xmlns:a="http://schemas.openxmlformats.org/drawingml/2006/main">
            <a: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p>
          <a:p xmlns:a="http://schemas.openxmlformats.org/drawingml/2006/main">
            <a:r>
              <a:t/>
            </a:r>
          </a:p>
          <a:p xmlns:a="http://schemas.openxmlformats.org/drawingml/2006/main">
            <a:r>
              <a:t>### 5.3 목표값과 근거</a:t>
            </a:r>
          </a:p>
          <a:p xmlns:a="http://schemas.openxmlformats.org/drawingml/2006/main">
            <a:r>
              <a:t/>
            </a:r>
          </a:p>
          <a:p xmlns:a="http://schemas.openxmlformats.org/drawingml/2006/main">
            <a:r>
              <a:t>| P21 기준 계산 | USD |</a:t>
            </a:r>
          </a:p>
          <a:p xmlns:a="http://schemas.openxmlformats.org/drawingml/2006/main">
            <a:r>
              <a:t>| --- | --- |</a:t>
            </a:r>
          </a:p>
          <a:p xmlns:a="http://schemas.openxmlformats.org/drawingml/2006/main">
            <a:r>
              <a:t>| 의미62호출, 입력124,000/출력12,400 token | 0.034720 |</a:t>
            </a:r>
          </a:p>
          <a:p xmlns:a="http://schemas.openxmlformats.org/drawingml/2006/main">
            <a:r>
              <a:t>| GPT Realtime 신규 audio 입력50초/출력예산179초 | 0.245120 |</a:t>
            </a:r>
          </a:p>
          <a:p xmlns:a="http://schemas.openxmlformats.org/drawingml/2006/main">
            <a:r>
              <a:t>| GPT Realtime 청구 Text/context 입력10,000/출력2,000 token | 0.072000 |</a:t>
            </a:r>
          </a:p>
          <a:p xmlns:a="http://schemas.openxmlformats.org/drawingml/2006/main">
            <a:r>
              <a:t>| 신규 audio·청구 Text를 포함한 기본 소계 | **0.351840** |</a:t>
            </a:r>
          </a:p>
          <a:p xmlns:a="http://schemas.openxmlformats.org/drawingml/2006/main">
            <a:r>
              <a:t>| 이력 audio 재입력/추가생산/재시도 여유 | **0.148160** |</a:t>
            </a:r>
          </a:p>
          <a:p xmlns:a="http://schemas.openxmlformats.org/drawingml/2006/main">
            <a:r>
              <a:t>| 목표 | **0.50/P21** |</a:t>
            </a:r>
          </a:p>
          <a:p xmlns:a="http://schemas.openxmlformats.org/drawingml/2006/main">
            <a:r>
              <a:t/>
            </a:r>
          </a:p>
          <a:p xmlns:a="http://schemas.openxmlformats.org/drawingml/2006/main">
            <a: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p>
          <a:p xmlns:a="http://schemas.openxmlformats.org/drawingml/2006/main">
            <a:r>
              <a:t/>
            </a:r>
          </a:p>
          <a:p xmlns:a="http://schemas.openxmlformats.org/drawingml/2006/main">
            <a:r>
              <a:t>### 5.4 수치 차이와 민감도</a:t>
            </a:r>
          </a:p>
          <a:p xmlns:a="http://schemas.openxmlformats.org/drawingml/2006/main">
            <a:r>
              <a:t/>
            </a:r>
          </a:p>
          <a:p xmlns:a="http://schemas.openxmlformats.org/drawingml/2006/main">
            <a: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ASR-QA-05 VIA 변경 용이성</a:t>
            </a:r>
          </a:p>
          <a:p xmlns:a="http://schemas.openxmlformats.org/drawingml/2006/main">
            <a:r>
              <a:t>정의: 모델/Agent/정보원/기능 계약의 변화를 다른 사용자 기능을 유지하면서 수용하는 능력</a:t>
            </a:r>
          </a:p>
          <a:p xmlns:a="http://schemas.openxmlformats.org/drawingml/2006/main">
            <a:r>
              <a:t>측정 지표: 평균 변경 기능 책임 단위 수(개/과제) = 6개 변경의 고유 수정 책임 수 합/6</a:t>
            </a:r>
          </a:p>
          <a:p xmlns:a="http://schemas.openxmlformats.org/drawingml/2006/main">
            <a:r>
              <a:t>목표: 평균 3개 이하, 과제별5개 이하</a:t>
            </a:r>
          </a:p>
          <a:p xmlns:a="http://schemas.openxmlformats.org/drawingml/2006/main">
            <a:r>
              <a:t>목표 근거: adapter/생산/소비 약3개 책임에 일상 변경을 국소화. 동일 U01~18 registry와 기존 기능/권한/P21 회귀 유지 (§6)</a:t>
            </a:r>
          </a:p>
          <a:p xmlns:a="http://schemas.openxmlformats.org/drawingml/2006/main">
            <a:r>
              <a:t>보호 조건: 과제별 ≤5개, 6개 완료/필수 회귀 충족</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§6</a:t>
            </a:r>
          </a:p>
          <a:p xmlns:a="http://schemas.openxmlformats.org/drawingml/2006/main">
            <a:r>
              <a:t>변경 용이성</a:t>
            </a:r>
          </a:p>
          <a:p xmlns:a="http://schemas.openxmlformats.org/drawingml/2006/main">
            <a:r>
              <a:t/>
            </a:r>
          </a:p>
          <a:p xmlns:a="http://schemas.openxmlformats.org/drawingml/2006/main">
            <a:r>
              <a:t>**관리 ID: ASR-QA-05 — VIA 변경 용이성.**</a:t>
            </a:r>
          </a:p>
          <a:p xmlns:a="http://schemas.openxmlformats.org/drawingml/2006/main">
            <a:r>
              <a:t/>
            </a:r>
          </a:p>
          <a:p xmlns:a="http://schemas.openxmlformats.org/drawingml/2006/main">
            <a:r>
              <a:t>### 6.1 정의와 대표 지표</a:t>
            </a:r>
          </a:p>
          <a:p xmlns:a="http://schemas.openxmlformats.org/drawingml/2006/main">
            <a:r>
              <a:t/>
            </a:r>
          </a:p>
          <a:p xmlns:a="http://schemas.openxmlformats.org/drawingml/2006/main">
            <a: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p>
          <a:p xmlns:a="http://schemas.openxmlformats.org/drawingml/2006/main">
            <a:r>
              <a:t/>
            </a:r>
          </a:p>
          <a:p xmlns:a="http://schemas.openxmlformats.org/drawingml/2006/main">
            <a:r>
              <a:t>```text</a:t>
            </a:r>
          </a:p>
          <a:p xmlns:a="http://schemas.openxmlformats.org/drawingml/2006/main">
            <a:r>
              <a:t>u_j = 과제 M-j에서 실제로 수정해야 하는 고유 책임 단위 ID의 수</a:t>
            </a:r>
          </a:p>
          <a:p xmlns:a="http://schemas.openxmlformats.org/drawingml/2006/main">
            <a:r>
              <a:t>ASR-QA-05 = (u_1 + ... + u_6) / 6, 낮을수록 좋음</a:t>
            </a:r>
          </a:p>
          <a:p xmlns:a="http://schemas.openxmlformats.org/drawingml/2006/main">
            <a:r>
              <a:t>```</a:t>
            </a:r>
          </a:p>
          <a:p xmlns:a="http://schemas.openxmlformats.org/drawingml/2006/main">
            <a:r>
              <a:t/>
            </a:r>
          </a:p>
          <a:p xmlns:a="http://schemas.openxmlformats.org/drawingml/2006/main">
            <a: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p>
          <a:p xmlns:a="http://schemas.openxmlformats.org/drawingml/2006/main">
            <a:r>
              <a:t/>
            </a:r>
          </a:p>
          <a:p xmlns:a="http://schemas.openxmlformats.org/drawingml/2006/main">
            <a:r>
              <a:t>### 6.2 공통 변경 책임 registry</a:t>
            </a:r>
          </a:p>
          <a:p xmlns:a="http://schemas.openxmlformats.org/drawingml/2006/main">
            <a:r>
              <a:t/>
            </a:r>
          </a:p>
          <a:p xmlns:a="http://schemas.openxmlformats.org/drawingml/2006/main">
            <a:r>
              <a:t>동일한 기능 책임을 A/B에서 같은 ID에 대응한다. 이 단위는 아키텍처 비교의 채점 단위이며 기존 정식 Component 명칭을 대체하는 새 Component/Module 이름이 아니다.</a:t>
            </a:r>
          </a:p>
          <a:p xmlns:a="http://schemas.openxmlformats.org/drawingml/2006/main">
            <a:r>
              <a:t/>
            </a:r>
          </a:p>
          <a:p xmlns:a="http://schemas.openxmlformats.org/drawingml/2006/main">
            <a:r>
              <a:t>| ID | 수정 여부를 검사하는 책임 | 실제 owner/경로 |</a:t>
            </a:r>
          </a:p>
          <a:p xmlns:a="http://schemas.openxmlformats.org/drawingml/2006/main">
            <a:r>
              <a:t>| --- | --- | --- |</a:t>
            </a:r>
          </a:p>
          <a:p xmlns:a="http://schemas.openxmlformats.org/drawingml/2006/main">
            <a:r>
              <a:t>| U01 | 자연어 의미 생산 prompt/해석 규칙 | Request Interpreter의 A 모델 제어 또는 B frame/부분 해석 |</a:t>
            </a:r>
          </a:p>
          <a:p xmlns:a="http://schemas.openxmlformats.org/drawingml/2006/main">
            <a:r>
              <a:t>| U02 | 유한 표현의 dispatch/항목 해결/코드 결합 | 41B Request Resolution Engine. A에 같은 코드 책임이 없으면 변경 0 |</a:t>
            </a:r>
          </a:p>
          <a:p xmlns:a="http://schemas.openxmlformats.org/drawingml/2006/main">
            <a:r>
              <a:t>| U03 | 의미/frame/조건 표현의 공통 검증 계약 | Request Interpreter의 공통 의미 제안 검증기와 해당 schema |</a:t>
            </a:r>
          </a:p>
          <a:p xmlns:a="http://schemas.openxmlformats.org/drawingml/2006/main">
            <a:r>
              <a:t>| U04 | 요청 채택/질문 focus/입력 hold 규칙 | Request Controller |</a:t>
            </a:r>
          </a:p>
          <a:p xmlns:a="http://schemas.openxmlformats.org/drawingml/2006/main">
            <a:r>
              <a:t>| U05 | 입력/전달 시각과 실제 재생 제어 | Interaction Manager |</a:t>
            </a:r>
          </a:p>
          <a:p xmlns:a="http://schemas.openxmlformats.org/drawingml/2006/main">
            <a:r>
              <a:t>| U06 | 응답 내용/게시/실제 전달 원장 | Response Manager |</a:t>
            </a:r>
          </a:p>
          <a:p xmlns:a="http://schemas.openxmlformats.org/drawingml/2006/main">
            <a:r>
              <a:t>| U07 | Task/Execution/업무 명령/질문 현재성 | Task Manager |</a:t>
            </a:r>
          </a:p>
          <a:p xmlns:a="http://schemas.openxmlformats.org/drawingml/2006/main">
            <a:r>
              <a:t>| U08 | 중앙 continuation 또는 Stage/window 흐름 | Request Controller의 44A/B 진행 경로 |</a:t>
            </a:r>
          </a:p>
          <a:p xmlns:a="http://schemas.openxmlformats.org/drawingml/2006/main">
            <a:r>
              <a:t>| U09 | 근거 source adapter와 정규 원본 port | Context Manager |</a:t>
            </a:r>
          </a:p>
          <a:p xmlns:a="http://schemas.openxmlformats.org/drawingml/2006/main">
            <a:r>
              <a:t>| U10 | 요청별 원본 조합/검색/cache 의미 | 45A Context Composer |</a:t>
            </a:r>
          </a:p>
          <a:p xmlns:a="http://schemas.openxmlformats.org/drawingml/2006/main">
            <a:r>
              <a:t>| U11 | 공통 과거 관계 생산/coverage/무효화 | 45B Memory Publisher |</a:t>
            </a:r>
          </a:p>
          <a:p xmlns:a="http://schemas.openxmlformats.org/drawingml/2006/main">
            <a:r>
              <a:t>| U12 | 게시 관계 조회/부분 범위 보완 | 45B Evidence Reader |</a:t>
            </a:r>
          </a:p>
          <a:p xmlns:a="http://schemas.openxmlformats.org/drawingml/2006/main">
            <a:r>
              <a:t>| U13 | 대화↔업무 명령/접수/반영 계약 | 42A 내부 공동 확정 또는 42B 독립 hand-off |</a:t>
            </a:r>
          </a:p>
          <a:p xmlns:a="http://schemas.openxmlformats.org/drawingml/2006/main">
            <a:r>
              <a:t>| U14 | 저장 schema/이행/복원 | State Store와 해당 논리 owner |</a:t>
            </a:r>
          </a:p>
          <a:p xmlns:a="http://schemas.openxmlformats.org/drawingml/2006/main">
            <a:r>
              <a:t>| U15 | cloud provider wire/usage/중단 adapter | Model Access |</a:t>
            </a:r>
          </a:p>
          <a:p xmlns:a="http://schemas.openxmlformats.org/drawingml/2006/main">
            <a:r>
              <a:t>| U16 | 외부 Agent protocol/capability adapter | Agent Gateway |</a:t>
            </a:r>
          </a:p>
          <a:p xmlns:a="http://schemas.openxmlformats.org/drawingml/2006/main">
            <a:r>
              <a:t>| U17 | 허용/동의/삭제 정책의 판정 | Policy Manager |</a:t>
            </a:r>
          </a:p>
          <a:p xmlns:a="http://schemas.openxmlformats.org/drawingml/2006/main">
            <a:r>
              <a:t>| U18 | 삭제/정정의 소비자 파생물 처리 계약 | 해당 cache/게시/Context owner. 동일 U10~12 내부 수정이면 그 단위만 세고 U18 중복 금지 |</a:t>
            </a:r>
          </a:p>
          <a:p xmlns:a="http://schemas.openxmlformats.org/drawingml/2006/main">
            <a:r>
              <a:t/>
            </a:r>
          </a:p>
          <a:p xmlns:a="http://schemas.openxmlformats.org/drawingml/2006/main">
            <a: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p>
          <a:p xmlns:a="http://schemas.openxmlformats.org/drawingml/2006/main">
            <a:r>
              <a:t/>
            </a:r>
          </a:p>
          <a:p xmlns:a="http://schemas.openxmlformats.org/drawingml/2006/main">
            <a:r>
              <a:t>### 6.3 여섯 변경 과제의 입력과 완료 조건</a:t>
            </a:r>
          </a:p>
          <a:p xmlns:a="http://schemas.openxmlformats.org/drawingml/2006/main">
            <a:r>
              <a:t/>
            </a:r>
          </a:p>
          <a:p xmlns:a="http://schemas.openxmlformats.org/drawingml/2006/main">
            <a:r>
              <a:t>| 과제 | 고정한 변경 요구 | 완료 판별과 필수 회귀 |</a:t>
            </a:r>
          </a:p>
          <a:p xmlns:a="http://schemas.openxmlformats.org/drawingml/2006/main">
            <a:r>
              <a:t>| --- | --- | --- |</a:t>
            </a:r>
          </a:p>
          <a:p xmlns:a="http://schemas.openxmlformats.org/drawingml/2006/main">
            <a: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p>
          <a:p xmlns:a="http://schemas.openxmlformats.org/drawingml/2006/main">
            <a:r>
              <a:t>| M-02 Agent protocol 교체 | 메일 Agent의 submit/cancel wire envelope와 receipt format 변경. 접수/미확인/완료의 상위 의미는 유지 | 같은 command ID/중복/취소/역순 event oracle 유지. Gateway 정규화로 끝나는 변경이면 U16만 수정 |</a:t>
            </a:r>
          </a:p>
          <a:p xmlns:a="http://schemas.openxmlformats.org/drawingml/2006/main">
            <a:r>
              <a:t>| M-03 Context source 교체 | 일정 source의 필드명/타임존 envelope 변경, 정규 시간/version/권한 port는 동일 | S3-03의 최신 BUSY/대체 시간/조건적 생성 금지 동일. U09에서 흡수 가능한 strong A/B 허용 |</a:t>
            </a:r>
          </a:p>
          <a:p xmlns:a="http://schemas.openxmlformats.org/drawingml/2006/main">
            <a: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p>
          <a:p xmlns:a="http://schemas.openxmlformats.org/drawingml/2006/main">
            <a: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p>
          <a:p xmlns:a="http://schemas.openxmlformats.org/drawingml/2006/main">
            <a: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p>
          <a:p xmlns:a="http://schemas.openxmlformats.org/drawingml/2006/main">
            <a:r>
              <a:t/>
            </a:r>
          </a:p>
          <a:p xmlns:a="http://schemas.openxmlformats.org/drawingml/2006/main">
            <a: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p>
          <a:p xmlns:a="http://schemas.openxmlformats.org/drawingml/2006/main">
            <a:r>
              <a:t/>
            </a:r>
          </a:p>
          <a:p xmlns:a="http://schemas.openxmlformats.org/drawingml/2006/main">
            <a:r>
              <a:t>### 6.4 목표와 과제 근거</a:t>
            </a:r>
          </a:p>
          <a:p xmlns:a="http://schemas.openxmlformats.org/drawingml/2006/main">
            <a:r>
              <a:t/>
            </a:r>
          </a:p>
          <a:p xmlns:a="http://schemas.openxmlformats.org/drawingml/2006/main">
            <a: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p>
          <a:p xmlns:a="http://schemas.openxmlformats.org/drawingml/2006/main">
            <a:r>
              <a:t/>
            </a:r>
          </a:p>
          <a:p xmlns:a="http://schemas.openxmlformats.org/drawingml/2006/main">
            <a: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p>
          <a:p xmlns:a="http://schemas.openxmlformats.org/drawingml/2006/main">
            <a:r>
              <a:t/>
            </a:r>
          </a:p>
          <a:p xmlns:a="http://schemas.openxmlformats.org/drawingml/2006/main">
            <a: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p>
          <a:p xmlns:a="http://schemas.openxmlformats.org/drawingml/2006/main">
            <a:r>
              <a:t/>
            </a:r>
          </a:p>
          <a:p xmlns:a="http://schemas.openxmlformats.org/drawingml/2006/main">
            <a:r>
              <a:t>### 6.5 수행 절차와 DP 영향</a:t>
            </a:r>
          </a:p>
          <a:p xmlns:a="http://schemas.openxmlformats.org/drawingml/2006/main">
            <a:r>
              <a:t/>
            </a:r>
          </a:p>
          <a:p xmlns:a="http://schemas.openxmlformats.org/drawingml/2006/main">
            <a:r>
              <a:t>1. 동일 후보 설명/계약 snapshot과 registry를 고정하고 여섯 과제를 각각 원래 snapshot에서 시작한다. M-01 완료 결과를 M-02의 기본 구조로 누적하지 않는다.</a:t>
            </a:r>
          </a:p>
          <a:p xmlns:a="http://schemas.openxmlformats.org/drawingml/2006/main">
            <a:r>
              <a:t>2. 요구를 충족하는 최소한의 강한 수정안을 작성한다. A의 내부 API/cache/부분 갱신, B의 안정된 schema/독립 owner를 허용한다. 작업량을 늘리는 불필요한 재설계는 세지 않는다.</a:t>
            </a:r>
          </a:p>
          <a:p xmlns:a="http://schemas.openxmlformats.org/drawingml/2006/main">
            <a:r>
              <a:t>3. U01~18 각각에 `CHANGED 또는 UNCHANGED, 이유, 변경 전/후 계약, patch/evidence_ref`를 채운다. 비참여 단위도 공란 대신 동일 계약 유지 이유를 기록한다.</a:t>
            </a:r>
          </a:p>
          <a:p xmlns:a="http://schemas.openxmlformats.org/drawingml/2006/main">
            <a:r>
              <a:t>4. 완료 oracle와 기존 정답/시간/권한/중복 회귀를 검사한다. 설계 patch는 계약과 사건 walkthrough로 검토하고 구현 patch는 해당 실행 검사를 병기한다. 두 증거 수준을 섞지 않는다.</a:t>
            </a:r>
          </a:p>
          <a:p xmlns:a="http://schemas.openxmlformats.org/drawingml/2006/main">
            <a:r>
              <a:t>5. 여섯 변경 집합/개수와 평균, 최대값을 보고한다. 변경량과 별도로 이행/배포/검증 부담을 서술한다.</a:t>
            </a:r>
          </a:p>
          <a:p xmlns:a="http://schemas.openxmlformats.org/drawingml/2006/main">
            <a:r>
              <a:t/>
            </a:r>
          </a:p>
          <a:p xmlns:a="http://schemas.openxmlformats.org/drawingml/2006/main">
            <a: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p>
          <a:p xmlns:a="http://schemas.openxmlformats.org/drawingml/2006/main">
            <a:r>
              <a:t/>
            </a:r>
          </a:p>
          <a:p xmlns:a="http://schemas.openxmlformats.org/drawingml/2006/main">
            <a:r>
              <a:t>#### M-06 추가 기능 회귀: 명시적 선호 등록</a:t>
            </a:r>
          </a:p>
          <a:p xmlns:a="http://schemas.openxmlformats.org/drawingml/2006/main">
            <a:r>
              <a:t/>
            </a:r>
          </a:p>
          <a:p xmlns:a="http://schemas.openxmlformats.org/drawingml/2006/main">
            <a:r>
              <a:t>S1-03은 대표 묶음에서 제외했지만 필수 User Memory 기능을 삭제하지 않는다. M-06 변경 전후에 아래 원본 등록 oracle와 철회·삭제 회귀를 확인한다. P21 정확성 분모에는 중복 가산하지 않는다.</a:t>
            </a:r>
          </a:p>
          <a:p xmlns:a="http://schemas.openxmlformats.org/drawingml/2006/main">
            <a:r>
              <a:t/>
            </a:r>
          </a:p>
          <a:p xmlns:a="http://schemas.openxmlformats.org/drawingml/2006/main">
            <a:r>
              <a:t>**초기 상황:** User Memory에는 비교 형식 선호가 없다. 기존 M언어는 “설명 언어=한국어”이며 변경 대상이 아니다. 사용자의 명시적 장기 선호 등록을 VIA 내부에 저장하는 권한은 허용된다.</a:t>
            </a:r>
          </a:p>
          <a:p xmlns:a="http://schemas.openxmlformats.org/drawingml/2006/main">
            <a:r>
              <a:t/>
            </a:r>
          </a:p>
          <a:p xmlns:a="http://schemas.openxmlformats.org/drawingml/2006/main">
            <a:r>
              <a:t>**입력:** “앞으로 비교 결과는 표로 보여주는 걸 선호한다고 기억해줘.”</a:t>
            </a:r>
          </a:p>
          <a:p xmlns:a="http://schemas.openxmlformats.org/drawingml/2006/main">
            <a:r>
              <a:t/>
            </a:r>
          </a:p>
          <a:p xmlns:a="http://schemas.openxmlformats.org/drawingml/2006/main">
            <a:r>
              <a:t>**사건 순서:** E0: 발화 0~3초. E1: 저장 뒤 공통 User Memory 조회 port로 사용자/적용 범위/값을 확인한다. 외부 Agent 사건이나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목표=지속적인 비교 결과 형식 선호 등록. 일회성 표 응답이나 외부 문서 작성으로 바꾸지 않는다. |</a:t>
            </a:r>
          </a:p>
          <a:p xmlns:a="http://schemas.openxmlformats.org/drawingml/2006/main">
            <a:r>
              <a:t>| C2 대상/근거 | 근거=이번 발화. 선호의 대상=비교 결과, 형식=표. 다른 사용자의 Memory를 사용하지 않는다. |</a:t>
            </a:r>
          </a:p>
          <a:p xmlns:a="http://schemas.openxmlformats.org/drawingml/2006/main">
            <a:r>
              <a:t>| C3 대화/업무 연결 | 현재 사용자/설정 관리에 연결. 새 외부 업무나 T보호 연결 없음. |</a:t>
            </a:r>
          </a:p>
          <a:p xmlns:a="http://schemas.openxmlformats.org/drawingml/2006/main">
            <a:r>
              <a:t>| C4 조건/변경 범위 | 지속 범위=이 사용자의 향후 비교 결과. 모든 답변을 표로 제한하거나 M언어를 변경하지 않는다. |</a:t>
            </a:r>
          </a:p>
          <a:p xmlns:a="http://schemas.openxmlformats.org/drawingml/2006/main">
            <a:r>
              <a:t>| C5 실제 효과/상태 | 공통 조회에서 비교 결과 형식 선호=표가 확인된다. 중복/다른 선호 변경과 외부 Action=0. |</a:t>
            </a:r>
          </a:p>
          <a:p xmlns:a="http://schemas.openxmlformats.org/drawingml/2006/main">
            <a:r>
              <a:t>| C6 응답/실제 전달 | 필수 사실=“비교 결과는 표로 보여주는 선호를 기억했다”. 모든 답변/다른 사용자에 적용했다고 말하면 실패. |</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ASR-QA-06 로컬 VIA 메모리 사용량</a:t>
            </a:r>
          </a:p>
          <a:p xmlns:a="http://schemas.openxmlformats.org/drawingml/2006/main">
            <a:r>
              <a:t>정의: 동일한 활동과 동시 부하에서 VIA가 로컬 PC에 할당해 유지하는 메모리의 최대량</a:t>
            </a:r>
          </a:p>
          <a:p xmlns:a="http://schemas.openxmlformats.org/drawingml/2006/main">
            <a:r>
              <a:t>측정 지표: 최대 전체 commit 메모리(MiB) = 동일 P21 5회 중 전체 process/고유 공유 allocation 동시 합 최대</a:t>
            </a:r>
          </a:p>
          <a:p xmlns:a="http://schemas.openxmlformats.org/drawingml/2006/main">
            <a:r>
              <a:t>목표: 4,096MiB(4GiB) 이하</a:t>
            </a:r>
          </a:p>
          <a:p xmlns:a="http://schemas.openxmlformats.org/drawingml/2006/main">
            <a:r>
              <a:t>목표 근거: 32GB급 Windows PC의 OS8/업무앱16/VIA4/여유4GiB 계획. 공통 allocation1792 + 추가여유2304MiB, 실제 RAM residency와 구별 (§7)</a:t>
            </a:r>
          </a:p>
          <a:p xmlns:a="http://schemas.openxmlformats.org/drawingml/2006/main">
            <a:r>
              <a:t>보호 조건: working-set ≤6GiB, 유휴 증가 ≤16MiB</a:t>
            </a:r>
          </a:p>
          <a:p xmlns:a="http://schemas.openxmlformats.org/drawingml/2006/main">
            <a:r>
              <a:t>출처:</a:t>
            </a:r>
          </a:p>
          <a:p xmlns:a="http://schemas.openxmlformats.org/drawingml/2006/main">
            <a:r>
              <a:t>Samsung NP960UJH-XG3IN 공식 사양: https://www.samsung.com/in/computers/galaxy-book/galaxy-book6-ultra-ultra-7-32gb-1tb-np960ujh-xg3in/</a:t>
            </a:r>
          </a:p>
          <a:p xmlns:a="http://schemas.openxmlformats.org/drawingml/2006/main">
            <a:r>
              <a:t>Microsoft PrivateUsage/commit 정의: https://learn.microsoft.com/en-us/windows/win32/api/psapi/ns-psapi-process_memory_counters_ex</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§7</a:t>
            </a:r>
          </a:p>
          <a:p xmlns:a="http://schemas.openxmlformats.org/drawingml/2006/main">
            <a:r>
              <a:t>메모리 사용량</a:t>
            </a:r>
          </a:p>
          <a:p xmlns:a="http://schemas.openxmlformats.org/drawingml/2006/main">
            <a:r>
              <a:t/>
            </a:r>
          </a:p>
          <a:p xmlns:a="http://schemas.openxmlformats.org/drawingml/2006/main">
            <a:r>
              <a:t>### 7.1 정의와 관측</a:t>
            </a:r>
          </a:p>
          <a:p xmlns:a="http://schemas.openxmlformats.org/drawingml/2006/main">
            <a:r>
              <a:t/>
            </a:r>
          </a:p>
          <a:p xmlns:a="http://schemas.openxmlformats.org/drawingml/2006/main">
            <a: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p>
          <a:p xmlns:a="http://schemas.openxmlformats.org/drawingml/2006/main">
            <a:r>
              <a:t/>
            </a:r>
          </a:p>
          <a:p xmlns:a="http://schemas.openxmlformats.org/drawingml/2006/main">
            <a:r>
              <a:t>### 7.2 공통 사용량과 단일 반복</a:t>
            </a:r>
          </a:p>
          <a:p xmlns:a="http://schemas.openxmlformats.org/drawingml/2006/main">
            <a:r>
              <a:t/>
            </a:r>
          </a:p>
          <a:p xmlns:a="http://schemas.openxmlformats.org/drawingml/2006/main">
            <a: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p>
          <a:p xmlns:a="http://schemas.openxmlformats.org/drawingml/2006/main">
            <a:r>
              <a:t/>
            </a:r>
          </a:p>
          <a:p xmlns:a="http://schemas.openxmlformats.org/drawingml/2006/main">
            <a:r>
              <a:t>### 7.3 목표값과 장치/과제 근거</a:t>
            </a:r>
          </a:p>
          <a:p xmlns:a="http://schemas.openxmlformats.org/drawingml/2006/main">
            <a:r>
              <a:t/>
            </a:r>
          </a:p>
          <a:p xmlns:a="http://schemas.openxmlformats.org/drawingml/2006/main">
            <a: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p>
          <a:p xmlns:a="http://schemas.openxmlformats.org/drawingml/2006/main">
            <a:r>
              <a:t/>
            </a:r>
          </a:p>
          <a:p xmlns:a="http://schemas.openxmlformats.org/drawingml/2006/main">
            <a: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p>
          <a:p xmlns:a="http://schemas.openxmlformats.org/drawingml/2006/main">
            <a:r>
              <a:t/>
            </a:r>
          </a:p>
          <a:p xmlns:a="http://schemas.openxmlformats.org/drawingml/2006/main">
            <a:r>
              <a:t>| 설명용 동시 할당 예산 | MiB | 포함할 것 |</a:t>
            </a:r>
          </a:p>
          <a:p xmlns:a="http://schemas.openxmlformats.org/drawingml/2006/main">
            <a:r>
              <a:t>| --- | --- | --- |</a:t>
            </a:r>
          </a:p>
          <a:p xmlns:a="http://schemas.openxmlformats.org/drawingml/2006/main">
            <a:r>
              <a:t>| UI/Core/runtime 기본 | 512 | process heap/언어 runtime/화면 UI |</a:t>
            </a:r>
          </a:p>
          <a:p xmlns:a="http://schemas.openxmlformats.org/drawingml/2006/main">
            <a:r>
              <a:t>| capture/전달 buffer | 512 | 같은 원본 보관/복사/전사/audio |</a:t>
            </a:r>
          </a:p>
          <a:p xmlns:a="http://schemas.openxmlformats.org/drawingml/2006/main">
            <a:r>
              <a:t>| 원문 Context/cache | 256 | source 발췌/현재/준비된 과거 |</a:t>
            </a:r>
          </a:p>
          <a:p xmlns:a="http://schemas.openxmlformats.org/drawingml/2006/main">
            <a:r>
              <a:t>| Task/요청/전달 상태 | 128 | 활성 상태와 pending 질문/receipt |</a:t>
            </a:r>
          </a:p>
          <a:p xmlns:a="http://schemas.openxmlformats.org/drawingml/2006/main">
            <a:r>
              <a:t>| DB/cache/영속 읽기 buffer | 128 | 디스크 DB bytes와 구별 |</a:t>
            </a:r>
          </a:p>
          <a:p xmlns:a="http://schemas.openxmlformats.org/drawingml/2006/main">
            <a:r>
              <a:t>| cloud call 임시 상태 | 64 | 최대 4호출 × 16MiB의 가정 |</a:t>
            </a:r>
          </a:p>
          <a:p xmlns:a="http://schemas.openxmlformats.org/drawingml/2006/main">
            <a:r>
              <a:t>| queue/직렬화/동시 burst | 128 | 제한 inbox/outbox/결과 copy |</a:t>
            </a:r>
          </a:p>
          <a:p xmlns:a="http://schemas.openxmlformats.org/drawingml/2006/main">
            <a:r>
              <a:t>| VAD/연동 helper 여유 | 64 | 실제 learned helper weights 있으면 그 안에 계상 |</a:t>
            </a:r>
          </a:p>
          <a:p xmlns:a="http://schemas.openxmlformats.org/drawingml/2006/main">
            <a:r>
              <a:t>| 기본 합계 | **1,792** | 위 항목들의 동시 상한 예시 |</a:t>
            </a:r>
          </a:p>
          <a:p xmlns:a="http://schemas.openxmlformats.org/drawingml/2006/main">
            <a:r>
              <a:t>| DP 추가 상태/큰 Context/변동 여유 | **2,304** | 4,096에서 남는 예산. 실제 측정값 아님 |</a:t>
            </a:r>
          </a:p>
          <a:p xmlns:a="http://schemas.openxmlformats.org/drawingml/2006/main">
            <a:r>
              <a:t/>
            </a:r>
          </a:p>
          <a:p xmlns:a="http://schemas.openxmlformats.org/drawingml/2006/main">
            <a: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p>
          <a:p xmlns:a="http://schemas.openxmlformats.org/drawingml/2006/main">
            <a:r>
              <a:t/>
            </a:r>
          </a:p>
          <a:p xmlns:a="http://schemas.openxmlformats.org/drawingml/2006/main">
            <a:r>
              <a:t>### 7.4 차이 기준과 자원 판정</a:t>
            </a:r>
          </a:p>
          <a:p xmlns:a="http://schemas.openxmlformats.org/drawingml/2006/main">
            <a:r>
              <a:t/>
            </a:r>
          </a:p>
          <a:p xmlns:a="http://schemas.openxmlformats.org/drawingml/2006/main">
            <a: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Overview: VIA 공통 책임과 41 → 44 → 45 → 42의 주요 비교 위치</a:t>
            </a:r>
          </a:p>
          <a:p xmlns:a="http://schemas.openxmlformats.org/drawingml/2006/main">
            <a:r>
              <a:t/>
            </a:r>
          </a:p>
          <a:p xmlns:a="http://schemas.openxmlformats.org/drawingml/2006/main">
            <a:r>
              <a:t>사용자 제공 VIA overall architecture(1000001540.jpg)의 경계, 영역, Component 이름과 배치를 편집 가능한 도형으로 재구성했다. NOS 레퍼런스(1000001497.png)의 품질 목표, DP 목록, 색상 점선과 반복 번호 표기 방식을 따른다.</a:t>
            </a:r>
          </a:p>
          <a:p xmlns:a="http://schemas.openxmlformats.org/drawingml/2006/main">
            <a:r>
              <a:t/>
            </a:r>
          </a:p>
          <a:p xmlns:a="http://schemas.openxmlformats.org/drawingml/2006/main">
            <a:r>
              <a:t>색상 점선은 참조 구조에 대한 주요 비교 위치다. 모든 의존성 또는 변경 영향의 전수 집합이 아니며, 특정 A/B/C가 채택된 최종 구조나 OS process 경계를 나타내지 않는다. 같은 Component에 여러 점선이 겹치면 서로 다른 결정 질문이 교차한다는 뜻이다. 새 대안의 Request Resolution Engine, Memory Publisher와 Repository 등은 비교 문서에서 읽으며 현 overview에 이미 구현된 Component로 추가하지 않는다.</a:t>
            </a:r>
          </a:p>
          <a:p xmlns:a="http://schemas.openxmlformats.org/drawingml/2006/main">
            <a:r>
              <a:t/>
            </a:r>
          </a:p>
          <a:p xmlns:a="http://schemas.openxmlformats.org/drawingml/2006/main">
            <a:r>
              <a:t>04-41: Request Interpreter의 해석과 Request Controller의 진행/채택 경계. 모델이 조회와 전체 의미를 제안하는 ReAct와 코드 Request Resolution Engine이 표현된 관계를 완성하는 비교다. Context Manager 및 Task Manager의 조회, Policy Manager와 Model Access는 관련 공통 계약이다.</a:t>
            </a:r>
          </a:p>
          <a:p xmlns:a="http://schemas.openxmlformats.org/drawingml/2006/main">
            <a:r>
              <a:t>04-42: Request Controller의 Conversation/Request 상태와 Task Manager/Agent Gateway의 업무/실행/전달 상태, State Store의 공동 또는 분리 확정 경계. Response Manager의 내구 전달 상태도 대화 측 관련 계약이다. 모듈화된 통합 Core와 독립 대화/업무 서비스의 상태 소유 및 실행 수명을 비교하며, 의미 생산의 중앙/분산 비교와 구별한다.</a:t>
            </a:r>
          </a:p>
          <a:p xmlns:a="http://schemas.openxmlformats.org/drawingml/2006/main">
            <a:r>
              <a:t>04-44: Interaction Manager, Request Controller 및 Response Manager를 잇는 후속 실행의 조직. 중앙 비동기 Orchestration/Mediator와 반응형 Dataflow/Pipes-and-Filters다. Task Manager/Agent Gateway의 확인된 질문/결과도 이 흐름에 들어오고 모델 자원은 공통이다. 반응형이 항상 빠르다는 측정 결론은 없다.</a:t>
            </a:r>
          </a:p>
          <a:p xmlns:a="http://schemas.openxmlformats.org/drawingml/2006/main">
            <a:r>
              <a:t>04-45: Context Manager의 근거 생산/조회/폐기와 State Store에 유지하는 기억. 원본 서비스 조합과 공통 파생 기억 저장소를 비교한다. 입력, Request, Task와 실제 전달 기록의 원본 소유자는 유지한다. 저장소만 추가하거나 State Store가 의미 권한을 가져가는 비교가 아니다.</a:t>
            </a:r>
          </a:p>
          <a:p xmlns:a="http://schemas.openxmlformats.org/drawingml/2006/main">
            <a:r>
              <a:t/>
            </a:r>
          </a:p>
          <a:p xmlns:a="http://schemas.openxmlformats.org/drawingml/2006/main">
            <a:r>
              <a:t>품질 목표는 ASR-QA-v6 원본에서 투영한 여섯 ASR-QA다. 정확성, 상호작용 응답시간, VIA 요청 처리시간, 모델 비용, 변경 용이성, 로컬 commit 메모리 순으로 우선한다. 선은 주된 설계 동기의 일부이며 전체 적용성 목록이나 효과 크기, 대안 우열을 뜻하지 않는다. 여섯 품질과 보호 조건은 네 비교에 모두 확인한다.</a:t>
            </a:r>
          </a:p>
          <a:p xmlns:a="http://schemas.openxmlformats.org/drawingml/2006/main">
            <a:r>
              <a:t>모델 배치는 04-40 공통 실행 계약을 따른다. VIA와 Request/Task/실제 전달의 권위 상태는 사용자 PC의 로컬 owner가 관리한다. Interaction Manager 내부 Turn-Taking Control의 로컬 VAD가 발화 경계를 제공하고 즉시 재생 중단을 수행한다. Model Access는 클라우드 음성 모델과 별도 의미 LLM의 adapter, session/call, timeout/cancel/usage를 관리한다. 전사 의존성은 공급자별 inventory와 청구 항목으로 확인하며 별도 Streaming ASR을 공통 필수 모델로 확정하지 않는다. 모델 provider/checkpoint의 최종 채택이나 모델 서버 메모리를 로컬 VIA 메모리로 합산하지 않는다.</a:t>
            </a:r>
          </a:p>
          <a:p xmlns:a="http://schemas.openxmlformats.org/drawingml/2006/main">
            <a:r>
              <a:t>현재 P21은 21개 사례를 5회 독립 반복하며 모델 비용 목표는 $0.50/P21 이하다. 목표와 점수는 작성자 평가 기준이고 구현/모델 실행/측정 결과가 아니다. 기존 Reference Architecture와 QA catalog 및 ADR는 보존하며 이 발표 그림이 그것들을 일괄 변경하지 않는다.</a:t>
            </a:r>
          </a:p>
          <a:p xmlns:a="http://schemas.openxmlformats.org/drawingml/2006/main">
            <a:r>
              <a:t/>
            </a:r>
          </a:p>
          <a:p xmlns:a="http://schemas.openxmlformats.org/drawingml/2006/main">
            <a:r>
              <a:t>https://github.com/cbyche/via-sw-architecture/blob/main/docs/architecture/12-decisions/decision-packages/04-40-common-execution-contract.md</a:t>
            </a:r>
          </a:p>
          <a:p xmlns:a="http://schemas.openxmlformats.org/drawingml/2006/main">
            <a:r>
              <a:t>https://github.com/cbyche/via-sw-architecture/blob/main/docs/architecture/12-decisions/decision-packages/03-02-quality-attribute-definitions.md</a:t>
            </a:r>
          </a:p>
          <a:p xmlns:a="http://schemas.openxmlformats.org/drawingml/2006/main">
            <a:r>
              <a:t>https://github.com/cbyche/via-sw-architecture/blob/main/docs/architecture/12-decisions/target-architecture/architecture.md#4-component와-상태-소유권</a:t>
            </a:r>
          </a:p>
          <a:p xmlns:a="http://schemas.openxmlformats.org/drawingml/2006/main">
            <a:r>
              <a:t>04-41: https://github.com/cbyche/via-sw-architecture/blob/main/docs/architecture/12-decisions/decision-packages/04-41-request-resolution-control.md</a:t>
            </a:r>
          </a:p>
          <a:p xmlns:a="http://schemas.openxmlformats.org/drawingml/2006/main">
            <a:r>
              <a:t>04-42: https://github.com/cbyche/via-sw-architecture/blob/main/docs/architecture/12-decisions/decision-packages/04-42-lifecycle-ownership.md</a:t>
            </a:r>
          </a:p>
          <a:p xmlns:a="http://schemas.openxmlformats.org/drawingml/2006/main">
            <a:r>
              <a:t>04-44: https://github.com/cbyche/via-sw-architecture/blob/main/docs/architecture/12-decisions/decision-packages/04-44-continuous-interaction.md</a:t>
            </a:r>
          </a:p>
          <a:p xmlns:a="http://schemas.openxmlformats.org/drawingml/2006/main">
            <a:r>
              <a:t>04-45: https://github.com/cbyche/via-sw-architecture/blob/main/docs/architecture/12-decisions/decision-packages/04-45-memory-and-context.md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경험 1: VIA의 책임</a:t>
            </a:r>
          </a:p>
          <a:p xmlns:a="http://schemas.openxmlformats.org/drawingml/2006/main">
            <a: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p>
          <a:p xmlns:a="http://schemas.openxmlformats.org/drawingml/2006/main">
            <a:r>
              <a:t>근거: docs/architecture/01-system-mission-and-boundary.md §1.1~1.2, docs/architecture/05-representative-use-cases.md UC-03/05/06/08 및 §5.2. 사용자 2026-10-10 발표 리뷰.</a:t>
            </a:r>
          </a:p>
          <a:p xmlns:a="http://schemas.openxmlformats.org/drawingml/2006/main">
            <a:r>
              <a:t>삽화: builtin imagegen 생성 설명용 이미지이며 실제 제품 화면·측정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경험 2: 계속되는 입력과 비동기 업무 결과</a:t>
            </a:r>
          </a:p>
          <a:p xmlns:a="http://schemas.openxmlformats.org/drawingml/2006/main">
            <a:r>
              <a:t>보고서 작성과 내일 오후 3시 팀 회의 안내 메일 초안은 서로 독립적인 두 업무이며 보고서 결과에 의존하는 메일이 아니다. 메일 초안만 요청하며 발송 권한을 주지 않는다. 공급업체 견적 업무는 이 발화 전에 이미 맡긴 별도 업무다.</a:t>
            </a:r>
          </a:p>
          <a:p xmlns:a="http://schemas.openxmlformats.org/drawingml/2006/main">
            <a:r>
              <a:t>VIA가 두 업무의 위임을 진행하는 동안 사용자가 끼어들어 보고서만 국내 매출로 정정하고, 견적 Agent의 결과도 겹쳐 들어오는 설명용 장면이다. 발화 시작 시 음성 재생은 즉시 중단하고 계속 듣는다. 발화 중 견적 음성 알림을 재생하지 않는다. 견적 결과 수신을 결과 전달 완료로 간주하지 않는다. 국내 매출 정정은 보고서 업무에만 연결하고 회의 메일과 견적 업무에는 적용하지 않는다. 마지막 두 화살표는 해야 하는 연결을 표현하며 실제 병렬 수행·반환 순서 또는 Agent 적용 완료를 확정하지 않는다. 이 페이지는 구조 대안·우선순위 정책·성능 결과를 선택하지 않는다.</a:t>
            </a:r>
          </a:p>
          <a:p xmlns:a="http://schemas.openxmlformats.org/drawingml/2006/main">
            <a:r>
              <a:t>이 장면은 요청과 관계의 이해, 계속되는 실행 연결, 대화·업무 맥락의 유지, 서로 다른 업무 상태 추적이 필요한 이유를 소개한다. DP 번호와 세부 상태 schema는 다음 비교 페이지에서 다룬다.</a:t>
            </a:r>
          </a:p>
          <a:p xmlns:a="http://schemas.openxmlformats.org/drawingml/2006/main">
            <a:r>
              <a:t>근거: docs/architecture/05-representative-use-cases.md UC-09/10/11/13/14 및 §5.2. 사용자 2026-10-10 발표 리뷰.</a:t>
            </a:r>
          </a:p>
          <a:p xmlns:a="http://schemas.openxmlformats.org/drawingml/2006/main">
            <a:r>
              <a:t>삽화: builtin imagegen 생성 설명용 이미지이며 실제 제품 화면·측정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실행 연결(44), 과거 정보 공급(45), 대화/업무 상태 권한(42)을 다시 선택하지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04-41. VIA Request 이해의 모델 판단 반복과 코드 해결 반복</a:t>
            </a:r>
          </a:p>
          <a:p xmlns:a="http://schemas.openxmlformats.org/drawingml/2006/main">
            <a:r>
              <a:t>https://github.com/cbyche/via-sw-architecture/blob/main/docs/architecture/12-decisions/decision-packages/04-41-request-resolution-control.md</a:t>
            </a:r>
          </a:p>
          <a:p xmlns:a="http://schemas.openxmlformats.org/drawingml/2006/main">
            <a:r>
              <a:t>https://github.com/cbyche/via-sw-architecture/blob/main/docs/presentations_files/dp-comparison/dp41-comparison.svg</a:t>
            </a:r>
          </a:p>
          <a:p xmlns:a="http://schemas.openxmlformats.org/drawingml/2006/main">
            <a:r>
              <a:t>조건별 정성 비교 / 미선정 / 미측정</a:t>
            </a:r>
          </a:p>
          <a:p xmlns:a="http://schemas.openxmlformats.org/drawingml/2006/main">
            <a:r>
              <a:t>사용자 요청은 “이 표를 아까 보고서에 넣고, 메일은 보내지 말고 결과를 바탕으로 초안만 만들어.”이다. 결과는 표를 추가한 보고서의 결과이며 그것으로 메일 초안을 작성한다. Task1은 예산 보고서 업무, Task2는 실적 보고서 업무다. “어느 보고서인가요?”라는 질문을 실제 전달하고 사용자의 “예산 보고서” 답변을 해석한 뒤 Task1을 연결한다. 초기 입력에 정답 Task를 미리 넣지 않는다.</a:t>
            </a:r>
          </a:p>
          <a:p xmlns:a="http://schemas.openxmlformats.org/drawingml/2006/main">
            <a:r>
              <a:t>A는 모델이 조회 요청(ReadRequest)을 선택하고 조회 결과(EvidenceBundle)를 받아 재판단하여 전체 의미 제안(MeaningProposal)을 만든다. 모델 주도 해석 제어기는 클라우드 LLM을 호출하고 그 제안을 제한하여 실행하는 로컬 코드다. 모델의 다음 행동이 조회이면 도구 실행 후 근거를 받아 모델을 다시 호출한다. 이 순환은 필요한 만큼 반복하고 모델이 완성 의미나 확인 질문을 제안하면 검증 경로로 나간다. A도 정해진 형식의 출력, 부분 수정과 cache를 허용한다.</a:t>
            </a:r>
          </a:p>
          <a:p xmlns:a="http://schemas.openxmlformats.org/drawingml/2006/main">
            <a:r>
              <a:t>B는 모델이 요청 틀(RequestFrame)을 만들고 Request Interpreter 내부 Request Resolution Engine이 필요한 조회와 항목 해결, 전체 의미 결합을 결정한다. Engine은 항목 검사와 조회 결과 반영을 코드 루프로 반복한다. 조회 결과를 코드만으로 처리할 수 있으면 LLM을 호출하지 않는다. 항목 의미 해석이 필요하면 요청 구조화기를 통해 부분 모델 호출을 하고 그 결과를 같은 코드 루프에 돌려준다. 필요한 항목만 모델에 다시 해석시킬 수 있으므로 항상 한 번 호출로 끝나는 구조가 아니다. 전체 관계를 모델이 만들고 코드가 복사하는 경우는 순수 B가 아닌 혼합안이다. 코드로 연결했다고 의미가 항상 옳은 것은 아니다.</a:t>
            </a:r>
          </a:p>
          <a:p xmlns:a="http://schemas.openxmlformats.org/drawingml/2006/main">
            <a:r>
              <a:t>A Module의 조회 출력은 kind=READ, tool_calls의 name/arguments다. task_retrieve(query=보고서,limit=5), context_retrieve(selector=INPUT_SELECTION)를 모델이 선택하고, 추가 대화 근거가 필요하면 다음 차례에 interaction_retrieve(query=보고서,limit=5)를 선택할 수 있다. 모든 도구를 매번 호출하지 않는다. interaction_retrieve는 Context Manager의 대화/실제 전달 읽기 view이며 Interaction Manager 마이크 직접 조회가 아니다.</a:t>
            </a:r>
          </a:p>
          <a:p xmlns:a="http://schemas.openxmlformats.org/drawingml/2006/main">
            <a:r>
              <a:t>B Module 이름은 요청 구조화기다. 초기 출력 RequestFrame의 고정 key는 schema_version, input_ref, goals, references, relations, constraints, unparsed_spans다. 예시 schema_version=1은 형식 버전이며 자료 변경 번호와 다르다. Input1은 현재 발화다. G1은 보고서 수정 목표, G2는 메일 초안 목표이며 아직 실제 Task가 아니다. report/table은 미해결 참조다. Engine이 RECENT_TASK/INPUT_SELECTION을 각각 같은 조회 도구로 바꾸고, USE_RESULT(G1,G2)와 FORBID_ACTION(scope=[G2],action=SEND)를 결합한다. 보고서를 수정한 뒤 생기는 결과를 초안에 사용하는 것이지 과거 결과를 이미 새 결과로 취급하지 않는다.</a:t>
            </a:r>
          </a:p>
          <a:p xmlns:a="http://schemas.openxmlformats.org/drawingml/2006/main">
            <a:r>
              <a:t>형식은 docs/architecture/12-decisions/decision-packages/contracts/dp41-request-frame-v1.schema.json, 전체 JSON과 조건부 항목 반환은 같은 위치의 dp41-output-examples.json을 따른다. 추가 key/알 수 없는 op/잘못된 참조는 거부하며 미해석 구간을 성공으로 누락하지 않는다. source_text는 원문 대응이며 그 대응이 뜻의 정답을 보장하지 않는다. 그림은 전체 JSON의 필드값을 축약한다. schema/예시 일관성 검사는 실행 Engine 구현이나 LLM 성공률 검증이 아니다.</a:t>
            </a:r>
          </a:p>
          <a:p xmlns:a="http://schemas.openxmlformats.org/drawingml/2006/main">
            <a:r>
              <a:t>읽기 도구 실행기는 Context Manager와 Task Manager에 각각 직접 조회한다. 화면/대화 근거와 업무 후보, 출처와 조회한 자료의 변경 번호를 받는다. 문서형 도형은 교환 내용의 설명용 예시이며 Component, Module, 저장 상태 또는 확정 API schema가 아니다.</a:t>
            </a:r>
          </a:p>
          <a:p xmlns:a="http://schemas.openxmlformats.org/drawingml/2006/main">
            <a:r>
              <a:t>이 발표 그림은 사용자 발화 → Interaction Manager → Request Controller → Request Interpreter 시작 경로를 간략히 표시하고 요청 해석을 확대했다. 위쪽 Request Interpreter 경계 안에는 Module 간 연결과 교환 데이터만 표시한다. 아래쪽 별도 실행 순서도에는 동작과 반복/종료 분기를 표시한다. 두 그림 영역 사이에는 실행 연결선이 없고, 순서도의 사각형/마름모는 동작/분기이며 Component나 Module이 아니다. 반복은 완성 의미 제안, 확인 질문 대기, 실패, 취소 또는 한도 도달에서 종료한다. 확인 질문의 실제 전달과 답변 뒤 새 해석은 공통 후속 경로다. 공통 음성 처리 내부, Model Access adapter 내부, Policy Manager 권한, Request Controller 검증/저장/채택, State Store, Response Manager 출력과 실제 전달, Task Manager/Agent Gateway 위임은 전체 MAIN에 남아 있다. 발표에서 생략은 설계 삭제가 아니다. 임시 해석 상태는 Request Interpreter, 채택 의미/질문은 Request Controller, 실제 전달 원본은 Response Manager다. 입력/자료/업무/질문이 바뀌었는지와 권한을 검사하고 저장 성공 후 채택한다.</a:t>
            </a:r>
          </a:p>
          <a:p xmlns:a="http://schemas.openxmlformats.org/drawingml/2006/main">
            <a:r>
              <a:t>revision/version은 자료나 상태의 변경 번호다. v2는 두 번째 버전이며 최신임을 보증하지 않는다. 그림은 이를 조회 시점과 자료 변경 확인으로 풀어 썼다. 자료가 바뀌면 옛 해석을 그대로 채택하지 않는 검사는 유지한다.</a:t>
            </a:r>
          </a:p>
          <a:p xmlns:a="http://schemas.openxmlformats.org/drawingml/2006/main">
            <a:r>
              <a:t>도구 조회 자체는 모델 호출이 아니다. Context 의미 가공, 응답 구성, 음성/전사, 실패/재시도/폐기된 호출의 실제 사용량도 비용에 포함한다. 조건별 trade-off는 가설이며 품질 우열을 측정하지 않았다.</a:t>
            </a:r>
          </a:p>
          <a:p xmlns:a="http://schemas.openxmlformats.org/drawingml/2006/main">
            <a:r>
              <a:t>A에서 조회 결과는 모델에 제공할 해석 맥락으로 돌아간다. 그림에서 실제 클라우드 LLM으로 다시 올라가는 호출선과 다음 행동을 받는 반환선을 분리했다. 첫 모델 판단의 task_retrieve/context_retrieve와 그 조회 결과를 받은 다음 판단의 interaction_retrieve는 서로 다른 차례의 출력 예시다. 추가 조회 결과도 큰 반환 경로로 같은 맥락에 반영되어 모델이 다시 판단한다. 항상 정해진 도구를 정해진 횟수로 호출하는 구조를 뜻하지 않는다. 모호하면 확인 질문으로 현재 반복을 끝내며 실제 답변 이후에만 Task1을 확정한다. 로컬 해석 제어기는 호출과 도구 대응을 관리하고 클라우드 모델이 다음 행동과 전체 의미를 제안한다. B에서 조회 결과는 항목별 해결 상태로 돌아간다. Engine 내부 프레임 / 항목 검사기, 미해결 항목 처리기, 관계 결합기는 기존 Engine 책임을 펼친 코드 Module이며 독립 Component가 아니다. 검사기가 프레임과 부분 결과를 상태에 반영하고 해결 상태를 다시 검사한다. 필요한 항목만 구조화기를 통해 모델에 부분 해석을 요청한다. 자연어 정답을 코드가 추측하거나 전체 모델 판단을 복사하는 경로를 순수 B로 보지 않는다. 위쪽은 Module 협력 구조이고 아래 순서도는 설명용 동작과 분기다.</a:t>
            </a:r>
          </a:p>
          <a:p xmlns:a="http://schemas.openxmlformats.org/drawingml/2006/main">
            <a:r>
              <a:t>다음 주제로 연결</a:t>
            </a:r>
          </a:p>
          <a:p xmlns:a="http://schemas.openxmlformats.org/drawingml/2006/main">
            <a:r>
              <a:t>요청을 이해하는 중에도 새 입력과 업무 알림은 계속 들어옵니다. 다음으로, 겹친 사건과 여러 처리를 이어가는 실행 구조를 설명하겠습니다.</a:t>
            </a:r>
          </a:p>
          <a:p xmlns:a="http://schemas.openxmlformats.org/drawingml/2006/main">
            <a:r>
              <a:t>최신 QA 기준과 계산</a:t>
            </a:r>
          </a:p>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충분한 typed 근거에서만 A 2호출/B 1호출. B의 추가 해석 또는 A의 cache로 차이가 줄어든다.</a:t>
            </a:r>
          </a:p>
          <a:p xmlns:a="http://schemas.openxmlformats.org/drawingml/2006/main">
            <a:r>
              <a:t>활성화 사례: S2-01, S2-02, S2-03, S2-05, S3-02, S3-03, S4-01, S6-01, S6-02</a:t>
            </a:r>
          </a:p>
          <a:p xmlns:a="http://schemas.openxmlformats.org/drawingml/2006/main">
            <a:r>
              <a:t>지역 계산 S2-01: A 4.197초 / B 2.398초. 충분한 typed 근거와 2/1호출 가정이며 전체 평균은 아니다.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전체 의미 결합과 부분 갱신. B: 요청 틀의 표현 범위와 부분 결합.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조회 후 재판단과 실제 첫 반응. B: 지원 항목의 코드 해결과 추가 해석.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조회와 전체 판단의 반복 경로. B: 항목별 해결과 코드 결합 경로.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실제 재판단 token과 폐기 청구. B: 부분 해석 호출과 전체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모델 지침과 검증의 실제 수정. B: 요청 틀과 Engine 규칙의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Context와 조회 buffer의 동시 할당. B: 요청 틀과 해결 상태의 동시 할당.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충분한 typed 근거에서만 A 2호출/B 1호출. B의 추가 해석 또는 A의 cache로 차이가 줄어든다.</a:t>
            </a:r>
          </a:p>
          <a:p xmlns:a="http://schemas.openxmlformats.org/drawingml/2006/main">
            <a:r>
              <a:t>활성화 사례: S2-01, S2-02, S2-03, S2-05, S3-02, S3-03, S4-01, S6-01, S6-02</a:t>
            </a:r>
          </a:p>
          <a:p xmlns:a="http://schemas.openxmlformats.org/drawingml/2006/main">
            <a:r>
              <a:t>지역 계산 S2-01: A 4.197초 / B 2.398초. 충분한 typed 근거와 2/1호출 가정이며 전체 평균은 아니다.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전체 의미 결합과 부분 갱신. B: 요청 틀의 표현 범위와 부분 결합.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조회 후 재판단과 실제 첫 반응. B: 지원 항목의 코드 해결과 추가 해석.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조회와 전체 판단의 반복 경로. B: 항목별 해결과 코드 결합 경로.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실제 재판단 token과 폐기 청구. B: 부분 해석 호출과 전체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모델 지침과 검증의 실제 수정. B: 요청 틀과 Engine 규칙의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Context와 조회 buffer의 동시 할당. B: 요청 틀과 해결 상태의 동시 할당.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04-44. VIA 지속 입력과 Task 알림의 후속 실행 구조</a:t>
            </a:r>
          </a:p>
          <a:p xmlns:a="http://schemas.openxmlformats.org/drawingml/2006/main">
            <a:r>
              <a:t>https://github.com/cbyche/via-sw-architecture/blob/main/docs/architecture/12-decisions/decision-packages/04-44-continuous-interaction.md</a:t>
            </a:r>
          </a:p>
          <a:p xmlns:a="http://schemas.openxmlformats.org/drawingml/2006/main">
            <a:r>
              <a:t>https://github.com/cbyche/via-sw-architecture/blob/main/docs/presentations_files/dp-comparison/dp44-comparison.svg</a:t>
            </a:r>
          </a:p>
          <a:p xmlns:a="http://schemas.openxmlformats.org/drawingml/2006/main">
            <a:r>
              <a:t>조건별 정성 비교 / 미선정 / 미측정. 표는 최신 여섯 ASR의 조건부 영향이며 수치 점수 또는 우열 측정이 아니다.</a:t>
            </a:r>
          </a:p>
          <a:p xmlns:a="http://schemas.openxmlformats.org/drawingml/2006/main">
            <a:r>
              <a:t>같은 Input1 표 설명,Task1 메일의 Question1,Input0의 늦은 Candidate0에서 A는 중앙 continuation/완료 회수/재지시, B는 입력/알림 Stage의 Window와 Candidate+AdoptedMeaning+InputSettled+admission+source+과거 전달 snapshot Join을 비교한다. Job ID와 input generation을 고정하며 현재 확인 질문은 InputSettled를 기다리지 않는 별도 admission이다. 로컬 VAD·VIA 상태 권위,클라우드 음성/의미 모델은 양안 공통. dispatch/join/credit는 코드이며 같은 모델 job에서 자동 비용 우위는 없다. 42A 공동 확정/42B 업무 gate 확정과hold ack를 각각 연결한다. schema/JSON 예시는 docs/architecture/12-decisions/decision-packages/contracts/dp44-execution-examples.json이며 미구현/미측정 설계 검토안이다.</a:t>
            </a:r>
          </a:p>
          <a:p xmlns:a="http://schemas.openxmlformats.org/drawingml/2006/main">
            <a:r>
              <a:t>A 중앙 조정 방식: Request Controller 내부 Dialogue Dispatcher와 Dialogue Progress State. B 이벤트 흐름을 연결하는 방식: Request Controller 내부 Input Resolution Stage·Task Notice Stage와 Window, Response Manager 내부 Publication Join·Publication Window. 같은 정식 10개 Component와 원본 owner, 흰색/검정 공통 및 살구색/짙은 테두리 차이 표기.</a:t>
            </a:r>
          </a:p>
          <a:p xmlns:a="http://schemas.openxmlformats.org/drawingml/2006/main">
            <a:r>
              <a:t>Voice Runtime에는 Interaction Manager의 음성 입출력·즉시 중단 기능과 Model Access client가 배치된다. 동시 실행 수가 제한된 비동기 executor와 Blocking worker pool, Model Access 별도 scheduler를 사용한다. A 사건 대기열·비동기 작업·완료 반환은 실행 기반이, B 이벤트 채널·구독·단계별 수용량·취소 전달은 실행 라이브러리가 지원한다. 수치·우선순위·pool 크기는 미정이며 별도 Component·process·모델을 추가하지 않는다.</a:t>
            </a:r>
          </a:p>
          <a:p xmlns:a="http://schemas.openxmlformats.org/drawingml/2006/main">
            <a:r>
              <a:t>다음 주제로 연결</a:t>
            </a:r>
          </a:p>
          <a:p xmlns:a="http://schemas.openxmlformats.org/drawingml/2006/main">
            <a:r>
              <a:t>들어온 사건을 처리하는 데 더해, 현재 요청이 가리키는 과거 설명과 업무 결과를 연결해야 합니다. 다음으로, 여러 활동의 과거 맥락을 제공하는 방식을 설명하겠습니다.</a:t>
            </a:r>
          </a:p>
          <a:p xmlns:a="http://schemas.openxmlformats.org/drawingml/2006/main">
            <a:r>
              <a:t>최신 QA 기준과 계산</a:t>
            </a:r>
          </a:p>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양안의 async, 우선순위와 병렬 실행을 허용한다. S5-04의 실제 queue와 Join 경합을 확인한다.</a:t>
            </a:r>
          </a:p>
          <a:p xmlns:a="http://schemas.openxmlformats.org/drawingml/2006/main">
            <a:r>
              <a:t>활성화 사례: S3-02, S4-01, S4-02, S5-01, S5-02, S5-04</a:t>
            </a:r>
          </a:p>
          <a:p xmlns:a="http://schemas.openxmlformats.org/drawingml/2006/main">
            <a:r>
              <a:t>지역 계산 S5-04: 전이 6회 A 0.060초 / B 0.050초. 실제 queue와 음성 차례 비용은 별도다.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현재성 검사와 올바른 후속 지시. B: window와 Join의 현재성 검사.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중앙 queue와 회수 대기. B: credit와 Stage 및 Join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완료 회수와 다음 실행의 연결. B: Stage 활성화와 publication Join.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실제 호출과 retry 및 폐기 청구. B: 실제 호출과 retry 및 폐기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후속 규칙과 사건 계약의 수정. B: 단계와 Join 계약의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중앙 진행 상태와 실행 대기열. B: window와 credit 및 envelope copy.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양안의 async, 우선순위와 병렬 실행을 허용한다. S5-04의 실제 queue와 Join 경합을 확인한다.</a:t>
            </a:r>
          </a:p>
          <a:p xmlns:a="http://schemas.openxmlformats.org/drawingml/2006/main">
            <a:r>
              <a:t>활성화 사례: S3-02, S4-01, S4-02, S5-01, S5-02, S5-04</a:t>
            </a:r>
          </a:p>
          <a:p xmlns:a="http://schemas.openxmlformats.org/drawingml/2006/main">
            <a:r>
              <a:t>지역 계산 S5-04: 전이 6회 A 0.060초 / B 0.050초. 실제 queue와 음성 차례 비용은 별도다.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현재성 검사와 올바른 후속 지시. B: window와 Join의 현재성 검사.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중앙 queue와 회수 대기. B: credit와 Stage 및 Join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완료 회수와 다음 실행의 연결. B: Stage 활성화와 publication Join.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실제 호출과 retry 및 폐기 청구. B: 실제 호출과 retry 및 폐기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후속 규칙과 사건 계약의 수정. B: 단계와 Join 계약의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중앙 진행 상태와 실행 대기열. B: window와 credit 및 envelope copy.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04-45. VIA 과거 정보의 Request별 구성과 공통 생산 및 조회</a:t>
            </a:r>
          </a:p>
          <a:p xmlns:a="http://schemas.openxmlformats.org/drawingml/2006/main">
            <a:r>
              <a:t>https://github.com/cbyche/via-sw-architecture/blob/main/docs/architecture/12-decisions/decision-packages/04-45-memory-and-context.md</a:t>
            </a:r>
          </a:p>
          <a:p xmlns:a="http://schemas.openxmlformats.org/drawingml/2006/main">
            <a:r>
              <a:t>https://github.com/cbyche/via-sw-architecture/blob/main/docs/presentations_files/dp-comparison/dp45-comparison.svg</a:t>
            </a:r>
          </a:p>
          <a:p xmlns:a="http://schemas.openxmlformats.org/drawingml/2006/main">
            <a:r>
              <a:t>조건별 정성 trade-off이며 최종 선정 또는 품질 측정이 아니다. 첫 요청, 반복 R24, 정정 직후와 표현 밖 새 관계를 구별한다.</a:t>
            </a:r>
          </a:p>
          <a:p xmlns:a="http://schemas.openxmlformats.org/drawingml/2006/main">
            <a:r>
              <a:t>공통 사례: C20/E20 VIA 직접 평가 기준 설명과 실제 전달 P20, C21/T21/D21@v2 제품 비교, C22/T22/D22@v1 견적. 현재 C23/R23의 제안서 작성 Task T23 연결은 현재 해석/채택의 결과다. VIA는 허용된 발췌와 참조를 연결하고, 평가 기준 적용과 제안서 작성은 Downstream Agent가 수행한다. 결과 참조는 본문 전체 보관을 뜻하지 않으며 Agent 내부 reasoning/모든 tool 기록은 전제하지 않는다.</a:t>
            </a:r>
          </a:p>
          <a:p xmlns:a="http://schemas.openxmlformats.org/drawingml/2006/main">
            <a:r>
              <a:t>A의 요약/index/cache/관계 cache/부분 갱신/병렬 조회와 기존 Agent 실행 맥락 재사용을 허용한다. B의 과거 관계는 검증/게시 범위만 읽고 원본 확인, 미게시/표현 미지원, 오류/갱신/삭제와 생산 비용을 유지한다. R23의 정답 관계를 미리 게시하지 않는다. 필요성과 사례 보완이며 최종 DP/A/B 선정 또는 새 사례의 품질 검증이 아니다. 45의 수치와 원형 점수는 조건별 정성 표로 교체했다.</a:t>
            </a:r>
          </a:p>
          <a:p xmlns:a="http://schemas.openxmlformats.org/drawingml/2006/main">
            <a:r>
              <a:t>A: Context Composer가 owner 읽기와 cache를 조합하여 직접 EvidenceBundle/receipt를 반환한다. Request Evidence Set은 요청 수명의 데이터다. B: 변경 알림, 실제 원본 읽기, 조건부 과거 의미 생산, 출처/권한/지원 종류 검증, 관계+coverage 게시, Evidence Reader의 게시 계약 소비를 나눈다. 미래 R23의 정답이나 T23 binding을 미리 생산하지 않는다.</a:t>
            </a:r>
          </a:p>
          <a:p xmlns:a="http://schemas.openxmlformats.org/drawingml/2006/main">
            <a:r>
              <a:t>NOT_COVERED는 지원 종류의 미생산으로 Publisher 생산 후 revision/상태를 반환하고 Reader가 Repository를 다시 읽는다. UNSUPPORTED_RELATION은 표현 변경 없이는 반복 생산으로 해결되지 않는다. NO_MATCH는 읽은 범위의 무일치다. DENIED/UNAVAILABLE도 분리한다. 현재 metadata 검사와 exact quote/조건/충돌 원문 확인은 남고, 원본 조합 우회는 명시적 B+다. 파생 오류 EvidenceDispute는 원본 revision 변화 없이도 차단/재검증한다. 삭제/철회 fence가 후속 정리보다 먼저이며 옛 job 게시를 거부한다.</a:t>
            </a:r>
          </a:p>
          <a:p xmlns:a="http://schemas.openxmlformats.org/drawingml/2006/main">
            <a:r>
              <a:t>첫 요청/정정 직후: B 생산/갱신 대기가 추가될 수 있다. 반복 조회: 유효 게시가 owner 교차 조합을 실제 대체하면 B 요청 경로가 줄지만 A warm 관계 cache가 같은 효과를 낼 수 있다. 새 관계/미묘한 부정/예외: A 원문 구성이 유연하나 검색 누락 가능, B 표현/추출 한계가 남는다. 정확성의 전체 우열을 고정하지 않는다.</a:t>
            </a:r>
          </a:p>
          <a:p xmlns:a="http://schemas.openxmlformats.org/drawingml/2006/main">
            <a:r>
              <a:t>전체 모델 호출: A cache 생산/유지+요청 구성/재검증, B 초기/갱신/backfill/미사용/실패 생산을 모두 포함한다. 현재 판단은 공통이고 명시 ID/위치 연결은 코드일 수 있다. 고정 우열 없음. Source 형식 변경은 adapter에 흡수할 수 있고, 관계 의미/schema 변경은 B producer/독자 호환/재생산, A cache 무효화도 함께 본다.</a:t>
            </a:r>
          </a:p>
          <a:p xmlns:a="http://schemas.openxmlformats.org/drawingml/2006/main">
            <a:r>
              <a:t>공식 Reference (본문 §9):</a:t>
            </a:r>
          </a:p>
          <a:p xmlns:a="http://schemas.openxmlformats.org/drawingml/2006/main">
            <a:r>
              <a:t>A https://docs.langchain.com/oss/python/deepagents/retrieval — 현재 질문의 원본 획득 선례. VIA Task/실제 전달/정정 계약 전체 구현 사례 아님.</a:t>
            </a:r>
          </a:p>
          <a:p xmlns:a="http://schemas.openxmlformats.org/drawingml/2006/main">
            <a:r>
              <a:t>B https://langchain-ai.github.io/langmem/background_quickstart/ 및 https://langchain-ai.github.io/langmem/reference/memory/ — 기억 생산/저장/소비 분리 선례. 자동 선호 추출을 VIA User Memory 정책으로 채택하지 않고 revision/coverage/삭제 fence는 VIA 별도 계약.</a:t>
            </a:r>
          </a:p>
          <a:p xmlns:a="http://schemas.openxmlformats.org/drawingml/2006/main">
            <a:r>
              <a:t>실행 https://langchain-ai.github.io/langmem/guides/delayed_processing/ — 대기 생산/재예약 선례. thread/지연값/배치를 채택하지 않는다.</a:t>
            </a:r>
          </a:p>
          <a:p xmlns:a="http://schemas.openxmlformats.org/drawingml/2006/main">
            <a:r>
              <a:t>연결 참고 https://docs.mem0.ai/platform/features/graph-memory — 공통 개체 연결 선례이며 typed 정정/대체/실제 전달 관계 구현 증거 아님. cloud/embedding/helper를 도입하지 않는다. 공식 사례는 VIA 성능 우위의 증거가 아니다.</a:t>
            </a:r>
          </a:p>
          <a:p xmlns:a="http://schemas.openxmlformats.org/drawingml/2006/main">
            <a:r>
              <a:t>2026-10-10: 고정 EvidenceQuery Query1(schema_version/query_id/request_ref/attempt_ref/input_revision/purpose/relation_kinds/source_ranges/original_required/budget_ref/policy_epoch), Bundle1/Receipt1와 파생 Record 예시는 contracts/dp45-evidence-examples.json이다. 현재 사례는 PARTIAL이며 E20[27,52)의 “가격이 같은 경우 유지보수 기간을 우선합니다.”만 실제 전달 P20 범위 안에서 발췌했다. Memory1 EXPLAINS_ITEM은 MODEL_DERIVED, Memory2/3 HAS_RESULT는 명시 참조 EXPLICIT이다. Coverage1[27,52), gap[0,27)은 기준 전체의 생산을 뜻하지 않는다. A가 반환한 원본 근거와 B가 반환한 공통 관계는 현재 요청의 의미/Task 정답이 아니다. B Reader는 원문과 현재 source/권한을 확인하며 원본 조합 우회는 B+다. 전체 MAIN/수명과 추가 집중 발표 scene은 별개 source이며 동일 owner/계약이다. 클라우드 의미/음성 의존성, 로컬 VIA/VAD/권위와 코드/조건부 의미 호출을 구별한다.</a:t>
            </a:r>
          </a:p>
          <a:p xmlns:a="http://schemas.openxmlformats.org/drawingml/2006/main">
            <a:r>
              <a:t>v3 집중 그림의 Task1 제품 조사 / Task2 견적은 기존 JSON T21/T22의 표시용 별칭이며 제품 결과/견적 결과는 D21 개정 2/D22 개정 1이다. 설명 원문/실제 전달은 E20/P20이며 원문 구간을 바꾸지 않았다. 원본 변경과 현재 Query의 서로 다른 시작점을 그렸으며 별도 순서도는 Architecture Module이 아니다. 여섯 ASR 표는 최신 03-02의 조건별 영향으로 고정 성능 우열이 아니다.</a:t>
            </a:r>
          </a:p>
          <a:p xmlns:a="http://schemas.openxmlformats.org/drawingml/2006/main">
            <a:r>
              <a:t>다음 주제로 연결</a:t>
            </a:r>
          </a:p>
          <a:p xmlns:a="http://schemas.openxmlformats.org/drawingml/2006/main">
            <a:r>
              <a:t>이 연결을 유지하려면 대화·요청·업무·실행의 상태를 각자의 수명에 맞게 관리해야 합니다. 마지막으로, 서로 다른 수명과 상태 관리 책임을 설명하겠습니다.</a:t>
            </a:r>
          </a:p>
          <a:p xmlns:a="http://schemas.openxmlformats.org/drawingml/2006/main">
            <a:r>
              <a:t>최신 QA 기준과 계산</a:t>
            </a:r>
          </a:p>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A의 유효 cache와 부분 갱신을 인정한다. B의 초기/미사용 생산과 backfill도 같은 P21에 포함한다.</a:t>
            </a:r>
          </a:p>
          <a:p xmlns:a="http://schemas.openxmlformats.org/drawingml/2006/main">
            <a:r>
              <a:t>활성화 사례: S2-02, S2-03, S2-04, S2-05, S6-01</a:t>
            </a:r>
          </a:p>
          <a:p xmlns:a="http://schemas.openxmlformats.org/drawingml/2006/main">
            <a:r>
              <a:t>과거 처리만 계산: A 3miss $0.00288, cache 1miss $0.00096 / B 4생산 $0.00608. 중복 청구는 제거한다.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원문과 유효 cache의 조건 보존. B: 게시 관계의 coverage와 예외 보존.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최초 조합과 재사용 cache 대기. B: 준비된 조회와 미게시 backfill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첫 사용과 반복 및 갱신 후 조합. B: 조회와 원문검증 및 동기 backfill.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cache miss와 실제 추가 해석 청구. B: 초기와 미사용 갱신 및 철회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조합과 cache의 철회 처리 수정. B: 생산자와 조회자의 철회 처리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원문 Context와 선택 cache. B: 관계 index와 생산 상태 및 원문.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A의 유효 cache와 부분 갱신을 인정한다. B의 초기/미사용 생산과 backfill도 같은 P21에 포함한다.</a:t>
            </a:r>
          </a:p>
          <a:p xmlns:a="http://schemas.openxmlformats.org/drawingml/2006/main">
            <a:r>
              <a:t>활성화 사례: S2-02, S2-03, S2-04, S2-05, S6-01</a:t>
            </a:r>
          </a:p>
          <a:p xmlns:a="http://schemas.openxmlformats.org/drawingml/2006/main">
            <a:r>
              <a:t>과거 처리만 계산: A 3miss $0.00288, cache 1miss $0.00096 / B 4생산 $0.00608. 중복 청구는 제거한다.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원문과 유효 cache의 조건 보존. B: 게시 관계의 coverage와 예외 보존.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최초 조합과 재사용 cache 대기. B: 준비된 조회와 미게시 backfill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첫 사용과 반복 및 갱신 후 조합. B: 조회와 원문검증 및 동기 backfill.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cache miss와 실제 추가 해석 청구. B: 초기와 미사용 갱신 및 철회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조합과 cache의 철회 처리 수정. B: 생산자와 조회자의 철회 처리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원문 Context와 선택 cache. B: 관계 index와 생산 상태 및 원문.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DP42 근거: docs/architecture/12-decisions/decision-packages/04-42-lifecycle-ownership.md §1~3 및 main-figure review. 타임라인 길이는 설명용이며 시간·성능 측정 값이 아니다. 음성 연결 종료는 Conversation·Task 취소/삭제가 아니다. Conversation/Request/Task/Execution의 서로 다른 논리 수명은 양안 공통이다. 첫 Request 처리가 끝나는 것은 확인된 위임 접수 등 요청 처리의 종료이지 보고서 실행 완료가 아니다. 외부 Agent는 요청 처리와 음성 연결에 독립적으로 보고서 작성을 계속하고 결과를 VIA에 통지한다. 돌아온 사용자 정정은 새로운 Request이며 같은 보고서 업무에 연결되어 새 수정 실행을 만들 수 있다. 업무 이력의 연속 실선은 처음 작성 실행이 계속 살아있거나 완료 Task가 영원히 실행중이라는 뜻이 아니다. A는 모듈형 통합 Core의 대화/업무 상태 소유와 관련 로컬 변경의 공동 확정, B는 독립 대화/업무 서비스의 상태 권한과 commands/receipts/events 협력을 비교한다. 양안 모두 이 장면을 수행한다. 정상 장면의 정확성·응답성·호출비용에 B의 자동 이익을 주장하지 않으며 장애·업데이트를 대표 이익으로 쓰지 않는다. 조건부 독립 수명/장애 격리와 cross-service coordination 비용은 다음 비교에서 설명한다.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04-42. 대화와 Task 상태의 소유 및 확정</a:t>
            </a:r>
          </a:p>
          <a:p xmlns:a="http://schemas.openxmlformats.org/drawingml/2006/main">
            <a:r>
              <a:t>https://github.com/cbyche/via-sw-architecture/blob/main/docs/architecture/12-decisions/decision-packages/04-42-lifecycle-ownership.md</a:t>
            </a:r>
          </a:p>
          <a:p xmlns:a="http://schemas.openxmlformats.org/drawingml/2006/main">
            <a:r>
              <a:t>https://github.com/cbyche/via-sw-architecture/blob/main/docs/presentations_files/dp-comparison/dp42-comparison.svg</a:t>
            </a:r>
          </a:p>
          <a:p xmlns:a="http://schemas.openxmlformats.org/drawingml/2006/main">
            <a:r>
              <a:t>조건별 정성 비교 / 미선정 / 미측정. 같은 Conversation/Request/Task/Execution 논리 수명은 양안 공통이다. A는 모듈형 통합 Core이며 State Store 안 트랜잭션 관리자가 검증된 Request 질문 연결+Task 질문 답변+명령 준비를 공동 확정한다. B는 대화와 업무가 독립 상태 권위/실행 수명/State Store scope를 갖고 대화 의도 저장→업무 접수/원본+명령+접수결과 저장→AcceptanceReceipt의 대화 반영을 별도로 확정한다. ACCEPTED는 내부 접수이고 실제 외부 Agent 접수와 실제 사용자 전달은 별도 확인한다. Request Controller의 관계, Task Manager 업무/전송gate, Agent Gateway transmission, Response Manager 실제 전달 원장을 구별한다. 새 대화 처리기 Component나 Voice Runtime Component를 만들지 않는다. Input1/Request1/Task1/Question1/Command1/Publication1은 u2/R2/T1/Q1/K1/P1의 설명용 ID다.</a:t>
            </a:r>
          </a:p>
          <a:p xmlns:a="http://schemas.openxmlformats.org/drawingml/2006/main">
            <a:r>
              <a:t>고정 사례는 contracts/dp42-handoff-examples.json, 프로토콜 본문 §4.2다. B hold 요청 시각과 업무 gate의 적용 ACK 시각은 다르며 CAS가 먼저면 DISPATCHING/UNKNOWN과 실제 외부 상태 확인을 보존한다. hold가 먼저면 PENDING 명령을 차단하고 현재 의미 reconciliation 뒤 선택적 release한다. control_session/sequence/gate revision과 command ID+immutable payload, 늦은 ACK/유실/재시작을 구별한다. 모델/네트워크 호출은 transaction 밖이고 API 내부 접수로 외부 exactly-once를 보증하지 않는다.</a:t>
            </a:r>
          </a:p>
          <a:p xmlns:a="http://schemas.openxmlformats.org/drawingml/2006/main">
            <a:r>
              <a:t>모델 사용 비용은 같은 의미 판단을 고정하면 코드 인계가 추가 LLM 호출이 아니다. B 정상 사용 자동 정확성·응답성·변경 우위는 없다. 독립 업무 수명/저장 계약 변경 조건의 이익과 왕복/pending/heap/복구 비용을 같이 본다. 로컬 VIA/VAD/원본과 클라우드 음성·의미 의존성은 공통이다. 전체 MAIN과 집중 scene은 별도 source이며 기존 전체 그림을 대체하지 않는다. 문서/고정 예시 검사는 구현·모델·품질 측정의 증명이 아니다.</a:t>
            </a:r>
          </a:p>
          <a:p xmlns:a="http://schemas.openxmlformats.org/drawingml/2006/main">
            <a:r>
              <a:t>v3 위쪽 Conversation1/Request1/Task1/Execution1 막대는 양안의 공통 논리 수명이며 길이는 측정값이 아니다. 가운데 큰 살구색 실선/점선은 실행과 저장 확정의 경계이며 새 Component가 아니다. 아래 A의 두 owner 변경은 한 번에 확정하거나 모두 미반영된다. B는 의도 저장, Task 접수 저장, 대화 receipt 반영의 세 로컬 사실이다. Task 접수 후 외부 전송은 대화 receipt 반영을 기다리지 않고 가능하며 외부 Agent 접수/사용자 전달은 별도 확인한다. 7은 고정 Question1의 예상 질문 개정이며 형식 버전이 아니다. 여섯 ASR 표는 최신 03-02의 조건별 구조 영향이다.</a:t>
            </a:r>
          </a:p>
          <a:p xmlns:a="http://schemas.openxmlformats.org/drawingml/2006/main">
            <a:r>
              <a:t>최신 QA 기준과 계산</a:t>
            </a:r>
          </a:p>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독립 process만으로 정확성이나 모델 비용 이익을 부여하지 않는다. 정상 접수와 경합을 함께 본다.</a:t>
            </a:r>
          </a:p>
          <a:p xmlns:a="http://schemas.openxmlformats.org/drawingml/2006/main">
            <a:r>
              <a:t>활성화 사례: S6-04, S4-03, S5-01, S6-02, S5-03, S5-04</a:t>
            </a:r>
          </a:p>
          <a:p xmlns:a="http://schemas.openxmlformats.org/drawingml/2006/main">
            <a:r>
              <a:t>지역 계산 S6-04: 확정/접수 A 0.010초 / B 0.025초. 모델과 외부 접수는 공통이며 전체 평균은 아니다.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의미와 접수 및 현재성 검사. B: 동일 검사와 receipt의 올바른 반영.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공동 commit과 대화 반영 대기. B: 독립 접수와 receipt 반영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관련 상태의 공동 확정 경로. B: 인계와 reconciliation의 전체 경로.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코드 저장 외 실제 모델 청구. B: IPC 외 실제 모델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공동 상태 계약의 실제 수정. B: 독립 인계 계약의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통합 실행체의 상태와 대기열. B: 추가 process와 receipt 상태.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독립 process만으로 정확성이나 모델 비용 이익을 부여하지 않는다. 정상 접수와 경합을 함께 본다.</a:t>
            </a:r>
          </a:p>
          <a:p xmlns:a="http://schemas.openxmlformats.org/drawingml/2006/main">
            <a:r>
              <a:t>활성화 사례: S6-04, S4-03, S5-01, S6-02, S5-03, S5-04</a:t>
            </a:r>
          </a:p>
          <a:p xmlns:a="http://schemas.openxmlformats.org/drawingml/2006/main">
            <a:r>
              <a:t>지역 계산 S6-04: 확정/접수 A 0.010초 / B 0.025초. 모델과 외부 접수는 공통이며 전체 평균은 아니다.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의미와 접수 및 현재성 검사. B: 동일 검사와 receipt의 올바른 반영.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공동 commit과 대화 반영 대기. B: 독립 접수와 receipt 반영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관련 상태의 공동 확정 경로. B: 인계와 reconciliation의 전체 경로.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코드 저장 외 실제 모델 청구. B: IPC 외 실제 모델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공동 상태 계약의 실제 수정. B: 독립 인계 계약의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통합 실행체의 상태와 대기열. B: 추가 process와 receipt 상태.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페이지의 목적은 서로 다른 두 기술 동향을 당사의 과제 배경으로 연결하는 것이다. 좌측은 AI가 목표를 받아 도구를 사용하며 실제 업무를 수행하고, 적용 범위가 여러 앱에 걸친 작업과 분야별 전문 업무로 나뉠 수 있음을 보인다. 하단은 Anthropic이 공개한 사무 업무와 개발 업무의 제품 사례다. 공개 기능 설명을 요약했으며 모든 앱의 지원이나 실측 품질·시장점유율을 주장하지 않는다. Cowork는 공개 제품 사례의 명칭을 썼다. 확인 시점 제품 페이지에는 Claude로의 명칭 통합 안내가 함께 있으므로 현행 독립 제품군의 엄격한 분류로 제시하지 않는다. 두 범주는 배타적 분류가 아니다. 우측은 음성과 화면을 함께 사용하는 상호작용이 등장한 상황에서 기기 제조사가 사용자 접점을 확보하고 다양한 업무 AI의 발전을 활용한다는 사용자 제공 CTO 방향을 설명한다. 이를 검증된 공개 회사 전략이나 CTO 직접 인용으로 제시하지 않는다.</a:t>
            </a:r>
          </a:p>
          <a:p xmlns:a="http://schemas.openxmlformats.org/drawingml/2006/main">
            <a:r>
              <a:t>Anthropic original announcement: https://www.anthropic.com/news/3-5-models-and-computer-use ; original demonstration https://www.youtube.com/watch?v=ODaHJzOyVCQ . Video byte source is a repost of the same demonstration: https://www.linkedin.com/posts/alliekmiller_breaking-ai-can-now-help-with-coding-activity-7254507552476909568-31Ei . 54–106 seconds, 3x, 8fps, silent.</a:t>
            </a:r>
          </a:p>
          <a:p xmlns:a="http://schemas.openxmlformats.org/drawingml/2006/main">
            <a:r>
              <a:t>Product application sources, accessed 2026-09-30: https://claude.com/product/cowork (research, document and spreadsheet creation across files/tools; public examples of reports and presentations); https://www.anthropic.com/engineering/claude-code-sandboxing (navigate codebase, edit files, run commands, write/test/debug code). Agent concept: https://www.anthropic.com/engineering/building-effective-agents . These are paraphrased vendor-described capabilities, not measured market or quality claims.</a:t>
            </a:r>
          </a:p>
          <a:p xmlns:a="http://schemas.openxmlformats.org/drawingml/2006/main">
            <a:r>
              <a:t>OpenAI official demonstration: https://www.linkedin.com/posts/this-gpt-6-astra-ugcPost-7501364077496221696-H8XE . Official post identifies GPT-6 Astra. 17–41 seconds, 1.5x, 8fps, silent. These external demonstrations are not implementation or performance evidence for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p>
          <a:p xmlns:a="http://schemas.openxmlformats.org/drawingml/2006/main">
            <a: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p>
          <a:p xmlns:a="http://schemas.openxmlformats.org/drawingml/2006/main">
            <a:r>
              <a:t>기능 근거: docs/architecture/01-system-mission-and-boundary.md; 03-fixed-architecture-scope.md; 05-representative-use-cases.md. 현재 비교는 04-41, 04-44, 04-45, 04-42이며 최종 A/B 선택과 실측은 아직 없다.</a:t>
            </a:r>
          </a:p>
          <a:p xmlns:a="http://schemas.openxmlformats.org/drawingml/2006/main">
            <a: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하나의 대화 안에서 이어지는 다섯 장면이다. 화면의 표 설명은 VIA가 직접 응답하고, 보고서와 메일 초안의 도메인 계획 및 실제 작성은 Downstream Agent가 수행한다.</a:t>
            </a:r>
          </a:p>
          <a:p xmlns:a="http://schemas.openxmlformats.org/drawingml/2006/main">
            <a:r>
              <a:t/>
            </a:r>
          </a:p>
          <a:p xmlns:a="http://schemas.openxmlformats.org/drawingml/2006/main">
            <a: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p>
          <a:p xmlns:a="http://schemas.openxmlformats.org/drawingml/2006/main">
            <a:r>
              <a:t/>
            </a:r>
          </a:p>
          <a:p xmlns:a="http://schemas.openxmlformats.org/drawingml/2006/main">
            <a:r>
              <a:t>④는 메일 Agent의 질문이 사용자 정정 중 도착한 경우다. VIA는 사용자 발화가 끝난 뒤 질문을 전달하고, ‘영업팀’ 답변을 메일 업무에 연결한다. 보고서 업무는 계속 진행한다.</a:t>
            </a:r>
          </a:p>
          <a:p xmlns:a="http://schemas.openxmlformats.org/drawingml/2006/main">
            <a:r>
              <a:t/>
            </a:r>
          </a:p>
          <a:p xmlns:a="http://schemas.openxmlformats.org/drawingml/2006/main">
            <a:r>
              <a:t>⑤는 정상적인 Voice 종료와 Text 전환이다. 기존 Task의 검증된 상태를 확인하는 예이며 재시작 또는 장애 복구 성공의 증거는 아니다.</a:t>
            </a:r>
          </a:p>
          <a:p xmlns:a="http://schemas.openxmlformats.org/drawingml/2006/main">
            <a:r>
              <a:t/>
            </a:r>
          </a:p>
          <a:p xmlns:a="http://schemas.openxmlformats.org/drawingml/2006/main">
            <a: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p>
          <a:p xmlns:a="http://schemas.openxmlformats.org/drawingml/2006/main">
            <a:r>
              <a:t/>
            </a:r>
          </a:p>
          <a:p xmlns:a="http://schemas.openxmlformats.org/drawingml/2006/main">
            <a:r>
              <a:t>그림: docs/presentations_files/requirements-assets/의 기존 FR2, FR3, FR6, FR4, FR1 일러스트를 순서대로 재사용했다. 그림은 장면을 설명하는 독립 이미지 개체이고, 제목·발화·설명 및 업무 상태 표는 PowerPoint에서 편집할 수 있다.</a:t>
            </a:r>
          </a:p>
          <a:p xmlns:a="http://schemas.openxmlformats.org/drawingml/2006/main">
            <a:r>
              <a:t/>
            </a:r>
          </a:p>
          <a:p xmlns:a="http://schemas.openxmlformats.org/drawingml/2006/main">
            <a: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p>
          <a:p xmlns:a="http://schemas.openxmlformats.org/drawingml/2006/main">
            <a:r>
              <a:t/>
            </a:r>
          </a:p>
          <a:p xmlns:a="http://schemas.openxmlformats.org/drawingml/2006/main">
            <a: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p>
          <a:p xmlns:a="http://schemas.openxmlformats.org/drawingml/2006/main">
            <a:r>
              <a:t/>
            </a:r>
          </a:p>
          <a:p xmlns:a="http://schemas.openxmlformats.org/drawingml/2006/main">
            <a:r>
              <a:t>모델 배치는 로컬 VIA 및 로컬 VAD, 별도 클라우드 음성 모델과 의미 LLM이다. 모델 서비스의 임시 session과 VIA의 영속 Request/Task/실제 전달 원장을 구별한다. 모델 선정이나 제품 구현 완료를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경험 1: VIA의 책임</a:t>
            </a:r>
          </a:p>
          <a:p xmlns:a="http://schemas.openxmlformats.org/drawingml/2006/main">
            <a: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p>
          <a:p xmlns:a="http://schemas.openxmlformats.org/drawingml/2006/main">
            <a:r>
              <a:t>근거: docs/architecture/01-system-mission-and-boundary.md §1.1~1.2, docs/architecture/05-representative-use-cases.md UC-03/05/06/08 및 §5.2. 사용자 2026-10-10 발표 리뷰.</a:t>
            </a:r>
          </a:p>
          <a:p xmlns:a="http://schemas.openxmlformats.org/drawingml/2006/main">
            <a:r>
              <a:t>삽화: builtin imagegen 생성 설명용 이미지이며 실제 제품 화면·측정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 기능 요구사항 및 제약사항</a:t>
            </a:r>
          </a:p>
          <a:p xmlns:a="http://schemas.openxmlformats.org/drawingml/2006/main">
            <a:r>
              <a:t>원문: docs/presentations_files/functional-requirements-and-constraints.md</a:t>
            </a:r>
          </a:p>
          <a:p xmlns:a="http://schemas.openxmlformats.org/drawingml/2006/main">
            <a: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p>
          <a:p xmlns:a="http://schemas.openxmlformats.org/drawingml/2006/main">
            <a:r>
              <a:t/>
            </a:r>
          </a:p>
          <a:p xmlns:a="http://schemas.openxmlformats.org/drawingml/2006/main">
            <a:r>
              <a:t>FR1 지속 대화 처리</a:t>
            </a:r>
          </a:p>
          <a:p xmlns:a="http://schemas.openxmlformats.org/drawingml/2006/main">
            <a:r>
              <a:t>VIA가 요청을 처리하거나 응답하는 동안에도 사용자의 음성 또는 텍스트 입력을 받아 대화를 이어갈 수 있어야 한다.</a:t>
            </a:r>
          </a:p>
          <a:p xmlns:a="http://schemas.openxmlformats.org/drawingml/2006/main">
            <a:r>
              <a:t>관련 DP: 04-44</a:t>
            </a:r>
          </a:p>
          <a:p xmlns:a="http://schemas.openxmlformats.org/drawingml/2006/main">
            <a:r>
              <a:t/>
            </a:r>
          </a:p>
          <a:p xmlns:a="http://schemas.openxmlformats.org/drawingml/2006/main">
            <a:r>
              <a:t>FR2 맥락 기반 요청 해석</a:t>
            </a:r>
          </a:p>
          <a:p xmlns:a="http://schemas.openxmlformats.org/drawingml/2006/main">
            <a:r>
              <a:t>화면, 자료와 대화 맥락을 이용해 사용자 입력을 목표, 대상, 조건과 관련 업무가 식별된 요청으로 해석할 수 있어야 한다.</a:t>
            </a:r>
          </a:p>
          <a:p xmlns:a="http://schemas.openxmlformats.org/drawingml/2006/main">
            <a:r>
              <a:t>관련 DP: 04-41</a:t>
            </a:r>
          </a:p>
          <a:p xmlns:a="http://schemas.openxmlformats.org/drawingml/2006/main">
            <a:r>
              <a:t/>
            </a:r>
          </a:p>
          <a:p xmlns:a="http://schemas.openxmlformats.org/drawingml/2006/main">
            <a:r>
              <a:t>FR3 복합 요청 처리</a:t>
            </a:r>
          </a:p>
          <a:p xmlns:a="http://schemas.openxmlformats.org/drawingml/2006/main">
            <a:r>
              <a:t>한 입력에 포함된 여러 요청을 사용자가 명시한 순서, 조건과 결과 의존 관계에 따라 처리할 수 있어야 한다.</a:t>
            </a:r>
          </a:p>
          <a:p xmlns:a="http://schemas.openxmlformats.org/drawingml/2006/main">
            <a:r>
              <a:t>관련 DP: 04-41, 04-44</a:t>
            </a:r>
          </a:p>
          <a:p xmlns:a="http://schemas.openxmlformats.org/drawingml/2006/main">
            <a:r>
              <a:t/>
            </a:r>
          </a:p>
          <a:p xmlns:a="http://schemas.openxmlformats.org/drawingml/2006/main">
            <a:r>
              <a:t>FR4 다중 업무 상호작용</a:t>
            </a:r>
          </a:p>
          <a:p xmlns:a="http://schemas.openxmlformats.org/drawingml/2006/main">
            <a:r>
              <a:t>여러 업무의 질문, 진행 상황, 결과와 사용자 후속 지시를 각각 해당 업무에 연결할 수 있어야 한다.</a:t>
            </a:r>
          </a:p>
          <a:p xmlns:a="http://schemas.openxmlformats.org/drawingml/2006/main">
            <a:r>
              <a:t>관련 DP: 04-42, 04-44</a:t>
            </a:r>
          </a:p>
          <a:p xmlns:a="http://schemas.openxmlformats.org/drawingml/2006/main">
            <a:r>
              <a:t/>
            </a:r>
          </a:p>
          <a:p xmlns:a="http://schemas.openxmlformats.org/drawingml/2006/main">
            <a:r>
              <a:t>FR5 업무 연속성 유지</a:t>
            </a:r>
          </a:p>
          <a:p xmlns:a="http://schemas.openxmlformats.org/drawingml/2006/main">
            <a:r>
              <a:t>음성 연결 종료, 대화 전환 또는 VIA 재시작 이후에도 기존 업무를 중복 실행 없이 확인 가능한 상태로 이어갈 수 있어야 한다.</a:t>
            </a:r>
          </a:p>
          <a:p xmlns:a="http://schemas.openxmlformats.org/drawingml/2006/main">
            <a:r>
              <a:t>관련 DP: 04-42</a:t>
            </a:r>
          </a:p>
          <a:p xmlns:a="http://schemas.openxmlformats.org/drawingml/2006/main">
            <a:r>
              <a:t/>
            </a:r>
          </a:p>
          <a:p xmlns:a="http://schemas.openxmlformats.org/drawingml/2006/main">
            <a:r>
              <a:t>FR6 과거 맥락 활용</a:t>
            </a:r>
          </a:p>
          <a:p xmlns:a="http://schemas.openxmlformats.org/drawingml/2006/main">
            <a:r>
              <a:t>이전 대화의 정정 내용, 업무 결과와 허용된 사용자 기억을 현재 요청에 필요한 맥락으로 활용할 수 있어야 한다.</a:t>
            </a:r>
          </a:p>
          <a:p xmlns:a="http://schemas.openxmlformats.org/drawingml/2006/main">
            <a:r>
              <a:t>관련 DP: 04-45</a:t>
            </a:r>
          </a:p>
          <a:p xmlns:a="http://schemas.openxmlformats.org/drawingml/2006/main">
            <a:r>
              <a:t/>
            </a:r>
          </a:p>
          <a:p xmlns:a="http://schemas.openxmlformats.org/drawingml/2006/main">
            <a:r>
              <a:t>C1 음성과 의미 모델 분리</a:t>
            </a:r>
          </a:p>
          <a:p xmlns:a="http://schemas.openxmlformats.org/drawingml/2006/main">
            <a:r>
              <a:t>VIA와 VAD는 사용자 PC에서 실행하고, 음성과 의미 해석은 별도 클라우드 모델을 Model Access를 통해 사용해야 한다.</a:t>
            </a:r>
          </a:p>
          <a:p xmlns:a="http://schemas.openxmlformats.org/drawingml/2006/main">
            <a:r>
              <a:t>관련 DP: 04-41, 04-44, 04-45</a:t>
            </a:r>
          </a:p>
          <a:p xmlns:a="http://schemas.openxmlformats.org/drawingml/2006/main">
            <a:r>
              <a:t/>
            </a:r>
          </a:p>
          <a:p xmlns:a="http://schemas.openxmlformats.org/drawingml/2006/main">
            <a:r>
              <a:t>C2 업무 실행 위임</a:t>
            </a:r>
          </a:p>
          <a:p xmlns:a="http://schemas.openxmlformats.org/drawingml/2006/main">
            <a:r>
              <a:t>실제 업무 수행에 필요한 도메인 추론, 계획, 도구 선택과 실행은 Downstream Agent에 위임해야 한다.</a:t>
            </a:r>
          </a:p>
          <a:p xmlns:a="http://schemas.openxmlformats.org/drawingml/2006/main">
            <a:r>
              <a:t>관련 DP: 04-41, 04-42, 04-44</a:t>
            </a:r>
          </a:p>
          <a:p xmlns:a="http://schemas.openxmlformats.org/drawingml/2006/main">
            <a:r>
              <a:t/>
            </a:r>
          </a:p>
          <a:p xmlns:a="http://schemas.openxmlformats.org/drawingml/2006/main">
            <a:r>
              <a:t>관련 설계 문서</a:t>
            </a:r>
          </a:p>
          <a:p xmlns:a="http://schemas.openxmlformats.org/drawingml/2006/main">
            <a:r>
              <a:t/>
            </a:r>
          </a:p>
          <a:p xmlns:a="http://schemas.openxmlformats.org/drawingml/2006/main">
            <a:r>
              <a:t>- [04-41 요청 의미 해결](../architecture/12-decisions/decision-packages/04-41-request-resolution-control.md)</a:t>
            </a:r>
          </a:p>
          <a:p xmlns:a="http://schemas.openxmlformats.org/drawingml/2006/main">
            <a:r>
              <a:t>- [04-42 대화와 업무의 수명](../architecture/12-decisions/decision-packages/04-42-lifecycle-ownership.md)</a:t>
            </a:r>
          </a:p>
          <a:p xmlns:a="http://schemas.openxmlformats.org/drawingml/2006/main">
            <a:r>
              <a:t>- [04-44 지속 대화 실행](../architecture/12-decisions/decision-packages/04-44-continuous-interaction.md)</a:t>
            </a:r>
          </a:p>
          <a:p xmlns:a="http://schemas.openxmlformats.org/drawingml/2006/main">
            <a:r>
              <a:t>- [04-45 기억과 Context](../architecture/12-decisions/decision-packages/04-45-memory-and-context.md)</a:t>
            </a:r>
          </a:p>
          <a:p xmlns:a="http://schemas.openxmlformats.org/drawingml/2006/main">
            <a:r>
              <a:t/>
            </a:r>
          </a:p>
          <a:p xmlns:a="http://schemas.openxmlformats.org/drawingml/2006/main">
            <a:r>
              <a:t>디자인 참고: 사용자 제공 조제현_09_기능요구사항및제약사항.png의 기능 요구사항 상단 표와 제약사항 하단 표. 관련 DP 열을 추가하여 한 장에 배치했다.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ASR-QA-01 요청 처리 정확성</a:t>
            </a:r>
          </a:p>
          <a:p xmlns:a="http://schemas.openxmlformats.org/drawingml/2006/main">
            <a:r>
              <a:t>정의: 사용자의 의도와 확인된 사실에 맞게 요청을 처리하는 능력</a:t>
            </a:r>
          </a:p>
          <a:p xmlns:a="http://schemas.openxmlformats.org/drawingml/2006/main">
            <a:r>
              <a:t>측정 지표: 필수 정답 조건 충족률(%) = P21의 21개 × 5회 × C1~C6, 630조건</a:t>
            </a:r>
          </a:p>
          <a:p xmlns:a="http://schemas.openxmlformats.org/drawingml/2006/main">
            <a:r>
              <a:t>목표: 98% 이상, 정답 618/630 이상</a:t>
            </a:r>
          </a:p>
          <a:p xmlns:a="http://schemas.openxmlformats.org/drawingml/2006/main">
            <a:r>
              <a:t>목표 근거: 조건 오류 50개당 1개 이내. 전체 시나리오/상황군/조건 유형 ≥95%, 필수 위반 0건. 재사용·동시 부하·최종 tail도 채점 (§3)</a:t>
            </a:r>
          </a:p>
          <a:p xmlns:a="http://schemas.openxmlformats.org/drawingml/2006/main">
            <a:r>
              <a:t>보호 조건: 전체/S/C ≥95%, 필수 위반 0건</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§3</a:t>
            </a:r>
          </a:p>
          <a:p xmlns:a="http://schemas.openxmlformats.org/drawingml/2006/main">
            <a:r>
              <a:t>정확성</a:t>
            </a:r>
          </a:p>
          <a:p xmlns:a="http://schemas.openxmlformats.org/drawingml/2006/main">
            <a:r>
              <a:t/>
            </a:r>
          </a:p>
          <a:p xmlns:a="http://schemas.openxmlformats.org/drawingml/2006/main">
            <a:r>
              <a:t>### 3.1 정의와 평가 범위</a:t>
            </a:r>
          </a:p>
          <a:p xmlns:a="http://schemas.openxmlformats.org/drawingml/2006/main">
            <a:r>
              <a:t/>
            </a:r>
          </a:p>
          <a:p xmlns:a="http://schemas.openxmlformats.org/drawingml/2006/main">
            <a: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p>
          <a:p xmlns:a="http://schemas.openxmlformats.org/drawingml/2006/main">
            <a:r>
              <a:t/>
            </a:r>
          </a:p>
          <a:p xmlns:a="http://schemas.openxmlformats.org/drawingml/2006/main">
            <a:r>
              <a:t>### 3.2 사례 선정과 QA 대응표</a:t>
            </a:r>
          </a:p>
          <a:p xmlns:a="http://schemas.openxmlformats.org/drawingml/2006/main">
            <a:r>
              <a:t/>
            </a:r>
          </a:p>
          <a:p xmlns:a="http://schemas.openxmlformats.org/drawingml/2006/main">
            <a:r>
              <a:t>#### 3.2.1 선정 근거, 중복과 누락 검토</a:t>
            </a:r>
          </a:p>
          <a:p xmlns:a="http://schemas.openxmlformats.org/drawingml/2006/main">
            <a:r>
              <a:t/>
            </a:r>
          </a:p>
          <a:p xmlns:a="http://schemas.openxmlformats.org/drawingml/2006/main">
            <a: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p>
          <a:p xmlns:a="http://schemas.openxmlformats.org/drawingml/2006/main">
            <a:r>
              <a:t/>
            </a:r>
          </a:p>
          <a:p xmlns:a="http://schemas.openxmlformats.org/drawingml/2006/main">
            <a:r>
              <a:t>| 상황군 | 사례 수 | 해당 수의 근거 / 기존 검토 |</a:t>
            </a:r>
          </a:p>
          <a:p xmlns:a="http://schemas.openxmlformats.org/drawingml/2006/main">
            <a:r>
              <a:t>| --- | --- | --- |</a:t>
            </a:r>
          </a:p>
          <a:p xmlns:a="http://schemas.openxmlformats.org/drawingml/2006/main">
            <a:r>
              <a:t>| S1 명시적 기본 요청 | 2 | 직접/위임 기준 경로. 신규 선호 등록 S1-03은 네 DP의 중요한 인과를 추가하지 않아 대표 묶음에서 제외하고 M06 기능 회귀에 보존 |</a:t>
            </a:r>
          </a:p>
          <a:p xmlns:a="http://schemas.openxmlformats.org/drawingml/2006/main">
            <a:r>
              <a:t>| S2 지칭/근거 연결 | 5 | 현재 복수 지칭, 교차원본/예외, 과거version, 유효 재사용, 새 원본 첫 사용은 서로 다른 조회/생산/검증 비용. 41/45 민감 |</a:t>
            </a:r>
          </a:p>
          <a:p xmlns:a="http://schemas.openxmlformats.org/drawingml/2006/main">
            <a:r>
              <a:t>| S3 복합 관계 | 3 | 독립/결과 의존/조건 변경은 실행 의존성이 서로 달라 병합하지 않음 |</a:t>
            </a:r>
          </a:p>
          <a:p xmlns:a="http://schemas.openxmlformats.org/drawingml/2006/main">
            <a:r>
              <a:t>| S4 정정/제어 | 3 | 부분 정정, local stop, 특정 취소의 효과/종료가 서로 달라 유지 |</a:t>
            </a:r>
          </a:p>
          <a:p xmlns:a="http://schemas.openxmlformats.org/drawingml/2006/main">
            <a:r>
              <a:t>| S5 Agent 사건 | 4 | 질문 철회, 결과 역전/중복, Voice 재연결, 입력과4사건 집중 도착은 서로 다른 상태/queue/window 조건 |</a:t>
            </a:r>
          </a:p>
          <a:p xmlns:a="http://schemas.openxmlformats.org/drawingml/2006/main">
            <a:r>
              <a:t>| S6 확인/판단 유보 | 4 | 모호한 요청, 철회/미제시 답변, 접근 거부, 정상 유효 답변을 분리. 특히42의 정상 접수 비용 대 경합을 구별 |</a:t>
            </a:r>
          </a:p>
          <a:p xmlns:a="http://schemas.openxmlformats.org/drawingml/2006/main">
            <a:r>
              <a:t>| 합계 | **21** | 균등 배치나 제품 빈도 가중이 아니라 메커니즘/오류 경로의 포괄로 선택 |</a:t>
            </a:r>
          </a:p>
          <a:p xmlns:a="http://schemas.openxmlformats.org/drawingml/2006/main">
            <a:r>
              <a:t/>
            </a:r>
          </a:p>
          <a:p xmlns:a="http://schemas.openxmlformats.org/drawingml/2006/main">
            <a: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p>
          <a:p xmlns:a="http://schemas.openxmlformats.org/drawingml/2006/main">
            <a:r>
              <a:t/>
            </a:r>
          </a:p>
          <a:p xmlns:a="http://schemas.openxmlformats.org/drawingml/2006/main">
            <a: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p>
          <a:p xmlns:a="http://schemas.openxmlformats.org/drawingml/2006/main">
            <a:r>
              <a:t/>
            </a:r>
          </a:p>
          <a:p xmlns:a="http://schemas.openxmlformats.org/drawingml/2006/main">
            <a:r>
              <a:t>| 사례 | 주제 | 선정 근거 / DP 경로 | QA-02 시작 → 유효 반응 | QA-03 완료 / 제외 이유 |</a:t>
            </a:r>
          </a:p>
          <a:p xmlns:a="http://schemas.openxmlformats.org/drawingml/2006/main">
            <a:r>
              <a:t>| --- | --- | --- | --- | --- |</a:t>
            </a:r>
          </a:p>
          <a:p xmlns:a="http://schemas.openxmlformats.org/drawingml/2006/main">
            <a:r>
              <a:t>| S1-01 | 제한된 정보 조회 | 단순 직접/위임의 공통 기준 경로; DP-41/42/44; CONTROL | 발화 종료 → D1의 정확한 날짜 답변 전달 | D1 마감일 최종 전달 |</a:t>
            </a:r>
          </a:p>
          <a:p xmlns:a="http://schemas.openxmlformats.org/drawingml/2006/main">
            <a:r>
              <a:t>| S1-02 | 새 보고서 업무 위임 | 신규 업무 인계와 정상 접수의 기준 경로; DP-41/42/44; CONTROL | 발화 종료 → 해당 보고서의 실제 접수/진행 안내 | ReportQ3@v1 최종 결과 전달 |</a:t>
            </a:r>
          </a:p>
          <a:p xmlns:a="http://schemas.openxmlformats.org/drawingml/2006/main">
            <a:r>
              <a:t>| S2-01 | 발화 중 두 표 지칭 | 동일 발화의 복수 지칭을 실제 근거에 결합; DP-41; SENSITIVE | 발화 종료 → 발화 당시 두 표의 올바른 비교/위임 안내 | 지정 두 표 비교 결과 전달 |</a:t>
            </a:r>
          </a:p>
          <a:p xmlns:a="http://schemas.openxmlformats.org/drawingml/2006/main">
            <a:r>
              <a:t>| S2-02 | 과거 설명과 두 업무 결과 재사용 | 예외를 포함하는 세 과거 원본의 실제 연결; DP-41/45; SENSITIVE | 발화 종료 → 과거 근거/조건이 맞는 제안서 실제 접수 안내 | Proposal@v1 최종 전달 |</a:t>
            </a:r>
          </a:p>
          <a:p xmlns:a="http://schemas.openxmlformats.org/drawingml/2006/main">
            <a:r>
              <a:t>| S2-03 | 갱신된 원본의 과거 값 지정 | 원본 갱신 뒤 과거 revision의 보존/검증; DP-41/45; SENSITIVE | 발화 종료 → 과거 v1 값 지정이 맞는 실제 작성 접수 안내 | TablePast@v1 최종 전달 |</a:t>
            </a:r>
          </a:p>
          <a:p xmlns:a="http://schemas.openxmlformats.org/drawingml/2006/main">
            <a:r>
              <a:t>| S2-04 | 같은 과거 근거의 두 번째 사용 | 같은 원본 재사용의 cache/관계 hit와 전체 생산 비용; DP-45; SENSITIVE | 발화 종료 → 두 번째 새 제안서의 실제 접수 안내 | ProposalRepeat@v1 최종 전달 |</a:t>
            </a:r>
          </a:p>
          <a:p xmlns:a="http://schemas.openxmlformats.org/drawingml/2006/main">
            <a:r>
              <a:t>| S2-05 | 새로 도착한 과거 근거의 첫 사용 | 새 원본 첫 사용의 조합/미게시 backfill 대기; DP-41/45; SENSITIVE | 발화 종료 → 새 근거를 확보한 실제 제안서 접수 안내 | ProposalFresh@v1 최종 전달 |</a:t>
            </a:r>
          </a:p>
          <a:p xmlns:a="http://schemas.openxmlformats.org/drawingml/2006/main">
            <a:r>
              <a:t>| S3-01 | 독립된 두 조회 요청 | 독립 read의 병렬 진행을 양안에 허용하는 기준; DP-41/44; CONTROL | 발화 종료 → 독립 두 목표의 구분된 유효 답변/실제 접수 안내 | 독립 두 조회 결과 모두 전달 |</a:t>
            </a:r>
          </a:p>
          <a:p xmlns:a="http://schemas.openxmlformats.org/drawingml/2006/main">
            <a:r>
              <a:t>| S3-02 | 요약 산출물에 의존하는 메일 | 결과 의존/중복 반환의 전체 continuation; DP-41/44; SENSITIVE | 발화 종료 → 현재 요약/의존 메일의 유효 처리 사실 안내 | 현재 요약의 민수 메일 발송 확인 전달 |</a:t>
            </a:r>
          </a:p>
          <a:p xmlns:a="http://schemas.openxmlformats.org/drawingml/2006/main">
            <a:r>
              <a:t>| S3-03 | 일정 조건의 변경 재확인 | 해석 뒤 조건 변경의 재조회/재확정; DP-41/42/44; SENSITIVE | 발화 종료 → 최신 BUSY와 일정 생성 안 함의 안내 | 최신 BUSY/미생성 확인 전달 |</a:t>
            </a:r>
          </a:p>
          <a:p xmlns:a="http://schemas.openxmlformats.org/drawingml/2006/main">
            <a:r>
              <a:t>| S4-01 | 부분 정정과 늦은 후보 | 부분 정정과 옛 후보의 늦은 반환; DP-41/42/44; SENSITIVE | 발화 종료 → 보고서 변경 접수와 메일 보존 안내 | ReportRevised@v2 최종 전달 |</a:t>
            </a:r>
          </a:p>
          <a:p xmlns:a="http://schemas.openxmlformats.org/drawingml/2006/main">
            <a:r>
              <a:t>| S4-02 | 음성 중단 뒤 지정 수치 설명 | local stop와 새 설명의 분리, input 지속; DP-44; CONTROL | 새 발화 acoustic onset → 옛 음성의 마지막 재생 sample | 지정 수치의 새 설명 전달 |</a:t>
            </a:r>
          </a:p>
          <a:p xmlns:a="http://schemas.openxmlformats.org/drawingml/2006/main">
            <a:r>
              <a:t>| S4-03 | 특정 업무 취소와 접수 미확인 | hold/취소 접수/외부 미확인의 실제 순서; DP-42/44; SENSITIVE | 발화 종료 → 메일 취소 전달/미확인 상태의 정직한 안내 | 명세된 취소 접수/미확인 disposition 전달 |</a:t>
            </a:r>
          </a:p>
          <a:p xmlns:a="http://schemas.openxmlformats.org/drawingml/2006/main">
            <a: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p>
          <a:p xmlns:a="http://schemas.openxmlformats.org/drawingml/2006/main">
            <a: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p>
          <a:p xmlns:a="http://schemas.openxmlformats.org/drawingml/2006/main">
            <a: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p>
          <a:p xmlns:a="http://schemas.openxmlformats.org/drawingml/2006/main">
            <a: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p>
          <a:p xmlns:a="http://schemas.openxmlformats.org/drawingml/2006/main">
            <a:r>
              <a:t>| S6-01 | 모호한 과거 보고서 확인 | 모호한 대상의 확인과 후속 변경 전체 cycle; DP-41/45; SENSITIVE | 최초 발화 종료 → 보고서 대상/수정 내용 확인 질문 실제 제시 | ConfirmedRevision@v2 최종 전달 |</a:t>
            </a:r>
          </a:p>
          <a:p xmlns:a="http://schemas.openxmlformats.org/drawingml/2006/main">
            <a:r>
              <a:t>| S6-02 | 철회된 질문 답변과 승인 범위 | 미제시/철회 질문의 답변과 승인 scope 분리; DP-41/42/44; SENSITIVE | 최초 발화 종료 → 현재 정보 동의의 재확인 질문 실제 제시 | 허용된 연락처 제공/발송 미승인 확인 전달 |</a:t>
            </a:r>
          </a:p>
          <a:p xmlns:a="http://schemas.openxmlformats.org/drawingml/2006/main">
            <a:r>
              <a:t>| S6-03 | 필요한 자료의 접근 거부 | 허용 부족에서 조기 차단되는 공통 기준; DP-41/42/45; CONTROL | 발화 종료 → 접근 권한 부족/금액 확인 불가 안내 | 접근 거부와 확인 불가의 정당한 처리 전달 |</a:t>
            </a:r>
          </a:p>
          <a:p xmlns:a="http://schemas.openxmlformats.org/drawingml/2006/main">
            <a:r>
              <a:t>| S6-04 | 실제 제시된 유효 질문에 답변 | 유효 질문 답변의 정상 조회/확정/receipt 비용; DP-42; SENSITIVE | 발화 종료 → 상반기 답변의 실제 접수와 기간 안내 | 유효 기간 답변의 접수/확정 안내 |</a:t>
            </a:r>
          </a:p>
          <a:p xmlns:a="http://schemas.openxmlformats.org/drawingml/2006/main">
            <a:r>
              <a:t/>
            </a:r>
          </a:p>
          <a:p xmlns:a="http://schemas.openxmlformats.org/drawingml/2006/main">
            <a:r>
              <a:t/>
            </a:r>
          </a:p>
          <a:p xmlns:a="http://schemas.openxmlformats.org/drawingml/2006/main">
            <a:r>
              <a:t>#### 3.2.2 초기 상황, 입력, 사건과 정답</a:t>
            </a:r>
          </a:p>
          <a:p xmlns:a="http://schemas.openxmlformats.org/drawingml/2006/main">
            <a:r>
              <a:t/>
            </a:r>
          </a:p>
          <a:p xmlns:a="http://schemas.openxmlformats.org/drawingml/2006/main">
            <a: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p>
          <a:p xmlns:a="http://schemas.openxmlformats.org/drawingml/2006/main">
            <a:r>
              <a:t/>
            </a:r>
          </a:p>
          <a:p xmlns:a="http://schemas.openxmlformats.org/drawingml/2006/main">
            <a: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p>
          <a:p xmlns:a="http://schemas.openxmlformats.org/drawingml/2006/main">
            <a:r>
              <a:t/>
            </a:r>
          </a:p>
          <a:p xmlns:a="http://schemas.openxmlformats.org/drawingml/2006/main">
            <a: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p>
          <a:p xmlns:a="http://schemas.openxmlformats.org/drawingml/2006/main">
            <a:r>
              <a:t/>
            </a:r>
          </a:p>
          <a:p xmlns:a="http://schemas.openxmlformats.org/drawingml/2006/main">
            <a: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p>
          <a:p xmlns:a="http://schemas.openxmlformats.org/drawingml/2006/main">
            <a:r>
              <a:t/>
            </a:r>
          </a:p>
          <a:p xmlns:a="http://schemas.openxmlformats.org/drawingml/2006/main">
            <a:r>
              <a:t>&lt;a id="s1-01"&gt;&lt;/a&gt;</a:t>
            </a:r>
          </a:p>
          <a:p xmlns:a="http://schemas.openxmlformats.org/drawingml/2006/main">
            <a:r>
              <a:t>##### S1-01 제한된 정보 조회</a:t>
            </a:r>
          </a:p>
          <a:p xmlns:a="http://schemas.openxmlformats.org/drawingml/2006/main">
            <a:r>
              <a:t/>
            </a:r>
          </a:p>
          <a:p xmlns:a="http://schemas.openxmlformats.org/drawingml/2006/main">
            <a: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p>
          <a:p xmlns:a="http://schemas.openxmlformats.org/drawingml/2006/main">
            <a:r>
              <a:t/>
            </a:r>
          </a:p>
          <a:p xmlns:a="http://schemas.openxmlformats.org/drawingml/2006/main">
            <a:r>
              <a:t>**입력:** “D1에 적힌 마감일 알려줘.”</a:t>
            </a:r>
          </a:p>
          <a:p xmlns:a="http://schemas.openxmlformats.org/drawingml/2006/main">
            <a:r>
              <a:t/>
            </a:r>
          </a:p>
          <a:p xmlns:a="http://schemas.openxmlformats.org/drawingml/2006/main">
            <a: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목표=지정 문서의 마감일 조회. VIA Core 직접 응답 또는 Agent의 한정 조회 위임 중 하나를 허용한다. |</a:t>
            </a:r>
          </a:p>
          <a:p xmlns:a="http://schemas.openxmlformats.org/drawingml/2006/main">
            <a:r>
              <a:t>| C2 대상/근거 | D1@v1을 사용하며 마감일=2026-10-15. 담당자나 다른 날짜를 마감일로 선택하지 않는다. |</a:t>
            </a:r>
          </a:p>
          <a:p xmlns:a="http://schemas.openxmlformats.org/drawingml/2006/main">
            <a:r>
              <a:t>| C3 대화/업무 연결 | 직접 응답은 No Tracked Task, 위임은 이 조회의 New Task에 연결한다. T보호 연결/수정 없음. |</a:t>
            </a:r>
          </a:p>
          <a:p xmlns:a="http://schemas.openxmlformats.org/drawingml/2006/main">
            <a:r>
              <a:t>| C4 조건/변경 범위 | 조회 범위=D1의 마감일. 문서 수정/새 조사/일정 생성으로 확장하지 않는다. |</a:t>
            </a:r>
          </a:p>
          <a:p xmlns:a="http://schemas.openxmlformats.org/drawingml/2006/main">
            <a:r>
              <a:t>| C5 실제 효과/상태 | 직접 경로는 조회/응답만, 위임 경로는 동일 목표의 외부 접수/결과 반영만 발생한다. 외부 변경 효과=0. |</a:t>
            </a:r>
          </a:p>
          <a:p xmlns:a="http://schemas.openxmlformats.org/drawingml/2006/main">
            <a:r>
              <a:t>| C6 응답/실제 전달 | 필수 사실=“D1의 마감일은 10월 15일”. Text와 실제 재생에서 날짜가 일치한다. 조회 실패나 다른 날짜를 성공처럼 말하면 실패. |</a:t>
            </a:r>
          </a:p>
          <a:p xmlns:a="http://schemas.openxmlformats.org/drawingml/2006/main">
            <a:r>
              <a:t/>
            </a:r>
          </a:p>
          <a:p xmlns:a="http://schemas.openxmlformats.org/drawingml/2006/main">
            <a:r>
              <a:t>&lt;a id="s1-02"&gt;&lt;/a&gt;</a:t>
            </a:r>
          </a:p>
          <a:p xmlns:a="http://schemas.openxmlformats.org/drawingml/2006/main">
            <a:r>
              <a:t>##### S1-02 새 보고서 업무 위임</a:t>
            </a:r>
          </a:p>
          <a:p xmlns:a="http://schemas.openxmlformats.org/drawingml/2006/main">
            <a:r>
              <a:t/>
            </a:r>
          </a:p>
          <a:p xmlns:a="http://schemas.openxmlformats.org/drawingml/2006/main">
            <a:r>
              <a:t>**초기 상황:** 관련 기존 Task는 없다. 자료 Sales2026Q3@v1은 2026년 7월 100억원, 8월 120억원, 9월 80억원의 매출이다. 자료 제목은 “2026년 3분기 매출”. 문서 작성 Agent의 capability=보고서 작성이고 제공/작성이 허용된다.</a:t>
            </a:r>
          </a:p>
          <a:p xmlns:a="http://schemas.openxmlformats.org/drawingml/2006/main">
            <a:r>
              <a:t/>
            </a:r>
          </a:p>
          <a:p xmlns:a="http://schemas.openxmlformats.org/drawingml/2006/main">
            <a:r>
              <a:t>**입력:** “올해 3분기 매출 보고서를 표 형식으로 작성해줘.”</a:t>
            </a:r>
          </a:p>
          <a:p xmlns:a="http://schemas.openxmlformats.org/drawingml/2006/main">
            <a:r>
              <a:t/>
            </a:r>
          </a:p>
          <a:p xmlns:a="http://schemas.openxmlformats.org/drawingml/2006/main">
            <a:r>
              <a:t>**사건 순서:** E0: 발화 0~3초. E1: Agent가 실제 보고서 작성 요청을 접수하면 0.2초 뒤 접수 receipt만 반환한다. 이 episode에서는 완료 결과를 반환하지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목표=2026년 3분기 매출 보고서 작성, 처리=Agent 위임. 단순 매출 조회 답변으로 완료를 대신하지 않는다. |</a:t>
            </a:r>
          </a:p>
          <a:p xmlns:a="http://schemas.openxmlformats.org/drawingml/2006/main">
            <a:r>
              <a:t>| C2 대상/근거 | 자료=Sales2026Q3@v1, 월 범위=7~9월. 다른 연도/분기 자료 추가나 교체 없음. |</a:t>
            </a:r>
          </a:p>
          <a:p xmlns:a="http://schemas.openxmlformats.org/drawingml/2006/main">
            <a:r>
              <a:t>| C3 대화/업무 연결 | New Task에 이 보고서 요청/외부 실행을 연결한다. T보호와 별개이며 중복 보고서 실행 없음. |</a:t>
            </a:r>
          </a:p>
          <a:p xmlns:a="http://schemas.openxmlformats.org/drawingml/2006/main">
            <a:r>
              <a:t>| C4 조건/변경 범위 | 연도=2026, 분기=3, 형식=표가 실제 인계에 모두 남는다. Agent의 표 디자인/분석 품질은 채점하지 않는다. |</a:t>
            </a:r>
          </a:p>
          <a:p xmlns:a="http://schemas.openxmlformats.org/drawingml/2006/main">
            <a:r>
              <a:t>| C5 실제 효과/상태 | 보고서 작성의 고유 외부 효과=1회 접수. 상태=외부 접수됨/진행 예정 또는 진행 중이며 완료 아님. |</a:t>
            </a:r>
          </a:p>
          <a:p xmlns:a="http://schemas.openxmlformats.org/drawingml/2006/main">
            <a:r>
              <a:t>| C6 응답/실제 전달 | 필수 사실=“올해 3분기 매출 보고서를 표로 작성하도록 맡겼고 접수됐다”. 완료/보고서 생성 완료 주장 금지. |</a:t>
            </a:r>
          </a:p>
          <a:p xmlns:a="http://schemas.openxmlformats.org/drawingml/2006/main">
            <a:r>
              <a:t/>
            </a:r>
          </a:p>
          <a:p xmlns:a="http://schemas.openxmlformats.org/drawingml/2006/main">
            <a:r>
              <a:t>&lt;a id="s2-01"&gt;&lt;/a&gt;</a:t>
            </a:r>
          </a:p>
          <a:p xmlns:a="http://schemas.openxmlformats.org/drawingml/2006/main">
            <a:r>
              <a:t>##### S2-01 발화 중 두 표 지칭</a:t>
            </a:r>
          </a:p>
          <a:p xmlns:a="http://schemas.openxmlformats.org/drawingml/2006/main">
            <a:r>
              <a:t/>
            </a:r>
          </a:p>
          <a:p xmlns:a="http://schemas.openxmlformats.org/drawingml/2006/main">
            <a:r>
              <a:t>**초기 상황:** 화면 표 A@v1: 2026년 3분기 매출 300억원. 표 B@v1: 같은 기간 매출 240억원. 표 C@v1: 2026년 4분기 매출 900억원. 이 요청과 연결된 기존 Task는 없다. 세 표의 관측/조회는 허용된다.</a:t>
            </a:r>
          </a:p>
          <a:p xmlns:a="http://schemas.openxmlformats.org/drawingml/2006/main">
            <a:r>
              <a:t/>
            </a:r>
          </a:p>
          <a:p xmlns:a="http://schemas.openxmlformats.org/drawingml/2006/main">
            <a:r>
              <a:t>**입력:** “이 표와 저 표를 비교해줘.” 첫 “이 표” span=0.4~0.8초, “저 표” span=1.1~1.5초.</a:t>
            </a:r>
          </a:p>
          <a:p xmlns:a="http://schemas.openxmlformats.org/drawingml/2006/main">
            <a:r>
              <a:t/>
            </a:r>
          </a:p>
          <a:p xmlns:a="http://schemas.openxmlformats.org/drawingml/2006/main">
            <a: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목표=발화에서 지정한 두 표 비교. 현재 화면 C 설명으로 바꾸지 않는다. |</a:t>
            </a:r>
          </a:p>
          <a:p xmlns:a="http://schemas.openxmlformats.org/drawingml/2006/main">
            <a:r>
              <a:t>| C2 대상/근거 | 첫 지칭=A@v1/300억원, 둘째=B@v1/240억원. C나 대상 순서 교체 없음. |</a:t>
            </a:r>
          </a:p>
          <a:p xmlns:a="http://schemas.openxmlformats.org/drawingml/2006/main">
            <a:r>
              <a:t>| C3 대화/업무 연결 | 직접 응답은 No Tracked Task, 위임은 이 비교의 New Task. 기존 T보호 변경 없음. |</a:t>
            </a:r>
          </a:p>
          <a:p xmlns:a="http://schemas.openxmlformats.org/drawingml/2006/main">
            <a:r>
              <a:t>| C4 조건/변경 범위 | 비교의 기간=2026년 3분기, 대상 집합={A,B}, 역할=첫 A/둘째 B. 화면 이동을 대상 정정으로 해석하지 않는다. |</a:t>
            </a:r>
          </a:p>
          <a:p xmlns:a="http://schemas.openxmlformats.org/drawingml/2006/main">
            <a:r>
              <a:t>| C5 실제 효과/상태 | 올바른 A/B 비교 답변 또는 같은 근거를 보존한 위임/결과 반영. 화면 표/외부 자료 변경 효과=0. |</a:t>
            </a:r>
          </a:p>
          <a:p xmlns:a="http://schemas.openxmlformats.org/drawingml/2006/main">
            <a:r>
              <a:t>| C6 응답/실제 전달 | 필수 사실=A 300억원, B 240억원, A가 더 큼. 선택적으로 차이 60억원/25%를 말하면 정확해야 한다. C의 900을 비교값으로 말하면 실패. |</a:t>
            </a:r>
          </a:p>
          <a:p xmlns:a="http://schemas.openxmlformats.org/drawingml/2006/main">
            <a:r>
              <a:t/>
            </a:r>
          </a:p>
          <a:p xmlns:a="http://schemas.openxmlformats.org/drawingml/2006/main">
            <a:r>
              <a:t>&lt;a id="s2-02"&gt;&lt;/a&gt;</a:t>
            </a:r>
          </a:p>
          <a:p xmlns:a="http://schemas.openxmlformats.org/drawingml/2006/main">
            <a:r>
              <a:t>##### S2-02 과거 설명과 두 업무 결과 재사용</a:t>
            </a:r>
          </a:p>
          <a:p xmlns:a="http://schemas.openxmlformats.org/drawingml/2006/main">
            <a:r>
              <a:t/>
            </a:r>
          </a:p>
          <a:p xmlns:a="http://schemas.openxmlformats.org/drawingml/2006/main">
            <a: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p>
          <a:p xmlns:a="http://schemas.openxmlformats.org/drawingml/2006/main">
            <a:r>
              <a:t/>
            </a:r>
          </a:p>
          <a:p xmlns:a="http://schemas.openxmlformats.org/drawingml/2006/main">
            <a:r>
              <a:t>**입력:** “아까 들은 기준과 두 업무 결과로 새 제안서를 만들어줘.”</a:t>
            </a:r>
          </a:p>
          <a:p xmlns:a="http://schemas.openxmlformats.org/drawingml/2006/main">
            <a:r>
              <a:t/>
            </a:r>
          </a:p>
          <a:p xmlns:a="http://schemas.openxmlformats.org/drawingml/2006/main">
            <a: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제안서 작성의 Agent 위임. 과거 비교/견적 업무의 추가 수정으로 바꾸지 않는다. |</a:t>
            </a:r>
          </a:p>
          <a:p xmlns:a="http://schemas.openxmlformats.org/drawingml/2006/main">
            <a:r>
              <a:t>| C2 대상/근거 | 근거=실제로 들은 E1의 첫 두 문장, 현재 D2@v2와 D3@v1. D2@v1/미재생 문장을 들은 기준으로 사용하지 않는다. |</a:t>
            </a:r>
          </a:p>
          <a:p xmlns:a="http://schemas.openxmlformats.org/drawingml/2006/main">
            <a:r>
              <a:t>| C3 대화/업무 연결 | 새 제안서의 New Task/실행을 만들고 T비교/T견적은 완료 상태를 유지한다. 이전 실행에 제안서 수정 지시를 보내지 않는다. |</a:t>
            </a:r>
          </a:p>
          <a:p xmlns:a="http://schemas.openxmlformats.org/drawingml/2006/main">
            <a: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p>
          <a:p xmlns:a="http://schemas.openxmlformats.org/drawingml/2006/main">
            <a:r>
              <a:t>| C5 실제 효과/상태 | 위 참조/조건을 보존한 제안서 작성의 고유 접수=1회. 기존 두 업무의 새 실행/변경=0. 미완료 제안서를 완료로 전이하지 않는다. |</a:t>
            </a:r>
          </a:p>
          <a:p xmlns:a="http://schemas.openxmlformats.org/drawingml/2006/main">
            <a:r>
              <a:t>| C6 응답/실제 전달 | 필수 사실=“들은 기준과 제품 비교/견적 결과로 새 제안서를 맡겼고 가격은 평가에서 제외한다”. 현재는 접수 단계이며 보안을 들었다거나 이미 작성됐다는 주장 금지. |</a:t>
            </a:r>
          </a:p>
          <a:p xmlns:a="http://schemas.openxmlformats.org/drawingml/2006/main">
            <a:r>
              <a:t/>
            </a:r>
          </a:p>
          <a:p xmlns:a="http://schemas.openxmlformats.org/drawingml/2006/main">
            <a:r>
              <a:t>&lt;a id="s2-03"&gt;&lt;/a&gt;</a:t>
            </a:r>
          </a:p>
          <a:p xmlns:a="http://schemas.openxmlformats.org/drawingml/2006/main">
            <a:r>
              <a:t>##### S2-03 갱신된 원본의 과거 값 지정</a:t>
            </a:r>
          </a:p>
          <a:p xmlns:a="http://schemas.openxmlformats.org/drawingml/2006/main">
            <a:r>
              <a:t/>
            </a:r>
          </a:p>
          <a:p xmlns:a="http://schemas.openxmlformats.org/drawingml/2006/main">
            <a: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p>
          <a:p xmlns:a="http://schemas.openxmlformats.org/drawingml/2006/main">
            <a:r>
              <a:t/>
            </a:r>
          </a:p>
          <a:p xmlns:a="http://schemas.openxmlformats.org/drawingml/2006/main">
            <a:r>
              <a:t>**입력:** “그때 보여준 값으로 표를 만들어줘.”</a:t>
            </a:r>
          </a:p>
          <a:p xmlns:a="http://schemas.openxmlformats.org/drawingml/2006/main">
            <a:r>
              <a:t/>
            </a:r>
          </a:p>
          <a:p xmlns:a="http://schemas.openxmlformats.org/drawingml/2006/main">
            <a: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목표=과거 표시 값에 기반한 새 표 작성 위임. |</a:t>
            </a:r>
          </a:p>
          <a:p xmlns:a="http://schemas.openxmlformats.org/drawingml/2006/main">
            <a:r>
              <a:t>| C2 대상/근거 | P1→D1@v1→기준값 100의 연결이 실제 처리에 사용된다. 현재 v2/120으로 치환하면 실패. |</a:t>
            </a:r>
          </a:p>
          <a:p xmlns:a="http://schemas.openxmlformats.org/drawingml/2006/main">
            <a:r>
              <a:t>| C3 대화/업무 연결 | 새 표 작성은 New Task. T원본 완료 상태/결과는 변경하지 않는다. |</a:t>
            </a:r>
          </a:p>
          <a:p xmlns:a="http://schemas.openxmlformats.org/drawingml/2006/main">
            <a:r>
              <a:t>| C4 조건/변경 범위 | 입력 데이터/시점=과거 표시된 v1의 100, 산출물=표. 최신 값으로 갱신하라는 조건을 추가하지 않는다. |</a:t>
            </a:r>
          </a:p>
          <a:p xmlns:a="http://schemas.openxmlformats.org/drawingml/2006/main">
            <a:r>
              <a:t>| C5 실제 효과/상태 | 100과 과거 참조를 사용한 표 작성의 고유 접수=1회. v2를 쓰는 인계/이전 업무 수정=0. |</a:t>
            </a:r>
          </a:p>
          <a:p xmlns:a="http://schemas.openxmlformats.org/drawingml/2006/main">
            <a:r>
              <a:t>| C6 응답/실제 전달 | 필수 사실=“당시 보여준 100으로 표 작성을 맡겼다”. 120/최신 값 사용 또는 작성 완료 주장은 실패. |</a:t>
            </a:r>
          </a:p>
          <a:p xmlns:a="http://schemas.openxmlformats.org/drawingml/2006/main">
            <a:r>
              <a:t/>
            </a:r>
          </a:p>
          <a:p xmlns:a="http://schemas.openxmlformats.org/drawingml/2006/main">
            <a:r>
              <a:t>&lt;a id="s2-04"&gt;&lt;/a&gt;</a:t>
            </a:r>
          </a:p>
          <a:p xmlns:a="http://schemas.openxmlformats.org/drawingml/2006/main">
            <a:r>
              <a:t>##### S2-04 같은 과거 근거의 두 번째 사용</a:t>
            </a:r>
          </a:p>
          <a:p xmlns:a="http://schemas.openxmlformats.org/drawingml/2006/main">
            <a:r>
              <a:t/>
            </a:r>
          </a:p>
          <a:p xmlns:a="http://schemas.openxmlformats.org/drawingml/2006/main">
            <a: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p>
          <a:p xmlns:a="http://schemas.openxmlformats.org/drawingml/2006/main">
            <a:r>
              <a:t/>
            </a:r>
          </a:p>
          <a:p xmlns:a="http://schemas.openxmlformats.org/drawingml/2006/main">
            <a:r>
              <a:t>**입력:** “같은 평가 기준, 제품 비교와 견적으로 새 제안서 하나 더 만들어줘. 메일은 보내지 마.”</a:t>
            </a:r>
          </a:p>
          <a:p xmlns:a="http://schemas.openxmlformats.org/drawingml/2006/main">
            <a:r>
              <a:t/>
            </a:r>
          </a:p>
          <a:p xmlns:a="http://schemas.openxmlformats.org/drawingml/2006/main">
            <a: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목표=동일 근거로 별도의 새 제안서 작성, Agent 위임. 이전 제안서 수정이나 메일 발송으로 바꾸지 않는다. |</a:t>
            </a:r>
          </a:p>
          <a:p xmlns:a="http://schemas.openxmlformats.org/drawingml/2006/main">
            <a:r>
              <a:t>| C2 대상/근거 | E1의 실제 전달 범위와 D2@v2/D3@v1, 가격 제외를 사용. cache/관계 hit도 원본/권한 검사 필요. |</a:t>
            </a:r>
          </a:p>
          <a:p xmlns:a="http://schemas.openxmlformats.org/drawingml/2006/main">
            <a:r>
              <a:t>| C3 대화/업무 연결 | 두 번째 새 Task/Execution에 연결. 첫 제안서 Task와 무관 T보호 유지. 재사용을 중복 전송 재시도로 오인하지 않는다. |</a:t>
            </a:r>
          </a:p>
          <a:p xmlns:a="http://schemas.openxmlformats.org/drawingml/2006/main">
            <a:r>
              <a:t>| C4 조건/변경 범위 | 기준/비교/견적 역할과 가격 제외 보존. 메일 발송 금지. |</a:t>
            </a:r>
          </a:p>
          <a:p xmlns:a="http://schemas.openxmlformats.org/drawingml/2006/main">
            <a:r>
              <a:t>| C5 실제 효과/상태 | 별도 새 작성 접수 한 번, 결과=ProposalRepeat@v1. 첫 제안서 변경/메일 SEND=0. |</a:t>
            </a:r>
          </a:p>
          <a:p xmlns:a="http://schemas.openxmlformats.org/drawingml/2006/main">
            <a:r>
              <a:t>| C6 응답/실제 전달 | 처음에는 실제 새 작성 접수, 결과 뒤에는 두 번째 제안서의 올바른 참조를 Text/Voice로 전달. 최초 결과를 두 번째 결과로 재사용하지 않는다. |</a:t>
            </a:r>
          </a:p>
          <a:p xmlns:a="http://schemas.openxmlformats.org/drawingml/2006/main">
            <a:r>
              <a:t/>
            </a:r>
          </a:p>
          <a:p xmlns:a="http://schemas.openxmlformats.org/drawingml/2006/main">
            <a:r>
              <a:t>&lt;a id="s2-05"&gt;&lt;/a&gt;</a:t>
            </a:r>
          </a:p>
          <a:p xmlns:a="http://schemas.openxmlformats.org/drawingml/2006/main">
            <a:r>
              <a:t>##### S2-05 새로 도착한 과거 근거의 첫 사용</a:t>
            </a:r>
          </a:p>
          <a:p xmlns:a="http://schemas.openxmlformats.org/drawingml/2006/main">
            <a:r>
              <a:t/>
            </a:r>
          </a:p>
          <a:p xmlns:a="http://schemas.openxmlformats.org/drawingml/2006/main">
            <a: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p>
          <a:p xmlns:a="http://schemas.openxmlformats.org/drawingml/2006/main">
            <a:r>
              <a:t/>
            </a:r>
          </a:p>
          <a:p xmlns:a="http://schemas.openxmlformats.org/drawingml/2006/main">
            <a:r>
              <a:t>**입력:** “전에 들은 기준과 방금 도착한 제품 비교, 견적으로 제안서 만들어줘. 가격은 평가하지 마.”</a:t>
            </a:r>
          </a:p>
          <a:p xmlns:a="http://schemas.openxmlformats.org/drawingml/2006/main">
            <a:r>
              <a:t/>
            </a:r>
          </a:p>
          <a:p xmlns:a="http://schemas.openxmlformats.org/drawingml/2006/main">
            <a: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근거 기반 제안서 작성 위임. 아직 준비되지 않은 자료를 이미 준비됐다고 취급하지 않는다. |</a:t>
            </a:r>
          </a:p>
          <a:p xmlns:a="http://schemas.openxmlformats.org/drawingml/2006/main">
            <a:r>
              <a:t>| C2 대상/근거 | E새의 납기 2주/가격 제외와 두 새 원본 v1. 기존 S2-02 관계로 치환하지 않는다. |</a:t>
            </a:r>
          </a:p>
          <a:p xmlns:a="http://schemas.openxmlformats.org/drawingml/2006/main">
            <a:r>
              <a:t>| C3 대화/업무 연결 | 이번 새 제안서 Task/Execution, 이전 제안서와 T보호에 변경 없음. |</a:t>
            </a:r>
          </a:p>
          <a:p xmlns:a="http://schemas.openxmlformats.org/drawingml/2006/main">
            <a:r>
              <a:t>| C4 조건/변경 범위 | 납기 기준/가격 제외와 비교·견적의 역할 보존. 견적 금액의 존재와 가격 평가 제외를 구별. |</a:t>
            </a:r>
          </a:p>
          <a:p xmlns:a="http://schemas.openxmlformats.org/drawingml/2006/main">
            <a: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p>
          <a:p xmlns:a="http://schemas.openxmlformats.org/drawingml/2006/main">
            <a:r>
              <a:t>| C6 응답/실제 전달 | 실제 근거/접수와 최종 결과를 전달. backfill/지원 한계로 완료 못하면 해당 조건 실패와 시간 누락을 남긴다. |</a:t>
            </a:r>
          </a:p>
          <a:p xmlns:a="http://schemas.openxmlformats.org/drawingml/2006/main">
            <a:r>
              <a:t/>
            </a:r>
          </a:p>
          <a:p xmlns:a="http://schemas.openxmlformats.org/drawingml/2006/main">
            <a:r>
              <a:t>&lt;a id="s3-01"&gt;&lt;/a&gt;</a:t>
            </a:r>
          </a:p>
          <a:p xmlns:a="http://schemas.openxmlformats.org/drawingml/2006/main">
            <a:r>
              <a:t>##### S3-01 독립된 두 조회 요청</a:t>
            </a:r>
          </a:p>
          <a:p xmlns:a="http://schemas.openxmlformats.org/drawingml/2006/main">
            <a:r>
              <a:t/>
            </a:r>
          </a:p>
          <a:p xmlns:a="http://schemas.openxmlformats.org/drawingml/2006/main">
            <a:r>
              <a:t>**초기 상황:** D1@v1은 “하늘 프로젝트의 마감일은 2026년 10월 15일이고 담당자는 민수입니다.”다. 2026-10-13 일정 Cal13@v1에는 09:00~09:30 팀 회의만 있다. 문서/일정 조회와 제공은 허용되며 두 목표와 연결된 Task는 없다.</a:t>
            </a:r>
          </a:p>
          <a:p xmlns:a="http://schemas.openxmlformats.org/drawingml/2006/main">
            <a:r>
              <a:t/>
            </a:r>
          </a:p>
          <a:p xmlns:a="http://schemas.openxmlformats.org/drawingml/2006/main">
            <a:r>
              <a:t>**입력:** “D1 요약해주고, 내일 일정도 알려줘.”</a:t>
            </a:r>
          </a:p>
          <a:p xmlns:a="http://schemas.openxmlformats.org/drawingml/2006/main">
            <a:r>
              <a:t/>
            </a:r>
          </a:p>
          <a:p xmlns:a="http://schemas.openxmlformats.org/drawingml/2006/main">
            <a: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 두 개=D1의 한정 요약과 10월 13일 일정 조회. 각각 Core 직접 처리/Agent 위임을 허용하며 둘 중 하나를 누락하면 실패. |</a:t>
            </a:r>
          </a:p>
          <a:p xmlns:a="http://schemas.openxmlformats.org/drawingml/2006/main">
            <a:r>
              <a:t>| C2 대상/근거 | D1@v1의 마감일/담당자와 Cal13@v1의 팀 회의. 다른 날짜/문서/일정 추가 없음. |</a:t>
            </a:r>
          </a:p>
          <a:p xmlns:a="http://schemas.openxmlformats.org/drawingml/2006/main">
            <a:r>
              <a:t>| C3 대화/업무 연결 | 각 직접 목표는 No Tracked Task, 각 위임 목표는 해당 New Task에 연결. 두 독립 목표를 한 업무의 동일 목표로 혼동하거나 T보호에 연결하지 않는다. |</a:t>
            </a:r>
          </a:p>
          <a:p xmlns:a="http://schemas.openxmlformats.org/drawingml/2006/main">
            <a:r>
              <a:t>| C4 조건/변경 범위 | 두 목표 관계=독립. 요약 결과를 일정 조회 입력으로 쓰거나 한 목표의 완료를 다른 목표의 필수 실행 조건으로 추가하지 않는다. |</a:t>
            </a:r>
          </a:p>
          <a:p xmlns:a="http://schemas.openxmlformats.org/drawingml/2006/main">
            <a:r>
              <a:t>| C5 실제 효과/상태 | 두 목표의 실제 결과가 모두 처리된다. Core/Agent 조합과 단순 실행 순서는 허용하되 실제 adopted 관계에 잘못된 의존성을 넣지 않는다. 외부 변경 효과=0. |</a:t>
            </a:r>
          </a:p>
          <a:p xmlns:a="http://schemas.openxmlformats.org/drawingml/2006/main">
            <a:r>
              <a:t>| C6 응답/실제 전달 | 필수 사실=D1 요약의 10월 15일/민수와 내일 09:00 팀 회의. 두 결과의 대상을 구별하며 두 목표 모두 실제 전달한다. |</a:t>
            </a:r>
          </a:p>
          <a:p xmlns:a="http://schemas.openxmlformats.org/drawingml/2006/main">
            <a:r>
              <a:t/>
            </a:r>
          </a:p>
          <a:p xmlns:a="http://schemas.openxmlformats.org/drawingml/2006/main">
            <a:r>
              <a:t>&lt;a id="s3-02"&gt;&lt;/a&gt;</a:t>
            </a:r>
          </a:p>
          <a:p xmlns:a="http://schemas.openxmlformats.org/drawingml/2006/main">
            <a:r>
              <a:t>##### S3-02 요약 산출물에 의존하는 메일</a:t>
            </a:r>
          </a:p>
          <a:p xmlns:a="http://schemas.openxmlformats.org/drawingml/2006/main">
            <a:r>
              <a:t/>
            </a:r>
          </a:p>
          <a:p xmlns:a="http://schemas.openxmlformats.org/drawingml/2006/main">
            <a: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p>
          <a:p xmlns:a="http://schemas.openxmlformats.org/drawingml/2006/main">
            <a:r>
              <a:t/>
            </a:r>
          </a:p>
          <a:p xmlns:a="http://schemas.openxmlformats.org/drawingml/2006/main">
            <a:r>
              <a:t>**입력:** “D1을 요약한 다음, 그 요약을 민수에게 메일로 보내줘.”</a:t>
            </a:r>
          </a:p>
          <a:p xmlns:a="http://schemas.openxmlformats.org/drawingml/2006/main">
            <a:r>
              <a:t/>
            </a:r>
          </a:p>
          <a:p xmlns:a="http://schemas.openxmlformats.org/drawingml/2006/main">
            <a: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D1 요약과 그 요약의 민수 메일 전송. 요약만 답하거나 원문 메일로 바꾸면 실패. |</a:t>
            </a:r>
          </a:p>
          <a:p xmlns:a="http://schemas.openxmlformats.org/drawingml/2006/main">
            <a:r>
              <a:t>| C2 대상/근거 | D1@v1, 민수 주소, 현재 요청의 실제 요약 산출물 K현재@v1. R옛/K옛@v0 또는 다른 요약 사용 금지. |</a:t>
            </a:r>
          </a:p>
          <a:p xmlns:a="http://schemas.openxmlformats.org/drawingml/2006/main">
            <a:r>
              <a:t>| C3 대화/업무 연결 | 현재 복합 업무/해당 하위 목표에 요약과 메일을 연결한다. 하나의 복합 Task 또는 연결된 Task 구성은 허용하되 R옛/T보호에 연결하지 않는다. |</a:t>
            </a:r>
          </a:p>
          <a:p xmlns:a="http://schemas.openxmlformats.org/drawingml/2006/main">
            <a: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p>
          <a:p xmlns:a="http://schemas.openxmlformats.org/drawingml/2006/main">
            <a:r>
              <a:t>| C5 실제 효과/상태 | 실제 SEND 효과는 K현재 준비 이후이며 실제 payload는 K현재 의미/참조이다. 고유 SEND 접수=1회. 중복 요약 event로 이중 전송하지 않는다. Agent의 메일 작성 품질은 제외한다. |</a:t>
            </a:r>
          </a:p>
          <a:p xmlns:a="http://schemas.openxmlformats.org/drawingml/2006/main">
            <a:r>
              <a:t>| C6 응답/실제 전달 | 필수 사실=“D1의 요약을 민수에게 보내는 요청이 접수됐다”. 요약 완료/메일 접수 단계만 확인된 대로 말한다. 원문/옛 요약 전송 또는 발송 완료 주장 금지. |</a:t>
            </a:r>
          </a:p>
          <a:p xmlns:a="http://schemas.openxmlformats.org/drawingml/2006/main">
            <a:r>
              <a:t/>
            </a:r>
          </a:p>
          <a:p xmlns:a="http://schemas.openxmlformats.org/drawingml/2006/main">
            <a:r>
              <a:t>&lt;a id="s3-03"&gt;&lt;/a&gt;</a:t>
            </a:r>
          </a:p>
          <a:p xmlns:a="http://schemas.openxmlformats.org/drawingml/2006/main">
            <a:r>
              <a:t>##### S3-03 일정 조건의 변경 재확인</a:t>
            </a:r>
          </a:p>
          <a:p xmlns:a="http://schemas.openxmlformats.org/drawingml/2006/main">
            <a:r>
              <a:t/>
            </a:r>
          </a:p>
          <a:p xmlns:a="http://schemas.openxmlformats.org/drawingml/2006/main">
            <a:r>
              <a:t>**초기 상황:** 금요일=2026-10-16, 요청 시간=15:00~16:00. 공통의 이전 조회 기록 Cal16@v1은 해당 구간 FREE다. 가능한 대체 시간은 16:00~17:00이다. 생성/조회 권한은 허용되며 관련 Task는 없다.</a:t>
            </a:r>
          </a:p>
          <a:p xmlns:a="http://schemas.openxmlformats.org/drawingml/2006/main">
            <a:r>
              <a:t/>
            </a:r>
          </a:p>
          <a:p xmlns:a="http://schemas.openxmlformats.org/drawingml/2006/main">
            <a:r>
              <a:t>**입력:** “금요일 3시가 비어 있으면 회의 잡고, 아니면 가능한 시간만 알려줘.”</a:t>
            </a:r>
          </a:p>
          <a:p xmlns:a="http://schemas.openxmlformats.org/drawingml/2006/main">
            <a:r>
              <a:t/>
            </a:r>
          </a:p>
          <a:p xmlns:a="http://schemas.openxmlformats.org/drawingml/2006/main">
            <a: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목표=유효한 일정 상태에 따른 생성/대체 시간 안내. 이번 정답 분기=BUSY의 안내만. |</a:t>
            </a:r>
          </a:p>
          <a:p xmlns:a="http://schemas.openxmlformats.org/drawingml/2006/main">
            <a:r>
              <a:t>| C2 대상/근거 | 현재 Cal16@v2, 금요일 15:00~16:00 BUSY, 대체 16:00~17:00. 과거 FREE를 현재 사실로 사용하지 않는다. |</a:t>
            </a:r>
          </a:p>
          <a:p xmlns:a="http://schemas.openxmlformats.org/drawingml/2006/main">
            <a:r>
              <a:t>| C3 대화/업무 연결 | 현재 일정 요청과 조건/결과를 연결하며 무관 Task 수정 없음. 직접 조건 조회/Agent 조건 위임의 논리적 관계를 보존한다. |</a:t>
            </a:r>
          </a:p>
          <a:p xmlns:a="http://schemas.openxmlformats.org/drawingml/2006/main">
            <a:r>
              <a:t>| C4 조건/변경 범위 | FREE이면 생성, BUSY이면 안내만이라는 관계를 보존. 단순 무조건 생성으로 인계하지 않는다. 권한이 있다는 이유로 조건을 제거하지 않는다. |</a:t>
            </a:r>
          </a:p>
          <a:p xmlns:a="http://schemas.openxmlformats.org/drawingml/2006/main">
            <a:r>
              <a:t>| C5 실제 효과/상태 | 새 일정 생성 효과=0, 기존 고객 미팅 보존. guarded 생성의 version 충돌 뒤 재조회/안내는 허용하지만 무조건 생성 요청이나 생성 성공 전이는 실패. |</a:t>
            </a:r>
          </a:p>
          <a:p xmlns:a="http://schemas.openxmlformats.org/drawingml/2006/main">
            <a:r>
              <a:t>| C6 응답/실제 전달 | 필수 사실=“금요일 3시는 이미 일정이 있어 새 회의는 만들지 않았고 4시는 가능하다”. 가능한 시간을 예약한 것처럼 말하면 실패. |</a:t>
            </a:r>
          </a:p>
          <a:p xmlns:a="http://schemas.openxmlformats.org/drawingml/2006/main">
            <a:r>
              <a:t/>
            </a:r>
          </a:p>
          <a:p xmlns:a="http://schemas.openxmlformats.org/drawingml/2006/main">
            <a:r>
              <a:t>&lt;a id="s4-01"&gt;&lt;/a&gt;</a:t>
            </a:r>
          </a:p>
          <a:p xmlns:a="http://schemas.openxmlformats.org/drawingml/2006/main">
            <a:r>
              <a:t>##### S4-01 부분 정정과 늦은 후보</a:t>
            </a:r>
          </a:p>
          <a:p xmlns:a="http://schemas.openxmlformats.org/drawingml/2006/main">
            <a:r>
              <a:t/>
            </a:r>
          </a:p>
          <a:p xmlns:a="http://schemas.openxmlformats.org/drawingml/2006/main">
            <a: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p>
          <a:p xmlns:a="http://schemas.openxmlformats.org/drawingml/2006/main">
            <a:r>
              <a:t/>
            </a:r>
          </a:p>
          <a:p xmlns:a="http://schemas.openxmlformats.org/drawingml/2006/main">
            <a:r>
              <a:t>**입력:** “보고서는 표로 바꾸고 메일은 그대로.”</a:t>
            </a:r>
          </a:p>
          <a:p xmlns:a="http://schemas.openxmlformats.org/drawingml/2006/main">
            <a:r>
              <a:t/>
            </a:r>
          </a:p>
          <a:p xmlns:a="http://schemas.openxmlformats.org/drawingml/2006/main">
            <a: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보고서 형식 정정 및 메일 지시 유지. 새 보고서 목표/새 조사로 바꾸면 실패. |</a:t>
            </a:r>
          </a:p>
          <a:p xmlns:a="http://schemas.openxmlformats.org/drawingml/2006/main">
            <a:r>
              <a:t>| C2 대상/근거 | 보고서 대상=D1@v1, 메일 대상=D메일@v1/민수. 원본/version/수신자 변경 없음. |</a:t>
            </a:r>
          </a:p>
          <a:p xmlns:a="http://schemas.openxmlformats.org/drawingml/2006/main">
            <a:r>
              <a:t>| C3 대화/업무 연결 | 변경은 T보고서/X보고서에 연결. T메일/X메일은 그대로 보존하고 중복 Task/Execution을 만들지 않는다. |</a:t>
            </a:r>
          </a:p>
          <a:p xmlns:a="http://schemas.openxmlformats.org/drawingml/2006/main">
            <a:r>
              <a:t>| C4 조건/변경 범위 | 변경=보고서 형식 표, 보존=2026년 3분기/자료/메일의 기존 대상/수신자/지시. 원래 문장 형식 재채택/메일 취소 금지. |</a:t>
            </a:r>
          </a:p>
          <a:p xmlns:a="http://schemas.openxmlformats.org/drawingml/2006/main">
            <a:r>
              <a:t>| C5 실제 효과/상태 | 유효 변경의 고유 접수=1회이며 payload의 형식=표. R옛의 늦은 반환으로 역변경/중복 명령 없음. 메일 유지가 원래 허용 실행의 계속 진행을 막는다는 뜻은 아니다. |</a:t>
            </a:r>
          </a:p>
          <a:p xmlns:a="http://schemas.openxmlformats.org/drawingml/2006/main">
            <a:r>
              <a:t>| C6 응답/실제 전달 | 필수 사실=“보고서 형식 변경이 접수됐고 메일 지시는 유지된다”. 보고서 변경 완료나 메일 취소/재발송 주장 금지. |</a:t>
            </a:r>
          </a:p>
          <a:p xmlns:a="http://schemas.openxmlformats.org/drawingml/2006/main">
            <a:r>
              <a:t/>
            </a:r>
          </a:p>
          <a:p xmlns:a="http://schemas.openxmlformats.org/drawingml/2006/main">
            <a:r>
              <a:t>&lt;a id="s4-02"&gt;&lt;/a&gt;</a:t>
            </a:r>
          </a:p>
          <a:p xmlns:a="http://schemas.openxmlformats.org/drawingml/2006/main">
            <a:r>
              <a:t>##### S4-02 음성 중단 뒤 지정 수치 설명</a:t>
            </a:r>
          </a:p>
          <a:p xmlns:a="http://schemas.openxmlformats.org/drawingml/2006/main">
            <a:r>
              <a:t/>
            </a:r>
          </a:p>
          <a:p xmlns:a="http://schemas.openxmlformats.org/drawingml/2006/main">
            <a: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p>
          <a:p xmlns:a="http://schemas.openxmlformats.org/drawingml/2006/main">
            <a:r>
              <a:t/>
            </a:r>
          </a:p>
          <a:p xmlns:a="http://schemas.openxmlformats.org/drawingml/2006/main">
            <a:r>
              <a:t>**입력:** “잠깐, 그 수치부터 설명해줘.”</a:t>
            </a:r>
          </a:p>
          <a:p xmlns:a="http://schemas.openxmlformats.org/drawingml/2006/main">
            <a:r>
              <a:t/>
            </a:r>
          </a:p>
          <a:p xmlns:a="http://schemas.openxmlformats.org/drawingml/2006/main">
            <a: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음성 중단과 방금 들은 150억원의 설명. Agent 업무 취소로 해석하면 실패. |</a:t>
            </a:r>
          </a:p>
          <a:p xmlns:a="http://schemas.openxmlformats.org/drawingml/2006/main">
            <a:r>
              <a:t>| C2 대상/근거 | 지칭 수치=150억원/2026년 3분기 매출, 근거=D매출@v1. 미재생 20%를 “방금 들은 수치”로 선택하지 않는다. |</a:t>
            </a:r>
          </a:p>
          <a:p xmlns:a="http://schemas.openxmlformats.org/drawingml/2006/main">
            <a:r>
              <a:t>| C3 대화/업무 연결 | 같은 Conversation의 후속 설명이며 T보고서 실행은 유지. 취소 명령/새 보고서 실행 없음. |</a:t>
            </a:r>
          </a:p>
          <a:p xmlns:a="http://schemas.openxmlformats.org/drawingml/2006/main">
            <a:r>
              <a:t>| C4 조건/변경 범위 | 설명 범위=150억원의 기간/의미/근거. 20%를 보조 설명으로 새로 말하는 것은 허용하지만 이미 들었다고 취급하지 않는다. |</a:t>
            </a:r>
          </a:p>
          <a:p xmlns:a="http://schemas.openxmlformats.org/drawingml/2006/main">
            <a: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p>
          <a:p xmlns:a="http://schemas.openxmlformats.org/drawingml/2006/main">
            <a: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p>
          <a:p xmlns:a="http://schemas.openxmlformats.org/drawingml/2006/main">
            <a:r>
              <a:t/>
            </a:r>
          </a:p>
          <a:p xmlns:a="http://schemas.openxmlformats.org/drawingml/2006/main">
            <a:r>
              <a:t>&lt;a id="s4-03"&gt;&lt;/a&gt;</a:t>
            </a:r>
          </a:p>
          <a:p xmlns:a="http://schemas.openxmlformats.org/drawingml/2006/main">
            <a:r>
              <a:t>##### S4-03 특정 업무 취소와 접수 미확인</a:t>
            </a:r>
          </a:p>
          <a:p xmlns:a="http://schemas.openxmlformats.org/drawingml/2006/main">
            <a:r>
              <a:t/>
            </a:r>
          </a:p>
          <a:p xmlns:a="http://schemas.openxmlformats.org/drawingml/2006/main">
            <a: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p>
          <a:p xmlns:a="http://schemas.openxmlformats.org/drawingml/2006/main">
            <a:r>
              <a:t/>
            </a:r>
          </a:p>
          <a:p xmlns:a="http://schemas.openxmlformats.org/drawingml/2006/main">
            <a:r>
              <a:t>**입력:** “메일 업무만 취소해줘.”</a:t>
            </a:r>
          </a:p>
          <a:p xmlns:a="http://schemas.openxmlformats.org/drawingml/2006/main">
            <a:r>
              <a:t/>
            </a:r>
          </a:p>
          <a:p xmlns:a="http://schemas.openxmlformats.org/drawingml/2006/main">
            <a: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목표=메일 업무만 취소. 음성 중단/두 업무 전체 취소로 바꾸지 않는다. |</a:t>
            </a:r>
          </a:p>
          <a:p xmlns:a="http://schemas.openxmlformats.org/drawingml/2006/main">
            <a:r>
              <a:t>| C2 대상/근거 | 취소 대상=T메일/X메일 및 현재 취소/원래 접수 사실. 보고서 실행이나 다른 메일을 선택하면 실패. |</a:t>
            </a:r>
          </a:p>
          <a:p xmlns:a="http://schemas.openxmlformats.org/drawingml/2006/main">
            <a:r>
              <a:t>| C3 대화/업무 연결 | 취소를 T메일/X메일에만 연결하고 T보고서/X보고서 유지. 새 메일 Task/실행 없음. |</a:t>
            </a:r>
          </a:p>
          <a:p xmlns:a="http://schemas.openxmlformats.org/drawingml/2006/main">
            <a:r>
              <a:t>| C4 조건/변경 범위 | 취소 범위=메일 업무. 접수는 종료와 다르고 기존 보고서/원래 메일 자료와 수신자는 변경하지 않는다. |</a:t>
            </a:r>
          </a:p>
          <a:p xmlns:a="http://schemas.openxmlformats.org/drawingml/2006/main">
            <a:r>
              <a:t>| C5 실제 효과/상태 | 고유 CANCEL 접수=1회, 보고서 CANCEL=0. 최종 의미 상태=취소 접수/종료 미확인. 지연 ACCEPTED로 취소 의도를 지우거나 중복 취소 효과를 만들지 않는다. |</a:t>
            </a:r>
          </a:p>
          <a:p xmlns:a="http://schemas.openxmlformats.org/drawingml/2006/main">
            <a:r>
              <a:t>| C6 응답/실제 전달 | 필수 사실=“메일 취소 요청은 접수됐지만 종료는 아직 확인되지 않았고 보고서는 계속된다”. 취소 완료/외부 효과 복구 주장 금지. |</a:t>
            </a:r>
          </a:p>
          <a:p xmlns:a="http://schemas.openxmlformats.org/drawingml/2006/main">
            <a:r>
              <a:t/>
            </a:r>
          </a:p>
          <a:p xmlns:a="http://schemas.openxmlformats.org/drawingml/2006/main">
            <a:r>
              <a:t>&lt;a id="s5-01"&gt;&lt;/a&gt;</a:t>
            </a:r>
          </a:p>
          <a:p xmlns:a="http://schemas.openxmlformats.org/drawingml/2006/main">
            <a:r>
              <a:t>##### S5-01 교차 질문과 철회</a:t>
            </a:r>
          </a:p>
          <a:p xmlns:a="http://schemas.openxmlformats.org/drawingml/2006/main">
            <a:r>
              <a:t/>
            </a:r>
          </a:p>
          <a:p xmlns:a="http://schemas.openxmlformats.org/drawingml/2006/main">
            <a:r>
              <a:t>**초기 상황:** T보고서/X보고서와 T메일/X메일이 RUNNING이다. 기존 답변/승인은 없다. Voice 연결은 ON이고 User Turn은 열려 있지 않다. 현재 실제 제시된 질문 focus는 없다.</a:t>
            </a:r>
          </a:p>
          <a:p xmlns:a="http://schemas.openxmlformats.org/drawingml/2006/main">
            <a:r>
              <a:t/>
            </a:r>
          </a:p>
          <a:p xmlns:a="http://schemas.openxmlformats.org/drawingml/2006/main">
            <a:r>
              <a:t>**입력:** 최초 사용자 발화 없음. Agent 질문은 아래 원문으로 제공한다. 이 사례에서는 사용자가 답변하지 않는다.</a:t>
            </a:r>
          </a:p>
          <a:p xmlns:a="http://schemas.openxmlformats.org/drawingml/2006/main">
            <a:r>
              <a:t/>
            </a:r>
          </a:p>
          <a:p xmlns:a="http://schemas.openxmlformats.org/drawingml/2006/main">
            <a: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목표=각 Agent 질문을 VIA interaction에 연결하고 철회된 질문을 현재 답변 대상으로 사용하지 않음. |</a:t>
            </a:r>
          </a:p>
          <a:p xmlns:a="http://schemas.openxmlformats.org/drawingml/2006/main">
            <a:r>
              <a:t>| C2 대상/근거 | 원천=Q보고서@v1/기간/철회 사실, Q메일@v1/수신자/유효 사실. 원천 질문 내용을 서로 교체하지 않는다. |</a:t>
            </a:r>
          </a:p>
          <a:p xmlns:a="http://schemas.openxmlformats.org/drawingml/2006/main">
            <a:r>
              <a:t>| C3 대화/업무 연결 | 기간 질문→T보고서/X보고서, 수신자 질문→T메일/X메일. 최종 유효 질문 focus는 Q메일을 가리키며 Task 연결이 섞이지 않는다. |</a:t>
            </a:r>
          </a:p>
          <a:p xmlns:a="http://schemas.openxmlformats.org/drawingml/2006/main">
            <a:r>
              <a:t>| C4 조건/변경 범위 | 두 질문의 답변 범위를 합쳐 하나의 승인으로 만들지 않는다. 철회된 기간 질문에는 답변 요구/업무 변경을 적용하지 않는다. |</a:t>
            </a:r>
          </a:p>
          <a:p xmlns:a="http://schemas.openxmlformats.org/drawingml/2006/main">
            <a:r>
              <a:t>| C5 실제 효과/상태 | 최종 Q보고서=WITHDRAWN, Q메일=VALID/실제 제시됨. 새로운 외부 실행/임의 답변=0. 철회 전 제시는 허용하되 철회 후 무효 음성을 새로 release하거나 현재 유효 질문으로 유지하면 실패. |</a:t>
            </a:r>
          </a:p>
          <a:p xmlns:a="http://schemas.openxmlformats.org/drawingml/2006/main">
            <a: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p>
          <a:p xmlns:a="http://schemas.openxmlformats.org/drawingml/2006/main">
            <a:r>
              <a:t/>
            </a:r>
          </a:p>
          <a:p xmlns:a="http://schemas.openxmlformats.org/drawingml/2006/main">
            <a:r>
              <a:t>&lt;a id="s5-02"&gt;&lt;/a&gt;</a:t>
            </a:r>
          </a:p>
          <a:p xmlns:a="http://schemas.openxmlformats.org/drawingml/2006/main">
            <a:r>
              <a:t>##### S5-02 결과 역전과 중복</a:t>
            </a:r>
          </a:p>
          <a:p xmlns:a="http://schemas.openxmlformats.org/drawingml/2006/main">
            <a:r>
              <a:t/>
            </a:r>
          </a:p>
          <a:p xmlns:a="http://schemas.openxmlformats.org/drawingml/2006/main">
            <a:r>
              <a:t>**초기 상황:** T보고서/X보고서는 먼저 시작된 업무이며 현행 요청 revision=2다. T메일/X메일은 나중에 시작됐고 현행 revision=1이다. 두 업무 모두 RUNNING이고 완료/결과 제시 기록은 없다. 결과의 제공은 허용된다.</a:t>
            </a:r>
          </a:p>
          <a:p xmlns:a="http://schemas.openxmlformats.org/drawingml/2006/main">
            <a:r>
              <a:t/>
            </a:r>
          </a:p>
          <a:p xmlns:a="http://schemas.openxmlformats.org/drawingml/2006/main">
            <a:r>
              <a:t>**입력:** 사용자 발화 없음. 결과 사건은 아래 순서로 제공한다.</a:t>
            </a:r>
          </a:p>
          <a:p xmlns:a="http://schemas.openxmlformats.org/drawingml/2006/main">
            <a:r>
              <a:t/>
            </a:r>
          </a:p>
          <a:p xmlns:a="http://schemas.openxmlformats.org/drawingml/2006/main">
            <a: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목표=두 현재 업무 결과의 수신/안내. 다시 보고서 작성/메일 전송을 시작하지 않는다. |</a:t>
            </a:r>
          </a:p>
          <a:p xmlns:a="http://schemas.openxmlformats.org/drawingml/2006/main">
            <a:r>
              <a:t>| C2 대상/근거 | 메일=D메일결과@v1, 보고서=D보고서결과@v2. 오래된 문장 보고서를 현재 결과로 선택하지 않는다. |</a:t>
            </a:r>
          </a:p>
          <a:p xmlns:a="http://schemas.openxmlformats.org/drawingml/2006/main">
            <a:r>
              <a:t>| C3 대화/업무 연결 | 각 결과를 원래 Task/Execution/Conversation에 연결하며 도착 순서로 업무를 바꾸지 않는다. |</a:t>
            </a:r>
          </a:p>
          <a:p xmlns:a="http://schemas.openxmlformats.org/drawingml/2006/main">
            <a:r>
              <a:t>| C4 조건/변경 범위 | 결과 역할/요청 revision 유지. 중복 Email1과 request@v1의 stale 보고서는 새 완료/현행 결과로 취급하지 않는다. |</a:t>
            </a:r>
          </a:p>
          <a:p xmlns:a="http://schemas.openxmlformats.org/drawingml/2006/main">
            <a:r>
              <a:t>| C5 실제 효과/상태 | 최종 두 Task=COMPLETED이고 현재 결과는 각 v1/v2다. 각 고유 완료 전이=1, 새 실행/중복 외부 Action=0. 보고서 상태/결과를 v1로 되돌리지 않는다. |</a:t>
            </a:r>
          </a:p>
          <a:p xmlns:a="http://schemas.openxmlformats.org/drawingml/2006/main">
            <a: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p>
          <a:p xmlns:a="http://schemas.openxmlformats.org/drawingml/2006/main">
            <a:r>
              <a:t/>
            </a:r>
          </a:p>
          <a:p xmlns:a="http://schemas.openxmlformats.org/drawingml/2006/main">
            <a:r>
              <a:t>&lt;a id="s5-03"&gt;&lt;/a&gt;</a:t>
            </a:r>
          </a:p>
          <a:p xmlns:a="http://schemas.openxmlformats.org/drawingml/2006/main">
            <a:r>
              <a:t>##### S5-03 음성 종료 중 결과와 재연결</a:t>
            </a:r>
          </a:p>
          <a:p xmlns:a="http://schemas.openxmlformats.org/drawingml/2006/main">
            <a:r>
              <a:t/>
            </a:r>
          </a:p>
          <a:p xmlns:a="http://schemas.openxmlformats.org/drawingml/2006/main">
            <a:r>
              <a:t>**초기 상황:** T보고서/X보고서는 RUNNING이다. Conversation C현재와 Voice Connection V이전이 존재한다. 결과/완료/전달 기록은 없다. 음성 해제는 업무 취소가 아니며 결과 제공은 허용된다.</a:t>
            </a:r>
          </a:p>
          <a:p xmlns:a="http://schemas.openxmlformats.org/drawingml/2006/main">
            <a:r>
              <a:t/>
            </a:r>
          </a:p>
          <a:p xmlns:a="http://schemas.openxmlformats.org/drawingml/2006/main">
            <a:r>
              <a:t>**입력:** 최초 발화 없음. 결과 Text의 실제 표시 receipt 뒤 1초에 새 Voice로 연결해 “방금 도착한 보고서 결과 알려줘.”라고 2초 동안 말한다.</a:t>
            </a:r>
          </a:p>
          <a:p xmlns:a="http://schemas.openxmlformats.org/drawingml/2006/main">
            <a:r>
              <a:t/>
            </a:r>
          </a:p>
          <a:p xmlns:a="http://schemas.openxmlformats.org/drawingml/2006/main">
            <a: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목표=음성 OFF 중 결과 유지/표시와 재연결 후 기존 결과 안내. 새 작성 업무로 바꾸지 않는다. |</a:t>
            </a:r>
          </a:p>
          <a:p xmlns:a="http://schemas.openxmlformats.org/drawingml/2006/main">
            <a:r>
              <a:t>| C2 대상/근거 | 확인된 D보고서결과@v1/2026년 3분기 표 보고서. 다른 결과/옛 version 사용 없음. |</a:t>
            </a:r>
          </a:p>
          <a:p xmlns:a="http://schemas.openxmlformats.org/drawingml/2006/main">
            <a:r>
              <a:t>| C3 대화/업무 연결 | C현재와 T보고서/X보고서를 유지하며 V이전/V새를 새 Task/Conversation identity로 취급하지 않는다. |</a:t>
            </a:r>
          </a:p>
          <a:p xmlns:a="http://schemas.openxmlformats.org/drawingml/2006/main">
            <a:r>
              <a:t>| C4 조건/변경 범위 | Voice OFF이면 Text 전달, 다시 요청하면 같은 결과 안내. 음성 해제로 업무를 취소하거나 자동 재실행하지 않는다. |</a:t>
            </a:r>
          </a:p>
          <a:p xmlns:a="http://schemas.openxmlformats.org/drawingml/2006/main">
            <a: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p>
          <a:p xmlns:a="http://schemas.openxmlformats.org/drawingml/2006/main">
            <a:r>
              <a:t>| C6 응답/실제 전달 | 필수 사실=기존 보고서 결과의 도착/완료와 올바른 결과 참조. OFF 구간 Text만 전달된 사실과 재연결 후 실제 Voice 전달을 구분한다. 이전에 음성으로 들었다고 기록/주장하면 실패. |</a:t>
            </a:r>
          </a:p>
          <a:p xmlns:a="http://schemas.openxmlformats.org/drawingml/2006/main">
            <a:r>
              <a:t/>
            </a:r>
          </a:p>
          <a:p xmlns:a="http://schemas.openxmlformats.org/drawingml/2006/main">
            <a:r>
              <a:t>&lt;a id="s5-04"&gt;&lt;/a&gt;</a:t>
            </a:r>
          </a:p>
          <a:p xmlns:a="http://schemas.openxmlformats.org/drawingml/2006/main">
            <a:r>
              <a:t>##### S5-04 발화 중 네 Agent 사건과 보고서 정정</a:t>
            </a:r>
          </a:p>
          <a:p xmlns:a="http://schemas.openxmlformats.org/drawingml/2006/main">
            <a:r>
              <a:t/>
            </a:r>
          </a:p>
          <a:p xmlns:a="http://schemas.openxmlformats.org/drawingml/2006/main">
            <a: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p>
          <a:p xmlns:a="http://schemas.openxmlformats.org/drawingml/2006/main">
            <a:r>
              <a:t/>
            </a:r>
          </a:p>
          <a:p xmlns:a="http://schemas.openxmlformats.org/drawingml/2006/main">
            <a:r>
              <a:t>**입력:** “잠깐, 보고서는 표로 바꾸고 메일은 그대로 둬.”</a:t>
            </a:r>
          </a:p>
          <a:p xmlns:a="http://schemas.openxmlformats.org/drawingml/2006/main">
            <a:r>
              <a:t/>
            </a:r>
          </a:p>
          <a:p xmlns:a="http://schemas.openxmlformats.org/drawingml/2006/main">
            <a: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보고서 표 형식 정정과 기존 음성 중단, 네 외부 사건 처리. 무관 업무 취소/임의 질문 답변 금지. |</a:t>
            </a:r>
          </a:p>
          <a:p xmlns:a="http://schemas.openxmlformats.org/drawingml/2006/main">
            <a:r>
              <a:t>| C2 대상/근거 | 현재 보고서 근거, Q수신자A@v1의 민수/지수 선택, Q범위B@v1의 2026년 3분기 범위, ResultA@v1의 14일, ResultB@v1의 20개를 각각 보존. 기존 출력 후보/다른 업무 값과 치환 없음. |</a:t>
            </a:r>
          </a:p>
          <a:p xmlns:a="http://schemas.openxmlformats.org/drawingml/2006/main">
            <a:r>
              <a:t>| C3 대화/업무 연결 | 정정은 T보고서, 메일 유지. 네 사건은 각 Task/Execution/질문에 연결. T보호 유지. |</a:t>
            </a:r>
          </a:p>
          <a:p xmlns:a="http://schemas.openxmlformats.org/drawingml/2006/main">
            <a:r>
              <a:t>| C4 조건/변경 범위 | 보고서 기간/자료 및 메일 지시 보존. 입력 중 음성 stop와 업무 취소를 구별하고 사건 간 선후를 불필요하게 의존시키지 않는다. |</a:t>
            </a:r>
          </a:p>
          <a:p xmlns:a="http://schemas.openxmlformats.org/drawingml/2006/main">
            <a: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p>
          <a:p xmlns:a="http://schemas.openxmlformats.org/drawingml/2006/main">
            <a: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p>
          <a:p xmlns:a="http://schemas.openxmlformats.org/drawingml/2006/main">
            <a:r>
              <a:t/>
            </a:r>
          </a:p>
          <a:p xmlns:a="http://schemas.openxmlformats.org/drawingml/2006/main">
            <a:r>
              <a:t>&lt;a id="s6-01"&gt;&lt;/a&gt;</a:t>
            </a:r>
          </a:p>
          <a:p xmlns:a="http://schemas.openxmlformats.org/drawingml/2006/main">
            <a:r>
              <a:t>##### S6-01 모호한 과거 보고서 확인</a:t>
            </a:r>
          </a:p>
          <a:p xmlns:a="http://schemas.openxmlformats.org/drawingml/2006/main">
            <a:r>
              <a:t/>
            </a:r>
          </a:p>
          <a:p xmlns:a="http://schemas.openxmlformats.org/drawingml/2006/main">
            <a: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p>
          <a:p xmlns:a="http://schemas.openxmlformats.org/drawingml/2006/main">
            <a:r>
              <a:t/>
            </a:r>
          </a:p>
          <a:p xmlns:a="http://schemas.openxmlformats.org/drawingml/2006/main">
            <a:r>
              <a:t>**입력:** 최초: “아까 보고서 수정해줘.”(0~2초). 첫 관련 확인 질문이 실제 제시되면 1초 뒤 “3분기 매출 보고서만 표로 바꿔줘. 기간은 그대로 두고 4분기 보고서는 건드리지 마.”라고 답한다(3초 길이).</a:t>
            </a:r>
          </a:p>
          <a:p xmlns:a="http://schemas.openxmlformats.org/drawingml/2006/main">
            <a:r>
              <a:t/>
            </a:r>
          </a:p>
          <a:p xmlns:a="http://schemas.openxmlformats.org/drawingml/2006/main">
            <a: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목표=대상/내용 확인, 답변 뒤 목표=기존 3분기 보고서 형식 변경. 확인 없이 가장 최근/임의 업무를 확정하면 실패. |</a:t>
            </a:r>
          </a:p>
          <a:p xmlns:a="http://schemas.openxmlformats.org/drawingml/2006/main">
            <a:r>
              <a:t>| C2 대상/근거 | 답변이 지정한 T3분기의 SalesQ3@v1과 기존 자료/결과. 4분기 자료 교체 없음. |</a:t>
            </a:r>
          </a:p>
          <a:p xmlns:a="http://schemas.openxmlformats.org/drawingml/2006/main">
            <a:r>
              <a:t>| C3 대화/업무 연결 | 답변은 원래 수정 요청/실제 제시 질문과 T3분기/X3분기에 연결. T4분기/X4분기 유지. 새 보고서 Task 생성 없음. |</a:t>
            </a:r>
          </a:p>
          <a:p xmlns:a="http://schemas.openxmlformats.org/drawingml/2006/main">
            <a:r>
              <a:t>| C4 조건/변경 범위 | 변경=3분기 보고서 형식 표, 보존=2026년 3분기/자료/4분기 지시. 질문 문장 자체는 일치 불필요. |</a:t>
            </a:r>
          </a:p>
          <a:p xmlns:a="http://schemas.openxmlformats.org/drawingml/2006/main">
            <a:r>
              <a:t>| C5 실제 효과/상태 | 답변 전 외부 변경=0. 답변 뒤 고유 UPDATE 접수=1회이며 대상=T3분기. 4분기 변경=0. 접수만 있고 완료 아님. |</a:t>
            </a:r>
          </a:p>
          <a:p xmlns:a="http://schemas.openxmlformats.org/drawingml/2006/main">
            <a:r>
              <a:t>| C6 응답/실제 전달 | 필수 사실=어떤 보고서/무엇을 수정할지의 실제 확인(예: “3분기와 4분기 중 어떤 보고서를 어떻게 바꿀까요?”), 이후 “3분기 보고서 형식 변경 접수, 4분기는 유지”. 임의 확정/변경 완료 주장 금지. |</a:t>
            </a:r>
          </a:p>
          <a:p xmlns:a="http://schemas.openxmlformats.org/drawingml/2006/main">
            <a:r>
              <a:t/>
            </a:r>
          </a:p>
          <a:p xmlns:a="http://schemas.openxmlformats.org/drawingml/2006/main">
            <a:r>
              <a:t>&lt;a id="s6-02"&gt;&lt;/a&gt;</a:t>
            </a:r>
          </a:p>
          <a:p xmlns:a="http://schemas.openxmlformats.org/drawingml/2006/main">
            <a:r>
              <a:t>##### S6-02 철회된 질문 답변과 승인 범위</a:t>
            </a:r>
          </a:p>
          <a:p xmlns:a="http://schemas.openxmlformats.org/drawingml/2006/main">
            <a:r>
              <a:t/>
            </a:r>
          </a:p>
          <a:p xmlns:a="http://schemas.openxmlformats.org/drawingml/2006/main">
            <a: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p>
          <a:p xmlns:a="http://schemas.openxmlformats.org/drawingml/2006/main">
            <a:r>
              <a:t/>
            </a:r>
          </a:p>
          <a:p xmlns:a="http://schemas.openxmlformats.org/drawingml/2006/main">
            <a:r>
              <a:t>**입력:** 최초: “응.”(0~1초). 재확인 질문이 실제 제시되면 1초 뒤 “민수 연락처 조회와 이 메일 업무에 주소 제공만 동의해. 메일 발송은 승인하지 않아.”라고 답한다(3초 길이).</a:t>
            </a:r>
          </a:p>
          <a:p xmlns:a="http://schemas.openxmlformats.org/drawingml/2006/main">
            <a:r>
              <a:t/>
            </a:r>
          </a:p>
          <a:p xmlns:a="http://schemas.openxmlformats.org/drawingml/2006/main">
            <a: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처리=철회된/미제시 질문에 “응”을 적용하지 않고 현재 정보 동의를 재확인. 후속 답변 뒤 연락처 조회/주소 제공만 허용한다. |</a:t>
            </a:r>
          </a:p>
          <a:p xmlns:a="http://schemas.openxmlformats.org/drawingml/2006/main">
            <a:r>
              <a:t>| C2 대상/근거 | Q1@v1의 철회, Q1@v2의 목적/실제 제시 receipt, 현재 권한과 민수 주소. Q2를 “응”의 대상으로 선택하지 않는다. |</a:t>
            </a:r>
          </a:p>
          <a:p xmlns:a="http://schemas.openxmlformats.org/drawingml/2006/main">
            <a:r>
              <a:t>| C3 대화/업무 연결 | 재확인/후속 답변→현재 Q1@v2와 T메일/X메일. Q2/다른 Task에 답변이나 승인 연결 없음. |</a:t>
            </a:r>
          </a:p>
          <a:p xmlns:a="http://schemas.openxmlformats.org/drawingml/2006/main">
            <a:r>
              <a:t>| C4 조건/변경 범위 | 동의 범위=민수 연락처 조회 및 이 메일 업무에 주소 제공. SEND/다른 연락처/다른 목적의 제공으로 확대하지 않는다. |</a:t>
            </a:r>
          </a:p>
          <a:p xmlns:a="http://schemas.openxmlformats.org/drawingml/2006/main">
            <a:r>
              <a:t>| C5 실제 효과/상태 | 새 동의/실제 질문 제시 전 연락처 read/제공=0. 후속 답변 뒤 허용 범위의 조회/제공, SEND 효과=0. Q2 승인 상태는 DENIED/대기이고 중복 승인/잘못된 명령 없음. |</a:t>
            </a:r>
          </a:p>
          <a:p xmlns:a="http://schemas.openxmlformats.org/drawingml/2006/main">
            <a: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p>
          <a:p xmlns:a="http://schemas.openxmlformats.org/drawingml/2006/main">
            <a:r>
              <a:t/>
            </a:r>
          </a:p>
          <a:p xmlns:a="http://schemas.openxmlformats.org/drawingml/2006/main">
            <a:r>
              <a:t>&lt;a id="s6-03"&gt;&lt;/a&gt;</a:t>
            </a:r>
          </a:p>
          <a:p xmlns:a="http://schemas.openxmlformats.org/drawingml/2006/main">
            <a:r>
              <a:t>##### S6-03 필요한 자료의 접근 거부</a:t>
            </a:r>
          </a:p>
          <a:p xmlns:a="http://schemas.openxmlformats.org/drawingml/2006/main">
            <a:r>
              <a:t/>
            </a:r>
          </a:p>
          <a:p xmlns:a="http://schemas.openxmlformats.org/drawingml/2006/main">
            <a: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p>
          <a:p xmlns:a="http://schemas.openxmlformats.org/drawingml/2006/main">
            <a:r>
              <a:t/>
            </a:r>
          </a:p>
          <a:p xmlns:a="http://schemas.openxmlformats.org/drawingml/2006/main">
            <a:r>
              <a:t>**입력:** “D1의 계약 금액을 알려줘.”</a:t>
            </a:r>
          </a:p>
          <a:p xmlns:a="http://schemas.openxmlformats.org/drawingml/2006/main">
            <a:r>
              <a:t/>
            </a:r>
          </a:p>
          <a:p xmlns:a="http://schemas.openxmlformats.org/drawingml/2006/main">
            <a: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목표=접근 불가 안내/유보. 확인되지 않은 금액 답변/조사 성공으로 바꾸지 않는다. |</a:t>
            </a:r>
          </a:p>
          <a:p xmlns:a="http://schemas.openxmlformats.org/drawingml/2006/main">
            <a:r>
              <a:t>| C2 대상/근거 | D1@v1의 존재/접근 거부 사실만 사용. 비공개 500이나 다른 문서 금액을 답의 근거로 사용하면 실패. |</a:t>
            </a:r>
          </a:p>
          <a:p xmlns:a="http://schemas.openxmlformats.org/drawingml/2006/main">
            <a:r>
              <a:t>| C3 대화/업무 연결 | 원래 D1 문의에 연결. 금액 조회 우회용 새 Agent 업무나 T보호 변경 없음. |</a:t>
            </a:r>
          </a:p>
          <a:p xmlns:a="http://schemas.openxmlformats.org/drawingml/2006/main">
            <a:r>
              <a:t>| C4 조건/변경 범위 | DENIED와 자료 없음/금액 없음/판단 불가를 구별한다. 접근 허용을 이미 받은 것으로 확대하거나 다른 자료로 치환하지 않는다. |</a:t>
            </a:r>
          </a:p>
          <a:p xmlns:a="http://schemas.openxmlformats.org/drawingml/2006/main">
            <a:r>
              <a:t>| C5 실제 효과/상태 | 금지 content read/외부 제공/업무 Action 효과=0. 조회 요청의 ACCESS_DENIED 자체는 정상이며 정확한 유보로 처리한다. |</a:t>
            </a:r>
          </a:p>
          <a:p xmlns:a="http://schemas.openxmlformats.org/drawingml/2006/main">
            <a:r>
              <a:t>| C6 응답/실제 전달 | 필수 사실=“D1은 현재 접근 권한이 없어 계약 금액을 확인할 수 없다”. 추측/금액 제시/조회 성공 주장 금지. 권한을 확인하라는 다음 행동 제안은 허용하되 실제 허용으로 기록하지 않는다. |</a:t>
            </a:r>
          </a:p>
          <a:p xmlns:a="http://schemas.openxmlformats.org/drawingml/2006/main">
            <a:r>
              <a:t/>
            </a:r>
          </a:p>
          <a:p xmlns:a="http://schemas.openxmlformats.org/drawingml/2006/main">
            <a:r>
              <a:t>&lt;a id="s6-04"&gt;&lt;/a&gt;</a:t>
            </a:r>
          </a:p>
          <a:p xmlns:a="http://schemas.openxmlformats.org/drawingml/2006/main">
            <a:r>
              <a:t>##### S6-04 실제 제시된 유효 질문에 답변</a:t>
            </a:r>
          </a:p>
          <a:p xmlns:a="http://schemas.openxmlformats.org/drawingml/2006/main">
            <a:r>
              <a:t/>
            </a:r>
          </a:p>
          <a:p xmlns:a="http://schemas.openxmlformats.org/drawingml/2006/main">
            <a: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p>
          <a:p xmlns:a="http://schemas.openxmlformats.org/drawingml/2006/main">
            <a:r>
              <a:t/>
            </a:r>
          </a:p>
          <a:p xmlns:a="http://schemas.openxmlformats.org/drawingml/2006/main">
            <a:r>
              <a:t>**입력:** “응, 상반기로 해줘.”</a:t>
            </a:r>
          </a:p>
          <a:p xmlns:a="http://schemas.openxmlformats.org/drawingml/2006/main">
            <a:r>
              <a:t/>
            </a:r>
          </a:p>
          <a:p xmlns:a="http://schemas.openxmlformats.org/drawingml/2006/main">
            <a: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유효 기간 질문의 답변 처리. 새 보고서 작성/새 승인 요청으로 바꾸지 않는다. |</a:t>
            </a:r>
          </a:p>
          <a:p xmlns:a="http://schemas.openxmlformats.org/drawingml/2006/main">
            <a:r>
              <a:t>| C2 대상/근거 | 실제 제시 Q기간@v7, SalesH1@v1과 2026년1~6월. 과거 철회 질문/다른 분기와 치환 없음. |</a:t>
            </a:r>
          </a:p>
          <a:p xmlns:a="http://schemas.openxmlformats.org/drawingml/2006/main">
            <a:r>
              <a:t>| C3 대화/업무 연결 | 답변을 Q기간/T보고서/X보고서에 연결. T메일/T보호 무변경. |</a:t>
            </a:r>
          </a:p>
          <a:p xmlns:a="http://schemas.openxmlformats.org/drawingml/2006/main">
            <a:r>
              <a:t>| C4 조건/변경 범위 | 보고서 기간만 상반기로 확정하고 나머지 조건 유지. 정보 동의나 메일 SEND 승인으로 확대하지 않는다. |</a:t>
            </a:r>
          </a:p>
          <a:p xmlns:a="http://schemas.openxmlformats.org/drawingml/2006/main">
            <a:r>
              <a:t>| C5 실제 효과/상태 | 유효 답변 접수/전달 한 번, 질문=답변됨/기간=상반기. 외부 미접수를 접수로 말하지 않는다. |</a:t>
            </a:r>
          </a:p>
          <a:p xmlns:a="http://schemas.openxmlformats.org/drawingml/2006/main">
            <a:r>
              <a:t>| C6 응답/실제 전달 | “보고서 기간을 2026년 상반기로 답변했고 접수됐다”를 실제 전달. 보고서 작성 완료라고 하지 않는다. |</a:t>
            </a:r>
          </a:p>
          <a:p xmlns:a="http://schemas.openxmlformats.org/drawingml/2006/main">
            <a:r>
              <a:t/>
            </a:r>
          </a:p>
          <a:p xmlns:a="http://schemas.openxmlformats.org/drawingml/2006/main">
            <a:r>
              <a:t>#### 3.2.3 단일 반복과 분모</a:t>
            </a:r>
          </a:p>
          <a:p xmlns:a="http://schemas.openxmlformats.org/drawingml/2006/main">
            <a:r>
              <a:t/>
            </a:r>
          </a:p>
          <a:p xmlns:a="http://schemas.openxmlformats.org/drawingml/2006/main">
            <a: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p>
          <a:p xmlns:a="http://schemas.openxmlformats.org/drawingml/2006/main">
            <a:r>
              <a:t/>
            </a:r>
          </a:p>
          <a:p xmlns:a="http://schemas.openxmlformats.org/drawingml/2006/main">
            <a:r>
              <a:t>- 시나리오:21×5=105회, 정확성 조건:105×6=630개.</a:t>
            </a:r>
          </a:p>
          <a:p xmlns:a="http://schemas.openxmlformats.org/drawingml/2006/main">
            <a:r>
              <a:t>- 상황군의 조건 분모:S1=60, S2=150, S3=90, S4=90, S5=120, S6=120.</a:t>
            </a:r>
          </a:p>
          <a:p xmlns:a="http://schemas.openxmlformats.org/drawingml/2006/main">
            <a:r>
              <a:t>- 조건 유형 C 각각105개. 후속 답변/Agent4사건을 별도 시나리오로 쪼개 정확성 분모를 늘리지 않음.</a:t>
            </a:r>
          </a:p>
          <a:p xmlns:a="http://schemas.openxmlformats.org/drawingml/2006/main">
            <a:r>
              <a:t>- 재사용/집중 도착과 final tail 모두 같은6조건으로 채점. 원천 준비/유휴 tick은 신규 사용자 시나리오가 아니며 원장/필수 위반 검사에 포함.</a:t>
            </a:r>
          </a:p>
          <a:p xmlns:a="http://schemas.openxmlformats.org/drawingml/2006/main">
            <a:r>
              <a:t/>
            </a:r>
          </a:p>
          <a:p xmlns:a="http://schemas.openxmlformats.org/drawingml/2006/main">
            <a: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p>
          <a:p xmlns:a="http://schemas.openxmlformats.org/drawingml/2006/main">
            <a:r>
              <a:t/>
            </a:r>
          </a:p>
          <a:p xmlns:a="http://schemas.openxmlformats.org/drawingml/2006/main">
            <a:r>
              <a:t>### 3.3 공통 정답 조건과 판별</a:t>
            </a:r>
          </a:p>
          <a:p xmlns:a="http://schemas.openxmlformats.org/drawingml/2006/main">
            <a:r>
              <a:t/>
            </a:r>
          </a:p>
          <a:p xmlns:a="http://schemas.openxmlformats.org/drawingml/2006/main">
            <a:r>
              <a:t>#### 3.3.1 재사용할 정답 조건 유형</a:t>
            </a:r>
          </a:p>
          <a:p xmlns:a="http://schemas.openxmlformats.org/drawingml/2006/main">
            <a:r>
              <a:t/>
            </a:r>
          </a:p>
          <a:p xmlns:a="http://schemas.openxmlformats.org/drawingml/2006/main">
            <a:r>
              <a:t>| 유형 | 정답으로 기술할 사실 | 대표 판정 예시와 관측 경계 |</a:t>
            </a:r>
          </a:p>
          <a:p xmlns:a="http://schemas.openxmlformats.org/drawingml/2006/main">
            <a:r>
              <a:t>| --- | --- | --- |</a:t>
            </a:r>
          </a:p>
          <a:p xmlns:a="http://schemas.openxmlformats.org/drawingml/2006/main">
            <a:r>
              <a:t>| C1 목표와 처리 방향 | 요청한 행위/산출물의 의미, 답변/위임/확인/유보 등 허용 처리 방향 | 보고서 형식 변경을 새 조사로 바꾸지 않음. 업무 실행은 Agent에 인계. 필요한 확인을 임의 완료로 대체하지 않음 |</a:t>
            </a:r>
          </a:p>
          <a:p xmlns:a="http://schemas.openxmlformats.org/drawingml/2006/main">
            <a:r>
              <a:t>| C2 대상과 근거 | 지칭한 자료/객체의 집합과 범위, 원본 시점/version, 실제 전달된 과거 설명이나 결과 참조 | 발화 당시 선택한 표와 당시 v1을 사용. 최신 v2 또는 아직 들려주지 않은 설명으로 바꾸지 않음 |</a:t>
            </a:r>
          </a:p>
          <a:p xmlns:a="http://schemas.openxmlformats.org/drawingml/2006/main">
            <a:r>
              <a:t>| C3 대화와 업무 연결 | 새 업무/기존 업무/업무 없음의 관계, 연결할 대화/Task/Execution/질문 | 보고서 변경은 보고서 업무에 적용. 메일 질문의 답을 보고서 업무로 보내지 않음 |</a:t>
            </a:r>
          </a:p>
          <a:p xmlns:a="http://schemas.openxmlformats.org/drawingml/2006/main">
            <a:r>
              <a:t>| C4 조건, 관계와 변경 범위 | 내용 제약, 금지/보존 조건, 요청 간 독립/순서/조건/결과 의존, 변경할 범위 | 요약 결과를 메일 입력으로 사용하고 먼저 보내지 않음. 표 형식만 바꾸고 기간/수신자/다른 요청을 보존 |</a:t>
            </a:r>
          </a:p>
          <a:p xmlns:a="http://schemas.openxmlformats.org/drawingml/2006/main">
            <a: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p>
          <a:p xmlns:a="http://schemas.openxmlformats.org/drawingml/2006/main">
            <a: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p>
          <a:p xmlns:a="http://schemas.openxmlformats.org/drawingml/2006/main">
            <a:r>
              <a:t/>
            </a:r>
          </a:p>
          <a:p xmlns:a="http://schemas.openxmlformats.org/drawingml/2006/main">
            <a: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p>
          <a:p xmlns:a="http://schemas.openxmlformats.org/drawingml/2006/main">
            <a:r>
              <a:t/>
            </a:r>
          </a:p>
          <a:p xmlns:a="http://schemas.openxmlformats.org/drawingml/2006/main">
            <a: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p>
          <a:p xmlns:a="http://schemas.openxmlformats.org/drawingml/2006/main">
            <a:r>
              <a:t/>
            </a:r>
          </a:p>
          <a:p xmlns:a="http://schemas.openxmlformats.org/drawingml/2006/main">
            <a:r>
              <a:t>##### 조건을 작성하는 공통 규칙</a:t>
            </a:r>
          </a:p>
          <a:p xmlns:a="http://schemas.openxmlformats.org/drawingml/2006/main">
            <a:r>
              <a:t/>
            </a:r>
          </a:p>
          <a:p xmlns:a="http://schemas.openxmlformats.org/drawingml/2006/main">
            <a: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p>
          <a:p xmlns:a="http://schemas.openxmlformats.org/drawingml/2006/main">
            <a: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p>
          <a:p xmlns:a="http://schemas.openxmlformats.org/drawingml/2006/main">
            <a: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p>
          <a:p xmlns:a="http://schemas.openxmlformats.org/drawingml/2006/main">
            <a:r>
              <a:t>- 대상 집합이나 관계 graph의 판정 단위도 동일하다. 한 사례에서만 원소/간선을 별도 점수로 세지 않는다. 세부 누락/추가 항목은 진단으로 보존하고 집계 단위는 §3.1의 여섯 묶음 이진 판정으로 고정한다.</a:t>
            </a:r>
          </a:p>
          <a:p xmlns:a="http://schemas.openxmlformats.org/drawingml/2006/main">
            <a:r>
              <a:t>- 명확한 사례에는 기대한 요청 처리를 요구한다. 근거가 부족한 사례에는 필요한 질문/유보와 공통 후속 답변 뒤의 처리까지 요구한다. 단순 접수 멘트나 모든 요청의 보류로 정답을 얻지 못한다.</a:t>
            </a:r>
          </a:p>
          <a:p xmlns:a="http://schemas.openxmlformats.org/drawingml/2006/main">
            <a:r>
              <a:t/>
            </a:r>
          </a:p>
          <a:p xmlns:a="http://schemas.openxmlformats.org/drawingml/2006/main">
            <a:r>
              <a:t>##### 모든 항목의 통과/실패 판정 순서</a:t>
            </a:r>
          </a:p>
          <a:p xmlns:a="http://schemas.openxmlformats.org/drawingml/2006/main">
            <a:r>
              <a:t/>
            </a:r>
          </a:p>
          <a:p xmlns:a="http://schemas.openxmlformats.org/drawingml/2006/main">
            <a: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p>
          <a:p xmlns:a="http://schemas.openxmlformats.org/drawingml/2006/main">
            <a: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p>
          <a:p xmlns:a="http://schemas.openxmlformats.org/drawingml/2006/main">
            <a: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p>
          <a:p xmlns:a="http://schemas.openxmlformats.org/drawingml/2006/main">
            <a: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p>
          <a:p xmlns:a="http://schemas.openxmlformats.org/drawingml/2006/main">
            <a: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p>
          <a:p xmlns:a="http://schemas.openxmlformats.org/drawingml/2006/main">
            <a: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p>
          <a:p xmlns:a="http://schemas.openxmlformats.org/drawingml/2006/main">
            <a: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p>
          <a:p xmlns:a="http://schemas.openxmlformats.org/drawingml/2006/main">
            <a: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p>
          <a:p xmlns:a="http://schemas.openxmlformats.org/drawingml/2006/main">
            <a:r>
              <a:t/>
            </a:r>
          </a:p>
          <a:p xmlns:a="http://schemas.openxmlformats.org/drawingml/2006/main">
            <a: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p>
          <a:p xmlns:a="http://schemas.openxmlformats.org/drawingml/2006/main">
            <a:r>
              <a:t/>
            </a:r>
          </a:p>
          <a:p xmlns:a="http://schemas.openxmlformats.org/drawingml/2006/main">
            <a:r>
              <a:t/>
            </a:r>
          </a:p>
          <a:p xmlns:a="http://schemas.openxmlformats.org/drawingml/2006/main">
            <a: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p>
          <a:p xmlns:a="http://schemas.openxmlformats.org/drawingml/2006/main">
            <a:r>
              <a:t/>
            </a:r>
          </a:p>
          <a:p xmlns:a="http://schemas.openxmlformats.org/drawingml/2006/main">
            <a:r>
              <a:t/>
            </a:r>
          </a:p>
          <a:p xmlns:a="http://schemas.openxmlformats.org/drawingml/2006/main">
            <a:r>
              <a:t>### 3.4 측정 지표와 목표 근거</a:t>
            </a:r>
          </a:p>
          <a:p xmlns:a="http://schemas.openxmlformats.org/drawingml/2006/main">
            <a:r>
              <a:t/>
            </a:r>
          </a:p>
          <a:p xmlns:a="http://schemas.openxmlformats.org/drawingml/2006/main">
            <a:r>
              <a:t>ASR-QA-01 = 100 × 통과 조건 수 / 630. 목표가 98% 이상이므로 정답 최소 618개, 실패 최대 12개다. 필수 조건 오류 50개당 1개 이내라는 작성자 예산을 유지하고 변경된 분모에 맞춰 정수 문턱을 계산했다.</a:t>
            </a:r>
          </a:p>
          <a:p xmlns:a="http://schemas.openxmlformats.org/drawingml/2006/main">
            <a:r>
              <a:t/>
            </a:r>
          </a:p>
          <a:p xmlns:a="http://schemas.openxmlformats.org/drawingml/2006/main">
            <a: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p>
          <a:p xmlns:a="http://schemas.openxmlformats.org/drawingml/2006/main">
            <a:r>
              <a:t/>
            </a:r>
          </a:p>
          <a:p xmlns:a="http://schemas.openxmlformats.org/drawingml/2006/main">
            <a: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p>
          <a:p xmlns:a="http://schemas.openxmlformats.org/drawingml/2006/main">
            <a:r>
              <a:t/>
            </a:r>
          </a:p>
          <a:p xmlns:a="http://schemas.openxmlformats.org/drawingml/2006/main">
            <a:r>
              <a:t>### 3.5 차이 인정과 관찰 절차</a:t>
            </a:r>
          </a:p>
          <a:p xmlns:a="http://schemas.openxmlformats.org/drawingml/2006/main">
            <a:r>
              <a:t/>
            </a:r>
          </a:p>
          <a:p xmlns:a="http://schemas.openxmlformats.org/drawingml/2006/main">
            <a: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p>
          <a:p xmlns:a="http://schemas.openxmlformats.org/drawingml/2006/main">
            <a:r>
              <a:t/>
            </a:r>
          </a:p>
          <a:p xmlns:a="http://schemas.openxmlformats.org/drawingml/2006/main">
            <a: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p>
          <a:p xmlns:a="http://schemas.openxmlformats.org/drawingml/2006/main">
            <a:r>
              <a:t/>
            </a:r>
          </a:p>
          <a:p xmlns:a="http://schemas.openxmlformats.org/drawingml/2006/main">
            <a:r>
              <a:t>### 3.6 DP별 중요한 경로와 대등한 조건</a:t>
            </a:r>
          </a:p>
          <a:p xmlns:a="http://schemas.openxmlformats.org/drawingml/2006/main">
            <a:r>
              <a:t/>
            </a:r>
          </a:p>
          <a:p xmlns:a="http://schemas.openxmlformats.org/drawingml/2006/main">
            <a:r>
              <a:t>| DP | 활성화 사례 / 수치 관측 | 강한 반대안과 차이가 줄어드는 조건 |</a:t>
            </a:r>
          </a:p>
          <a:p xmlns:a="http://schemas.openxmlformats.org/drawingml/2006/main">
            <a:r>
              <a:t>| --- | --- | --- |</a:t>
            </a:r>
          </a:p>
          <a:p xmlns:a="http://schemas.openxmlformats.org/drawingml/2006/main">
            <a:r>
              <a:t>| 41 모델 조회/전체 결합 대 코드 해결 | S2-01/02/03/05,S3-02/03,S4-01,S6-01/02. C1~C4 오류, 추가 조회/해석 횟수와 latency/token | A도 구조화 출력/cache/부분수정, B도 추가 부분해석. 충분한 typed근거면 같은 의미/호출수 가능 |</a:t>
            </a:r>
          </a:p>
          <a:p xmlns:a="http://schemas.openxmlformats.org/drawingml/2006/main">
            <a: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p>
          <a:p xmlns:a="http://schemas.openxmlformats.org/drawingml/2006/main">
            <a:r>
              <a:t>| 44 중앙 continuation 대 연결된 Stage/window/join | S3-02,S4-01/02,S5-01/02/04. 회수/후속전이/queue/폐기/동시할당 | A도async/priority/병렬, B도join/credit/현재성 검사. 공통local stop는 대등 경로 |</a:t>
            </a:r>
          </a:p>
          <a:p xmlns:a="http://schemas.openxmlformats.org/drawingml/2006/main">
            <a: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p>
          <a:p xmlns:a="http://schemas.openxmlformats.org/drawingml/2006/main">
            <a:r>
              <a:t/>
            </a:r>
          </a:p>
          <a:p xmlns:a="http://schemas.openxmlformats.org/drawingml/2006/main">
            <a:r>
              <a:t>DP마다 최소 한 SENSITIVE경로를 공통 모집단에 포함했다. 실제 수치 차이가 나도록 보장한 것은 아니다. 지역 차이를 전 QA평균으로 재라벨하지 않으며 동일값/불확실/목표 미달도 보고한다.</a:t>
            </a:r>
          </a:p>
          <a:p xmlns:a="http://schemas.openxmlformats.org/drawingml/2006/main">
            <a:r>
              <a:t/>
            </a:r>
          </a:p>
          <a:p xmlns:a="http://schemas.openxmlformats.org/drawingml/2006/main">
            <a:r>
              <a:t/>
            </a:r>
          </a:p>
          <a:p xmlns:a="http://schemas.openxmlformats.org/drawingml/2006/main">
            <a:r>
              <a:t>ASR-QA-02 상호작용 응답시간</a:t>
            </a:r>
          </a:p>
          <a:p xmlns:a="http://schemas.openxmlformats.org/drawingml/2006/main">
            <a:r>
              <a:t>정의: 사용자 입력이나 업무 상태 변화에 VIA가 알맞은 답변이나 동작으로 반응하기까지 걸리는 시간 (예: VIA가 말하는 중 사용자 끼어들기 → 음성 재생 중단, Agent의 확인 질문 도착 → 사용자에게 질문 제시)</a:t>
            </a:r>
          </a:p>
          <a:p xmlns:a="http://schemas.openxmlformats.org/drawingml/2006/main">
            <a:r>
              <a:t>측정 지표: 평균 유효 반응시간(초) = 전 21개 사례의 지정 반응 27개 × 5회, 135관측</a:t>
            </a:r>
          </a:p>
          <a:p xmlns:a="http://schemas.openxmlformats.org/drawingml/2006/main">
            <a:r>
              <a:t>목표: 1.0초 이하, 모든 local stop 0.1초 이하</a:t>
            </a:r>
          </a:p>
          <a:p xmlns:a="http://schemas.openxmlformats.org/drawingml/2006/main">
            <a:r>
              <a:t>목표 근거: 대화 흐름 유지의 1초/즉각 제어 0.1초 참조. 일반 반응 2초 이내 ≥95%, 집중 도착 5초 이내, 미전달 0건. 모든 사례의 적용 경계를 대응표로 공개 (§4)</a:t>
            </a:r>
          </a:p>
          <a:p xmlns:a="http://schemas.openxmlformats.org/drawingml/2006/main">
            <a:r>
              <a:t>보호 조건: 일반 ≥100/105 ≤2초; 집중 30/30 ≤5초; stop ≤0.1초</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Qwen 공식 H20 속도 benchmark: https://qwen.readthedocs.io/en/latest/getting_started/speed_benchmark.html</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ASR-QA-03 VIA 요청 처리시간</a:t>
            </a:r>
          </a:p>
          <a:p xmlns:a="http://schemas.openxmlformats.org/drawingml/2006/main">
            <a:r>
              <a:t>정의: 요청 접수부터 최종 결과 전달까지, VIA의 처리와 대기로 걸리는 시간 (예: 보고서 작성 요청 → 요청 해석 → Agent에 작성 업무 인계 → 결과 수신 → 사용자에게 보고서 전달)</a:t>
            </a:r>
          </a:p>
          <a:p xmlns:a="http://schemas.openxmlformats.org/drawingml/2006/main">
            <a:r>
              <a:t>측정 지표: 평균 VIA 귀속 사이클 시간(초) = 사용자 목표가 있는 19개 × 5회, 95관측</a:t>
            </a:r>
          </a:p>
          <a:p xmlns:a="http://schemas.openxmlformats.org/drawingml/2006/main">
            <a:r>
              <a:t>목표: 10초 이하</a:t>
            </a:r>
          </a:p>
          <a:p xmlns:a="http://schemas.openxmlformats.org/drawingml/2006/main">
            <a:r>
              <a:t>목표 근거: 의미6 + 연결1 + 전달1 + 재검증2초의 작성자 예산. 15초 이내 ≥95%, 미전달 0건. Agent 발신 두 사례는 QA-02에 적용 (§4)</a:t>
            </a:r>
          </a:p>
          <a:p xmlns:a="http://schemas.openxmlformats.org/drawingml/2006/main">
            <a:r>
              <a:t>보호 조건: ≥91/95 ≤15초,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ASR-QA-04 VIA 모델 사용 비용</a:t>
            </a:r>
          </a:p>
          <a:p xmlns:a="http://schemas.openxmlformats.org/drawingml/2006/main">
            <a:r>
              <a:t>정의: 동일한 사용자 활동을 처리하는 동안 VIA의 음성/의미 모델 사용에 드는 금액</a:t>
            </a:r>
          </a:p>
          <a:p xmlns:a="http://schemas.openxmlformats.org/drawingml/2006/main">
            <a:r>
              <a:t>측정 지표: P21 1묶음 평균 총 모델 비용(USD/P21) = 동일 활동 5회 총액의 평균</a:t>
            </a:r>
          </a:p>
          <a:p xmlns:a="http://schemas.openxmlformats.org/drawingml/2006/main">
            <a:r>
              <a:t>목표: $0.50/P21 이하</a:t>
            </a:r>
          </a:p>
          <a:p xmlns:a="http://schemas.openxmlformats.org/drawingml/2006/main">
            <a:r>
              <a:t>목표 근거: 동일 21사례의 의미 62호출/음성 입력 50초/출력 179초 예산에서 신규 audio·Text 포함 기본 $0.351840, 이력 audio/추가생산/재시도 여유 $0.148160. 호출·출력은 작성자 가정이며 실제 사용량으로 대체 (§5)</a:t>
            </a:r>
          </a:p>
          <a:p xmlns:a="http://schemas.openxmlformats.org/drawingml/2006/main">
            <a:r>
              <a:t>보호 조건: 초기/재시도/폐기/배경/context 누락 없음</a:t>
            </a:r>
          </a:p>
          <a:p xmlns:a="http://schemas.openxmlformats.org/drawingml/2006/main">
            <a:r>
              <a:t>출처:</a:t>
            </a:r>
          </a:p>
          <a:p xmlns:a="http://schemas.openxmlformats.org/drawingml/2006/main">
            <a:r>
              <a:t>Alibaba Qwen Instruct-2507 공식 단가: https://docs.modelstudio.console.alibabacloud.com/en/model-studio/qwen3-30b-a3b-instruct-2507</a:t>
            </a:r>
          </a:p>
          <a:p xmlns:a="http://schemas.openxmlformats.org/drawingml/2006/main">
            <a:r>
              <a:t>OpenAI GPT Realtime 공식 단가: https://developers.openai.com/api/docs/models/gpt-realtime</a:t>
            </a:r>
          </a:p>
          <a:p xmlns:a="http://schemas.openxmlformats.org/drawingml/2006/main">
            <a:r>
              <a:t>OpenAI Realtime 청구: https://developers.openai.com/api/docs/guides/voice-latency-cost</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§5</a:t>
            </a:r>
          </a:p>
          <a:p xmlns:a="http://schemas.openxmlformats.org/drawingml/2006/main">
            <a:r>
              <a:t>모델 사용 비용</a:t>
            </a:r>
          </a:p>
          <a:p xmlns:a="http://schemas.openxmlformats.org/drawingml/2006/main">
            <a:r>
              <a:t/>
            </a:r>
          </a:p>
          <a:p xmlns:a="http://schemas.openxmlformats.org/drawingml/2006/main">
            <a:r>
              <a:t>### 5.1 정의와 대표 지표</a:t>
            </a:r>
          </a:p>
          <a:p xmlns:a="http://schemas.openxmlformats.org/drawingml/2006/main">
            <a:r>
              <a:t/>
            </a:r>
          </a:p>
          <a:p xmlns:a="http://schemas.openxmlformats.org/drawingml/2006/main">
            <a: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p>
          <a:p xmlns:a="http://schemas.openxmlformats.org/drawingml/2006/main">
            <a:r>
              <a:t/>
            </a:r>
          </a:p>
          <a:p xmlns:a="http://schemas.openxmlformats.org/drawingml/2006/main">
            <a:r>
              <a:t>### 5.2 같은 활동의 사용량과 산식</a:t>
            </a:r>
          </a:p>
          <a:p xmlns:a="http://schemas.openxmlformats.org/drawingml/2006/main">
            <a:r>
              <a:t/>
            </a:r>
          </a:p>
          <a:p xmlns:a="http://schemas.openxmlformats.org/drawingml/2006/main">
            <a: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p>
          <a:p xmlns:a="http://schemas.openxmlformats.org/drawingml/2006/main">
            <a:r>
              <a:t/>
            </a:r>
          </a:p>
          <a:p xmlns:a="http://schemas.openxmlformats.org/drawingml/2006/main">
            <a: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p>
          <a:p xmlns:a="http://schemas.openxmlformats.org/drawingml/2006/main">
            <a:r>
              <a:t/>
            </a:r>
          </a:p>
          <a:p xmlns:a="http://schemas.openxmlformats.org/drawingml/2006/main">
            <a:r>
              <a:t>### 5.3 목표값과 근거</a:t>
            </a:r>
          </a:p>
          <a:p xmlns:a="http://schemas.openxmlformats.org/drawingml/2006/main">
            <a:r>
              <a:t/>
            </a:r>
          </a:p>
          <a:p xmlns:a="http://schemas.openxmlformats.org/drawingml/2006/main">
            <a:r>
              <a:t>| P21 기준 계산 | USD |</a:t>
            </a:r>
          </a:p>
          <a:p xmlns:a="http://schemas.openxmlformats.org/drawingml/2006/main">
            <a:r>
              <a:t>| --- | --- |</a:t>
            </a:r>
          </a:p>
          <a:p xmlns:a="http://schemas.openxmlformats.org/drawingml/2006/main">
            <a:r>
              <a:t>| 의미62호출, 입력124,000/출력12,400 token | 0.034720 |</a:t>
            </a:r>
          </a:p>
          <a:p xmlns:a="http://schemas.openxmlformats.org/drawingml/2006/main">
            <a:r>
              <a:t>| GPT Realtime 신규 audio 입력50초/출력예산179초 | 0.245120 |</a:t>
            </a:r>
          </a:p>
          <a:p xmlns:a="http://schemas.openxmlformats.org/drawingml/2006/main">
            <a:r>
              <a:t>| GPT Realtime 청구 Text/context 입력10,000/출력2,000 token | 0.072000 |</a:t>
            </a:r>
          </a:p>
          <a:p xmlns:a="http://schemas.openxmlformats.org/drawingml/2006/main">
            <a:r>
              <a:t>| 신규 audio·청구 Text를 포함한 기본 소계 | **0.351840** |</a:t>
            </a:r>
          </a:p>
          <a:p xmlns:a="http://schemas.openxmlformats.org/drawingml/2006/main">
            <a:r>
              <a:t>| 이력 audio 재입력/추가생산/재시도 여유 | **0.148160** |</a:t>
            </a:r>
          </a:p>
          <a:p xmlns:a="http://schemas.openxmlformats.org/drawingml/2006/main">
            <a:r>
              <a:t>| 목표 | **0.50/P21** |</a:t>
            </a:r>
          </a:p>
          <a:p xmlns:a="http://schemas.openxmlformats.org/drawingml/2006/main">
            <a:r>
              <a:t/>
            </a:r>
          </a:p>
          <a:p xmlns:a="http://schemas.openxmlformats.org/drawingml/2006/main">
            <a: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p>
          <a:p xmlns:a="http://schemas.openxmlformats.org/drawingml/2006/main">
            <a:r>
              <a:t/>
            </a:r>
          </a:p>
          <a:p xmlns:a="http://schemas.openxmlformats.org/drawingml/2006/main">
            <a:r>
              <a:t>### 5.4 수치 차이와 민감도</a:t>
            </a:r>
          </a:p>
          <a:p xmlns:a="http://schemas.openxmlformats.org/drawingml/2006/main">
            <a:r>
              <a:t/>
            </a:r>
          </a:p>
          <a:p xmlns:a="http://schemas.openxmlformats.org/drawingml/2006/main">
            <a: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p>
          <a:p xmlns:a="http://schemas.openxmlformats.org/drawingml/2006/main">
            <a:r>
              <a:t/>
            </a:r>
          </a:p>
          <a:p xmlns:a="http://schemas.openxmlformats.org/drawingml/2006/main">
            <a:r>
              <a:t/>
            </a:r>
          </a:p>
          <a:p xmlns:a="http://schemas.openxmlformats.org/drawingml/2006/main">
            <a:r>
              <a:t>ASR-QA-05 VIA 변경 용이성</a:t>
            </a:r>
          </a:p>
          <a:p xmlns:a="http://schemas.openxmlformats.org/drawingml/2006/main">
            <a:r>
              <a:t>정의: 모델/Agent/정보원/기능 계약의 변화를 다른 사용자 기능을 유지하면서 수용하는 능력</a:t>
            </a:r>
          </a:p>
          <a:p xmlns:a="http://schemas.openxmlformats.org/drawingml/2006/main">
            <a:r>
              <a:t>측정 지표: 평균 변경 기능 책임 단위 수(개/과제) = 6개 변경의 고유 수정 책임 수 합/6</a:t>
            </a:r>
          </a:p>
          <a:p xmlns:a="http://schemas.openxmlformats.org/drawingml/2006/main">
            <a:r>
              <a:t>목표: 평균 3개 이하, 과제별5개 이하</a:t>
            </a:r>
          </a:p>
          <a:p xmlns:a="http://schemas.openxmlformats.org/drawingml/2006/main">
            <a:r>
              <a:t>목표 근거: adapter/생산/소비 약3개 책임에 일상 변경을 국소화. 동일 U01~18 registry와 기존 기능/권한/P21 회귀 유지 (§6)</a:t>
            </a:r>
          </a:p>
          <a:p xmlns:a="http://schemas.openxmlformats.org/drawingml/2006/main">
            <a:r>
              <a:t>보호 조건: 과제별 ≤5개, 6개 완료/필수 회귀 충족</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§6</a:t>
            </a:r>
          </a:p>
          <a:p xmlns:a="http://schemas.openxmlformats.org/drawingml/2006/main">
            <a:r>
              <a:t>변경 용이성</a:t>
            </a:r>
          </a:p>
          <a:p xmlns:a="http://schemas.openxmlformats.org/drawingml/2006/main">
            <a:r>
              <a:t/>
            </a:r>
          </a:p>
          <a:p xmlns:a="http://schemas.openxmlformats.org/drawingml/2006/main">
            <a:r>
              <a:t>**관리 ID: ASR-QA-05 — VIA 변경 용이성.**</a:t>
            </a:r>
          </a:p>
          <a:p xmlns:a="http://schemas.openxmlformats.org/drawingml/2006/main">
            <a:r>
              <a:t/>
            </a:r>
          </a:p>
          <a:p xmlns:a="http://schemas.openxmlformats.org/drawingml/2006/main">
            <a:r>
              <a:t>### 6.1 정의와 대표 지표</a:t>
            </a:r>
          </a:p>
          <a:p xmlns:a="http://schemas.openxmlformats.org/drawingml/2006/main">
            <a:r>
              <a:t/>
            </a:r>
          </a:p>
          <a:p xmlns:a="http://schemas.openxmlformats.org/drawingml/2006/main">
            <a: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p>
          <a:p xmlns:a="http://schemas.openxmlformats.org/drawingml/2006/main">
            <a:r>
              <a:t/>
            </a:r>
          </a:p>
          <a:p xmlns:a="http://schemas.openxmlformats.org/drawingml/2006/main">
            <a:r>
              <a:t>```text</a:t>
            </a:r>
          </a:p>
          <a:p xmlns:a="http://schemas.openxmlformats.org/drawingml/2006/main">
            <a:r>
              <a:t>u_j = 과제 M-j에서 실제로 수정해야 하는 고유 책임 단위 ID의 수</a:t>
            </a:r>
          </a:p>
          <a:p xmlns:a="http://schemas.openxmlformats.org/drawingml/2006/main">
            <a:r>
              <a:t>ASR-QA-05 = (u_1 + ... + u_6) / 6, 낮을수록 좋음</a:t>
            </a:r>
          </a:p>
          <a:p xmlns:a="http://schemas.openxmlformats.org/drawingml/2006/main">
            <a:r>
              <a:t>```</a:t>
            </a:r>
          </a:p>
          <a:p xmlns:a="http://schemas.openxmlformats.org/drawingml/2006/main">
            <a:r>
              <a:t/>
            </a:r>
          </a:p>
          <a:p xmlns:a="http://schemas.openxmlformats.org/drawingml/2006/main">
            <a: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p>
          <a:p xmlns:a="http://schemas.openxmlformats.org/drawingml/2006/main">
            <a:r>
              <a:t/>
            </a:r>
          </a:p>
          <a:p xmlns:a="http://schemas.openxmlformats.org/drawingml/2006/main">
            <a:r>
              <a:t>### 6.2 공통 변경 책임 registry</a:t>
            </a:r>
          </a:p>
          <a:p xmlns:a="http://schemas.openxmlformats.org/drawingml/2006/main">
            <a:r>
              <a:t/>
            </a:r>
          </a:p>
          <a:p xmlns:a="http://schemas.openxmlformats.org/drawingml/2006/main">
            <a:r>
              <a:t>동일한 기능 책임을 A/B에서 같은 ID에 대응한다. 이 단위는 아키텍처 비교의 채점 단위이며 기존 정식 Component 명칭을 대체하는 새 Component/Module 이름이 아니다.</a:t>
            </a:r>
          </a:p>
          <a:p xmlns:a="http://schemas.openxmlformats.org/drawingml/2006/main">
            <a:r>
              <a:t/>
            </a:r>
          </a:p>
          <a:p xmlns:a="http://schemas.openxmlformats.org/drawingml/2006/main">
            <a:r>
              <a:t>| ID | 수정 여부를 검사하는 책임 | 실제 owner/경로 |</a:t>
            </a:r>
          </a:p>
          <a:p xmlns:a="http://schemas.openxmlformats.org/drawingml/2006/main">
            <a:r>
              <a:t>| --- | --- | --- |</a:t>
            </a:r>
          </a:p>
          <a:p xmlns:a="http://schemas.openxmlformats.org/drawingml/2006/main">
            <a:r>
              <a:t>| U01 | 자연어 의미 생산 prompt/해석 규칙 | Request Interpreter의 A 모델 제어 또는 B frame/부분 해석 |</a:t>
            </a:r>
          </a:p>
          <a:p xmlns:a="http://schemas.openxmlformats.org/drawingml/2006/main">
            <a:r>
              <a:t>| U02 | 유한 표현의 dispatch/항목 해결/코드 결합 | 41B Request Resolution Engine. A에 같은 코드 책임이 없으면 변경 0 |</a:t>
            </a:r>
          </a:p>
          <a:p xmlns:a="http://schemas.openxmlformats.org/drawingml/2006/main">
            <a:r>
              <a:t>| U03 | 의미/frame/조건 표현의 공통 검증 계약 | Request Interpreter의 공통 의미 제안 검증기와 해당 schema |</a:t>
            </a:r>
          </a:p>
          <a:p xmlns:a="http://schemas.openxmlformats.org/drawingml/2006/main">
            <a:r>
              <a:t>| U04 | 요청 채택/질문 focus/입력 hold 규칙 | Request Controller |</a:t>
            </a:r>
          </a:p>
          <a:p xmlns:a="http://schemas.openxmlformats.org/drawingml/2006/main">
            <a:r>
              <a:t>| U05 | 입력/전달 시각과 실제 재생 제어 | Interaction Manager |</a:t>
            </a:r>
          </a:p>
          <a:p xmlns:a="http://schemas.openxmlformats.org/drawingml/2006/main">
            <a:r>
              <a:t>| U06 | 응답 내용/게시/실제 전달 원장 | Response Manager |</a:t>
            </a:r>
          </a:p>
          <a:p xmlns:a="http://schemas.openxmlformats.org/drawingml/2006/main">
            <a:r>
              <a:t>| U07 | Task/Execution/업무 명령/질문 현재성 | Task Manager |</a:t>
            </a:r>
          </a:p>
          <a:p xmlns:a="http://schemas.openxmlformats.org/drawingml/2006/main">
            <a:r>
              <a:t>| U08 | 중앙 continuation 또는 Stage/window 흐름 | Request Controller의 44A/B 진행 경로 |</a:t>
            </a:r>
          </a:p>
          <a:p xmlns:a="http://schemas.openxmlformats.org/drawingml/2006/main">
            <a:r>
              <a:t>| U09 | 근거 source adapter와 정규 원본 port | Context Manager |</a:t>
            </a:r>
          </a:p>
          <a:p xmlns:a="http://schemas.openxmlformats.org/drawingml/2006/main">
            <a:r>
              <a:t>| U10 | 요청별 원본 조합/검색/cache 의미 | 45A Context Composer |</a:t>
            </a:r>
          </a:p>
          <a:p xmlns:a="http://schemas.openxmlformats.org/drawingml/2006/main">
            <a:r>
              <a:t>| U11 | 공통 과거 관계 생산/coverage/무효화 | 45B Memory Publisher |</a:t>
            </a:r>
          </a:p>
          <a:p xmlns:a="http://schemas.openxmlformats.org/drawingml/2006/main">
            <a:r>
              <a:t>| U12 | 게시 관계 조회/부분 범위 보완 | 45B Evidence Reader |</a:t>
            </a:r>
          </a:p>
          <a:p xmlns:a="http://schemas.openxmlformats.org/drawingml/2006/main">
            <a:r>
              <a:t>| U13 | 대화↔업무 명령/접수/반영 계약 | 42A 내부 공동 확정 또는 42B 독립 hand-off |</a:t>
            </a:r>
          </a:p>
          <a:p xmlns:a="http://schemas.openxmlformats.org/drawingml/2006/main">
            <a:r>
              <a:t>| U14 | 저장 schema/이행/복원 | State Store와 해당 논리 owner |</a:t>
            </a:r>
          </a:p>
          <a:p xmlns:a="http://schemas.openxmlformats.org/drawingml/2006/main">
            <a:r>
              <a:t>| U15 | cloud provider wire/usage/중단 adapter | Model Access |</a:t>
            </a:r>
          </a:p>
          <a:p xmlns:a="http://schemas.openxmlformats.org/drawingml/2006/main">
            <a:r>
              <a:t>| U16 | 외부 Agent protocol/capability adapter | Agent Gateway |</a:t>
            </a:r>
          </a:p>
          <a:p xmlns:a="http://schemas.openxmlformats.org/drawingml/2006/main">
            <a:r>
              <a:t>| U17 | 허용/동의/삭제 정책의 판정 | Policy Manager |</a:t>
            </a:r>
          </a:p>
          <a:p xmlns:a="http://schemas.openxmlformats.org/drawingml/2006/main">
            <a:r>
              <a:t>| U18 | 삭제/정정의 소비자 파생물 처리 계약 | 해당 cache/게시/Context owner. 동일 U10~12 내부 수정이면 그 단위만 세고 U18 중복 금지 |</a:t>
            </a:r>
          </a:p>
          <a:p xmlns:a="http://schemas.openxmlformats.org/drawingml/2006/main">
            <a:r>
              <a:t/>
            </a:r>
          </a:p>
          <a:p xmlns:a="http://schemas.openxmlformats.org/drawingml/2006/main">
            <a: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p>
          <a:p xmlns:a="http://schemas.openxmlformats.org/drawingml/2006/main">
            <a:r>
              <a:t/>
            </a:r>
          </a:p>
          <a:p xmlns:a="http://schemas.openxmlformats.org/drawingml/2006/main">
            <a:r>
              <a:t>### 6.3 여섯 변경 과제의 입력과 완료 조건</a:t>
            </a:r>
          </a:p>
          <a:p xmlns:a="http://schemas.openxmlformats.org/drawingml/2006/main">
            <a:r>
              <a:t/>
            </a:r>
          </a:p>
          <a:p xmlns:a="http://schemas.openxmlformats.org/drawingml/2006/main">
            <a:r>
              <a:t>| 과제 | 고정한 변경 요구 | 완료 판별과 필수 회귀 |</a:t>
            </a:r>
          </a:p>
          <a:p xmlns:a="http://schemas.openxmlformats.org/drawingml/2006/main">
            <a:r>
              <a:t>| --- | --- | --- |</a:t>
            </a:r>
          </a:p>
          <a:p xmlns:a="http://schemas.openxmlformats.org/drawingml/2006/main">
            <a: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p>
          <a:p xmlns:a="http://schemas.openxmlformats.org/drawingml/2006/main">
            <a:r>
              <a:t>| M-02 Agent protocol 교체 | 메일 Agent의 submit/cancel wire envelope와 receipt format 변경. 접수/미확인/완료의 상위 의미는 유지 | 같은 command ID/중복/취소/역순 event oracle 유지. Gateway 정규화로 끝나는 변경이면 U16만 수정 |</a:t>
            </a:r>
          </a:p>
          <a:p xmlns:a="http://schemas.openxmlformats.org/drawingml/2006/main">
            <a:r>
              <a:t>| M-03 Context source 교체 | 일정 source의 필드명/타임존 envelope 변경, 정규 시간/version/권한 port는 동일 | S3-03의 최신 BUSY/대체 시간/조건적 생성 금지 동일. U09에서 흡수 가능한 strong A/B 허용 |</a:t>
            </a:r>
          </a:p>
          <a:p xmlns:a="http://schemas.openxmlformats.org/drawingml/2006/main">
            <a: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p>
          <a:p xmlns:a="http://schemas.openxmlformats.org/drawingml/2006/main">
            <a: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p>
          <a:p xmlns:a="http://schemas.openxmlformats.org/drawingml/2006/main">
            <a: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p>
          <a:p xmlns:a="http://schemas.openxmlformats.org/drawingml/2006/main">
            <a:r>
              <a:t/>
            </a:r>
          </a:p>
          <a:p xmlns:a="http://schemas.openxmlformats.org/drawingml/2006/main">
            <a: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p>
          <a:p xmlns:a="http://schemas.openxmlformats.org/drawingml/2006/main">
            <a:r>
              <a:t/>
            </a:r>
          </a:p>
          <a:p xmlns:a="http://schemas.openxmlformats.org/drawingml/2006/main">
            <a:r>
              <a:t>### 6.4 목표와 과제 근거</a:t>
            </a:r>
          </a:p>
          <a:p xmlns:a="http://schemas.openxmlformats.org/drawingml/2006/main">
            <a:r>
              <a:t/>
            </a:r>
          </a:p>
          <a:p xmlns:a="http://schemas.openxmlformats.org/drawingml/2006/main">
            <a: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p>
          <a:p xmlns:a="http://schemas.openxmlformats.org/drawingml/2006/main">
            <a:r>
              <a:t/>
            </a:r>
          </a:p>
          <a:p xmlns:a="http://schemas.openxmlformats.org/drawingml/2006/main">
            <a: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p>
          <a:p xmlns:a="http://schemas.openxmlformats.org/drawingml/2006/main">
            <a:r>
              <a:t/>
            </a:r>
          </a:p>
          <a:p xmlns:a="http://schemas.openxmlformats.org/drawingml/2006/main">
            <a: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p>
          <a:p xmlns:a="http://schemas.openxmlformats.org/drawingml/2006/main">
            <a:r>
              <a:t/>
            </a:r>
          </a:p>
          <a:p xmlns:a="http://schemas.openxmlformats.org/drawingml/2006/main">
            <a:r>
              <a:t>### 6.5 수행 절차와 DP 영향</a:t>
            </a:r>
          </a:p>
          <a:p xmlns:a="http://schemas.openxmlformats.org/drawingml/2006/main">
            <a:r>
              <a:t/>
            </a:r>
          </a:p>
          <a:p xmlns:a="http://schemas.openxmlformats.org/drawingml/2006/main">
            <a:r>
              <a:t>1. 동일 후보 설명/계약 snapshot과 registry를 고정하고 여섯 과제를 각각 원래 snapshot에서 시작한다. M-01 완료 결과를 M-02의 기본 구조로 누적하지 않는다.</a:t>
            </a:r>
          </a:p>
          <a:p xmlns:a="http://schemas.openxmlformats.org/drawingml/2006/main">
            <a:r>
              <a:t>2. 요구를 충족하는 최소한의 강한 수정안을 작성한다. A의 내부 API/cache/부분 갱신, B의 안정된 schema/독립 owner를 허용한다. 작업량을 늘리는 불필요한 재설계는 세지 않는다.</a:t>
            </a:r>
          </a:p>
          <a:p xmlns:a="http://schemas.openxmlformats.org/drawingml/2006/main">
            <a:r>
              <a:t>3. U01~18 각각에 `CHANGED 또는 UNCHANGED, 이유, 변경 전/후 계약, patch/evidence_ref`를 채운다. 비참여 단위도 공란 대신 동일 계약 유지 이유를 기록한다.</a:t>
            </a:r>
          </a:p>
          <a:p xmlns:a="http://schemas.openxmlformats.org/drawingml/2006/main">
            <a:r>
              <a:t>4. 완료 oracle와 기존 정답/시간/권한/중복 회귀를 검사한다. 설계 patch는 계약과 사건 walkthrough로 검토하고 구현 patch는 해당 실행 검사를 병기한다. 두 증거 수준을 섞지 않는다.</a:t>
            </a:r>
          </a:p>
          <a:p xmlns:a="http://schemas.openxmlformats.org/drawingml/2006/main">
            <a:r>
              <a:t>5. 여섯 변경 집합/개수와 평균, 최대값을 보고한다. 변경량과 별도로 이행/배포/검증 부담을 서술한다.</a:t>
            </a:r>
          </a:p>
          <a:p xmlns:a="http://schemas.openxmlformats.org/drawingml/2006/main">
            <a:r>
              <a:t/>
            </a:r>
          </a:p>
          <a:p xmlns:a="http://schemas.openxmlformats.org/drawingml/2006/main">
            <a: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p>
          <a:p xmlns:a="http://schemas.openxmlformats.org/drawingml/2006/main">
            <a:r>
              <a:t/>
            </a:r>
          </a:p>
          <a:p xmlns:a="http://schemas.openxmlformats.org/drawingml/2006/main">
            <a:r>
              <a:t>#### M-06 추가 기능 회귀: 명시적 선호 등록</a:t>
            </a:r>
          </a:p>
          <a:p xmlns:a="http://schemas.openxmlformats.org/drawingml/2006/main">
            <a:r>
              <a:t/>
            </a:r>
          </a:p>
          <a:p xmlns:a="http://schemas.openxmlformats.org/drawingml/2006/main">
            <a:r>
              <a:t>S1-03은 대표 묶음에서 제외했지만 필수 User Memory 기능을 삭제하지 않는다. M-06 변경 전후에 아래 원본 등록 oracle와 철회·삭제 회귀를 확인한다. P21 정확성 분모에는 중복 가산하지 않는다.</a:t>
            </a:r>
          </a:p>
          <a:p xmlns:a="http://schemas.openxmlformats.org/drawingml/2006/main">
            <a:r>
              <a:t/>
            </a:r>
          </a:p>
          <a:p xmlns:a="http://schemas.openxmlformats.org/drawingml/2006/main">
            <a:r>
              <a:t>**초기 상황:** User Memory에는 비교 형식 선호가 없다. 기존 M언어는 “설명 언어=한국어”이며 변경 대상이 아니다. 사용자의 명시적 장기 선호 등록을 VIA 내부에 저장하는 권한은 허용된다.</a:t>
            </a:r>
          </a:p>
          <a:p xmlns:a="http://schemas.openxmlformats.org/drawingml/2006/main">
            <a:r>
              <a:t/>
            </a:r>
          </a:p>
          <a:p xmlns:a="http://schemas.openxmlformats.org/drawingml/2006/main">
            <a:r>
              <a:t>**입력:** “앞으로 비교 결과는 표로 보여주는 걸 선호한다고 기억해줘.”</a:t>
            </a:r>
          </a:p>
          <a:p xmlns:a="http://schemas.openxmlformats.org/drawingml/2006/main">
            <a:r>
              <a:t/>
            </a:r>
          </a:p>
          <a:p xmlns:a="http://schemas.openxmlformats.org/drawingml/2006/main">
            <a:r>
              <a:t>**사건 순서:** E0: 발화 0~3초. E1: 저장 뒤 공통 User Memory 조회 port로 사용자/적용 범위/값을 확인한다. 외부 Agent 사건이나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목표=지속적인 비교 결과 형식 선호 등록. 일회성 표 응답이나 외부 문서 작성으로 바꾸지 않는다. |</a:t>
            </a:r>
          </a:p>
          <a:p xmlns:a="http://schemas.openxmlformats.org/drawingml/2006/main">
            <a:r>
              <a:t>| C2 대상/근거 | 근거=이번 발화. 선호의 대상=비교 결과, 형식=표. 다른 사용자의 Memory를 사용하지 않는다. |</a:t>
            </a:r>
          </a:p>
          <a:p xmlns:a="http://schemas.openxmlformats.org/drawingml/2006/main">
            <a:r>
              <a:t>| C3 대화/업무 연결 | 현재 사용자/설정 관리에 연결. 새 외부 업무나 T보호 연결 없음. |</a:t>
            </a:r>
          </a:p>
          <a:p xmlns:a="http://schemas.openxmlformats.org/drawingml/2006/main">
            <a:r>
              <a:t>| C4 조건/변경 범위 | 지속 범위=이 사용자의 향후 비교 결과. 모든 답변을 표로 제한하거나 M언어를 변경하지 않는다. |</a:t>
            </a:r>
          </a:p>
          <a:p xmlns:a="http://schemas.openxmlformats.org/drawingml/2006/main">
            <a:r>
              <a:t>| C5 실제 효과/상태 | 공통 조회에서 비교 결과 형식 선호=표가 확인된다. 중복/다른 선호 변경과 외부 Action=0. |</a:t>
            </a:r>
          </a:p>
          <a:p xmlns:a="http://schemas.openxmlformats.org/drawingml/2006/main">
            <a:r>
              <a:t>| C6 응답/실제 전달 | 필수 사실=“비교 결과는 표로 보여주는 선호를 기억했다”. 모든 답변/다른 사용자에 적용했다고 말하면 실패. |</a:t>
            </a:r>
          </a:p>
          <a:p xmlns:a="http://schemas.openxmlformats.org/drawingml/2006/main">
            <a:r>
              <a:t/>
            </a:r>
          </a:p>
          <a:p xmlns:a="http://schemas.openxmlformats.org/drawingml/2006/main">
            <a:r>
              <a:t/>
            </a:r>
          </a:p>
          <a:p xmlns:a="http://schemas.openxmlformats.org/drawingml/2006/main">
            <a:r>
              <a:t>ASR-QA-06 로컬 VIA 메모리 사용량</a:t>
            </a:r>
          </a:p>
          <a:p xmlns:a="http://schemas.openxmlformats.org/drawingml/2006/main">
            <a:r>
              <a:t>정의: 동일한 활동과 동시 부하에서 VIA가 로컬 PC에 할당해 유지하는 메모리의 최대량</a:t>
            </a:r>
          </a:p>
          <a:p xmlns:a="http://schemas.openxmlformats.org/drawingml/2006/main">
            <a:r>
              <a:t>측정 지표: 최대 전체 commit 메모리(MiB) = 동일 P21 5회 중 전체 process/고유 공유 allocation 동시 합 최대</a:t>
            </a:r>
          </a:p>
          <a:p xmlns:a="http://schemas.openxmlformats.org/drawingml/2006/main">
            <a:r>
              <a:t>목표: 4,096MiB(4GiB) 이하</a:t>
            </a:r>
          </a:p>
          <a:p xmlns:a="http://schemas.openxmlformats.org/drawingml/2006/main">
            <a:r>
              <a:t>목표 근거: 32GB급 Windows PC의 OS8/업무앱16/VIA4/여유4GiB 계획. 공통 allocation1792 + 추가여유2304MiB, 실제 RAM residency와 구별 (§7)</a:t>
            </a:r>
          </a:p>
          <a:p xmlns:a="http://schemas.openxmlformats.org/drawingml/2006/main">
            <a:r>
              <a:t>보호 조건: working-set ≤6GiB, 유휴 증가 ≤16MiB</a:t>
            </a:r>
          </a:p>
          <a:p xmlns:a="http://schemas.openxmlformats.org/drawingml/2006/main">
            <a:r>
              <a:t>출처:</a:t>
            </a:r>
          </a:p>
          <a:p xmlns:a="http://schemas.openxmlformats.org/drawingml/2006/main">
            <a:r>
              <a:t>Samsung NP960UJH-XG3IN 공식 사양: https://www.samsung.com/in/computers/galaxy-book/galaxy-book6-ultra-ultra-7-32gb-1tb-np960ujh-xg3in/</a:t>
            </a:r>
          </a:p>
          <a:p xmlns:a="http://schemas.openxmlformats.org/drawingml/2006/main">
            <a:r>
              <a:t>Microsoft PrivateUsage/commit 정의: https://learn.microsoft.com/en-us/windows/win32/api/psapi/ns-psapi-process_memory_counters_ex</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§7</a:t>
            </a:r>
          </a:p>
          <a:p xmlns:a="http://schemas.openxmlformats.org/drawingml/2006/main">
            <a:r>
              <a:t>메모리 사용량</a:t>
            </a:r>
          </a:p>
          <a:p xmlns:a="http://schemas.openxmlformats.org/drawingml/2006/main">
            <a:r>
              <a:t/>
            </a:r>
          </a:p>
          <a:p xmlns:a="http://schemas.openxmlformats.org/drawingml/2006/main">
            <a:r>
              <a:t>### 7.1 정의와 관측</a:t>
            </a:r>
          </a:p>
          <a:p xmlns:a="http://schemas.openxmlformats.org/drawingml/2006/main">
            <a:r>
              <a:t/>
            </a:r>
          </a:p>
          <a:p xmlns:a="http://schemas.openxmlformats.org/drawingml/2006/main">
            <a: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p>
          <a:p xmlns:a="http://schemas.openxmlformats.org/drawingml/2006/main">
            <a:r>
              <a:t/>
            </a:r>
          </a:p>
          <a:p xmlns:a="http://schemas.openxmlformats.org/drawingml/2006/main">
            <a:r>
              <a:t>### 7.2 공통 사용량과 단일 반복</a:t>
            </a:r>
          </a:p>
          <a:p xmlns:a="http://schemas.openxmlformats.org/drawingml/2006/main">
            <a:r>
              <a:t/>
            </a:r>
          </a:p>
          <a:p xmlns:a="http://schemas.openxmlformats.org/drawingml/2006/main">
            <a: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p>
          <a:p xmlns:a="http://schemas.openxmlformats.org/drawingml/2006/main">
            <a:r>
              <a:t/>
            </a:r>
          </a:p>
          <a:p xmlns:a="http://schemas.openxmlformats.org/drawingml/2006/main">
            <a:r>
              <a:t>### 7.3 목표값과 장치/과제 근거</a:t>
            </a:r>
          </a:p>
          <a:p xmlns:a="http://schemas.openxmlformats.org/drawingml/2006/main">
            <a:r>
              <a:t/>
            </a:r>
          </a:p>
          <a:p xmlns:a="http://schemas.openxmlformats.org/drawingml/2006/main">
            <a: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p>
          <a:p xmlns:a="http://schemas.openxmlformats.org/drawingml/2006/main">
            <a:r>
              <a:t/>
            </a:r>
          </a:p>
          <a:p xmlns:a="http://schemas.openxmlformats.org/drawingml/2006/main">
            <a: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p>
          <a:p xmlns:a="http://schemas.openxmlformats.org/drawingml/2006/main">
            <a:r>
              <a:t/>
            </a:r>
          </a:p>
          <a:p xmlns:a="http://schemas.openxmlformats.org/drawingml/2006/main">
            <a:r>
              <a:t>| 설명용 동시 할당 예산 | MiB | 포함할 것 |</a:t>
            </a:r>
          </a:p>
          <a:p xmlns:a="http://schemas.openxmlformats.org/drawingml/2006/main">
            <a:r>
              <a:t>| --- | --- | --- |</a:t>
            </a:r>
          </a:p>
          <a:p xmlns:a="http://schemas.openxmlformats.org/drawingml/2006/main">
            <a:r>
              <a:t>| UI/Core/runtime 기본 | 512 | process heap/언어 runtime/화면 UI |</a:t>
            </a:r>
          </a:p>
          <a:p xmlns:a="http://schemas.openxmlformats.org/drawingml/2006/main">
            <a:r>
              <a:t>| capture/전달 buffer | 512 | 같은 원본 보관/복사/전사/audio |</a:t>
            </a:r>
          </a:p>
          <a:p xmlns:a="http://schemas.openxmlformats.org/drawingml/2006/main">
            <a:r>
              <a:t>| 원문 Context/cache | 256 | source 발췌/현재/준비된 과거 |</a:t>
            </a:r>
          </a:p>
          <a:p xmlns:a="http://schemas.openxmlformats.org/drawingml/2006/main">
            <a:r>
              <a:t>| Task/요청/전달 상태 | 128 | 활성 상태와 pending 질문/receipt |</a:t>
            </a:r>
          </a:p>
          <a:p xmlns:a="http://schemas.openxmlformats.org/drawingml/2006/main">
            <a:r>
              <a:t>| DB/cache/영속 읽기 buffer | 128 | 디스크 DB bytes와 구별 |</a:t>
            </a:r>
          </a:p>
          <a:p xmlns:a="http://schemas.openxmlformats.org/drawingml/2006/main">
            <a:r>
              <a:t>| cloud call 임시 상태 | 64 | 최대 4호출 × 16MiB의 가정 |</a:t>
            </a:r>
          </a:p>
          <a:p xmlns:a="http://schemas.openxmlformats.org/drawingml/2006/main">
            <a:r>
              <a:t>| queue/직렬화/동시 burst | 128 | 제한 inbox/outbox/결과 copy |</a:t>
            </a:r>
          </a:p>
          <a:p xmlns:a="http://schemas.openxmlformats.org/drawingml/2006/main">
            <a:r>
              <a:t>| VAD/연동 helper 여유 | 64 | 실제 learned helper weights 있으면 그 안에 계상 |</a:t>
            </a:r>
          </a:p>
          <a:p xmlns:a="http://schemas.openxmlformats.org/drawingml/2006/main">
            <a:r>
              <a:t>| 기본 합계 | **1,792** | 위 항목들의 동시 상한 예시 |</a:t>
            </a:r>
          </a:p>
          <a:p xmlns:a="http://schemas.openxmlformats.org/drawingml/2006/main">
            <a:r>
              <a:t>| DP 추가 상태/큰 Context/변동 여유 | **2,304** | 4,096에서 남는 예산. 실제 측정값 아님 |</a:t>
            </a:r>
          </a:p>
          <a:p xmlns:a="http://schemas.openxmlformats.org/drawingml/2006/main">
            <a:r>
              <a:t/>
            </a:r>
          </a:p>
          <a:p xmlns:a="http://schemas.openxmlformats.org/drawingml/2006/main">
            <a: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p>
          <a:p xmlns:a="http://schemas.openxmlformats.org/drawingml/2006/main">
            <a:r>
              <a:t/>
            </a:r>
          </a:p>
          <a:p xmlns:a="http://schemas.openxmlformats.org/drawingml/2006/main">
            <a:r>
              <a:t>### 7.4 차이 기준과 자원 판정</a:t>
            </a:r>
          </a:p>
          <a:p xmlns:a="http://schemas.openxmlformats.org/drawingml/2006/main">
            <a:r>
              <a:t/>
            </a:r>
          </a:p>
          <a:p xmlns:a="http://schemas.openxmlformats.org/drawingml/2006/main">
            <a: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Overview: VIA 공통 책임과 41 → 44 → 45 → 42의 주요 비교 위치</a:t>
            </a:r>
          </a:p>
          <a:p xmlns:a="http://schemas.openxmlformats.org/drawingml/2006/main">
            <a:r>
              <a:t/>
            </a:r>
          </a:p>
          <a:p xmlns:a="http://schemas.openxmlformats.org/drawingml/2006/main">
            <a:r>
              <a:t>사용자 제공 VIA overall architecture(1000001540.jpg)의 경계, 영역, Component 이름과 배치를 편집 가능한 도형으로 재구성했다. NOS 레퍼런스(1000001497.png)의 품질 목표, DP 목록, 색상 점선과 반복 번호 표기 방식을 따른다.</a:t>
            </a:r>
          </a:p>
          <a:p xmlns:a="http://schemas.openxmlformats.org/drawingml/2006/main">
            <a:r>
              <a:t/>
            </a:r>
          </a:p>
          <a:p xmlns:a="http://schemas.openxmlformats.org/drawingml/2006/main">
            <a:r>
              <a:t>색상 점선은 참조 구조에 대한 주요 비교 위치다. 모든 의존성 또는 변경 영향의 전수 집합이 아니며, 특정 A/B/C가 채택된 최종 구조나 OS process 경계를 나타내지 않는다. 같은 Component에 여러 점선이 겹치면 서로 다른 결정 질문이 교차한다는 뜻이다. 새 대안의 Request Resolution Engine, Memory Publisher와 Repository 등은 비교 문서에서 읽으며 현 overview에 이미 구현된 Component로 추가하지 않는다.</a:t>
            </a:r>
          </a:p>
          <a:p xmlns:a="http://schemas.openxmlformats.org/drawingml/2006/main">
            <a:r>
              <a:t/>
            </a:r>
          </a:p>
          <a:p xmlns:a="http://schemas.openxmlformats.org/drawingml/2006/main">
            <a:r>
              <a:t>04-41: Request Interpreter의 해석과 Request Controller의 진행/채택 경계. 모델이 조회와 전체 의미를 제안하는 ReAct와 코드 Request Resolution Engine이 표현된 관계를 완성하는 비교다. Context Manager 및 Task Manager의 조회, Policy Manager와 Model Access는 관련 공통 계약이다.</a:t>
            </a:r>
          </a:p>
          <a:p xmlns:a="http://schemas.openxmlformats.org/drawingml/2006/main">
            <a:r>
              <a:t>04-42: Request Controller의 Conversation/Request 상태와 Task Manager/Agent Gateway의 업무/실행/전달 상태, State Store의 공동 또는 분리 확정 경계. Response Manager의 내구 전달 상태도 대화 측 관련 계약이다. 모듈화된 통합 Core와 독립 대화/업무 서비스의 상태 소유 및 실행 수명을 비교하며, 의미 생산의 중앙/분산 비교와 구별한다.</a:t>
            </a:r>
          </a:p>
          <a:p xmlns:a="http://schemas.openxmlformats.org/drawingml/2006/main">
            <a:r>
              <a:t>04-44: Interaction Manager, Request Controller 및 Response Manager를 잇는 후속 실행의 조직. 중앙 비동기 Orchestration/Mediator와 반응형 Dataflow/Pipes-and-Filters다. Task Manager/Agent Gateway의 확인된 질문/결과도 이 흐름에 들어오고 모델 자원은 공통이다. 반응형이 항상 빠르다는 측정 결론은 없다.</a:t>
            </a:r>
          </a:p>
          <a:p xmlns:a="http://schemas.openxmlformats.org/drawingml/2006/main">
            <a:r>
              <a:t>04-45: Context Manager의 근거 생산/조회/폐기와 State Store에 유지하는 기억. 원본 서비스 조합과 공통 파생 기억 저장소를 비교한다. 입력, Request, Task와 실제 전달 기록의 원본 소유자는 유지한다. 저장소만 추가하거나 State Store가 의미 권한을 가져가는 비교가 아니다.</a:t>
            </a:r>
          </a:p>
          <a:p xmlns:a="http://schemas.openxmlformats.org/drawingml/2006/main">
            <a:r>
              <a:t/>
            </a:r>
          </a:p>
          <a:p xmlns:a="http://schemas.openxmlformats.org/drawingml/2006/main">
            <a:r>
              <a:t>품질 목표는 ASR-QA-v6 원본에서 투영한 여섯 ASR-QA다. 정확성, 상호작용 응답시간, VIA 요청 처리시간, 모델 비용, 변경 용이성, 로컬 commit 메모리 순으로 우선한다. 선은 주된 설계 동기의 일부이며 전체 적용성 목록이나 효과 크기, 대안 우열을 뜻하지 않는다. 여섯 품질과 보호 조건은 네 비교에 모두 확인한다.</a:t>
            </a:r>
          </a:p>
          <a:p xmlns:a="http://schemas.openxmlformats.org/drawingml/2006/main">
            <a:r>
              <a:t>모델 배치는 04-40 공통 실행 계약을 따른다. VIA와 Request/Task/실제 전달의 권위 상태는 사용자 PC의 로컬 owner가 관리한다. Interaction Manager 내부 Turn-Taking Control의 로컬 VAD가 발화 경계를 제공하고 즉시 재생 중단을 수행한다. Model Access는 클라우드 음성 모델과 별도 의미 LLM의 adapter, session/call, timeout/cancel/usage를 관리한다. 전사 의존성은 공급자별 inventory와 청구 항목으로 확인하며 별도 Streaming ASR을 공통 필수 모델로 확정하지 않는다. 모델 provider/checkpoint의 최종 채택이나 모델 서버 메모리를 로컬 VIA 메모리로 합산하지 않는다.</a:t>
            </a:r>
          </a:p>
          <a:p xmlns:a="http://schemas.openxmlformats.org/drawingml/2006/main">
            <a:r>
              <a:t>현재 P21은 21개 사례를 5회 독립 반복하며 모델 비용 목표는 $0.50/P21 이하다. 목표와 점수는 작성자 평가 기준이고 구현/모델 실행/측정 결과가 아니다. 기존 Reference Architecture와 QA catalog 및 ADR는 보존하며 이 발표 그림이 그것들을 일괄 변경하지 않는다.</a:t>
            </a:r>
          </a:p>
          <a:p xmlns:a="http://schemas.openxmlformats.org/drawingml/2006/main">
            <a:r>
              <a:t/>
            </a:r>
          </a:p>
          <a:p xmlns:a="http://schemas.openxmlformats.org/drawingml/2006/main">
            <a:r>
              <a:t>https://github.com/cbyche/via-sw-architecture/blob/main/docs/architecture/12-decisions/decision-packages/04-40-common-execution-contract.md</a:t>
            </a:r>
          </a:p>
          <a:p xmlns:a="http://schemas.openxmlformats.org/drawingml/2006/main">
            <a:r>
              <a:t>https://github.com/cbyche/via-sw-architecture/blob/main/docs/architecture/12-decisions/decision-packages/03-02-quality-attribute-definitions.md</a:t>
            </a:r>
          </a:p>
          <a:p xmlns:a="http://schemas.openxmlformats.org/drawingml/2006/main">
            <a:r>
              <a:t>https://github.com/cbyche/via-sw-architecture/blob/main/docs/architecture/12-decisions/target-architecture/architecture.md#4-component와-상태-소유권</a:t>
            </a:r>
          </a:p>
          <a:p xmlns:a="http://schemas.openxmlformats.org/drawingml/2006/main">
            <a:r>
              <a:t>04-41: https://github.com/cbyche/via-sw-architecture/blob/main/docs/architecture/12-decisions/decision-packages/04-41-request-resolution-control.md</a:t>
            </a:r>
          </a:p>
          <a:p xmlns:a="http://schemas.openxmlformats.org/drawingml/2006/main">
            <a:r>
              <a:t>04-42: https://github.com/cbyche/via-sw-architecture/blob/main/docs/architecture/12-decisions/decision-packages/04-42-lifecycle-ownership.md</a:t>
            </a:r>
          </a:p>
          <a:p xmlns:a="http://schemas.openxmlformats.org/drawingml/2006/main">
            <a:r>
              <a:t>04-44: https://github.com/cbyche/via-sw-architecture/blob/main/docs/architecture/12-decisions/decision-packages/04-44-continuous-interaction.md</a:t>
            </a:r>
          </a:p>
          <a:p xmlns:a="http://schemas.openxmlformats.org/drawingml/2006/main">
            <a:r>
              <a:t>04-45: https://github.com/cbyche/via-sw-architecture/blob/main/docs/architecture/12-decisions/decision-packages/04-45-memory-and-context.md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경험 2: 계속되는 입력과 비동기 업무 결과</a:t>
            </a:r>
          </a:p>
          <a:p xmlns:a="http://schemas.openxmlformats.org/drawingml/2006/main">
            <a:r>
              <a:t>보고서 작성과 내일 오후 3시 팀 회의 안내 메일 초안은 서로 독립적인 두 업무이며 보고서 결과에 의존하는 메일이 아니다. 메일 초안만 요청하며 발송 권한을 주지 않는다. 공급업체 견적 업무는 이 발화 전에 이미 맡긴 별도 업무다.</a:t>
            </a:r>
          </a:p>
          <a:p xmlns:a="http://schemas.openxmlformats.org/drawingml/2006/main">
            <a:r>
              <a:t>VIA가 두 업무의 위임을 진행하는 동안 사용자가 끼어들어 보고서만 국내 매출로 정정하고, 견적 Agent의 결과도 겹쳐 들어오는 설명용 장면이다. 발화 시작 시 음성 재생은 즉시 중단하고 계속 듣는다. 발화 중 견적 음성 알림을 재생하지 않는다. 견적 결과 수신을 결과 전달 완료로 간주하지 않는다. 국내 매출 정정은 보고서 업무에만 연결하고 회의 메일과 견적 업무에는 적용하지 않는다. 마지막 두 화살표는 해야 하는 연결을 표현하며 실제 병렬 수행·반환 순서 또는 Agent 적용 완료를 확정하지 않는다. 이 페이지는 구조 대안·우선순위 정책·성능 결과를 선택하지 않는다.</a:t>
            </a:r>
          </a:p>
          <a:p xmlns:a="http://schemas.openxmlformats.org/drawingml/2006/main">
            <a:r>
              <a:t>이 장면은 요청과 관계의 이해, 계속되는 실행 연결, 대화·업무 맥락의 유지, 서로 다른 업무 상태 추적이 필요한 이유를 소개한다. DP 번호와 세부 상태 schema는 다음 비교 페이지에서 다룬다.</a:t>
            </a:r>
          </a:p>
          <a:p xmlns:a="http://schemas.openxmlformats.org/drawingml/2006/main">
            <a:r>
              <a:t>근거: docs/architecture/05-representative-use-cases.md UC-09/10/11/13/14 및 §5.2. 사용자 2026-10-10 발표 리뷰.</a:t>
            </a:r>
          </a:p>
          <a:p xmlns:a="http://schemas.openxmlformats.org/drawingml/2006/main">
            <a:r>
              <a:t>삽화: builtin imagegen 생성 설명용 이미지이며 실제 제품 화면·측정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실행 연결(44), 과거 정보 공급(45), 대화/업무 상태 권한(42)을 다시 선택하지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DP42 근거: docs/architecture/12-decisions/decision-packages/04-42-lifecycle-ownership.md §1~3 및 main-figure review. 타임라인 길이는 설명용이며 시간·성능 측정 값이 아니다. 음성 연결 종료는 Conversation·Task 취소/삭제가 아니다. Conversation/Request/Task/Execution의 서로 다른 논리 수명은 양안 공통이다. 첫 Request 처리가 끝나는 것은 확인된 위임 접수 등 요청 처리의 종료이지 보고서 실행 완료가 아니다. 외부 Agent는 요청 처리와 음성 연결에 독립적으로 보고서 작성을 계속하고 결과를 VIA에 통지한다. 돌아온 사용자 정정은 새로운 Request이며 같은 보고서 업무에 연결되어 새 수정 실행을 만들 수 있다. 업무 이력의 연속 실선은 처음 작성 실행이 계속 살아있거나 완료 Task가 영원히 실행중이라는 뜻이 아니다. A는 모듈형 통합 Core의 대화/업무 상태 소유와 관련 로컬 변경의 공동 확정, B는 독립 대화/업무 서비스의 상태 권한과 commands/receipts/events 협력을 비교한다. 양안 모두 이 장면을 수행한다. 정상 장면의 정확성·응답성·호출비용에 B의 자동 이익을 주장하지 않으며 장애·업데이트를 대표 이익으로 쓰지 않는다. 조건부 독립 수명/장애 격리와 cross-service coordination 비용은 다음 비교에서 설명한다.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필요성에서는 QA/DP ID를 직접 언급하지 않는다. 이전 필요성의 정정과 조건 보존, 지속 입력, 변화 수용을 유지하고 모델 비용과 로컬 자원 원인을 추가했다. VIA 내부 기술과 외부 Downstream Agent의 역할을 구별한다.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간단한 전체 흐름을 먼저 설명한 뒤 요구사항, QA와 상세 Component 지도 순서로 확대한다. local VAD는 음성 인식 모델이 아니다. Context와 Task는 Component 이름이 아니라 데이터/개념이다. 클라우드 모델 서비스가 영속 업무 상태의 유일 원본이 아니다.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근거는 docs/architecture/03-fixed-architecture-scope.md, 05-representative-use-cases.md, 04-40 공통 계약과 03-02 여섯 품질 정의다. 요구 수집 인터뷰를 수행했다는 주장을 추가하지 않는다. 원래 기능/제약과 DP 직접 영향 매핑은 다음 원본 슬라이드에 그대로 유지된다.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QA-02는 135관측, QA-03은 95사이클의 기존 정의를 유지한다. 10초 목표를 외부 보고서 작성 완료 보장으로 설명하지 않는다. 병렬 구간의 중복 합산을 피하는 기존 귀속 계약과 보호 조건은 appendix 원본 metric에 남아 있다.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FR/C → DP 직접 영향 표를 유지하며 앞의 필요성, 고정 QA와 실제 구조 질문을 연결한다. 상호작용 응답/처리/비용/메모리의 직접 경로를 숨기지 않는다. 42의 서비스 분리가 자동 정확성/변경 우위라는 주장으로 사용하지 않는다.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22장의 구조/흐름/schema는 appendix에 보존한다. 이 본문은 실제 다른 실행 책임과 반환 상태를 확대했다. A 모델이 다음 조회/전체 의미를 결정하고 B Engine 코드가 항목 상태로 조회/부분 해석/전체 결합을 결정한다. B는 한 번 호출 보장이 아니다. 전체 QA는 평가 전. A/B 메모리는 공통 계약 예산 1792/1760MiB이다.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B의 Request Interpreter 출력이 바로 게시되는 것이 아니다. 의미 제안은 Input Resolution Stage/Request Controller에서 채택하고, 채택 의미 또는 Task Notice Stage의 유효 Notice를 입력으로 Response Composer가 후보를 생산한다. 이후 입력/알림/전달 조건과 Join한다. 중앙 완료 회수와 단계별 진행이 핵심 대비다. 실제 표시/재생 원장을 생성 완료와 구별한다. 지역 0.060/0.050초는 appendix 계산 가정이며 전체 QA-02 실측 차이가 아니다.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current Query 수명의 구성 책임과 B 공통 관계 생산/Repository/Coverage 유지 및 독립 현재 Reader가 다르다. 원본 owner는 그대로다. 예외 문구와 결과 참조 일부만 생산하는 PARTIAL 예시이며 현재 요청의 정답은 저장하지 않는다. Model Access는 공통 cloud adapter로 B Publisher의 필요한 의미 생산에도 사용된다. 지역 과거 처리 비용은 전체 P21 청구가 아니다.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DP42 title의 정확성은 semantic model 우위가 아니라 대화/질문/Task 관계와 receipt 반영의 정확성이다. A strong modular local Core retains separate logical lifetimes. B has distinct local state authorities and execution lifetimes; command/receipt and reconciliation are actual costs. No automatic semantic/modifiability win. Local commit 0.010/0.025 seconds in appendix is an assumption, not whole QA03 measurement. ACK 전 DISPATCHING은 UNKNOWN이며 업무 gate 적용 ACK와 hold 요청 시각을 혼동하지 않는다.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요구 매핑을 재확인한다. 여섯 QA 우선순위는 원본 그대로이며 새 기준을 추가하지 않는다. C1/C2와 공통 실행 계약을 유지한다. 이 요약을 최종 Architecture 선택으로 읽지 않는다.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 발표자료의 구현/평가/채택 결론을 VIA의 사실로 복사하지 않는다. 현재 단계에 맞는 검토 종료와 향후 확인 사항을 설명한다. 향후 실행을 자동 승인하는 문서가 아니다.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내용을 삭제하지 말라는 사용자 지시를 위해 원본 32장을 전부 byte-identical로 보존했다. 원본 8~17은 appendix 첫 상세 구역에 배치한다. 새 본문으로 대체된 원본 비교 22/25/28/31도 여기에 남는다.</a:t>
            </a:r>
          </a:p>
          <a:p xmlns:a="http://schemas.openxmlformats.org/drawingml/2006/main">
            <a:r>
              <a:t/>
            </a:r>
          </a:p>
          <a:p xmlns:a="http://schemas.openxmlformats.org/drawingml/2006/main">
            <a:r>
              <a:t>출처: docs/architecture/12-decisions/decision-packages/04-40-common-execution-contract.md; 03-02-quality-attribute-definitions.md; 04-41/44/45/42. 발표 편집이며 QA 정의, Architecture 선택, 구현과 측정 결과를 변경하지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입력의 지칭, Task 연결, 요청 간 순서와 유지 조건을 함께 완성해야 하는 문제다. 표의 오른쪽은 확인 후 완성해야 할 내용이며 최초 입력에 정답 Task를 제공한다는 뜻이 아니다. 추가 조회와 뜻 해석은 서로 영향을 준다. 최종 의미의 검증/채택과 실제 업무 실행을 구별한다. 보고서 수정과 메일 초안 작성은 Downstream Agent가 담당한다. 45의 과거 근거 공급 방식은 여기서 선택하지 않는다.</a:t>
            </a:r>
          </a:p>
          <a:p xmlns:a="http://schemas.openxmlformats.org/drawingml/2006/main">
            <a:r>
              <a:t/>
            </a:r>
          </a:p>
          <a:p xmlns:a="http://schemas.openxmlformats.org/drawingml/2006/main">
            <a:r>
              <a:t>출처: docs/architecture/12-decisions/decision-packages/04-41-request-resolution-control.md; 04-40-common-execution-contract.md. A/B 미선정, 미구현, 미측정 상태의 공통 문제를 설명한다.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새 발화 때 로컬 재생을 즉시 중단하며 의미 해석과 외부 Task 취소 완료를 기다리지 않는다. 메일 업무 자체는 별도로 유지된다. 지금 그림은 공통 사건의 예이며 A/B의 Component 배치를 나타내지 않는다. 질문은 input 해결 상태에 맞춰 보류하거나 적절한 차례에 전달할 수 있다. 표 설명 후 질문 전달은 예시이지 모든 상황의 고정 우선순위가 아니다. 늦은 후보의 현재성을 확인하고 실제 표시/재생 결과로 후속 처리를 이어가야 한다. 선의 길이나 간격은 실측 시간이 아니다.</a:t>
            </a:r>
          </a:p>
          <a:p xmlns:a="http://schemas.openxmlformats.org/drawingml/2006/main">
            <a:r>
              <a:t/>
            </a:r>
          </a:p>
          <a:p xmlns:a="http://schemas.openxmlformats.org/drawingml/2006/main">
            <a:r>
              <a:t>출처: docs/architecture/12-decisions/decision-packages/04-44-continuous-interaction.md; 04-40-common-execution-contract.md. A/B 미선정, 미구현, 미측정 상태의 공통 문제를 설명한다.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과거 평가 기준은 VIA가 실제 전달한 설명이고 제품 조사와 견적은 서로 다른 Task/Agent의 확인된 결과다. 조회 화살표는 공통 근거 제공 요구를 나타내며 별도 공통 저장소나 사전 생산을 선택하지 않는다. ID/버전은 기존 설명 사례의 참조이고 측정 fixture를 새로 정한 것이 아니다. 현재 Task 사실과 권한은 원본 owner에게 확인한다. 과거 근거를 연결하고 필요한 발췌/참조를 제공하는 일은 VIA, 자료 분석과 제안서 작성은 Downstream Agent의 책임이다. 재사용은 가능한 필요를 보여주며 전부 미리 생산해야 한다는 결론이 아니다. 이번 요청의 최종 대상/의미를 정하는 41과 과거 근거 공급을 구별한다.</a:t>
            </a:r>
          </a:p>
          <a:p xmlns:a="http://schemas.openxmlformats.org/drawingml/2006/main">
            <a:r>
              <a:t/>
            </a:r>
          </a:p>
          <a:p xmlns:a="http://schemas.openxmlformats.org/drawingml/2006/main">
            <a:r>
              <a:t>출처: docs/architecture/12-decisions/decision-packages/04-45-memory-and-context.md; 04-40-common-execution-contract.md. A/B 미선정, 미구현, 미측정 상태의 공통 문제를 설명한다.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R1은 최초 위임, R2는 기존 보고서의 확인된 진행 조회, R3는 같은 보고서 결론 수정의 개념 사례다. 원본 배경처럼 보고서 Task identity는 유지되며 완료한 첫 작성 X1과 후속 수정 X2를 구별한다. R1의 요청 처리 종료는 외부 Agent의 접수 확인 후이며 업무 실행 완료를 뜻하지 않는다. 음성 연결이 꺼져도 Conversation은 유지한다. 이 선은 데이터/참조의 개념 관계이며 process 배치나 A/B 선택 그림이 아니다. 이번 초점은 해석 후 관련 대화/업무 상태를 어느 권위가 유지하고 확정하는가다. 자연어 해석은 41, 사건 후속 실행은 44에서 다룬다. 의미 모델을 transaction 안에서 실행하거나 서비스 분리를 정확성/변경 우위로 주장하지 않는다.</a:t>
            </a:r>
          </a:p>
          <a:p xmlns:a="http://schemas.openxmlformats.org/drawingml/2006/main">
            <a:r>
              <a:t/>
            </a:r>
          </a:p>
          <a:p xmlns:a="http://schemas.openxmlformats.org/drawingml/2006/main">
            <a:r>
              <a:t>출처: docs/architecture/12-decisions/decision-packages/04-42-lifecycle-ownership.md; 04-40-common-execution-contract.md. A/B 미선정, 미구현, 미측정 상태의 공통 문제를 설명한다.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V2Clone_initial01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V2Clone_initial02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V2Clone_initial03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V2Clone_initial04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V2Clone_initial06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V2Clone_initial07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V2Native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V3Background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_rels/V2Clone_initial01_slideLayout1.xml.rels><?xml version='1.0' encoding='utf-8'?>
<Relationships xmlns="http://schemas.openxmlformats.org/package/2006/relationships"><Relationship Type="http://schemas.openxmlformats.org/officeDocument/2006/relationships/slideMaster" Target="/ppt/slideMasters/V2Clone_initial01_slideMaster1.xml" Id="R7c330a515c6646fd" /></Relationships>
</file>

<file path=ppt/slideLayouts/_rels/V2Clone_initial02_slideLayout1.xml.rels><?xml version='1.0' encoding='utf-8'?>
<Relationships xmlns="http://schemas.openxmlformats.org/package/2006/relationships"><Relationship Type="http://schemas.openxmlformats.org/officeDocument/2006/relationships/slideMaster" Target="/ppt/slideMasters/V2Clone_initial02_slideMaster1.xml" Id="R2b13747055da46e6" /></Relationships>
</file>

<file path=ppt/slideLayouts/_rels/V2Clone_initial03_slideLayout1.xml.rels><?xml version='1.0' encoding='utf-8'?>
<Relationships xmlns="http://schemas.openxmlformats.org/package/2006/relationships"><Relationship Type="http://schemas.openxmlformats.org/officeDocument/2006/relationships/slideMaster" Target="/ppt/slideMasters/V2Clone_initial03_slideMaster1.xml" Id="R8512ea0de36046cd" /></Relationships>
</file>

<file path=ppt/slideLayouts/_rels/V2Clone_initial04_slideLayout1.xml.rels><?xml version='1.0' encoding='utf-8'?>
<Relationships xmlns="http://schemas.openxmlformats.org/package/2006/relationships"><Relationship Type="http://schemas.openxmlformats.org/officeDocument/2006/relationships/slideMaster" Target="/ppt/slideMasters/V2Clone_initial04_slideMaster1.xml" Id="R9946d4d6106041c7" /></Relationships>
</file>

<file path=ppt/slideLayouts/_rels/V2Clone_initial06_slideLayout1.xml.rels><?xml version='1.0' encoding='utf-8'?>
<Relationships xmlns="http://schemas.openxmlformats.org/package/2006/relationships"><Relationship Type="http://schemas.openxmlformats.org/officeDocument/2006/relationships/slideMaster" Target="/ppt/slideMasters/V2Clone_initial06_slideMaster1.xml" Id="Rb06a3028b24f458a" /></Relationships>
</file>

<file path=ppt/slideLayouts/_rels/V2Clone_initial07_slideLayout1.xml.rels><?xml version='1.0' encoding='utf-8'?>
<Relationships xmlns="http://schemas.openxmlformats.org/package/2006/relationships"><Relationship Type="http://schemas.openxmlformats.org/officeDocument/2006/relationships/slideMaster" Target="/ppt/slideMasters/V2Clone_initial07_slideMaster1.xml" Id="R60f07e463daf47c5" /></Relationships>
</file>

<file path=ppt/slideLayouts/_rels/V2Native_slideLayout1.xml.rels><?xml version='1.0' encoding='utf-8'?>
<Relationships xmlns="http://schemas.openxmlformats.org/package/2006/relationships"><Relationship Type="http://schemas.openxmlformats.org/officeDocument/2006/relationships/slideMaster" Target="/ppt/slideMasters/V2Native_slideMaster1.xml" Id="Rca441595d45945ab" /></Relationships>
</file>

<file path=ppt/slideLayouts/_rels/V3Background_slideLayout1.xml.rels><?xml version='1.0' encoding='utf-8'?>
<Relationships xmlns="http://schemas.openxmlformats.org/package/2006/relationships"><Relationship Type="http://schemas.openxmlformats.org/officeDocument/2006/relationships/slideMaster" Target="/ppt/slideMasters/V3Background_slideMaster1.xml" Id="Rb5493df7cbeb464a" /></Relationships>
</file>

<file path=ppt/slideLayouts/_rels/initial01_slideLayout1.xml.rels><?xml version='1.0' encoding='utf-8'?>
<Relationships xmlns="http://schemas.openxmlformats.org/package/2006/relationships"><Relationship Type="http://schemas.openxmlformats.org/officeDocument/2006/relationships/slideMaster" Target="/ppt/slideMasters/initial01_slideMaster1.xml" Id="R7c330a515c6646fd" /></Relationships>
</file>

<file path=ppt/slideLayouts/_rels/initial02_slideLayout1.xml.rels><?xml version='1.0' encoding='utf-8'?>
<Relationships xmlns="http://schemas.openxmlformats.org/package/2006/relationships"><Relationship Type="http://schemas.openxmlformats.org/officeDocument/2006/relationships/slideMaster" Target="/ppt/slideMasters/initial02_slideMaster1.xml" Id="R2b13747055da46e6" /></Relationships>
</file>

<file path=ppt/slideLayouts/_rels/initial03_slideLayout1.xml.rels><?xml version='1.0' encoding='utf-8'?>
<Relationships xmlns="http://schemas.openxmlformats.org/package/2006/relationships"><Relationship Type="http://schemas.openxmlformats.org/officeDocument/2006/relationships/slideMaster" Target="/ppt/slideMasters/initial03_slideMaster1.xml" Id="R8512ea0de36046cd" /></Relationships>
</file>

<file path=ppt/slideLayouts/_rels/initial04_slideLayout1.xml.rels><?xml version='1.0' encoding='utf-8'?>
<Relationships xmlns="http://schemas.openxmlformats.org/package/2006/relationships"><Relationship Type="http://schemas.openxmlformats.org/officeDocument/2006/relationships/slideMaster" Target="/ppt/slideMasters/initial04_slideMaster1.xml" Id="R9946d4d6106041c7" /></Relationships>
</file>

<file path=ppt/slideLayouts/_rels/initial05_slideLayout1.xml.rels><?xml version='1.0' encoding='utf-8'?>
<Relationships xmlns="http://schemas.openxmlformats.org/package/2006/relationships"><Relationship Type="http://schemas.openxmlformats.org/officeDocument/2006/relationships/slideMaster" Target="/ppt/slideMasters/initial05_slideMaster1.xml" Id="R5f2b456172734a7e" /></Relationships>
</file>

<file path=ppt/slideLayouts/_rels/initial06_slideLayout1.xml.rels><?xml version='1.0' encoding='utf-8'?>
<Relationships xmlns="http://schemas.openxmlformats.org/package/2006/relationships"><Relationship Type="http://schemas.openxmlformats.org/officeDocument/2006/relationships/slideMaster" Target="/ppt/slideMasters/initial06_slideMaster1.xml" Id="Rb06a3028b24f458a" /></Relationships>
</file>

<file path=ppt/slideLayouts/_rels/initial07_slideLayout1.xml.rels><?xml version='1.0' encoding='utf-8'?>
<Relationships xmlns="http://schemas.openxmlformats.org/package/2006/relationships"><Relationship Type="http://schemas.openxmlformats.org/officeDocument/2006/relationships/slideMaster" Target="/ppt/slideMasters/initial07_slideMaster1.xml" Id="R60f07e463daf47c5" /></Relationships>
</file>

<file path=ppt/slideLayouts/initial01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2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3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4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5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6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7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V2Clone_initial01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b00c503edd4a1a"/>
  </p:sldLayoutIdLst>
  <p:txStyles>
    <p:titleStyle>
      <a:lvl1pPr xmlns:a="http://schemas.openxmlformats.org/drawingml/2006/main" algn="l">
        <a:lnSpc>
          <a:spcPct val="90000"/>
        </a:lnSpc>
        <a:spcBef>
          <a:spcPts val="0"/>
        </a:spcBef>
        <a:buNone/>
        <a:defRPr sz="6600">
          <a:solidFill>
            <a:schemeClr val="tx1"/>
          </a:solidFill>
          <a:latin typeface="+mj-lt"/>
          <a:ea typeface="+mj-lt"/>
          <a:cs typeface="+mj-lt"/>
        </a:defRPr>
      </a:lvl1pPr>
    </p:titleStyle>
    <p:bodyStyle>
      <a:lvl1pPr xmlns:a="http://schemas.openxmlformats.org/drawingml/2006/main" marL="342900" indent="-342900" algn="l">
        <a:lnSpc>
          <a:spcPct val="90000"/>
        </a:lnSpc>
        <a:spcBef>
          <a:spcPts val="1500"/>
        </a:spcBef>
        <a:buChar char="•"/>
        <a:defRPr sz="4200">
          <a:solidFill>
            <a:schemeClr val="tx1"/>
          </a:solidFill>
          <a:latin typeface="+mn-lt"/>
          <a:ea typeface="+mn-lt"/>
          <a:cs typeface="+mn-lt"/>
        </a:defRPr>
      </a:lvl1pPr>
      <a:lvl2pPr xmlns:a="http://schemas.openxmlformats.org/drawingml/2006/main" marL="1028700" indent="-342900" algn="l">
        <a:lnSpc>
          <a:spcPct val="90000"/>
        </a:lnSpc>
        <a:spcBef>
          <a:spcPts val="750"/>
        </a:spcBef>
        <a:buChar char="•"/>
        <a:defRPr sz="3600">
          <a:solidFill>
            <a:schemeClr val="tx1"/>
          </a:solidFill>
          <a:latin typeface="+mn-lt"/>
          <a:ea typeface="+mn-lt"/>
          <a:cs typeface="+mn-lt"/>
        </a:defRPr>
      </a:lvl2pPr>
      <a:lvl3pPr xmlns:a="http://schemas.openxmlformats.org/drawingml/2006/main" marL="1714500" indent="-342900" algn="l">
        <a:lnSpc>
          <a:spcPct val="90000"/>
        </a:lnSpc>
        <a:spcBef>
          <a:spcPts val="750"/>
        </a:spcBef>
        <a:buChar char="•"/>
        <a:defRPr sz="3000">
          <a:solidFill>
            <a:schemeClr val="tx1"/>
          </a:solidFill>
          <a:latin typeface="+mn-lt"/>
          <a:ea typeface="+mn-lt"/>
          <a:cs typeface="+mn-lt"/>
        </a:defRPr>
      </a:lvl3pPr>
      <a:lvl4pPr xmlns:a="http://schemas.openxmlformats.org/drawingml/2006/main" marL="2400300" indent="-342900" algn="l">
        <a:lnSpc>
          <a:spcPct val="90000"/>
        </a:lnSpc>
        <a:spcBef>
          <a:spcPts val="750"/>
        </a:spcBef>
        <a:buChar char="•"/>
        <a:defRPr sz="2700">
          <a:solidFill>
            <a:schemeClr val="tx1"/>
          </a:solidFill>
          <a:latin typeface="+mn-lt"/>
          <a:ea typeface="+mn-lt"/>
          <a:cs typeface="+mn-lt"/>
        </a:defRPr>
      </a:lvl4pPr>
      <a:lvl5pPr xmlns:a="http://schemas.openxmlformats.org/drawingml/2006/main" marL="3086100" indent="-342900" algn="l">
        <a:lnSpc>
          <a:spcPct val="90000"/>
        </a:lnSpc>
        <a:spcBef>
          <a:spcPts val="750"/>
        </a:spcBef>
        <a:buChar char="•"/>
        <a:defRPr sz="2700">
          <a:solidFill>
            <a:schemeClr val="tx1"/>
          </a:solidFill>
          <a:latin typeface="+mn-lt"/>
          <a:ea typeface="+mn-lt"/>
          <a:cs typeface="+mn-lt"/>
        </a:defRPr>
      </a:lvl5pPr>
      <a:lvl6pPr xmlns:a="http://schemas.openxmlformats.org/drawingml/2006/main" marL="3771900" indent="-342900" algn="l">
        <a:lnSpc>
          <a:spcPct val="90000"/>
        </a:lnSpc>
        <a:spcBef>
          <a:spcPts val="750"/>
        </a:spcBef>
        <a:buChar char="•"/>
        <a:defRPr sz="2700">
          <a:solidFill>
            <a:schemeClr val="tx1"/>
          </a:solidFill>
          <a:latin typeface="+mn-lt"/>
          <a:ea typeface="+mn-lt"/>
          <a:cs typeface="+mn-lt"/>
        </a:defRPr>
      </a:lvl6pPr>
      <a:lvl7pPr xmlns:a="http://schemas.openxmlformats.org/drawingml/2006/main" marL="4457700" indent="-342900" algn="l">
        <a:lnSpc>
          <a:spcPct val="90000"/>
        </a:lnSpc>
        <a:spcBef>
          <a:spcPts val="750"/>
        </a:spcBef>
        <a:buChar char="•"/>
        <a:defRPr sz="2700">
          <a:solidFill>
            <a:schemeClr val="tx1"/>
          </a:solidFill>
          <a:latin typeface="+mn-lt"/>
          <a:ea typeface="+mn-lt"/>
          <a:cs typeface="+mn-lt"/>
        </a:defRPr>
      </a:lvl7pPr>
      <a:lvl8pPr xmlns:a="http://schemas.openxmlformats.org/drawingml/2006/main" marL="5143500" indent="-342900" algn="l">
        <a:lnSpc>
          <a:spcPct val="90000"/>
        </a:lnSpc>
        <a:spcBef>
          <a:spcPts val="750"/>
        </a:spcBef>
        <a:buChar char="•"/>
        <a:defRPr sz="2700">
          <a:solidFill>
            <a:schemeClr val="tx1"/>
          </a:solidFill>
          <a:latin typeface="+mn-lt"/>
          <a:ea typeface="+mn-lt"/>
          <a:cs typeface="+mn-lt"/>
        </a:defRPr>
      </a:lvl8pPr>
      <a:lvl9pPr xmlns:a="http://schemas.openxmlformats.org/drawingml/2006/main" marL="5829300" indent="-342900" algn="l">
        <a:lnSpc>
          <a:spcPct val="90000"/>
        </a:lnSpc>
        <a:spcBef>
          <a:spcPts val="750"/>
        </a:spcBef>
        <a:buChar char="•"/>
        <a:defRPr sz="2700">
          <a:solidFill>
            <a:schemeClr val="tx1"/>
          </a:solidFill>
          <a:latin typeface="+mn-lt"/>
          <a:ea typeface="+mn-lt"/>
          <a:cs typeface="+mn-lt"/>
        </a:defRPr>
      </a:lvl9pPr>
    </p:bodyStyle>
    <p:otherStyle>
      <a:lvl1pPr xmlns:a="http://schemas.openxmlformats.org/drawingml/2006/main" marL="0" algn="l">
        <a:buNone/>
        <a:defRPr sz="2700">
          <a:solidFill>
            <a:schemeClr val="tx1"/>
          </a:solidFill>
          <a:latin typeface="+mn-lt"/>
          <a:ea typeface="+mn-lt"/>
          <a:cs typeface="+mn-lt"/>
        </a:defRPr>
      </a:lvl1pPr>
      <a:lvl2pPr xmlns:a="http://schemas.openxmlformats.org/drawingml/2006/main" marL="685800" algn="l">
        <a:buNone/>
        <a:defRPr sz="2700">
          <a:solidFill>
            <a:schemeClr val="tx1"/>
          </a:solidFill>
          <a:latin typeface="+mn-lt"/>
          <a:ea typeface="+mn-lt"/>
          <a:cs typeface="+mn-lt"/>
        </a:defRPr>
      </a:lvl2pPr>
      <a:lvl3pPr xmlns:a="http://schemas.openxmlformats.org/drawingml/2006/main" marL="1371600" algn="l">
        <a:buNone/>
        <a:defRPr sz="2700">
          <a:solidFill>
            <a:schemeClr val="tx1"/>
          </a:solidFill>
          <a:latin typeface="+mn-lt"/>
          <a:ea typeface="+mn-lt"/>
          <a:cs typeface="+mn-lt"/>
        </a:defRPr>
      </a:lvl3pPr>
      <a:lvl4pPr xmlns:a="http://schemas.openxmlformats.org/drawingml/2006/main" marL="2057400" algn="l">
        <a:buNone/>
        <a:defRPr sz="2700">
          <a:solidFill>
            <a:schemeClr val="tx1"/>
          </a:solidFill>
          <a:latin typeface="+mn-lt"/>
          <a:ea typeface="+mn-lt"/>
          <a:cs typeface="+mn-lt"/>
        </a:defRPr>
      </a:lvl4pPr>
      <a:lvl5pPr xmlns:a="http://schemas.openxmlformats.org/drawingml/2006/main" marL="2743200" algn="l">
        <a:buNone/>
        <a:defRPr sz="2700">
          <a:solidFill>
            <a:schemeClr val="tx1"/>
          </a:solidFill>
          <a:latin typeface="+mn-lt"/>
          <a:ea typeface="+mn-lt"/>
          <a:cs typeface="+mn-lt"/>
        </a:defRPr>
      </a:lvl5pPr>
      <a:lvl6pPr xmlns:a="http://schemas.openxmlformats.org/drawingml/2006/main" marL="3429000" algn="l">
        <a:buNone/>
        <a:defRPr sz="2700">
          <a:solidFill>
            <a:schemeClr val="tx1"/>
          </a:solidFill>
          <a:latin typeface="+mn-lt"/>
          <a:ea typeface="+mn-lt"/>
          <a:cs typeface="+mn-lt"/>
        </a:defRPr>
      </a:lvl6pPr>
      <a:lvl7pPr xmlns:a="http://schemas.openxmlformats.org/drawingml/2006/main" marL="4114800" algn="l">
        <a:buNone/>
        <a:defRPr sz="2700">
          <a:solidFill>
            <a:schemeClr val="tx1"/>
          </a:solidFill>
          <a:latin typeface="+mn-lt"/>
          <a:ea typeface="+mn-lt"/>
          <a:cs typeface="+mn-lt"/>
        </a:defRPr>
      </a:lvl7pPr>
      <a:lvl8pPr xmlns:a="http://schemas.openxmlformats.org/drawingml/2006/main" marL="4800600" algn="l">
        <a:buNone/>
        <a:defRPr sz="2700">
          <a:solidFill>
            <a:schemeClr val="tx1"/>
          </a:solidFill>
          <a:latin typeface="+mn-lt"/>
          <a:ea typeface="+mn-lt"/>
          <a:cs typeface="+mn-lt"/>
        </a:defRPr>
      </a:lvl8pPr>
      <a:lvl9pPr xmlns:a="http://schemas.openxmlformats.org/drawingml/2006/main" marL="5486400" algn="l">
        <a:buNone/>
        <a:defRPr sz="2700">
          <a:solidFill>
            <a:schemeClr val="tx1"/>
          </a:solidFill>
          <a:latin typeface="+mn-lt"/>
          <a:ea typeface="+mn-lt"/>
          <a:cs typeface="+mn-lt"/>
        </a:defRPr>
      </a:lvl9pPr>
    </p:otherStyle>
  </p:txStyles>
</p:sldMaster>
</file>

<file path=ppt/slideMasters/V2Clone_initial02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1a9a63be60469d"/>
  </p:sldLayoutIdLst>
  <p:txStyles>
    <p:titleStyle>
      <a:lvl1pPr xmlns:a="http://schemas.openxmlformats.org/drawingml/2006/main" algn="l">
        <a:lnSpc>
          <a:spcPct val="90000"/>
        </a:lnSpc>
        <a:spcBef>
          <a:spcPts val="0"/>
        </a:spcBef>
        <a:buNone/>
        <a:defRPr sz="6600">
          <a:solidFill>
            <a:schemeClr val="tx1"/>
          </a:solidFill>
          <a:latin typeface="+mj-lt"/>
          <a:ea typeface="+mj-lt"/>
          <a:cs typeface="+mj-lt"/>
        </a:defRPr>
      </a:lvl1pPr>
    </p:titleStyle>
    <p:bodyStyle>
      <a:lvl1pPr xmlns:a="http://schemas.openxmlformats.org/drawingml/2006/main" marL="342900" indent="-342900" algn="l">
        <a:lnSpc>
          <a:spcPct val="90000"/>
        </a:lnSpc>
        <a:spcBef>
          <a:spcPts val="1500"/>
        </a:spcBef>
        <a:buChar char="•"/>
        <a:defRPr sz="4200">
          <a:solidFill>
            <a:schemeClr val="tx1"/>
          </a:solidFill>
          <a:latin typeface="+mn-lt"/>
          <a:ea typeface="+mn-lt"/>
          <a:cs typeface="+mn-lt"/>
        </a:defRPr>
      </a:lvl1pPr>
      <a:lvl2pPr xmlns:a="http://schemas.openxmlformats.org/drawingml/2006/main" marL="1028700" indent="-342900" algn="l">
        <a:lnSpc>
          <a:spcPct val="90000"/>
        </a:lnSpc>
        <a:spcBef>
          <a:spcPts val="750"/>
        </a:spcBef>
        <a:buChar char="•"/>
        <a:defRPr sz="3600">
          <a:solidFill>
            <a:schemeClr val="tx1"/>
          </a:solidFill>
          <a:latin typeface="+mn-lt"/>
          <a:ea typeface="+mn-lt"/>
          <a:cs typeface="+mn-lt"/>
        </a:defRPr>
      </a:lvl2pPr>
      <a:lvl3pPr xmlns:a="http://schemas.openxmlformats.org/drawingml/2006/main" marL="1714500" indent="-342900" algn="l">
        <a:lnSpc>
          <a:spcPct val="90000"/>
        </a:lnSpc>
        <a:spcBef>
          <a:spcPts val="750"/>
        </a:spcBef>
        <a:buChar char="•"/>
        <a:defRPr sz="3000">
          <a:solidFill>
            <a:schemeClr val="tx1"/>
          </a:solidFill>
          <a:latin typeface="+mn-lt"/>
          <a:ea typeface="+mn-lt"/>
          <a:cs typeface="+mn-lt"/>
        </a:defRPr>
      </a:lvl3pPr>
      <a:lvl4pPr xmlns:a="http://schemas.openxmlformats.org/drawingml/2006/main" marL="2400300" indent="-342900" algn="l">
        <a:lnSpc>
          <a:spcPct val="90000"/>
        </a:lnSpc>
        <a:spcBef>
          <a:spcPts val="750"/>
        </a:spcBef>
        <a:buChar char="•"/>
        <a:defRPr sz="2700">
          <a:solidFill>
            <a:schemeClr val="tx1"/>
          </a:solidFill>
          <a:latin typeface="+mn-lt"/>
          <a:ea typeface="+mn-lt"/>
          <a:cs typeface="+mn-lt"/>
        </a:defRPr>
      </a:lvl4pPr>
      <a:lvl5pPr xmlns:a="http://schemas.openxmlformats.org/drawingml/2006/main" marL="3086100" indent="-342900" algn="l">
        <a:lnSpc>
          <a:spcPct val="90000"/>
        </a:lnSpc>
        <a:spcBef>
          <a:spcPts val="750"/>
        </a:spcBef>
        <a:buChar char="•"/>
        <a:defRPr sz="2700">
          <a:solidFill>
            <a:schemeClr val="tx1"/>
          </a:solidFill>
          <a:latin typeface="+mn-lt"/>
          <a:ea typeface="+mn-lt"/>
          <a:cs typeface="+mn-lt"/>
        </a:defRPr>
      </a:lvl5pPr>
      <a:lvl6pPr xmlns:a="http://schemas.openxmlformats.org/drawingml/2006/main" marL="3771900" indent="-342900" algn="l">
        <a:lnSpc>
          <a:spcPct val="90000"/>
        </a:lnSpc>
        <a:spcBef>
          <a:spcPts val="750"/>
        </a:spcBef>
        <a:buChar char="•"/>
        <a:defRPr sz="2700">
          <a:solidFill>
            <a:schemeClr val="tx1"/>
          </a:solidFill>
          <a:latin typeface="+mn-lt"/>
          <a:ea typeface="+mn-lt"/>
          <a:cs typeface="+mn-lt"/>
        </a:defRPr>
      </a:lvl6pPr>
      <a:lvl7pPr xmlns:a="http://schemas.openxmlformats.org/drawingml/2006/main" marL="4457700" indent="-342900" algn="l">
        <a:lnSpc>
          <a:spcPct val="90000"/>
        </a:lnSpc>
        <a:spcBef>
          <a:spcPts val="750"/>
        </a:spcBef>
        <a:buChar char="•"/>
        <a:defRPr sz="2700">
          <a:solidFill>
            <a:schemeClr val="tx1"/>
          </a:solidFill>
          <a:latin typeface="+mn-lt"/>
          <a:ea typeface="+mn-lt"/>
          <a:cs typeface="+mn-lt"/>
        </a:defRPr>
      </a:lvl7pPr>
      <a:lvl8pPr xmlns:a="http://schemas.openxmlformats.org/drawingml/2006/main" marL="5143500" indent="-342900" algn="l">
        <a:lnSpc>
          <a:spcPct val="90000"/>
        </a:lnSpc>
        <a:spcBef>
          <a:spcPts val="750"/>
        </a:spcBef>
        <a:buChar char="•"/>
        <a:defRPr sz="2700">
          <a:solidFill>
            <a:schemeClr val="tx1"/>
          </a:solidFill>
          <a:latin typeface="+mn-lt"/>
          <a:ea typeface="+mn-lt"/>
          <a:cs typeface="+mn-lt"/>
        </a:defRPr>
      </a:lvl8pPr>
      <a:lvl9pPr xmlns:a="http://schemas.openxmlformats.org/drawingml/2006/main" marL="5829300" indent="-342900" algn="l">
        <a:lnSpc>
          <a:spcPct val="90000"/>
        </a:lnSpc>
        <a:spcBef>
          <a:spcPts val="750"/>
        </a:spcBef>
        <a:buChar char="•"/>
        <a:defRPr sz="2700">
          <a:solidFill>
            <a:schemeClr val="tx1"/>
          </a:solidFill>
          <a:latin typeface="+mn-lt"/>
          <a:ea typeface="+mn-lt"/>
          <a:cs typeface="+mn-lt"/>
        </a:defRPr>
      </a:lvl9pPr>
    </p:bodyStyle>
    <p:otherStyle>
      <a:lvl1pPr xmlns:a="http://schemas.openxmlformats.org/drawingml/2006/main" marL="0" algn="l">
        <a:buNone/>
        <a:defRPr sz="2700">
          <a:solidFill>
            <a:schemeClr val="tx1"/>
          </a:solidFill>
          <a:latin typeface="+mn-lt"/>
          <a:ea typeface="+mn-lt"/>
          <a:cs typeface="+mn-lt"/>
        </a:defRPr>
      </a:lvl1pPr>
      <a:lvl2pPr xmlns:a="http://schemas.openxmlformats.org/drawingml/2006/main" marL="685800" algn="l">
        <a:buNone/>
        <a:defRPr sz="2700">
          <a:solidFill>
            <a:schemeClr val="tx1"/>
          </a:solidFill>
          <a:latin typeface="+mn-lt"/>
          <a:ea typeface="+mn-lt"/>
          <a:cs typeface="+mn-lt"/>
        </a:defRPr>
      </a:lvl2pPr>
      <a:lvl3pPr xmlns:a="http://schemas.openxmlformats.org/drawingml/2006/main" marL="1371600" algn="l">
        <a:buNone/>
        <a:defRPr sz="2700">
          <a:solidFill>
            <a:schemeClr val="tx1"/>
          </a:solidFill>
          <a:latin typeface="+mn-lt"/>
          <a:ea typeface="+mn-lt"/>
          <a:cs typeface="+mn-lt"/>
        </a:defRPr>
      </a:lvl3pPr>
      <a:lvl4pPr xmlns:a="http://schemas.openxmlformats.org/drawingml/2006/main" marL="2057400" algn="l">
        <a:buNone/>
        <a:defRPr sz="2700">
          <a:solidFill>
            <a:schemeClr val="tx1"/>
          </a:solidFill>
          <a:latin typeface="+mn-lt"/>
          <a:ea typeface="+mn-lt"/>
          <a:cs typeface="+mn-lt"/>
        </a:defRPr>
      </a:lvl4pPr>
      <a:lvl5pPr xmlns:a="http://schemas.openxmlformats.org/drawingml/2006/main" marL="2743200" algn="l">
        <a:buNone/>
        <a:defRPr sz="2700">
          <a:solidFill>
            <a:schemeClr val="tx1"/>
          </a:solidFill>
          <a:latin typeface="+mn-lt"/>
          <a:ea typeface="+mn-lt"/>
          <a:cs typeface="+mn-lt"/>
        </a:defRPr>
      </a:lvl5pPr>
      <a:lvl6pPr xmlns:a="http://schemas.openxmlformats.org/drawingml/2006/main" marL="3429000" algn="l">
        <a:buNone/>
        <a:defRPr sz="2700">
          <a:solidFill>
            <a:schemeClr val="tx1"/>
          </a:solidFill>
          <a:latin typeface="+mn-lt"/>
          <a:ea typeface="+mn-lt"/>
          <a:cs typeface="+mn-lt"/>
        </a:defRPr>
      </a:lvl6pPr>
      <a:lvl7pPr xmlns:a="http://schemas.openxmlformats.org/drawingml/2006/main" marL="4114800" algn="l">
        <a:buNone/>
        <a:defRPr sz="2700">
          <a:solidFill>
            <a:schemeClr val="tx1"/>
          </a:solidFill>
          <a:latin typeface="+mn-lt"/>
          <a:ea typeface="+mn-lt"/>
          <a:cs typeface="+mn-lt"/>
        </a:defRPr>
      </a:lvl7pPr>
      <a:lvl8pPr xmlns:a="http://schemas.openxmlformats.org/drawingml/2006/main" marL="4800600" algn="l">
        <a:buNone/>
        <a:defRPr sz="2700">
          <a:solidFill>
            <a:schemeClr val="tx1"/>
          </a:solidFill>
          <a:latin typeface="+mn-lt"/>
          <a:ea typeface="+mn-lt"/>
          <a:cs typeface="+mn-lt"/>
        </a:defRPr>
      </a:lvl8pPr>
      <a:lvl9pPr xmlns:a="http://schemas.openxmlformats.org/drawingml/2006/main" marL="5486400" algn="l">
        <a:buNone/>
        <a:defRPr sz="2700">
          <a:solidFill>
            <a:schemeClr val="tx1"/>
          </a:solidFill>
          <a:latin typeface="+mn-lt"/>
          <a:ea typeface="+mn-lt"/>
          <a:cs typeface="+mn-lt"/>
        </a:defRPr>
      </a:lvl9pPr>
    </p:otherStyle>
  </p:txStyles>
</p:sldMaster>
</file>

<file path=ppt/slideMasters/V2Clone_initial03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ce4c37d09c4e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V2Clone_initial04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d68b1743b848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V2Clone_initial06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847fe89cb840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V2Clone_initial07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3e5bb2ae2c48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V2Native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7349d498f64a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V3Background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20388dacb748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_rels/V2Clone_initial01_slideMaster1.xml.rels><?xml version='1.0' encoding='utf-8'?>
<Relationships xmlns="http://schemas.openxmlformats.org/package/2006/relationships"><Relationship Type="http://schemas.openxmlformats.org/officeDocument/2006/relationships/theme" Target="/ppt/slideMasters/theme/V2Clone_initial01_theme2.xml" Id="R40a1210cbd774ebb" /><Relationship Type="http://schemas.openxmlformats.org/officeDocument/2006/relationships/slideLayout" Target="/ppt/slideLayouts/V2Clone_initial01_slideLayout1.xml" Id="R7bb00c503edd4a1a" /></Relationships>
</file>

<file path=ppt/slideMasters/_rels/V2Clone_initial02_slideMaster1.xml.rels><?xml version='1.0' encoding='utf-8'?>
<Relationships xmlns="http://schemas.openxmlformats.org/package/2006/relationships"><Relationship Type="http://schemas.openxmlformats.org/officeDocument/2006/relationships/theme" Target="/ppt/slideMasters/theme/V2Clone_initial02_theme2.xml" Id="Rece829bda44f467e" /><Relationship Type="http://schemas.openxmlformats.org/officeDocument/2006/relationships/slideLayout" Target="/ppt/slideLayouts/V2Clone_initial02_slideLayout1.xml" Id="R791a9a63be60469d" /></Relationships>
</file>

<file path=ppt/slideMasters/_rels/V2Clone_initial03_slideMaster1.xml.rels><?xml version='1.0' encoding='utf-8'?>
<Relationships xmlns="http://schemas.openxmlformats.org/package/2006/relationships"><Relationship Type="http://schemas.openxmlformats.org/officeDocument/2006/relationships/theme" Target="/ppt/slideMasters/theme/V2Clone_initial03_theme2.xml" Id="Rba453d37e7d8423c" /><Relationship Type="http://schemas.openxmlformats.org/officeDocument/2006/relationships/slideLayout" Target="/ppt/slideLayouts/V2Clone_initial03_slideLayout1.xml" Id="R0cce4c37d09c4e32" /></Relationships>
</file>

<file path=ppt/slideMasters/_rels/V2Clone_initial04_slideMaster1.xml.rels><?xml version='1.0' encoding='utf-8'?>
<Relationships xmlns="http://schemas.openxmlformats.org/package/2006/relationships"><Relationship Type="http://schemas.openxmlformats.org/officeDocument/2006/relationships/theme" Target="/ppt/slideMasters/theme/V2Clone_initial04_theme2.xml" Id="R40dbccbf082240e3" /><Relationship Type="http://schemas.openxmlformats.org/officeDocument/2006/relationships/slideLayout" Target="/ppt/slideLayouts/V2Clone_initial04_slideLayout1.xml" Id="R20d68b1743b848c6" /></Relationships>
</file>

<file path=ppt/slideMasters/_rels/V2Clone_initial06_slideMaster1.xml.rels><?xml version='1.0' encoding='utf-8'?>
<Relationships xmlns="http://schemas.openxmlformats.org/package/2006/relationships"><Relationship Type="http://schemas.openxmlformats.org/officeDocument/2006/relationships/theme" Target="/ppt/slideMasters/theme/V2Clone_initial06_theme2.xml" Id="R877c5e2df2b94e66" /><Relationship Type="http://schemas.openxmlformats.org/officeDocument/2006/relationships/slideLayout" Target="/ppt/slideLayouts/V2Clone_initial06_slideLayout1.xml" Id="R4e847fe89cb840f6" /></Relationships>
</file>

<file path=ppt/slideMasters/_rels/V2Clone_initial07_slideMaster1.xml.rels><?xml version='1.0' encoding='utf-8'?>
<Relationships xmlns="http://schemas.openxmlformats.org/package/2006/relationships"><Relationship Type="http://schemas.openxmlformats.org/officeDocument/2006/relationships/theme" Target="/ppt/slideMasters/theme/V2Clone_initial07_theme2.xml" Id="Rb786413db9a24cbc" /><Relationship Type="http://schemas.openxmlformats.org/officeDocument/2006/relationships/slideLayout" Target="/ppt/slideLayouts/V2Clone_initial07_slideLayout1.xml" Id="R663e5bb2ae2c4856" /></Relationships>
</file>

<file path=ppt/slideMasters/_rels/V2Native_slideMaster1.xml.rels><?xml version='1.0' encoding='utf-8'?>
<Relationships xmlns="http://schemas.openxmlformats.org/package/2006/relationships"><Relationship Type="http://schemas.openxmlformats.org/officeDocument/2006/relationships/theme" Target="/ppt/slideMasters/theme/V2Native_theme2.xml" Id="R910bdccab4c74909" /><Relationship Type="http://schemas.openxmlformats.org/officeDocument/2006/relationships/slideLayout" Target="/ppt/slideLayouts/V2Native_slideLayout1.xml" Id="Ra57349d498f64ab8" /></Relationships>
</file>

<file path=ppt/slideMasters/_rels/V3Background_slideMaster1.xml.rels><?xml version='1.0' encoding='utf-8'?>
<Relationships xmlns="http://schemas.openxmlformats.org/package/2006/relationships"><Relationship Type="http://schemas.openxmlformats.org/officeDocument/2006/relationships/theme" Target="/ppt/slideMasters/theme/V3Background_theme2.xml" Id="R4201d011ac344b33" /><Relationship Type="http://schemas.openxmlformats.org/officeDocument/2006/relationships/slideLayout" Target="/ppt/slideLayouts/V3Background_slideLayout1.xml" Id="Rec20388dacb748c0" /></Relationships>
</file>

<file path=ppt/slideMasters/_rels/initial01_slideMaster1.xml.rels><?xml version='1.0' encoding='utf-8'?>
<Relationships xmlns="http://schemas.openxmlformats.org/package/2006/relationships"><Relationship Type="http://schemas.openxmlformats.org/officeDocument/2006/relationships/theme" Target="/ppt/slideMasters/theme/initial01_theme2.xml" Id="R40a1210cbd774ebb" /><Relationship Type="http://schemas.openxmlformats.org/officeDocument/2006/relationships/slideLayout" Target="/ppt/slideLayouts/initial01_slideLayout1.xml" Id="R7bb00c503edd4a1a" /></Relationships>
</file>

<file path=ppt/slideMasters/_rels/initial02_slideMaster1.xml.rels><?xml version='1.0' encoding='utf-8'?>
<Relationships xmlns="http://schemas.openxmlformats.org/package/2006/relationships"><Relationship Type="http://schemas.openxmlformats.org/officeDocument/2006/relationships/theme" Target="/ppt/slideMasters/theme/initial02_theme2.xml" Id="Rece829bda44f467e" /><Relationship Type="http://schemas.openxmlformats.org/officeDocument/2006/relationships/slideLayout" Target="/ppt/slideLayouts/initial02_slideLayout1.xml" Id="R791a9a63be60469d" /></Relationships>
</file>

<file path=ppt/slideMasters/_rels/initial03_slideMaster1.xml.rels><?xml version='1.0' encoding='utf-8'?>
<Relationships xmlns="http://schemas.openxmlformats.org/package/2006/relationships"><Relationship Type="http://schemas.openxmlformats.org/officeDocument/2006/relationships/theme" Target="/ppt/slideMasters/theme/initial03_theme2.xml" Id="Rba453d37e7d8423c" /><Relationship Type="http://schemas.openxmlformats.org/officeDocument/2006/relationships/slideLayout" Target="/ppt/slideLayouts/initial03_slideLayout1.xml" Id="R0cce4c37d09c4e32" /></Relationships>
</file>

<file path=ppt/slideMasters/_rels/initial04_slideMaster1.xml.rels><?xml version='1.0' encoding='utf-8'?>
<Relationships xmlns="http://schemas.openxmlformats.org/package/2006/relationships"><Relationship Type="http://schemas.openxmlformats.org/officeDocument/2006/relationships/theme" Target="/ppt/slideMasters/theme/initial04_theme2.xml" Id="R40dbccbf082240e3" /><Relationship Type="http://schemas.openxmlformats.org/officeDocument/2006/relationships/slideLayout" Target="/ppt/slideLayouts/initial04_slideLayout1.xml" Id="R20d68b1743b848c6" /></Relationships>
</file>

<file path=ppt/slideMasters/_rels/initial05_slideMaster1.xml.rels><?xml version='1.0' encoding='utf-8'?>
<Relationships xmlns="http://schemas.openxmlformats.org/package/2006/relationships"><Relationship Type="http://schemas.openxmlformats.org/officeDocument/2006/relationships/theme" Target="/ppt/slideMasters/theme/initial05_theme2.xml" Id="Ra65a0265d7a041e6" /><Relationship Type="http://schemas.openxmlformats.org/officeDocument/2006/relationships/slideLayout" Target="/ppt/slideLayouts/initial05_slideLayout1.xml" Id="Rce0be6436b114e2a" /></Relationships>
</file>

<file path=ppt/slideMasters/_rels/initial06_slideMaster1.xml.rels><?xml version='1.0' encoding='utf-8'?>
<Relationships xmlns="http://schemas.openxmlformats.org/package/2006/relationships"><Relationship Type="http://schemas.openxmlformats.org/officeDocument/2006/relationships/theme" Target="/ppt/slideMasters/theme/initial06_theme2.xml" Id="R877c5e2df2b94e66" /><Relationship Type="http://schemas.openxmlformats.org/officeDocument/2006/relationships/slideLayout" Target="/ppt/slideLayouts/initial06_slideLayout1.xml" Id="R4e847fe89cb840f6" /></Relationships>
</file>

<file path=ppt/slideMasters/_rels/initial07_slideMaster1.xml.rels><?xml version='1.0' encoding='utf-8'?>
<Relationships xmlns="http://schemas.openxmlformats.org/package/2006/relationships"><Relationship Type="http://schemas.openxmlformats.org/officeDocument/2006/relationships/theme" Target="/ppt/slideMasters/theme/initial07_theme2.xml" Id="Rb786413db9a24cbc" /><Relationship Type="http://schemas.openxmlformats.org/officeDocument/2006/relationships/slideLayout" Target="/ppt/slideLayouts/initial07_slideLayout1.xml" Id="R663e5bb2ae2c4856" /></Relationships>
</file>

<file path=ppt/slideMasters/initial01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b00c503edd4a1a"/>
  </p:sldLayoutIdLst>
  <p:txStyles>
    <p:titleStyle>
      <a:lvl1pPr xmlns:a="http://schemas.openxmlformats.org/drawingml/2006/main" algn="l">
        <a:lnSpc>
          <a:spcPct val="90000"/>
        </a:lnSpc>
        <a:spcBef>
          <a:spcPts val="0"/>
        </a:spcBef>
        <a:buNone/>
        <a:defRPr sz="6600">
          <a:solidFill>
            <a:schemeClr val="tx1"/>
          </a:solidFill>
          <a:latin typeface="+mj-lt"/>
          <a:ea typeface="+mj-lt"/>
          <a:cs typeface="+mj-lt"/>
        </a:defRPr>
      </a:lvl1pPr>
    </p:titleStyle>
    <p:bodyStyle>
      <a:lvl1pPr xmlns:a="http://schemas.openxmlformats.org/drawingml/2006/main" marL="342900" indent="-342900" algn="l">
        <a:lnSpc>
          <a:spcPct val="90000"/>
        </a:lnSpc>
        <a:spcBef>
          <a:spcPts val="1500"/>
        </a:spcBef>
        <a:buChar char="•"/>
        <a:defRPr sz="4200">
          <a:solidFill>
            <a:schemeClr val="tx1"/>
          </a:solidFill>
          <a:latin typeface="+mn-lt"/>
          <a:ea typeface="+mn-lt"/>
          <a:cs typeface="+mn-lt"/>
        </a:defRPr>
      </a:lvl1pPr>
      <a:lvl2pPr xmlns:a="http://schemas.openxmlformats.org/drawingml/2006/main" marL="1028700" indent="-342900" algn="l">
        <a:lnSpc>
          <a:spcPct val="90000"/>
        </a:lnSpc>
        <a:spcBef>
          <a:spcPts val="750"/>
        </a:spcBef>
        <a:buChar char="•"/>
        <a:defRPr sz="3600">
          <a:solidFill>
            <a:schemeClr val="tx1"/>
          </a:solidFill>
          <a:latin typeface="+mn-lt"/>
          <a:ea typeface="+mn-lt"/>
          <a:cs typeface="+mn-lt"/>
        </a:defRPr>
      </a:lvl2pPr>
      <a:lvl3pPr xmlns:a="http://schemas.openxmlformats.org/drawingml/2006/main" marL="1714500" indent="-342900" algn="l">
        <a:lnSpc>
          <a:spcPct val="90000"/>
        </a:lnSpc>
        <a:spcBef>
          <a:spcPts val="750"/>
        </a:spcBef>
        <a:buChar char="•"/>
        <a:defRPr sz="3000">
          <a:solidFill>
            <a:schemeClr val="tx1"/>
          </a:solidFill>
          <a:latin typeface="+mn-lt"/>
          <a:ea typeface="+mn-lt"/>
          <a:cs typeface="+mn-lt"/>
        </a:defRPr>
      </a:lvl3pPr>
      <a:lvl4pPr xmlns:a="http://schemas.openxmlformats.org/drawingml/2006/main" marL="2400300" indent="-342900" algn="l">
        <a:lnSpc>
          <a:spcPct val="90000"/>
        </a:lnSpc>
        <a:spcBef>
          <a:spcPts val="750"/>
        </a:spcBef>
        <a:buChar char="•"/>
        <a:defRPr sz="2700">
          <a:solidFill>
            <a:schemeClr val="tx1"/>
          </a:solidFill>
          <a:latin typeface="+mn-lt"/>
          <a:ea typeface="+mn-lt"/>
          <a:cs typeface="+mn-lt"/>
        </a:defRPr>
      </a:lvl4pPr>
      <a:lvl5pPr xmlns:a="http://schemas.openxmlformats.org/drawingml/2006/main" marL="3086100" indent="-342900" algn="l">
        <a:lnSpc>
          <a:spcPct val="90000"/>
        </a:lnSpc>
        <a:spcBef>
          <a:spcPts val="750"/>
        </a:spcBef>
        <a:buChar char="•"/>
        <a:defRPr sz="2700">
          <a:solidFill>
            <a:schemeClr val="tx1"/>
          </a:solidFill>
          <a:latin typeface="+mn-lt"/>
          <a:ea typeface="+mn-lt"/>
          <a:cs typeface="+mn-lt"/>
        </a:defRPr>
      </a:lvl5pPr>
      <a:lvl6pPr xmlns:a="http://schemas.openxmlformats.org/drawingml/2006/main" marL="3771900" indent="-342900" algn="l">
        <a:lnSpc>
          <a:spcPct val="90000"/>
        </a:lnSpc>
        <a:spcBef>
          <a:spcPts val="750"/>
        </a:spcBef>
        <a:buChar char="•"/>
        <a:defRPr sz="2700">
          <a:solidFill>
            <a:schemeClr val="tx1"/>
          </a:solidFill>
          <a:latin typeface="+mn-lt"/>
          <a:ea typeface="+mn-lt"/>
          <a:cs typeface="+mn-lt"/>
        </a:defRPr>
      </a:lvl6pPr>
      <a:lvl7pPr xmlns:a="http://schemas.openxmlformats.org/drawingml/2006/main" marL="4457700" indent="-342900" algn="l">
        <a:lnSpc>
          <a:spcPct val="90000"/>
        </a:lnSpc>
        <a:spcBef>
          <a:spcPts val="750"/>
        </a:spcBef>
        <a:buChar char="•"/>
        <a:defRPr sz="2700">
          <a:solidFill>
            <a:schemeClr val="tx1"/>
          </a:solidFill>
          <a:latin typeface="+mn-lt"/>
          <a:ea typeface="+mn-lt"/>
          <a:cs typeface="+mn-lt"/>
        </a:defRPr>
      </a:lvl7pPr>
      <a:lvl8pPr xmlns:a="http://schemas.openxmlformats.org/drawingml/2006/main" marL="5143500" indent="-342900" algn="l">
        <a:lnSpc>
          <a:spcPct val="90000"/>
        </a:lnSpc>
        <a:spcBef>
          <a:spcPts val="750"/>
        </a:spcBef>
        <a:buChar char="•"/>
        <a:defRPr sz="2700">
          <a:solidFill>
            <a:schemeClr val="tx1"/>
          </a:solidFill>
          <a:latin typeface="+mn-lt"/>
          <a:ea typeface="+mn-lt"/>
          <a:cs typeface="+mn-lt"/>
        </a:defRPr>
      </a:lvl8pPr>
      <a:lvl9pPr xmlns:a="http://schemas.openxmlformats.org/drawingml/2006/main" marL="5829300" indent="-342900" algn="l">
        <a:lnSpc>
          <a:spcPct val="90000"/>
        </a:lnSpc>
        <a:spcBef>
          <a:spcPts val="750"/>
        </a:spcBef>
        <a:buChar char="•"/>
        <a:defRPr sz="2700">
          <a:solidFill>
            <a:schemeClr val="tx1"/>
          </a:solidFill>
          <a:latin typeface="+mn-lt"/>
          <a:ea typeface="+mn-lt"/>
          <a:cs typeface="+mn-lt"/>
        </a:defRPr>
      </a:lvl9pPr>
    </p:bodyStyle>
    <p:otherStyle>
      <a:lvl1pPr xmlns:a="http://schemas.openxmlformats.org/drawingml/2006/main" marL="0" algn="l">
        <a:buNone/>
        <a:defRPr sz="2700">
          <a:solidFill>
            <a:schemeClr val="tx1"/>
          </a:solidFill>
          <a:latin typeface="+mn-lt"/>
          <a:ea typeface="+mn-lt"/>
          <a:cs typeface="+mn-lt"/>
        </a:defRPr>
      </a:lvl1pPr>
      <a:lvl2pPr xmlns:a="http://schemas.openxmlformats.org/drawingml/2006/main" marL="685800" algn="l">
        <a:buNone/>
        <a:defRPr sz="2700">
          <a:solidFill>
            <a:schemeClr val="tx1"/>
          </a:solidFill>
          <a:latin typeface="+mn-lt"/>
          <a:ea typeface="+mn-lt"/>
          <a:cs typeface="+mn-lt"/>
        </a:defRPr>
      </a:lvl2pPr>
      <a:lvl3pPr xmlns:a="http://schemas.openxmlformats.org/drawingml/2006/main" marL="1371600" algn="l">
        <a:buNone/>
        <a:defRPr sz="2700">
          <a:solidFill>
            <a:schemeClr val="tx1"/>
          </a:solidFill>
          <a:latin typeface="+mn-lt"/>
          <a:ea typeface="+mn-lt"/>
          <a:cs typeface="+mn-lt"/>
        </a:defRPr>
      </a:lvl3pPr>
      <a:lvl4pPr xmlns:a="http://schemas.openxmlformats.org/drawingml/2006/main" marL="2057400" algn="l">
        <a:buNone/>
        <a:defRPr sz="2700">
          <a:solidFill>
            <a:schemeClr val="tx1"/>
          </a:solidFill>
          <a:latin typeface="+mn-lt"/>
          <a:ea typeface="+mn-lt"/>
          <a:cs typeface="+mn-lt"/>
        </a:defRPr>
      </a:lvl4pPr>
      <a:lvl5pPr xmlns:a="http://schemas.openxmlformats.org/drawingml/2006/main" marL="2743200" algn="l">
        <a:buNone/>
        <a:defRPr sz="2700">
          <a:solidFill>
            <a:schemeClr val="tx1"/>
          </a:solidFill>
          <a:latin typeface="+mn-lt"/>
          <a:ea typeface="+mn-lt"/>
          <a:cs typeface="+mn-lt"/>
        </a:defRPr>
      </a:lvl5pPr>
      <a:lvl6pPr xmlns:a="http://schemas.openxmlformats.org/drawingml/2006/main" marL="3429000" algn="l">
        <a:buNone/>
        <a:defRPr sz="2700">
          <a:solidFill>
            <a:schemeClr val="tx1"/>
          </a:solidFill>
          <a:latin typeface="+mn-lt"/>
          <a:ea typeface="+mn-lt"/>
          <a:cs typeface="+mn-lt"/>
        </a:defRPr>
      </a:lvl6pPr>
      <a:lvl7pPr xmlns:a="http://schemas.openxmlformats.org/drawingml/2006/main" marL="4114800" algn="l">
        <a:buNone/>
        <a:defRPr sz="2700">
          <a:solidFill>
            <a:schemeClr val="tx1"/>
          </a:solidFill>
          <a:latin typeface="+mn-lt"/>
          <a:ea typeface="+mn-lt"/>
          <a:cs typeface="+mn-lt"/>
        </a:defRPr>
      </a:lvl7pPr>
      <a:lvl8pPr xmlns:a="http://schemas.openxmlformats.org/drawingml/2006/main" marL="4800600" algn="l">
        <a:buNone/>
        <a:defRPr sz="2700">
          <a:solidFill>
            <a:schemeClr val="tx1"/>
          </a:solidFill>
          <a:latin typeface="+mn-lt"/>
          <a:ea typeface="+mn-lt"/>
          <a:cs typeface="+mn-lt"/>
        </a:defRPr>
      </a:lvl8pPr>
      <a:lvl9pPr xmlns:a="http://schemas.openxmlformats.org/drawingml/2006/main" marL="5486400" algn="l">
        <a:buNone/>
        <a:defRPr sz="2700">
          <a:solidFill>
            <a:schemeClr val="tx1"/>
          </a:solidFill>
          <a:latin typeface="+mn-lt"/>
          <a:ea typeface="+mn-lt"/>
          <a:cs typeface="+mn-lt"/>
        </a:defRPr>
      </a:lvl9pPr>
    </p:otherStyle>
  </p:txStyles>
</p:sldMaster>
</file>

<file path=ppt/slideMasters/initial02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1a9a63be60469d"/>
  </p:sldLayoutIdLst>
  <p:txStyles>
    <p:titleStyle>
      <a:lvl1pPr xmlns:a="http://schemas.openxmlformats.org/drawingml/2006/main" algn="l">
        <a:lnSpc>
          <a:spcPct val="90000"/>
        </a:lnSpc>
        <a:spcBef>
          <a:spcPts val="0"/>
        </a:spcBef>
        <a:buNone/>
        <a:defRPr sz="6600">
          <a:solidFill>
            <a:schemeClr val="tx1"/>
          </a:solidFill>
          <a:latin typeface="+mj-lt"/>
          <a:ea typeface="+mj-lt"/>
          <a:cs typeface="+mj-lt"/>
        </a:defRPr>
      </a:lvl1pPr>
    </p:titleStyle>
    <p:bodyStyle>
      <a:lvl1pPr xmlns:a="http://schemas.openxmlformats.org/drawingml/2006/main" marL="342900" indent="-342900" algn="l">
        <a:lnSpc>
          <a:spcPct val="90000"/>
        </a:lnSpc>
        <a:spcBef>
          <a:spcPts val="1500"/>
        </a:spcBef>
        <a:buChar char="•"/>
        <a:defRPr sz="4200">
          <a:solidFill>
            <a:schemeClr val="tx1"/>
          </a:solidFill>
          <a:latin typeface="+mn-lt"/>
          <a:ea typeface="+mn-lt"/>
          <a:cs typeface="+mn-lt"/>
        </a:defRPr>
      </a:lvl1pPr>
      <a:lvl2pPr xmlns:a="http://schemas.openxmlformats.org/drawingml/2006/main" marL="1028700" indent="-342900" algn="l">
        <a:lnSpc>
          <a:spcPct val="90000"/>
        </a:lnSpc>
        <a:spcBef>
          <a:spcPts val="750"/>
        </a:spcBef>
        <a:buChar char="•"/>
        <a:defRPr sz="3600">
          <a:solidFill>
            <a:schemeClr val="tx1"/>
          </a:solidFill>
          <a:latin typeface="+mn-lt"/>
          <a:ea typeface="+mn-lt"/>
          <a:cs typeface="+mn-lt"/>
        </a:defRPr>
      </a:lvl2pPr>
      <a:lvl3pPr xmlns:a="http://schemas.openxmlformats.org/drawingml/2006/main" marL="1714500" indent="-342900" algn="l">
        <a:lnSpc>
          <a:spcPct val="90000"/>
        </a:lnSpc>
        <a:spcBef>
          <a:spcPts val="750"/>
        </a:spcBef>
        <a:buChar char="•"/>
        <a:defRPr sz="3000">
          <a:solidFill>
            <a:schemeClr val="tx1"/>
          </a:solidFill>
          <a:latin typeface="+mn-lt"/>
          <a:ea typeface="+mn-lt"/>
          <a:cs typeface="+mn-lt"/>
        </a:defRPr>
      </a:lvl3pPr>
      <a:lvl4pPr xmlns:a="http://schemas.openxmlformats.org/drawingml/2006/main" marL="2400300" indent="-342900" algn="l">
        <a:lnSpc>
          <a:spcPct val="90000"/>
        </a:lnSpc>
        <a:spcBef>
          <a:spcPts val="750"/>
        </a:spcBef>
        <a:buChar char="•"/>
        <a:defRPr sz="2700">
          <a:solidFill>
            <a:schemeClr val="tx1"/>
          </a:solidFill>
          <a:latin typeface="+mn-lt"/>
          <a:ea typeface="+mn-lt"/>
          <a:cs typeface="+mn-lt"/>
        </a:defRPr>
      </a:lvl4pPr>
      <a:lvl5pPr xmlns:a="http://schemas.openxmlformats.org/drawingml/2006/main" marL="3086100" indent="-342900" algn="l">
        <a:lnSpc>
          <a:spcPct val="90000"/>
        </a:lnSpc>
        <a:spcBef>
          <a:spcPts val="750"/>
        </a:spcBef>
        <a:buChar char="•"/>
        <a:defRPr sz="2700">
          <a:solidFill>
            <a:schemeClr val="tx1"/>
          </a:solidFill>
          <a:latin typeface="+mn-lt"/>
          <a:ea typeface="+mn-lt"/>
          <a:cs typeface="+mn-lt"/>
        </a:defRPr>
      </a:lvl5pPr>
      <a:lvl6pPr xmlns:a="http://schemas.openxmlformats.org/drawingml/2006/main" marL="3771900" indent="-342900" algn="l">
        <a:lnSpc>
          <a:spcPct val="90000"/>
        </a:lnSpc>
        <a:spcBef>
          <a:spcPts val="750"/>
        </a:spcBef>
        <a:buChar char="•"/>
        <a:defRPr sz="2700">
          <a:solidFill>
            <a:schemeClr val="tx1"/>
          </a:solidFill>
          <a:latin typeface="+mn-lt"/>
          <a:ea typeface="+mn-lt"/>
          <a:cs typeface="+mn-lt"/>
        </a:defRPr>
      </a:lvl6pPr>
      <a:lvl7pPr xmlns:a="http://schemas.openxmlformats.org/drawingml/2006/main" marL="4457700" indent="-342900" algn="l">
        <a:lnSpc>
          <a:spcPct val="90000"/>
        </a:lnSpc>
        <a:spcBef>
          <a:spcPts val="750"/>
        </a:spcBef>
        <a:buChar char="•"/>
        <a:defRPr sz="2700">
          <a:solidFill>
            <a:schemeClr val="tx1"/>
          </a:solidFill>
          <a:latin typeface="+mn-lt"/>
          <a:ea typeface="+mn-lt"/>
          <a:cs typeface="+mn-lt"/>
        </a:defRPr>
      </a:lvl7pPr>
      <a:lvl8pPr xmlns:a="http://schemas.openxmlformats.org/drawingml/2006/main" marL="5143500" indent="-342900" algn="l">
        <a:lnSpc>
          <a:spcPct val="90000"/>
        </a:lnSpc>
        <a:spcBef>
          <a:spcPts val="750"/>
        </a:spcBef>
        <a:buChar char="•"/>
        <a:defRPr sz="2700">
          <a:solidFill>
            <a:schemeClr val="tx1"/>
          </a:solidFill>
          <a:latin typeface="+mn-lt"/>
          <a:ea typeface="+mn-lt"/>
          <a:cs typeface="+mn-lt"/>
        </a:defRPr>
      </a:lvl8pPr>
      <a:lvl9pPr xmlns:a="http://schemas.openxmlformats.org/drawingml/2006/main" marL="5829300" indent="-342900" algn="l">
        <a:lnSpc>
          <a:spcPct val="90000"/>
        </a:lnSpc>
        <a:spcBef>
          <a:spcPts val="750"/>
        </a:spcBef>
        <a:buChar char="•"/>
        <a:defRPr sz="2700">
          <a:solidFill>
            <a:schemeClr val="tx1"/>
          </a:solidFill>
          <a:latin typeface="+mn-lt"/>
          <a:ea typeface="+mn-lt"/>
          <a:cs typeface="+mn-lt"/>
        </a:defRPr>
      </a:lvl9pPr>
    </p:bodyStyle>
    <p:otherStyle>
      <a:lvl1pPr xmlns:a="http://schemas.openxmlformats.org/drawingml/2006/main" marL="0" algn="l">
        <a:buNone/>
        <a:defRPr sz="2700">
          <a:solidFill>
            <a:schemeClr val="tx1"/>
          </a:solidFill>
          <a:latin typeface="+mn-lt"/>
          <a:ea typeface="+mn-lt"/>
          <a:cs typeface="+mn-lt"/>
        </a:defRPr>
      </a:lvl1pPr>
      <a:lvl2pPr xmlns:a="http://schemas.openxmlformats.org/drawingml/2006/main" marL="685800" algn="l">
        <a:buNone/>
        <a:defRPr sz="2700">
          <a:solidFill>
            <a:schemeClr val="tx1"/>
          </a:solidFill>
          <a:latin typeface="+mn-lt"/>
          <a:ea typeface="+mn-lt"/>
          <a:cs typeface="+mn-lt"/>
        </a:defRPr>
      </a:lvl2pPr>
      <a:lvl3pPr xmlns:a="http://schemas.openxmlformats.org/drawingml/2006/main" marL="1371600" algn="l">
        <a:buNone/>
        <a:defRPr sz="2700">
          <a:solidFill>
            <a:schemeClr val="tx1"/>
          </a:solidFill>
          <a:latin typeface="+mn-lt"/>
          <a:ea typeface="+mn-lt"/>
          <a:cs typeface="+mn-lt"/>
        </a:defRPr>
      </a:lvl3pPr>
      <a:lvl4pPr xmlns:a="http://schemas.openxmlformats.org/drawingml/2006/main" marL="2057400" algn="l">
        <a:buNone/>
        <a:defRPr sz="2700">
          <a:solidFill>
            <a:schemeClr val="tx1"/>
          </a:solidFill>
          <a:latin typeface="+mn-lt"/>
          <a:ea typeface="+mn-lt"/>
          <a:cs typeface="+mn-lt"/>
        </a:defRPr>
      </a:lvl4pPr>
      <a:lvl5pPr xmlns:a="http://schemas.openxmlformats.org/drawingml/2006/main" marL="2743200" algn="l">
        <a:buNone/>
        <a:defRPr sz="2700">
          <a:solidFill>
            <a:schemeClr val="tx1"/>
          </a:solidFill>
          <a:latin typeface="+mn-lt"/>
          <a:ea typeface="+mn-lt"/>
          <a:cs typeface="+mn-lt"/>
        </a:defRPr>
      </a:lvl5pPr>
      <a:lvl6pPr xmlns:a="http://schemas.openxmlformats.org/drawingml/2006/main" marL="3429000" algn="l">
        <a:buNone/>
        <a:defRPr sz="2700">
          <a:solidFill>
            <a:schemeClr val="tx1"/>
          </a:solidFill>
          <a:latin typeface="+mn-lt"/>
          <a:ea typeface="+mn-lt"/>
          <a:cs typeface="+mn-lt"/>
        </a:defRPr>
      </a:lvl6pPr>
      <a:lvl7pPr xmlns:a="http://schemas.openxmlformats.org/drawingml/2006/main" marL="4114800" algn="l">
        <a:buNone/>
        <a:defRPr sz="2700">
          <a:solidFill>
            <a:schemeClr val="tx1"/>
          </a:solidFill>
          <a:latin typeface="+mn-lt"/>
          <a:ea typeface="+mn-lt"/>
          <a:cs typeface="+mn-lt"/>
        </a:defRPr>
      </a:lvl7pPr>
      <a:lvl8pPr xmlns:a="http://schemas.openxmlformats.org/drawingml/2006/main" marL="4800600" algn="l">
        <a:buNone/>
        <a:defRPr sz="2700">
          <a:solidFill>
            <a:schemeClr val="tx1"/>
          </a:solidFill>
          <a:latin typeface="+mn-lt"/>
          <a:ea typeface="+mn-lt"/>
          <a:cs typeface="+mn-lt"/>
        </a:defRPr>
      </a:lvl8pPr>
      <a:lvl9pPr xmlns:a="http://schemas.openxmlformats.org/drawingml/2006/main" marL="5486400" algn="l">
        <a:buNone/>
        <a:defRPr sz="2700">
          <a:solidFill>
            <a:schemeClr val="tx1"/>
          </a:solidFill>
          <a:latin typeface="+mn-lt"/>
          <a:ea typeface="+mn-lt"/>
          <a:cs typeface="+mn-lt"/>
        </a:defRPr>
      </a:lvl9pPr>
    </p:otherStyle>
  </p:txStyles>
</p:sldMaster>
</file>

<file path=ppt/slideMasters/initial03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ce4c37d09c4e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initial04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d68b1743b848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initial05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0be6436b114e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initial06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847fe89cb840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initial07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3e5bb2ae2c48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V2Clone_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Nativ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3Background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Relationships xmlns="http://schemas.openxmlformats.org/package/2006/relationships"><Relationship Type="http://schemas.openxmlformats.org/officeDocument/2006/relationships/slideLayout" Target="/ppt/slideLayouts/initial01_slideLayout1.xml" Id="R37f5e41819554ae7" /><Relationship Type="http://schemas.openxmlformats.org/officeDocument/2006/relationships/image" Target="/ppt/media/initial01_image.gif" Id="R413be209bf6b450f" /><Relationship Type="http://schemas.openxmlformats.org/officeDocument/2006/relationships/image" Target="/ppt/media/initial01_image2.gif" Id="R34900b255bd54306" /><Relationship Type="http://schemas.openxmlformats.org/officeDocument/2006/relationships/notesSlide" Target="/ppt/notesSlides/notesSlide1.xml" Id="R0f2a51639d8749e0" /></Relationships>
</file>

<file path=ppt/slides/_rels/slide2.xml.rels><?xml version='1.0' encoding='utf-8'?>
<Relationships xmlns="http://schemas.openxmlformats.org/package/2006/relationships"><Relationship Type="http://schemas.openxmlformats.org/officeDocument/2006/relationships/slideLayout" Target="/ppt/slideLayouts/initial01_slideLayout1.xml" Id="Rd0f64148ace44f45" /><Relationship Type="http://schemas.openxmlformats.org/officeDocument/2006/relationships/notesSlide" Target="/ppt/notesSlides/notesSlide2.xml" Id="R2eb99875954241f5" /></Relationships>
</file>

<file path=ppt/slides/_rels/slide3.xml.rels><?xml version='1.0' encoding='utf-8'?>
<Relationships xmlns="http://schemas.openxmlformats.org/package/2006/relationships"><Relationship Type="http://schemas.openxmlformats.org/officeDocument/2006/relationships/slideLayout" Target="/ppt/slideLayouts/initial01_slideLayout1.xml" Id="R4829457547904210" /><Relationship Type="http://schemas.openxmlformats.org/officeDocument/2006/relationships/notesSlide" Target="/ppt/notesSlides/notesSlide3.xml" Id="R5c747439b9b242a7" /></Relationships>
</file>

<file path=ppt/slides/_rels/slide4.xml.rels><?xml version='1.0' encoding='utf-8'?>
<Relationships xmlns="http://schemas.openxmlformats.org/package/2006/relationships"><Relationship Type="http://schemas.openxmlformats.org/officeDocument/2006/relationships/slideLayout" Target="/ppt/slideLayouts/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4.xml" Id="Rf514f23f1304440f" /></Relationships>
</file>

<file path=ppt/slides/_rels/slide5.xml.rels><?xml version='1.0' encoding='utf-8'?>
<Relationships xmlns="http://schemas.openxmlformats.org/package/2006/relationships"><Relationship Type="http://schemas.openxmlformats.org/officeDocument/2006/relationships/slideLayout" Target="/ppt/slideLayouts/initial03_slideLayout1.xml" Id="R9d0162de70694709" /><Relationship Type="http://schemas.openxmlformats.org/officeDocument/2006/relationships/notesSlide" Target="/ppt/notesSlides/notesSlide5.xml" Id="Rcbc28d37b1124b19" /></Relationships>
</file>

<file path=ppt/slides/_rels/slide6.xml.rels><?xml version='1.0' encoding='utf-8'?>
<Relationships xmlns="http://schemas.openxmlformats.org/package/2006/relationships"><Relationship Type="http://schemas.openxmlformats.org/officeDocument/2006/relationships/slideLayout" Target="/ppt/slideLayouts/initial04_slideLayout1.xml" Id="R2214569c2ae44d8c" /><Relationship Type="http://schemas.openxmlformats.org/officeDocument/2006/relationships/notesSlide" Target="/ppt/notesSlides/notesSlide6.xml" Id="Rcf859bf5832c4da9" /></Relationships>
</file>

<file path=ppt/slides/_rels/slide7.xml.rels><?xml version='1.0' encoding='utf-8'?>
<Relationships xmlns="http://schemas.openxmlformats.org/package/2006/relationships"><Relationship Type="http://schemas.openxmlformats.org/officeDocument/2006/relationships/slideLayout" Target="/ppt/slideLayouts/initial04_slideLayout1.xml" Id="Rce24996370bc4668" /><Relationship Type="http://schemas.openxmlformats.org/officeDocument/2006/relationships/notesSlide" Target="/ppt/notesSlides/notesSlide7.xml" Id="Rd4c26c943fae4a96" /></Relationships>
</file>

<file path=ppt/slides/_rels/slide8.xml.rels><?xml version='1.0' encoding='utf-8'?>
<Relationships xmlns="http://schemas.openxmlformats.org/package/2006/relationships"><Relationship Type="http://schemas.openxmlformats.org/officeDocument/2006/relationships/slideLayout" Target="/ppt/slideLayouts/initial04_slideLayout1.xml" Id="R1bfaee4c1fcc4ff6" /><Relationship Type="http://schemas.openxmlformats.org/officeDocument/2006/relationships/notesSlide" Target="/ppt/notesSlides/notesSlide8.xml" Id="R32d396509d35425f" /></Relationships>
</file>

<file path=ppt/slides/_rels/slide9.xml.rels><?xml version='1.0' encoding='utf-8'?>
<Relationships xmlns="http://schemas.openxmlformats.org/package/2006/relationships"><Relationship Type="http://schemas.openxmlformats.org/officeDocument/2006/relationships/slideLayout" Target="/ppt/slideLayouts/initial04_slideLayout1.xml" Id="R7562ff7d0f3d4567" /><Relationship Type="http://schemas.openxmlformats.org/officeDocument/2006/relationships/notesSlide" Target="/ppt/notesSlides/notesSlide9.xml" Id="R85c59196b95d4994" /></Relationships>
</file>

<file path=ppt/slides/_rels/slide10.xml.rels><?xml version='1.0' encoding='utf-8'?>
<Relationships xmlns="http://schemas.openxmlformats.org/package/2006/relationships"><Relationship Type="http://schemas.openxmlformats.org/officeDocument/2006/relationships/slideLayout" Target="/ppt/slideLayouts/initial04_slideLayout1.xml" Id="R57f83f8b387f4d57" /><Relationship Type="http://schemas.openxmlformats.org/officeDocument/2006/relationships/notesSlide" Target="/ppt/notesSlides/notesSlide10.xml" Id="R00838209b4274b6f" /></Relationships>
</file>

<file path=ppt/slides/_rels/slide11.xml.rels><?xml version='1.0' encoding='utf-8'?>
<Relationships xmlns="http://schemas.openxmlformats.org/package/2006/relationships"><Relationship Type="http://schemas.openxmlformats.org/officeDocument/2006/relationships/slideLayout" Target="/ppt/slideLayouts/initial04_slideLayout1.xml" Id="R59e31f4a06de49d1" /><Relationship Type="http://schemas.openxmlformats.org/officeDocument/2006/relationships/notesSlide" Target="/ppt/notesSlides/notesSlide11.xml" Id="Ra6d0092a416b4ccf" /></Relationships>
</file>

<file path=ppt/slides/_rels/slide12.xml.rels><?xml version='1.0' encoding='utf-8'?>
<Relationships xmlns="http://schemas.openxmlformats.org/package/2006/relationships"><Relationship Type="http://schemas.openxmlformats.org/officeDocument/2006/relationships/slideLayout" Target="/ppt/slideLayouts/initial05_slideLayout1.xml" Id="R9dd93ba01d01409a" /><Relationship Type="http://schemas.openxmlformats.org/officeDocument/2006/relationships/notesSlide" Target="/ppt/notesSlides/notesSlide12.xml" Id="Rff7e06d47592458b" /></Relationships>
</file>

<file path=ppt/slides/_rels/slide13.xml.rels><?xml version='1.0' encoding='utf-8'?>
<Relationships xmlns="http://schemas.openxmlformats.org/package/2006/relationships"><Relationship Type="http://schemas.openxmlformats.org/officeDocument/2006/relationships/slideLayout" Target="/ppt/slideLayouts/initial05_slideLayout1.xml" Id="R16853777c1e04b82" /><Relationship Type="http://schemas.openxmlformats.org/officeDocument/2006/relationships/notesSlide" Target="/ppt/notesSlides/notesSlide13.xml" Id="R46ca691da5944e9f" /></Relationships>
</file>

<file path=ppt/slides/_rels/slide14.xml.rels><?xml version='1.0' encoding='utf-8'?>
<Relationships xmlns="http://schemas.openxmlformats.org/package/2006/relationships"><Relationship Type="http://schemas.openxmlformats.org/officeDocument/2006/relationships/slideLayout" Target="/ppt/slideLayouts/initial05_slideLayout1.xml" Id="R2cbdd2c01e554610" /><Relationship Type="http://schemas.openxmlformats.org/officeDocument/2006/relationships/notesSlide" Target="/ppt/notesSlides/notesSlide14.xml" Id="R82c8ecd989a2477f" /></Relationships>
</file>

<file path=ppt/slides/_rels/slide15.xml.rels><?xml version='1.0' encoding='utf-8'?>
<Relationships xmlns="http://schemas.openxmlformats.org/package/2006/relationships"><Relationship Type="http://schemas.openxmlformats.org/officeDocument/2006/relationships/slideLayout" Target="/ppt/slideLayouts/initial05_slideLayout1.xml" Id="R73263e1504684615" /><Relationship Type="http://schemas.openxmlformats.org/officeDocument/2006/relationships/notesSlide" Target="/ppt/notesSlides/notesSlide15.xml" Id="Ra4323febceb24ece" /></Relationships>
</file>

<file path=ppt/slides/_rels/slide16.xml.rels><?xml version='1.0' encoding='utf-8'?>
<Relationships xmlns="http://schemas.openxmlformats.org/package/2006/relationships"><Relationship Type="http://schemas.openxmlformats.org/officeDocument/2006/relationships/slideLayout" Target="/ppt/slideLayouts/initial05_slideLayout1.xml" Id="Re45b00dd19204a08" /><Relationship Type="http://schemas.openxmlformats.org/officeDocument/2006/relationships/notesSlide" Target="/ppt/notesSlides/notesSlide16.xml" Id="R70bca6db5a19418b" /></Relationships>
</file>

<file path=ppt/slides/_rels/slide17.xml.rels><?xml version='1.0' encoding='utf-8'?>
<Relationships xmlns="http://schemas.openxmlformats.org/package/2006/relationships"><Relationship Type="http://schemas.openxmlformats.org/officeDocument/2006/relationships/slideLayout" Target="/ppt/slideLayouts/initial05_slideLayout1.xml" Id="Recb134abe2b54909" /><Relationship Type="http://schemas.openxmlformats.org/officeDocument/2006/relationships/notesSlide" Target="/ppt/notesSlides/notesSlide17.xml" Id="R6d1fc86b163347ce" /></Relationships>
</file>

<file path=ppt/slides/_rels/slide18.xml.rels><?xml version='1.0' encoding='utf-8'?>
<Relationships xmlns="http://schemas.openxmlformats.org/package/2006/relationships"><Relationship Type="http://schemas.openxmlformats.org/officeDocument/2006/relationships/slideLayout" Target="/ppt/slideLayouts/initial06_slideLayout1.xml" Id="R818d34c941a64a51" /><Relationship Type="http://schemas.openxmlformats.org/officeDocument/2006/relationships/notesSlide" Target="/ppt/notesSlides/notesSlide18.xml" Id="R25f18e35b91a4b9d" /></Relationships>
</file>

<file path=ppt/slides/_rels/slide19.xml.rels><?xml version='1.0' encoding='utf-8'?>
<Relationships xmlns="http://schemas.openxmlformats.org/package/2006/relationships"><Relationship Type="http://schemas.openxmlformats.org/officeDocument/2006/relationships/slideLayout" Target="/ppt/slideLayouts/initial07_slideLayout1.xml" Id="R11502e4a4ab346a0" /><Relationship Type="http://schemas.openxmlformats.org/officeDocument/2006/relationships/notesSlide" Target="/ppt/notesSlides/notesSlide19.xml" Id="R59bf0a34ca3b4002" /><Relationship Id="RviaIntroImage1" Type="http://schemas.openxmlformats.org/officeDocument/2006/relationships/image" Target="/ppt/media/initial07_via-v2-intro-1-1.png" /><Relationship Id="RviaIntroImage2" Type="http://schemas.openxmlformats.org/officeDocument/2006/relationships/image" Target="/ppt/media/initial07_via-v2-intro-1-2.png" /><Relationship Id="RviaIntroImage3" Type="http://schemas.openxmlformats.org/officeDocument/2006/relationships/image" Target="/ppt/media/initial07_via-v2-intro-1-3.png" /></Relationships>
</file>

<file path=ppt/slides/_rels/slide20.xml.rels><?xml version='1.0' encoding='utf-8'?>
<Relationships xmlns="http://schemas.openxmlformats.org/package/2006/relationships"><Relationship Type="http://schemas.openxmlformats.org/officeDocument/2006/relationships/slideLayout" Target="/ppt/slideLayouts/initial07_slideLayout1.xml" Id="R11502e4a4ab346a0" /><Relationship Type="http://schemas.openxmlformats.org/officeDocument/2006/relationships/notesSlide" Target="/ppt/notesSlides/notesSlide20.xml" Id="R59bf0a34ca3b4002" /><Relationship Id="RviaIntroImage1" Type="http://schemas.openxmlformats.org/officeDocument/2006/relationships/image" Target="/ppt/media/initial07_via-v2-intro-2-1.png" /><Relationship Id="RviaIntroImage2" Type="http://schemas.openxmlformats.org/officeDocument/2006/relationships/image" Target="/ppt/media/initial07_via-v2-intro-2-2.png" /><Relationship Id="RviaIntroImage3" Type="http://schemas.openxmlformats.org/officeDocument/2006/relationships/image" Target="/ppt/media/initial07_via-v2-intro-2-3.png" /></Relationships>
</file>

<file path=ppt/slides/_rels/slide21.xml.rels><?xml version='1.0' encoding='utf-8'?>
<Relationships xmlns="http://schemas.openxmlformats.org/package/2006/relationships"><Relationship Type="http://schemas.openxmlformats.org/officeDocument/2006/relationships/slideLayout" Target="/ppt/slideLayouts/initial07_slideLayout1.xml" Id="R1f054bf24ee64584" /><Relationship Type="http://schemas.openxmlformats.org/officeDocument/2006/relationships/notesSlide" Target="/ppt/notesSlides/notesSlide21.xml" Id="R0fb64cd22d524375" /><Relationship Id="RviaBackgroundImage1" Type="http://schemas.openxmlformats.org/officeDocument/2006/relationships/image" Target="/ppt/media/initial07_via-v2-bg41-1.png" /><Relationship Id="RviaBackgroundImage2" Type="http://schemas.openxmlformats.org/officeDocument/2006/relationships/image" Target="/ppt/media/initial07_via-v2-bg41-2.png" /><Relationship Id="RviaBackgroundImage3" Type="http://schemas.openxmlformats.org/officeDocument/2006/relationships/image" Target="/ppt/media/initial07_via-v2-bg41-3.png" /></Relationships>
</file>

<file path=ppt/slides/_rels/slide22.xml.rels><?xml version='1.0' encoding='utf-8'?>
<Relationships xmlns="http://schemas.openxmlformats.org/package/2006/relationships"><Relationship Type="http://schemas.openxmlformats.org/officeDocument/2006/relationships/slideLayout" Target="/ppt/slideLayouts/initial07_slideLayout1.xml" Id="Ra56806d47c644c63" /><Relationship Type="http://schemas.openxmlformats.org/officeDocument/2006/relationships/notesSlide" Target="/ppt/notesSlides/notesSlide22.xml" Id="R704ed05a7b664af2" /></Relationships>
</file>

<file path=ppt/slides/_rels/slide23.xml.rels><?xml version='1.0' encoding='utf-8'?>
<Relationships xmlns="http://schemas.openxmlformats.org/package/2006/relationships"><Relationship Type="http://schemas.openxmlformats.org/officeDocument/2006/relationships/slideLayout" Target="/ppt/slideLayouts/initial07_slideLayout1.xml" Id="Ra56806d47c644c63" /><Relationship Type="http://schemas.openxmlformats.org/officeDocument/2006/relationships/notesSlide" Target="/ppt/notesSlides/notesSlide23.xml" Id="R704ed05a7b664af2" /></Relationships>
</file>

<file path=ppt/slides/_rels/slide24.xml.rels><?xml version='1.0' encoding='utf-8'?>
<Relationships xmlns="http://schemas.openxmlformats.org/package/2006/relationships"><Relationship Type="http://schemas.openxmlformats.org/officeDocument/2006/relationships/slideLayout" Target="/ppt/slideLayouts/initial07_slideLayout1.xml" Id="Rb9084e82e5dd4339" /><Relationship Type="http://schemas.openxmlformats.org/officeDocument/2006/relationships/notesSlide" Target="/ppt/notesSlides/notesSlide24.xml" Id="R73212bb7779f42af" /><Relationship Id="RviaBackgroundImage1" Type="http://schemas.openxmlformats.org/officeDocument/2006/relationships/image" Target="/ppt/media/initial07_via-v2-bg44-1.png" /><Relationship Id="RviaBackgroundImage2" Type="http://schemas.openxmlformats.org/officeDocument/2006/relationships/image" Target="/ppt/media/initial07_via-v2-bg44-2.png" /><Relationship Id="RviaBackgroundImage3" Type="http://schemas.openxmlformats.org/officeDocument/2006/relationships/image" Target="/ppt/media/initial07_via-v2-bg44-3.png" /></Relationships>
</file>

<file path=ppt/slides/_rels/slide25.xml.rels><?xml version='1.0' encoding='utf-8'?>
<Relationships xmlns="http://schemas.openxmlformats.org/package/2006/relationships"><Relationship Type="http://schemas.openxmlformats.org/officeDocument/2006/relationships/slideLayout" Target="/ppt/slideLayouts/initial07_slideLayout1.xml" Id="R1e12008e1db1467f" /><Relationship Type="http://schemas.openxmlformats.org/officeDocument/2006/relationships/notesSlide" Target="/ppt/notesSlides/notesSlide25.xml" Id="R776926d34d01485a" /></Relationships>
</file>

<file path=ppt/slides/_rels/slide26.xml.rels><?xml version='1.0' encoding='utf-8'?>
<Relationships xmlns="http://schemas.openxmlformats.org/package/2006/relationships"><Relationship Type="http://schemas.openxmlformats.org/officeDocument/2006/relationships/slideLayout" Target="/ppt/slideLayouts/initial07_slideLayout1.xml" Id="R1e12008e1db1467f" /><Relationship Type="http://schemas.openxmlformats.org/officeDocument/2006/relationships/notesSlide" Target="/ppt/notesSlides/notesSlide26.xml" Id="R776926d34d01485a" /></Relationships>
</file>

<file path=ppt/slides/_rels/slide27.xml.rels><?xml version='1.0' encoding='utf-8'?>
<Relationships xmlns="http://schemas.openxmlformats.org/package/2006/relationships"><Relationship Type="http://schemas.openxmlformats.org/officeDocument/2006/relationships/slideLayout" Target="/ppt/slideLayouts/initial07_slideLayout1.xml" Id="Re9b73f500e104ec9" /><Relationship Type="http://schemas.openxmlformats.org/officeDocument/2006/relationships/notesSlide" Target="/ppt/notesSlides/notesSlide27.xml" Id="Reb3935ab28774dd7" /><Relationship Id="RviaBackgroundImage1" Type="http://schemas.openxmlformats.org/officeDocument/2006/relationships/image" Target="/ppt/media/initial07_via-v2-bg45-1.png" /><Relationship Id="RviaBackgroundImage2" Type="http://schemas.openxmlformats.org/officeDocument/2006/relationships/image" Target="/ppt/media/initial07_via-v2-bg45-2.png" /><Relationship Id="RviaBackgroundImage3" Type="http://schemas.openxmlformats.org/officeDocument/2006/relationships/image" Target="/ppt/media/initial07_via-v2-bg45-3.png" /></Relationships>
</file>

<file path=ppt/slides/_rels/slide28.xml.rels><?xml version='1.0' encoding='utf-8'?>
<Relationships xmlns="http://schemas.openxmlformats.org/package/2006/relationships"><Relationship Type="http://schemas.openxmlformats.org/officeDocument/2006/relationships/slideLayout" Target="/ppt/slideLayouts/initial07_slideLayout1.xml" Id="Rf66154affa0f4dd5" /><Relationship Type="http://schemas.openxmlformats.org/officeDocument/2006/relationships/notesSlide" Target="/ppt/notesSlides/notesSlide28.xml" Id="Rdf7f7506b1884c7e" /></Relationships>
</file>

<file path=ppt/slides/_rels/slide29.xml.rels><?xml version='1.0' encoding='utf-8'?>
<Relationships xmlns="http://schemas.openxmlformats.org/package/2006/relationships"><Relationship Type="http://schemas.openxmlformats.org/officeDocument/2006/relationships/slideLayout" Target="/ppt/slideLayouts/initial07_slideLayout1.xml" Id="Rf66154affa0f4dd5" /><Relationship Type="http://schemas.openxmlformats.org/officeDocument/2006/relationships/notesSlide" Target="/ppt/notesSlides/notesSlide29.xml" Id="Rdf7f7506b1884c7e" /></Relationships>
</file>

<file path=ppt/slides/_rels/slide30.xml.rels><?xml version='1.0' encoding='utf-8'?>
<Relationships xmlns="http://schemas.openxmlformats.org/package/2006/relationships"><Relationship Type="http://schemas.openxmlformats.org/officeDocument/2006/relationships/slideLayout" Target="/ppt/slideLayouts/initial07_slideLayout1.xml" Id="R4b5772cdc81b41b9" /><Relationship Type="http://schemas.openxmlformats.org/officeDocument/2006/relationships/notesSlide" Target="/ppt/notesSlides/notesSlide30.xml" Id="R22430df242ca4bf6" /><Relationship Id="RviaBackgroundImage1" Type="http://schemas.openxmlformats.org/officeDocument/2006/relationships/image" Target="/ppt/media/initial07_via-v2-bg42-1.png" /><Relationship Id="RviaBackgroundImage2" Type="http://schemas.openxmlformats.org/officeDocument/2006/relationships/image" Target="/ppt/media/initial07_via-v2-bg42-2.png" /><Relationship Id="RviaBackgroundImage3" Type="http://schemas.openxmlformats.org/officeDocument/2006/relationships/image" Target="/ppt/media/initial07_via-v2-bg42-3.png" /></Relationships>
</file>

<file path=ppt/slides/_rels/slide31.xml.rels><?xml version='1.0' encoding='utf-8'?>
<Relationships xmlns="http://schemas.openxmlformats.org/package/2006/relationships"><Relationship Type="http://schemas.openxmlformats.org/officeDocument/2006/relationships/slideLayout" Target="/ppt/slideLayouts/initial07_slideLayout1.xml" Id="R79c557a35e79434f" /><Relationship Type="http://schemas.openxmlformats.org/officeDocument/2006/relationships/notesSlide" Target="/ppt/notesSlides/notesSlide31.xml" Id="Rc06947a345af4d75" /></Relationships>
</file>

<file path=ppt/slides/_rels/slide32.xml.rels><?xml version='1.0' encoding='utf-8'?>
<Relationships xmlns="http://schemas.openxmlformats.org/package/2006/relationships"><Relationship Type="http://schemas.openxmlformats.org/officeDocument/2006/relationships/slideLayout" Target="/ppt/slideLayouts/initial07_slideLayout1.xml" Id="R79c557a35e79434f" /><Relationship Type="http://schemas.openxmlformats.org/officeDocument/2006/relationships/notesSlide" Target="/ppt/notesSlides/notesSlide32.xml" Id="Rc06947a345af4d75" /></Relationships>
</file>

<file path=ppt/slides/_rels/slide33.xml.rels><?xml version='1.0' encoding='utf-8'?>
<Relationships xmlns="http://schemas.openxmlformats.org/package/2006/relationships"><Relationship Type="http://schemas.openxmlformats.org/officeDocument/2006/relationships/slideLayout" Target="/ppt/slideLayouts/V2Clone_initial01_slideLayout1.xml" Id="R37f5e41819554ae7" /><Relationship Type="http://schemas.openxmlformats.org/officeDocument/2006/relationships/image" Target="/ppt/media/initial01_image.gif" Id="R413be209bf6b450f" /><Relationship Type="http://schemas.openxmlformats.org/officeDocument/2006/relationships/image" Target="/ppt/media/initial01_image2.gif" Id="R34900b255bd54306" /><Relationship Type="http://schemas.openxmlformats.org/officeDocument/2006/relationships/notesSlide" Target="/ppt/notesSlides/notesSlide33.xml" Id="R0f2a51639d8749e0" /></Relationships>
</file>

<file path=ppt/slides/_rels/slide34.xml.rels><?xml version='1.0' encoding='utf-8'?>
<Relationships xmlns="http://schemas.openxmlformats.org/package/2006/relationships"><Relationship Type="http://schemas.openxmlformats.org/officeDocument/2006/relationships/slideLayout" Target="/ppt/slideLayouts/V2Clone_initial01_slideLayout1.xml" Id="Rd0f64148ace44f45" /><Relationship Type="http://schemas.openxmlformats.org/officeDocument/2006/relationships/notesSlide" Target="/ppt/notesSlides/notesSlide34.xml" Id="R2eb99875954241f5" /></Relationships>
</file>

<file path=ppt/slides/_rels/slide35.xml.rels><?xml version='1.0' encoding='utf-8'?>
<Relationships xmlns="http://schemas.openxmlformats.org/package/2006/relationships"><Relationship Type="http://schemas.openxmlformats.org/officeDocument/2006/relationships/slideLayout" Target="/ppt/slideLayouts/V2Clone_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35.xml" Id="Rf514f23f1304440f" /></Relationships>
</file>

<file path=ppt/slides/_rels/slide36.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36.xml" Id="R59bf0a34ca3b4002" /><Relationship Id="RviaIntroImage1" Type="http://schemas.openxmlformats.org/officeDocument/2006/relationships/image" Target="/ppt/media/initial07_via-v2-intro-1-3.png" /><Relationship Id="RviaIntroImage2" Type="http://schemas.openxmlformats.org/officeDocument/2006/relationships/image" Target="/ppt/media/initial07_via-v2-intro-1-3.png" /><Relationship Id="RviaIntroImage3" Type="http://schemas.openxmlformats.org/officeDocument/2006/relationships/image" Target="/ppt/media/initial07_via-v2-intro-1-3.png" /></Relationships>
</file>

<file path=ppt/slides/_rels/slide37.xml.rels><?xml version='1.0' encoding='utf-8'?>
<Relationships xmlns="http://schemas.openxmlformats.org/package/2006/relationships"><Relationship Type="http://schemas.openxmlformats.org/officeDocument/2006/relationships/slideLayout" Target="/ppt/slideLayouts/V2Clone_initial03_slideLayout1.xml" Id="R9d0162de70694709" /><Relationship Type="http://schemas.openxmlformats.org/officeDocument/2006/relationships/notesSlide" Target="/ppt/notesSlides/notesSlide37.xml" Id="Rcbc28d37b1124b19" /></Relationships>
</file>

<file path=ppt/slides/_rels/slide38.xml.rels><?xml version='1.0' encoding='utf-8'?>
<Relationships xmlns="http://schemas.openxmlformats.org/package/2006/relationships"><Relationship Type="http://schemas.openxmlformats.org/officeDocument/2006/relationships/slideLayout" Target="/ppt/slideLayouts/V2Clone_initial04_slideLayout1.xml" Id="R2214569c2ae44d8c" /><Relationship Type="http://schemas.openxmlformats.org/officeDocument/2006/relationships/notesSlide" Target="/ppt/notesSlides/notesSlide38.xml" Id="Rcf859bf5832c4da9" /></Relationships>
</file>

<file path=ppt/slides/_rels/slide39.xml.rels><?xml version='1.0' encoding='utf-8'?>
<Relationships xmlns="http://schemas.openxmlformats.org/package/2006/relationships"><Relationship Type="http://schemas.openxmlformats.org/officeDocument/2006/relationships/slideLayout" Target="/ppt/slideLayouts/V2Clone_initial04_slideLayout1.xml" Id="Rce24996370bc4668" /><Relationship Type="http://schemas.openxmlformats.org/officeDocument/2006/relationships/notesSlide" Target="/ppt/notesSlides/notesSlide39.xml" Id="Rd4c26c943fae4a96" /></Relationships>
</file>

<file path=ppt/slides/_rels/slide40.xml.rels><?xml version='1.0' encoding='utf-8'?>
<Relationships xmlns="http://schemas.openxmlformats.org/package/2006/relationships"><Relationship Type="http://schemas.openxmlformats.org/officeDocument/2006/relationships/slideLayout" Target="/ppt/slideLayouts/V2Clone_initial06_slideLayout1.xml" Id="R818d34c941a64a51" /><Relationship Type="http://schemas.openxmlformats.org/officeDocument/2006/relationships/notesSlide" Target="/ppt/notesSlides/notesSlide40.xml" Id="R25f18e35b91a4b9d" /></Relationships>
</file>

<file path=ppt/slides/_rels/slide41.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41.xml" Id="R59bf0a34ca3b4002" /><Relationship Id="RviaIntroImage1" Type="http://schemas.openxmlformats.org/officeDocument/2006/relationships/image" Target="/ppt/media/initial07_via-v2-intro-2-3.png" /><Relationship Id="RviaIntroImage2" Type="http://schemas.openxmlformats.org/officeDocument/2006/relationships/image" Target="/ppt/media/initial07_via-v2-intro-2-3.png" /><Relationship Id="RviaIntroImage3" Type="http://schemas.openxmlformats.org/officeDocument/2006/relationships/image" Target="/ppt/media/initial07_via-v2-intro-2-3.png" /></Relationships>
</file>

<file path=ppt/slides/_rels/slide42.xml.rels><?xml version='1.0' encoding='utf-8'?>
<Relationships xmlns="http://schemas.openxmlformats.org/package/2006/relationships"><Relationship Type="http://schemas.openxmlformats.org/officeDocument/2006/relationships/slideLayout" Target="/ppt/slideLayouts/V2Clone_initial07_slideLayout1.xml" Id="R1f054bf24ee64584" /><Relationship Type="http://schemas.openxmlformats.org/officeDocument/2006/relationships/notesSlide" Target="/ppt/notesSlides/notesSlide42.xml" Id="R0fb64cd22d524375" /><Relationship Id="RviaBackgroundImage1" Type="http://schemas.openxmlformats.org/officeDocument/2006/relationships/image" Target="/ppt/media/initial07_via-v2-bg41-3.png" /><Relationship Id="RviaBackgroundImage2" Type="http://schemas.openxmlformats.org/officeDocument/2006/relationships/image" Target="/ppt/media/initial07_via-v2-bg41-3.png" /><Relationship Id="RviaBackgroundImage3" Type="http://schemas.openxmlformats.org/officeDocument/2006/relationships/image" Target="/ppt/media/initial07_via-v2-bg41-3.png" /></Relationships>
</file>

<file path=ppt/slides/_rels/slide43.xml.rels><?xml version='1.0' encoding='utf-8'?>
<Relationships xmlns="http://schemas.openxmlformats.org/package/2006/relationships"><Relationship Type="http://schemas.openxmlformats.org/officeDocument/2006/relationships/slideLayout" Target="/ppt/slideLayouts/V2Clone_initial07_slideLayout1.xml" Id="Rb9084e82e5dd4339" /><Relationship Type="http://schemas.openxmlformats.org/officeDocument/2006/relationships/notesSlide" Target="/ppt/notesSlides/notesSlide43.xml" Id="R73212bb7779f42af" /><Relationship Id="RviaBackgroundImage1" Type="http://schemas.openxmlformats.org/officeDocument/2006/relationships/image" Target="/ppt/media/initial07_via-v2-bg44-3.png" /><Relationship Id="RviaBackgroundImage2" Type="http://schemas.openxmlformats.org/officeDocument/2006/relationships/image" Target="/ppt/media/initial07_via-v2-bg44-3.png" /><Relationship Id="RviaBackgroundImage3" Type="http://schemas.openxmlformats.org/officeDocument/2006/relationships/image" Target="/ppt/media/initial07_via-v2-bg44-3.png" /></Relationships>
</file>

<file path=ppt/slides/_rels/slide44.xml.rels><?xml version='1.0' encoding='utf-8'?>
<Relationships xmlns="http://schemas.openxmlformats.org/package/2006/relationships"><Relationship Type="http://schemas.openxmlformats.org/officeDocument/2006/relationships/slideLayout" Target="/ppt/slideLayouts/V2Clone_initial07_slideLayout1.xml" Id="Re9b73f500e104ec9" /><Relationship Type="http://schemas.openxmlformats.org/officeDocument/2006/relationships/notesSlide" Target="/ppt/notesSlides/notesSlide44.xml" Id="Reb3935ab28774dd7" /><Relationship Id="RviaBackgroundImage1" Type="http://schemas.openxmlformats.org/officeDocument/2006/relationships/image" Target="/ppt/media/initial07_via-v2-bg45-3.png" /><Relationship Id="RviaBackgroundImage2" Type="http://schemas.openxmlformats.org/officeDocument/2006/relationships/image" Target="/ppt/media/initial07_via-v2-bg45-3.png" /><Relationship Id="RviaBackgroundImage3" Type="http://schemas.openxmlformats.org/officeDocument/2006/relationships/image" Target="/ppt/media/initial07_via-v2-bg45-3.png" /></Relationships>
</file>

<file path=ppt/slides/_rels/slide45.xml.rels><?xml version='1.0' encoding='utf-8'?>
<Relationships xmlns="http://schemas.openxmlformats.org/package/2006/relationships"><Relationship Type="http://schemas.openxmlformats.org/officeDocument/2006/relationships/slideLayout" Target="/ppt/slideLayouts/V2Clone_initial07_slideLayout1.xml" Id="R4b5772cdc81b41b9" /><Relationship Type="http://schemas.openxmlformats.org/officeDocument/2006/relationships/notesSlide" Target="/ppt/notesSlides/notesSlide45.xml" Id="R22430df242ca4bf6" /><Relationship Id="RviaBackgroundImage1" Type="http://schemas.openxmlformats.org/officeDocument/2006/relationships/image" Target="/ppt/media/initial07_via-v2-bg42-3.png" /><Relationship Id="RviaBackgroundImage2" Type="http://schemas.openxmlformats.org/officeDocument/2006/relationships/image" Target="/ppt/media/initial07_via-v2-bg42-3.png" /><Relationship Id="RviaBackgroundImage3" Type="http://schemas.openxmlformats.org/officeDocument/2006/relationships/image" Target="/ppt/media/initial07_via-v2-bg42-3.png" /></Relationships>
</file>

<file path=ppt/slides/_rels/slide46.xml.rels><?xml version='1.0' encoding='utf-8'?>
<Relationships xmlns="http://schemas.openxmlformats.org/package/2006/relationships"><Relationship Type="http://schemas.openxmlformats.org/officeDocument/2006/relationships/slideLayout" Target="/ppt/slideLayouts/V2Native_slideLayout1.xml" Id="Rbc0186a28a944a9b" /><Relationship Type="http://schemas.openxmlformats.org/officeDocument/2006/relationships/notesSlide" Target="/ppt/notesSlides/notesSlide46.xml" Id="Rb94a2e00cc304fa5" /></Relationships>
</file>

<file path=ppt/slides/_rels/slide47.xml.rels><?xml version='1.0' encoding='utf-8'?>
<Relationships xmlns="http://schemas.openxmlformats.org/package/2006/relationships"><Relationship Type="http://schemas.openxmlformats.org/officeDocument/2006/relationships/slideLayout" Target="/ppt/slideLayouts/V2Native_slideLayout1.xml" Id="R1be3b44bea804c85" /><Relationship Type="http://schemas.openxmlformats.org/officeDocument/2006/relationships/notesSlide" Target="/ppt/notesSlides/notesSlide47.xml" Id="R6e0e6ed37b3f4601" /></Relationships>
</file>

<file path=ppt/slides/_rels/slide48.xml.rels><?xml version='1.0' encoding='utf-8'?>
<Relationships xmlns="http://schemas.openxmlformats.org/package/2006/relationships"><Relationship Type="http://schemas.openxmlformats.org/officeDocument/2006/relationships/slideLayout" Target="/ppt/slideLayouts/V2Native_slideLayout1.xml" Id="R1d2e8babc6ab472f" /><Relationship Type="http://schemas.openxmlformats.org/officeDocument/2006/relationships/notesSlide" Target="/ppt/notesSlides/notesSlide48.xml" Id="R88df1d16040b4bb7" /></Relationships>
</file>

<file path=ppt/slides/_rels/slide49.xml.rels><?xml version='1.0' encoding='utf-8'?>
<Relationships xmlns="http://schemas.openxmlformats.org/package/2006/relationships"><Relationship Type="http://schemas.openxmlformats.org/officeDocument/2006/relationships/slideLayout" Target="/ppt/slideLayouts/V2Native_slideLayout1.xml" Id="Rd203d21a33bf4380" /><Relationship Type="http://schemas.openxmlformats.org/officeDocument/2006/relationships/notesSlide" Target="/ppt/notesSlides/notesSlide49.xml" Id="Rcadd760b058c4992" /></Relationships>
</file>

<file path=ppt/slides/_rels/slide50.xml.rels><?xml version='1.0' encoding='utf-8'?>
<Relationships xmlns="http://schemas.openxmlformats.org/package/2006/relationships"><Relationship Type="http://schemas.openxmlformats.org/officeDocument/2006/relationships/slideLayout" Target="/ppt/slideLayouts/V2Native_slideLayout1.xml" Id="Re53d252ac6b8411e" /><Relationship Type="http://schemas.openxmlformats.org/officeDocument/2006/relationships/notesSlide" Target="/ppt/notesSlides/notesSlide50.xml" Id="R88d0a4da973e4833" /></Relationships>
</file>

<file path=ppt/slides/_rels/slide51.xml.rels><?xml version='1.0' encoding='utf-8'?>
<Relationships xmlns="http://schemas.openxmlformats.org/package/2006/relationships"><Relationship Type="http://schemas.openxmlformats.org/officeDocument/2006/relationships/slideLayout" Target="/ppt/slideLayouts/V2Native_slideLayout1.xml" Id="R08de1b7e3e9a4c89" /><Relationship Type="http://schemas.openxmlformats.org/officeDocument/2006/relationships/notesSlide" Target="/ppt/notesSlides/notesSlide51.xml" Id="R8ad761e2691d40bd" /></Relationships>
</file>

<file path=ppt/slides/_rels/slide52.xml.rels><?xml version='1.0' encoding='utf-8'?>
<Relationships xmlns="http://schemas.openxmlformats.org/package/2006/relationships"><Relationship Type="http://schemas.openxmlformats.org/officeDocument/2006/relationships/slideLayout" Target="/ppt/slideLayouts/V2Native_slideLayout1.xml" Id="Rae0e8f8c425c42ec" /><Relationship Type="http://schemas.openxmlformats.org/officeDocument/2006/relationships/notesSlide" Target="/ppt/notesSlides/notesSlide52.xml" Id="R8ecb8a084b3a4a2a" /></Relationships>
</file>

<file path=ppt/slides/_rels/slide53.xml.rels><?xml version='1.0' encoding='utf-8'?>
<Relationships xmlns="http://schemas.openxmlformats.org/package/2006/relationships"><Relationship Type="http://schemas.openxmlformats.org/officeDocument/2006/relationships/slideLayout" Target="/ppt/slideLayouts/V2Native_slideLayout1.xml" Id="R834d5541c8ae4526" /><Relationship Type="http://schemas.openxmlformats.org/officeDocument/2006/relationships/notesSlide" Target="/ppt/notesSlides/notesSlide53.xml" Id="R0aba2a5e1d9748ef" /></Relationships>
</file>

<file path=ppt/slides/_rels/slide54.xml.rels><?xml version='1.0' encoding='utf-8'?>
<Relationships xmlns="http://schemas.openxmlformats.org/package/2006/relationships"><Relationship Type="http://schemas.openxmlformats.org/officeDocument/2006/relationships/slideLayout" Target="/ppt/slideLayouts/V2Native_slideLayout1.xml" Id="R7a1f32304d97416c" /><Relationship Type="http://schemas.openxmlformats.org/officeDocument/2006/relationships/notesSlide" Target="/ppt/notesSlides/notesSlide54.xml" Id="R91d610c19d3b45fd" /></Relationships>
</file>

<file path=ppt/slides/_rels/slide55.xml.rels><?xml version='1.0' encoding='utf-8'?>
<Relationships xmlns="http://schemas.openxmlformats.org/package/2006/relationships"><Relationship Type="http://schemas.openxmlformats.org/officeDocument/2006/relationships/slideLayout" Target="/ppt/slideLayouts/V2Native_slideLayout1.xml" Id="R97e01adfba12490a" /><Relationship Type="http://schemas.openxmlformats.org/officeDocument/2006/relationships/notesSlide" Target="/ppt/notesSlides/notesSlide55.xml" Id="Rd4a8433dd7104a27" /></Relationships>
</file>

<file path=ppt/slides/_rels/slide56.xml.rels><?xml version='1.0' encoding='utf-8'?>
<Relationships xmlns="http://schemas.openxmlformats.org/package/2006/relationships"><Relationship Type="http://schemas.openxmlformats.org/officeDocument/2006/relationships/slideLayout" Target="/ppt/slideLayouts/V2Native_slideLayout1.xml" Id="R3e465fb3dcb543d6" /><Relationship Type="http://schemas.openxmlformats.org/officeDocument/2006/relationships/notesSlide" Target="/ppt/notesSlides/notesSlide56.xml" Id="Ra9c3719d06f44123" /></Relationships>
</file>

<file path=ppt/slides/_rels/slide57.xml.rels><?xml version='1.0' encoding='utf-8'?>
<Relationships xmlns="http://schemas.openxmlformats.org/package/2006/relationships"><Relationship Type="http://schemas.openxmlformats.org/officeDocument/2006/relationships/slideLayout" Target="/ppt/slideLayouts/V2Native_slideLayout1.xml" Id="R60c69ee25ee34de7" /><Relationship Type="http://schemas.openxmlformats.org/officeDocument/2006/relationships/notesSlide" Target="/ppt/notesSlides/notesSlide57.xml" Id="R19596b57fef2433b" /></Relationships>
</file>

<file path=ppt/slides/_rels/slide58.xml.rels><?xml version='1.0' encoding='utf-8'?>
<Relationships xmlns="http://schemas.openxmlformats.org/package/2006/relationships"><Relationship Type="http://schemas.openxmlformats.org/officeDocument/2006/relationships/slideLayout" Target="/ppt/slideLayouts/V3Background_slideLayout1.xml" Id="Rf23a624af69c4014" /><Relationship Type="http://schemas.openxmlformats.org/officeDocument/2006/relationships/notesSlide" Target="/ppt/notesSlides/notesSlide58.xml" Id="R992f4e67ae3f4078" /></Relationships>
</file>

<file path=ppt/slides/_rels/slide59.xml.rels><?xml version='1.0' encoding='utf-8'?>
<Relationships xmlns="http://schemas.openxmlformats.org/package/2006/relationships"><Relationship Type="http://schemas.openxmlformats.org/officeDocument/2006/relationships/slideLayout" Target="/ppt/slideLayouts/V3Background_slideLayout1.xml" Id="R91fa53774c3f4f50" /><Relationship Type="http://schemas.openxmlformats.org/officeDocument/2006/relationships/notesSlide" Target="/ppt/notesSlides/notesSlide59.xml" Id="R4d843b9261274b1b" /></Relationships>
</file>

<file path=ppt/slides/_rels/slide60.xml.rels><?xml version='1.0' encoding='utf-8'?>
<Relationships xmlns="http://schemas.openxmlformats.org/package/2006/relationships"><Relationship Type="http://schemas.openxmlformats.org/officeDocument/2006/relationships/slideLayout" Target="/ppt/slideLayouts/V3Background_slideLayout1.xml" Id="R8db02b3c75d74d06" /><Relationship Type="http://schemas.openxmlformats.org/officeDocument/2006/relationships/notesSlide" Target="/ppt/notesSlides/notesSlide60.xml" Id="R0af0bd8a2cc74967" /></Relationships>
</file>

<file path=ppt/slides/_rels/slide61.xml.rels><?xml version='1.0' encoding='utf-8'?>
<Relationships xmlns="http://schemas.openxmlformats.org/package/2006/relationships"><Relationship Type="http://schemas.openxmlformats.org/officeDocument/2006/relationships/slideLayout" Target="/ppt/slideLayouts/V3Background_slideLayout1.xml" Id="R9d775e58ac684168" /><Relationship Type="http://schemas.openxmlformats.org/officeDocument/2006/relationships/notesSlide" Target="/ppt/notesSlides/notesSlide61.xml" Id="R61ccefeb093e4094" /></Relationships>
</file>

<file path=ppt/slides/slide1.xml><?xml version="1.0" encoding="utf-8"?>
<p:sld xmlns:p="http://schemas.openxmlformats.org/presentationml/2006/main">
  <p:cSld name="project-backgroun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r3-1">
            <a:extLst xmlns:a="http://schemas.openxmlformats.org/drawingml/2006/main">
              <a:ext uri="{FF2B5EF4-FFF2-40B4-BE49-F238E27FC236}">
                <a16:creationId xmlns:a16="http://schemas.microsoft.com/office/drawing/2014/main" id="{8CAC8117-16F8-4F9D-8317-AAE3EC84E1F0}"/>
              </a:ext>
            </a:extLst>
          </p:cNvPr>
          <p:cNvSpPr>
            <a:spLocks xmlns:a="http://schemas.openxmlformats.org/drawingml/2006/main" noGrp="1"/>
          </p:cNvSpPr>
          <p:nvPr/>
        </p:nvSpPr>
        <p:spPr>
          <a:xfrm xmlns:a="http://schemas.openxmlformats.org/drawingml/2006/main">
            <a:off x="571500" y="214312"/>
            <a:ext cx="10044112" cy="671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배경 | 관련 동향</a:t>
            </a:r>
          </a:p>
        </p:txBody>
      </p:sp>
      <p:sp>
        <p:nvSpPr>
          <p:cNvPr id="2" name="line-2">
            <a:extLst xmlns:a="http://schemas.openxmlformats.org/drawingml/2006/main">
              <a:ext uri="{FF2B5EF4-FFF2-40B4-BE49-F238E27FC236}">
                <a16:creationId xmlns:a16="http://schemas.microsoft.com/office/drawing/2014/main" id="{1F04E5D7-6604-4B32-8D5A-9E70895E6885}"/>
              </a:ext>
            </a:extLst>
          </p:cNvPr>
          <p:cNvSpPr>
            <a:spLocks xmlns:a="http://schemas.openxmlformats.org/drawingml/2006/main" noGrp="1"/>
          </p:cNvSpPr>
          <p:nvPr/>
        </p:nvSpPr>
        <p:spPr>
          <a:xfrm xmlns:a="http://schemas.openxmlformats.org/drawingml/2006/main" flipH="0">
            <a:off x="428625" y="971550"/>
            <a:ext cx="17430750" cy="0"/>
          </a:xfrm>
          <a:prstGeom xmlns:a="http://schemas.openxmlformats.org/drawingml/2006/main" prst="line">
            <a:avLst/>
          </a:prstGeom>
          <a:noFill xmlns:a="http://schemas.openxmlformats.org/drawingml/2006/main"/>
          <a:ln xmlns:a="http://schemas.openxmlformats.org/drawingml/2006/main" w="14288">
            <a:solidFill>
              <a:srgbClr val="6C747C"/>
            </a:solidFill>
          </a:ln>
        </p:spPr>
      </p:sp>
      <p:sp>
        <p:nvSpPr>
          <p:cNvPr id="3" name="r3-3">
            <a:extLst xmlns:a="http://schemas.openxmlformats.org/drawingml/2006/main">
              <a:ext uri="{FF2B5EF4-FFF2-40B4-BE49-F238E27FC236}">
                <a16:creationId xmlns:a16="http://schemas.microsoft.com/office/drawing/2014/main" id="{5D800A3F-CABC-4308-9166-7DAF8662354C}"/>
              </a:ext>
            </a:extLst>
          </p:cNvPr>
          <p:cNvSpPr>
            <a:spLocks xmlns:a="http://schemas.openxmlformats.org/drawingml/2006/main" noGrp="1"/>
          </p:cNvSpPr>
          <p:nvPr/>
        </p:nvSpPr>
        <p:spPr>
          <a:xfrm xmlns:a="http://schemas.openxmlformats.org/drawingml/2006/main">
            <a:off x="10929938" y="285750"/>
            <a:ext cx="1485900" cy="414338"/>
          </a:xfrm>
          <a:prstGeom xmlns:a="http://schemas.openxmlformats.org/drawingml/2006/main" prst="chevron">
            <a:avLst/>
          </a:prstGeom>
          <a:solidFill xmlns:a="http://schemas.openxmlformats.org/drawingml/2006/main">
            <a:srgbClr val="258FAF"/>
          </a:solidFill>
          <a:ln xmlns:a="http://schemas.openxmlformats.org/drawingml/2006/main" w="14288">
            <a:solidFill>
              <a:srgbClr val="FFFFFF"/>
            </a:solidFill>
          </a:ln>
        </p:spPr>
      </p:sp>
      <p:sp>
        <p:nvSpPr>
          <p:cNvPr id="4" name="r3-4">
            <a:extLst xmlns:a="http://schemas.openxmlformats.org/drawingml/2006/main">
              <a:ext uri="{FF2B5EF4-FFF2-40B4-BE49-F238E27FC236}">
                <a16:creationId xmlns:a16="http://schemas.microsoft.com/office/drawing/2014/main" id="{EE344BD5-A6DC-4CB7-B0B9-BACB68666A2A}"/>
              </a:ext>
            </a:extLst>
          </p:cNvPr>
          <p:cNvSpPr>
            <a:spLocks xmlns:a="http://schemas.openxmlformats.org/drawingml/2006/main" noGrp="1"/>
          </p:cNvSpPr>
          <p:nvPr/>
        </p:nvSpPr>
        <p:spPr>
          <a:xfrm xmlns:a="http://schemas.openxmlformats.org/drawingml/2006/main">
            <a:off x="110442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과제 소개</a:t>
            </a:r>
          </a:p>
        </p:txBody>
      </p:sp>
      <p:sp>
        <p:nvSpPr>
          <p:cNvPr id="5" name="r3-5">
            <a:extLst xmlns:a="http://schemas.openxmlformats.org/drawingml/2006/main">
              <a:ext uri="{FF2B5EF4-FFF2-40B4-BE49-F238E27FC236}">
                <a16:creationId xmlns:a16="http://schemas.microsoft.com/office/drawing/2014/main" id="{5ECD5165-4A5E-4669-AB00-85E21B2BA05D}"/>
              </a:ext>
            </a:extLst>
          </p:cNvPr>
          <p:cNvSpPr>
            <a:spLocks xmlns:a="http://schemas.openxmlformats.org/drawingml/2006/main" noGrp="1"/>
          </p:cNvSpPr>
          <p:nvPr/>
        </p:nvSpPr>
        <p:spPr>
          <a:xfrm xmlns:a="http://schemas.openxmlformats.org/drawingml/2006/main">
            <a:off x="1227296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6" name="r3-6">
            <a:extLst xmlns:a="http://schemas.openxmlformats.org/drawingml/2006/main">
              <a:ext uri="{FF2B5EF4-FFF2-40B4-BE49-F238E27FC236}">
                <a16:creationId xmlns:a16="http://schemas.microsoft.com/office/drawing/2014/main" id="{AE7D1F32-45B1-4DA1-971C-5910B03C6135}"/>
              </a:ext>
            </a:extLst>
          </p:cNvPr>
          <p:cNvSpPr>
            <a:spLocks xmlns:a="http://schemas.openxmlformats.org/drawingml/2006/main" noGrp="1"/>
          </p:cNvSpPr>
          <p:nvPr/>
        </p:nvSpPr>
        <p:spPr>
          <a:xfrm xmlns:a="http://schemas.openxmlformats.org/drawingml/2006/main">
            <a:off x="1238726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요구사항 분석</a:t>
            </a:r>
          </a:p>
        </p:txBody>
      </p:sp>
      <p:sp>
        <p:nvSpPr>
          <p:cNvPr id="7" name="r3-7">
            <a:extLst xmlns:a="http://schemas.openxmlformats.org/drawingml/2006/main">
              <a:ext uri="{FF2B5EF4-FFF2-40B4-BE49-F238E27FC236}">
                <a16:creationId xmlns:a16="http://schemas.microsoft.com/office/drawing/2014/main" id="{194B31F5-3247-439B-8C74-15BBAE0DB6C3}"/>
              </a:ext>
            </a:extLst>
          </p:cNvPr>
          <p:cNvSpPr>
            <a:spLocks xmlns:a="http://schemas.openxmlformats.org/drawingml/2006/main" noGrp="1"/>
          </p:cNvSpPr>
          <p:nvPr/>
        </p:nvSpPr>
        <p:spPr>
          <a:xfrm xmlns:a="http://schemas.openxmlformats.org/drawingml/2006/main">
            <a:off x="1361598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8" name="r3-8">
            <a:extLst xmlns:a="http://schemas.openxmlformats.org/drawingml/2006/main">
              <a:ext uri="{FF2B5EF4-FFF2-40B4-BE49-F238E27FC236}">
                <a16:creationId xmlns:a16="http://schemas.microsoft.com/office/drawing/2014/main" id="{88798B45-16FB-4AB2-ACF7-6E6610600246}"/>
              </a:ext>
            </a:extLst>
          </p:cNvPr>
          <p:cNvSpPr>
            <a:spLocks xmlns:a="http://schemas.openxmlformats.org/drawingml/2006/main" noGrp="1"/>
          </p:cNvSpPr>
          <p:nvPr/>
        </p:nvSpPr>
        <p:spPr>
          <a:xfrm xmlns:a="http://schemas.openxmlformats.org/drawingml/2006/main">
            <a:off x="1373028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설계</a:t>
            </a:r>
          </a:p>
        </p:txBody>
      </p:sp>
      <p:sp>
        <p:nvSpPr>
          <p:cNvPr id="9" name="r3-9">
            <a:extLst xmlns:a="http://schemas.openxmlformats.org/drawingml/2006/main">
              <a:ext uri="{FF2B5EF4-FFF2-40B4-BE49-F238E27FC236}">
                <a16:creationId xmlns:a16="http://schemas.microsoft.com/office/drawing/2014/main" id="{F6CFE006-9B0B-447D-8A36-45C993829EDA}"/>
              </a:ext>
            </a:extLst>
          </p:cNvPr>
          <p:cNvSpPr>
            <a:spLocks xmlns:a="http://schemas.openxmlformats.org/drawingml/2006/main" noGrp="1"/>
          </p:cNvSpPr>
          <p:nvPr/>
        </p:nvSpPr>
        <p:spPr>
          <a:xfrm xmlns:a="http://schemas.openxmlformats.org/drawingml/2006/main">
            <a:off x="1495901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0" name="r3-10">
            <a:extLst xmlns:a="http://schemas.openxmlformats.org/drawingml/2006/main">
              <a:ext uri="{FF2B5EF4-FFF2-40B4-BE49-F238E27FC236}">
                <a16:creationId xmlns:a16="http://schemas.microsoft.com/office/drawing/2014/main" id="{6B8203DC-D402-43CF-90AB-C3619D54AA55}"/>
              </a:ext>
            </a:extLst>
          </p:cNvPr>
          <p:cNvSpPr>
            <a:spLocks xmlns:a="http://schemas.openxmlformats.org/drawingml/2006/main" noGrp="1"/>
          </p:cNvSpPr>
          <p:nvPr/>
        </p:nvSpPr>
        <p:spPr>
          <a:xfrm xmlns:a="http://schemas.openxmlformats.org/drawingml/2006/main">
            <a:off x="1507331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구현 및 검증</a:t>
            </a:r>
          </a:p>
        </p:txBody>
      </p:sp>
      <p:sp>
        <p:nvSpPr>
          <p:cNvPr id="11" name="r3-11">
            <a:extLst xmlns:a="http://schemas.openxmlformats.org/drawingml/2006/main">
              <a:ext uri="{FF2B5EF4-FFF2-40B4-BE49-F238E27FC236}">
                <a16:creationId xmlns:a16="http://schemas.microsoft.com/office/drawing/2014/main" id="{47B018C3-A7AC-4BE4-A77F-68B7D6B38E2D}"/>
              </a:ext>
            </a:extLst>
          </p:cNvPr>
          <p:cNvSpPr>
            <a:spLocks xmlns:a="http://schemas.openxmlformats.org/drawingml/2006/main" noGrp="1"/>
          </p:cNvSpPr>
          <p:nvPr/>
        </p:nvSpPr>
        <p:spPr>
          <a:xfrm xmlns:a="http://schemas.openxmlformats.org/drawingml/2006/main">
            <a:off x="1630203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2" name="r3-12">
            <a:extLst xmlns:a="http://schemas.openxmlformats.org/drawingml/2006/main">
              <a:ext uri="{FF2B5EF4-FFF2-40B4-BE49-F238E27FC236}">
                <a16:creationId xmlns:a16="http://schemas.microsoft.com/office/drawing/2014/main" id="{D1CDE218-9368-46CC-976D-B3F71B741ECD}"/>
              </a:ext>
            </a:extLst>
          </p:cNvPr>
          <p:cNvSpPr>
            <a:spLocks xmlns:a="http://schemas.openxmlformats.org/drawingml/2006/main" noGrp="1"/>
          </p:cNvSpPr>
          <p:nvPr/>
        </p:nvSpPr>
        <p:spPr>
          <a:xfrm xmlns:a="http://schemas.openxmlformats.org/drawingml/2006/main">
            <a:off x="164163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결론</a:t>
            </a:r>
          </a:p>
        </p:txBody>
      </p:sp>
      <p:sp>
        <p:nvSpPr>
          <p:cNvPr id="13" name="r3-13">
            <a:extLst xmlns:a="http://schemas.openxmlformats.org/drawingml/2006/main">
              <a:ext uri="{FF2B5EF4-FFF2-40B4-BE49-F238E27FC236}">
                <a16:creationId xmlns:a16="http://schemas.microsoft.com/office/drawing/2014/main" id="{AB55F528-45A3-4A2D-8761-301EFBA5BB19}"/>
              </a:ext>
            </a:extLst>
          </p:cNvPr>
          <p:cNvSpPr>
            <a:spLocks xmlns:a="http://schemas.openxmlformats.org/drawingml/2006/main" noGrp="1"/>
          </p:cNvSpPr>
          <p:nvPr/>
        </p:nvSpPr>
        <p:spPr>
          <a:xfrm xmlns:a="http://schemas.openxmlformats.org/drawingml/2006/main">
            <a:off x="17130712" y="9786938"/>
            <a:ext cx="6000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62" b="0">
                <a:solidFill>
                  <a:srgbClr val="657079"/>
                </a:solidFill>
                <a:latin typeface="Apple SD Gothic Neo"/>
                <a:ea typeface="Apple SD Gothic Neo"/>
                <a:cs typeface="Apple SD Gothic Neo"/>
              </a:defRPr>
            </a:pPr>
            <a:r>
              <a:rPr sz="1462" b="0">
                <a:solidFill>
                  <a:srgbClr val="657079"/>
                </a:solidFill>
                <a:latin typeface="Apple SD Gothic Neo"/>
                <a:ea typeface="Apple SD Gothic Neo"/>
                <a:cs typeface="Apple SD Gothic Neo"/>
              </a:rPr>
              <a:t>1</a:t>
            </a:r>
          </a:p>
        </p:txBody>
      </p:sp>
      <p:sp>
        <p:nvSpPr>
          <p:cNvPr id="14" name="r3-14">
            <a:extLst xmlns:a="http://schemas.openxmlformats.org/drawingml/2006/main">
              <a:ext uri="{FF2B5EF4-FFF2-40B4-BE49-F238E27FC236}">
                <a16:creationId xmlns:a16="http://schemas.microsoft.com/office/drawing/2014/main" id="{BEF4A735-9C7D-41E2-A1CB-553DC08DA2FF}"/>
              </a:ext>
            </a:extLst>
          </p:cNvPr>
          <p:cNvSpPr>
            <a:spLocks xmlns:a="http://schemas.openxmlformats.org/drawingml/2006/main" noGrp="1"/>
          </p:cNvSpPr>
          <p:nvPr/>
        </p:nvSpPr>
        <p:spPr>
          <a:xfrm xmlns:a="http://schemas.openxmlformats.org/drawingml/2006/main">
            <a:off x="971550" y="1314450"/>
            <a:ext cx="7500938" cy="6858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14288">
            <a:solidFill>
              <a:srgbClr val="CAD2D9"/>
            </a:solidFill>
          </a:ln>
        </p:spPr>
      </p:sp>
      <p:sp>
        <p:nvSpPr>
          <p:cNvPr id="15" name="r3-15">
            <a:extLst xmlns:a="http://schemas.openxmlformats.org/drawingml/2006/main">
              <a:ext uri="{FF2B5EF4-FFF2-40B4-BE49-F238E27FC236}">
                <a16:creationId xmlns:a16="http://schemas.microsoft.com/office/drawing/2014/main" id="{43866F53-5468-4287-8E54-A0A623F7C35D}"/>
              </a:ext>
            </a:extLst>
          </p:cNvPr>
          <p:cNvSpPr>
            <a:spLocks xmlns:a="http://schemas.openxmlformats.org/drawingml/2006/main" noGrp="1"/>
          </p:cNvSpPr>
          <p:nvPr/>
        </p:nvSpPr>
        <p:spPr>
          <a:xfrm xmlns:a="http://schemas.openxmlformats.org/drawingml/2006/main">
            <a:off x="1085850" y="1385888"/>
            <a:ext cx="7272338"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88" b="1">
                <a:solidFill>
                  <a:srgbClr val="FFFFFF"/>
                </a:solidFill>
                <a:latin typeface="Apple SD Gothic Neo"/>
                <a:ea typeface="Apple SD Gothic Neo"/>
                <a:cs typeface="Apple SD Gothic Neo"/>
              </a:defRPr>
            </a:pPr>
            <a:r>
              <a:rPr sz="2588" b="1">
                <a:solidFill>
                  <a:srgbClr val="FFFFFF"/>
                </a:solidFill>
                <a:latin typeface="Apple SD Gothic Neo"/>
                <a:ea typeface="Apple SD Gothic Neo"/>
                <a:cs typeface="Apple SD Gothic Neo"/>
              </a:rPr>
              <a:t>PC 업무를 수행하는 AI의 등장</a:t>
            </a:r>
          </a:p>
        </p:txBody>
      </p:sp>
      <p:sp>
        <p:nvSpPr>
          <p:cNvPr id="16" name="r3-16">
            <a:extLst xmlns:a="http://schemas.openxmlformats.org/drawingml/2006/main">
              <a:ext uri="{FF2B5EF4-FFF2-40B4-BE49-F238E27FC236}">
                <a16:creationId xmlns:a16="http://schemas.microsoft.com/office/drawing/2014/main" id="{61C8B37E-4868-4E50-93C4-9E5E29EA9A86}"/>
              </a:ext>
            </a:extLst>
          </p:cNvPr>
          <p:cNvSpPr>
            <a:spLocks xmlns:a="http://schemas.openxmlformats.org/drawingml/2006/main" noGrp="1"/>
          </p:cNvSpPr>
          <p:nvPr/>
        </p:nvSpPr>
        <p:spPr>
          <a:xfrm xmlns:a="http://schemas.openxmlformats.org/drawingml/2006/main">
            <a:off x="9815512" y="1314450"/>
            <a:ext cx="7500938" cy="6858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14288">
            <a:solidFill>
              <a:srgbClr val="CAD2D9"/>
            </a:solidFill>
          </a:ln>
        </p:spPr>
      </p:sp>
      <p:sp>
        <p:nvSpPr>
          <p:cNvPr id="17" name="r3-17">
            <a:extLst xmlns:a="http://schemas.openxmlformats.org/drawingml/2006/main">
              <a:ext uri="{FF2B5EF4-FFF2-40B4-BE49-F238E27FC236}">
                <a16:creationId xmlns:a16="http://schemas.microsoft.com/office/drawing/2014/main" id="{7C2B80B6-5FEB-4339-8F7E-9889897F2A62}"/>
              </a:ext>
            </a:extLst>
          </p:cNvPr>
          <p:cNvSpPr>
            <a:spLocks xmlns:a="http://schemas.openxmlformats.org/drawingml/2006/main" noGrp="1"/>
          </p:cNvSpPr>
          <p:nvPr/>
        </p:nvSpPr>
        <p:spPr>
          <a:xfrm xmlns:a="http://schemas.openxmlformats.org/drawingml/2006/main">
            <a:off x="9929812" y="1385888"/>
            <a:ext cx="7272338"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88" b="1">
                <a:solidFill>
                  <a:srgbClr val="FFFFFF"/>
                </a:solidFill>
                <a:latin typeface="Apple SD Gothic Neo"/>
                <a:ea typeface="Apple SD Gothic Neo"/>
                <a:cs typeface="Apple SD Gothic Neo"/>
              </a:defRPr>
            </a:pPr>
            <a:r>
              <a:rPr sz="2588" b="1">
                <a:solidFill>
                  <a:srgbClr val="FFFFFF"/>
                </a:solidFill>
                <a:latin typeface="Apple SD Gothic Neo"/>
                <a:ea typeface="Apple SD Gothic Neo"/>
                <a:cs typeface="Apple SD Gothic Neo"/>
              </a:rPr>
              <a:t>화면을 보며 말로 지시하는 상호작용</a:t>
            </a:r>
          </a:p>
        </p:txBody>
      </p:sp>
      <p:sp>
        <p:nvSpPr>
          <p:cNvPr id="18" name="line-18">
            <a:extLst xmlns:a="http://schemas.openxmlformats.org/drawingml/2006/main">
              <a:ext uri="{FF2B5EF4-FFF2-40B4-BE49-F238E27FC236}">
                <a16:creationId xmlns:a16="http://schemas.microsoft.com/office/drawing/2014/main" id="{C974F878-DB1A-4342-B659-4A99052540B8}"/>
              </a:ext>
            </a:extLst>
          </p:cNvPr>
          <p:cNvSpPr>
            <a:spLocks xmlns:a="http://schemas.openxmlformats.org/drawingml/2006/main" noGrp="1"/>
          </p:cNvSpPr>
          <p:nvPr/>
        </p:nvSpPr>
        <p:spPr>
          <a:xfrm xmlns:a="http://schemas.openxmlformats.org/drawingml/2006/main" flipH="0">
            <a:off x="9144000" y="2157412"/>
            <a:ext cx="0" cy="7386638"/>
          </a:xfrm>
          <a:prstGeom xmlns:a="http://schemas.openxmlformats.org/drawingml/2006/main" prst="line">
            <a:avLst/>
          </a:prstGeom>
          <a:noFill xmlns:a="http://schemas.openxmlformats.org/drawingml/2006/main"/>
          <a:ln xmlns:a="http://schemas.openxmlformats.org/drawingml/2006/main" w="14288">
            <a:solidFill>
              <a:srgbClr val="BDC4CA"/>
            </a:solidFill>
          </a:ln>
        </p:spPr>
      </p:sp>
      <p:sp>
        <p:nvSpPr>
          <p:cNvPr id="19" name="r3-19">
            <a:extLst xmlns:a="http://schemas.openxmlformats.org/drawingml/2006/main">
              <a:ext uri="{FF2B5EF4-FFF2-40B4-BE49-F238E27FC236}">
                <a16:creationId xmlns:a16="http://schemas.microsoft.com/office/drawing/2014/main" id="{84A506B7-C72B-481E-8802-96982FF4C1E1}"/>
              </a:ext>
            </a:extLst>
          </p:cNvPr>
          <p:cNvSpPr>
            <a:spLocks xmlns:a="http://schemas.openxmlformats.org/drawingml/2006/main" noGrp="1"/>
          </p:cNvSpPr>
          <p:nvPr/>
        </p:nvSpPr>
        <p:spPr>
          <a:xfrm xmlns:a="http://schemas.openxmlformats.org/drawingml/2006/main">
            <a:off x="528638" y="2343150"/>
            <a:ext cx="71438" cy="71438"/>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20" name="r3-20">
            <a:extLst xmlns:a="http://schemas.openxmlformats.org/drawingml/2006/main">
              <a:ext uri="{FF2B5EF4-FFF2-40B4-BE49-F238E27FC236}">
                <a16:creationId xmlns:a16="http://schemas.microsoft.com/office/drawing/2014/main" id="{50EC78CD-D629-4070-9782-EFF3746CB20E}"/>
              </a:ext>
            </a:extLst>
          </p:cNvPr>
          <p:cNvSpPr>
            <a:spLocks xmlns:a="http://schemas.openxmlformats.org/drawingml/2006/main" noGrp="1"/>
          </p:cNvSpPr>
          <p:nvPr/>
        </p:nvSpPr>
        <p:spPr>
          <a:xfrm xmlns:a="http://schemas.openxmlformats.org/drawingml/2006/main">
            <a:off x="757238" y="2185988"/>
            <a:ext cx="8115300" cy="442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20262C"/>
                </a:solidFill>
                <a:latin typeface="Apple SD Gothic Neo"/>
                <a:ea typeface="Apple SD Gothic Neo"/>
                <a:cs typeface="Apple SD Gothic Neo"/>
              </a:defRPr>
            </a:pPr>
            <a:r>
              <a:rPr sz="2475" b="1">
                <a:solidFill>
                  <a:srgbClr val="20262C"/>
                </a:solidFill>
                <a:latin typeface="Apple SD Gothic Neo"/>
                <a:ea typeface="Apple SD Gothic Neo"/>
                <a:cs typeface="Apple SD Gothic Neo"/>
              </a:rPr>
              <a:t>자료를 찾아 업무 앱까지 조작하는 AI</a:t>
            </a:r>
          </a:p>
        </p:txBody>
      </p:sp>
      <p:sp>
        <p:nvSpPr>
          <p:cNvPr id="21" name="r3-21">
            <a:extLst xmlns:a="http://schemas.openxmlformats.org/drawingml/2006/main">
              <a:ext uri="{FF2B5EF4-FFF2-40B4-BE49-F238E27FC236}">
                <a16:creationId xmlns:a16="http://schemas.microsoft.com/office/drawing/2014/main" id="{16AA4A4D-C1BC-471A-A0C1-2709618E782F}"/>
              </a:ext>
            </a:extLst>
          </p:cNvPr>
          <p:cNvSpPr>
            <a:spLocks xmlns:a="http://schemas.openxmlformats.org/drawingml/2006/main" noGrp="1"/>
          </p:cNvSpPr>
          <p:nvPr/>
        </p:nvSpPr>
        <p:spPr>
          <a:xfrm xmlns:a="http://schemas.openxmlformats.org/drawingml/2006/main">
            <a:off x="757238" y="2628900"/>
            <a:ext cx="8001000"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화면을 읽고, 필요한 정보를 찾아 신청서에 입력</a:t>
            </a:r>
          </a:p>
        </p:txBody>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413be209bf6b450f"/>
          <a:stretch xmlns:a="http://schemas.openxmlformats.org/drawingml/2006/main"/>
        </p:blipFill>
        <p:spPr>
          <a:xfrm xmlns:a="http://schemas.openxmlformats.org/drawingml/2006/main">
            <a:off x="1725612" y="3071812"/>
            <a:ext cx="5892800" cy="3314700"/>
          </a:xfrm>
          <a:prstGeom xmlns:a="http://schemas.openxmlformats.org/drawingml/2006/main" prst="rect">
            <a:avLst/>
          </a:prstGeom>
        </p:spPr>
      </p:pic>
      <p:sp>
        <p:nvSpPr>
          <p:cNvPr id="23" name="r3-22">
            <a:extLst xmlns:a="http://schemas.openxmlformats.org/drawingml/2006/main">
              <a:ext uri="{FF2B5EF4-FFF2-40B4-BE49-F238E27FC236}">
                <a16:creationId xmlns:a16="http://schemas.microsoft.com/office/drawing/2014/main" id="{5B55BA97-B98F-45F7-A1C9-E074B279CC81}"/>
              </a:ext>
            </a:extLst>
          </p:cNvPr>
          <p:cNvSpPr>
            <a:spLocks xmlns:a="http://schemas.openxmlformats.org/drawingml/2006/main" noGrp="1"/>
          </p:cNvSpPr>
          <p:nvPr/>
        </p:nvSpPr>
        <p:spPr>
          <a:xfrm xmlns:a="http://schemas.openxmlformats.org/drawingml/2006/main">
            <a:off x="785812" y="6443662"/>
            <a:ext cx="7858125"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38" b="1">
                <a:solidFill>
                  <a:srgbClr val="122445"/>
                </a:solidFill>
                <a:latin typeface="Apple SD Gothic Neo"/>
                <a:ea typeface="Apple SD Gothic Neo"/>
                <a:cs typeface="Apple SD Gothic Neo"/>
              </a:defRPr>
            </a:pPr>
            <a:r>
              <a:rPr sz="2138" b="1">
                <a:solidFill>
                  <a:srgbClr val="122445"/>
                </a:solidFill>
                <a:latin typeface="Apple SD Gothic Neo"/>
                <a:ea typeface="Apple SD Gothic Neo"/>
                <a:cs typeface="Apple SD Gothic Neo"/>
              </a:rPr>
              <a:t>거래처 검색 → 정보 확인 → 신청서 입력</a:t>
            </a:r>
          </a:p>
        </p:txBody>
      </p:sp>
      <p:sp>
        <p:nvSpPr>
          <p:cNvPr id="24" name="r3-23">
            <a:extLst xmlns:a="http://schemas.openxmlformats.org/drawingml/2006/main">
              <a:ext uri="{FF2B5EF4-FFF2-40B4-BE49-F238E27FC236}">
                <a16:creationId xmlns:a16="http://schemas.microsoft.com/office/drawing/2014/main" id="{DABE3B1C-A404-4AF5-8982-3C4E453A15F4}"/>
              </a:ext>
            </a:extLst>
          </p:cNvPr>
          <p:cNvSpPr>
            <a:spLocks xmlns:a="http://schemas.openxmlformats.org/drawingml/2006/main" noGrp="1"/>
          </p:cNvSpPr>
          <p:nvPr/>
        </p:nvSpPr>
        <p:spPr>
          <a:xfrm xmlns:a="http://schemas.openxmlformats.org/drawingml/2006/main">
            <a:off x="642938" y="6829425"/>
            <a:ext cx="80724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62" b="0">
                <a:solidFill>
                  <a:srgbClr val="657079"/>
                </a:solidFill>
                <a:latin typeface="Apple SD Gothic Neo"/>
                <a:ea typeface="Apple SD Gothic Neo"/>
                <a:cs typeface="Apple SD Gothic Neo"/>
              </a:defRPr>
            </a:pPr>
            <a:r>
              <a:rPr sz="1462" b="0">
                <a:solidFill>
                  <a:srgbClr val="657079"/>
                </a:solidFill>
                <a:latin typeface="Apple SD Gothic Neo"/>
                <a:ea typeface="Apple SD Gothic Neo"/>
                <a:cs typeface="Apple SD Gothic Neo"/>
              </a:rPr>
              <a:t>[ Anthropic computer use 공개 시연, 2024.10 / 발췌, 3배속 ]</a:t>
            </a:r>
          </a:p>
        </p:txBody>
      </p:sp>
      <p:sp>
        <p:nvSpPr>
          <p:cNvPr id="25" name="line-24">
            <a:extLst xmlns:a="http://schemas.openxmlformats.org/drawingml/2006/main">
              <a:ext uri="{FF2B5EF4-FFF2-40B4-BE49-F238E27FC236}">
                <a16:creationId xmlns:a16="http://schemas.microsoft.com/office/drawing/2014/main" id="{231CF7CE-1A9C-421A-8932-22EA46C7245B}"/>
              </a:ext>
            </a:extLst>
          </p:cNvPr>
          <p:cNvSpPr>
            <a:spLocks xmlns:a="http://schemas.openxmlformats.org/drawingml/2006/main" noGrp="1"/>
          </p:cNvSpPr>
          <p:nvPr/>
        </p:nvSpPr>
        <p:spPr>
          <a:xfrm xmlns:a="http://schemas.openxmlformats.org/drawingml/2006/main" flipH="0">
            <a:off x="542925" y="7300912"/>
            <a:ext cx="8201025" cy="0"/>
          </a:xfrm>
          <a:prstGeom xmlns:a="http://schemas.openxmlformats.org/drawingml/2006/main" prst="line">
            <a:avLst/>
          </a:prstGeom>
          <a:noFill xmlns:a="http://schemas.openxmlformats.org/drawingml/2006/main"/>
          <a:ln xmlns:a="http://schemas.openxmlformats.org/drawingml/2006/main" w="14288">
            <a:solidFill>
              <a:srgbClr val="BDC4CA"/>
            </a:solidFill>
          </a:ln>
        </p:spPr>
      </p:sp>
      <p:sp>
        <p:nvSpPr>
          <p:cNvPr id="26" name="r3-25">
            <a:extLst xmlns:a="http://schemas.openxmlformats.org/drawingml/2006/main">
              <a:ext uri="{FF2B5EF4-FFF2-40B4-BE49-F238E27FC236}">
                <a16:creationId xmlns:a16="http://schemas.microsoft.com/office/drawing/2014/main" id="{E7A4B1B7-62E3-4E28-907F-C78A10BBE8C7}"/>
              </a:ext>
            </a:extLst>
          </p:cNvPr>
          <p:cNvSpPr>
            <a:spLocks xmlns:a="http://schemas.openxmlformats.org/drawingml/2006/main" noGrp="1"/>
          </p:cNvSpPr>
          <p:nvPr/>
        </p:nvSpPr>
        <p:spPr>
          <a:xfrm xmlns:a="http://schemas.openxmlformats.org/drawingml/2006/main">
            <a:off x="542925" y="7600950"/>
            <a:ext cx="71438" cy="71438"/>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27" name="r3-26">
            <a:extLst xmlns:a="http://schemas.openxmlformats.org/drawingml/2006/main">
              <a:ext uri="{FF2B5EF4-FFF2-40B4-BE49-F238E27FC236}">
                <a16:creationId xmlns:a16="http://schemas.microsoft.com/office/drawing/2014/main" id="{2F451365-CB00-4AD6-A81A-61AB976AE3F2}"/>
              </a:ext>
            </a:extLst>
          </p:cNvPr>
          <p:cNvSpPr>
            <a:spLocks xmlns:a="http://schemas.openxmlformats.org/drawingml/2006/main" noGrp="1"/>
          </p:cNvSpPr>
          <p:nvPr/>
        </p:nvSpPr>
        <p:spPr>
          <a:xfrm xmlns:a="http://schemas.openxmlformats.org/drawingml/2006/main">
            <a:off x="771525" y="7443788"/>
            <a:ext cx="8086725" cy="442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62" b="1">
                <a:solidFill>
                  <a:srgbClr val="20262C"/>
                </a:solidFill>
                <a:latin typeface="Apple SD Gothic Neo"/>
                <a:ea typeface="Apple SD Gothic Neo"/>
                <a:cs typeface="Apple SD Gothic Neo"/>
              </a:defRPr>
            </a:pPr>
            <a:r>
              <a:rPr sz="2362" b="1">
                <a:solidFill>
                  <a:srgbClr val="20262C"/>
                </a:solidFill>
                <a:latin typeface="Apple SD Gothic Neo"/>
                <a:ea typeface="Apple SD Gothic Neo"/>
                <a:cs typeface="Apple SD Gothic Neo"/>
              </a:rPr>
              <a:t>사무 업무부터 개발 업무까지 적용 영역 확대</a:t>
            </a:r>
          </a:p>
        </p:txBody>
      </p:sp>
      <p:sp>
        <p:nvSpPr>
          <p:cNvPr id="28" name="r3-27">
            <a:extLst xmlns:a="http://schemas.openxmlformats.org/drawingml/2006/main">
              <a:ext uri="{FF2B5EF4-FFF2-40B4-BE49-F238E27FC236}">
                <a16:creationId xmlns:a16="http://schemas.microsoft.com/office/drawing/2014/main" id="{27EF8A4F-288C-484E-81E0-0A870D63EC45}"/>
              </a:ext>
            </a:extLst>
          </p:cNvPr>
          <p:cNvSpPr>
            <a:spLocks xmlns:a="http://schemas.openxmlformats.org/drawingml/2006/main" noGrp="1"/>
          </p:cNvSpPr>
          <p:nvPr/>
        </p:nvSpPr>
        <p:spPr>
          <a:xfrm xmlns:a="http://schemas.openxmlformats.org/drawingml/2006/main">
            <a:off x="785812" y="7986712"/>
            <a:ext cx="3586162"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122445"/>
                </a:solidFill>
                <a:latin typeface="Apple SD Gothic Neo"/>
                <a:ea typeface="Apple SD Gothic Neo"/>
                <a:cs typeface="Apple SD Gothic Neo"/>
              </a:defRPr>
            </a:pPr>
            <a:r>
              <a:rPr sz="2250" b="1">
                <a:solidFill>
                  <a:srgbClr val="122445"/>
                </a:solidFill>
                <a:latin typeface="Apple SD Gothic Neo"/>
                <a:ea typeface="Apple SD Gothic Neo"/>
                <a:cs typeface="Apple SD Gothic Neo"/>
              </a:rPr>
              <a:t>여러 앱을 활용한 사무 업무</a:t>
            </a:r>
          </a:p>
        </p:txBody>
      </p:sp>
      <p:sp>
        <p:nvSpPr>
          <p:cNvPr id="29" name="r3-28">
            <a:extLst xmlns:a="http://schemas.openxmlformats.org/drawingml/2006/main">
              <a:ext uri="{FF2B5EF4-FFF2-40B4-BE49-F238E27FC236}">
                <a16:creationId xmlns:a16="http://schemas.microsoft.com/office/drawing/2014/main" id="{6330F366-2F4A-4B16-AE85-794E022A42E9}"/>
              </a:ext>
            </a:extLst>
          </p:cNvPr>
          <p:cNvSpPr>
            <a:spLocks xmlns:a="http://schemas.openxmlformats.org/drawingml/2006/main" noGrp="1"/>
          </p:cNvSpPr>
          <p:nvPr/>
        </p:nvSpPr>
        <p:spPr>
          <a:xfrm xmlns:a="http://schemas.openxmlformats.org/drawingml/2006/main">
            <a:off x="785812" y="8443912"/>
            <a:ext cx="3457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57079"/>
                </a:solidFill>
                <a:latin typeface="Apple SD Gothic Neo"/>
                <a:ea typeface="Apple SD Gothic Neo"/>
                <a:cs typeface="Apple SD Gothic Neo"/>
              </a:defRPr>
            </a:pPr>
            <a:r>
              <a:rPr sz="1800" b="0">
                <a:solidFill>
                  <a:srgbClr val="657079"/>
                </a:solidFill>
                <a:latin typeface="Apple SD Gothic Neo"/>
                <a:ea typeface="Apple SD Gothic Neo"/>
                <a:cs typeface="Apple SD Gothic Neo"/>
              </a:rPr>
              <a:t>Claude Cowork 사례</a:t>
            </a:r>
          </a:p>
        </p:txBody>
      </p:sp>
      <p:sp>
        <p:nvSpPr>
          <p:cNvPr id="30" name="r3-29">
            <a:extLst xmlns:a="http://schemas.openxmlformats.org/drawingml/2006/main">
              <a:ext uri="{FF2B5EF4-FFF2-40B4-BE49-F238E27FC236}">
                <a16:creationId xmlns:a16="http://schemas.microsoft.com/office/drawing/2014/main" id="{1B93C5E3-B5D3-452F-B8C1-35571A5F0141}"/>
              </a:ext>
            </a:extLst>
          </p:cNvPr>
          <p:cNvSpPr>
            <a:spLocks xmlns:a="http://schemas.openxmlformats.org/drawingml/2006/main" noGrp="1"/>
          </p:cNvSpPr>
          <p:nvPr/>
        </p:nvSpPr>
        <p:spPr>
          <a:xfrm xmlns:a="http://schemas.openxmlformats.org/drawingml/2006/main">
            <a:off x="4529138" y="7972425"/>
            <a:ext cx="41862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70" b="0">
                <a:solidFill>
                  <a:srgbClr val="20262C"/>
                </a:solidFill>
                <a:latin typeface="Apple SD Gothic Neo"/>
                <a:ea typeface="Apple SD Gothic Neo"/>
                <a:cs typeface="Apple SD Gothic Neo"/>
              </a:defRPr>
            </a:pPr>
            <a:r>
              <a:rPr sz="1970" b="0">
                <a:solidFill>
                  <a:srgbClr val="20262C"/>
                </a:solidFill>
                <a:latin typeface="Apple SD Gothic Neo"/>
                <a:ea typeface="Apple SD Gothic Neo"/>
                <a:cs typeface="Apple SD Gothic Neo"/>
              </a:rPr>
              <a:t>파일과 앱의 자료로 보고서 작성</a:t>
            </a:r>
          </a:p>
          <a:p xmlns:a="http://schemas.openxmlformats.org/drawingml/2006/main">
            <a:pPr algn="l">
              <a:defRPr sz="1970" b="0">
                <a:solidFill>
                  <a:srgbClr val="20262C"/>
                </a:solidFill>
                <a:latin typeface="Apple SD Gothic Neo"/>
                <a:ea typeface="Apple SD Gothic Neo"/>
                <a:cs typeface="Apple SD Gothic Neo"/>
              </a:defRPr>
            </a:pPr>
            <a:r>
              <a:rPr sz="1970" b="0">
                <a:solidFill>
                  <a:srgbClr val="20262C"/>
                </a:solidFill>
                <a:latin typeface="Apple SD Gothic Neo"/>
                <a:ea typeface="Apple SD Gothic Neo"/>
                <a:cs typeface="Apple SD Gothic Neo"/>
              </a:rPr>
              <a:t>자료를 비교해 표와 발표자료 생성</a:t>
            </a:r>
          </a:p>
        </p:txBody>
      </p:sp>
      <p:sp>
        <p:nvSpPr>
          <p:cNvPr id="31" name="r3-30">
            <a:extLst xmlns:a="http://schemas.openxmlformats.org/drawingml/2006/main">
              <a:ext uri="{FF2B5EF4-FFF2-40B4-BE49-F238E27FC236}">
                <a16:creationId xmlns:a16="http://schemas.microsoft.com/office/drawing/2014/main" id="{316986EB-7558-4CC4-B891-E55FE877AA0C}"/>
              </a:ext>
            </a:extLst>
          </p:cNvPr>
          <p:cNvSpPr>
            <a:spLocks xmlns:a="http://schemas.openxmlformats.org/drawingml/2006/main" noGrp="1"/>
          </p:cNvSpPr>
          <p:nvPr/>
        </p:nvSpPr>
        <p:spPr>
          <a:xfrm xmlns:a="http://schemas.openxmlformats.org/drawingml/2006/main">
            <a:off x="785812" y="8901112"/>
            <a:ext cx="3586162"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122445"/>
                </a:solidFill>
                <a:latin typeface="Apple SD Gothic Neo"/>
                <a:ea typeface="Apple SD Gothic Neo"/>
                <a:cs typeface="Apple SD Gothic Neo"/>
              </a:defRPr>
            </a:pPr>
            <a:r>
              <a:rPr sz="2250" b="1">
                <a:solidFill>
                  <a:srgbClr val="122445"/>
                </a:solidFill>
                <a:latin typeface="Apple SD Gothic Neo"/>
                <a:ea typeface="Apple SD Gothic Neo"/>
                <a:cs typeface="Apple SD Gothic Neo"/>
              </a:rPr>
              <a:t>개발에 필요한 전문 업무</a:t>
            </a:r>
          </a:p>
        </p:txBody>
      </p:sp>
      <p:sp>
        <p:nvSpPr>
          <p:cNvPr id="32" name="r3-31">
            <a:extLst xmlns:a="http://schemas.openxmlformats.org/drawingml/2006/main">
              <a:ext uri="{FF2B5EF4-FFF2-40B4-BE49-F238E27FC236}">
                <a16:creationId xmlns:a16="http://schemas.microsoft.com/office/drawing/2014/main" id="{E452EDDA-800B-402C-AA12-50B6A3D07A8A}"/>
              </a:ext>
            </a:extLst>
          </p:cNvPr>
          <p:cNvSpPr>
            <a:spLocks xmlns:a="http://schemas.openxmlformats.org/drawingml/2006/main" noGrp="1"/>
          </p:cNvSpPr>
          <p:nvPr/>
        </p:nvSpPr>
        <p:spPr>
          <a:xfrm xmlns:a="http://schemas.openxmlformats.org/drawingml/2006/main">
            <a:off x="785812" y="9329738"/>
            <a:ext cx="34575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57079"/>
                </a:solidFill>
                <a:latin typeface="Apple SD Gothic Neo"/>
                <a:ea typeface="Apple SD Gothic Neo"/>
                <a:cs typeface="Apple SD Gothic Neo"/>
              </a:defRPr>
            </a:pPr>
            <a:r>
              <a:rPr sz="1800" b="0">
                <a:solidFill>
                  <a:srgbClr val="657079"/>
                </a:solidFill>
                <a:latin typeface="Apple SD Gothic Neo"/>
                <a:ea typeface="Apple SD Gothic Neo"/>
                <a:cs typeface="Apple SD Gothic Neo"/>
              </a:rPr>
              <a:t>Claude Code 사례</a:t>
            </a:r>
          </a:p>
        </p:txBody>
      </p:sp>
      <p:sp>
        <p:nvSpPr>
          <p:cNvPr id="33" name="r3-32">
            <a:extLst xmlns:a="http://schemas.openxmlformats.org/drawingml/2006/main">
              <a:ext uri="{FF2B5EF4-FFF2-40B4-BE49-F238E27FC236}">
                <a16:creationId xmlns:a16="http://schemas.microsoft.com/office/drawing/2014/main" id="{C30D22F9-AEEF-40DF-947E-DBA6ED786212}"/>
              </a:ext>
            </a:extLst>
          </p:cNvPr>
          <p:cNvSpPr>
            <a:spLocks xmlns:a="http://schemas.openxmlformats.org/drawingml/2006/main" noGrp="1"/>
          </p:cNvSpPr>
          <p:nvPr/>
        </p:nvSpPr>
        <p:spPr>
          <a:xfrm xmlns:a="http://schemas.openxmlformats.org/drawingml/2006/main">
            <a:off x="4529138" y="8858250"/>
            <a:ext cx="41862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70" b="0">
                <a:solidFill>
                  <a:srgbClr val="20262C"/>
                </a:solidFill>
                <a:latin typeface="Apple SD Gothic Neo"/>
                <a:ea typeface="Apple SD Gothic Neo"/>
                <a:cs typeface="Apple SD Gothic Neo"/>
              </a:defRPr>
            </a:pPr>
            <a:r>
              <a:rPr sz="1970" b="0">
                <a:solidFill>
                  <a:srgbClr val="20262C"/>
                </a:solidFill>
                <a:latin typeface="Apple SD Gothic Neo"/>
                <a:ea typeface="Apple SD Gothic Neo"/>
                <a:cs typeface="Apple SD Gothic Neo"/>
              </a:rPr>
              <a:t>코드를 탐색하고 수정</a:t>
            </a:r>
          </a:p>
          <a:p xmlns:a="http://schemas.openxmlformats.org/drawingml/2006/main">
            <a:pPr algn="l">
              <a:defRPr sz="1970" b="0">
                <a:solidFill>
                  <a:srgbClr val="20262C"/>
                </a:solidFill>
                <a:latin typeface="Apple SD Gothic Neo"/>
                <a:ea typeface="Apple SD Gothic Neo"/>
                <a:cs typeface="Apple SD Gothic Neo"/>
              </a:defRPr>
            </a:pPr>
            <a:r>
              <a:rPr sz="1970" b="0">
                <a:solidFill>
                  <a:srgbClr val="20262C"/>
                </a:solidFill>
                <a:latin typeface="Apple SD Gothic Neo"/>
                <a:ea typeface="Apple SD Gothic Neo"/>
                <a:cs typeface="Apple SD Gothic Neo"/>
              </a:rPr>
              <a:t>테스트로 문제를 확인하고 보완</a:t>
            </a:r>
          </a:p>
        </p:txBody>
      </p:sp>
      <p:sp>
        <p:nvSpPr>
          <p:cNvPr id="34" name="r3-33">
            <a:extLst xmlns:a="http://schemas.openxmlformats.org/drawingml/2006/main">
              <a:ext uri="{FF2B5EF4-FFF2-40B4-BE49-F238E27FC236}">
                <a16:creationId xmlns:a16="http://schemas.microsoft.com/office/drawing/2014/main" id="{A7944648-61B7-4E08-A627-38FC846E8FAC}"/>
              </a:ext>
            </a:extLst>
          </p:cNvPr>
          <p:cNvSpPr>
            <a:spLocks xmlns:a="http://schemas.openxmlformats.org/drawingml/2006/main" noGrp="1"/>
          </p:cNvSpPr>
          <p:nvPr/>
        </p:nvSpPr>
        <p:spPr>
          <a:xfrm xmlns:a="http://schemas.openxmlformats.org/drawingml/2006/main">
            <a:off x="9444038" y="2343150"/>
            <a:ext cx="71438" cy="71438"/>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35" name="r3-34">
            <a:extLst xmlns:a="http://schemas.openxmlformats.org/drawingml/2006/main">
              <a:ext uri="{FF2B5EF4-FFF2-40B4-BE49-F238E27FC236}">
                <a16:creationId xmlns:a16="http://schemas.microsoft.com/office/drawing/2014/main" id="{84B4062C-A917-4375-BCDE-44E482943E56}"/>
              </a:ext>
            </a:extLst>
          </p:cNvPr>
          <p:cNvSpPr>
            <a:spLocks xmlns:a="http://schemas.openxmlformats.org/drawingml/2006/main" noGrp="1"/>
          </p:cNvSpPr>
          <p:nvPr/>
        </p:nvSpPr>
        <p:spPr>
          <a:xfrm xmlns:a="http://schemas.openxmlformats.org/drawingml/2006/main">
            <a:off x="9672638" y="2185988"/>
            <a:ext cx="8115300" cy="442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20262C"/>
                </a:solidFill>
                <a:latin typeface="Apple SD Gothic Neo"/>
                <a:ea typeface="Apple SD Gothic Neo"/>
                <a:cs typeface="Apple SD Gothic Neo"/>
              </a:defRPr>
            </a:pPr>
            <a:r>
              <a:rPr sz="2475" b="1">
                <a:solidFill>
                  <a:srgbClr val="20262C"/>
                </a:solidFill>
                <a:latin typeface="Apple SD Gothic Neo"/>
                <a:ea typeface="Apple SD Gothic Neo"/>
                <a:cs typeface="Apple SD Gothic Neo"/>
              </a:rPr>
              <a:t>화면의 대상을 가리키며 음성으로 요청</a:t>
            </a:r>
          </a:p>
        </p:txBody>
      </p:sp>
      <p:sp>
        <p:nvSpPr>
          <p:cNvPr id="36" name="r3-35">
            <a:extLst xmlns:a="http://schemas.openxmlformats.org/drawingml/2006/main">
              <a:ext uri="{FF2B5EF4-FFF2-40B4-BE49-F238E27FC236}">
                <a16:creationId xmlns:a16="http://schemas.microsoft.com/office/drawing/2014/main" id="{A8E87FF4-F385-470C-B346-108803DE37C1}"/>
              </a:ext>
            </a:extLst>
          </p:cNvPr>
          <p:cNvSpPr>
            <a:spLocks xmlns:a="http://schemas.openxmlformats.org/drawingml/2006/main" noGrp="1"/>
          </p:cNvSpPr>
          <p:nvPr/>
        </p:nvSpPr>
        <p:spPr>
          <a:xfrm xmlns:a="http://schemas.openxmlformats.org/drawingml/2006/main">
            <a:off x="9672638" y="2628900"/>
            <a:ext cx="8001000"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앞선 결과를 보며 수정하고, 다음 작업으로 연결</a:t>
            </a:r>
          </a:p>
        </p:txBody>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34900b255bd54306"/>
          <a:stretch xmlns:a="http://schemas.openxmlformats.org/drawingml/2006/main"/>
        </p:blipFill>
        <p:spPr>
          <a:xfrm xmlns:a="http://schemas.openxmlformats.org/drawingml/2006/main">
            <a:off x="10641012" y="3071812"/>
            <a:ext cx="5892800" cy="3314700"/>
          </a:xfrm>
          <a:prstGeom xmlns:a="http://schemas.openxmlformats.org/drawingml/2006/main" prst="rect">
            <a:avLst/>
          </a:prstGeom>
        </p:spPr>
      </p:pic>
      <p:sp>
        <p:nvSpPr>
          <p:cNvPr id="38" name="r3-36">
            <a:extLst xmlns:a="http://schemas.openxmlformats.org/drawingml/2006/main">
              <a:ext uri="{FF2B5EF4-FFF2-40B4-BE49-F238E27FC236}">
                <a16:creationId xmlns:a16="http://schemas.microsoft.com/office/drawing/2014/main" id="{9AA92321-4FD3-4FFE-9653-A54A05BBFA1D}"/>
              </a:ext>
            </a:extLst>
          </p:cNvPr>
          <p:cNvSpPr>
            <a:spLocks xmlns:a="http://schemas.openxmlformats.org/drawingml/2006/main" noGrp="1"/>
          </p:cNvSpPr>
          <p:nvPr/>
        </p:nvSpPr>
        <p:spPr>
          <a:xfrm xmlns:a="http://schemas.openxmlformats.org/drawingml/2006/main">
            <a:off x="9601200" y="6443662"/>
            <a:ext cx="8086725"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38" b="1">
                <a:solidFill>
                  <a:srgbClr val="122445"/>
                </a:solidFill>
                <a:latin typeface="Apple SD Gothic Neo"/>
                <a:ea typeface="Apple SD Gothic Neo"/>
                <a:cs typeface="Apple SD Gothic Neo"/>
              </a:defRPr>
            </a:pPr>
            <a:r>
              <a:rPr sz="2138" b="1">
                <a:solidFill>
                  <a:srgbClr val="122445"/>
                </a:solidFill>
                <a:latin typeface="Apple SD Gothic Neo"/>
                <a:ea typeface="Apple SD Gothic Neo"/>
                <a:cs typeface="Apple SD Gothic Neo"/>
              </a:rPr>
              <a:t>원을 로켓 창문으로 수정 → 3D 모델 작업으로 연결</a:t>
            </a:r>
          </a:p>
        </p:txBody>
      </p:sp>
      <p:sp>
        <p:nvSpPr>
          <p:cNvPr id="39" name="r3-37">
            <a:extLst xmlns:a="http://schemas.openxmlformats.org/drawingml/2006/main">
              <a:ext uri="{FF2B5EF4-FFF2-40B4-BE49-F238E27FC236}">
                <a16:creationId xmlns:a16="http://schemas.microsoft.com/office/drawing/2014/main" id="{B5C7B68F-E39C-4C7E-8D6B-4402BDD85459}"/>
              </a:ext>
            </a:extLst>
          </p:cNvPr>
          <p:cNvSpPr>
            <a:spLocks xmlns:a="http://schemas.openxmlformats.org/drawingml/2006/main" noGrp="1"/>
          </p:cNvSpPr>
          <p:nvPr/>
        </p:nvSpPr>
        <p:spPr>
          <a:xfrm xmlns:a="http://schemas.openxmlformats.org/drawingml/2006/main">
            <a:off x="9572625" y="6829425"/>
            <a:ext cx="8101012"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62" b="0">
                <a:solidFill>
                  <a:srgbClr val="657079"/>
                </a:solidFill>
                <a:latin typeface="Apple SD Gothic Neo"/>
                <a:ea typeface="Apple SD Gothic Neo"/>
                <a:cs typeface="Apple SD Gothic Neo"/>
              </a:defRPr>
            </a:pPr>
            <a:r>
              <a:rPr sz="1462" b="0">
                <a:solidFill>
                  <a:srgbClr val="657079"/>
                </a:solidFill>
                <a:latin typeface="Apple SD Gothic Neo"/>
                <a:ea typeface="Apple SD Gothic Neo"/>
                <a:cs typeface="Apple SD Gothic Neo"/>
              </a:rPr>
              <a:t>[ OpenAI GPT-6 Astra 공개 시연 / 발췌, 1.5배속 ]</a:t>
            </a:r>
          </a:p>
        </p:txBody>
      </p:sp>
      <p:sp>
        <p:nvSpPr>
          <p:cNvPr id="40" name="line-38">
            <a:extLst xmlns:a="http://schemas.openxmlformats.org/drawingml/2006/main">
              <a:ext uri="{FF2B5EF4-FFF2-40B4-BE49-F238E27FC236}">
                <a16:creationId xmlns:a16="http://schemas.microsoft.com/office/drawing/2014/main" id="{564B0083-A8EE-498F-99EC-388616B7ECD6}"/>
              </a:ext>
            </a:extLst>
          </p:cNvPr>
          <p:cNvSpPr>
            <a:spLocks xmlns:a="http://schemas.openxmlformats.org/drawingml/2006/main" noGrp="1"/>
          </p:cNvSpPr>
          <p:nvPr/>
        </p:nvSpPr>
        <p:spPr>
          <a:xfrm xmlns:a="http://schemas.openxmlformats.org/drawingml/2006/main" flipH="0">
            <a:off x="9472612" y="7300912"/>
            <a:ext cx="8258175" cy="0"/>
          </a:xfrm>
          <a:prstGeom xmlns:a="http://schemas.openxmlformats.org/drawingml/2006/main" prst="line">
            <a:avLst/>
          </a:prstGeom>
          <a:noFill xmlns:a="http://schemas.openxmlformats.org/drawingml/2006/main"/>
          <a:ln xmlns:a="http://schemas.openxmlformats.org/drawingml/2006/main" w="14288">
            <a:solidFill>
              <a:srgbClr val="BDC4CA"/>
            </a:solidFill>
          </a:ln>
        </p:spPr>
      </p:sp>
      <p:sp>
        <p:nvSpPr>
          <p:cNvPr id="41" name="r3-39">
            <a:extLst xmlns:a="http://schemas.openxmlformats.org/drawingml/2006/main">
              <a:ext uri="{FF2B5EF4-FFF2-40B4-BE49-F238E27FC236}">
                <a16:creationId xmlns:a16="http://schemas.microsoft.com/office/drawing/2014/main" id="{EC5D3A82-B1FE-459D-85A9-26B246119ABF}"/>
              </a:ext>
            </a:extLst>
          </p:cNvPr>
          <p:cNvSpPr>
            <a:spLocks xmlns:a="http://schemas.openxmlformats.org/drawingml/2006/main" noGrp="1"/>
          </p:cNvSpPr>
          <p:nvPr/>
        </p:nvSpPr>
        <p:spPr>
          <a:xfrm xmlns:a="http://schemas.openxmlformats.org/drawingml/2006/main">
            <a:off x="9458325" y="7600950"/>
            <a:ext cx="71438" cy="71438"/>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42" name="r3-40">
            <a:extLst xmlns:a="http://schemas.openxmlformats.org/drawingml/2006/main">
              <a:ext uri="{FF2B5EF4-FFF2-40B4-BE49-F238E27FC236}">
                <a16:creationId xmlns:a16="http://schemas.microsoft.com/office/drawing/2014/main" id="{36348711-F72A-46A0-BB6A-78115DBFD9E9}"/>
              </a:ext>
            </a:extLst>
          </p:cNvPr>
          <p:cNvSpPr>
            <a:spLocks xmlns:a="http://schemas.openxmlformats.org/drawingml/2006/main" noGrp="1"/>
          </p:cNvSpPr>
          <p:nvPr/>
        </p:nvSpPr>
        <p:spPr>
          <a:xfrm xmlns:a="http://schemas.openxmlformats.org/drawingml/2006/main">
            <a:off x="9686925" y="7443788"/>
            <a:ext cx="8115300" cy="442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62" b="1">
                <a:solidFill>
                  <a:srgbClr val="20262C"/>
                </a:solidFill>
                <a:latin typeface="Apple SD Gothic Neo"/>
                <a:ea typeface="Apple SD Gothic Neo"/>
                <a:cs typeface="Apple SD Gothic Neo"/>
              </a:defRPr>
            </a:pPr>
            <a:r>
              <a:rPr sz="2362" b="1">
                <a:solidFill>
                  <a:srgbClr val="20262C"/>
                </a:solidFill>
                <a:latin typeface="Apple SD Gothic Neo"/>
                <a:ea typeface="Apple SD Gothic Neo"/>
                <a:cs typeface="Apple SD Gothic Neo"/>
              </a:rPr>
              <a:t>당사 PC에서 시작하고 이어가는 음성 사용자 접점</a:t>
            </a:r>
          </a:p>
        </p:txBody>
      </p:sp>
      <p:sp>
        <p:nvSpPr>
          <p:cNvPr id="43" name="r3-41">
            <a:extLst xmlns:a="http://schemas.openxmlformats.org/drawingml/2006/main">
              <a:ext uri="{FF2B5EF4-FFF2-40B4-BE49-F238E27FC236}">
                <a16:creationId xmlns:a16="http://schemas.microsoft.com/office/drawing/2014/main" id="{2300BCE2-BB9A-44C1-9B72-7D224AD151AA}"/>
              </a:ext>
            </a:extLst>
          </p:cNvPr>
          <p:cNvSpPr>
            <a:spLocks xmlns:a="http://schemas.openxmlformats.org/drawingml/2006/main" noGrp="1"/>
          </p:cNvSpPr>
          <p:nvPr/>
        </p:nvSpPr>
        <p:spPr>
          <a:xfrm xmlns:a="http://schemas.openxmlformats.org/drawingml/2006/main">
            <a:off x="9758362" y="8029575"/>
            <a:ext cx="1328738"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38" b="1">
                <a:solidFill>
                  <a:srgbClr val="122445"/>
                </a:solidFill>
                <a:latin typeface="Apple SD Gothic Neo"/>
                <a:ea typeface="Apple SD Gothic Neo"/>
                <a:cs typeface="Apple SD Gothic Neo"/>
              </a:defRPr>
            </a:pPr>
            <a:r>
              <a:rPr sz="2138" b="1">
                <a:solidFill>
                  <a:srgbClr val="122445"/>
                </a:solidFill>
                <a:latin typeface="Apple SD Gothic Neo"/>
                <a:ea typeface="Apple SD Gothic Neo"/>
                <a:cs typeface="Apple SD Gothic Neo"/>
              </a:rPr>
              <a:t>사용자</a:t>
            </a:r>
          </a:p>
        </p:txBody>
      </p:sp>
      <p:sp>
        <p:nvSpPr>
          <p:cNvPr id="44" name="line-42">
            <a:extLst xmlns:a="http://schemas.openxmlformats.org/drawingml/2006/main">
              <a:ext uri="{FF2B5EF4-FFF2-40B4-BE49-F238E27FC236}">
                <a16:creationId xmlns:a16="http://schemas.microsoft.com/office/drawing/2014/main" id="{73C5E6C1-8A8B-4EF7-BE80-02E4104DAB5E}"/>
              </a:ext>
            </a:extLst>
          </p:cNvPr>
          <p:cNvSpPr>
            <a:spLocks xmlns:a="http://schemas.openxmlformats.org/drawingml/2006/main" noGrp="1"/>
          </p:cNvSpPr>
          <p:nvPr/>
        </p:nvSpPr>
        <p:spPr>
          <a:xfrm xmlns:a="http://schemas.openxmlformats.org/drawingml/2006/main" flipH="0">
            <a:off x="11144250" y="8229600"/>
            <a:ext cx="471488" cy="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5" name="line-43">
            <a:extLst xmlns:a="http://schemas.openxmlformats.org/drawingml/2006/main">
              <a:ext uri="{FF2B5EF4-FFF2-40B4-BE49-F238E27FC236}">
                <a16:creationId xmlns:a16="http://schemas.microsoft.com/office/drawing/2014/main" id="{B2EF9791-C410-48FC-A314-5A5EFA255C9D}"/>
              </a:ext>
            </a:extLst>
          </p:cNvPr>
          <p:cNvSpPr>
            <a:spLocks xmlns:a="http://schemas.openxmlformats.org/drawingml/2006/main" noGrp="1"/>
          </p:cNvSpPr>
          <p:nvPr/>
        </p:nvSpPr>
        <p:spPr>
          <a:xfrm xmlns:a="http://schemas.openxmlformats.org/drawingml/2006/main" flipH="0">
            <a:off x="11515725" y="8172450"/>
            <a:ext cx="100012" cy="571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6" name="line-44">
            <a:extLst xmlns:a="http://schemas.openxmlformats.org/drawingml/2006/main">
              <a:ext uri="{FF2B5EF4-FFF2-40B4-BE49-F238E27FC236}">
                <a16:creationId xmlns:a16="http://schemas.microsoft.com/office/drawing/2014/main" id="{D742EDBC-825D-4CB4-A1BC-DEB68A47001E}"/>
              </a:ext>
            </a:extLst>
          </p:cNvPr>
          <p:cNvSpPr>
            <a:spLocks xmlns:a="http://schemas.openxmlformats.org/drawingml/2006/main" noGrp="1"/>
          </p:cNvSpPr>
          <p:nvPr/>
        </p:nvSpPr>
        <p:spPr>
          <a:xfrm xmlns:a="http://schemas.openxmlformats.org/drawingml/2006/main" flipH="1">
            <a:off x="11515725" y="8229600"/>
            <a:ext cx="100012" cy="571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7" name="r3-45">
            <a:extLst xmlns:a="http://schemas.openxmlformats.org/drawingml/2006/main">
              <a:ext uri="{FF2B5EF4-FFF2-40B4-BE49-F238E27FC236}">
                <a16:creationId xmlns:a16="http://schemas.microsoft.com/office/drawing/2014/main" id="{23621611-551D-49AB-AB12-82F7CBBF2D7A}"/>
              </a:ext>
            </a:extLst>
          </p:cNvPr>
          <p:cNvSpPr>
            <a:spLocks xmlns:a="http://schemas.openxmlformats.org/drawingml/2006/main" noGrp="1"/>
          </p:cNvSpPr>
          <p:nvPr/>
        </p:nvSpPr>
        <p:spPr>
          <a:xfrm xmlns:a="http://schemas.openxmlformats.org/drawingml/2006/main">
            <a:off x="11730038" y="7943850"/>
            <a:ext cx="3228975" cy="5572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122445"/>
                </a:solidFill>
                <a:latin typeface="Apple SD Gothic Neo"/>
                <a:ea typeface="Apple SD Gothic Neo"/>
                <a:cs typeface="Apple SD Gothic Neo"/>
              </a:defRPr>
            </a:pPr>
            <a:r>
              <a:rPr sz="2250" b="1">
                <a:solidFill>
                  <a:srgbClr val="122445"/>
                </a:solidFill>
                <a:latin typeface="Apple SD Gothic Neo"/>
                <a:ea typeface="Apple SD Gothic Neo"/>
                <a:cs typeface="Apple SD Gothic Neo"/>
              </a:rPr>
              <a:t>당사 PC의 대화 접점</a:t>
            </a:r>
          </a:p>
        </p:txBody>
      </p:sp>
      <p:sp>
        <p:nvSpPr>
          <p:cNvPr id="48" name="line-46">
            <a:extLst xmlns:a="http://schemas.openxmlformats.org/drawingml/2006/main">
              <a:ext uri="{FF2B5EF4-FFF2-40B4-BE49-F238E27FC236}">
                <a16:creationId xmlns:a16="http://schemas.microsoft.com/office/drawing/2014/main" id="{2BB66DF6-A73C-4141-A022-DF984FB5EF5D}"/>
              </a:ext>
            </a:extLst>
          </p:cNvPr>
          <p:cNvSpPr>
            <a:spLocks xmlns:a="http://schemas.openxmlformats.org/drawingml/2006/main" noGrp="1"/>
          </p:cNvSpPr>
          <p:nvPr/>
        </p:nvSpPr>
        <p:spPr>
          <a:xfrm xmlns:a="http://schemas.openxmlformats.org/drawingml/2006/main" flipH="0">
            <a:off x="11772900" y="8486775"/>
            <a:ext cx="3171825" cy="0"/>
          </a:xfrm>
          <a:prstGeom xmlns:a="http://schemas.openxmlformats.org/drawingml/2006/main" prst="line">
            <a:avLst/>
          </a:prstGeom>
          <a:noFill xmlns:a="http://schemas.openxmlformats.org/drawingml/2006/main"/>
          <a:ln xmlns:a="http://schemas.openxmlformats.org/drawingml/2006/main" w="42862">
            <a:solidFill>
              <a:srgbClr val="258FAF"/>
            </a:solidFill>
          </a:ln>
        </p:spPr>
      </p:sp>
      <p:sp>
        <p:nvSpPr>
          <p:cNvPr id="49" name="line-47">
            <a:extLst xmlns:a="http://schemas.openxmlformats.org/drawingml/2006/main">
              <a:ext uri="{FF2B5EF4-FFF2-40B4-BE49-F238E27FC236}">
                <a16:creationId xmlns:a16="http://schemas.microsoft.com/office/drawing/2014/main" id="{2FDCE490-5E8B-4311-9D90-48E8BFD886A2}"/>
              </a:ext>
            </a:extLst>
          </p:cNvPr>
          <p:cNvSpPr>
            <a:spLocks xmlns:a="http://schemas.openxmlformats.org/drawingml/2006/main" noGrp="1"/>
          </p:cNvSpPr>
          <p:nvPr/>
        </p:nvSpPr>
        <p:spPr>
          <a:xfrm xmlns:a="http://schemas.openxmlformats.org/drawingml/2006/main" flipH="0">
            <a:off x="15116175" y="8229600"/>
            <a:ext cx="500062" cy="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50" name="line-48">
            <a:extLst xmlns:a="http://schemas.openxmlformats.org/drawingml/2006/main">
              <a:ext uri="{FF2B5EF4-FFF2-40B4-BE49-F238E27FC236}">
                <a16:creationId xmlns:a16="http://schemas.microsoft.com/office/drawing/2014/main" id="{4FF32530-C279-432C-BBE0-F06FB0A1C0B1}"/>
              </a:ext>
            </a:extLst>
          </p:cNvPr>
          <p:cNvSpPr>
            <a:spLocks xmlns:a="http://schemas.openxmlformats.org/drawingml/2006/main" noGrp="1"/>
          </p:cNvSpPr>
          <p:nvPr/>
        </p:nvSpPr>
        <p:spPr>
          <a:xfrm xmlns:a="http://schemas.openxmlformats.org/drawingml/2006/main" flipH="0">
            <a:off x="15516225" y="8172450"/>
            <a:ext cx="100012" cy="571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51" name="line-49">
            <a:extLst xmlns:a="http://schemas.openxmlformats.org/drawingml/2006/main">
              <a:ext uri="{FF2B5EF4-FFF2-40B4-BE49-F238E27FC236}">
                <a16:creationId xmlns:a16="http://schemas.microsoft.com/office/drawing/2014/main" id="{E52BA8A0-EA87-4430-BE84-AC0C9408A40D}"/>
              </a:ext>
            </a:extLst>
          </p:cNvPr>
          <p:cNvSpPr>
            <a:spLocks xmlns:a="http://schemas.openxmlformats.org/drawingml/2006/main" noGrp="1"/>
          </p:cNvSpPr>
          <p:nvPr/>
        </p:nvSpPr>
        <p:spPr>
          <a:xfrm xmlns:a="http://schemas.openxmlformats.org/drawingml/2006/main" flipH="1">
            <a:off x="15516225" y="8229600"/>
            <a:ext cx="100012" cy="571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52" name="r3-50">
            <a:extLst xmlns:a="http://schemas.openxmlformats.org/drawingml/2006/main">
              <a:ext uri="{FF2B5EF4-FFF2-40B4-BE49-F238E27FC236}">
                <a16:creationId xmlns:a16="http://schemas.microsoft.com/office/drawing/2014/main" id="{68805C55-94CB-482C-9BFC-F074F6560010}"/>
              </a:ext>
            </a:extLst>
          </p:cNvPr>
          <p:cNvSpPr>
            <a:spLocks xmlns:a="http://schemas.openxmlformats.org/drawingml/2006/main" noGrp="1"/>
          </p:cNvSpPr>
          <p:nvPr/>
        </p:nvSpPr>
        <p:spPr>
          <a:xfrm xmlns:a="http://schemas.openxmlformats.org/drawingml/2006/main">
            <a:off x="15730538" y="8029575"/>
            <a:ext cx="2028825"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38" b="1">
                <a:solidFill>
                  <a:srgbClr val="122445"/>
                </a:solidFill>
                <a:latin typeface="Apple SD Gothic Neo"/>
                <a:ea typeface="Apple SD Gothic Neo"/>
                <a:cs typeface="Apple SD Gothic Neo"/>
              </a:defRPr>
            </a:pPr>
            <a:r>
              <a:rPr sz="2138" b="1">
                <a:solidFill>
                  <a:srgbClr val="122445"/>
                </a:solidFill>
                <a:latin typeface="Apple SD Gothic Neo"/>
                <a:ea typeface="Apple SD Gothic Neo"/>
                <a:cs typeface="Apple SD Gothic Neo"/>
              </a:rPr>
              <a:t>다양한 업무 AI</a:t>
            </a:r>
          </a:p>
        </p:txBody>
      </p:sp>
      <p:sp>
        <p:nvSpPr>
          <p:cNvPr id="53" name="r3-51">
            <a:extLst xmlns:a="http://schemas.openxmlformats.org/drawingml/2006/main">
              <a:ext uri="{FF2B5EF4-FFF2-40B4-BE49-F238E27FC236}">
                <a16:creationId xmlns:a16="http://schemas.microsoft.com/office/drawing/2014/main" id="{841ABB6A-B999-476F-952D-03233F1C2705}"/>
              </a:ext>
            </a:extLst>
          </p:cNvPr>
          <p:cNvSpPr>
            <a:spLocks xmlns:a="http://schemas.openxmlformats.org/drawingml/2006/main" noGrp="1"/>
          </p:cNvSpPr>
          <p:nvPr/>
        </p:nvSpPr>
        <p:spPr>
          <a:xfrm xmlns:a="http://schemas.openxmlformats.org/drawingml/2006/main">
            <a:off x="9715500" y="8586788"/>
            <a:ext cx="7972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20262C"/>
                </a:solidFill>
                <a:latin typeface="Apple SD Gothic Neo"/>
                <a:ea typeface="Apple SD Gothic Neo"/>
                <a:cs typeface="Apple SD Gothic Neo"/>
              </a:defRPr>
            </a:pPr>
            <a:r>
              <a:rPr sz="2250" b="0">
                <a:solidFill>
                  <a:srgbClr val="20262C"/>
                </a:solidFill>
                <a:latin typeface="Apple SD Gothic Neo"/>
                <a:ea typeface="Apple SD Gothic Neo"/>
                <a:cs typeface="Apple SD Gothic Neo"/>
              </a:rPr>
              <a:t>화면과 대화의 맥락을 기기 경험과 연결하고,</a:t>
            </a:r>
          </a:p>
        </p:txBody>
      </p:sp>
      <p:sp>
        <p:nvSpPr>
          <p:cNvPr id="54" name="r3-52">
            <a:extLst xmlns:a="http://schemas.openxmlformats.org/drawingml/2006/main">
              <a:ext uri="{FF2B5EF4-FFF2-40B4-BE49-F238E27FC236}">
                <a16:creationId xmlns:a16="http://schemas.microsoft.com/office/drawing/2014/main" id="{20F49BFE-5DEA-42C5-A84F-D7E8800E8A93}"/>
              </a:ext>
            </a:extLst>
          </p:cNvPr>
          <p:cNvSpPr>
            <a:spLocks xmlns:a="http://schemas.openxmlformats.org/drawingml/2006/main" noGrp="1"/>
          </p:cNvSpPr>
          <p:nvPr/>
        </p:nvSpPr>
        <p:spPr>
          <a:xfrm xmlns:a="http://schemas.openxmlformats.org/drawingml/2006/main">
            <a:off x="9715500" y="9329738"/>
            <a:ext cx="7943850" cy="17145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55" name="r3-53">
            <a:extLst xmlns:a="http://schemas.openxmlformats.org/drawingml/2006/main">
              <a:ext uri="{FF2B5EF4-FFF2-40B4-BE49-F238E27FC236}">
                <a16:creationId xmlns:a16="http://schemas.microsoft.com/office/drawing/2014/main" id="{2E26D995-0B1C-4856-BC72-44FB678EBD05}"/>
              </a:ext>
            </a:extLst>
          </p:cNvPr>
          <p:cNvSpPr>
            <a:spLocks xmlns:a="http://schemas.openxmlformats.org/drawingml/2006/main" noGrp="1"/>
          </p:cNvSpPr>
          <p:nvPr/>
        </p:nvSpPr>
        <p:spPr>
          <a:xfrm xmlns:a="http://schemas.openxmlformats.org/drawingml/2006/main">
            <a:off x="9715500" y="9072562"/>
            <a:ext cx="7943850"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20262C"/>
                </a:solidFill>
                <a:latin typeface="Apple SD Gothic Neo"/>
                <a:ea typeface="Apple SD Gothic Neo"/>
                <a:cs typeface="Apple SD Gothic Neo"/>
              </a:defRPr>
            </a:pPr>
            <a:r>
              <a:rPr sz="2250" b="1">
                <a:solidFill>
                  <a:srgbClr val="20262C"/>
                </a:solidFill>
                <a:latin typeface="Apple SD Gothic Neo"/>
                <a:ea typeface="Apple SD Gothic Neo"/>
                <a:cs typeface="Apple SD Gothic Neo"/>
              </a:rPr>
              <a:t>AI가 달라도 요청과 진행, 결과는 같은 대화로 제공</a:t>
            </a:r>
          </a:p>
        </p:txBody>
      </p:sp>
      <p:sp>
        <p:nvSpPr>
          <p:cNvPr id="56" name="r3-54">
            <a:extLst xmlns:a="http://schemas.openxmlformats.org/drawingml/2006/main">
              <a:ext uri="{FF2B5EF4-FFF2-40B4-BE49-F238E27FC236}">
                <a16:creationId xmlns:a16="http://schemas.microsoft.com/office/drawing/2014/main" id="{3507CB38-7C61-41ED-8BA4-75D8965A2F4B}"/>
              </a:ext>
            </a:extLst>
          </p:cNvPr>
          <p:cNvSpPr>
            <a:spLocks xmlns:a="http://schemas.openxmlformats.org/drawingml/2006/main" noGrp="1"/>
          </p:cNvSpPr>
          <p:nvPr/>
        </p:nvSpPr>
        <p:spPr>
          <a:xfrm xmlns:a="http://schemas.openxmlformats.org/drawingml/2006/main">
            <a:off x="657225" y="9786938"/>
            <a:ext cx="1600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38" b="0">
                <a:solidFill>
                  <a:srgbClr val="657079"/>
                </a:solidFill>
                <a:latin typeface="Apple SD Gothic Neo"/>
                <a:ea typeface="Apple SD Gothic Neo"/>
                <a:cs typeface="Apple SD Gothic Neo"/>
              </a:defRPr>
            </a:pPr>
            <a:r>
              <a:rPr sz="1238" b="0">
                <a:solidFill>
                  <a:srgbClr val="657079"/>
                </a:solidFill>
                <a:latin typeface="Apple SD Gothic Neo"/>
                <a:ea typeface="Apple SD Gothic Neo"/>
                <a:cs typeface="Apple SD Gothic Neo"/>
              </a:rPr>
              <a:t>좌: Anthropic 공개 제품 사례 / 우: 사용자가 전달한 CTO 방향을 바탕으로 정리</a:t>
            </a:r>
          </a:p>
        </p:txBody>
      </p:sp>
    </p:spTree>
    <p:extLst>
      <p:ext uri="{BB962C8B-B14F-4D97-AF65-F5344CB8AC3E}">
        <p14:creationId xmlns:p14="http://schemas.microsoft.com/office/powerpoint/2010/main" val="182525647"/>
      </p:ext>
    </p:extLst>
  </p:cSld>
</p:sld>
</file>

<file path=ppt/slides/slide2.xml><?xml version="1.0" encoding="utf-8"?>
<p:sld xmlns:p="http://schemas.openxmlformats.org/presentationml/2006/main">
  <p:cSld name="via-role">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r3-55">
            <a:extLst xmlns:a="http://schemas.openxmlformats.org/drawingml/2006/main">
              <a:ext uri="{FF2B5EF4-FFF2-40B4-BE49-F238E27FC236}">
                <a16:creationId xmlns:a16="http://schemas.microsoft.com/office/drawing/2014/main" id="{4F10A4B6-5D16-454B-8BB5-D264799AED9B}"/>
              </a:ext>
            </a:extLst>
          </p:cNvPr>
          <p:cNvSpPr>
            <a:spLocks xmlns:a="http://schemas.openxmlformats.org/drawingml/2006/main" noGrp="1"/>
          </p:cNvSpPr>
          <p:nvPr/>
        </p:nvSpPr>
        <p:spPr>
          <a:xfrm xmlns:a="http://schemas.openxmlformats.org/drawingml/2006/main">
            <a:off x="571500" y="214312"/>
            <a:ext cx="10044112" cy="671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소개 | VIA의 역할과 범위</a:t>
            </a:r>
          </a:p>
        </p:txBody>
      </p:sp>
      <p:sp>
        <p:nvSpPr>
          <p:cNvPr id="2" name="line-56">
            <a:extLst xmlns:a="http://schemas.openxmlformats.org/drawingml/2006/main">
              <a:ext uri="{FF2B5EF4-FFF2-40B4-BE49-F238E27FC236}">
                <a16:creationId xmlns:a16="http://schemas.microsoft.com/office/drawing/2014/main" id="{6CCC342C-0EED-4D43-8536-FFD24DC0A115}"/>
              </a:ext>
            </a:extLst>
          </p:cNvPr>
          <p:cNvSpPr>
            <a:spLocks xmlns:a="http://schemas.openxmlformats.org/drawingml/2006/main" noGrp="1"/>
          </p:cNvSpPr>
          <p:nvPr/>
        </p:nvSpPr>
        <p:spPr>
          <a:xfrm xmlns:a="http://schemas.openxmlformats.org/drawingml/2006/main" flipH="0">
            <a:off x="428625" y="971550"/>
            <a:ext cx="17430750" cy="0"/>
          </a:xfrm>
          <a:prstGeom xmlns:a="http://schemas.openxmlformats.org/drawingml/2006/main" prst="line">
            <a:avLst/>
          </a:prstGeom>
          <a:noFill xmlns:a="http://schemas.openxmlformats.org/drawingml/2006/main"/>
          <a:ln xmlns:a="http://schemas.openxmlformats.org/drawingml/2006/main" w="14288">
            <a:solidFill>
              <a:srgbClr val="6C747C"/>
            </a:solidFill>
          </a:ln>
        </p:spPr>
      </p:sp>
      <p:sp>
        <p:nvSpPr>
          <p:cNvPr id="3" name="r3-57">
            <a:extLst xmlns:a="http://schemas.openxmlformats.org/drawingml/2006/main">
              <a:ext uri="{FF2B5EF4-FFF2-40B4-BE49-F238E27FC236}">
                <a16:creationId xmlns:a16="http://schemas.microsoft.com/office/drawing/2014/main" id="{1A9B2A83-A38B-4986-ADDC-729D6C4CB177}"/>
              </a:ext>
            </a:extLst>
          </p:cNvPr>
          <p:cNvSpPr>
            <a:spLocks xmlns:a="http://schemas.openxmlformats.org/drawingml/2006/main" noGrp="1"/>
          </p:cNvSpPr>
          <p:nvPr/>
        </p:nvSpPr>
        <p:spPr>
          <a:xfrm xmlns:a="http://schemas.openxmlformats.org/drawingml/2006/main">
            <a:off x="10929938" y="285750"/>
            <a:ext cx="1485900" cy="414338"/>
          </a:xfrm>
          <a:prstGeom xmlns:a="http://schemas.openxmlformats.org/drawingml/2006/main" prst="chevron">
            <a:avLst/>
          </a:prstGeom>
          <a:solidFill xmlns:a="http://schemas.openxmlformats.org/drawingml/2006/main">
            <a:srgbClr val="258FAF"/>
          </a:solidFill>
          <a:ln xmlns:a="http://schemas.openxmlformats.org/drawingml/2006/main" w="14288">
            <a:solidFill>
              <a:srgbClr val="FFFFFF"/>
            </a:solidFill>
          </a:ln>
        </p:spPr>
      </p:sp>
      <p:sp>
        <p:nvSpPr>
          <p:cNvPr id="4" name="r3-58">
            <a:extLst xmlns:a="http://schemas.openxmlformats.org/drawingml/2006/main">
              <a:ext uri="{FF2B5EF4-FFF2-40B4-BE49-F238E27FC236}">
                <a16:creationId xmlns:a16="http://schemas.microsoft.com/office/drawing/2014/main" id="{9398A36F-0235-4D32-82BE-271C56710EB4}"/>
              </a:ext>
            </a:extLst>
          </p:cNvPr>
          <p:cNvSpPr>
            <a:spLocks xmlns:a="http://schemas.openxmlformats.org/drawingml/2006/main" noGrp="1"/>
          </p:cNvSpPr>
          <p:nvPr/>
        </p:nvSpPr>
        <p:spPr>
          <a:xfrm xmlns:a="http://schemas.openxmlformats.org/drawingml/2006/main">
            <a:off x="110442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과제 소개</a:t>
            </a:r>
          </a:p>
        </p:txBody>
      </p:sp>
      <p:sp>
        <p:nvSpPr>
          <p:cNvPr id="5" name="r3-59">
            <a:extLst xmlns:a="http://schemas.openxmlformats.org/drawingml/2006/main">
              <a:ext uri="{FF2B5EF4-FFF2-40B4-BE49-F238E27FC236}">
                <a16:creationId xmlns:a16="http://schemas.microsoft.com/office/drawing/2014/main" id="{FB20379E-8FA2-4019-8608-07FD1432E489}"/>
              </a:ext>
            </a:extLst>
          </p:cNvPr>
          <p:cNvSpPr>
            <a:spLocks xmlns:a="http://schemas.openxmlformats.org/drawingml/2006/main" noGrp="1"/>
          </p:cNvSpPr>
          <p:nvPr/>
        </p:nvSpPr>
        <p:spPr>
          <a:xfrm xmlns:a="http://schemas.openxmlformats.org/drawingml/2006/main">
            <a:off x="1227296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6" name="r3-60">
            <a:extLst xmlns:a="http://schemas.openxmlformats.org/drawingml/2006/main">
              <a:ext uri="{FF2B5EF4-FFF2-40B4-BE49-F238E27FC236}">
                <a16:creationId xmlns:a16="http://schemas.microsoft.com/office/drawing/2014/main" id="{FA822008-FA24-4B4D-AF89-55979FBB9513}"/>
              </a:ext>
            </a:extLst>
          </p:cNvPr>
          <p:cNvSpPr>
            <a:spLocks xmlns:a="http://schemas.openxmlformats.org/drawingml/2006/main" noGrp="1"/>
          </p:cNvSpPr>
          <p:nvPr/>
        </p:nvSpPr>
        <p:spPr>
          <a:xfrm xmlns:a="http://schemas.openxmlformats.org/drawingml/2006/main">
            <a:off x="1238726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요구사항 분석</a:t>
            </a:r>
          </a:p>
        </p:txBody>
      </p:sp>
      <p:sp>
        <p:nvSpPr>
          <p:cNvPr id="7" name="r3-61">
            <a:extLst xmlns:a="http://schemas.openxmlformats.org/drawingml/2006/main">
              <a:ext uri="{FF2B5EF4-FFF2-40B4-BE49-F238E27FC236}">
                <a16:creationId xmlns:a16="http://schemas.microsoft.com/office/drawing/2014/main" id="{6EA1C1AE-C7F9-4BD4-9B6D-51582AC1D383}"/>
              </a:ext>
            </a:extLst>
          </p:cNvPr>
          <p:cNvSpPr>
            <a:spLocks xmlns:a="http://schemas.openxmlformats.org/drawingml/2006/main" noGrp="1"/>
          </p:cNvSpPr>
          <p:nvPr/>
        </p:nvSpPr>
        <p:spPr>
          <a:xfrm xmlns:a="http://schemas.openxmlformats.org/drawingml/2006/main">
            <a:off x="1361598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8" name="r3-62">
            <a:extLst xmlns:a="http://schemas.openxmlformats.org/drawingml/2006/main">
              <a:ext uri="{FF2B5EF4-FFF2-40B4-BE49-F238E27FC236}">
                <a16:creationId xmlns:a16="http://schemas.microsoft.com/office/drawing/2014/main" id="{321E688F-4A70-49BB-B0D0-39BA71F6F574}"/>
              </a:ext>
            </a:extLst>
          </p:cNvPr>
          <p:cNvSpPr>
            <a:spLocks xmlns:a="http://schemas.openxmlformats.org/drawingml/2006/main" noGrp="1"/>
          </p:cNvSpPr>
          <p:nvPr/>
        </p:nvSpPr>
        <p:spPr>
          <a:xfrm xmlns:a="http://schemas.openxmlformats.org/drawingml/2006/main">
            <a:off x="1373028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설계</a:t>
            </a:r>
          </a:p>
        </p:txBody>
      </p:sp>
      <p:sp>
        <p:nvSpPr>
          <p:cNvPr id="9" name="r3-63">
            <a:extLst xmlns:a="http://schemas.openxmlformats.org/drawingml/2006/main">
              <a:ext uri="{FF2B5EF4-FFF2-40B4-BE49-F238E27FC236}">
                <a16:creationId xmlns:a16="http://schemas.microsoft.com/office/drawing/2014/main" id="{84726BA7-2CEF-416F-8A44-1E8C2509AF07}"/>
              </a:ext>
            </a:extLst>
          </p:cNvPr>
          <p:cNvSpPr>
            <a:spLocks xmlns:a="http://schemas.openxmlformats.org/drawingml/2006/main" noGrp="1"/>
          </p:cNvSpPr>
          <p:nvPr/>
        </p:nvSpPr>
        <p:spPr>
          <a:xfrm xmlns:a="http://schemas.openxmlformats.org/drawingml/2006/main">
            <a:off x="1495901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0" name="r3-64">
            <a:extLst xmlns:a="http://schemas.openxmlformats.org/drawingml/2006/main">
              <a:ext uri="{FF2B5EF4-FFF2-40B4-BE49-F238E27FC236}">
                <a16:creationId xmlns:a16="http://schemas.microsoft.com/office/drawing/2014/main" id="{F1D4221E-EF21-4AB0-9DE0-FA7E942F7741}"/>
              </a:ext>
            </a:extLst>
          </p:cNvPr>
          <p:cNvSpPr>
            <a:spLocks xmlns:a="http://schemas.openxmlformats.org/drawingml/2006/main" noGrp="1"/>
          </p:cNvSpPr>
          <p:nvPr/>
        </p:nvSpPr>
        <p:spPr>
          <a:xfrm xmlns:a="http://schemas.openxmlformats.org/drawingml/2006/main">
            <a:off x="1507331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구현 및 검증</a:t>
            </a:r>
          </a:p>
        </p:txBody>
      </p:sp>
      <p:sp>
        <p:nvSpPr>
          <p:cNvPr id="11" name="r3-65">
            <a:extLst xmlns:a="http://schemas.openxmlformats.org/drawingml/2006/main">
              <a:ext uri="{FF2B5EF4-FFF2-40B4-BE49-F238E27FC236}">
                <a16:creationId xmlns:a16="http://schemas.microsoft.com/office/drawing/2014/main" id="{6AC10B34-3669-4AF2-8EA1-207CD83D43E0}"/>
              </a:ext>
            </a:extLst>
          </p:cNvPr>
          <p:cNvSpPr>
            <a:spLocks xmlns:a="http://schemas.openxmlformats.org/drawingml/2006/main" noGrp="1"/>
          </p:cNvSpPr>
          <p:nvPr/>
        </p:nvSpPr>
        <p:spPr>
          <a:xfrm xmlns:a="http://schemas.openxmlformats.org/drawingml/2006/main">
            <a:off x="1630203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2" name="r3-66">
            <a:extLst xmlns:a="http://schemas.openxmlformats.org/drawingml/2006/main">
              <a:ext uri="{FF2B5EF4-FFF2-40B4-BE49-F238E27FC236}">
                <a16:creationId xmlns:a16="http://schemas.microsoft.com/office/drawing/2014/main" id="{4F8EB712-84F7-41A3-9A45-5CAFB06A2111}"/>
              </a:ext>
            </a:extLst>
          </p:cNvPr>
          <p:cNvSpPr>
            <a:spLocks xmlns:a="http://schemas.openxmlformats.org/drawingml/2006/main" noGrp="1"/>
          </p:cNvSpPr>
          <p:nvPr/>
        </p:nvSpPr>
        <p:spPr>
          <a:xfrm xmlns:a="http://schemas.openxmlformats.org/drawingml/2006/main">
            <a:off x="164163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결론</a:t>
            </a:r>
          </a:p>
        </p:txBody>
      </p:sp>
      <p:sp>
        <p:nvSpPr>
          <p:cNvPr id="13" name="r3-67">
            <a:extLst xmlns:a="http://schemas.openxmlformats.org/drawingml/2006/main">
              <a:ext uri="{FF2B5EF4-FFF2-40B4-BE49-F238E27FC236}">
                <a16:creationId xmlns:a16="http://schemas.microsoft.com/office/drawing/2014/main" id="{9F97487A-F1C4-41C1-8065-DC043571BB71}"/>
              </a:ext>
            </a:extLst>
          </p:cNvPr>
          <p:cNvSpPr>
            <a:spLocks xmlns:a="http://schemas.openxmlformats.org/drawingml/2006/main" noGrp="1"/>
          </p:cNvSpPr>
          <p:nvPr/>
        </p:nvSpPr>
        <p:spPr>
          <a:xfrm xmlns:a="http://schemas.openxmlformats.org/drawingml/2006/main">
            <a:off x="17130712" y="9786938"/>
            <a:ext cx="6000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62" b="0">
                <a:solidFill>
                  <a:srgbClr val="657079"/>
                </a:solidFill>
                <a:latin typeface="Apple SD Gothic Neo"/>
                <a:ea typeface="Apple SD Gothic Neo"/>
                <a:cs typeface="Apple SD Gothic Neo"/>
              </a:defRPr>
            </a:pPr>
            <a:r>
              <a:rPr sz="1462" b="0">
                <a:solidFill>
                  <a:srgbClr val="657079"/>
                </a:solidFill>
                <a:latin typeface="Apple SD Gothic Neo"/>
                <a:ea typeface="Apple SD Gothic Neo"/>
                <a:cs typeface="Apple SD Gothic Neo"/>
              </a:rPr>
              <a:t>2</a:t>
            </a:r>
          </a:p>
        </p:txBody>
      </p:sp>
      <p:sp>
        <p:nvSpPr>
          <p:cNvPr id="14" name="r3-68">
            <a:extLst xmlns:a="http://schemas.openxmlformats.org/drawingml/2006/main">
              <a:ext uri="{FF2B5EF4-FFF2-40B4-BE49-F238E27FC236}">
                <a16:creationId xmlns:a16="http://schemas.microsoft.com/office/drawing/2014/main" id="{40E96CE0-40F7-4FC2-8C60-11A6F666980B}"/>
              </a:ext>
            </a:extLst>
          </p:cNvPr>
          <p:cNvSpPr>
            <a:spLocks xmlns:a="http://schemas.openxmlformats.org/drawingml/2006/main" noGrp="1"/>
          </p:cNvSpPr>
          <p:nvPr/>
        </p:nvSpPr>
        <p:spPr>
          <a:xfrm xmlns:a="http://schemas.openxmlformats.org/drawingml/2006/main">
            <a:off x="614362" y="1314450"/>
            <a:ext cx="17116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22445"/>
                </a:solidFill>
                <a:latin typeface="Apple SD Gothic Neo"/>
                <a:ea typeface="Apple SD Gothic Neo"/>
                <a:cs typeface="Apple SD Gothic Neo"/>
              </a:defRPr>
            </a:pPr>
            <a:r>
              <a:rPr sz="3150" b="1">
                <a:solidFill>
                  <a:srgbClr val="122445"/>
                </a:solidFill>
                <a:latin typeface="Apple SD Gothic Neo"/>
                <a:ea typeface="Apple SD Gothic Neo"/>
                <a:cs typeface="Apple SD Gothic Neo"/>
              </a:rPr>
              <a:t>VIA는 사용자의 요청과 AI의 업무 수행을 같은 대화와 업무 맥락으로 연결</a:t>
            </a:r>
          </a:p>
        </p:txBody>
      </p:sp>
      <p:sp>
        <p:nvSpPr>
          <p:cNvPr id="15" name="r3-69">
            <a:extLst xmlns:a="http://schemas.openxmlformats.org/drawingml/2006/main">
              <a:ext uri="{FF2B5EF4-FFF2-40B4-BE49-F238E27FC236}">
                <a16:creationId xmlns:a16="http://schemas.microsoft.com/office/drawing/2014/main" id="{A49D47A5-50EE-4DAB-88F2-6085862A3268}"/>
              </a:ext>
            </a:extLst>
          </p:cNvPr>
          <p:cNvSpPr>
            <a:spLocks xmlns:a="http://schemas.openxmlformats.org/drawingml/2006/main" noGrp="1"/>
          </p:cNvSpPr>
          <p:nvPr/>
        </p:nvSpPr>
        <p:spPr>
          <a:xfrm xmlns:a="http://schemas.openxmlformats.org/drawingml/2006/main">
            <a:off x="671512" y="2243138"/>
            <a:ext cx="10544175" cy="6858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14288">
            <a:solidFill>
              <a:srgbClr val="CAD2D9"/>
            </a:solidFill>
          </a:ln>
        </p:spPr>
      </p:sp>
      <p:sp>
        <p:nvSpPr>
          <p:cNvPr id="16" name="r3-70">
            <a:extLst xmlns:a="http://schemas.openxmlformats.org/drawingml/2006/main">
              <a:ext uri="{FF2B5EF4-FFF2-40B4-BE49-F238E27FC236}">
                <a16:creationId xmlns:a16="http://schemas.microsoft.com/office/drawing/2014/main" id="{6E18A2A2-C644-4E28-9F32-4FF1CE83DB78}"/>
              </a:ext>
            </a:extLst>
          </p:cNvPr>
          <p:cNvSpPr>
            <a:spLocks xmlns:a="http://schemas.openxmlformats.org/drawingml/2006/main" noGrp="1"/>
          </p:cNvSpPr>
          <p:nvPr/>
        </p:nvSpPr>
        <p:spPr>
          <a:xfrm xmlns:a="http://schemas.openxmlformats.org/drawingml/2006/main">
            <a:off x="785812" y="2314575"/>
            <a:ext cx="103155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88" b="1">
                <a:solidFill>
                  <a:srgbClr val="FFFFFF"/>
                </a:solidFill>
                <a:latin typeface="Apple SD Gothic Neo"/>
                <a:ea typeface="Apple SD Gothic Neo"/>
                <a:cs typeface="Apple SD Gothic Neo"/>
              </a:defRPr>
            </a:pPr>
            <a:r>
              <a:rPr sz="2588" b="1">
                <a:solidFill>
                  <a:srgbClr val="FFFFFF"/>
                </a:solidFill>
                <a:latin typeface="Apple SD Gothic Neo"/>
                <a:ea typeface="Apple SD Gothic Neo"/>
                <a:cs typeface="Apple SD Gothic Neo"/>
              </a:rPr>
              <a:t>VIA: PC에서 대화와 업무 연결을 담당</a:t>
            </a:r>
          </a:p>
        </p:txBody>
      </p:sp>
      <p:sp>
        <p:nvSpPr>
          <p:cNvPr id="17" name="r3-71">
            <a:extLst xmlns:a="http://schemas.openxmlformats.org/drawingml/2006/main">
              <a:ext uri="{FF2B5EF4-FFF2-40B4-BE49-F238E27FC236}">
                <a16:creationId xmlns:a16="http://schemas.microsoft.com/office/drawing/2014/main" id="{D643B815-6F76-4A8B-965B-C816B50B3C6E}"/>
              </a:ext>
            </a:extLst>
          </p:cNvPr>
          <p:cNvSpPr>
            <a:spLocks xmlns:a="http://schemas.openxmlformats.org/drawingml/2006/main" noGrp="1"/>
          </p:cNvSpPr>
          <p:nvPr/>
        </p:nvSpPr>
        <p:spPr>
          <a:xfrm xmlns:a="http://schemas.openxmlformats.org/drawingml/2006/main">
            <a:off x="12530138" y="2243138"/>
            <a:ext cx="5143500" cy="6858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14288">
            <a:solidFill>
              <a:srgbClr val="CAD2D9"/>
            </a:solidFill>
          </a:ln>
        </p:spPr>
      </p:sp>
      <p:sp>
        <p:nvSpPr>
          <p:cNvPr id="18" name="r3-72">
            <a:extLst xmlns:a="http://schemas.openxmlformats.org/drawingml/2006/main">
              <a:ext uri="{FF2B5EF4-FFF2-40B4-BE49-F238E27FC236}">
                <a16:creationId xmlns:a16="http://schemas.microsoft.com/office/drawing/2014/main" id="{E1A06081-B3D9-4326-93D4-AA213D3D281C}"/>
              </a:ext>
            </a:extLst>
          </p:cNvPr>
          <p:cNvSpPr>
            <a:spLocks xmlns:a="http://schemas.openxmlformats.org/drawingml/2006/main" noGrp="1"/>
          </p:cNvSpPr>
          <p:nvPr/>
        </p:nvSpPr>
        <p:spPr>
          <a:xfrm xmlns:a="http://schemas.openxmlformats.org/drawingml/2006/main">
            <a:off x="12644438" y="2314575"/>
            <a:ext cx="49149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75" b="1">
                <a:solidFill>
                  <a:srgbClr val="FFFFFF"/>
                </a:solidFill>
                <a:latin typeface="Apple SD Gothic Neo"/>
                <a:ea typeface="Apple SD Gothic Neo"/>
                <a:cs typeface="Apple SD Gothic Neo"/>
              </a:defRPr>
            </a:pPr>
            <a:r>
              <a:rPr sz="2475" b="1">
                <a:solidFill>
                  <a:srgbClr val="FFFFFF"/>
                </a:solidFill>
                <a:latin typeface="Apple SD Gothic Neo"/>
                <a:ea typeface="Apple SD Gothic Neo"/>
                <a:cs typeface="Apple SD Gothic Neo"/>
              </a:rPr>
              <a:t>연결된 AI: 맡은 업무를 수행</a:t>
            </a:r>
          </a:p>
        </p:txBody>
      </p:sp>
      <p:sp>
        <p:nvSpPr>
          <p:cNvPr id="19" name="r3-73">
            <a:extLst xmlns:a="http://schemas.openxmlformats.org/drawingml/2006/main">
              <a:ext uri="{FF2B5EF4-FFF2-40B4-BE49-F238E27FC236}">
                <a16:creationId xmlns:a16="http://schemas.microsoft.com/office/drawing/2014/main" id="{550DD2E1-D50D-410B-9F07-A3F15DB41D56}"/>
              </a:ext>
            </a:extLst>
          </p:cNvPr>
          <p:cNvSpPr>
            <a:spLocks xmlns:a="http://schemas.openxmlformats.org/drawingml/2006/main" noGrp="1"/>
          </p:cNvSpPr>
          <p:nvPr/>
        </p:nvSpPr>
        <p:spPr>
          <a:xfrm xmlns:a="http://schemas.openxmlformats.org/drawingml/2006/main">
            <a:off x="957262" y="3114675"/>
            <a:ext cx="9772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62" b="1">
                <a:solidFill>
                  <a:srgbClr val="258FAF"/>
                </a:solidFill>
                <a:latin typeface="Apple SD Gothic Neo"/>
                <a:ea typeface="Apple SD Gothic Neo"/>
                <a:cs typeface="Apple SD Gothic Neo"/>
              </a:defRPr>
            </a:pPr>
            <a:r>
              <a:rPr sz="2362" b="1">
                <a:solidFill>
                  <a:srgbClr val="258FAF"/>
                </a:solidFill>
                <a:latin typeface="Apple SD Gothic Neo"/>
                <a:ea typeface="Apple SD Gothic Neo"/>
                <a:cs typeface="Apple SD Gothic Neo"/>
              </a:rPr>
              <a:t>음성 또는 텍스트 + 당시 화면 + 앞선 대화와 진행 업무</a:t>
            </a:r>
          </a:p>
        </p:txBody>
      </p:sp>
      <p:sp>
        <p:nvSpPr>
          <p:cNvPr id="20" name="line-74">
            <a:extLst xmlns:a="http://schemas.openxmlformats.org/drawingml/2006/main">
              <a:ext uri="{FF2B5EF4-FFF2-40B4-BE49-F238E27FC236}">
                <a16:creationId xmlns:a16="http://schemas.microsoft.com/office/drawing/2014/main" id="{9DA5F896-06A3-46B1-A6CE-D25DF6892C10}"/>
              </a:ext>
            </a:extLst>
          </p:cNvPr>
          <p:cNvSpPr>
            <a:spLocks xmlns:a="http://schemas.openxmlformats.org/drawingml/2006/main" noGrp="1"/>
          </p:cNvSpPr>
          <p:nvPr/>
        </p:nvSpPr>
        <p:spPr>
          <a:xfrm xmlns:a="http://schemas.openxmlformats.org/drawingml/2006/main" flipH="0">
            <a:off x="957262" y="3686175"/>
            <a:ext cx="9929812" cy="0"/>
          </a:xfrm>
          <a:prstGeom xmlns:a="http://schemas.openxmlformats.org/drawingml/2006/main" prst="line">
            <a:avLst/>
          </a:prstGeom>
          <a:noFill xmlns:a="http://schemas.openxmlformats.org/drawingml/2006/main"/>
          <a:ln xmlns:a="http://schemas.openxmlformats.org/drawingml/2006/main" w="14288">
            <a:solidFill>
              <a:srgbClr val="BDC4CA"/>
            </a:solidFill>
          </a:ln>
        </p:spPr>
      </p:sp>
      <p:sp>
        <p:nvSpPr>
          <p:cNvPr id="21" name="r3-75">
            <a:extLst xmlns:a="http://schemas.openxmlformats.org/drawingml/2006/main">
              <a:ext uri="{FF2B5EF4-FFF2-40B4-BE49-F238E27FC236}">
                <a16:creationId xmlns:a16="http://schemas.microsoft.com/office/drawing/2014/main" id="{3052DF42-A9AE-454A-816D-A8441D9B47FE}"/>
              </a:ext>
            </a:extLst>
          </p:cNvPr>
          <p:cNvSpPr>
            <a:spLocks xmlns:a="http://schemas.openxmlformats.org/drawingml/2006/main" noGrp="1"/>
          </p:cNvSpPr>
          <p:nvPr/>
        </p:nvSpPr>
        <p:spPr>
          <a:xfrm xmlns:a="http://schemas.openxmlformats.org/drawingml/2006/main">
            <a:off x="957262" y="3900488"/>
            <a:ext cx="414338" cy="414338"/>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22" name="r3-76">
            <a:extLst xmlns:a="http://schemas.openxmlformats.org/drawingml/2006/main">
              <a:ext uri="{FF2B5EF4-FFF2-40B4-BE49-F238E27FC236}">
                <a16:creationId xmlns:a16="http://schemas.microsoft.com/office/drawing/2014/main" id="{B1F82549-7471-4B25-B99C-719B1F269AD6}"/>
              </a:ext>
            </a:extLst>
          </p:cNvPr>
          <p:cNvSpPr>
            <a:spLocks xmlns:a="http://schemas.openxmlformats.org/drawingml/2006/main" noGrp="1"/>
          </p:cNvSpPr>
          <p:nvPr/>
        </p:nvSpPr>
        <p:spPr>
          <a:xfrm xmlns:a="http://schemas.openxmlformats.org/drawingml/2006/main">
            <a:off x="957262" y="3900488"/>
            <a:ext cx="414338"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12" b="1">
                <a:solidFill>
                  <a:srgbClr val="FFFFFF"/>
                </a:solidFill>
                <a:latin typeface="Apple SD Gothic Neo"/>
                <a:ea typeface="Apple SD Gothic Neo"/>
                <a:cs typeface="Apple SD Gothic Neo"/>
              </a:defRPr>
            </a:pPr>
            <a:r>
              <a:rPr sz="1912" b="1">
                <a:solidFill>
                  <a:srgbClr val="FFFFFF"/>
                </a:solidFill>
                <a:latin typeface="Apple SD Gothic Neo"/>
                <a:ea typeface="Apple SD Gothic Neo"/>
                <a:cs typeface="Apple SD Gothic Neo"/>
              </a:rPr>
              <a:t>1</a:t>
            </a:r>
          </a:p>
        </p:txBody>
      </p:sp>
      <p:sp>
        <p:nvSpPr>
          <p:cNvPr id="23" name="r3-77">
            <a:extLst xmlns:a="http://schemas.openxmlformats.org/drawingml/2006/main">
              <a:ext uri="{FF2B5EF4-FFF2-40B4-BE49-F238E27FC236}">
                <a16:creationId xmlns:a16="http://schemas.microsoft.com/office/drawing/2014/main" id="{025E0116-580B-4B74-9D19-D24966F4D020}"/>
              </a:ext>
            </a:extLst>
          </p:cNvPr>
          <p:cNvSpPr>
            <a:spLocks xmlns:a="http://schemas.openxmlformats.org/drawingml/2006/main" noGrp="1"/>
          </p:cNvSpPr>
          <p:nvPr/>
        </p:nvSpPr>
        <p:spPr>
          <a:xfrm xmlns:a="http://schemas.openxmlformats.org/drawingml/2006/main">
            <a:off x="1543050" y="3843338"/>
            <a:ext cx="921543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요청의 의미와 대상 확정</a:t>
            </a:r>
          </a:p>
        </p:txBody>
      </p:sp>
      <p:sp>
        <p:nvSpPr>
          <p:cNvPr id="24" name="r3-78">
            <a:extLst xmlns:a="http://schemas.openxmlformats.org/drawingml/2006/main">
              <a:ext uri="{FF2B5EF4-FFF2-40B4-BE49-F238E27FC236}">
                <a16:creationId xmlns:a16="http://schemas.microsoft.com/office/drawing/2014/main" id="{5E78FC7F-9277-4A39-82A4-77BC781926E1}"/>
              </a:ext>
            </a:extLst>
          </p:cNvPr>
          <p:cNvSpPr>
            <a:spLocks xmlns:a="http://schemas.openxmlformats.org/drawingml/2006/main" noGrp="1"/>
          </p:cNvSpPr>
          <p:nvPr/>
        </p:nvSpPr>
        <p:spPr>
          <a:xfrm xmlns:a="http://schemas.openxmlformats.org/drawingml/2006/main">
            <a:off x="1543050" y="4271962"/>
            <a:ext cx="921543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목표와 조건, 정정 내용 파악</a:t>
            </a:r>
          </a:p>
          <a:p xmlns:a="http://schemas.openxmlformats.org/drawingml/2006/main">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새 업무인지 기존 업무인지 판단</a:t>
            </a:r>
          </a:p>
        </p:txBody>
      </p:sp>
      <p:sp>
        <p:nvSpPr>
          <p:cNvPr id="25" name="r3-79">
            <a:extLst xmlns:a="http://schemas.openxmlformats.org/drawingml/2006/main">
              <a:ext uri="{FF2B5EF4-FFF2-40B4-BE49-F238E27FC236}">
                <a16:creationId xmlns:a16="http://schemas.microsoft.com/office/drawing/2014/main" id="{D923310E-189D-499C-9DD1-483D843ACD58}"/>
              </a:ext>
            </a:extLst>
          </p:cNvPr>
          <p:cNvSpPr>
            <a:spLocks xmlns:a="http://schemas.openxmlformats.org/drawingml/2006/main" noGrp="1"/>
          </p:cNvSpPr>
          <p:nvPr/>
        </p:nvSpPr>
        <p:spPr>
          <a:xfrm xmlns:a="http://schemas.openxmlformats.org/drawingml/2006/main">
            <a:off x="957262" y="5014912"/>
            <a:ext cx="414338" cy="414338"/>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26" name="r3-80">
            <a:extLst xmlns:a="http://schemas.openxmlformats.org/drawingml/2006/main">
              <a:ext uri="{FF2B5EF4-FFF2-40B4-BE49-F238E27FC236}">
                <a16:creationId xmlns:a16="http://schemas.microsoft.com/office/drawing/2014/main" id="{93AD9379-ED6A-42A1-8E4F-E289506218D9}"/>
              </a:ext>
            </a:extLst>
          </p:cNvPr>
          <p:cNvSpPr>
            <a:spLocks xmlns:a="http://schemas.openxmlformats.org/drawingml/2006/main" noGrp="1"/>
          </p:cNvSpPr>
          <p:nvPr/>
        </p:nvSpPr>
        <p:spPr>
          <a:xfrm xmlns:a="http://schemas.openxmlformats.org/drawingml/2006/main">
            <a:off x="957262" y="5014912"/>
            <a:ext cx="414338"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12" b="1">
                <a:solidFill>
                  <a:srgbClr val="FFFFFF"/>
                </a:solidFill>
                <a:latin typeface="Apple SD Gothic Neo"/>
                <a:ea typeface="Apple SD Gothic Neo"/>
                <a:cs typeface="Apple SD Gothic Neo"/>
              </a:defRPr>
            </a:pPr>
            <a:r>
              <a:rPr sz="1912" b="1">
                <a:solidFill>
                  <a:srgbClr val="FFFFFF"/>
                </a:solidFill>
                <a:latin typeface="Apple SD Gothic Neo"/>
                <a:ea typeface="Apple SD Gothic Neo"/>
                <a:cs typeface="Apple SD Gothic Neo"/>
              </a:rPr>
              <a:t>2</a:t>
            </a:r>
          </a:p>
        </p:txBody>
      </p:sp>
      <p:sp>
        <p:nvSpPr>
          <p:cNvPr id="27" name="r3-81">
            <a:extLst xmlns:a="http://schemas.openxmlformats.org/drawingml/2006/main">
              <a:ext uri="{FF2B5EF4-FFF2-40B4-BE49-F238E27FC236}">
                <a16:creationId xmlns:a16="http://schemas.microsoft.com/office/drawing/2014/main" id="{A65A87E2-DBAB-4C51-A9D9-463319B64B5B}"/>
              </a:ext>
            </a:extLst>
          </p:cNvPr>
          <p:cNvSpPr>
            <a:spLocks xmlns:a="http://schemas.openxmlformats.org/drawingml/2006/main" noGrp="1"/>
          </p:cNvSpPr>
          <p:nvPr/>
        </p:nvSpPr>
        <p:spPr>
          <a:xfrm xmlns:a="http://schemas.openxmlformats.org/drawingml/2006/main">
            <a:off x="1543050" y="4957762"/>
            <a:ext cx="921543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직접 응답 또는 업무 위임</a:t>
            </a:r>
          </a:p>
        </p:txBody>
      </p:sp>
      <p:sp>
        <p:nvSpPr>
          <p:cNvPr id="28" name="r3-82">
            <a:extLst xmlns:a="http://schemas.openxmlformats.org/drawingml/2006/main">
              <a:ext uri="{FF2B5EF4-FFF2-40B4-BE49-F238E27FC236}">
                <a16:creationId xmlns:a16="http://schemas.microsoft.com/office/drawing/2014/main" id="{A15D4FFA-CDB2-4D02-8BCA-39986E1F1A94}"/>
              </a:ext>
            </a:extLst>
          </p:cNvPr>
          <p:cNvSpPr>
            <a:spLocks xmlns:a="http://schemas.openxmlformats.org/drawingml/2006/main" noGrp="1"/>
          </p:cNvSpPr>
          <p:nvPr/>
        </p:nvSpPr>
        <p:spPr>
          <a:xfrm xmlns:a="http://schemas.openxmlformats.org/drawingml/2006/main">
            <a:off x="1543050" y="5414962"/>
            <a:ext cx="9215438"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범위가 명확한 설명은 직접 답하고, 실제 업무는 AI에 위임</a:t>
            </a:r>
          </a:p>
        </p:txBody>
      </p:sp>
      <p:sp>
        <p:nvSpPr>
          <p:cNvPr id="29" name="r3-83">
            <a:extLst xmlns:a="http://schemas.openxmlformats.org/drawingml/2006/main">
              <a:ext uri="{FF2B5EF4-FFF2-40B4-BE49-F238E27FC236}">
                <a16:creationId xmlns:a16="http://schemas.microsoft.com/office/drawing/2014/main" id="{F0062F88-022F-467E-8BEB-072935757D4D}"/>
              </a:ext>
            </a:extLst>
          </p:cNvPr>
          <p:cNvSpPr>
            <a:spLocks xmlns:a="http://schemas.openxmlformats.org/drawingml/2006/main" noGrp="1"/>
          </p:cNvSpPr>
          <p:nvPr/>
        </p:nvSpPr>
        <p:spPr>
          <a:xfrm xmlns:a="http://schemas.openxmlformats.org/drawingml/2006/main">
            <a:off x="957262" y="5972175"/>
            <a:ext cx="414338" cy="414338"/>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30" name="r3-84">
            <a:extLst xmlns:a="http://schemas.openxmlformats.org/drawingml/2006/main">
              <a:ext uri="{FF2B5EF4-FFF2-40B4-BE49-F238E27FC236}">
                <a16:creationId xmlns:a16="http://schemas.microsoft.com/office/drawing/2014/main" id="{473D0A13-E8CD-4C0A-BBC7-766A6E3FBD92}"/>
              </a:ext>
            </a:extLst>
          </p:cNvPr>
          <p:cNvSpPr>
            <a:spLocks xmlns:a="http://schemas.openxmlformats.org/drawingml/2006/main" noGrp="1"/>
          </p:cNvSpPr>
          <p:nvPr/>
        </p:nvSpPr>
        <p:spPr>
          <a:xfrm xmlns:a="http://schemas.openxmlformats.org/drawingml/2006/main">
            <a:off x="957262" y="5972175"/>
            <a:ext cx="414338"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12" b="1">
                <a:solidFill>
                  <a:srgbClr val="FFFFFF"/>
                </a:solidFill>
                <a:latin typeface="Apple SD Gothic Neo"/>
                <a:ea typeface="Apple SD Gothic Neo"/>
                <a:cs typeface="Apple SD Gothic Neo"/>
              </a:defRPr>
            </a:pPr>
            <a:r>
              <a:rPr sz="1912" b="1">
                <a:solidFill>
                  <a:srgbClr val="FFFFFF"/>
                </a:solidFill>
                <a:latin typeface="Apple SD Gothic Neo"/>
                <a:ea typeface="Apple SD Gothic Neo"/>
                <a:cs typeface="Apple SD Gothic Neo"/>
              </a:rPr>
              <a:t>3</a:t>
            </a:r>
          </a:p>
        </p:txBody>
      </p:sp>
      <p:sp>
        <p:nvSpPr>
          <p:cNvPr id="31" name="r3-85">
            <a:extLst xmlns:a="http://schemas.openxmlformats.org/drawingml/2006/main">
              <a:ext uri="{FF2B5EF4-FFF2-40B4-BE49-F238E27FC236}">
                <a16:creationId xmlns:a16="http://schemas.microsoft.com/office/drawing/2014/main" id="{63C45FC8-7F2D-41AE-A7D7-4B823AC48EB4}"/>
              </a:ext>
            </a:extLst>
          </p:cNvPr>
          <p:cNvSpPr>
            <a:spLocks xmlns:a="http://schemas.openxmlformats.org/drawingml/2006/main" noGrp="1"/>
          </p:cNvSpPr>
          <p:nvPr/>
        </p:nvSpPr>
        <p:spPr>
          <a:xfrm xmlns:a="http://schemas.openxmlformats.org/drawingml/2006/main">
            <a:off x="1543050" y="5915025"/>
            <a:ext cx="921543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대화와 업무 상태 관리</a:t>
            </a:r>
          </a:p>
        </p:txBody>
      </p:sp>
      <p:sp>
        <p:nvSpPr>
          <p:cNvPr id="32" name="r3-86">
            <a:extLst xmlns:a="http://schemas.openxmlformats.org/drawingml/2006/main">
              <a:ext uri="{FF2B5EF4-FFF2-40B4-BE49-F238E27FC236}">
                <a16:creationId xmlns:a16="http://schemas.microsoft.com/office/drawing/2014/main" id="{B6CE67E3-DB03-4E92-8702-A61469EDC549}"/>
              </a:ext>
            </a:extLst>
          </p:cNvPr>
          <p:cNvSpPr>
            <a:spLocks xmlns:a="http://schemas.openxmlformats.org/drawingml/2006/main" noGrp="1"/>
          </p:cNvSpPr>
          <p:nvPr/>
        </p:nvSpPr>
        <p:spPr>
          <a:xfrm xmlns:a="http://schemas.openxmlformats.org/drawingml/2006/main">
            <a:off x="1543050" y="6372225"/>
            <a:ext cx="921543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질문과 추가 지시, 취소를 해당 업무에 연결</a:t>
            </a:r>
          </a:p>
          <a:p xmlns:a="http://schemas.openxmlformats.org/drawingml/2006/main">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진행 상황과 결과도 같은 업무에서 관리</a:t>
            </a:r>
          </a:p>
        </p:txBody>
      </p:sp>
      <p:sp>
        <p:nvSpPr>
          <p:cNvPr id="33" name="r3-87">
            <a:extLst xmlns:a="http://schemas.openxmlformats.org/drawingml/2006/main">
              <a:ext uri="{FF2B5EF4-FFF2-40B4-BE49-F238E27FC236}">
                <a16:creationId xmlns:a16="http://schemas.microsoft.com/office/drawing/2014/main" id="{F8FDDC4A-7A5C-45E7-9EE8-199AE9514DC2}"/>
              </a:ext>
            </a:extLst>
          </p:cNvPr>
          <p:cNvSpPr>
            <a:spLocks xmlns:a="http://schemas.openxmlformats.org/drawingml/2006/main" noGrp="1"/>
          </p:cNvSpPr>
          <p:nvPr/>
        </p:nvSpPr>
        <p:spPr>
          <a:xfrm xmlns:a="http://schemas.openxmlformats.org/drawingml/2006/main">
            <a:off x="11215688" y="3971925"/>
            <a:ext cx="1385888"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8" b="1">
                <a:solidFill>
                  <a:srgbClr val="657079"/>
                </a:solidFill>
                <a:latin typeface="Apple SD Gothic Neo"/>
                <a:ea typeface="Apple SD Gothic Neo"/>
                <a:cs typeface="Apple SD Gothic Neo"/>
              </a:defRPr>
            </a:pPr>
            <a:r>
              <a:rPr sz="1688" b="1">
                <a:solidFill>
                  <a:srgbClr val="657079"/>
                </a:solidFill>
                <a:latin typeface="Apple SD Gothic Neo"/>
                <a:ea typeface="Apple SD Gothic Neo"/>
                <a:cs typeface="Apple SD Gothic Neo"/>
              </a:rPr>
              <a:t>목표와 조건</a:t>
            </a:r>
          </a:p>
        </p:txBody>
      </p:sp>
      <p:sp>
        <p:nvSpPr>
          <p:cNvPr id="34" name="line-88">
            <a:extLst xmlns:a="http://schemas.openxmlformats.org/drawingml/2006/main">
              <a:ext uri="{FF2B5EF4-FFF2-40B4-BE49-F238E27FC236}">
                <a16:creationId xmlns:a16="http://schemas.microsoft.com/office/drawing/2014/main" id="{F65DB34C-2CFB-4F69-AFA4-DF6DBE81C915}"/>
              </a:ext>
            </a:extLst>
          </p:cNvPr>
          <p:cNvSpPr>
            <a:spLocks xmlns:a="http://schemas.openxmlformats.org/drawingml/2006/main" noGrp="1"/>
          </p:cNvSpPr>
          <p:nvPr/>
        </p:nvSpPr>
        <p:spPr>
          <a:xfrm xmlns:a="http://schemas.openxmlformats.org/drawingml/2006/main" flipH="0">
            <a:off x="11244262" y="4471988"/>
            <a:ext cx="1243012" cy="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35" name="line-89">
            <a:extLst xmlns:a="http://schemas.openxmlformats.org/drawingml/2006/main">
              <a:ext uri="{FF2B5EF4-FFF2-40B4-BE49-F238E27FC236}">
                <a16:creationId xmlns:a16="http://schemas.microsoft.com/office/drawing/2014/main" id="{58996F9C-CAA2-442F-A7F8-77FAF118416C}"/>
              </a:ext>
            </a:extLst>
          </p:cNvPr>
          <p:cNvSpPr>
            <a:spLocks xmlns:a="http://schemas.openxmlformats.org/drawingml/2006/main" noGrp="1"/>
          </p:cNvSpPr>
          <p:nvPr/>
        </p:nvSpPr>
        <p:spPr>
          <a:xfrm xmlns:a="http://schemas.openxmlformats.org/drawingml/2006/main" flipH="0">
            <a:off x="12387262" y="4414838"/>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36" name="line-90">
            <a:extLst xmlns:a="http://schemas.openxmlformats.org/drawingml/2006/main">
              <a:ext uri="{FF2B5EF4-FFF2-40B4-BE49-F238E27FC236}">
                <a16:creationId xmlns:a16="http://schemas.microsoft.com/office/drawing/2014/main" id="{7991858B-2EEF-4BCB-8B75-3835EEC5755F}"/>
              </a:ext>
            </a:extLst>
          </p:cNvPr>
          <p:cNvSpPr>
            <a:spLocks xmlns:a="http://schemas.openxmlformats.org/drawingml/2006/main" noGrp="1"/>
          </p:cNvSpPr>
          <p:nvPr/>
        </p:nvSpPr>
        <p:spPr>
          <a:xfrm xmlns:a="http://schemas.openxmlformats.org/drawingml/2006/main" flipH="1">
            <a:off x="12387262" y="4471988"/>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37" name="line-91">
            <a:extLst xmlns:a="http://schemas.openxmlformats.org/drawingml/2006/main">
              <a:ext uri="{FF2B5EF4-FFF2-40B4-BE49-F238E27FC236}">
                <a16:creationId xmlns:a16="http://schemas.microsoft.com/office/drawing/2014/main" id="{666D66A2-8A43-4C3F-88DF-0E02D97174C3}"/>
              </a:ext>
            </a:extLst>
          </p:cNvPr>
          <p:cNvSpPr>
            <a:spLocks xmlns:a="http://schemas.openxmlformats.org/drawingml/2006/main" noGrp="1"/>
          </p:cNvSpPr>
          <p:nvPr/>
        </p:nvSpPr>
        <p:spPr>
          <a:xfrm xmlns:a="http://schemas.openxmlformats.org/drawingml/2006/main" flipH="0">
            <a:off x="11244262" y="5757862"/>
            <a:ext cx="1243012" cy="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38" name="line-92">
            <a:extLst xmlns:a="http://schemas.openxmlformats.org/drawingml/2006/main">
              <a:ext uri="{FF2B5EF4-FFF2-40B4-BE49-F238E27FC236}">
                <a16:creationId xmlns:a16="http://schemas.microsoft.com/office/drawing/2014/main" id="{1EA8433E-026E-4591-A3FF-6532C023B2EA}"/>
              </a:ext>
            </a:extLst>
          </p:cNvPr>
          <p:cNvSpPr>
            <a:spLocks xmlns:a="http://schemas.openxmlformats.org/drawingml/2006/main" noGrp="1"/>
          </p:cNvSpPr>
          <p:nvPr/>
        </p:nvSpPr>
        <p:spPr>
          <a:xfrm xmlns:a="http://schemas.openxmlformats.org/drawingml/2006/main" flipH="1">
            <a:off x="11244262" y="5700712"/>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39" name="line-93">
            <a:extLst xmlns:a="http://schemas.openxmlformats.org/drawingml/2006/main">
              <a:ext uri="{FF2B5EF4-FFF2-40B4-BE49-F238E27FC236}">
                <a16:creationId xmlns:a16="http://schemas.microsoft.com/office/drawing/2014/main" id="{82A8FDDE-4730-4DFA-8464-791F6FE48436}"/>
              </a:ext>
            </a:extLst>
          </p:cNvPr>
          <p:cNvSpPr>
            <a:spLocks xmlns:a="http://schemas.openxmlformats.org/drawingml/2006/main" noGrp="1"/>
          </p:cNvSpPr>
          <p:nvPr/>
        </p:nvSpPr>
        <p:spPr>
          <a:xfrm xmlns:a="http://schemas.openxmlformats.org/drawingml/2006/main" flipH="0">
            <a:off x="11244262" y="5757862"/>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40" name="r3-94">
            <a:extLst xmlns:a="http://schemas.openxmlformats.org/drawingml/2006/main">
              <a:ext uri="{FF2B5EF4-FFF2-40B4-BE49-F238E27FC236}">
                <a16:creationId xmlns:a16="http://schemas.microsoft.com/office/drawing/2014/main" id="{E31C9647-E896-4611-B221-0B4DCB01017C}"/>
              </a:ext>
            </a:extLst>
          </p:cNvPr>
          <p:cNvSpPr>
            <a:spLocks xmlns:a="http://schemas.openxmlformats.org/drawingml/2006/main" noGrp="1"/>
          </p:cNvSpPr>
          <p:nvPr/>
        </p:nvSpPr>
        <p:spPr>
          <a:xfrm xmlns:a="http://schemas.openxmlformats.org/drawingml/2006/main">
            <a:off x="11215688" y="5900738"/>
            <a:ext cx="1385888"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8" b="1">
                <a:solidFill>
                  <a:srgbClr val="657079"/>
                </a:solidFill>
                <a:latin typeface="Apple SD Gothic Neo"/>
                <a:ea typeface="Apple SD Gothic Neo"/>
                <a:cs typeface="Apple SD Gothic Neo"/>
              </a:defRPr>
            </a:pPr>
            <a:r>
              <a:rPr sz="1688" b="1">
                <a:solidFill>
                  <a:srgbClr val="657079"/>
                </a:solidFill>
                <a:latin typeface="Apple SD Gothic Neo"/>
                <a:ea typeface="Apple SD Gothic Neo"/>
                <a:cs typeface="Apple SD Gothic Neo"/>
              </a:rPr>
              <a:t>질문과 상태</a:t>
            </a:r>
          </a:p>
        </p:txBody>
      </p:sp>
      <p:sp>
        <p:nvSpPr>
          <p:cNvPr id="41" name="r3-95">
            <a:extLst xmlns:a="http://schemas.openxmlformats.org/drawingml/2006/main">
              <a:ext uri="{FF2B5EF4-FFF2-40B4-BE49-F238E27FC236}">
                <a16:creationId xmlns:a16="http://schemas.microsoft.com/office/drawing/2014/main" id="{D1230799-3BF4-415F-9CF7-BD6E5B405CB8}"/>
              </a:ext>
            </a:extLst>
          </p:cNvPr>
          <p:cNvSpPr>
            <a:spLocks xmlns:a="http://schemas.openxmlformats.org/drawingml/2006/main" noGrp="1"/>
          </p:cNvSpPr>
          <p:nvPr/>
        </p:nvSpPr>
        <p:spPr>
          <a:xfrm xmlns:a="http://schemas.openxmlformats.org/drawingml/2006/main">
            <a:off x="11215688" y="6243638"/>
            <a:ext cx="1385888"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8" b="1">
                <a:solidFill>
                  <a:srgbClr val="657079"/>
                </a:solidFill>
                <a:latin typeface="Apple SD Gothic Neo"/>
                <a:ea typeface="Apple SD Gothic Neo"/>
                <a:cs typeface="Apple SD Gothic Neo"/>
              </a:defRPr>
            </a:pPr>
            <a:r>
              <a:rPr sz="1688" b="1">
                <a:solidFill>
                  <a:srgbClr val="657079"/>
                </a:solidFill>
                <a:latin typeface="Apple SD Gothic Neo"/>
                <a:ea typeface="Apple SD Gothic Neo"/>
                <a:cs typeface="Apple SD Gothic Neo"/>
              </a:rPr>
              <a:t>결과</a:t>
            </a:r>
          </a:p>
        </p:txBody>
      </p:sp>
      <p:sp>
        <p:nvSpPr>
          <p:cNvPr id="42" name="r3-96">
            <a:extLst xmlns:a="http://schemas.openxmlformats.org/drawingml/2006/main">
              <a:ext uri="{FF2B5EF4-FFF2-40B4-BE49-F238E27FC236}">
                <a16:creationId xmlns:a16="http://schemas.microsoft.com/office/drawing/2014/main" id="{CC4784CC-B8CB-4E7E-B6EF-A8E27A9071AA}"/>
              </a:ext>
            </a:extLst>
          </p:cNvPr>
          <p:cNvSpPr>
            <a:spLocks xmlns:a="http://schemas.openxmlformats.org/drawingml/2006/main" noGrp="1"/>
          </p:cNvSpPr>
          <p:nvPr/>
        </p:nvSpPr>
        <p:spPr>
          <a:xfrm xmlns:a="http://schemas.openxmlformats.org/drawingml/2006/main">
            <a:off x="12844462" y="3414712"/>
            <a:ext cx="4586288" cy="5000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88" b="1">
                <a:solidFill>
                  <a:srgbClr val="122445"/>
                </a:solidFill>
                <a:latin typeface="Apple SD Gothic Neo"/>
                <a:ea typeface="Apple SD Gothic Neo"/>
                <a:cs typeface="Apple SD Gothic Neo"/>
              </a:defRPr>
            </a:pPr>
            <a:r>
              <a:rPr sz="2588" b="1">
                <a:solidFill>
                  <a:srgbClr val="122445"/>
                </a:solidFill>
                <a:latin typeface="Apple SD Gothic Neo"/>
                <a:ea typeface="Apple SD Gothic Neo"/>
                <a:cs typeface="Apple SD Gothic Neo"/>
              </a:rPr>
              <a:t>업무 방법과 도구 선택</a:t>
            </a:r>
          </a:p>
        </p:txBody>
      </p:sp>
      <p:sp>
        <p:nvSpPr>
          <p:cNvPr id="43" name="line-97">
            <a:extLst xmlns:a="http://schemas.openxmlformats.org/drawingml/2006/main">
              <a:ext uri="{FF2B5EF4-FFF2-40B4-BE49-F238E27FC236}">
                <a16:creationId xmlns:a16="http://schemas.microsoft.com/office/drawing/2014/main" id="{E256A8AA-9488-49D8-BEB7-7E5BE2E90EC4}"/>
              </a:ext>
            </a:extLst>
          </p:cNvPr>
          <p:cNvSpPr>
            <a:spLocks xmlns:a="http://schemas.openxmlformats.org/drawingml/2006/main" noGrp="1"/>
          </p:cNvSpPr>
          <p:nvPr/>
        </p:nvSpPr>
        <p:spPr>
          <a:xfrm xmlns:a="http://schemas.openxmlformats.org/drawingml/2006/main" flipH="0">
            <a:off x="15144750" y="4029075"/>
            <a:ext cx="0" cy="4000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4" name="line-98">
            <a:extLst xmlns:a="http://schemas.openxmlformats.org/drawingml/2006/main">
              <a:ext uri="{FF2B5EF4-FFF2-40B4-BE49-F238E27FC236}">
                <a16:creationId xmlns:a16="http://schemas.microsoft.com/office/drawing/2014/main" id="{39A4B293-284C-459F-BC36-69B4F143C33C}"/>
              </a:ext>
            </a:extLst>
          </p:cNvPr>
          <p:cNvSpPr>
            <a:spLocks xmlns:a="http://schemas.openxmlformats.org/drawingml/2006/main" noGrp="1"/>
          </p:cNvSpPr>
          <p:nvPr/>
        </p:nvSpPr>
        <p:spPr>
          <a:xfrm xmlns:a="http://schemas.openxmlformats.org/drawingml/2006/main" flipH="0">
            <a:off x="15087600" y="4329112"/>
            <a:ext cx="57150" cy="100012"/>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5" name="line-99">
            <a:extLst xmlns:a="http://schemas.openxmlformats.org/drawingml/2006/main">
              <a:ext uri="{FF2B5EF4-FFF2-40B4-BE49-F238E27FC236}">
                <a16:creationId xmlns:a16="http://schemas.microsoft.com/office/drawing/2014/main" id="{0437A239-626D-44D8-91DE-98E3973B65A7}"/>
              </a:ext>
            </a:extLst>
          </p:cNvPr>
          <p:cNvSpPr>
            <a:spLocks xmlns:a="http://schemas.openxmlformats.org/drawingml/2006/main" noGrp="1"/>
          </p:cNvSpPr>
          <p:nvPr/>
        </p:nvSpPr>
        <p:spPr>
          <a:xfrm xmlns:a="http://schemas.openxmlformats.org/drawingml/2006/main" flipH="1">
            <a:off x="15144750" y="4329112"/>
            <a:ext cx="57150" cy="100012"/>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6" name="r3-100">
            <a:extLst xmlns:a="http://schemas.openxmlformats.org/drawingml/2006/main">
              <a:ext uri="{FF2B5EF4-FFF2-40B4-BE49-F238E27FC236}">
                <a16:creationId xmlns:a16="http://schemas.microsoft.com/office/drawing/2014/main" id="{083BB3A9-902D-4B48-9FAF-C5FBDEB45BE1}"/>
              </a:ext>
            </a:extLst>
          </p:cNvPr>
          <p:cNvSpPr>
            <a:spLocks xmlns:a="http://schemas.openxmlformats.org/drawingml/2006/main" noGrp="1"/>
          </p:cNvSpPr>
          <p:nvPr/>
        </p:nvSpPr>
        <p:spPr>
          <a:xfrm xmlns:a="http://schemas.openxmlformats.org/drawingml/2006/main">
            <a:off x="12787312" y="4586288"/>
            <a:ext cx="4672012"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자료 조사와 문서 작성</a:t>
            </a:r>
          </a:p>
        </p:txBody>
      </p:sp>
      <p:sp>
        <p:nvSpPr>
          <p:cNvPr id="47" name="r3-101">
            <a:extLst xmlns:a="http://schemas.openxmlformats.org/drawingml/2006/main">
              <a:ext uri="{FF2B5EF4-FFF2-40B4-BE49-F238E27FC236}">
                <a16:creationId xmlns:a16="http://schemas.microsoft.com/office/drawing/2014/main" id="{48A4984D-00C5-4DE3-A661-93E02598DE4B}"/>
              </a:ext>
            </a:extLst>
          </p:cNvPr>
          <p:cNvSpPr>
            <a:spLocks xmlns:a="http://schemas.openxmlformats.org/drawingml/2006/main" noGrp="1"/>
          </p:cNvSpPr>
          <p:nvPr/>
        </p:nvSpPr>
        <p:spPr>
          <a:xfrm xmlns:a="http://schemas.openxmlformats.org/drawingml/2006/main">
            <a:off x="12787312" y="5043488"/>
            <a:ext cx="4672012"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0">
                <a:solidFill>
                  <a:srgbClr val="20262C"/>
                </a:solidFill>
                <a:latin typeface="Apple SD Gothic Neo"/>
                <a:ea typeface="Apple SD Gothic Neo"/>
                <a:cs typeface="Apple SD Gothic Neo"/>
              </a:defRPr>
            </a:pPr>
            <a:r>
              <a:rPr sz="2250" b="0">
                <a:solidFill>
                  <a:srgbClr val="20262C"/>
                </a:solidFill>
                <a:latin typeface="Apple SD Gothic Neo"/>
                <a:ea typeface="Apple SD Gothic Neo"/>
                <a:cs typeface="Apple SD Gothic Neo"/>
              </a:rPr>
              <a:t>앱 조작, 코드 수정과 시험 등</a:t>
            </a:r>
          </a:p>
        </p:txBody>
      </p:sp>
      <p:sp>
        <p:nvSpPr>
          <p:cNvPr id="48" name="line-102">
            <a:extLst xmlns:a="http://schemas.openxmlformats.org/drawingml/2006/main">
              <a:ext uri="{FF2B5EF4-FFF2-40B4-BE49-F238E27FC236}">
                <a16:creationId xmlns:a16="http://schemas.microsoft.com/office/drawing/2014/main" id="{052B5794-0D1C-491A-A20C-BEFB7C022802}"/>
              </a:ext>
            </a:extLst>
          </p:cNvPr>
          <p:cNvSpPr>
            <a:spLocks xmlns:a="http://schemas.openxmlformats.org/drawingml/2006/main" noGrp="1"/>
          </p:cNvSpPr>
          <p:nvPr/>
        </p:nvSpPr>
        <p:spPr>
          <a:xfrm xmlns:a="http://schemas.openxmlformats.org/drawingml/2006/main" flipH="0">
            <a:off x="15144750" y="5586412"/>
            <a:ext cx="0" cy="4000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9" name="line-103">
            <a:extLst xmlns:a="http://schemas.openxmlformats.org/drawingml/2006/main">
              <a:ext uri="{FF2B5EF4-FFF2-40B4-BE49-F238E27FC236}">
                <a16:creationId xmlns:a16="http://schemas.microsoft.com/office/drawing/2014/main" id="{730E5816-ED30-4FD2-BFFF-2D5C05EBD78F}"/>
              </a:ext>
            </a:extLst>
          </p:cNvPr>
          <p:cNvSpPr>
            <a:spLocks xmlns:a="http://schemas.openxmlformats.org/drawingml/2006/main" noGrp="1"/>
          </p:cNvSpPr>
          <p:nvPr/>
        </p:nvSpPr>
        <p:spPr>
          <a:xfrm xmlns:a="http://schemas.openxmlformats.org/drawingml/2006/main" flipH="0">
            <a:off x="15087600" y="5886450"/>
            <a:ext cx="57150" cy="100012"/>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50" name="line-104">
            <a:extLst xmlns:a="http://schemas.openxmlformats.org/drawingml/2006/main">
              <a:ext uri="{FF2B5EF4-FFF2-40B4-BE49-F238E27FC236}">
                <a16:creationId xmlns:a16="http://schemas.microsoft.com/office/drawing/2014/main" id="{177ACB4A-DB5E-4B09-950C-4A602EC636E8}"/>
              </a:ext>
            </a:extLst>
          </p:cNvPr>
          <p:cNvSpPr>
            <a:spLocks xmlns:a="http://schemas.openxmlformats.org/drawingml/2006/main" noGrp="1"/>
          </p:cNvSpPr>
          <p:nvPr/>
        </p:nvSpPr>
        <p:spPr>
          <a:xfrm xmlns:a="http://schemas.openxmlformats.org/drawingml/2006/main" flipH="1">
            <a:off x="15144750" y="5886450"/>
            <a:ext cx="57150" cy="100012"/>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51" name="r3-105">
            <a:extLst xmlns:a="http://schemas.openxmlformats.org/drawingml/2006/main">
              <a:ext uri="{FF2B5EF4-FFF2-40B4-BE49-F238E27FC236}">
                <a16:creationId xmlns:a16="http://schemas.microsoft.com/office/drawing/2014/main" id="{798D6441-C4D2-46AD-B37C-2890EB8E92BF}"/>
              </a:ext>
            </a:extLst>
          </p:cNvPr>
          <p:cNvSpPr>
            <a:spLocks xmlns:a="http://schemas.openxmlformats.org/drawingml/2006/main" noGrp="1"/>
          </p:cNvSpPr>
          <p:nvPr/>
        </p:nvSpPr>
        <p:spPr>
          <a:xfrm xmlns:a="http://schemas.openxmlformats.org/drawingml/2006/main">
            <a:off x="12744450" y="6157912"/>
            <a:ext cx="4772025" cy="442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122445"/>
                </a:solidFill>
                <a:latin typeface="Apple SD Gothic Neo"/>
                <a:ea typeface="Apple SD Gothic Neo"/>
                <a:cs typeface="Apple SD Gothic Neo"/>
              </a:defRPr>
            </a:pPr>
            <a:r>
              <a:rPr sz="2250" b="1">
                <a:solidFill>
                  <a:srgbClr val="122445"/>
                </a:solidFill>
                <a:latin typeface="Apple SD Gothic Neo"/>
                <a:ea typeface="Apple SD Gothic Neo"/>
                <a:cs typeface="Apple SD Gothic Neo"/>
              </a:rPr>
              <a:t>결과를 확인하고 작업을 이어감</a:t>
            </a:r>
          </a:p>
        </p:txBody>
      </p:sp>
      <p:sp>
        <p:nvSpPr>
          <p:cNvPr id="52" name="line-106">
            <a:extLst xmlns:a="http://schemas.openxmlformats.org/drawingml/2006/main">
              <a:ext uri="{FF2B5EF4-FFF2-40B4-BE49-F238E27FC236}">
                <a16:creationId xmlns:a16="http://schemas.microsoft.com/office/drawing/2014/main" id="{F1F78D25-F197-4E57-9F2F-0E09CF9CE618}"/>
              </a:ext>
            </a:extLst>
          </p:cNvPr>
          <p:cNvSpPr>
            <a:spLocks xmlns:a="http://schemas.openxmlformats.org/drawingml/2006/main" noGrp="1"/>
          </p:cNvSpPr>
          <p:nvPr/>
        </p:nvSpPr>
        <p:spPr>
          <a:xfrm xmlns:a="http://schemas.openxmlformats.org/drawingml/2006/main" flipH="0">
            <a:off x="600075" y="7086600"/>
            <a:ext cx="17073562" cy="0"/>
          </a:xfrm>
          <a:prstGeom xmlns:a="http://schemas.openxmlformats.org/drawingml/2006/main" prst="line">
            <a:avLst/>
          </a:prstGeom>
          <a:noFill xmlns:a="http://schemas.openxmlformats.org/drawingml/2006/main"/>
          <a:ln xmlns:a="http://schemas.openxmlformats.org/drawingml/2006/main" w="14288">
            <a:solidFill>
              <a:srgbClr val="BDC4CA"/>
            </a:solidFill>
          </a:ln>
        </p:spPr>
      </p:sp>
      <p:sp>
        <p:nvSpPr>
          <p:cNvPr id="53" name="r3-107">
            <a:extLst xmlns:a="http://schemas.openxmlformats.org/drawingml/2006/main">
              <a:ext uri="{FF2B5EF4-FFF2-40B4-BE49-F238E27FC236}">
                <a16:creationId xmlns:a16="http://schemas.microsoft.com/office/drawing/2014/main" id="{C0871C85-E493-43F7-B3A9-E9748A43F307}"/>
              </a:ext>
            </a:extLst>
          </p:cNvPr>
          <p:cNvSpPr>
            <a:spLocks xmlns:a="http://schemas.openxmlformats.org/drawingml/2006/main" noGrp="1"/>
          </p:cNvSpPr>
          <p:nvPr/>
        </p:nvSpPr>
        <p:spPr>
          <a:xfrm xmlns:a="http://schemas.openxmlformats.org/drawingml/2006/main">
            <a:off x="657225" y="7272338"/>
            <a:ext cx="16959262"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같은 대화 안에서 두 업무를 구분하는 예</a:t>
            </a:r>
          </a:p>
        </p:txBody>
      </p:sp>
      <p:sp>
        <p:nvSpPr>
          <p:cNvPr id="54" name="r3-108">
            <a:extLst xmlns:a="http://schemas.openxmlformats.org/drawingml/2006/main">
              <a:ext uri="{FF2B5EF4-FFF2-40B4-BE49-F238E27FC236}">
                <a16:creationId xmlns:a16="http://schemas.microsoft.com/office/drawing/2014/main" id="{C0A6B9A1-FFC4-43DA-B774-46267B5DDDF9}"/>
              </a:ext>
            </a:extLst>
          </p:cNvPr>
          <p:cNvSpPr>
            <a:spLocks xmlns:a="http://schemas.openxmlformats.org/drawingml/2006/main" noGrp="1"/>
          </p:cNvSpPr>
          <p:nvPr/>
        </p:nvSpPr>
        <p:spPr>
          <a:xfrm xmlns:a="http://schemas.openxmlformats.org/drawingml/2006/main">
            <a:off x="685800" y="7929562"/>
            <a:ext cx="1828800"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38" b="1">
                <a:solidFill>
                  <a:srgbClr val="657079"/>
                </a:solidFill>
                <a:latin typeface="Apple SD Gothic Neo"/>
                <a:ea typeface="Apple SD Gothic Neo"/>
                <a:cs typeface="Apple SD Gothic Neo"/>
              </a:defRPr>
            </a:pPr>
            <a:r>
              <a:rPr sz="2138" b="1">
                <a:solidFill>
                  <a:srgbClr val="657079"/>
                </a:solidFill>
                <a:latin typeface="Apple SD Gothic Neo"/>
                <a:ea typeface="Apple SD Gothic Neo"/>
                <a:cs typeface="Apple SD Gothic Neo"/>
              </a:rPr>
              <a:t>사용자 요청</a:t>
            </a:r>
          </a:p>
        </p:txBody>
      </p:sp>
      <p:sp>
        <p:nvSpPr>
          <p:cNvPr id="55" name="r3-109">
            <a:extLst xmlns:a="http://schemas.openxmlformats.org/drawingml/2006/main">
              <a:ext uri="{FF2B5EF4-FFF2-40B4-BE49-F238E27FC236}">
                <a16:creationId xmlns:a16="http://schemas.microsoft.com/office/drawing/2014/main" id="{63DE9316-8F24-40C3-945B-481297795F63}"/>
              </a:ext>
            </a:extLst>
          </p:cNvPr>
          <p:cNvSpPr>
            <a:spLocks xmlns:a="http://schemas.openxmlformats.org/drawingml/2006/main" noGrp="1"/>
          </p:cNvSpPr>
          <p:nvPr/>
        </p:nvSpPr>
        <p:spPr>
          <a:xfrm xmlns:a="http://schemas.openxmlformats.org/drawingml/2006/main">
            <a:off x="2743200" y="7829550"/>
            <a:ext cx="5514975"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88" b="1">
                <a:solidFill>
                  <a:srgbClr val="122445"/>
                </a:solidFill>
                <a:latin typeface="Apple SD Gothic Neo"/>
                <a:ea typeface="Apple SD Gothic Neo"/>
                <a:cs typeface="Apple SD Gothic Neo"/>
              </a:defRPr>
            </a:pPr>
            <a:r>
              <a:rPr sz="2588" b="1">
                <a:solidFill>
                  <a:srgbClr val="122445"/>
                </a:solidFill>
                <a:latin typeface="Apple SD Gothic Neo"/>
                <a:ea typeface="Apple SD Gothic Neo"/>
                <a:cs typeface="Apple SD Gothic Neo"/>
              </a:rPr>
              <a:t>“이 표로 보고서 만들어줘.</a:t>
            </a:r>
          </a:p>
          <a:p xmlns:a="http://schemas.openxmlformats.org/drawingml/2006/main">
            <a:pPr algn="l">
              <a:defRPr sz="2588" b="1">
                <a:solidFill>
                  <a:srgbClr val="122445"/>
                </a:solidFill>
                <a:latin typeface="Apple SD Gothic Neo"/>
                <a:ea typeface="Apple SD Gothic Neo"/>
                <a:cs typeface="Apple SD Gothic Neo"/>
              </a:defRPr>
            </a:pPr>
            <a:r>
              <a:rPr sz="2588" b="1">
                <a:solidFill>
                  <a:srgbClr val="122445"/>
                </a:solidFill>
                <a:latin typeface="Apple SD Gothic Neo"/>
                <a:ea typeface="Apple SD Gothic Neo"/>
                <a:cs typeface="Apple SD Gothic Neo"/>
              </a:rPr>
              <a:t>아까 자료 조사는 계속해.”</a:t>
            </a:r>
          </a:p>
        </p:txBody>
      </p:sp>
      <p:sp>
        <p:nvSpPr>
          <p:cNvPr id="56" name="line-110">
            <a:extLst xmlns:a="http://schemas.openxmlformats.org/drawingml/2006/main">
              <a:ext uri="{FF2B5EF4-FFF2-40B4-BE49-F238E27FC236}">
                <a16:creationId xmlns:a16="http://schemas.microsoft.com/office/drawing/2014/main" id="{9165C477-AA8C-4826-8D89-B6E6ABFFEEDD}"/>
              </a:ext>
            </a:extLst>
          </p:cNvPr>
          <p:cNvSpPr>
            <a:spLocks xmlns:a="http://schemas.openxmlformats.org/drawingml/2006/main" noGrp="1"/>
          </p:cNvSpPr>
          <p:nvPr/>
        </p:nvSpPr>
        <p:spPr>
          <a:xfrm xmlns:a="http://schemas.openxmlformats.org/drawingml/2006/main" flipH="0">
            <a:off x="8329612" y="8286750"/>
            <a:ext cx="542925" cy="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57" name="line-111">
            <a:extLst xmlns:a="http://schemas.openxmlformats.org/drawingml/2006/main">
              <a:ext uri="{FF2B5EF4-FFF2-40B4-BE49-F238E27FC236}">
                <a16:creationId xmlns:a16="http://schemas.microsoft.com/office/drawing/2014/main" id="{BC6DBE98-C8F7-48DB-AC44-1C28F24F2A4B}"/>
              </a:ext>
            </a:extLst>
          </p:cNvPr>
          <p:cNvSpPr>
            <a:spLocks xmlns:a="http://schemas.openxmlformats.org/drawingml/2006/main" noGrp="1"/>
          </p:cNvSpPr>
          <p:nvPr/>
        </p:nvSpPr>
        <p:spPr>
          <a:xfrm xmlns:a="http://schemas.openxmlformats.org/drawingml/2006/main" flipH="0">
            <a:off x="8772525" y="8229600"/>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58" name="line-112">
            <a:extLst xmlns:a="http://schemas.openxmlformats.org/drawingml/2006/main">
              <a:ext uri="{FF2B5EF4-FFF2-40B4-BE49-F238E27FC236}">
                <a16:creationId xmlns:a16="http://schemas.microsoft.com/office/drawing/2014/main" id="{BEDD854A-1459-416B-8554-917A14071099}"/>
              </a:ext>
            </a:extLst>
          </p:cNvPr>
          <p:cNvSpPr>
            <a:spLocks xmlns:a="http://schemas.openxmlformats.org/drawingml/2006/main" noGrp="1"/>
          </p:cNvSpPr>
          <p:nvPr/>
        </p:nvSpPr>
        <p:spPr>
          <a:xfrm xmlns:a="http://schemas.openxmlformats.org/drawingml/2006/main" flipH="1">
            <a:off x="8772525" y="8286750"/>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59" name="r3-113">
            <a:extLst xmlns:a="http://schemas.openxmlformats.org/drawingml/2006/main">
              <a:ext uri="{FF2B5EF4-FFF2-40B4-BE49-F238E27FC236}">
                <a16:creationId xmlns:a16="http://schemas.microsoft.com/office/drawing/2014/main" id="{7A9AB08B-356C-44EA-91CD-54EE45CD69AA}"/>
              </a:ext>
            </a:extLst>
          </p:cNvPr>
          <p:cNvSpPr>
            <a:spLocks xmlns:a="http://schemas.openxmlformats.org/drawingml/2006/main" noGrp="1"/>
          </p:cNvSpPr>
          <p:nvPr/>
        </p:nvSpPr>
        <p:spPr>
          <a:xfrm xmlns:a="http://schemas.openxmlformats.org/drawingml/2006/main">
            <a:off x="9158288" y="78295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보고서 작성</a:t>
            </a:r>
          </a:p>
        </p:txBody>
      </p:sp>
      <p:sp>
        <p:nvSpPr>
          <p:cNvPr id="60" name="r3-114">
            <a:extLst xmlns:a="http://schemas.openxmlformats.org/drawingml/2006/main">
              <a:ext uri="{FF2B5EF4-FFF2-40B4-BE49-F238E27FC236}">
                <a16:creationId xmlns:a16="http://schemas.microsoft.com/office/drawing/2014/main" id="{7351902C-416E-434B-8212-026AB1FF0252}"/>
              </a:ext>
            </a:extLst>
          </p:cNvPr>
          <p:cNvSpPr>
            <a:spLocks xmlns:a="http://schemas.openxmlformats.org/drawingml/2006/main" noGrp="1"/>
          </p:cNvSpPr>
          <p:nvPr/>
        </p:nvSpPr>
        <p:spPr>
          <a:xfrm xmlns:a="http://schemas.openxmlformats.org/drawingml/2006/main">
            <a:off x="11715750" y="7829550"/>
            <a:ext cx="5514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62" b="0">
                <a:solidFill>
                  <a:srgbClr val="20262C"/>
                </a:solidFill>
                <a:latin typeface="Apple SD Gothic Neo"/>
                <a:ea typeface="Apple SD Gothic Neo"/>
                <a:cs typeface="Apple SD Gothic Neo"/>
              </a:defRPr>
            </a:pPr>
            <a:r>
              <a:rPr sz="2362" b="0">
                <a:solidFill>
                  <a:srgbClr val="20262C"/>
                </a:solidFill>
                <a:latin typeface="Apple SD Gothic Neo"/>
                <a:ea typeface="Apple SD Gothic Neo"/>
                <a:cs typeface="Apple SD Gothic Neo"/>
              </a:rPr>
              <a:t>새 업무로 위임</a:t>
            </a:r>
          </a:p>
        </p:txBody>
      </p:sp>
      <p:sp>
        <p:nvSpPr>
          <p:cNvPr id="61" name="r3-115">
            <a:extLst xmlns:a="http://schemas.openxmlformats.org/drawingml/2006/main">
              <a:ext uri="{FF2B5EF4-FFF2-40B4-BE49-F238E27FC236}">
                <a16:creationId xmlns:a16="http://schemas.microsoft.com/office/drawing/2014/main" id="{9A2A461E-FC36-42EE-99EA-C95157AF9EA1}"/>
              </a:ext>
            </a:extLst>
          </p:cNvPr>
          <p:cNvSpPr>
            <a:spLocks xmlns:a="http://schemas.openxmlformats.org/drawingml/2006/main" noGrp="1"/>
          </p:cNvSpPr>
          <p:nvPr/>
        </p:nvSpPr>
        <p:spPr>
          <a:xfrm xmlns:a="http://schemas.openxmlformats.org/drawingml/2006/main">
            <a:off x="9158288" y="8386762"/>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기존 자료 조사</a:t>
            </a:r>
          </a:p>
        </p:txBody>
      </p:sp>
      <p:sp>
        <p:nvSpPr>
          <p:cNvPr id="62" name="r3-116">
            <a:extLst xmlns:a="http://schemas.openxmlformats.org/drawingml/2006/main">
              <a:ext uri="{FF2B5EF4-FFF2-40B4-BE49-F238E27FC236}">
                <a16:creationId xmlns:a16="http://schemas.microsoft.com/office/drawing/2014/main" id="{7770F0DE-D709-438A-AFC9-6716CC78C5DE}"/>
              </a:ext>
            </a:extLst>
          </p:cNvPr>
          <p:cNvSpPr>
            <a:spLocks xmlns:a="http://schemas.openxmlformats.org/drawingml/2006/main" noGrp="1"/>
          </p:cNvSpPr>
          <p:nvPr/>
        </p:nvSpPr>
        <p:spPr>
          <a:xfrm xmlns:a="http://schemas.openxmlformats.org/drawingml/2006/main">
            <a:off x="11715750" y="8386762"/>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62" b="0">
                <a:solidFill>
                  <a:srgbClr val="20262C"/>
                </a:solidFill>
                <a:latin typeface="Apple SD Gothic Neo"/>
                <a:ea typeface="Apple SD Gothic Neo"/>
                <a:cs typeface="Apple SD Gothic Neo"/>
              </a:defRPr>
            </a:pPr>
            <a:r>
              <a:rPr sz="2362" b="0">
                <a:solidFill>
                  <a:srgbClr val="20262C"/>
                </a:solidFill>
                <a:latin typeface="Apple SD Gothic Neo"/>
                <a:ea typeface="Apple SD Gothic Neo"/>
                <a:cs typeface="Apple SD Gothic Neo"/>
              </a:rPr>
              <a:t>진행 상태를 유지하며 별도로 추적</a:t>
            </a:r>
          </a:p>
        </p:txBody>
      </p:sp>
      <p:sp>
        <p:nvSpPr>
          <p:cNvPr id="63" name="r3-117">
            <a:extLst xmlns:a="http://schemas.openxmlformats.org/drawingml/2006/main">
              <a:ext uri="{FF2B5EF4-FFF2-40B4-BE49-F238E27FC236}">
                <a16:creationId xmlns:a16="http://schemas.microsoft.com/office/drawing/2014/main" id="{F232015C-7A9E-45D9-B384-21EF82077322}"/>
              </a:ext>
            </a:extLst>
          </p:cNvPr>
          <p:cNvSpPr>
            <a:spLocks xmlns:a="http://schemas.openxmlformats.org/drawingml/2006/main" noGrp="1"/>
          </p:cNvSpPr>
          <p:nvPr/>
        </p:nvSpPr>
        <p:spPr>
          <a:xfrm xmlns:a="http://schemas.openxmlformats.org/drawingml/2006/main">
            <a:off x="671512" y="9358312"/>
            <a:ext cx="16873538" cy="17145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64" name="r3-118">
            <a:extLst xmlns:a="http://schemas.openxmlformats.org/drawingml/2006/main">
              <a:ext uri="{FF2B5EF4-FFF2-40B4-BE49-F238E27FC236}">
                <a16:creationId xmlns:a16="http://schemas.microsoft.com/office/drawing/2014/main" id="{1A77A7AB-92D7-4735-9916-0F1D0E24D2A8}"/>
              </a:ext>
            </a:extLst>
          </p:cNvPr>
          <p:cNvSpPr>
            <a:spLocks xmlns:a="http://schemas.openxmlformats.org/drawingml/2006/main" noGrp="1"/>
          </p:cNvSpPr>
          <p:nvPr/>
        </p:nvSpPr>
        <p:spPr>
          <a:xfrm xmlns:a="http://schemas.openxmlformats.org/drawingml/2006/main">
            <a:off x="671512" y="9101138"/>
            <a:ext cx="16873538"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88" b="1">
                <a:solidFill>
                  <a:srgbClr val="20262C"/>
                </a:solidFill>
                <a:latin typeface="Apple SD Gothic Neo"/>
                <a:ea typeface="Apple SD Gothic Neo"/>
                <a:cs typeface="Apple SD Gothic Neo"/>
              </a:defRPr>
            </a:pPr>
            <a:r>
              <a:rPr sz="2588" b="1">
                <a:solidFill>
                  <a:srgbClr val="20262C"/>
                </a:solidFill>
                <a:latin typeface="Apple SD Gothic Neo"/>
                <a:ea typeface="Apple SD Gothic Neo"/>
                <a:cs typeface="Apple SD Gothic Neo"/>
              </a:rPr>
              <a:t>후속 지시 “보고서만 취소해줘”도 해당 업무에 연결하고, 확인된 처리 상태를 전달</a:t>
            </a:r>
          </a:p>
        </p:txBody>
      </p:sp>
      <p:sp>
        <p:nvSpPr>
          <p:cNvPr id="65" name="r3-119">
            <a:extLst xmlns:a="http://schemas.openxmlformats.org/drawingml/2006/main">
              <a:ext uri="{FF2B5EF4-FFF2-40B4-BE49-F238E27FC236}">
                <a16:creationId xmlns:a16="http://schemas.microsoft.com/office/drawing/2014/main" id="{D2B565C3-54D1-4DF3-9AF1-DFD6EE4EEBC4}"/>
              </a:ext>
            </a:extLst>
          </p:cNvPr>
          <p:cNvSpPr>
            <a:spLocks xmlns:a="http://schemas.openxmlformats.org/drawingml/2006/main" noGrp="1"/>
          </p:cNvSpPr>
          <p:nvPr/>
        </p:nvSpPr>
        <p:spPr>
          <a:xfrm xmlns:a="http://schemas.openxmlformats.org/drawingml/2006/main">
            <a:off x="671512" y="9786938"/>
            <a:ext cx="1600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657079"/>
                </a:solidFill>
                <a:latin typeface="Apple SD Gothic Neo"/>
                <a:ea typeface="Apple SD Gothic Neo"/>
                <a:cs typeface="Apple SD Gothic Neo"/>
              </a:defRPr>
            </a:pPr>
            <a:r>
              <a:rPr sz="1350" b="0">
                <a:solidFill>
                  <a:srgbClr val="657079"/>
                </a:solidFill>
                <a:latin typeface="Apple SD Gothic Neo"/>
                <a:ea typeface="Apple SD Gothic Neo"/>
                <a:cs typeface="Apple SD Gothic Neo"/>
              </a:rPr>
              <a:t>본 과제 범위: 요청 판단과 상호작용, 업무 연결과 상태 관리</a:t>
            </a:r>
          </a:p>
        </p:txBody>
      </p:sp>
    </p:spTree>
    <p:extLst>
      <p:ext uri="{BB962C8B-B14F-4D97-AF65-F5344CB8AC3E}">
        <p14:creationId xmlns:p14="http://schemas.microsoft.com/office/powerpoint/2010/main" val="763265530"/>
      </p:ext>
    </p:extLst>
  </p:cSld>
</p:sld>
</file>

<file path=ppt/slides/slide3.xml><?xml version="1.0" encoding="utf-8"?>
<p:sld xmlns:p="http://schemas.openxmlformats.org/presentationml/2006/main">
  <p:cSld name="project-necessity">
    <p:bg>
      <p:bgPr>
        <a:solidFill xmlns:a="http://schemas.openxmlformats.org/drawingml/2006/main">
          <a:srgbClr val="FFFFFF"/>
        </a:solidFill>
      </p:bgPr>
    </p:bg>
    <p:spTree>
      <p:nvGrpSpPr>
        <p:cNvPr id="1" name=""/>
        <p:cNvGrpSpPr/>
        <p:nvPr/>
      </p:nvGrpSpPr>
      <p:grpSpPr>
        <a:xfrm xmlns:a="http://schemas.openxmlformats.org/drawingml/2006/main"/>
      </p:grpSpPr>
      <p:sp>
        <p:nvSpPr>
          <p:cNvPr id="84" name="r3-120">
            <a:extLst xmlns:a="http://schemas.openxmlformats.org/drawingml/2006/main">
              <a:ext uri="{FF2B5EF4-FFF2-40B4-BE49-F238E27FC236}">
                <a16:creationId xmlns:a16="http://schemas.microsoft.com/office/drawing/2014/main" id="{79938AC9-7988-4911-A169-5A612A4BC8D0}"/>
              </a:ext>
            </a:extLst>
          </p:cNvPr>
          <p:cNvSpPr>
            <a:spLocks xmlns:a="http://schemas.openxmlformats.org/drawingml/2006/main" noGrp="1"/>
          </p:cNvSpPr>
          <p:nvPr/>
        </p:nvSpPr>
        <p:spPr>
          <a:xfrm xmlns:a="http://schemas.openxmlformats.org/drawingml/2006/main">
            <a:off x="571500" y="214312"/>
            <a:ext cx="10044112" cy="671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소개 | 필요성</a:t>
            </a:r>
          </a:p>
        </p:txBody>
      </p:sp>
      <p:sp>
        <p:nvSpPr>
          <p:cNvPr id="2" name="line-121">
            <a:extLst xmlns:a="http://schemas.openxmlformats.org/drawingml/2006/main">
              <a:ext uri="{FF2B5EF4-FFF2-40B4-BE49-F238E27FC236}">
                <a16:creationId xmlns:a16="http://schemas.microsoft.com/office/drawing/2014/main" id="{7F75D080-77EA-446A-8594-78D9DAFE1E76}"/>
              </a:ext>
            </a:extLst>
          </p:cNvPr>
          <p:cNvSpPr>
            <a:spLocks xmlns:a="http://schemas.openxmlformats.org/drawingml/2006/main" noGrp="1"/>
          </p:cNvSpPr>
          <p:nvPr/>
        </p:nvSpPr>
        <p:spPr>
          <a:xfrm xmlns:a="http://schemas.openxmlformats.org/drawingml/2006/main" flipH="0">
            <a:off x="428625" y="971550"/>
            <a:ext cx="17430750" cy="0"/>
          </a:xfrm>
          <a:prstGeom xmlns:a="http://schemas.openxmlformats.org/drawingml/2006/main" prst="line">
            <a:avLst/>
          </a:prstGeom>
          <a:noFill xmlns:a="http://schemas.openxmlformats.org/drawingml/2006/main"/>
          <a:ln xmlns:a="http://schemas.openxmlformats.org/drawingml/2006/main" w="14288">
            <a:solidFill>
              <a:srgbClr val="6C747C"/>
            </a:solidFill>
          </a:ln>
        </p:spPr>
      </p:sp>
      <p:sp>
        <p:nvSpPr>
          <p:cNvPr id="3" name="r3-122">
            <a:extLst xmlns:a="http://schemas.openxmlformats.org/drawingml/2006/main">
              <a:ext uri="{FF2B5EF4-FFF2-40B4-BE49-F238E27FC236}">
                <a16:creationId xmlns:a16="http://schemas.microsoft.com/office/drawing/2014/main" id="{CC39F6D7-A9ED-46BC-ACDF-A772A6644084}"/>
              </a:ext>
            </a:extLst>
          </p:cNvPr>
          <p:cNvSpPr>
            <a:spLocks xmlns:a="http://schemas.openxmlformats.org/drawingml/2006/main" noGrp="1"/>
          </p:cNvSpPr>
          <p:nvPr/>
        </p:nvSpPr>
        <p:spPr>
          <a:xfrm xmlns:a="http://schemas.openxmlformats.org/drawingml/2006/main">
            <a:off x="10929938" y="285750"/>
            <a:ext cx="1485900" cy="414338"/>
          </a:xfrm>
          <a:prstGeom xmlns:a="http://schemas.openxmlformats.org/drawingml/2006/main" prst="chevron">
            <a:avLst/>
          </a:prstGeom>
          <a:solidFill xmlns:a="http://schemas.openxmlformats.org/drawingml/2006/main">
            <a:srgbClr val="258FAF"/>
          </a:solidFill>
          <a:ln xmlns:a="http://schemas.openxmlformats.org/drawingml/2006/main" w="14288">
            <a:solidFill>
              <a:srgbClr val="FFFFFF"/>
            </a:solidFill>
          </a:ln>
        </p:spPr>
      </p:sp>
      <p:sp>
        <p:nvSpPr>
          <p:cNvPr id="4" name="r3-123">
            <a:extLst xmlns:a="http://schemas.openxmlformats.org/drawingml/2006/main">
              <a:ext uri="{FF2B5EF4-FFF2-40B4-BE49-F238E27FC236}">
                <a16:creationId xmlns:a16="http://schemas.microsoft.com/office/drawing/2014/main" id="{10B5EB16-ACE8-4DF4-91E2-5D4A5CC8ED9C}"/>
              </a:ext>
            </a:extLst>
          </p:cNvPr>
          <p:cNvSpPr>
            <a:spLocks xmlns:a="http://schemas.openxmlformats.org/drawingml/2006/main" noGrp="1"/>
          </p:cNvSpPr>
          <p:nvPr/>
        </p:nvSpPr>
        <p:spPr>
          <a:xfrm xmlns:a="http://schemas.openxmlformats.org/drawingml/2006/main">
            <a:off x="110442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과제 소개</a:t>
            </a:r>
          </a:p>
        </p:txBody>
      </p:sp>
      <p:sp>
        <p:nvSpPr>
          <p:cNvPr id="5" name="r3-124">
            <a:extLst xmlns:a="http://schemas.openxmlformats.org/drawingml/2006/main">
              <a:ext uri="{FF2B5EF4-FFF2-40B4-BE49-F238E27FC236}">
                <a16:creationId xmlns:a16="http://schemas.microsoft.com/office/drawing/2014/main" id="{1B7D5BAC-D760-40A5-873C-A185E12900C1}"/>
              </a:ext>
            </a:extLst>
          </p:cNvPr>
          <p:cNvSpPr>
            <a:spLocks xmlns:a="http://schemas.openxmlformats.org/drawingml/2006/main" noGrp="1"/>
          </p:cNvSpPr>
          <p:nvPr/>
        </p:nvSpPr>
        <p:spPr>
          <a:xfrm xmlns:a="http://schemas.openxmlformats.org/drawingml/2006/main">
            <a:off x="1227296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6" name="r3-125">
            <a:extLst xmlns:a="http://schemas.openxmlformats.org/drawingml/2006/main">
              <a:ext uri="{FF2B5EF4-FFF2-40B4-BE49-F238E27FC236}">
                <a16:creationId xmlns:a16="http://schemas.microsoft.com/office/drawing/2014/main" id="{E341AE14-735E-404E-8B0D-9F824B04618D}"/>
              </a:ext>
            </a:extLst>
          </p:cNvPr>
          <p:cNvSpPr>
            <a:spLocks xmlns:a="http://schemas.openxmlformats.org/drawingml/2006/main" noGrp="1"/>
          </p:cNvSpPr>
          <p:nvPr/>
        </p:nvSpPr>
        <p:spPr>
          <a:xfrm xmlns:a="http://schemas.openxmlformats.org/drawingml/2006/main">
            <a:off x="1238726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요구사항 분석</a:t>
            </a:r>
          </a:p>
        </p:txBody>
      </p:sp>
      <p:sp>
        <p:nvSpPr>
          <p:cNvPr id="7" name="r3-126">
            <a:extLst xmlns:a="http://schemas.openxmlformats.org/drawingml/2006/main">
              <a:ext uri="{FF2B5EF4-FFF2-40B4-BE49-F238E27FC236}">
                <a16:creationId xmlns:a16="http://schemas.microsoft.com/office/drawing/2014/main" id="{7A73B6C8-828A-4028-BDF8-A7FE45606445}"/>
              </a:ext>
            </a:extLst>
          </p:cNvPr>
          <p:cNvSpPr>
            <a:spLocks xmlns:a="http://schemas.openxmlformats.org/drawingml/2006/main" noGrp="1"/>
          </p:cNvSpPr>
          <p:nvPr/>
        </p:nvSpPr>
        <p:spPr>
          <a:xfrm xmlns:a="http://schemas.openxmlformats.org/drawingml/2006/main">
            <a:off x="1361598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8" name="r3-127">
            <a:extLst xmlns:a="http://schemas.openxmlformats.org/drawingml/2006/main">
              <a:ext uri="{FF2B5EF4-FFF2-40B4-BE49-F238E27FC236}">
                <a16:creationId xmlns:a16="http://schemas.microsoft.com/office/drawing/2014/main" id="{7D1B32F9-2BE2-4CB6-BF46-746305D3DBE8}"/>
              </a:ext>
            </a:extLst>
          </p:cNvPr>
          <p:cNvSpPr>
            <a:spLocks xmlns:a="http://schemas.openxmlformats.org/drawingml/2006/main" noGrp="1"/>
          </p:cNvSpPr>
          <p:nvPr/>
        </p:nvSpPr>
        <p:spPr>
          <a:xfrm xmlns:a="http://schemas.openxmlformats.org/drawingml/2006/main">
            <a:off x="1373028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설계</a:t>
            </a:r>
          </a:p>
        </p:txBody>
      </p:sp>
      <p:sp>
        <p:nvSpPr>
          <p:cNvPr id="9" name="r3-128">
            <a:extLst xmlns:a="http://schemas.openxmlformats.org/drawingml/2006/main">
              <a:ext uri="{FF2B5EF4-FFF2-40B4-BE49-F238E27FC236}">
                <a16:creationId xmlns:a16="http://schemas.microsoft.com/office/drawing/2014/main" id="{40D16FFB-6FE9-4D14-A7DE-7B80C76FB166}"/>
              </a:ext>
            </a:extLst>
          </p:cNvPr>
          <p:cNvSpPr>
            <a:spLocks xmlns:a="http://schemas.openxmlformats.org/drawingml/2006/main" noGrp="1"/>
          </p:cNvSpPr>
          <p:nvPr/>
        </p:nvSpPr>
        <p:spPr>
          <a:xfrm xmlns:a="http://schemas.openxmlformats.org/drawingml/2006/main">
            <a:off x="1495901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0" name="r3-129">
            <a:extLst xmlns:a="http://schemas.openxmlformats.org/drawingml/2006/main">
              <a:ext uri="{FF2B5EF4-FFF2-40B4-BE49-F238E27FC236}">
                <a16:creationId xmlns:a16="http://schemas.microsoft.com/office/drawing/2014/main" id="{61A5E572-CA7F-4D3D-BB04-9B332B9060C4}"/>
              </a:ext>
            </a:extLst>
          </p:cNvPr>
          <p:cNvSpPr>
            <a:spLocks xmlns:a="http://schemas.openxmlformats.org/drawingml/2006/main" noGrp="1"/>
          </p:cNvSpPr>
          <p:nvPr/>
        </p:nvSpPr>
        <p:spPr>
          <a:xfrm xmlns:a="http://schemas.openxmlformats.org/drawingml/2006/main">
            <a:off x="1507331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구현 및 검증</a:t>
            </a:r>
          </a:p>
        </p:txBody>
      </p:sp>
      <p:sp>
        <p:nvSpPr>
          <p:cNvPr id="11" name="r3-130">
            <a:extLst xmlns:a="http://schemas.openxmlformats.org/drawingml/2006/main">
              <a:ext uri="{FF2B5EF4-FFF2-40B4-BE49-F238E27FC236}">
                <a16:creationId xmlns:a16="http://schemas.microsoft.com/office/drawing/2014/main" id="{65535DF5-2567-4035-8573-C214352078CA}"/>
              </a:ext>
            </a:extLst>
          </p:cNvPr>
          <p:cNvSpPr>
            <a:spLocks xmlns:a="http://schemas.openxmlformats.org/drawingml/2006/main" noGrp="1"/>
          </p:cNvSpPr>
          <p:nvPr/>
        </p:nvSpPr>
        <p:spPr>
          <a:xfrm xmlns:a="http://schemas.openxmlformats.org/drawingml/2006/main">
            <a:off x="1630203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2" name="r3-131">
            <a:extLst xmlns:a="http://schemas.openxmlformats.org/drawingml/2006/main">
              <a:ext uri="{FF2B5EF4-FFF2-40B4-BE49-F238E27FC236}">
                <a16:creationId xmlns:a16="http://schemas.microsoft.com/office/drawing/2014/main" id="{5C7C9C7A-1BC7-43F5-9967-EC43FFF2A567}"/>
              </a:ext>
            </a:extLst>
          </p:cNvPr>
          <p:cNvSpPr>
            <a:spLocks xmlns:a="http://schemas.openxmlformats.org/drawingml/2006/main" noGrp="1"/>
          </p:cNvSpPr>
          <p:nvPr/>
        </p:nvSpPr>
        <p:spPr>
          <a:xfrm xmlns:a="http://schemas.openxmlformats.org/drawingml/2006/main">
            <a:off x="164163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결론</a:t>
            </a:r>
          </a:p>
        </p:txBody>
      </p:sp>
      <p:sp>
        <p:nvSpPr>
          <p:cNvPr id="13" name="r3-132">
            <a:extLst xmlns:a="http://schemas.openxmlformats.org/drawingml/2006/main">
              <a:ext uri="{FF2B5EF4-FFF2-40B4-BE49-F238E27FC236}">
                <a16:creationId xmlns:a16="http://schemas.microsoft.com/office/drawing/2014/main" id="{9C914759-83B1-4DA9-B1B3-9DBD0CB3AE44}"/>
              </a:ext>
            </a:extLst>
          </p:cNvPr>
          <p:cNvSpPr>
            <a:spLocks xmlns:a="http://schemas.openxmlformats.org/drawingml/2006/main" noGrp="1"/>
          </p:cNvSpPr>
          <p:nvPr/>
        </p:nvSpPr>
        <p:spPr>
          <a:xfrm xmlns:a="http://schemas.openxmlformats.org/drawingml/2006/main">
            <a:off x="17130712" y="9786938"/>
            <a:ext cx="6000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62" b="0">
                <a:solidFill>
                  <a:srgbClr val="657079"/>
                </a:solidFill>
                <a:latin typeface="Apple SD Gothic Neo"/>
                <a:ea typeface="Apple SD Gothic Neo"/>
                <a:cs typeface="Apple SD Gothic Neo"/>
              </a:defRPr>
            </a:pPr>
            <a:r>
              <a:rPr sz="1462" b="0">
                <a:solidFill>
                  <a:srgbClr val="657079"/>
                </a:solidFill>
                <a:latin typeface="Apple SD Gothic Neo"/>
                <a:ea typeface="Apple SD Gothic Neo"/>
                <a:cs typeface="Apple SD Gothic Neo"/>
              </a:rPr>
              <a:t>3</a:t>
            </a:r>
          </a:p>
        </p:txBody>
      </p:sp>
      <p:sp>
        <p:nvSpPr>
          <p:cNvPr id="1000" name="necessity-v7-frame-0">
            <a:extLst xmlns:a="http://schemas.openxmlformats.org/drawingml/2006/main">
              <a:ext uri="{FF2B5EF4-FFF2-40B4-BE49-F238E27FC236}">
                <a16:creationId xmlns:a16="http://schemas.microsoft.com/office/drawing/2014/main" id="{FC0BF294-337D-464D-BEF8-3C5A69E2A1A4}"/>
              </a:ext>
            </a:extLst>
          </p:cNvPr>
          <p:cNvSpPr>
            <a:spLocks xmlns:a="http://schemas.openxmlformats.org/drawingml/2006/main" noGrp="1"/>
          </p:cNvSpPr>
          <p:nvPr/>
        </p:nvSpPr>
        <p:spPr>
          <a:xfrm xmlns:a="http://schemas.openxmlformats.org/drawingml/2006/main">
            <a:off x="228600" y="2143125"/>
            <a:ext cx="5772150" cy="7615238"/>
          </a:xfrm>
          <a:prstGeom xmlns:a="http://schemas.openxmlformats.org/drawingml/2006/main" prst="roundRect">
            <a:avLst>
              <a:gd name="adj" fmla="val 2723"/>
            </a:avLst>
          </a:prstGeom>
          <a:solidFill xmlns:a="http://schemas.openxmlformats.org/drawingml/2006/main">
            <a:srgbClr val="FFFFFF"/>
          </a:solidFill>
          <a:ln xmlns:a="http://schemas.openxmlformats.org/drawingml/2006/main" w="22860">
            <a:solidFill>
              <a:srgbClr val="D5DCE5"/>
            </a:solidFill>
            <a:prstDash val="solid"/>
          </a:ln>
        </p:spPr>
      </p:sp>
      <p:sp>
        <p:nvSpPr>
          <p:cNvPr id="1001" name="necessity-v7-tab-0">
            <a:extLst xmlns:a="http://schemas.openxmlformats.org/drawingml/2006/main">
              <a:ext uri="{FF2B5EF4-FFF2-40B4-BE49-F238E27FC236}">
                <a16:creationId xmlns:a16="http://schemas.microsoft.com/office/drawing/2014/main" id="{4B263459-A8F1-4334-9264-5701B92C7787}"/>
              </a:ext>
            </a:extLst>
          </p:cNvPr>
          <p:cNvSpPr>
            <a:spLocks xmlns:a="http://schemas.openxmlformats.org/drawingml/2006/main" noGrp="1"/>
          </p:cNvSpPr>
          <p:nvPr/>
        </p:nvSpPr>
        <p:spPr>
          <a:xfrm xmlns:a="http://schemas.openxmlformats.org/drawingml/2006/main">
            <a:off x="571500" y="1485900"/>
            <a:ext cx="5086350" cy="742950"/>
          </a:xfrm>
          <a:prstGeom xmlns:a="http://schemas.openxmlformats.org/drawingml/2006/main" prst="roundRect">
            <a:avLst>
              <a:gd name="adj" fmla="val 23077"/>
            </a:avLst>
          </a:prstGeom>
          <a:solidFill xmlns:a="http://schemas.openxmlformats.org/drawingml/2006/main">
            <a:srgbClr val="06255C"/>
          </a:solidFill>
          <a:ln xmlns:a="http://schemas.openxmlformats.org/drawingml/2006/main" w="25718">
            <a:solidFill>
              <a:srgbClr val="FFFFFF"/>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002" name="necessity-v7-tab-text-0">
            <a:extLst xmlns:a="http://schemas.openxmlformats.org/drawingml/2006/main">
              <a:ext uri="{FF2B5EF4-FFF2-40B4-BE49-F238E27FC236}">
                <a16:creationId xmlns:a16="http://schemas.microsoft.com/office/drawing/2014/main" id="{4C5A6A7E-3374-41E9-B387-7A6C40FE85F9}"/>
              </a:ext>
            </a:extLst>
          </p:cNvPr>
          <p:cNvSpPr>
            <a:spLocks xmlns:a="http://schemas.openxmlformats.org/drawingml/2006/main" noGrp="1"/>
          </p:cNvSpPr>
          <p:nvPr/>
        </p:nvSpPr>
        <p:spPr>
          <a:xfrm xmlns:a="http://schemas.openxmlformats.org/drawingml/2006/main">
            <a:off x="671512" y="1585912"/>
            <a:ext cx="4886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75" b="1">
                <a:solidFill>
                  <a:srgbClr val="FFFFFF"/>
                </a:solidFill>
                <a:latin typeface="Apple SD Gothic Neo"/>
                <a:ea typeface="Apple SD Gothic Neo"/>
                <a:cs typeface="Apple SD Gothic Neo"/>
              </a:defRPr>
            </a:pPr>
            <a:r>
              <a:rPr sz="2475" b="1">
                <a:solidFill>
                  <a:srgbClr val="FFFFFF"/>
                </a:solidFill>
                <a:latin typeface="Apple SD Gothic Neo"/>
                <a:ea typeface="Apple SD Gothic Neo"/>
                <a:cs typeface="Apple SD Gothic Neo"/>
              </a:rPr>
              <a:t>의도에 맞는 정확한 처리 필요</a:t>
            </a:r>
          </a:p>
        </p:txBody>
      </p:sp>
      <p:sp>
        <p:nvSpPr>
          <p:cNvPr id="1003" name="necessity-v7-frame-1">
            <a:extLst xmlns:a="http://schemas.openxmlformats.org/drawingml/2006/main">
              <a:ext uri="{FF2B5EF4-FFF2-40B4-BE49-F238E27FC236}">
                <a16:creationId xmlns:a16="http://schemas.microsoft.com/office/drawing/2014/main" id="{CA8FCD03-0459-4702-99FE-AFA05D615BE3}"/>
              </a:ext>
            </a:extLst>
          </p:cNvPr>
          <p:cNvSpPr>
            <a:spLocks xmlns:a="http://schemas.openxmlformats.org/drawingml/2006/main" noGrp="1"/>
          </p:cNvSpPr>
          <p:nvPr/>
        </p:nvSpPr>
        <p:spPr>
          <a:xfrm xmlns:a="http://schemas.openxmlformats.org/drawingml/2006/main">
            <a:off x="6257925" y="2143125"/>
            <a:ext cx="5772150" cy="7615238"/>
          </a:xfrm>
          <a:prstGeom xmlns:a="http://schemas.openxmlformats.org/drawingml/2006/main" prst="roundRect">
            <a:avLst>
              <a:gd name="adj" fmla="val 2723"/>
            </a:avLst>
          </a:prstGeom>
          <a:solidFill xmlns:a="http://schemas.openxmlformats.org/drawingml/2006/main">
            <a:srgbClr val="FFFFFF"/>
          </a:solidFill>
          <a:ln xmlns:a="http://schemas.openxmlformats.org/drawingml/2006/main" w="22860">
            <a:solidFill>
              <a:srgbClr val="D5DCE5"/>
            </a:solidFill>
            <a:prstDash val="solid"/>
          </a:ln>
        </p:spPr>
      </p:sp>
      <p:sp>
        <p:nvSpPr>
          <p:cNvPr id="1004" name="necessity-v7-tab-1">
            <a:extLst xmlns:a="http://schemas.openxmlformats.org/drawingml/2006/main">
              <a:ext uri="{FF2B5EF4-FFF2-40B4-BE49-F238E27FC236}">
                <a16:creationId xmlns:a16="http://schemas.microsoft.com/office/drawing/2014/main" id="{1F248CD0-8EC7-40AD-9F5F-765FAF558C5E}"/>
              </a:ext>
            </a:extLst>
          </p:cNvPr>
          <p:cNvSpPr>
            <a:spLocks xmlns:a="http://schemas.openxmlformats.org/drawingml/2006/main" noGrp="1"/>
          </p:cNvSpPr>
          <p:nvPr/>
        </p:nvSpPr>
        <p:spPr>
          <a:xfrm xmlns:a="http://schemas.openxmlformats.org/drawingml/2006/main">
            <a:off x="6600825" y="1485900"/>
            <a:ext cx="5086350" cy="742950"/>
          </a:xfrm>
          <a:prstGeom xmlns:a="http://schemas.openxmlformats.org/drawingml/2006/main" prst="roundRect">
            <a:avLst>
              <a:gd name="adj" fmla="val 23077"/>
            </a:avLst>
          </a:prstGeom>
          <a:solidFill xmlns:a="http://schemas.openxmlformats.org/drawingml/2006/main">
            <a:srgbClr val="06255C"/>
          </a:solidFill>
          <a:ln xmlns:a="http://schemas.openxmlformats.org/drawingml/2006/main" w="25718">
            <a:solidFill>
              <a:srgbClr val="FFFFFF"/>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005" name="necessity-v7-tab-text-1">
            <a:extLst xmlns:a="http://schemas.openxmlformats.org/drawingml/2006/main">
              <a:ext uri="{FF2B5EF4-FFF2-40B4-BE49-F238E27FC236}">
                <a16:creationId xmlns:a16="http://schemas.microsoft.com/office/drawing/2014/main" id="{1D67BE0D-62F9-4102-B79D-3327770347B0}"/>
              </a:ext>
            </a:extLst>
          </p:cNvPr>
          <p:cNvSpPr>
            <a:spLocks xmlns:a="http://schemas.openxmlformats.org/drawingml/2006/main" noGrp="1"/>
          </p:cNvSpPr>
          <p:nvPr/>
        </p:nvSpPr>
        <p:spPr>
          <a:xfrm xmlns:a="http://schemas.openxmlformats.org/drawingml/2006/main">
            <a:off x="6700838" y="1585912"/>
            <a:ext cx="4886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75" b="1">
                <a:solidFill>
                  <a:srgbClr val="FFFFFF"/>
                </a:solidFill>
                <a:latin typeface="Apple SD Gothic Neo"/>
                <a:ea typeface="Apple SD Gothic Neo"/>
                <a:cs typeface="Apple SD Gothic Neo"/>
              </a:defRPr>
            </a:pPr>
            <a:r>
              <a:rPr sz="2475" b="1">
                <a:solidFill>
                  <a:srgbClr val="FFFFFF"/>
                </a:solidFill>
                <a:latin typeface="Apple SD Gothic Neo"/>
                <a:ea typeface="Apple SD Gothic Neo"/>
                <a:cs typeface="Apple SD Gothic Neo"/>
              </a:rPr>
              <a:t>대화를 이어가는 빠른 처리 필요</a:t>
            </a:r>
          </a:p>
        </p:txBody>
      </p:sp>
      <p:sp>
        <p:nvSpPr>
          <p:cNvPr id="1006" name="necessity-v7-frame-2">
            <a:extLst xmlns:a="http://schemas.openxmlformats.org/drawingml/2006/main">
              <a:ext uri="{FF2B5EF4-FFF2-40B4-BE49-F238E27FC236}">
                <a16:creationId xmlns:a16="http://schemas.microsoft.com/office/drawing/2014/main" id="{C76E352C-EF75-4750-A727-B51A2EFA1875}"/>
              </a:ext>
            </a:extLst>
          </p:cNvPr>
          <p:cNvSpPr>
            <a:spLocks xmlns:a="http://schemas.openxmlformats.org/drawingml/2006/main" noGrp="1"/>
          </p:cNvSpPr>
          <p:nvPr/>
        </p:nvSpPr>
        <p:spPr>
          <a:xfrm xmlns:a="http://schemas.openxmlformats.org/drawingml/2006/main">
            <a:off x="12287250" y="2143125"/>
            <a:ext cx="5772150" cy="7615238"/>
          </a:xfrm>
          <a:prstGeom xmlns:a="http://schemas.openxmlformats.org/drawingml/2006/main" prst="roundRect">
            <a:avLst>
              <a:gd name="adj" fmla="val 2723"/>
            </a:avLst>
          </a:prstGeom>
          <a:solidFill xmlns:a="http://schemas.openxmlformats.org/drawingml/2006/main">
            <a:srgbClr val="FFFFFF"/>
          </a:solidFill>
          <a:ln xmlns:a="http://schemas.openxmlformats.org/drawingml/2006/main" w="22860">
            <a:solidFill>
              <a:srgbClr val="D5DCE5"/>
            </a:solidFill>
            <a:prstDash val="solid"/>
          </a:ln>
        </p:spPr>
      </p:sp>
      <p:sp>
        <p:nvSpPr>
          <p:cNvPr id="1007" name="necessity-v7-tab-2">
            <a:extLst xmlns:a="http://schemas.openxmlformats.org/drawingml/2006/main">
              <a:ext uri="{FF2B5EF4-FFF2-40B4-BE49-F238E27FC236}">
                <a16:creationId xmlns:a16="http://schemas.microsoft.com/office/drawing/2014/main" id="{AEF38FB8-D7DB-4313-B180-79337923E5FE}"/>
              </a:ext>
            </a:extLst>
          </p:cNvPr>
          <p:cNvSpPr>
            <a:spLocks xmlns:a="http://schemas.openxmlformats.org/drawingml/2006/main" noGrp="1"/>
          </p:cNvSpPr>
          <p:nvPr/>
        </p:nvSpPr>
        <p:spPr>
          <a:xfrm xmlns:a="http://schemas.openxmlformats.org/drawingml/2006/main">
            <a:off x="12630150" y="1485900"/>
            <a:ext cx="5086350" cy="742950"/>
          </a:xfrm>
          <a:prstGeom xmlns:a="http://schemas.openxmlformats.org/drawingml/2006/main" prst="roundRect">
            <a:avLst>
              <a:gd name="adj" fmla="val 23077"/>
            </a:avLst>
          </a:prstGeom>
          <a:solidFill xmlns:a="http://schemas.openxmlformats.org/drawingml/2006/main">
            <a:srgbClr val="06255C"/>
          </a:solidFill>
          <a:ln xmlns:a="http://schemas.openxmlformats.org/drawingml/2006/main" w="25718">
            <a:solidFill>
              <a:srgbClr val="FFFFFF"/>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008" name="necessity-v7-tab-text-2">
            <a:extLst xmlns:a="http://schemas.openxmlformats.org/drawingml/2006/main">
              <a:ext uri="{FF2B5EF4-FFF2-40B4-BE49-F238E27FC236}">
                <a16:creationId xmlns:a16="http://schemas.microsoft.com/office/drawing/2014/main" id="{D752F9E4-653F-4DD9-B4A1-EDE57608E197}"/>
              </a:ext>
            </a:extLst>
          </p:cNvPr>
          <p:cNvSpPr>
            <a:spLocks xmlns:a="http://schemas.openxmlformats.org/drawingml/2006/main" noGrp="1"/>
          </p:cNvSpPr>
          <p:nvPr/>
        </p:nvSpPr>
        <p:spPr>
          <a:xfrm xmlns:a="http://schemas.openxmlformats.org/drawingml/2006/main">
            <a:off x="12730162" y="1585912"/>
            <a:ext cx="4886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75" b="1">
                <a:solidFill>
                  <a:srgbClr val="FFFFFF"/>
                </a:solidFill>
                <a:latin typeface="Apple SD Gothic Neo"/>
                <a:ea typeface="Apple SD Gothic Neo"/>
                <a:cs typeface="Apple SD Gothic Neo"/>
              </a:defRPr>
            </a:pPr>
            <a:r>
              <a:rPr sz="2475" b="1">
                <a:solidFill>
                  <a:srgbClr val="FFFFFF"/>
                </a:solidFill>
                <a:latin typeface="Apple SD Gothic Neo"/>
                <a:ea typeface="Apple SD Gothic Neo"/>
                <a:cs typeface="Apple SD Gothic Neo"/>
              </a:rPr>
              <a:t>Agent 기술 발전에 대응 필요</a:t>
            </a:r>
          </a:p>
        </p:txBody>
      </p:sp>
      <p:sp>
        <p:nvSpPr>
          <p:cNvPr id="1009" name="necessity-v7-accuracy-heading-1">
            <a:extLst xmlns:a="http://schemas.openxmlformats.org/drawingml/2006/main">
              <a:ext uri="{FF2B5EF4-FFF2-40B4-BE49-F238E27FC236}">
                <a16:creationId xmlns:a16="http://schemas.microsoft.com/office/drawing/2014/main" id="{9E713DAB-C456-4763-A34A-637690E29ED6}"/>
              </a:ext>
            </a:extLst>
          </p:cNvPr>
          <p:cNvSpPr>
            <a:spLocks xmlns:a="http://schemas.openxmlformats.org/drawingml/2006/main" noGrp="1"/>
          </p:cNvSpPr>
          <p:nvPr/>
        </p:nvSpPr>
        <p:spPr>
          <a:xfrm xmlns:a="http://schemas.openxmlformats.org/drawingml/2006/main">
            <a:off x="414338" y="2543175"/>
            <a:ext cx="5343525" cy="4429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362" b="1">
                <a:solidFill>
                  <a:srgbClr val="171B20"/>
                </a:solidFill>
                <a:latin typeface="Apple SD Gothic Neo"/>
                <a:ea typeface="Apple SD Gothic Neo"/>
                <a:cs typeface="Apple SD Gothic Neo"/>
              </a:defRPr>
            </a:pPr>
            <a:r>
              <a:rPr sz="2362" b="1">
                <a:solidFill>
                  <a:srgbClr val="171B20"/>
                </a:solidFill>
                <a:latin typeface="Apple SD Gothic Neo"/>
                <a:ea typeface="Apple SD Gothic Neo"/>
                <a:cs typeface="Apple SD Gothic Neo"/>
              </a:rPr>
              <a:t>짧은 요청에도 여러 판단이 필요</a:t>
            </a:r>
          </a:p>
        </p:txBody>
      </p:sp>
      <p:sp>
        <p:nvSpPr>
          <p:cNvPr id="1010" name="necessity-v7-accuracy-desc-1">
            <a:extLst xmlns:a="http://schemas.openxmlformats.org/drawingml/2006/main">
              <a:ext uri="{FF2B5EF4-FFF2-40B4-BE49-F238E27FC236}">
                <a16:creationId xmlns:a16="http://schemas.microsoft.com/office/drawing/2014/main" id="{CACDB8CC-4A3B-46D4-BAF0-79892FFAB262}"/>
              </a:ext>
            </a:extLst>
          </p:cNvPr>
          <p:cNvSpPr>
            <a:spLocks xmlns:a="http://schemas.openxmlformats.org/drawingml/2006/main" noGrp="1"/>
          </p:cNvSpPr>
          <p:nvPr/>
        </p:nvSpPr>
        <p:spPr>
          <a:xfrm xmlns:a="http://schemas.openxmlformats.org/drawingml/2006/main">
            <a:off x="671512" y="3128962"/>
            <a:ext cx="5000625"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화면과 대화, 진행 중인 Task를
함께 해석</a:t>
            </a:r>
          </a:p>
        </p:txBody>
      </p:sp>
      <p:sp>
        <p:nvSpPr>
          <p:cNvPr id="1011" name="necessity-v7-screen-label">
            <a:extLst xmlns:a="http://schemas.openxmlformats.org/drawingml/2006/main">
              <a:ext uri="{FF2B5EF4-FFF2-40B4-BE49-F238E27FC236}">
                <a16:creationId xmlns:a16="http://schemas.microsoft.com/office/drawing/2014/main" id="{C54FFCE3-C3F0-485F-998B-C18171DE5E5D}"/>
              </a:ext>
            </a:extLst>
          </p:cNvPr>
          <p:cNvSpPr>
            <a:spLocks xmlns:a="http://schemas.openxmlformats.org/drawingml/2006/main" noGrp="1"/>
          </p:cNvSpPr>
          <p:nvPr/>
        </p:nvSpPr>
        <p:spPr>
          <a:xfrm xmlns:a="http://schemas.openxmlformats.org/drawingml/2006/main">
            <a:off x="671512" y="3986212"/>
            <a:ext cx="1585912" cy="328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697783"/>
                </a:solidFill>
                <a:latin typeface="Apple SD Gothic Neo"/>
                <a:ea typeface="Apple SD Gothic Neo"/>
                <a:cs typeface="Apple SD Gothic Neo"/>
              </a:defRPr>
            </a:pPr>
            <a:r>
              <a:rPr sz="1800" b="1">
                <a:solidFill>
                  <a:srgbClr val="697783"/>
                </a:solidFill>
                <a:latin typeface="Apple SD Gothic Neo"/>
                <a:ea typeface="Apple SD Gothic Neo"/>
                <a:cs typeface="Apple SD Gothic Neo"/>
              </a:rPr>
              <a:t>화면</a:t>
            </a:r>
          </a:p>
        </p:txBody>
      </p:sp>
      <p:sp>
        <p:nvSpPr>
          <p:cNvPr id="1012" name="necessity-v7-conversation-label">
            <a:extLst xmlns:a="http://schemas.openxmlformats.org/drawingml/2006/main">
              <a:ext uri="{FF2B5EF4-FFF2-40B4-BE49-F238E27FC236}">
                <a16:creationId xmlns:a16="http://schemas.microsoft.com/office/drawing/2014/main" id="{8F5F3459-D000-4948-BA5E-F757331030D6}"/>
              </a:ext>
            </a:extLst>
          </p:cNvPr>
          <p:cNvSpPr>
            <a:spLocks xmlns:a="http://schemas.openxmlformats.org/drawingml/2006/main" noGrp="1"/>
          </p:cNvSpPr>
          <p:nvPr/>
        </p:nvSpPr>
        <p:spPr>
          <a:xfrm xmlns:a="http://schemas.openxmlformats.org/drawingml/2006/main">
            <a:off x="2586038" y="3986212"/>
            <a:ext cx="3100388" cy="328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697783"/>
                </a:solidFill>
                <a:latin typeface="Apple SD Gothic Neo"/>
                <a:ea typeface="Apple SD Gothic Neo"/>
                <a:cs typeface="Apple SD Gothic Neo"/>
              </a:defRPr>
            </a:pPr>
            <a:r>
              <a:rPr sz="1800" b="1">
                <a:solidFill>
                  <a:srgbClr val="697783"/>
                </a:solidFill>
                <a:latin typeface="Apple SD Gothic Neo"/>
                <a:ea typeface="Apple SD Gothic Neo"/>
                <a:cs typeface="Apple SD Gothic Neo"/>
              </a:rPr>
              <a:t>Conversation</a:t>
            </a:r>
          </a:p>
        </p:txBody>
      </p:sp>
      <p:sp>
        <p:nvSpPr>
          <p:cNvPr id="1013" name="necessity-v7-screen-evidence">
            <a:extLst xmlns:a="http://schemas.openxmlformats.org/drawingml/2006/main">
              <a:ext uri="{FF2B5EF4-FFF2-40B4-BE49-F238E27FC236}">
                <a16:creationId xmlns:a16="http://schemas.microsoft.com/office/drawing/2014/main" id="{D99F6DFA-22F4-4AFF-92A1-37E833ACCFA1}"/>
              </a:ext>
            </a:extLst>
          </p:cNvPr>
          <p:cNvSpPr>
            <a:spLocks xmlns:a="http://schemas.openxmlformats.org/drawingml/2006/main" noGrp="1"/>
          </p:cNvSpPr>
          <p:nvPr/>
        </p:nvSpPr>
        <p:spPr>
          <a:xfrm xmlns:a="http://schemas.openxmlformats.org/drawingml/2006/main">
            <a:off x="671512" y="4386262"/>
            <a:ext cx="1614488" cy="1042988"/>
          </a:xfrm>
          <a:prstGeom xmlns:a="http://schemas.openxmlformats.org/drawingml/2006/main" prst="roundRect">
            <a:avLst>
              <a:gd name="adj" fmla="val 4110"/>
            </a:avLst>
          </a:prstGeom>
          <a:solidFill xmlns:a="http://schemas.openxmlformats.org/drawingml/2006/main">
            <a:srgbClr val="FFFFFF"/>
          </a:solidFill>
          <a:ln xmlns:a="http://schemas.openxmlformats.org/drawingml/2006/main" w="14288">
            <a:solidFill>
              <a:srgbClr val="AEBBC8"/>
            </a:solidFill>
            <a:prstDash val="solid"/>
          </a:ln>
        </p:spPr>
      </p:sp>
      <p:sp>
        <p:nvSpPr>
          <p:cNvPr id="1014" name="necessity-v7-screen-titlebar">
            <a:extLst xmlns:a="http://schemas.openxmlformats.org/drawingml/2006/main">
              <a:ext uri="{FF2B5EF4-FFF2-40B4-BE49-F238E27FC236}">
                <a16:creationId xmlns:a16="http://schemas.microsoft.com/office/drawing/2014/main" id="{7A2CAE18-E637-4F15-9005-74083D50E503}"/>
              </a:ext>
            </a:extLst>
          </p:cNvPr>
          <p:cNvSpPr>
            <a:spLocks xmlns:a="http://schemas.openxmlformats.org/drawingml/2006/main" noGrp="1"/>
          </p:cNvSpPr>
          <p:nvPr/>
        </p:nvSpPr>
        <p:spPr>
          <a:xfrm xmlns:a="http://schemas.openxmlformats.org/drawingml/2006/main">
            <a:off x="671512" y="4386262"/>
            <a:ext cx="1614488" cy="17145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1015" name="necessity-v7-table-grid-h-1">
            <a:extLst xmlns:a="http://schemas.openxmlformats.org/drawingml/2006/main">
              <a:ext uri="{FF2B5EF4-FFF2-40B4-BE49-F238E27FC236}">
                <a16:creationId xmlns:a16="http://schemas.microsoft.com/office/drawing/2014/main" id="{CDDE4B5A-0F83-4199-A022-CC8981034A16}"/>
              </a:ext>
            </a:extLst>
          </p:cNvPr>
          <p:cNvSpPr>
            <a:spLocks xmlns:a="http://schemas.openxmlformats.org/drawingml/2006/main" noGrp="1"/>
          </p:cNvSpPr>
          <p:nvPr/>
        </p:nvSpPr>
        <p:spPr>
          <a:xfrm xmlns:a="http://schemas.openxmlformats.org/drawingml/2006/main">
            <a:off x="814388" y="4714875"/>
            <a:ext cx="1328738" cy="0"/>
          </a:xfrm>
          <a:prstGeom xmlns:a="http://schemas.openxmlformats.org/drawingml/2006/main" prst="line">
            <a:avLst/>
          </a:prstGeom>
          <a:noFill xmlns:a="http://schemas.openxmlformats.org/drawingml/2006/main"/>
          <a:ln xmlns:a="http://schemas.openxmlformats.org/drawingml/2006/main" w="14288">
            <a:solidFill>
              <a:srgbClr val="C4CED6"/>
            </a:solidFill>
            <a:prstDash val="solid"/>
          </a:ln>
        </p:spPr>
      </p:sp>
      <p:sp>
        <p:nvSpPr>
          <p:cNvPr id="1016" name="necessity-v7-table-grid-h-2">
            <a:extLst xmlns:a="http://schemas.openxmlformats.org/drawingml/2006/main">
              <a:ext uri="{FF2B5EF4-FFF2-40B4-BE49-F238E27FC236}">
                <a16:creationId xmlns:a16="http://schemas.microsoft.com/office/drawing/2014/main" id="{59D72349-605F-4F77-8107-82381B576ACF}"/>
              </a:ext>
            </a:extLst>
          </p:cNvPr>
          <p:cNvSpPr>
            <a:spLocks xmlns:a="http://schemas.openxmlformats.org/drawingml/2006/main" noGrp="1"/>
          </p:cNvSpPr>
          <p:nvPr/>
        </p:nvSpPr>
        <p:spPr>
          <a:xfrm xmlns:a="http://schemas.openxmlformats.org/drawingml/2006/main">
            <a:off x="814388" y="4914900"/>
            <a:ext cx="1328738" cy="0"/>
          </a:xfrm>
          <a:prstGeom xmlns:a="http://schemas.openxmlformats.org/drawingml/2006/main" prst="line">
            <a:avLst/>
          </a:prstGeom>
          <a:noFill xmlns:a="http://schemas.openxmlformats.org/drawingml/2006/main"/>
          <a:ln xmlns:a="http://schemas.openxmlformats.org/drawingml/2006/main" w="14288">
            <a:solidFill>
              <a:srgbClr val="C4CED6"/>
            </a:solidFill>
            <a:prstDash val="solid"/>
          </a:ln>
        </p:spPr>
      </p:sp>
      <p:sp>
        <p:nvSpPr>
          <p:cNvPr id="1017" name="necessity-v7-table-grid-v">
            <a:extLst xmlns:a="http://schemas.openxmlformats.org/drawingml/2006/main">
              <a:ext uri="{FF2B5EF4-FFF2-40B4-BE49-F238E27FC236}">
                <a16:creationId xmlns:a16="http://schemas.microsoft.com/office/drawing/2014/main" id="{B52831AA-93C9-4656-9FBB-8819C79D7D33}"/>
              </a:ext>
            </a:extLst>
          </p:cNvPr>
          <p:cNvSpPr>
            <a:spLocks xmlns:a="http://schemas.openxmlformats.org/drawingml/2006/main" noGrp="1"/>
          </p:cNvSpPr>
          <p:nvPr/>
        </p:nvSpPr>
        <p:spPr>
          <a:xfrm xmlns:a="http://schemas.openxmlformats.org/drawingml/2006/main">
            <a:off x="1371600" y="4600575"/>
            <a:ext cx="0" cy="700088"/>
          </a:xfrm>
          <a:prstGeom xmlns:a="http://schemas.openxmlformats.org/drawingml/2006/main" prst="line">
            <a:avLst/>
          </a:prstGeom>
          <a:noFill xmlns:a="http://schemas.openxmlformats.org/drawingml/2006/main"/>
          <a:ln xmlns:a="http://schemas.openxmlformats.org/drawingml/2006/main" w="14288">
            <a:solidFill>
              <a:srgbClr val="C4CED6"/>
            </a:solidFill>
            <a:prstDash val="solid"/>
          </a:ln>
        </p:spPr>
      </p:sp>
      <p:sp>
        <p:nvSpPr>
          <p:cNvPr id="1018" name="necessity-v7-selected-table">
            <a:extLst xmlns:a="http://schemas.openxmlformats.org/drawingml/2006/main">
              <a:ext uri="{FF2B5EF4-FFF2-40B4-BE49-F238E27FC236}">
                <a16:creationId xmlns:a16="http://schemas.microsoft.com/office/drawing/2014/main" id="{D7AF5EA7-B61E-4CF9-B90C-90FEDA65C511}"/>
              </a:ext>
            </a:extLst>
          </p:cNvPr>
          <p:cNvSpPr>
            <a:spLocks xmlns:a="http://schemas.openxmlformats.org/drawingml/2006/main" noGrp="1"/>
          </p:cNvSpPr>
          <p:nvPr/>
        </p:nvSpPr>
        <p:spPr>
          <a:xfrm xmlns:a="http://schemas.openxmlformats.org/drawingml/2006/main">
            <a:off x="785812" y="4943475"/>
            <a:ext cx="1385888" cy="371475"/>
          </a:xfrm>
          <a:prstGeom xmlns:a="http://schemas.openxmlformats.org/drawingml/2006/main" prst="rect">
            <a:avLst/>
          </a:prstGeom>
          <a:solidFill xmlns:a="http://schemas.openxmlformats.org/drawingml/2006/main">
            <a:srgbClr val="E7F3F8"/>
          </a:solidFill>
          <a:ln xmlns:a="http://schemas.openxmlformats.org/drawingml/2006/main" w="20002">
            <a:solidFill>
              <a:srgbClr val="218FAF"/>
            </a:solidFill>
            <a:prstDash val="solid"/>
          </a:ln>
        </p:spPr>
      </p:sp>
      <p:sp>
        <p:nvSpPr>
          <p:cNvPr id="1019" name="necessity-v7-selected-table-label">
            <a:extLst xmlns:a="http://schemas.openxmlformats.org/drawingml/2006/main">
              <a:ext uri="{FF2B5EF4-FFF2-40B4-BE49-F238E27FC236}">
                <a16:creationId xmlns:a16="http://schemas.microsoft.com/office/drawing/2014/main" id="{50A02D1A-6A2D-49F5-86D5-F7D1F564219A}"/>
              </a:ext>
            </a:extLst>
          </p:cNvPr>
          <p:cNvSpPr>
            <a:spLocks xmlns:a="http://schemas.openxmlformats.org/drawingml/2006/main" noGrp="1"/>
          </p:cNvSpPr>
          <p:nvPr/>
        </p:nvSpPr>
        <p:spPr>
          <a:xfrm xmlns:a="http://schemas.openxmlformats.org/drawingml/2006/main">
            <a:off x="814388" y="4957762"/>
            <a:ext cx="1328738"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44" b="1">
                <a:solidFill>
                  <a:srgbClr val="218FAF"/>
                </a:solidFill>
                <a:latin typeface="Apple SD Gothic Neo"/>
                <a:ea typeface="Apple SD Gothic Neo"/>
                <a:cs typeface="Apple SD Gothic Neo"/>
              </a:defRPr>
            </a:pPr>
            <a:r>
              <a:rPr sz="1744" b="1">
                <a:solidFill>
                  <a:srgbClr val="218FAF"/>
                </a:solidFill>
                <a:latin typeface="Apple SD Gothic Neo"/>
                <a:ea typeface="Apple SD Gothic Neo"/>
                <a:cs typeface="Apple SD Gothic Neo"/>
              </a:rPr>
              <a:t>선택한 표</a:t>
            </a:r>
          </a:p>
        </p:txBody>
      </p:sp>
      <p:sp>
        <p:nvSpPr>
          <p:cNvPr id="1020" name="necessity-v7-previous-request">
            <a:extLst xmlns:a="http://schemas.openxmlformats.org/drawingml/2006/main">
              <a:ext uri="{FF2B5EF4-FFF2-40B4-BE49-F238E27FC236}">
                <a16:creationId xmlns:a16="http://schemas.microsoft.com/office/drawing/2014/main" id="{436931CA-1B56-4A73-B7C5-944C45C14686}"/>
              </a:ext>
            </a:extLst>
          </p:cNvPr>
          <p:cNvSpPr>
            <a:spLocks xmlns:a="http://schemas.openxmlformats.org/drawingml/2006/main" noGrp="1"/>
          </p:cNvSpPr>
          <p:nvPr/>
        </p:nvSpPr>
        <p:spPr>
          <a:xfrm xmlns:a="http://schemas.openxmlformats.org/drawingml/2006/main">
            <a:off x="2586038" y="4386262"/>
            <a:ext cx="3100388"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“보고서는 PDF로,</a:t>
            </a:r>
          </a:p>
          <a:p xmlns:a="http://schemas.openxmlformats.org/drawingml/2006/main">
            <a:pPr algn="l">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메일은 결론으로 초안만”</a:t>
            </a:r>
          </a:p>
        </p:txBody>
      </p:sp>
      <p:sp>
        <p:nvSpPr>
          <p:cNvPr id="1021" name="necessity-v7-correction">
            <a:extLst xmlns:a="http://schemas.openxmlformats.org/drawingml/2006/main">
              <a:ext uri="{FF2B5EF4-FFF2-40B4-BE49-F238E27FC236}">
                <a16:creationId xmlns:a16="http://schemas.microsoft.com/office/drawing/2014/main" id="{8E3342E3-2074-4F1A-BD01-FED042991145}"/>
              </a:ext>
            </a:extLst>
          </p:cNvPr>
          <p:cNvSpPr>
            <a:spLocks xmlns:a="http://schemas.openxmlformats.org/drawingml/2006/main" noGrp="1"/>
          </p:cNvSpPr>
          <p:nvPr/>
        </p:nvSpPr>
        <p:spPr>
          <a:xfrm xmlns:a="http://schemas.openxmlformats.org/drawingml/2006/main">
            <a:off x="1000125" y="5572125"/>
            <a:ext cx="4600575" cy="4714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218FAF"/>
                </a:solidFill>
                <a:latin typeface="Apple SD Gothic Neo"/>
                <a:ea typeface="Apple SD Gothic Neo"/>
                <a:cs typeface="Apple SD Gothic Neo"/>
              </a:defRPr>
            </a:pPr>
            <a:r>
              <a:rPr sz="2250" b="1">
                <a:solidFill>
                  <a:srgbClr val="218FAF"/>
                </a:solidFill>
                <a:latin typeface="Apple SD Gothic Neo"/>
                <a:ea typeface="Apple SD Gothic Neo"/>
                <a:cs typeface="Apple SD Gothic Neo"/>
              </a:rPr>
              <a:t>“메일에는 이 표를 넣어줘”</a:t>
            </a:r>
          </a:p>
        </p:txBody>
      </p:sp>
      <p:cxnSp>
        <p:nvCxnSpPr>
          <p:cNvPr id="1022" name=""/>
          <p:cNvCxnSpPr>
            <a:stCxn xmlns:a="http://schemas.openxmlformats.org/drawingml/2006/main" id="1013" idx="2"/>
            <a:endCxn xmlns:a="http://schemas.openxmlformats.org/drawingml/2006/main" id="1021" idx="1"/>
          </p:cNvCxnSpPr>
          <p:nvPr/>
        </p:nvCxnSpPr>
        <p:spPr>
          <a:xfrm xmlns:a="http://schemas.openxmlformats.org/drawingml/2006/main" flipH="1">
            <a:off x="1000125" y="5429250"/>
            <a:ext cx="478632" cy="378620"/>
          </a:xfrm>
          <a:prstGeom xmlns:a="http://schemas.openxmlformats.org/drawingml/2006/main" prst="straightConnector1">
            <a:avLst/>
          </a:prstGeom>
          <a:ln xmlns:a="http://schemas.openxmlformats.org/drawingml/2006/main" w="20002">
            <a:solidFill>
              <a:srgbClr val="218FAF"/>
            </a:solidFill>
            <a:prstDash val="dash"/>
          </a:ln>
        </p:spPr>
      </p:cxnSp>
      <p:sp>
        <p:nvSpPr>
          <p:cNvPr id="1023" name="necessity-v7-accuracy-heading-2">
            <a:extLst xmlns:a="http://schemas.openxmlformats.org/drawingml/2006/main">
              <a:ext uri="{FF2B5EF4-FFF2-40B4-BE49-F238E27FC236}">
                <a16:creationId xmlns:a16="http://schemas.microsoft.com/office/drawing/2014/main" id="{0E48B659-6E5E-4F2A-A3FE-E16D36A1716E}"/>
              </a:ext>
            </a:extLst>
          </p:cNvPr>
          <p:cNvSpPr>
            <a:spLocks xmlns:a="http://schemas.openxmlformats.org/drawingml/2006/main" noGrp="1"/>
          </p:cNvSpPr>
          <p:nvPr/>
        </p:nvSpPr>
        <p:spPr>
          <a:xfrm xmlns:a="http://schemas.openxmlformats.org/drawingml/2006/main">
            <a:off x="414338" y="6343650"/>
            <a:ext cx="5343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362" b="1">
                <a:solidFill>
                  <a:srgbClr val="171B20"/>
                </a:solidFill>
                <a:latin typeface="Apple SD Gothic Neo"/>
                <a:ea typeface="Apple SD Gothic Neo"/>
                <a:cs typeface="Apple SD Gothic Neo"/>
              </a:defRPr>
            </a:pPr>
            <a:r>
              <a:rPr sz="2362" b="1">
                <a:solidFill>
                  <a:srgbClr val="171B20"/>
                </a:solidFill>
                <a:latin typeface="Apple SD Gothic Neo"/>
                <a:ea typeface="Apple SD Gothic Neo"/>
                <a:cs typeface="Apple SD Gothic Neo"/>
              </a:rPr>
              <a:t>정정 범위와 기존 조건을 함께 반영</a:t>
            </a:r>
          </a:p>
        </p:txBody>
      </p:sp>
      <p:sp>
        <p:nvSpPr>
          <p:cNvPr id="1024" name="necessity-v7-accuracy-desc-2">
            <a:extLst xmlns:a="http://schemas.openxmlformats.org/drawingml/2006/main">
              <a:ext uri="{FF2B5EF4-FFF2-40B4-BE49-F238E27FC236}">
                <a16:creationId xmlns:a16="http://schemas.microsoft.com/office/drawing/2014/main" id="{ED584EFD-21CE-40DD-8129-A8A928B17989}"/>
              </a:ext>
            </a:extLst>
          </p:cNvPr>
          <p:cNvSpPr>
            <a:spLocks xmlns:a="http://schemas.openxmlformats.org/drawingml/2006/main" noGrp="1"/>
          </p:cNvSpPr>
          <p:nvPr/>
        </p:nvSpPr>
        <p:spPr>
          <a:xfrm xmlns:a="http://schemas.openxmlformats.org/drawingml/2006/main">
            <a:off x="671512" y="6929438"/>
            <a:ext cx="5000625" cy="38576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메일 내용은 바꾸고 다른 조건은 보존</a:t>
            </a:r>
          </a:p>
        </p:txBody>
      </p:sp>
      <p:graphicFrame>
        <p:nvGraphicFramePr>
          <p:cNvPr id="1025" name=""/>
          <p:cNvGraphicFramePr/>
          <p:nvPr/>
        </p:nvGraphicFramePr>
        <p:xfrm>
          <a:off xmlns:a="http://schemas.openxmlformats.org/drawingml/2006/main" x="628650" y="7400925"/>
          <a:ext xmlns:a="http://schemas.openxmlformats.org/drawingml/2006/main" cx="5000625" cy="1571625"/>
        </p:xfrm>
        <a:graphic xmlns:a="http://schemas.openxmlformats.org/drawingml/2006/main">
          <a:graphicData uri="http://schemas.openxmlformats.org/drawingml/2006/table">
            <a:tbl>
              <a:tblPr firstRow="0" firstCol="0" bandRow="0" bandCol="0"/>
              <a:tblGrid>
                <a:gridCol w="1571625"/>
                <a:gridCol w="1714500"/>
                <a:gridCol w="1714500"/>
              </a:tblGrid>
              <a:tr h="392907">
                <a:tc>
                  <a:txBody>
                    <a:bodyPr lIns="42862" tIns="28575" rIns="42862" bIns="28575">
                      <a:noAutofit/>
                    </a:bodyPr>
                    <a:lstStyle/>
                    <a:p>
                      <a:pPr algn="ctr"/>
                      <a:r>
                        <a:rPr sz="1857" b="1">
                          <a:solidFill>
                            <a:srgbClr val="171B20"/>
                          </a:solidFill>
                          <a:latin typeface="Apple SD Gothic Neo"/>
                          <a:ea typeface="Apple SD Gothic Neo"/>
                          <a:cs typeface="Apple SD Gothic Neo"/>
                        </a:rPr>
                        <a:t>항목</a:t>
                      </a:r>
                    </a:p>
                  </a:txBody>
                  <a:tcPr marL="42862" marR="42862" marT="28575" marB="28575" anchor="ctr">
                    <a:solidFill>
                      <a:srgbClr val="F2F4F6"/>
                    </a:solidFill>
                  </a:tcPr>
                </a:tc>
                <a:tc>
                  <a:txBody>
                    <a:bodyPr lIns="42862" tIns="28575" rIns="42862" bIns="28575">
                      <a:noAutofit/>
                    </a:bodyPr>
                    <a:lstStyle/>
                    <a:p>
                      <a:pPr algn="ctr"/>
                      <a:r>
                        <a:rPr sz="1857" b="1">
                          <a:solidFill>
                            <a:srgbClr val="171B20"/>
                          </a:solidFill>
                          <a:latin typeface="Apple SD Gothic Neo"/>
                          <a:ea typeface="Apple SD Gothic Neo"/>
                          <a:cs typeface="Apple SD Gothic Neo"/>
                        </a:rPr>
                        <a:t>정정 전</a:t>
                      </a:r>
                    </a:p>
                  </a:txBody>
                  <a:tcPr marL="42862" marR="42862" marT="28575" marB="28575" anchor="ctr">
                    <a:solidFill>
                      <a:srgbClr val="F2F4F6"/>
                    </a:solidFill>
                  </a:tcPr>
                </a:tc>
                <a:tc>
                  <a:txBody>
                    <a:bodyPr lIns="42862" tIns="28575" rIns="42862" bIns="28575">
                      <a:noAutofit/>
                    </a:bodyPr>
                    <a:lstStyle/>
                    <a:p>
                      <a:pPr algn="ctr"/>
                      <a:r>
                        <a:rPr sz="1857" b="1">
                          <a:solidFill>
                            <a:srgbClr val="171B20"/>
                          </a:solidFill>
                          <a:latin typeface="Apple SD Gothic Neo"/>
                          <a:ea typeface="Apple SD Gothic Neo"/>
                          <a:cs typeface="Apple SD Gothic Neo"/>
                        </a:rPr>
                        <a:t>정정 후</a:t>
                      </a:r>
                    </a:p>
                  </a:txBody>
                  <a:tcPr marL="42862" marR="42862" marT="28575" marB="28575" anchor="ctr">
                    <a:solidFill>
                      <a:srgbClr val="F2F4F6"/>
                    </a:solidFill>
                  </a:tcPr>
                </a:tc>
              </a:tr>
              <a:tr h="392907">
                <a:tc>
                  <a:txBody>
                    <a:bodyPr lIns="42862" tIns="28575" rIns="42862" bIns="28575">
                      <a:noAutofit/>
                    </a:bodyPr>
                    <a:lstStyle/>
                    <a:p>
                      <a:pPr algn="ctr"/>
                      <a:r>
                        <a:rPr sz="1857" b="0">
                          <a:solidFill>
                            <a:srgbClr val="171B20"/>
                          </a:solidFill>
                          <a:latin typeface="Apple SD Gothic Neo"/>
                          <a:ea typeface="Apple SD Gothic Neo"/>
                          <a:cs typeface="Apple SD Gothic Neo"/>
                        </a:rPr>
                        <a:t>메일 내용</a:t>
                      </a:r>
                    </a:p>
                  </a:txBody>
                  <a:tcPr marL="42862" marR="42862" marT="28575" marB="28575" anchor="ctr">
                    <a:solidFill>
                      <a:srgbClr val="FFFFFF"/>
                    </a:solidFill>
                  </a:tcPr>
                </a:tc>
                <a:tc>
                  <a:txBody>
                    <a:bodyPr lIns="42862" tIns="28575" rIns="42862" bIns="28575">
                      <a:noAutofit/>
                    </a:bodyPr>
                    <a:lstStyle/>
                    <a:p>
                      <a:pPr algn="ctr"/>
                      <a:r>
                        <a:rPr sz="1857" b="0">
                          <a:solidFill>
                            <a:srgbClr val="171B20"/>
                          </a:solidFill>
                          <a:latin typeface="Apple SD Gothic Neo"/>
                          <a:ea typeface="Apple SD Gothic Neo"/>
                          <a:cs typeface="Apple SD Gothic Neo"/>
                        </a:rPr>
                        <a:t>보고서 결론</a:t>
                      </a:r>
                    </a:p>
                  </a:txBody>
                  <a:tcPr marL="42862" marR="42862" marT="28575" marB="28575" anchor="ctr">
                    <a:solidFill>
                      <a:srgbClr val="FFFFFF"/>
                    </a:solidFill>
                  </a:tcPr>
                </a:tc>
                <a:tc>
                  <a:txBody>
                    <a:bodyPr lIns="42862" tIns="28575" rIns="42862" bIns="28575">
                      <a:noAutofit/>
                    </a:bodyPr>
                    <a:lstStyle/>
                    <a:p>
                      <a:pPr algn="ctr"/>
                      <a:r>
                        <a:rPr sz="1857" b="1">
                          <a:solidFill>
                            <a:srgbClr val="218FAF"/>
                          </a:solidFill>
                          <a:latin typeface="Apple SD Gothic Neo"/>
                          <a:ea typeface="Apple SD Gothic Neo"/>
                          <a:cs typeface="Apple SD Gothic Neo"/>
                        </a:rPr>
                        <a:t>선택한 표</a:t>
                      </a:r>
                    </a:p>
                  </a:txBody>
                  <a:tcPr marL="42862" marR="42862" marT="28575" marB="28575" anchor="ctr">
                    <a:solidFill>
                      <a:srgbClr val="E7F3F8"/>
                    </a:solidFill>
                  </a:tcPr>
                </a:tc>
              </a:tr>
              <a:tr h="392907">
                <a:tc>
                  <a:txBody>
                    <a:bodyPr lIns="42862" tIns="28575" rIns="42862" bIns="28575">
                      <a:noAutofit/>
                    </a:bodyPr>
                    <a:lstStyle/>
                    <a:p>
                      <a:pPr algn="ctr"/>
                      <a:r>
                        <a:rPr sz="1857" b="0">
                          <a:solidFill>
                            <a:srgbClr val="171B20"/>
                          </a:solidFill>
                          <a:latin typeface="Apple SD Gothic Neo"/>
                          <a:ea typeface="Apple SD Gothic Neo"/>
                          <a:cs typeface="Apple SD Gothic Neo"/>
                        </a:rPr>
                        <a:t>보고서 형식</a:t>
                      </a:r>
                    </a:p>
                  </a:txBody>
                  <a:tcPr marL="42862" marR="42862" marT="28575" marB="28575" anchor="ctr">
                    <a:solidFill>
                      <a:srgbClr val="FFFFFF"/>
                    </a:solidFill>
                  </a:tcPr>
                </a:tc>
                <a:tc>
                  <a:txBody>
                    <a:bodyPr lIns="42862" tIns="28575" rIns="42862" bIns="28575">
                      <a:noAutofit/>
                    </a:bodyPr>
                    <a:lstStyle/>
                    <a:p>
                      <a:pPr algn="ctr"/>
                      <a:r>
                        <a:rPr sz="1857" b="0">
                          <a:solidFill>
                            <a:srgbClr val="171B20"/>
                          </a:solidFill>
                          <a:latin typeface="Apple SD Gothic Neo"/>
                          <a:ea typeface="Apple SD Gothic Neo"/>
                          <a:cs typeface="Apple SD Gothic Neo"/>
                        </a:rPr>
                        <a:t>PDF</a:t>
                      </a:r>
                    </a:p>
                  </a:txBody>
                  <a:tcPr marL="42862" marR="42862" marT="28575" marB="28575" anchor="ctr">
                    <a:solidFill>
                      <a:srgbClr val="FFFFFF"/>
                    </a:solidFill>
                  </a:tcPr>
                </a:tc>
                <a:tc>
                  <a:txBody>
                    <a:bodyPr lIns="42862" tIns="28575" rIns="42862" bIns="28575">
                      <a:noAutofit/>
                    </a:bodyPr>
                    <a:lstStyle/>
                    <a:p>
                      <a:pPr algn="ctr"/>
                      <a:r>
                        <a:rPr sz="1857" b="1">
                          <a:solidFill>
                            <a:srgbClr val="171B20"/>
                          </a:solidFill>
                          <a:latin typeface="Apple SD Gothic Neo"/>
                          <a:ea typeface="Apple SD Gothic Neo"/>
                          <a:cs typeface="Apple SD Gothic Neo"/>
                        </a:rPr>
                        <a:t>PDF 유지</a:t>
                      </a:r>
                    </a:p>
                  </a:txBody>
                  <a:tcPr marL="42862" marR="42862" marT="28575" marB="28575" anchor="ctr">
                    <a:solidFill>
                      <a:srgbClr val="EAF3E2"/>
                    </a:solidFill>
                  </a:tcPr>
                </a:tc>
              </a:tr>
              <a:tr h="392907">
                <a:tc>
                  <a:txBody>
                    <a:bodyPr lIns="42862" tIns="28575" rIns="42862" bIns="28575">
                      <a:noAutofit/>
                    </a:bodyPr>
                    <a:lstStyle/>
                    <a:p>
                      <a:pPr algn="ctr"/>
                      <a:r>
                        <a:rPr sz="1857" b="0">
                          <a:solidFill>
                            <a:srgbClr val="171B20"/>
                          </a:solidFill>
                          <a:latin typeface="Apple SD Gothic Neo"/>
                          <a:ea typeface="Apple SD Gothic Neo"/>
                          <a:cs typeface="Apple SD Gothic Neo"/>
                        </a:rPr>
                        <a:t>메일 처리</a:t>
                      </a:r>
                    </a:p>
                  </a:txBody>
                  <a:tcPr marL="42862" marR="42862" marT="28575" marB="28575" anchor="ctr">
                    <a:solidFill>
                      <a:srgbClr val="FFFFFF"/>
                    </a:solidFill>
                  </a:tcPr>
                </a:tc>
                <a:tc>
                  <a:txBody>
                    <a:bodyPr lIns="42862" tIns="28575" rIns="42862" bIns="28575">
                      <a:noAutofit/>
                    </a:bodyPr>
                    <a:lstStyle/>
                    <a:p>
                      <a:pPr algn="ctr"/>
                      <a:r>
                        <a:rPr sz="1857" b="0">
                          <a:solidFill>
                            <a:srgbClr val="171B20"/>
                          </a:solidFill>
                          <a:latin typeface="Apple SD Gothic Neo"/>
                          <a:ea typeface="Apple SD Gothic Neo"/>
                          <a:cs typeface="Apple SD Gothic Neo"/>
                        </a:rPr>
                        <a:t>초안만</a:t>
                      </a:r>
                    </a:p>
                  </a:txBody>
                  <a:tcPr marL="42862" marR="42862" marT="28575" marB="28575" anchor="ctr">
                    <a:solidFill>
                      <a:srgbClr val="FFFFFF"/>
                    </a:solidFill>
                  </a:tcPr>
                </a:tc>
                <a:tc>
                  <a:txBody>
                    <a:bodyPr lIns="42862" tIns="28575" rIns="42862" bIns="28575">
                      <a:noAutofit/>
                    </a:bodyPr>
                    <a:lstStyle/>
                    <a:p>
                      <a:pPr algn="ctr"/>
                      <a:r>
                        <a:rPr sz="1857" b="1">
                          <a:solidFill>
                            <a:srgbClr val="171B20"/>
                          </a:solidFill>
                          <a:latin typeface="Apple SD Gothic Neo"/>
                          <a:ea typeface="Apple SD Gothic Neo"/>
                          <a:cs typeface="Apple SD Gothic Neo"/>
                        </a:rPr>
                        <a:t>초안만 유지</a:t>
                      </a:r>
                    </a:p>
                  </a:txBody>
                  <a:tcPr marL="42862" marR="42862" marT="28575" marB="28575" anchor="ctr">
                    <a:solidFill>
                      <a:srgbClr val="EAF3E2"/>
                    </a:solidFill>
                  </a:tcPr>
                </a:tc>
              </a:tr>
            </a:tbl>
          </a:graphicData>
        </a:graphic>
      </p:graphicFrame>
      <p:sp>
        <p:nvSpPr>
          <p:cNvPr id="1026" name="necessity-v7-accuracy-conclusion-green">
            <a:extLst xmlns:a="http://schemas.openxmlformats.org/drawingml/2006/main">
              <a:ext uri="{FF2B5EF4-FFF2-40B4-BE49-F238E27FC236}">
                <a16:creationId xmlns:a16="http://schemas.microsoft.com/office/drawing/2014/main" id="{5EB2E91E-BED0-4C66-A5F6-676A2E8B5B09}"/>
              </a:ext>
            </a:extLst>
          </p:cNvPr>
          <p:cNvSpPr>
            <a:spLocks xmlns:a="http://schemas.openxmlformats.org/drawingml/2006/main" noGrp="1"/>
          </p:cNvSpPr>
          <p:nvPr/>
        </p:nvSpPr>
        <p:spPr>
          <a:xfrm xmlns:a="http://schemas.openxmlformats.org/drawingml/2006/main">
            <a:off x="671512" y="9444038"/>
            <a:ext cx="4972050" cy="171450"/>
          </a:xfrm>
          <a:prstGeom xmlns:a="http://schemas.openxmlformats.org/drawingml/2006/main" prst="rect">
            <a:avLst/>
          </a:prstGeom>
          <a:solidFill xmlns:a="http://schemas.openxmlformats.org/drawingml/2006/main">
            <a:srgbClr val="CDE5BB"/>
          </a:solidFill>
          <a:ln xmlns:a="http://schemas.openxmlformats.org/drawingml/2006/main" w="0">
            <a:noFill/>
            <a:prstDash val="solid"/>
          </a:ln>
        </p:spPr>
      </p:sp>
      <p:sp>
        <p:nvSpPr>
          <p:cNvPr id="1027" name="necessity-v7-accuracy-conclusion">
            <a:extLst xmlns:a="http://schemas.openxmlformats.org/drawingml/2006/main">
              <a:ext uri="{FF2B5EF4-FFF2-40B4-BE49-F238E27FC236}">
                <a16:creationId xmlns:a16="http://schemas.microsoft.com/office/drawing/2014/main" id="{088C0EBF-D971-4D03-AED9-44BA5530AD9B}"/>
              </a:ext>
            </a:extLst>
          </p:cNvPr>
          <p:cNvSpPr>
            <a:spLocks xmlns:a="http://schemas.openxmlformats.org/drawingml/2006/main" noGrp="1"/>
          </p:cNvSpPr>
          <p:nvPr/>
        </p:nvSpPr>
        <p:spPr>
          <a:xfrm xmlns:a="http://schemas.openxmlformats.org/drawingml/2006/main">
            <a:off x="671512" y="9215438"/>
            <a:ext cx="4972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38" b="1">
                <a:solidFill>
                  <a:srgbClr val="171B20"/>
                </a:solidFill>
                <a:latin typeface="Apple SD Gothic Neo"/>
                <a:ea typeface="Apple SD Gothic Neo"/>
                <a:cs typeface="Apple SD Gothic Neo"/>
              </a:defRPr>
            </a:pPr>
            <a:r>
              <a:rPr sz="2138" b="1">
                <a:solidFill>
                  <a:srgbClr val="171B20"/>
                </a:solidFill>
                <a:latin typeface="Apple SD Gothic Neo"/>
                <a:ea typeface="Apple SD Gothic Neo"/>
                <a:cs typeface="Apple SD Gothic Neo"/>
              </a:rPr>
              <a:t>바꿀 부분과 유지할 조건을 정확히 구분</a:t>
            </a:r>
          </a:p>
        </p:txBody>
      </p:sp>
      <p:sp>
        <p:nvSpPr>
          <p:cNvPr id="1028" name="necessity-v7-speed-heading-1">
            <a:extLst xmlns:a="http://schemas.openxmlformats.org/drawingml/2006/main">
              <a:ext uri="{FF2B5EF4-FFF2-40B4-BE49-F238E27FC236}">
                <a16:creationId xmlns:a16="http://schemas.microsoft.com/office/drawing/2014/main" id="{6D35BAB1-4856-4CAA-9A88-6F74073B467A}"/>
              </a:ext>
            </a:extLst>
          </p:cNvPr>
          <p:cNvSpPr>
            <a:spLocks xmlns:a="http://schemas.openxmlformats.org/drawingml/2006/main" noGrp="1"/>
          </p:cNvSpPr>
          <p:nvPr/>
        </p:nvSpPr>
        <p:spPr>
          <a:xfrm xmlns:a="http://schemas.openxmlformats.org/drawingml/2006/main">
            <a:off x="6443662" y="2543175"/>
            <a:ext cx="5343525" cy="4429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362" b="1">
                <a:solidFill>
                  <a:srgbClr val="171B20"/>
                </a:solidFill>
                <a:latin typeface="Apple SD Gothic Neo"/>
                <a:ea typeface="Apple SD Gothic Neo"/>
                <a:cs typeface="Apple SD Gothic Neo"/>
              </a:defRPr>
            </a:pPr>
            <a:r>
              <a:rPr sz="2362" b="1">
                <a:solidFill>
                  <a:srgbClr val="171B20"/>
                </a:solidFill>
                <a:latin typeface="Apple SD Gothic Neo"/>
                <a:ea typeface="Apple SD Gothic Neo"/>
                <a:cs typeface="Apple SD Gothic Neo"/>
              </a:rPr>
              <a:t>업무 진행 중에도 대화는 계속됨</a:t>
            </a:r>
          </a:p>
        </p:txBody>
      </p:sp>
      <p:sp>
        <p:nvSpPr>
          <p:cNvPr id="1029" name="necessity-v7-speed-desc-1">
            <a:extLst xmlns:a="http://schemas.openxmlformats.org/drawingml/2006/main">
              <a:ext uri="{FF2B5EF4-FFF2-40B4-BE49-F238E27FC236}">
                <a16:creationId xmlns:a16="http://schemas.microsoft.com/office/drawing/2014/main" id="{055459E9-9284-432B-A9CD-54B755624B27}"/>
              </a:ext>
            </a:extLst>
          </p:cNvPr>
          <p:cNvSpPr>
            <a:spLocks xmlns:a="http://schemas.openxmlformats.org/drawingml/2006/main" noGrp="1"/>
          </p:cNvSpPr>
          <p:nvPr/>
        </p:nvSpPr>
        <p:spPr>
          <a:xfrm xmlns:a="http://schemas.openxmlformats.org/drawingml/2006/main">
            <a:off x="6700838" y="3128962"/>
            <a:ext cx="5000625"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새 발화와 Agent의 질문, 결과가
서로 다른 시점에 도착</a:t>
            </a:r>
          </a:p>
        </p:txBody>
      </p:sp>
      <p:sp>
        <p:nvSpPr>
          <p:cNvPr id="1030" name="necessity-v7-event-request">
            <a:extLst xmlns:a="http://schemas.openxmlformats.org/drawingml/2006/main">
              <a:ext uri="{FF2B5EF4-FFF2-40B4-BE49-F238E27FC236}">
                <a16:creationId xmlns:a16="http://schemas.microsoft.com/office/drawing/2014/main" id="{BAAC2C2A-D90E-422D-8364-2A927A3BB114}"/>
              </a:ext>
            </a:extLst>
          </p:cNvPr>
          <p:cNvSpPr>
            <a:spLocks xmlns:a="http://schemas.openxmlformats.org/drawingml/2006/main" noGrp="1"/>
          </p:cNvSpPr>
          <p:nvPr/>
        </p:nvSpPr>
        <p:spPr>
          <a:xfrm xmlns:a="http://schemas.openxmlformats.org/drawingml/2006/main">
            <a:off x="6972300" y="4014788"/>
            <a:ext cx="1171575"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697783"/>
                </a:solidFill>
                <a:latin typeface="Apple SD Gothic Neo"/>
                <a:ea typeface="Apple SD Gothic Neo"/>
                <a:cs typeface="Apple SD Gothic Neo"/>
              </a:defRPr>
            </a:pPr>
            <a:r>
              <a:rPr sz="1800" b="1">
                <a:solidFill>
                  <a:srgbClr val="697783"/>
                </a:solidFill>
                <a:latin typeface="Apple SD Gothic Neo"/>
                <a:ea typeface="Apple SD Gothic Neo"/>
                <a:cs typeface="Apple SD Gothic Neo"/>
              </a:rPr>
              <a:t>업무 요청</a:t>
            </a:r>
          </a:p>
        </p:txBody>
      </p:sp>
      <p:sp>
        <p:nvSpPr>
          <p:cNvPr id="1031" name="necessity-v7-event-query">
            <a:extLst xmlns:a="http://schemas.openxmlformats.org/drawingml/2006/main">
              <a:ext uri="{FF2B5EF4-FFF2-40B4-BE49-F238E27FC236}">
                <a16:creationId xmlns:a16="http://schemas.microsoft.com/office/drawing/2014/main" id="{230E2869-D5FC-470E-BBE0-4548282E6E7D}"/>
              </a:ext>
            </a:extLst>
          </p:cNvPr>
          <p:cNvSpPr>
            <a:spLocks xmlns:a="http://schemas.openxmlformats.org/drawingml/2006/main" noGrp="1"/>
          </p:cNvSpPr>
          <p:nvPr/>
        </p:nvSpPr>
        <p:spPr>
          <a:xfrm xmlns:a="http://schemas.openxmlformats.org/drawingml/2006/main">
            <a:off x="8729662" y="4014788"/>
            <a:ext cx="1171575"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697783"/>
                </a:solidFill>
                <a:latin typeface="Apple SD Gothic Neo"/>
                <a:ea typeface="Apple SD Gothic Neo"/>
                <a:cs typeface="Apple SD Gothic Neo"/>
              </a:defRPr>
            </a:pPr>
            <a:r>
              <a:rPr sz="1800" b="1">
                <a:solidFill>
                  <a:srgbClr val="697783"/>
                </a:solidFill>
                <a:latin typeface="Apple SD Gothic Neo"/>
                <a:ea typeface="Apple SD Gothic Neo"/>
                <a:cs typeface="Apple SD Gothic Neo"/>
              </a:rPr>
              <a:t>진행 확인</a:t>
            </a:r>
          </a:p>
        </p:txBody>
      </p:sp>
      <p:sp>
        <p:nvSpPr>
          <p:cNvPr id="1032" name="necessity-v7-event-result">
            <a:extLst xmlns:a="http://schemas.openxmlformats.org/drawingml/2006/main">
              <a:ext uri="{FF2B5EF4-FFF2-40B4-BE49-F238E27FC236}">
                <a16:creationId xmlns:a16="http://schemas.microsoft.com/office/drawing/2014/main" id="{D400CF83-3142-4E04-9A12-7799A1B6CC32}"/>
              </a:ext>
            </a:extLst>
          </p:cNvPr>
          <p:cNvSpPr>
            <a:spLocks xmlns:a="http://schemas.openxmlformats.org/drawingml/2006/main" noGrp="1"/>
          </p:cNvSpPr>
          <p:nvPr/>
        </p:nvSpPr>
        <p:spPr>
          <a:xfrm xmlns:a="http://schemas.openxmlformats.org/drawingml/2006/main">
            <a:off x="10086975" y="4014788"/>
            <a:ext cx="1171575"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697783"/>
                </a:solidFill>
                <a:latin typeface="Apple SD Gothic Neo"/>
                <a:ea typeface="Apple SD Gothic Neo"/>
                <a:cs typeface="Apple SD Gothic Neo"/>
              </a:defRPr>
            </a:pPr>
            <a:r>
              <a:rPr sz="1800" b="1">
                <a:solidFill>
                  <a:srgbClr val="697783"/>
                </a:solidFill>
                <a:latin typeface="Apple SD Gothic Neo"/>
                <a:ea typeface="Apple SD Gothic Neo"/>
                <a:cs typeface="Apple SD Gothic Neo"/>
              </a:rPr>
              <a:t>결과 도착</a:t>
            </a:r>
          </a:p>
        </p:txBody>
      </p:sp>
      <p:sp>
        <p:nvSpPr>
          <p:cNvPr id="1033" name="necessity-v7-guide-request">
            <a:extLst xmlns:a="http://schemas.openxmlformats.org/drawingml/2006/main">
              <a:ext uri="{FF2B5EF4-FFF2-40B4-BE49-F238E27FC236}">
                <a16:creationId xmlns:a16="http://schemas.microsoft.com/office/drawing/2014/main" id="{096932ED-64FC-4B20-8C23-6B8CFC02AAC7}"/>
              </a:ext>
            </a:extLst>
          </p:cNvPr>
          <p:cNvSpPr>
            <a:spLocks xmlns:a="http://schemas.openxmlformats.org/drawingml/2006/main" noGrp="1"/>
          </p:cNvSpPr>
          <p:nvPr/>
        </p:nvSpPr>
        <p:spPr>
          <a:xfrm xmlns:a="http://schemas.openxmlformats.org/drawingml/2006/main">
            <a:off x="7558088" y="4471988"/>
            <a:ext cx="0" cy="2014538"/>
          </a:xfrm>
          <a:prstGeom xmlns:a="http://schemas.openxmlformats.org/drawingml/2006/main" prst="line">
            <a:avLst/>
          </a:prstGeom>
          <a:noFill xmlns:a="http://schemas.openxmlformats.org/drawingml/2006/main"/>
          <a:ln xmlns:a="http://schemas.openxmlformats.org/drawingml/2006/main" w="11430">
            <a:solidFill>
              <a:srgbClr val="DCE3E9"/>
            </a:solidFill>
            <a:prstDash val="dash"/>
          </a:ln>
        </p:spPr>
      </p:sp>
      <p:sp>
        <p:nvSpPr>
          <p:cNvPr id="1034" name="necessity-v7-guide-query">
            <a:extLst xmlns:a="http://schemas.openxmlformats.org/drawingml/2006/main">
              <a:ext uri="{FF2B5EF4-FFF2-40B4-BE49-F238E27FC236}">
                <a16:creationId xmlns:a16="http://schemas.microsoft.com/office/drawing/2014/main" id="{AC895DC4-2FE8-4778-AF6D-3305B17A5DEF}"/>
              </a:ext>
            </a:extLst>
          </p:cNvPr>
          <p:cNvSpPr>
            <a:spLocks xmlns:a="http://schemas.openxmlformats.org/drawingml/2006/main" noGrp="1"/>
          </p:cNvSpPr>
          <p:nvPr/>
        </p:nvSpPr>
        <p:spPr>
          <a:xfrm xmlns:a="http://schemas.openxmlformats.org/drawingml/2006/main">
            <a:off x="9315450" y="4471988"/>
            <a:ext cx="0" cy="2014538"/>
          </a:xfrm>
          <a:prstGeom xmlns:a="http://schemas.openxmlformats.org/drawingml/2006/main" prst="line">
            <a:avLst/>
          </a:prstGeom>
          <a:noFill xmlns:a="http://schemas.openxmlformats.org/drawingml/2006/main"/>
          <a:ln xmlns:a="http://schemas.openxmlformats.org/drawingml/2006/main" w="11430">
            <a:solidFill>
              <a:srgbClr val="DCE3E9"/>
            </a:solidFill>
            <a:prstDash val="dash"/>
          </a:ln>
        </p:spPr>
      </p:sp>
      <p:sp>
        <p:nvSpPr>
          <p:cNvPr id="1035" name="necessity-v7-guide-result">
            <a:extLst xmlns:a="http://schemas.openxmlformats.org/drawingml/2006/main">
              <a:ext uri="{FF2B5EF4-FFF2-40B4-BE49-F238E27FC236}">
                <a16:creationId xmlns:a16="http://schemas.microsoft.com/office/drawing/2014/main" id="{ED3D8580-B3FC-4BAE-9984-ABADEA18E0A1}"/>
              </a:ext>
            </a:extLst>
          </p:cNvPr>
          <p:cNvSpPr>
            <a:spLocks xmlns:a="http://schemas.openxmlformats.org/drawingml/2006/main" noGrp="1"/>
          </p:cNvSpPr>
          <p:nvPr/>
        </p:nvSpPr>
        <p:spPr>
          <a:xfrm xmlns:a="http://schemas.openxmlformats.org/drawingml/2006/main">
            <a:off x="10672762" y="4471988"/>
            <a:ext cx="0" cy="2014538"/>
          </a:xfrm>
          <a:prstGeom xmlns:a="http://schemas.openxmlformats.org/drawingml/2006/main" prst="line">
            <a:avLst/>
          </a:prstGeom>
          <a:noFill xmlns:a="http://schemas.openxmlformats.org/drawingml/2006/main"/>
          <a:ln xmlns:a="http://schemas.openxmlformats.org/drawingml/2006/main" w="11430">
            <a:solidFill>
              <a:srgbClr val="DCE3E9"/>
            </a:solidFill>
            <a:prstDash val="dash"/>
          </a:ln>
        </p:spPr>
      </p:sp>
      <p:sp>
        <p:nvSpPr>
          <p:cNvPr id="1036" name="necessity-v7-lane-user">
            <a:extLst xmlns:a="http://schemas.openxmlformats.org/drawingml/2006/main">
              <a:ext uri="{FF2B5EF4-FFF2-40B4-BE49-F238E27FC236}">
                <a16:creationId xmlns:a16="http://schemas.microsoft.com/office/drawing/2014/main" id="{E44072D5-689B-4FD7-99C1-B40BFA378EC3}"/>
              </a:ext>
            </a:extLst>
          </p:cNvPr>
          <p:cNvSpPr>
            <a:spLocks xmlns:a="http://schemas.openxmlformats.org/drawingml/2006/main" noGrp="1"/>
          </p:cNvSpPr>
          <p:nvPr/>
        </p:nvSpPr>
        <p:spPr>
          <a:xfrm xmlns:a="http://schemas.openxmlformats.org/drawingml/2006/main">
            <a:off x="6529388" y="4557712"/>
            <a:ext cx="9429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12" b="1">
                <a:solidFill>
                  <a:srgbClr val="697783"/>
                </a:solidFill>
                <a:latin typeface="Apple SD Gothic Neo"/>
                <a:ea typeface="Apple SD Gothic Neo"/>
                <a:cs typeface="Apple SD Gothic Neo"/>
              </a:defRPr>
            </a:pPr>
            <a:r>
              <a:rPr sz="1912" b="1">
                <a:solidFill>
                  <a:srgbClr val="697783"/>
                </a:solidFill>
                <a:latin typeface="Apple SD Gothic Neo"/>
                <a:ea typeface="Apple SD Gothic Neo"/>
                <a:cs typeface="Apple SD Gothic Neo"/>
              </a:rPr>
              <a:t>사용자</a:t>
            </a:r>
          </a:p>
        </p:txBody>
      </p:sp>
      <p:sp>
        <p:nvSpPr>
          <p:cNvPr id="1037" name="necessity-v7-lane-via">
            <a:extLst xmlns:a="http://schemas.openxmlformats.org/drawingml/2006/main">
              <a:ext uri="{FF2B5EF4-FFF2-40B4-BE49-F238E27FC236}">
                <a16:creationId xmlns:a16="http://schemas.microsoft.com/office/drawing/2014/main" id="{00DAA73D-DAD7-4873-A907-998FB2FA9A7D}"/>
              </a:ext>
            </a:extLst>
          </p:cNvPr>
          <p:cNvSpPr>
            <a:spLocks xmlns:a="http://schemas.openxmlformats.org/drawingml/2006/main" noGrp="1"/>
          </p:cNvSpPr>
          <p:nvPr/>
        </p:nvSpPr>
        <p:spPr>
          <a:xfrm xmlns:a="http://schemas.openxmlformats.org/drawingml/2006/main">
            <a:off x="6529388" y="5214938"/>
            <a:ext cx="9429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12" b="1">
                <a:solidFill>
                  <a:srgbClr val="218FAF"/>
                </a:solidFill>
                <a:latin typeface="Apple SD Gothic Neo"/>
                <a:ea typeface="Apple SD Gothic Neo"/>
                <a:cs typeface="Apple SD Gothic Neo"/>
              </a:defRPr>
            </a:pPr>
            <a:r>
              <a:rPr sz="1912" b="1">
                <a:solidFill>
                  <a:srgbClr val="218FAF"/>
                </a:solidFill>
                <a:latin typeface="Apple SD Gothic Neo"/>
                <a:ea typeface="Apple SD Gothic Neo"/>
                <a:cs typeface="Apple SD Gothic Neo"/>
              </a:rPr>
              <a:t>VIA</a:t>
            </a:r>
          </a:p>
        </p:txBody>
      </p:sp>
      <p:sp>
        <p:nvSpPr>
          <p:cNvPr id="1038" name="necessity-v7-lane-agent">
            <a:extLst xmlns:a="http://schemas.openxmlformats.org/drawingml/2006/main">
              <a:ext uri="{FF2B5EF4-FFF2-40B4-BE49-F238E27FC236}">
                <a16:creationId xmlns:a16="http://schemas.microsoft.com/office/drawing/2014/main" id="{1F99EF9A-1C8F-42AF-9027-E059609B0F47}"/>
              </a:ext>
            </a:extLst>
          </p:cNvPr>
          <p:cNvSpPr>
            <a:spLocks xmlns:a="http://schemas.openxmlformats.org/drawingml/2006/main" noGrp="1"/>
          </p:cNvSpPr>
          <p:nvPr/>
        </p:nvSpPr>
        <p:spPr>
          <a:xfrm xmlns:a="http://schemas.openxmlformats.org/drawingml/2006/main">
            <a:off x="6529388" y="5915025"/>
            <a:ext cx="9429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12" b="1">
                <a:solidFill>
                  <a:srgbClr val="06255C"/>
                </a:solidFill>
                <a:latin typeface="Apple SD Gothic Neo"/>
                <a:ea typeface="Apple SD Gothic Neo"/>
                <a:cs typeface="Apple SD Gothic Neo"/>
              </a:defRPr>
            </a:pPr>
            <a:r>
              <a:rPr sz="1912" b="1">
                <a:solidFill>
                  <a:srgbClr val="06255C"/>
                </a:solidFill>
                <a:latin typeface="Apple SD Gothic Neo"/>
                <a:ea typeface="Apple SD Gothic Neo"/>
                <a:cs typeface="Apple SD Gothic Neo"/>
              </a:rPr>
              <a:t>Agent</a:t>
            </a:r>
          </a:p>
        </p:txBody>
      </p:sp>
      <p:sp>
        <p:nvSpPr>
          <p:cNvPr id="1039" name="necessity-v7-user-lane">
            <a:extLst xmlns:a="http://schemas.openxmlformats.org/drawingml/2006/main">
              <a:ext uri="{FF2B5EF4-FFF2-40B4-BE49-F238E27FC236}">
                <a16:creationId xmlns:a16="http://schemas.microsoft.com/office/drawing/2014/main" id="{9B7071E6-A24A-4C6D-9748-E9EDB5F5803F}"/>
              </a:ext>
            </a:extLst>
          </p:cNvPr>
          <p:cNvSpPr>
            <a:spLocks xmlns:a="http://schemas.openxmlformats.org/drawingml/2006/main" noGrp="1"/>
          </p:cNvSpPr>
          <p:nvPr/>
        </p:nvSpPr>
        <p:spPr>
          <a:xfrm xmlns:a="http://schemas.openxmlformats.org/drawingml/2006/main">
            <a:off x="7558088" y="4729162"/>
            <a:ext cx="4286250" cy="0"/>
          </a:xfrm>
          <a:prstGeom xmlns:a="http://schemas.openxmlformats.org/drawingml/2006/main" prst="line">
            <a:avLst/>
          </a:prstGeom>
          <a:noFill xmlns:a="http://schemas.openxmlformats.org/drawingml/2006/main"/>
          <a:ln xmlns:a="http://schemas.openxmlformats.org/drawingml/2006/main" w="17145">
            <a:solidFill>
              <a:srgbClr val="AEBBC8"/>
            </a:solidFill>
            <a:prstDash val="solid"/>
          </a:ln>
        </p:spPr>
      </p:sp>
      <p:sp>
        <p:nvSpPr>
          <p:cNvPr id="1040" name="necessity-v7-user-request">
            <a:extLst xmlns:a="http://schemas.openxmlformats.org/drawingml/2006/main">
              <a:ext uri="{FF2B5EF4-FFF2-40B4-BE49-F238E27FC236}">
                <a16:creationId xmlns:a16="http://schemas.microsoft.com/office/drawing/2014/main" id="{1B735936-40F5-45EA-98E3-E121EA3B7213}"/>
              </a:ext>
            </a:extLst>
          </p:cNvPr>
          <p:cNvSpPr>
            <a:spLocks xmlns:a="http://schemas.openxmlformats.org/drawingml/2006/main" noGrp="1"/>
          </p:cNvSpPr>
          <p:nvPr/>
        </p:nvSpPr>
        <p:spPr>
          <a:xfrm xmlns:a="http://schemas.openxmlformats.org/drawingml/2006/main">
            <a:off x="7500938" y="4672012"/>
            <a:ext cx="114300" cy="114300"/>
          </a:xfrm>
          <a:prstGeom xmlns:a="http://schemas.openxmlformats.org/drawingml/2006/main" prst="ellipse">
            <a:avLst/>
          </a:prstGeom>
          <a:solidFill xmlns:a="http://schemas.openxmlformats.org/drawingml/2006/main">
            <a:srgbClr val="218FAF"/>
          </a:solidFill>
          <a:ln xmlns:a="http://schemas.openxmlformats.org/drawingml/2006/main" w="0">
            <a:noFill/>
            <a:prstDash val="solid"/>
          </a:ln>
        </p:spPr>
      </p:sp>
      <p:sp>
        <p:nvSpPr>
          <p:cNvPr id="1041" name="necessity-v7-user-query">
            <a:extLst xmlns:a="http://schemas.openxmlformats.org/drawingml/2006/main">
              <a:ext uri="{FF2B5EF4-FFF2-40B4-BE49-F238E27FC236}">
                <a16:creationId xmlns:a16="http://schemas.microsoft.com/office/drawing/2014/main" id="{D4CC6BCF-E84E-40DD-A33D-5437217A5E1B}"/>
              </a:ext>
            </a:extLst>
          </p:cNvPr>
          <p:cNvSpPr>
            <a:spLocks xmlns:a="http://schemas.openxmlformats.org/drawingml/2006/main" noGrp="1"/>
          </p:cNvSpPr>
          <p:nvPr/>
        </p:nvSpPr>
        <p:spPr>
          <a:xfrm xmlns:a="http://schemas.openxmlformats.org/drawingml/2006/main">
            <a:off x="9258300" y="4672012"/>
            <a:ext cx="114300" cy="114300"/>
          </a:xfrm>
          <a:prstGeom xmlns:a="http://schemas.openxmlformats.org/drawingml/2006/main" prst="ellipse">
            <a:avLst/>
          </a:prstGeom>
          <a:solidFill xmlns:a="http://schemas.openxmlformats.org/drawingml/2006/main">
            <a:srgbClr val="218FAF"/>
          </a:solidFill>
          <a:ln xmlns:a="http://schemas.openxmlformats.org/drawingml/2006/main" w="0">
            <a:noFill/>
            <a:prstDash val="solid"/>
          </a:ln>
        </p:spPr>
      </p:sp>
      <p:sp>
        <p:nvSpPr>
          <p:cNvPr id="1042" name="necessity-v7-user-result">
            <a:extLst xmlns:a="http://schemas.openxmlformats.org/drawingml/2006/main">
              <a:ext uri="{FF2B5EF4-FFF2-40B4-BE49-F238E27FC236}">
                <a16:creationId xmlns:a16="http://schemas.microsoft.com/office/drawing/2014/main" id="{CCE4E654-2E6D-4CAE-A5FD-A3605CD7694B}"/>
              </a:ext>
            </a:extLst>
          </p:cNvPr>
          <p:cNvSpPr>
            <a:spLocks xmlns:a="http://schemas.openxmlformats.org/drawingml/2006/main" noGrp="1"/>
          </p:cNvSpPr>
          <p:nvPr/>
        </p:nvSpPr>
        <p:spPr>
          <a:xfrm xmlns:a="http://schemas.openxmlformats.org/drawingml/2006/main">
            <a:off x="11701462" y="4672012"/>
            <a:ext cx="114300" cy="114300"/>
          </a:xfrm>
          <a:prstGeom xmlns:a="http://schemas.openxmlformats.org/drawingml/2006/main" prst="ellipse">
            <a:avLst/>
          </a:prstGeom>
          <a:solidFill xmlns:a="http://schemas.openxmlformats.org/drawingml/2006/main">
            <a:srgbClr val="218FAF"/>
          </a:solidFill>
          <a:ln xmlns:a="http://schemas.openxmlformats.org/drawingml/2006/main" w="0">
            <a:noFill/>
            <a:prstDash val="solid"/>
          </a:ln>
        </p:spPr>
      </p:sp>
      <p:sp>
        <p:nvSpPr>
          <p:cNvPr id="1043" name="necessity-v7-via-request-work">
            <a:extLst xmlns:a="http://schemas.openxmlformats.org/drawingml/2006/main">
              <a:ext uri="{FF2B5EF4-FFF2-40B4-BE49-F238E27FC236}">
                <a16:creationId xmlns:a16="http://schemas.microsoft.com/office/drawing/2014/main" id="{686F9E3E-3205-4C4B-BD5C-A70A870EE3E7}"/>
              </a:ext>
            </a:extLst>
          </p:cNvPr>
          <p:cNvSpPr>
            <a:spLocks xmlns:a="http://schemas.openxmlformats.org/drawingml/2006/main" noGrp="1"/>
          </p:cNvSpPr>
          <p:nvPr/>
        </p:nvSpPr>
        <p:spPr>
          <a:xfrm xmlns:a="http://schemas.openxmlformats.org/drawingml/2006/main">
            <a:off x="7443788" y="5214938"/>
            <a:ext cx="1328738" cy="385762"/>
          </a:xfrm>
          <a:prstGeom xmlns:a="http://schemas.openxmlformats.org/drawingml/2006/main" prst="roundRect">
            <a:avLst>
              <a:gd name="adj" fmla="val 11111"/>
            </a:avLst>
          </a:prstGeom>
          <a:solidFill xmlns:a="http://schemas.openxmlformats.org/drawingml/2006/main">
            <a:srgbClr val="E7F3F8"/>
          </a:solidFill>
          <a:ln xmlns:a="http://schemas.openxmlformats.org/drawingml/2006/main" w="11430">
            <a:solidFill>
              <a:srgbClr val="218FAF"/>
            </a:solidFill>
            <a:prstDash val="solid"/>
          </a:ln>
        </p:spPr>
      </p:sp>
      <p:sp>
        <p:nvSpPr>
          <p:cNvPr id="1044" name="necessity-v7-via-query-work">
            <a:extLst xmlns:a="http://schemas.openxmlformats.org/drawingml/2006/main">
              <a:ext uri="{FF2B5EF4-FFF2-40B4-BE49-F238E27FC236}">
                <a16:creationId xmlns:a16="http://schemas.microsoft.com/office/drawing/2014/main" id="{478E46BD-5478-4344-96B5-B9747E5A730E}"/>
              </a:ext>
            </a:extLst>
          </p:cNvPr>
          <p:cNvSpPr>
            <a:spLocks xmlns:a="http://schemas.openxmlformats.org/drawingml/2006/main" noGrp="1"/>
          </p:cNvSpPr>
          <p:nvPr/>
        </p:nvSpPr>
        <p:spPr>
          <a:xfrm xmlns:a="http://schemas.openxmlformats.org/drawingml/2006/main">
            <a:off x="8886825" y="5214938"/>
            <a:ext cx="1228725" cy="385762"/>
          </a:xfrm>
          <a:prstGeom xmlns:a="http://schemas.openxmlformats.org/drawingml/2006/main" prst="roundRect">
            <a:avLst>
              <a:gd name="adj" fmla="val 11111"/>
            </a:avLst>
          </a:prstGeom>
          <a:solidFill xmlns:a="http://schemas.openxmlformats.org/drawingml/2006/main">
            <a:srgbClr val="E7F3F8"/>
          </a:solidFill>
          <a:ln xmlns:a="http://schemas.openxmlformats.org/drawingml/2006/main" w="11430">
            <a:solidFill>
              <a:srgbClr val="218FAF"/>
            </a:solidFill>
            <a:prstDash val="solid"/>
          </a:ln>
        </p:spPr>
      </p:sp>
      <p:sp>
        <p:nvSpPr>
          <p:cNvPr id="1045" name="necessity-v7-via-result-work">
            <a:extLst xmlns:a="http://schemas.openxmlformats.org/drawingml/2006/main">
              <a:ext uri="{FF2B5EF4-FFF2-40B4-BE49-F238E27FC236}">
                <a16:creationId xmlns:a16="http://schemas.microsoft.com/office/drawing/2014/main" id="{6333A53C-1C2D-4DA6-92AE-BA1C86DDAA39}"/>
              </a:ext>
            </a:extLst>
          </p:cNvPr>
          <p:cNvSpPr>
            <a:spLocks xmlns:a="http://schemas.openxmlformats.org/drawingml/2006/main" noGrp="1"/>
          </p:cNvSpPr>
          <p:nvPr/>
        </p:nvSpPr>
        <p:spPr>
          <a:xfrm xmlns:a="http://schemas.openxmlformats.org/drawingml/2006/main">
            <a:off x="10672762" y="5214938"/>
            <a:ext cx="1157288" cy="385762"/>
          </a:xfrm>
          <a:prstGeom xmlns:a="http://schemas.openxmlformats.org/drawingml/2006/main" prst="roundRect">
            <a:avLst>
              <a:gd name="adj" fmla="val 11111"/>
            </a:avLst>
          </a:prstGeom>
          <a:solidFill xmlns:a="http://schemas.openxmlformats.org/drawingml/2006/main">
            <a:srgbClr val="E7F3F8"/>
          </a:solidFill>
          <a:ln xmlns:a="http://schemas.openxmlformats.org/drawingml/2006/main" w="11430">
            <a:solidFill>
              <a:srgbClr val="218FAF"/>
            </a:solidFill>
            <a:prstDash val="solid"/>
          </a:ln>
        </p:spPr>
      </p:sp>
      <p:sp>
        <p:nvSpPr>
          <p:cNvPr id="1046" name="necessity-v7-request-work-label">
            <a:extLst xmlns:a="http://schemas.openxmlformats.org/drawingml/2006/main">
              <a:ext uri="{FF2B5EF4-FFF2-40B4-BE49-F238E27FC236}">
                <a16:creationId xmlns:a16="http://schemas.microsoft.com/office/drawing/2014/main" id="{A12DDDB1-EF02-4F16-B3BC-349D18FD2ECA}"/>
              </a:ext>
            </a:extLst>
          </p:cNvPr>
          <p:cNvSpPr>
            <a:spLocks xmlns:a="http://schemas.openxmlformats.org/drawingml/2006/main" noGrp="1"/>
          </p:cNvSpPr>
          <p:nvPr/>
        </p:nvSpPr>
        <p:spPr>
          <a:xfrm xmlns:a="http://schemas.openxmlformats.org/drawingml/2006/main">
            <a:off x="7443788" y="5229225"/>
            <a:ext cx="1328738"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44" b="1">
                <a:solidFill>
                  <a:srgbClr val="218FAF"/>
                </a:solidFill>
                <a:latin typeface="Apple SD Gothic Neo"/>
                <a:ea typeface="Apple SD Gothic Neo"/>
                <a:cs typeface="Apple SD Gothic Neo"/>
              </a:defRPr>
            </a:pPr>
            <a:r>
              <a:rPr sz="1744" b="1">
                <a:solidFill>
                  <a:srgbClr val="218FAF"/>
                </a:solidFill>
                <a:latin typeface="Apple SD Gothic Neo"/>
                <a:ea typeface="Apple SD Gothic Neo"/>
                <a:cs typeface="Apple SD Gothic Neo"/>
              </a:rPr>
              <a:t>해석과 위임</a:t>
            </a:r>
          </a:p>
        </p:txBody>
      </p:sp>
      <p:sp>
        <p:nvSpPr>
          <p:cNvPr id="1047" name="necessity-v7-query-work-label">
            <a:extLst xmlns:a="http://schemas.openxmlformats.org/drawingml/2006/main">
              <a:ext uri="{FF2B5EF4-FFF2-40B4-BE49-F238E27FC236}">
                <a16:creationId xmlns:a16="http://schemas.microsoft.com/office/drawing/2014/main" id="{647FA020-1E01-47BB-9921-272A1699DEDB}"/>
              </a:ext>
            </a:extLst>
          </p:cNvPr>
          <p:cNvSpPr>
            <a:spLocks xmlns:a="http://schemas.openxmlformats.org/drawingml/2006/main" noGrp="1"/>
          </p:cNvSpPr>
          <p:nvPr/>
        </p:nvSpPr>
        <p:spPr>
          <a:xfrm xmlns:a="http://schemas.openxmlformats.org/drawingml/2006/main">
            <a:off x="8886825" y="5229225"/>
            <a:ext cx="1228725"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44" b="1">
                <a:solidFill>
                  <a:srgbClr val="218FAF"/>
                </a:solidFill>
                <a:latin typeface="Apple SD Gothic Neo"/>
                <a:ea typeface="Apple SD Gothic Neo"/>
                <a:cs typeface="Apple SD Gothic Neo"/>
              </a:defRPr>
            </a:pPr>
            <a:r>
              <a:rPr sz="1744" b="1">
                <a:solidFill>
                  <a:srgbClr val="218FAF"/>
                </a:solidFill>
                <a:latin typeface="Apple SD Gothic Neo"/>
                <a:ea typeface="Apple SD Gothic Neo"/>
                <a:cs typeface="Apple SD Gothic Neo"/>
              </a:rPr>
              <a:t>상태 안내</a:t>
            </a:r>
          </a:p>
        </p:txBody>
      </p:sp>
      <p:sp>
        <p:nvSpPr>
          <p:cNvPr id="1048" name="necessity-v7-result-work-label">
            <a:extLst xmlns:a="http://schemas.openxmlformats.org/drawingml/2006/main">
              <a:ext uri="{FF2B5EF4-FFF2-40B4-BE49-F238E27FC236}">
                <a16:creationId xmlns:a16="http://schemas.microsoft.com/office/drawing/2014/main" id="{F3F8406A-A1AB-4F9D-9D3F-0FE2E1C35FC8}"/>
              </a:ext>
            </a:extLst>
          </p:cNvPr>
          <p:cNvSpPr>
            <a:spLocks xmlns:a="http://schemas.openxmlformats.org/drawingml/2006/main" noGrp="1"/>
          </p:cNvSpPr>
          <p:nvPr/>
        </p:nvSpPr>
        <p:spPr>
          <a:xfrm xmlns:a="http://schemas.openxmlformats.org/drawingml/2006/main">
            <a:off x="10672762" y="5229225"/>
            <a:ext cx="1157288"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44" b="1">
                <a:solidFill>
                  <a:srgbClr val="218FAF"/>
                </a:solidFill>
                <a:latin typeface="Apple SD Gothic Neo"/>
                <a:ea typeface="Apple SD Gothic Neo"/>
                <a:cs typeface="Apple SD Gothic Neo"/>
              </a:defRPr>
            </a:pPr>
            <a:r>
              <a:rPr sz="1744" b="1">
                <a:solidFill>
                  <a:srgbClr val="218FAF"/>
                </a:solidFill>
                <a:latin typeface="Apple SD Gothic Neo"/>
                <a:ea typeface="Apple SD Gothic Neo"/>
                <a:cs typeface="Apple SD Gothic Neo"/>
              </a:rPr>
              <a:t>결과 전달</a:t>
            </a:r>
          </a:p>
        </p:txBody>
      </p:sp>
      <p:sp>
        <p:nvSpPr>
          <p:cNvPr id="1049" name="necessity-v7-agent-running-work">
            <a:extLst xmlns:a="http://schemas.openxmlformats.org/drawingml/2006/main">
              <a:ext uri="{FF2B5EF4-FFF2-40B4-BE49-F238E27FC236}">
                <a16:creationId xmlns:a16="http://schemas.microsoft.com/office/drawing/2014/main" id="{94335B9B-CB6E-4BA0-844E-E0F22E254EB3}"/>
              </a:ext>
            </a:extLst>
          </p:cNvPr>
          <p:cNvSpPr>
            <a:spLocks xmlns:a="http://schemas.openxmlformats.org/drawingml/2006/main" noGrp="1"/>
          </p:cNvSpPr>
          <p:nvPr/>
        </p:nvSpPr>
        <p:spPr>
          <a:xfrm xmlns:a="http://schemas.openxmlformats.org/drawingml/2006/main">
            <a:off x="8672512" y="5957888"/>
            <a:ext cx="2000250" cy="385762"/>
          </a:xfrm>
          <a:prstGeom xmlns:a="http://schemas.openxmlformats.org/drawingml/2006/main" prst="roundRect">
            <a:avLst>
              <a:gd name="adj" fmla="val 11111"/>
            </a:avLst>
          </a:prstGeom>
          <a:solidFill xmlns:a="http://schemas.openxmlformats.org/drawingml/2006/main">
            <a:srgbClr val="06255C"/>
          </a:solidFill>
          <a:ln xmlns:a="http://schemas.openxmlformats.org/drawingml/2006/main" w="0">
            <a:noFill/>
            <a:prstDash val="solid"/>
          </a:ln>
        </p:spPr>
      </p:sp>
      <p:sp>
        <p:nvSpPr>
          <p:cNvPr id="1050" name="necessity-v7-agent-running-label">
            <a:extLst xmlns:a="http://schemas.openxmlformats.org/drawingml/2006/main">
              <a:ext uri="{FF2B5EF4-FFF2-40B4-BE49-F238E27FC236}">
                <a16:creationId xmlns:a16="http://schemas.microsoft.com/office/drawing/2014/main" id="{78F93CD1-63B7-4313-B433-B11D3FAA5CE9}"/>
              </a:ext>
            </a:extLst>
          </p:cNvPr>
          <p:cNvSpPr>
            <a:spLocks xmlns:a="http://schemas.openxmlformats.org/drawingml/2006/main" noGrp="1"/>
          </p:cNvSpPr>
          <p:nvPr/>
        </p:nvSpPr>
        <p:spPr>
          <a:xfrm xmlns:a="http://schemas.openxmlformats.org/drawingml/2006/main">
            <a:off x="8672512" y="5972175"/>
            <a:ext cx="2000250"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57" b="1">
                <a:solidFill>
                  <a:srgbClr val="FFFFFF"/>
                </a:solidFill>
                <a:latin typeface="Apple SD Gothic Neo"/>
                <a:ea typeface="Apple SD Gothic Neo"/>
                <a:cs typeface="Apple SD Gothic Neo"/>
              </a:defRPr>
            </a:pPr>
            <a:r>
              <a:rPr sz="1857" b="1">
                <a:solidFill>
                  <a:srgbClr val="FFFFFF"/>
                </a:solidFill>
                <a:latin typeface="Apple SD Gothic Neo"/>
                <a:ea typeface="Apple SD Gothic Neo"/>
                <a:cs typeface="Apple SD Gothic Neo"/>
              </a:rPr>
              <a:t>보고서 작성</a:t>
            </a:r>
          </a:p>
        </p:txBody>
      </p:sp>
      <p:sp>
        <p:nvSpPr>
          <p:cNvPr id="1051" name="necessity-v7-via-request-in">
            <a:extLst xmlns:a="http://schemas.openxmlformats.org/drawingml/2006/main">
              <a:ext uri="{FF2B5EF4-FFF2-40B4-BE49-F238E27FC236}">
                <a16:creationId xmlns:a16="http://schemas.microsoft.com/office/drawing/2014/main" id="{B16159C5-2668-424D-A71F-BA42DB3ECFC9}"/>
              </a:ext>
            </a:extLst>
          </p:cNvPr>
          <p:cNvSpPr>
            <a:spLocks xmlns:a="http://schemas.openxmlformats.org/drawingml/2006/main" noGrp="1"/>
          </p:cNvSpPr>
          <p:nvPr/>
        </p:nvSpPr>
        <p:spPr>
          <a:xfrm xmlns:a="http://schemas.openxmlformats.org/drawingml/2006/main">
            <a:off x="7550944" y="5207794"/>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52" name=""/>
          <p:cNvCxnSpPr>
            <a:stCxn xmlns:a="http://schemas.openxmlformats.org/drawingml/2006/main" id="1040" idx="4"/>
            <a:endCxn xmlns:a="http://schemas.openxmlformats.org/drawingml/2006/main" id="1051" idx="0"/>
          </p:cNvCxnSpPr>
          <p:nvPr/>
        </p:nvCxnSpPr>
        <p:spPr>
          <a:xfrm xmlns:a="http://schemas.openxmlformats.org/drawingml/2006/main">
            <a:off x="7558088" y="4786312"/>
            <a:ext cx="2" cy="421482"/>
          </a:xfrm>
          <a:prstGeom xmlns:a="http://schemas.openxmlformats.org/drawingml/2006/main" prst="straightConnector1">
            <a:avLst/>
          </a:prstGeom>
          <a:ln xmlns:a="http://schemas.openxmlformats.org/drawingml/2006/main" w="20002">
            <a:solidFill>
              <a:srgbClr val="218FAF"/>
            </a:solidFill>
            <a:prstDash val="solid"/>
            <a:tailEnd type="triangle" w="sm" len="sm"/>
          </a:ln>
        </p:spPr>
      </p:cxnSp>
      <p:sp>
        <p:nvSpPr>
          <p:cNvPr id="1053" name="necessity-v7-via-query-in">
            <a:extLst xmlns:a="http://schemas.openxmlformats.org/drawingml/2006/main">
              <a:ext uri="{FF2B5EF4-FFF2-40B4-BE49-F238E27FC236}">
                <a16:creationId xmlns:a16="http://schemas.microsoft.com/office/drawing/2014/main" id="{7F2CBCB2-360F-412B-8143-E146816ED308}"/>
              </a:ext>
            </a:extLst>
          </p:cNvPr>
          <p:cNvSpPr>
            <a:spLocks xmlns:a="http://schemas.openxmlformats.org/drawingml/2006/main" noGrp="1"/>
          </p:cNvSpPr>
          <p:nvPr/>
        </p:nvSpPr>
        <p:spPr>
          <a:xfrm xmlns:a="http://schemas.openxmlformats.org/drawingml/2006/main">
            <a:off x="9308307" y="5207794"/>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54" name=""/>
          <p:cNvCxnSpPr>
            <a:stCxn xmlns:a="http://schemas.openxmlformats.org/drawingml/2006/main" id="1041" idx="4"/>
            <a:endCxn xmlns:a="http://schemas.openxmlformats.org/drawingml/2006/main" id="1053" idx="0"/>
          </p:cNvCxnSpPr>
          <p:nvPr/>
        </p:nvCxnSpPr>
        <p:spPr>
          <a:xfrm xmlns:a="http://schemas.openxmlformats.org/drawingml/2006/main">
            <a:off x="9315450" y="4786312"/>
            <a:ext cx="2" cy="421482"/>
          </a:xfrm>
          <a:prstGeom xmlns:a="http://schemas.openxmlformats.org/drawingml/2006/main" prst="straightConnector1">
            <a:avLst/>
          </a:prstGeom>
          <a:ln xmlns:a="http://schemas.openxmlformats.org/drawingml/2006/main" w="20002">
            <a:solidFill>
              <a:srgbClr val="218FAF"/>
            </a:solidFill>
            <a:prstDash val="solid"/>
            <a:tailEnd type="triangle" w="sm" len="sm"/>
          </a:ln>
        </p:spPr>
      </p:cxnSp>
      <p:sp>
        <p:nvSpPr>
          <p:cNvPr id="1055" name="necessity-v7-via-result-out">
            <a:extLst xmlns:a="http://schemas.openxmlformats.org/drawingml/2006/main">
              <a:ext uri="{FF2B5EF4-FFF2-40B4-BE49-F238E27FC236}">
                <a16:creationId xmlns:a16="http://schemas.microsoft.com/office/drawing/2014/main" id="{6447D944-FEF3-4C2D-BB7C-88778ECE1674}"/>
              </a:ext>
            </a:extLst>
          </p:cNvPr>
          <p:cNvSpPr>
            <a:spLocks xmlns:a="http://schemas.openxmlformats.org/drawingml/2006/main" noGrp="1"/>
          </p:cNvSpPr>
          <p:nvPr/>
        </p:nvSpPr>
        <p:spPr>
          <a:xfrm xmlns:a="http://schemas.openxmlformats.org/drawingml/2006/main">
            <a:off x="11751470" y="5207794"/>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56" name=""/>
          <p:cNvCxnSpPr>
            <a:stCxn xmlns:a="http://schemas.openxmlformats.org/drawingml/2006/main" id="1055" idx="0"/>
            <a:endCxn xmlns:a="http://schemas.openxmlformats.org/drawingml/2006/main" id="1042" idx="4"/>
          </p:cNvCxnSpPr>
          <p:nvPr/>
        </p:nvCxnSpPr>
        <p:spPr>
          <a:xfrm xmlns:a="http://schemas.openxmlformats.org/drawingml/2006/main" flipH="1" flipV="1">
            <a:off x="11758612" y="4786312"/>
            <a:ext cx="2" cy="421482"/>
          </a:xfrm>
          <a:prstGeom xmlns:a="http://schemas.openxmlformats.org/drawingml/2006/main" prst="straightConnector1">
            <a:avLst/>
          </a:prstGeom>
          <a:ln xmlns:a="http://schemas.openxmlformats.org/drawingml/2006/main" w="20002">
            <a:solidFill>
              <a:srgbClr val="218FAF"/>
            </a:solidFill>
            <a:prstDash val="solid"/>
            <a:tailEnd type="triangle" w="sm" len="sm"/>
          </a:ln>
        </p:spPr>
      </p:cxnSp>
      <p:sp>
        <p:nvSpPr>
          <p:cNvPr id="1057" name="necessity-v7-user-progress-reply">
            <a:extLst xmlns:a="http://schemas.openxmlformats.org/drawingml/2006/main">
              <a:ext uri="{FF2B5EF4-FFF2-40B4-BE49-F238E27FC236}">
                <a16:creationId xmlns:a16="http://schemas.microsoft.com/office/drawing/2014/main" id="{B0A57132-B939-46CA-AC9D-E67FCB2F0BEE}"/>
              </a:ext>
            </a:extLst>
          </p:cNvPr>
          <p:cNvSpPr>
            <a:spLocks xmlns:a="http://schemas.openxmlformats.org/drawingml/2006/main" noGrp="1"/>
          </p:cNvSpPr>
          <p:nvPr/>
        </p:nvSpPr>
        <p:spPr>
          <a:xfrm xmlns:a="http://schemas.openxmlformats.org/drawingml/2006/main">
            <a:off x="9915525" y="4672012"/>
            <a:ext cx="114300" cy="114300"/>
          </a:xfrm>
          <a:prstGeom xmlns:a="http://schemas.openxmlformats.org/drawingml/2006/main" prst="ellipse">
            <a:avLst/>
          </a:prstGeom>
          <a:solidFill xmlns:a="http://schemas.openxmlformats.org/drawingml/2006/main">
            <a:srgbClr val="218FAF"/>
          </a:solidFill>
          <a:ln xmlns:a="http://schemas.openxmlformats.org/drawingml/2006/main" w="0">
            <a:noFill/>
            <a:prstDash val="solid"/>
          </a:ln>
        </p:spPr>
      </p:sp>
      <p:sp>
        <p:nvSpPr>
          <p:cNvPr id="1058" name="necessity-v7-via-query-out">
            <a:extLst xmlns:a="http://schemas.openxmlformats.org/drawingml/2006/main">
              <a:ext uri="{FF2B5EF4-FFF2-40B4-BE49-F238E27FC236}">
                <a16:creationId xmlns:a16="http://schemas.microsoft.com/office/drawing/2014/main" id="{57CB692F-F742-4C86-94D5-8F2A0E7E4421}"/>
              </a:ext>
            </a:extLst>
          </p:cNvPr>
          <p:cNvSpPr>
            <a:spLocks xmlns:a="http://schemas.openxmlformats.org/drawingml/2006/main" noGrp="1"/>
          </p:cNvSpPr>
          <p:nvPr/>
        </p:nvSpPr>
        <p:spPr>
          <a:xfrm xmlns:a="http://schemas.openxmlformats.org/drawingml/2006/main">
            <a:off x="9965532" y="5207794"/>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59" name=""/>
          <p:cNvCxnSpPr>
            <a:stCxn xmlns:a="http://schemas.openxmlformats.org/drawingml/2006/main" id="1058" idx="0"/>
            <a:endCxn xmlns:a="http://schemas.openxmlformats.org/drawingml/2006/main" id="1057" idx="4"/>
          </p:cNvCxnSpPr>
          <p:nvPr/>
        </p:nvCxnSpPr>
        <p:spPr>
          <a:xfrm xmlns:a="http://schemas.openxmlformats.org/drawingml/2006/main" flipH="1" flipV="1">
            <a:off x="9972675" y="4786312"/>
            <a:ext cx="2" cy="421482"/>
          </a:xfrm>
          <a:prstGeom xmlns:a="http://schemas.openxmlformats.org/drawingml/2006/main" prst="straightConnector1">
            <a:avLst/>
          </a:prstGeom>
          <a:ln xmlns:a="http://schemas.openxmlformats.org/drawingml/2006/main" w="20002">
            <a:solidFill>
              <a:srgbClr val="218FAF"/>
            </a:solidFill>
            <a:prstDash val="solid"/>
            <a:tailEnd type="triangle" w="sm" len="sm"/>
          </a:ln>
        </p:spPr>
      </p:cxnSp>
      <p:sp>
        <p:nvSpPr>
          <p:cNvPr id="1060" name="necessity-v7-delegate-from">
            <a:extLst xmlns:a="http://schemas.openxmlformats.org/drawingml/2006/main">
              <a:ext uri="{FF2B5EF4-FFF2-40B4-BE49-F238E27FC236}">
                <a16:creationId xmlns:a16="http://schemas.microsoft.com/office/drawing/2014/main" id="{10D83ABE-E809-4E83-AC79-3797A17C4A49}"/>
              </a:ext>
            </a:extLst>
          </p:cNvPr>
          <p:cNvSpPr>
            <a:spLocks xmlns:a="http://schemas.openxmlformats.org/drawingml/2006/main" noGrp="1"/>
          </p:cNvSpPr>
          <p:nvPr/>
        </p:nvSpPr>
        <p:spPr>
          <a:xfrm xmlns:a="http://schemas.openxmlformats.org/drawingml/2006/main">
            <a:off x="8665370" y="5593557"/>
            <a:ext cx="14288" cy="14288"/>
          </a:xfrm>
          <a:prstGeom xmlns:a="http://schemas.openxmlformats.org/drawingml/2006/main" prst="rect">
            <a:avLst/>
          </a:prstGeom>
          <a:noFill xmlns:a="http://schemas.openxmlformats.org/drawingml/2006/main"/>
          <a:ln xmlns:a="http://schemas.openxmlformats.org/drawingml/2006/main" w="0">
            <a:noFill/>
            <a:prstDash val="solid"/>
          </a:ln>
        </p:spPr>
      </p:sp>
      <p:sp>
        <p:nvSpPr>
          <p:cNvPr id="1061" name="necessity-v7-delegate-to">
            <a:extLst xmlns:a="http://schemas.openxmlformats.org/drawingml/2006/main">
              <a:ext uri="{FF2B5EF4-FFF2-40B4-BE49-F238E27FC236}">
                <a16:creationId xmlns:a16="http://schemas.microsoft.com/office/drawing/2014/main" id="{3A024DE9-6035-45ED-ADB3-B6B8EA500F72}"/>
              </a:ext>
            </a:extLst>
          </p:cNvPr>
          <p:cNvSpPr>
            <a:spLocks xmlns:a="http://schemas.openxmlformats.org/drawingml/2006/main" noGrp="1"/>
          </p:cNvSpPr>
          <p:nvPr/>
        </p:nvSpPr>
        <p:spPr>
          <a:xfrm xmlns:a="http://schemas.openxmlformats.org/drawingml/2006/main">
            <a:off x="8665370" y="5950744"/>
            <a:ext cx="14288" cy="14288"/>
          </a:xfrm>
          <a:prstGeom xmlns:a="http://schemas.openxmlformats.org/drawingml/2006/main" prst="rect">
            <a:avLst/>
          </a:prstGeom>
          <a:noFill xmlns:a="http://schemas.openxmlformats.org/drawingml/2006/main"/>
          <a:ln xmlns:a="http://schemas.openxmlformats.org/drawingml/2006/main" w="0">
            <a:noFill/>
            <a:prstDash val="solid"/>
          </a:ln>
        </p:spPr>
      </p:sp>
      <p:sp>
        <p:nvSpPr>
          <p:cNvPr id="1062" name="necessity-v7-result-from">
            <a:extLst xmlns:a="http://schemas.openxmlformats.org/drawingml/2006/main">
              <a:ext uri="{FF2B5EF4-FFF2-40B4-BE49-F238E27FC236}">
                <a16:creationId xmlns:a16="http://schemas.microsoft.com/office/drawing/2014/main" id="{F540D682-D638-42F1-B638-2FD57FF3AF92}"/>
              </a:ext>
            </a:extLst>
          </p:cNvPr>
          <p:cNvSpPr>
            <a:spLocks xmlns:a="http://schemas.openxmlformats.org/drawingml/2006/main" noGrp="1"/>
          </p:cNvSpPr>
          <p:nvPr/>
        </p:nvSpPr>
        <p:spPr>
          <a:xfrm xmlns:a="http://schemas.openxmlformats.org/drawingml/2006/main">
            <a:off x="10665620" y="5950744"/>
            <a:ext cx="14288" cy="14288"/>
          </a:xfrm>
          <a:prstGeom xmlns:a="http://schemas.openxmlformats.org/drawingml/2006/main" prst="rect">
            <a:avLst/>
          </a:prstGeom>
          <a:noFill xmlns:a="http://schemas.openxmlformats.org/drawingml/2006/main"/>
          <a:ln xmlns:a="http://schemas.openxmlformats.org/drawingml/2006/main" w="0">
            <a:noFill/>
            <a:prstDash val="solid"/>
          </a:ln>
        </p:spPr>
      </p:sp>
      <p:sp>
        <p:nvSpPr>
          <p:cNvPr id="1063" name="necessity-v7-result-to">
            <a:extLst xmlns:a="http://schemas.openxmlformats.org/drawingml/2006/main">
              <a:ext uri="{FF2B5EF4-FFF2-40B4-BE49-F238E27FC236}">
                <a16:creationId xmlns:a16="http://schemas.microsoft.com/office/drawing/2014/main" id="{FAD98E1D-493A-4CD6-9483-730AA8B54B68}"/>
              </a:ext>
            </a:extLst>
          </p:cNvPr>
          <p:cNvSpPr>
            <a:spLocks xmlns:a="http://schemas.openxmlformats.org/drawingml/2006/main" noGrp="1"/>
          </p:cNvSpPr>
          <p:nvPr/>
        </p:nvSpPr>
        <p:spPr>
          <a:xfrm xmlns:a="http://schemas.openxmlformats.org/drawingml/2006/main">
            <a:off x="10665620" y="5593557"/>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64" name=""/>
          <p:cNvCxnSpPr>
            <a:stCxn xmlns:a="http://schemas.openxmlformats.org/drawingml/2006/main" id="1060" idx="2"/>
            <a:endCxn xmlns:a="http://schemas.openxmlformats.org/drawingml/2006/main" id="1061" idx="0"/>
          </p:cNvCxnSpPr>
          <p:nvPr/>
        </p:nvCxnSpPr>
        <p:spPr>
          <a:xfrm xmlns:a="http://schemas.openxmlformats.org/drawingml/2006/main">
            <a:off x="8672514" y="5607844"/>
            <a:ext cx="0" cy="342900"/>
          </a:xfrm>
          <a:prstGeom xmlns:a="http://schemas.openxmlformats.org/drawingml/2006/main" prst="straightConnector1">
            <a:avLst/>
          </a:prstGeom>
          <a:ln xmlns:a="http://schemas.openxmlformats.org/drawingml/2006/main" w="20002">
            <a:solidFill>
              <a:srgbClr val="06255C"/>
            </a:solidFill>
            <a:prstDash val="solid"/>
            <a:tailEnd type="triangle" w="sm" len="sm"/>
          </a:ln>
        </p:spPr>
      </p:cxnSp>
      <p:cxnSp>
        <p:nvCxnSpPr>
          <p:cNvPr id="1065" name=""/>
          <p:cNvCxnSpPr>
            <a:stCxn xmlns:a="http://schemas.openxmlformats.org/drawingml/2006/main" id="1062" idx="0"/>
            <a:endCxn xmlns:a="http://schemas.openxmlformats.org/drawingml/2006/main" id="1063" idx="2"/>
          </p:cNvCxnSpPr>
          <p:nvPr/>
        </p:nvCxnSpPr>
        <p:spPr>
          <a:xfrm xmlns:a="http://schemas.openxmlformats.org/drawingml/2006/main" flipV="1">
            <a:off x="10672764" y="5607844"/>
            <a:ext cx="0" cy="342900"/>
          </a:xfrm>
          <a:prstGeom xmlns:a="http://schemas.openxmlformats.org/drawingml/2006/main" prst="straightConnector1">
            <a:avLst/>
          </a:prstGeom>
          <a:ln xmlns:a="http://schemas.openxmlformats.org/drawingml/2006/main" w="20002">
            <a:solidFill>
              <a:srgbClr val="06255C"/>
            </a:solidFill>
            <a:prstDash val="solid"/>
            <a:tailEnd type="triangle" w="sm" len="sm"/>
          </a:ln>
        </p:spPr>
      </p:cxnSp>
      <p:sp>
        <p:nvSpPr>
          <p:cNvPr id="1066" name="necessity-v7-work-query-caption">
            <a:extLst xmlns:a="http://schemas.openxmlformats.org/drawingml/2006/main">
              <a:ext uri="{FF2B5EF4-FFF2-40B4-BE49-F238E27FC236}">
                <a16:creationId xmlns:a16="http://schemas.microsoft.com/office/drawing/2014/main" id="{9BF0F9DA-39A2-42FB-8736-631A71841F45}"/>
              </a:ext>
            </a:extLst>
          </p:cNvPr>
          <p:cNvSpPr>
            <a:spLocks xmlns:a="http://schemas.openxmlformats.org/drawingml/2006/main" noGrp="1"/>
          </p:cNvSpPr>
          <p:nvPr/>
        </p:nvSpPr>
        <p:spPr>
          <a:xfrm xmlns:a="http://schemas.openxmlformats.org/drawingml/2006/main">
            <a:off x="6629400" y="6572250"/>
            <a:ext cx="5100638"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12" b="0">
                <a:solidFill>
                  <a:srgbClr val="697783"/>
                </a:solidFill>
                <a:latin typeface="Apple SD Gothic Neo"/>
                <a:ea typeface="Apple SD Gothic Neo"/>
                <a:cs typeface="Apple SD Gothic Neo"/>
              </a:defRPr>
            </a:pPr>
            <a:r>
              <a:rPr sz="1912" b="0">
                <a:solidFill>
                  <a:srgbClr val="697783"/>
                </a:solidFill>
                <a:latin typeface="Apple SD Gothic Neo"/>
                <a:ea typeface="Apple SD Gothic Neo"/>
                <a:cs typeface="Apple SD Gothic Neo"/>
              </a:rPr>
              <a:t>진행 질문에 답하는 동안에도 업무는 계속</a:t>
            </a:r>
          </a:p>
        </p:txBody>
      </p:sp>
      <p:sp>
        <p:nvSpPr>
          <p:cNvPr id="1067" name="necessity-v7-speed-heading-2">
            <a:extLst xmlns:a="http://schemas.openxmlformats.org/drawingml/2006/main">
              <a:ext uri="{FF2B5EF4-FFF2-40B4-BE49-F238E27FC236}">
                <a16:creationId xmlns:a16="http://schemas.microsoft.com/office/drawing/2014/main" id="{807F0C52-39ED-422A-A249-980499250F47}"/>
              </a:ext>
            </a:extLst>
          </p:cNvPr>
          <p:cNvSpPr>
            <a:spLocks xmlns:a="http://schemas.openxmlformats.org/drawingml/2006/main" noGrp="1"/>
          </p:cNvSpPr>
          <p:nvPr/>
        </p:nvSpPr>
        <p:spPr>
          <a:xfrm xmlns:a="http://schemas.openxmlformats.org/drawingml/2006/main">
            <a:off x="6443662" y="7243762"/>
            <a:ext cx="5343525" cy="4429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362" b="1">
                <a:solidFill>
                  <a:srgbClr val="171B20"/>
                </a:solidFill>
                <a:latin typeface="Apple SD Gothic Neo"/>
                <a:ea typeface="Apple SD Gothic Neo"/>
                <a:cs typeface="Apple SD Gothic Neo"/>
              </a:defRPr>
            </a:pPr>
            <a:r>
              <a:rPr sz="2362" b="1">
                <a:solidFill>
                  <a:srgbClr val="171B20"/>
                </a:solidFill>
                <a:latin typeface="Apple SD Gothic Neo"/>
                <a:ea typeface="Apple SD Gothic Neo"/>
                <a:cs typeface="Apple SD Gothic Neo"/>
              </a:rPr>
              <a:t>반응과 결과 전달까지 빠르게</a:t>
            </a:r>
          </a:p>
        </p:txBody>
      </p:sp>
      <p:sp>
        <p:nvSpPr>
          <p:cNvPr id="1068" name="necessity-v7-speed-desc-2">
            <a:extLst xmlns:a="http://schemas.openxmlformats.org/drawingml/2006/main">
              <a:ext uri="{FF2B5EF4-FFF2-40B4-BE49-F238E27FC236}">
                <a16:creationId xmlns:a16="http://schemas.microsoft.com/office/drawing/2014/main" id="{FA20A37A-CC0D-47F2-A555-6CDE64F67426}"/>
              </a:ext>
            </a:extLst>
          </p:cNvPr>
          <p:cNvSpPr>
            <a:spLocks xmlns:a="http://schemas.openxmlformats.org/drawingml/2006/main" noGrp="1"/>
          </p:cNvSpPr>
          <p:nvPr/>
        </p:nvSpPr>
        <p:spPr>
          <a:xfrm xmlns:a="http://schemas.openxmlformats.org/drawingml/2006/main">
            <a:off x="6700838" y="7815262"/>
            <a:ext cx="5000625"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입력에 반응하고 준비된 결과를
전달하는 VIA 처리시간을 줄여야 함</a:t>
            </a:r>
          </a:p>
        </p:txBody>
      </p:sp>
      <p:sp>
        <p:nvSpPr>
          <p:cNvPr id="1069" name="necessity-v7-external-cost-distinction">
            <a:extLst xmlns:a="http://schemas.openxmlformats.org/drawingml/2006/main">
              <a:ext uri="{FF2B5EF4-FFF2-40B4-BE49-F238E27FC236}">
                <a16:creationId xmlns:a16="http://schemas.microsoft.com/office/drawing/2014/main" id="{AFE12C3F-B3A1-4838-BD63-9AF56A9FA9EB}"/>
              </a:ext>
            </a:extLst>
          </p:cNvPr>
          <p:cNvSpPr>
            <a:spLocks xmlns:a="http://schemas.openxmlformats.org/drawingml/2006/main" noGrp="1"/>
          </p:cNvSpPr>
          <p:nvPr/>
        </p:nvSpPr>
        <p:spPr>
          <a:xfrm xmlns:a="http://schemas.openxmlformats.org/drawingml/2006/main">
            <a:off x="6700838" y="8672512"/>
            <a:ext cx="5000625"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57" b="0">
                <a:solidFill>
                  <a:srgbClr val="697783"/>
                </a:solidFill>
                <a:latin typeface="Apple SD Gothic Neo"/>
                <a:ea typeface="Apple SD Gothic Neo"/>
                <a:cs typeface="Apple SD Gothic Neo"/>
              </a:defRPr>
            </a:pPr>
            <a:r>
              <a:rPr sz="1857" b="0">
                <a:solidFill>
                  <a:srgbClr val="697783"/>
                </a:solidFill>
                <a:latin typeface="Apple SD Gothic Neo"/>
                <a:ea typeface="Apple SD Gothic Neo"/>
                <a:cs typeface="Apple SD Gothic Neo"/>
              </a:rPr>
              <a:t>실제 업무 실행시간과 VIA 처리시간을 구분</a:t>
            </a:r>
          </a:p>
        </p:txBody>
      </p:sp>
      <p:sp>
        <p:nvSpPr>
          <p:cNvPr id="1070" name="necessity-v7-speed-conclusion-green">
            <a:extLst xmlns:a="http://schemas.openxmlformats.org/drawingml/2006/main">
              <a:ext uri="{FF2B5EF4-FFF2-40B4-BE49-F238E27FC236}">
                <a16:creationId xmlns:a16="http://schemas.microsoft.com/office/drawing/2014/main" id="{73C760FD-6514-4070-9ED1-B0FD5837C18E}"/>
              </a:ext>
            </a:extLst>
          </p:cNvPr>
          <p:cNvSpPr>
            <a:spLocks xmlns:a="http://schemas.openxmlformats.org/drawingml/2006/main" noGrp="1"/>
          </p:cNvSpPr>
          <p:nvPr/>
        </p:nvSpPr>
        <p:spPr>
          <a:xfrm xmlns:a="http://schemas.openxmlformats.org/drawingml/2006/main">
            <a:off x="6700838" y="9444038"/>
            <a:ext cx="4972050" cy="171450"/>
          </a:xfrm>
          <a:prstGeom xmlns:a="http://schemas.openxmlformats.org/drawingml/2006/main" prst="rect">
            <a:avLst/>
          </a:prstGeom>
          <a:solidFill xmlns:a="http://schemas.openxmlformats.org/drawingml/2006/main">
            <a:srgbClr val="CDE5BB"/>
          </a:solidFill>
          <a:ln xmlns:a="http://schemas.openxmlformats.org/drawingml/2006/main" w="0">
            <a:noFill/>
            <a:prstDash val="solid"/>
          </a:ln>
        </p:spPr>
      </p:sp>
      <p:sp>
        <p:nvSpPr>
          <p:cNvPr id="1071" name="necessity-v7-speed-conclusion">
            <a:extLst xmlns:a="http://schemas.openxmlformats.org/drawingml/2006/main">
              <a:ext uri="{FF2B5EF4-FFF2-40B4-BE49-F238E27FC236}">
                <a16:creationId xmlns:a16="http://schemas.microsoft.com/office/drawing/2014/main" id="{FE4B9B11-39CB-47DB-BD27-0B1D903F02C6}"/>
              </a:ext>
            </a:extLst>
          </p:cNvPr>
          <p:cNvSpPr>
            <a:spLocks xmlns:a="http://schemas.openxmlformats.org/drawingml/2006/main" noGrp="1"/>
          </p:cNvSpPr>
          <p:nvPr/>
        </p:nvSpPr>
        <p:spPr>
          <a:xfrm xmlns:a="http://schemas.openxmlformats.org/drawingml/2006/main">
            <a:off x="6700838" y="9215438"/>
            <a:ext cx="4972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38" b="1">
                <a:solidFill>
                  <a:srgbClr val="171B20"/>
                </a:solidFill>
                <a:latin typeface="Apple SD Gothic Neo"/>
                <a:ea typeface="Apple SD Gothic Neo"/>
                <a:cs typeface="Apple SD Gothic Neo"/>
              </a:defRPr>
            </a:pPr>
            <a:r>
              <a:rPr sz="2138" b="1">
                <a:solidFill>
                  <a:srgbClr val="171B20"/>
                </a:solidFill>
                <a:latin typeface="Apple SD Gothic Neo"/>
                <a:ea typeface="Apple SD Gothic Neo"/>
                <a:cs typeface="Apple SD Gothic Neo"/>
              </a:rPr>
              <a:t>VIA 처리시간을 줄여 대화 흐름 유지</a:t>
            </a:r>
          </a:p>
        </p:txBody>
      </p:sp>
      <p:sp>
        <p:nvSpPr>
          <p:cNvPr id="1072" name="necessity-v7-change-heading-1">
            <a:extLst xmlns:a="http://schemas.openxmlformats.org/drawingml/2006/main">
              <a:ext uri="{FF2B5EF4-FFF2-40B4-BE49-F238E27FC236}">
                <a16:creationId xmlns:a16="http://schemas.microsoft.com/office/drawing/2014/main" id="{E89318EF-F55E-4648-A496-AD0441FA92BB}"/>
              </a:ext>
            </a:extLst>
          </p:cNvPr>
          <p:cNvSpPr>
            <a:spLocks xmlns:a="http://schemas.openxmlformats.org/drawingml/2006/main" noGrp="1"/>
          </p:cNvSpPr>
          <p:nvPr/>
        </p:nvSpPr>
        <p:spPr>
          <a:xfrm xmlns:a="http://schemas.openxmlformats.org/drawingml/2006/main">
            <a:off x="12472988" y="2543175"/>
            <a:ext cx="5343525" cy="4429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362" b="1">
                <a:solidFill>
                  <a:srgbClr val="171B20"/>
                </a:solidFill>
                <a:latin typeface="Apple SD Gothic Neo"/>
                <a:ea typeface="Apple SD Gothic Neo"/>
                <a:cs typeface="Apple SD Gothic Neo"/>
              </a:defRPr>
            </a:pPr>
            <a:r>
              <a:rPr sz="2362" b="1">
                <a:solidFill>
                  <a:srgbClr val="171B20"/>
                </a:solidFill>
                <a:latin typeface="Apple SD Gothic Neo"/>
                <a:ea typeface="Apple SD Gothic Neo"/>
                <a:cs typeface="Apple SD Gothic Neo"/>
              </a:rPr>
              <a:t>VIA 내부의 Agent 기술도 발전</a:t>
            </a:r>
          </a:p>
        </p:txBody>
      </p:sp>
      <p:sp>
        <p:nvSpPr>
          <p:cNvPr id="1073" name="necessity-v7-change-desc-1">
            <a:extLst xmlns:a="http://schemas.openxmlformats.org/drawingml/2006/main">
              <a:ext uri="{FF2B5EF4-FFF2-40B4-BE49-F238E27FC236}">
                <a16:creationId xmlns:a16="http://schemas.microsoft.com/office/drawing/2014/main" id="{C474007C-BA48-4456-B8C1-020D23BC176B}"/>
              </a:ext>
            </a:extLst>
          </p:cNvPr>
          <p:cNvSpPr>
            <a:spLocks xmlns:a="http://schemas.openxmlformats.org/drawingml/2006/main" noGrp="1"/>
          </p:cNvSpPr>
          <p:nvPr/>
        </p:nvSpPr>
        <p:spPr>
          <a:xfrm xmlns:a="http://schemas.openxmlformats.org/drawingml/2006/main">
            <a:off x="12730162" y="3128962"/>
            <a:ext cx="5000625"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요청 이해와 기억, Context,
상호작용 방식의 변화를 수용</a:t>
            </a:r>
          </a:p>
        </p:txBody>
      </p:sp>
      <p:sp>
        <p:nvSpPr>
          <p:cNvPr id="1074" name="necessity-v7-technology-scope-label">
            <a:extLst xmlns:a="http://schemas.openxmlformats.org/drawingml/2006/main">
              <a:ext uri="{FF2B5EF4-FFF2-40B4-BE49-F238E27FC236}">
                <a16:creationId xmlns:a16="http://schemas.microsoft.com/office/drawing/2014/main" id="{E94C2921-D2C7-42BA-B630-9E4D107E3B19}"/>
              </a:ext>
            </a:extLst>
          </p:cNvPr>
          <p:cNvSpPr>
            <a:spLocks xmlns:a="http://schemas.openxmlformats.org/drawingml/2006/main" noGrp="1"/>
          </p:cNvSpPr>
          <p:nvPr/>
        </p:nvSpPr>
        <p:spPr>
          <a:xfrm xmlns:a="http://schemas.openxmlformats.org/drawingml/2006/main">
            <a:off x="12815888" y="4029075"/>
            <a:ext cx="4914900" cy="38576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62" b="1">
                <a:solidFill>
                  <a:srgbClr val="06255C"/>
                </a:solidFill>
                <a:latin typeface="Apple SD Gothic Neo"/>
                <a:ea typeface="Apple SD Gothic Neo"/>
                <a:cs typeface="Apple SD Gothic Neo"/>
              </a:defRPr>
            </a:pPr>
            <a:r>
              <a:rPr sz="2362" b="1">
                <a:solidFill>
                  <a:srgbClr val="06255C"/>
                </a:solidFill>
                <a:latin typeface="Apple SD Gothic Neo"/>
                <a:ea typeface="Apple SD Gothic Neo"/>
                <a:cs typeface="Apple SD Gothic Neo"/>
              </a:rPr>
              <a:t>VIA</a:t>
            </a:r>
          </a:p>
        </p:txBody>
      </p:sp>
      <p:sp>
        <p:nvSpPr>
          <p:cNvPr id="1075" name="necessity-v7-technology-scope">
            <a:extLst xmlns:a="http://schemas.openxmlformats.org/drawingml/2006/main">
              <a:ext uri="{FF2B5EF4-FFF2-40B4-BE49-F238E27FC236}">
                <a16:creationId xmlns:a16="http://schemas.microsoft.com/office/drawing/2014/main" id="{1BA43815-939E-4D2F-A475-E6E73732DDE3}"/>
              </a:ext>
            </a:extLst>
          </p:cNvPr>
          <p:cNvSpPr>
            <a:spLocks xmlns:a="http://schemas.openxmlformats.org/drawingml/2006/main" noGrp="1"/>
          </p:cNvSpPr>
          <p:nvPr/>
        </p:nvSpPr>
        <p:spPr>
          <a:xfrm xmlns:a="http://schemas.openxmlformats.org/drawingml/2006/main">
            <a:off x="12730162" y="4500562"/>
            <a:ext cx="4943475" cy="1585912"/>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17145">
            <a:solidFill>
              <a:srgbClr val="AEBBC8"/>
            </a:solidFill>
            <a:prstDash val="solid"/>
          </a:ln>
        </p:spPr>
      </p:sp>
      <p:sp>
        <p:nvSpPr>
          <p:cNvPr id="1076" name="necessity-v7-scope-middle">
            <a:extLst xmlns:a="http://schemas.openxmlformats.org/drawingml/2006/main">
              <a:ext uri="{FF2B5EF4-FFF2-40B4-BE49-F238E27FC236}">
                <a16:creationId xmlns:a16="http://schemas.microsoft.com/office/drawing/2014/main" id="{7D88DD82-4476-41D4-B4CE-B9514B6604C0}"/>
              </a:ext>
            </a:extLst>
          </p:cNvPr>
          <p:cNvSpPr>
            <a:spLocks xmlns:a="http://schemas.openxmlformats.org/drawingml/2006/main" noGrp="1"/>
          </p:cNvSpPr>
          <p:nvPr/>
        </p:nvSpPr>
        <p:spPr>
          <a:xfrm xmlns:a="http://schemas.openxmlformats.org/drawingml/2006/main">
            <a:off x="15201900" y="4700588"/>
            <a:ext cx="0" cy="1185862"/>
          </a:xfrm>
          <a:prstGeom xmlns:a="http://schemas.openxmlformats.org/drawingml/2006/main" prst="line">
            <a:avLst/>
          </a:prstGeom>
          <a:noFill xmlns:a="http://schemas.openxmlformats.org/drawingml/2006/main"/>
          <a:ln xmlns:a="http://schemas.openxmlformats.org/drawingml/2006/main" w="14288">
            <a:solidFill>
              <a:srgbClr val="DCE3E9"/>
            </a:solidFill>
            <a:prstDash val="solid"/>
          </a:ln>
        </p:spPr>
      </p:sp>
      <p:sp>
        <p:nvSpPr>
          <p:cNvPr id="1077" name="necessity-v7-scope-horizontal">
            <a:extLst xmlns:a="http://schemas.openxmlformats.org/drawingml/2006/main">
              <a:ext uri="{FF2B5EF4-FFF2-40B4-BE49-F238E27FC236}">
                <a16:creationId xmlns:a16="http://schemas.microsoft.com/office/drawing/2014/main" id="{32C8606C-B2A5-4202-8CAC-1B385B0F7A09}"/>
              </a:ext>
            </a:extLst>
          </p:cNvPr>
          <p:cNvSpPr>
            <a:spLocks xmlns:a="http://schemas.openxmlformats.org/drawingml/2006/main" noGrp="1"/>
          </p:cNvSpPr>
          <p:nvPr/>
        </p:nvSpPr>
        <p:spPr>
          <a:xfrm xmlns:a="http://schemas.openxmlformats.org/drawingml/2006/main">
            <a:off x="12930188" y="5286375"/>
            <a:ext cx="4543425" cy="0"/>
          </a:xfrm>
          <a:prstGeom xmlns:a="http://schemas.openxmlformats.org/drawingml/2006/main" prst="line">
            <a:avLst/>
          </a:prstGeom>
          <a:noFill xmlns:a="http://schemas.openxmlformats.org/drawingml/2006/main"/>
          <a:ln xmlns:a="http://schemas.openxmlformats.org/drawingml/2006/main" w="14288">
            <a:solidFill>
              <a:srgbClr val="DCE3E9"/>
            </a:solidFill>
            <a:prstDash val="solid"/>
          </a:ln>
        </p:spPr>
      </p:sp>
      <p:sp>
        <p:nvSpPr>
          <p:cNvPr id="1078" name="necessity-v7-technology-model">
            <a:extLst xmlns:a="http://schemas.openxmlformats.org/drawingml/2006/main">
              <a:ext uri="{FF2B5EF4-FFF2-40B4-BE49-F238E27FC236}">
                <a16:creationId xmlns:a16="http://schemas.microsoft.com/office/drawing/2014/main" id="{D24EC2E3-CB7B-4DAC-9556-164E54EEEB9A}"/>
              </a:ext>
            </a:extLst>
          </p:cNvPr>
          <p:cNvSpPr>
            <a:spLocks xmlns:a="http://schemas.openxmlformats.org/drawingml/2006/main" noGrp="1"/>
          </p:cNvSpPr>
          <p:nvPr/>
        </p:nvSpPr>
        <p:spPr>
          <a:xfrm xmlns:a="http://schemas.openxmlformats.org/drawingml/2006/main">
            <a:off x="12873038" y="4714875"/>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06255C"/>
                </a:solidFill>
                <a:latin typeface="Apple SD Gothic Neo"/>
                <a:ea typeface="Apple SD Gothic Neo"/>
                <a:cs typeface="Apple SD Gothic Neo"/>
              </a:defRPr>
            </a:pPr>
            <a:r>
              <a:rPr sz="2025" b="0">
                <a:solidFill>
                  <a:srgbClr val="06255C"/>
                </a:solidFill>
                <a:latin typeface="Apple SD Gothic Neo"/>
                <a:ea typeface="Apple SD Gothic Neo"/>
                <a:cs typeface="Apple SD Gothic Neo"/>
              </a:rPr>
              <a:t>모델과 Runtime</a:t>
            </a:r>
          </a:p>
        </p:txBody>
      </p:sp>
      <p:sp>
        <p:nvSpPr>
          <p:cNvPr id="1079" name="necessity-v7-technology-meaning">
            <a:extLst xmlns:a="http://schemas.openxmlformats.org/drawingml/2006/main">
              <a:ext uri="{FF2B5EF4-FFF2-40B4-BE49-F238E27FC236}">
                <a16:creationId xmlns:a16="http://schemas.microsoft.com/office/drawing/2014/main" id="{C4D20125-88A5-4886-B8CD-7284F9BCD91B}"/>
              </a:ext>
            </a:extLst>
          </p:cNvPr>
          <p:cNvSpPr>
            <a:spLocks xmlns:a="http://schemas.openxmlformats.org/drawingml/2006/main" noGrp="1"/>
          </p:cNvSpPr>
          <p:nvPr/>
        </p:nvSpPr>
        <p:spPr>
          <a:xfrm xmlns:a="http://schemas.openxmlformats.org/drawingml/2006/main">
            <a:off x="15301912" y="4714875"/>
            <a:ext cx="2228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06255C"/>
                </a:solidFill>
                <a:latin typeface="Apple SD Gothic Neo"/>
                <a:ea typeface="Apple SD Gothic Neo"/>
                <a:cs typeface="Apple SD Gothic Neo"/>
              </a:defRPr>
            </a:pPr>
            <a:r>
              <a:rPr sz="2025" b="0">
                <a:solidFill>
                  <a:srgbClr val="06255C"/>
                </a:solidFill>
                <a:latin typeface="Apple SD Gothic Neo"/>
                <a:ea typeface="Apple SD Gothic Neo"/>
                <a:cs typeface="Apple SD Gothic Neo"/>
              </a:rPr>
              <a:t>요청 이해</a:t>
            </a:r>
          </a:p>
        </p:txBody>
      </p:sp>
      <p:sp>
        <p:nvSpPr>
          <p:cNvPr id="1080" name="necessity-v7-changed-context">
            <a:extLst xmlns:a="http://schemas.openxmlformats.org/drawingml/2006/main">
              <a:ext uri="{FF2B5EF4-FFF2-40B4-BE49-F238E27FC236}">
                <a16:creationId xmlns:a16="http://schemas.microsoft.com/office/drawing/2014/main" id="{70BE06C4-3741-4171-9704-FE580A766FF6}"/>
              </a:ext>
            </a:extLst>
          </p:cNvPr>
          <p:cNvSpPr>
            <a:spLocks xmlns:a="http://schemas.openxmlformats.org/drawingml/2006/main" noGrp="1"/>
          </p:cNvSpPr>
          <p:nvPr/>
        </p:nvSpPr>
        <p:spPr>
          <a:xfrm xmlns:a="http://schemas.openxmlformats.org/drawingml/2006/main">
            <a:off x="12844462" y="5386388"/>
            <a:ext cx="2314575" cy="485775"/>
          </a:xfrm>
          <a:prstGeom xmlns:a="http://schemas.openxmlformats.org/drawingml/2006/main" prst="roundRect">
            <a:avLst>
              <a:gd name="adj" fmla="val 8824"/>
            </a:avLst>
          </a:prstGeom>
          <a:solidFill xmlns:a="http://schemas.openxmlformats.org/drawingml/2006/main">
            <a:srgbClr val="EAF3E2"/>
          </a:solidFill>
          <a:ln xmlns:a="http://schemas.openxmlformats.org/drawingml/2006/main" w="0">
            <a:noFill/>
            <a:prstDash val="solid"/>
          </a:ln>
        </p:spPr>
      </p:sp>
      <p:sp>
        <p:nvSpPr>
          <p:cNvPr id="1081" name="necessity-v7-technology-context">
            <a:extLst xmlns:a="http://schemas.openxmlformats.org/drawingml/2006/main">
              <a:ext uri="{FF2B5EF4-FFF2-40B4-BE49-F238E27FC236}">
                <a16:creationId xmlns:a16="http://schemas.microsoft.com/office/drawing/2014/main" id="{E29BD903-1114-4BB1-9F1E-56081B016991}"/>
              </a:ext>
            </a:extLst>
          </p:cNvPr>
          <p:cNvSpPr>
            <a:spLocks xmlns:a="http://schemas.openxmlformats.org/drawingml/2006/main" noGrp="1"/>
          </p:cNvSpPr>
          <p:nvPr/>
        </p:nvSpPr>
        <p:spPr>
          <a:xfrm xmlns:a="http://schemas.openxmlformats.org/drawingml/2006/main">
            <a:off x="12873038" y="5414962"/>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1">
                <a:solidFill>
                  <a:srgbClr val="06255C"/>
                </a:solidFill>
                <a:latin typeface="Apple SD Gothic Neo"/>
                <a:ea typeface="Apple SD Gothic Neo"/>
                <a:cs typeface="Apple SD Gothic Neo"/>
              </a:defRPr>
            </a:pPr>
            <a:r>
              <a:rPr sz="2025" b="1">
                <a:solidFill>
                  <a:srgbClr val="06255C"/>
                </a:solidFill>
                <a:latin typeface="Apple SD Gothic Neo"/>
                <a:ea typeface="Apple SD Gothic Neo"/>
                <a:cs typeface="Apple SD Gothic Neo"/>
              </a:rPr>
              <a:t>기억과 Context</a:t>
            </a:r>
          </a:p>
        </p:txBody>
      </p:sp>
      <p:sp>
        <p:nvSpPr>
          <p:cNvPr id="1082" name="necessity-v7-technology-interaction">
            <a:extLst xmlns:a="http://schemas.openxmlformats.org/drawingml/2006/main">
              <a:ext uri="{FF2B5EF4-FFF2-40B4-BE49-F238E27FC236}">
                <a16:creationId xmlns:a16="http://schemas.microsoft.com/office/drawing/2014/main" id="{527F0424-4AA4-411C-9120-A6162EE40B1A}"/>
              </a:ext>
            </a:extLst>
          </p:cNvPr>
          <p:cNvSpPr>
            <a:spLocks xmlns:a="http://schemas.openxmlformats.org/drawingml/2006/main" noGrp="1"/>
          </p:cNvSpPr>
          <p:nvPr/>
        </p:nvSpPr>
        <p:spPr>
          <a:xfrm xmlns:a="http://schemas.openxmlformats.org/drawingml/2006/main">
            <a:off x="15301912" y="5414962"/>
            <a:ext cx="2228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06255C"/>
                </a:solidFill>
                <a:latin typeface="Apple SD Gothic Neo"/>
                <a:ea typeface="Apple SD Gothic Neo"/>
                <a:cs typeface="Apple SD Gothic Neo"/>
              </a:defRPr>
            </a:pPr>
            <a:r>
              <a:rPr sz="2025" b="0">
                <a:solidFill>
                  <a:srgbClr val="06255C"/>
                </a:solidFill>
                <a:latin typeface="Apple SD Gothic Neo"/>
                <a:ea typeface="Apple SD Gothic Neo"/>
                <a:cs typeface="Apple SD Gothic Neo"/>
              </a:rPr>
              <a:t>연속 상호작용</a:t>
            </a:r>
          </a:p>
        </p:txBody>
      </p:sp>
      <p:sp>
        <p:nvSpPr>
          <p:cNvPr id="1083" name="necessity-v7-technology-change-caption">
            <a:extLst xmlns:a="http://schemas.openxmlformats.org/drawingml/2006/main">
              <a:ext uri="{FF2B5EF4-FFF2-40B4-BE49-F238E27FC236}">
                <a16:creationId xmlns:a16="http://schemas.microsoft.com/office/drawing/2014/main" id="{31BD7A7C-A8FC-4F2F-917B-17B09F9A11A5}"/>
              </a:ext>
            </a:extLst>
          </p:cNvPr>
          <p:cNvSpPr>
            <a:spLocks xmlns:a="http://schemas.openxmlformats.org/drawingml/2006/main" noGrp="1"/>
          </p:cNvSpPr>
          <p:nvPr/>
        </p:nvSpPr>
        <p:spPr>
          <a:xfrm xmlns:a="http://schemas.openxmlformats.org/drawingml/2006/main">
            <a:off x="12730162" y="6257925"/>
            <a:ext cx="49434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12" b="0">
                <a:solidFill>
                  <a:srgbClr val="697783"/>
                </a:solidFill>
                <a:latin typeface="Apple SD Gothic Neo"/>
                <a:ea typeface="Apple SD Gothic Neo"/>
                <a:cs typeface="Apple SD Gothic Neo"/>
              </a:defRPr>
            </a:pPr>
            <a:r>
              <a:rPr sz="1912" b="0">
                <a:solidFill>
                  <a:srgbClr val="697783"/>
                </a:solidFill>
                <a:latin typeface="Apple SD Gothic Neo"/>
                <a:ea typeface="Apple SD Gothic Neo"/>
                <a:cs typeface="Apple SD Gothic Neo"/>
              </a:rPr>
              <a:t>새 기술의 적용 범위를 필요한 부분에 한정</a:t>
            </a:r>
          </a:p>
        </p:txBody>
      </p:sp>
      <p:sp>
        <p:nvSpPr>
          <p:cNvPr id="1084" name="necessity-v7-change-heading-2">
            <a:extLst xmlns:a="http://schemas.openxmlformats.org/drawingml/2006/main">
              <a:ext uri="{FF2B5EF4-FFF2-40B4-BE49-F238E27FC236}">
                <a16:creationId xmlns:a16="http://schemas.microsoft.com/office/drawing/2014/main" id="{DC379961-8C7D-4DFF-AC93-0CA086D9EBDC}"/>
              </a:ext>
            </a:extLst>
          </p:cNvPr>
          <p:cNvSpPr>
            <a:spLocks xmlns:a="http://schemas.openxmlformats.org/drawingml/2006/main" noGrp="1"/>
          </p:cNvSpPr>
          <p:nvPr/>
        </p:nvSpPr>
        <p:spPr>
          <a:xfrm xmlns:a="http://schemas.openxmlformats.org/drawingml/2006/main">
            <a:off x="12472988" y="6772275"/>
            <a:ext cx="5343525" cy="4429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362" b="1">
                <a:solidFill>
                  <a:srgbClr val="171B20"/>
                </a:solidFill>
                <a:latin typeface="Apple SD Gothic Neo"/>
                <a:ea typeface="Apple SD Gothic Neo"/>
                <a:cs typeface="Apple SD Gothic Neo"/>
              </a:defRPr>
            </a:pPr>
            <a:r>
              <a:rPr sz="2362" b="1">
                <a:solidFill>
                  <a:srgbClr val="171B20"/>
                </a:solidFill>
                <a:latin typeface="Apple SD Gothic Neo"/>
                <a:ea typeface="Apple SD Gothic Neo"/>
                <a:cs typeface="Apple SD Gothic Neo"/>
              </a:rPr>
              <a:t>새로운 Agent와 연동 방식도 등장</a:t>
            </a:r>
          </a:p>
        </p:txBody>
      </p:sp>
      <p:sp>
        <p:nvSpPr>
          <p:cNvPr id="1085" name="necessity-v7-change-desc-2">
            <a:extLst xmlns:a="http://schemas.openxmlformats.org/drawingml/2006/main">
              <a:ext uri="{FF2B5EF4-FFF2-40B4-BE49-F238E27FC236}">
                <a16:creationId xmlns:a16="http://schemas.microsoft.com/office/drawing/2014/main" id="{0A83B57D-CB98-49CB-B8FD-68B54D2F3B27}"/>
              </a:ext>
            </a:extLst>
          </p:cNvPr>
          <p:cNvSpPr>
            <a:spLocks xmlns:a="http://schemas.openxmlformats.org/drawingml/2006/main" noGrp="1"/>
          </p:cNvSpPr>
          <p:nvPr/>
        </p:nvSpPr>
        <p:spPr>
          <a:xfrm xmlns:a="http://schemas.openxmlformats.org/drawingml/2006/main">
            <a:off x="12730162" y="7343775"/>
            <a:ext cx="5000625" cy="671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Downstream Agent의 추가와
연동 방식 변화에 대응</a:t>
            </a:r>
          </a:p>
        </p:txBody>
      </p:sp>
      <p:sp>
        <p:nvSpPr>
          <p:cNvPr id="1086" name="necessity-v7-integration-via">
            <a:extLst xmlns:a="http://schemas.openxmlformats.org/drawingml/2006/main">
              <a:ext uri="{FF2B5EF4-FFF2-40B4-BE49-F238E27FC236}">
                <a16:creationId xmlns:a16="http://schemas.microsoft.com/office/drawing/2014/main" id="{7F08B833-7789-4542-8A6F-30A4F6D22EE8}"/>
              </a:ext>
            </a:extLst>
          </p:cNvPr>
          <p:cNvSpPr>
            <a:spLocks xmlns:a="http://schemas.openxmlformats.org/drawingml/2006/main" noGrp="1"/>
          </p:cNvSpPr>
          <p:nvPr/>
        </p:nvSpPr>
        <p:spPr>
          <a:xfrm xmlns:a="http://schemas.openxmlformats.org/drawingml/2006/main">
            <a:off x="12887325" y="8243888"/>
            <a:ext cx="1085850" cy="614362"/>
          </a:xfrm>
          <a:prstGeom xmlns:a="http://schemas.openxmlformats.org/drawingml/2006/main" prst="roundRect">
            <a:avLst>
              <a:gd name="adj" fmla="val 9302"/>
            </a:avLst>
          </a:prstGeom>
          <a:solidFill xmlns:a="http://schemas.openxmlformats.org/drawingml/2006/main">
            <a:srgbClr val="06255C"/>
          </a:solidFill>
          <a:ln xmlns:a="http://schemas.openxmlformats.org/drawingml/2006/main" w="0">
            <a:noFill/>
            <a:prstDash val="solid"/>
          </a:ln>
        </p:spPr>
      </p:sp>
      <p:sp>
        <p:nvSpPr>
          <p:cNvPr id="1087" name="necessity-v7-integration-via-label">
            <a:extLst xmlns:a="http://schemas.openxmlformats.org/drawingml/2006/main">
              <a:ext uri="{FF2B5EF4-FFF2-40B4-BE49-F238E27FC236}">
                <a16:creationId xmlns:a16="http://schemas.microsoft.com/office/drawing/2014/main" id="{452FDE1F-5570-463A-ADED-D8D3F01AC83E}"/>
              </a:ext>
            </a:extLst>
          </p:cNvPr>
          <p:cNvSpPr>
            <a:spLocks xmlns:a="http://schemas.openxmlformats.org/drawingml/2006/main" noGrp="1"/>
          </p:cNvSpPr>
          <p:nvPr/>
        </p:nvSpPr>
        <p:spPr>
          <a:xfrm xmlns:a="http://schemas.openxmlformats.org/drawingml/2006/main">
            <a:off x="12887325" y="8258175"/>
            <a:ext cx="1085850" cy="585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62" b="1">
                <a:solidFill>
                  <a:srgbClr val="FFFFFF"/>
                </a:solidFill>
                <a:latin typeface="Apple SD Gothic Neo"/>
                <a:ea typeface="Apple SD Gothic Neo"/>
                <a:cs typeface="Apple SD Gothic Neo"/>
              </a:defRPr>
            </a:pPr>
            <a:r>
              <a:rPr sz="2362" b="1">
                <a:solidFill>
                  <a:srgbClr val="FFFFFF"/>
                </a:solidFill>
                <a:latin typeface="Apple SD Gothic Neo"/>
                <a:ea typeface="Apple SD Gothic Neo"/>
                <a:cs typeface="Apple SD Gothic Neo"/>
              </a:rPr>
              <a:t>VIA</a:t>
            </a:r>
          </a:p>
        </p:txBody>
      </p:sp>
      <p:sp>
        <p:nvSpPr>
          <p:cNvPr id="1088" name="necessity-v7-integration-junction">
            <a:extLst xmlns:a="http://schemas.openxmlformats.org/drawingml/2006/main">
              <a:ext uri="{FF2B5EF4-FFF2-40B4-BE49-F238E27FC236}">
                <a16:creationId xmlns:a16="http://schemas.microsoft.com/office/drawing/2014/main" id="{65C80AE5-3DEF-41BA-ABC9-FC000B456E47}"/>
              </a:ext>
            </a:extLst>
          </p:cNvPr>
          <p:cNvSpPr>
            <a:spLocks xmlns:a="http://schemas.openxmlformats.org/drawingml/2006/main" noGrp="1"/>
          </p:cNvSpPr>
          <p:nvPr/>
        </p:nvSpPr>
        <p:spPr>
          <a:xfrm xmlns:a="http://schemas.openxmlformats.org/drawingml/2006/main">
            <a:off x="14380370" y="8543925"/>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89" name=""/>
          <p:cNvCxnSpPr>
            <a:stCxn xmlns:a="http://schemas.openxmlformats.org/drawingml/2006/main" id="1086" idx="3"/>
            <a:endCxn xmlns:a="http://schemas.openxmlformats.org/drawingml/2006/main" id="1088" idx="1"/>
          </p:cNvCxnSpPr>
          <p:nvPr/>
        </p:nvCxnSpPr>
        <p:spPr>
          <a:xfrm xmlns:a="http://schemas.openxmlformats.org/drawingml/2006/main">
            <a:off x="13973175" y="8551070"/>
            <a:ext cx="407194" cy="0"/>
          </a:xfrm>
          <a:prstGeom xmlns:a="http://schemas.openxmlformats.org/drawingml/2006/main" prst="straightConnector1">
            <a:avLst/>
          </a:prstGeom>
          <a:ln xmlns:a="http://schemas.openxmlformats.org/drawingml/2006/main" w="20002">
            <a:solidFill>
              <a:srgbClr val="697783"/>
            </a:solidFill>
            <a:prstDash val="solid"/>
          </a:ln>
        </p:spPr>
      </p:cxnSp>
      <p:sp>
        <p:nvSpPr>
          <p:cNvPr id="1090" name="necessity-v7-integration-agent-0">
            <a:extLst xmlns:a="http://schemas.openxmlformats.org/drawingml/2006/main">
              <a:ext uri="{FF2B5EF4-FFF2-40B4-BE49-F238E27FC236}">
                <a16:creationId xmlns:a16="http://schemas.microsoft.com/office/drawing/2014/main" id="{97882924-D104-4292-89FF-E588FC1B14DC}"/>
              </a:ext>
            </a:extLst>
          </p:cNvPr>
          <p:cNvSpPr>
            <a:spLocks xmlns:a="http://schemas.openxmlformats.org/drawingml/2006/main" noGrp="1"/>
          </p:cNvSpPr>
          <p:nvPr/>
        </p:nvSpPr>
        <p:spPr>
          <a:xfrm xmlns:a="http://schemas.openxmlformats.org/drawingml/2006/main">
            <a:off x="15230475" y="8015288"/>
            <a:ext cx="2300288" cy="328612"/>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4288">
            <a:solidFill>
              <a:srgbClr val="AEBBC8"/>
            </a:solidFill>
            <a:prstDash val="solid"/>
          </a:ln>
        </p:spPr>
      </p:sp>
      <p:sp>
        <p:nvSpPr>
          <p:cNvPr id="1091" name="necessity-v7-integration-agent-label-0">
            <a:extLst xmlns:a="http://schemas.openxmlformats.org/drawingml/2006/main">
              <a:ext uri="{FF2B5EF4-FFF2-40B4-BE49-F238E27FC236}">
                <a16:creationId xmlns:a16="http://schemas.microsoft.com/office/drawing/2014/main" id="{74FE5727-59BB-43D0-98D9-2A32368149A6}"/>
              </a:ext>
            </a:extLst>
          </p:cNvPr>
          <p:cNvSpPr>
            <a:spLocks xmlns:a="http://schemas.openxmlformats.org/drawingml/2006/main" noGrp="1"/>
          </p:cNvSpPr>
          <p:nvPr/>
        </p:nvSpPr>
        <p:spPr>
          <a:xfrm xmlns:a="http://schemas.openxmlformats.org/drawingml/2006/main">
            <a:off x="15230475" y="8029575"/>
            <a:ext cx="2300288" cy="300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57" b="0">
                <a:solidFill>
                  <a:srgbClr val="697783"/>
                </a:solidFill>
                <a:latin typeface="Apple SD Gothic Neo"/>
                <a:ea typeface="Apple SD Gothic Neo"/>
                <a:cs typeface="Apple SD Gothic Neo"/>
              </a:defRPr>
            </a:pPr>
            <a:r>
              <a:rPr sz="1857" b="0">
                <a:solidFill>
                  <a:srgbClr val="697783"/>
                </a:solidFill>
                <a:latin typeface="Apple SD Gothic Neo"/>
                <a:ea typeface="Apple SD Gothic Neo"/>
                <a:cs typeface="Apple SD Gothic Neo"/>
              </a:rPr>
              <a:t>Agent A</a:t>
            </a:r>
          </a:p>
        </p:txBody>
      </p:sp>
      <p:sp>
        <p:nvSpPr>
          <p:cNvPr id="1092" name="necessity-v7-integration-branch-0">
            <a:extLst xmlns:a="http://schemas.openxmlformats.org/drawingml/2006/main">
              <a:ext uri="{FF2B5EF4-FFF2-40B4-BE49-F238E27FC236}">
                <a16:creationId xmlns:a16="http://schemas.microsoft.com/office/drawing/2014/main" id="{A85DAA69-09B9-4884-B751-BB34C49F35A8}"/>
              </a:ext>
            </a:extLst>
          </p:cNvPr>
          <p:cNvSpPr>
            <a:spLocks xmlns:a="http://schemas.openxmlformats.org/drawingml/2006/main" noGrp="1"/>
          </p:cNvSpPr>
          <p:nvPr/>
        </p:nvSpPr>
        <p:spPr>
          <a:xfrm xmlns:a="http://schemas.openxmlformats.org/drawingml/2006/main">
            <a:off x="14380370" y="8172450"/>
            <a:ext cx="14288" cy="14288"/>
          </a:xfrm>
          <a:prstGeom xmlns:a="http://schemas.openxmlformats.org/drawingml/2006/main" prst="rect">
            <a:avLst/>
          </a:prstGeom>
          <a:noFill xmlns:a="http://schemas.openxmlformats.org/drawingml/2006/main"/>
          <a:ln xmlns:a="http://schemas.openxmlformats.org/drawingml/2006/main" w="0">
            <a:noFill/>
            <a:prstDash val="solid"/>
          </a:ln>
        </p:spPr>
      </p:sp>
      <p:sp>
        <p:nvSpPr>
          <p:cNvPr id="1093" name="necessity-v7-integration-spine-0">
            <a:extLst xmlns:a="http://schemas.openxmlformats.org/drawingml/2006/main">
              <a:ext uri="{FF2B5EF4-FFF2-40B4-BE49-F238E27FC236}">
                <a16:creationId xmlns:a16="http://schemas.microsoft.com/office/drawing/2014/main" id="{8CEA9925-8CC8-49FD-B840-F145169DC5B6}"/>
              </a:ext>
            </a:extLst>
          </p:cNvPr>
          <p:cNvSpPr>
            <a:spLocks xmlns:a="http://schemas.openxmlformats.org/drawingml/2006/main" noGrp="1"/>
          </p:cNvSpPr>
          <p:nvPr/>
        </p:nvSpPr>
        <p:spPr>
          <a:xfrm xmlns:a="http://schemas.openxmlformats.org/drawingml/2006/main">
            <a:off x="14387512" y="8179594"/>
            <a:ext cx="0" cy="371475"/>
          </a:xfrm>
          <a:prstGeom xmlns:a="http://schemas.openxmlformats.org/drawingml/2006/main" prst="line">
            <a:avLst/>
          </a:prstGeom>
          <a:noFill xmlns:a="http://schemas.openxmlformats.org/drawingml/2006/main"/>
          <a:ln xmlns:a="http://schemas.openxmlformats.org/drawingml/2006/main" w="17145">
            <a:solidFill>
              <a:srgbClr val="697783"/>
            </a:solidFill>
            <a:prstDash val="solid"/>
          </a:ln>
        </p:spPr>
      </p:sp>
      <p:cxnSp>
        <p:nvCxnSpPr>
          <p:cNvPr id="1094" name=""/>
          <p:cNvCxnSpPr>
            <a:stCxn xmlns:a="http://schemas.openxmlformats.org/drawingml/2006/main" id="1092" idx="3"/>
            <a:endCxn xmlns:a="http://schemas.openxmlformats.org/drawingml/2006/main" id="1090" idx="1"/>
          </p:cNvCxnSpPr>
          <p:nvPr/>
        </p:nvCxnSpPr>
        <p:spPr>
          <a:xfrm xmlns:a="http://schemas.openxmlformats.org/drawingml/2006/main">
            <a:off x="14394657" y="8179594"/>
            <a:ext cx="835818" cy="0"/>
          </a:xfrm>
          <a:prstGeom xmlns:a="http://schemas.openxmlformats.org/drawingml/2006/main" prst="straightConnector1">
            <a:avLst/>
          </a:prstGeom>
          <a:ln xmlns:a="http://schemas.openxmlformats.org/drawingml/2006/main" w="20002">
            <a:solidFill>
              <a:srgbClr val="697783"/>
            </a:solidFill>
            <a:prstDash val="solid"/>
            <a:tailEnd type="triangle" w="sm" len="sm"/>
          </a:ln>
        </p:spPr>
      </p:cxnSp>
      <p:sp>
        <p:nvSpPr>
          <p:cNvPr id="1095" name="necessity-v7-integration-agent-1">
            <a:extLst xmlns:a="http://schemas.openxmlformats.org/drawingml/2006/main">
              <a:ext uri="{FF2B5EF4-FFF2-40B4-BE49-F238E27FC236}">
                <a16:creationId xmlns:a16="http://schemas.microsoft.com/office/drawing/2014/main" id="{E2290987-B8ED-48B0-860A-A52174A107A6}"/>
              </a:ext>
            </a:extLst>
          </p:cNvPr>
          <p:cNvSpPr>
            <a:spLocks xmlns:a="http://schemas.openxmlformats.org/drawingml/2006/main" noGrp="1"/>
          </p:cNvSpPr>
          <p:nvPr/>
        </p:nvSpPr>
        <p:spPr>
          <a:xfrm xmlns:a="http://schemas.openxmlformats.org/drawingml/2006/main">
            <a:off x="15230475" y="8386762"/>
            <a:ext cx="2300288" cy="328612"/>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4288">
            <a:solidFill>
              <a:srgbClr val="AEBBC8"/>
            </a:solidFill>
            <a:prstDash val="solid"/>
          </a:ln>
        </p:spPr>
      </p:sp>
      <p:sp>
        <p:nvSpPr>
          <p:cNvPr id="1096" name="necessity-v7-integration-agent-label-1">
            <a:extLst xmlns:a="http://schemas.openxmlformats.org/drawingml/2006/main">
              <a:ext uri="{FF2B5EF4-FFF2-40B4-BE49-F238E27FC236}">
                <a16:creationId xmlns:a16="http://schemas.microsoft.com/office/drawing/2014/main" id="{9136FA42-A4E0-45E7-BCF3-2B6BBDB5A860}"/>
              </a:ext>
            </a:extLst>
          </p:cNvPr>
          <p:cNvSpPr>
            <a:spLocks xmlns:a="http://schemas.openxmlformats.org/drawingml/2006/main" noGrp="1"/>
          </p:cNvSpPr>
          <p:nvPr/>
        </p:nvSpPr>
        <p:spPr>
          <a:xfrm xmlns:a="http://schemas.openxmlformats.org/drawingml/2006/main">
            <a:off x="15230475" y="8401050"/>
            <a:ext cx="2300288" cy="300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57" b="0">
                <a:solidFill>
                  <a:srgbClr val="697783"/>
                </a:solidFill>
                <a:latin typeface="Apple SD Gothic Neo"/>
                <a:ea typeface="Apple SD Gothic Neo"/>
                <a:cs typeface="Apple SD Gothic Neo"/>
              </a:defRPr>
            </a:pPr>
            <a:r>
              <a:rPr sz="1857" b="0">
                <a:solidFill>
                  <a:srgbClr val="697783"/>
                </a:solidFill>
                <a:latin typeface="Apple SD Gothic Neo"/>
                <a:ea typeface="Apple SD Gothic Neo"/>
                <a:cs typeface="Apple SD Gothic Neo"/>
              </a:rPr>
              <a:t>Agent B</a:t>
            </a:r>
          </a:p>
        </p:txBody>
      </p:sp>
      <p:sp>
        <p:nvSpPr>
          <p:cNvPr id="1097" name="necessity-v7-integration-branch-1">
            <a:extLst xmlns:a="http://schemas.openxmlformats.org/drawingml/2006/main">
              <a:ext uri="{FF2B5EF4-FFF2-40B4-BE49-F238E27FC236}">
                <a16:creationId xmlns:a16="http://schemas.microsoft.com/office/drawing/2014/main" id="{D985E603-4F30-47BB-BB52-54FD76C96989}"/>
              </a:ext>
            </a:extLst>
          </p:cNvPr>
          <p:cNvSpPr>
            <a:spLocks xmlns:a="http://schemas.openxmlformats.org/drawingml/2006/main" noGrp="1"/>
          </p:cNvSpPr>
          <p:nvPr/>
        </p:nvSpPr>
        <p:spPr>
          <a:xfrm xmlns:a="http://schemas.openxmlformats.org/drawingml/2006/main">
            <a:off x="14380370" y="8543925"/>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98" name=""/>
          <p:cNvCxnSpPr>
            <a:stCxn xmlns:a="http://schemas.openxmlformats.org/drawingml/2006/main" id="1097" idx="3"/>
            <a:endCxn xmlns:a="http://schemas.openxmlformats.org/drawingml/2006/main" id="1095" idx="1"/>
          </p:cNvCxnSpPr>
          <p:nvPr/>
        </p:nvCxnSpPr>
        <p:spPr>
          <a:xfrm xmlns:a="http://schemas.openxmlformats.org/drawingml/2006/main">
            <a:off x="14394657" y="8551070"/>
            <a:ext cx="835818" cy="0"/>
          </a:xfrm>
          <a:prstGeom xmlns:a="http://schemas.openxmlformats.org/drawingml/2006/main" prst="straightConnector1">
            <a:avLst/>
          </a:prstGeom>
          <a:ln xmlns:a="http://schemas.openxmlformats.org/drawingml/2006/main" w="20002">
            <a:solidFill>
              <a:srgbClr val="697783"/>
            </a:solidFill>
            <a:prstDash val="solid"/>
            <a:tailEnd type="triangle" w="sm" len="sm"/>
          </a:ln>
        </p:spPr>
      </p:cxnSp>
      <p:sp>
        <p:nvSpPr>
          <p:cNvPr id="1099" name="necessity-v7-integration-agent-2">
            <a:extLst xmlns:a="http://schemas.openxmlformats.org/drawingml/2006/main">
              <a:ext uri="{FF2B5EF4-FFF2-40B4-BE49-F238E27FC236}">
                <a16:creationId xmlns:a16="http://schemas.microsoft.com/office/drawing/2014/main" id="{6120ED2B-BF5E-480A-8CBB-E94E1DC26F52}"/>
              </a:ext>
            </a:extLst>
          </p:cNvPr>
          <p:cNvSpPr>
            <a:spLocks xmlns:a="http://schemas.openxmlformats.org/drawingml/2006/main" noGrp="1"/>
          </p:cNvSpPr>
          <p:nvPr/>
        </p:nvSpPr>
        <p:spPr>
          <a:xfrm xmlns:a="http://schemas.openxmlformats.org/drawingml/2006/main">
            <a:off x="15230475" y="8758238"/>
            <a:ext cx="2300288" cy="328612"/>
          </a:xfrm>
          <a:prstGeom xmlns:a="http://schemas.openxmlformats.org/drawingml/2006/main" prst="roundRect">
            <a:avLst>
              <a:gd name="adj" fmla="val 13043"/>
            </a:avLst>
          </a:prstGeom>
          <a:solidFill xmlns:a="http://schemas.openxmlformats.org/drawingml/2006/main">
            <a:srgbClr val="EAF3E2"/>
          </a:solidFill>
          <a:ln xmlns:a="http://schemas.openxmlformats.org/drawingml/2006/main" w="14288">
            <a:solidFill>
              <a:srgbClr val="218FAF"/>
            </a:solidFill>
            <a:prstDash val="solid"/>
          </a:ln>
        </p:spPr>
      </p:sp>
      <p:sp>
        <p:nvSpPr>
          <p:cNvPr id="1100" name="necessity-v7-integration-agent-label-2">
            <a:extLst xmlns:a="http://schemas.openxmlformats.org/drawingml/2006/main">
              <a:ext uri="{FF2B5EF4-FFF2-40B4-BE49-F238E27FC236}">
                <a16:creationId xmlns:a16="http://schemas.microsoft.com/office/drawing/2014/main" id="{3FC5F8DD-6359-42D1-9E1F-9C48EC8F7F42}"/>
              </a:ext>
            </a:extLst>
          </p:cNvPr>
          <p:cNvSpPr>
            <a:spLocks xmlns:a="http://schemas.openxmlformats.org/drawingml/2006/main" noGrp="1"/>
          </p:cNvSpPr>
          <p:nvPr/>
        </p:nvSpPr>
        <p:spPr>
          <a:xfrm xmlns:a="http://schemas.openxmlformats.org/drawingml/2006/main">
            <a:off x="15230475" y="8772525"/>
            <a:ext cx="2300288" cy="300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57" b="1">
                <a:solidFill>
                  <a:srgbClr val="218FAF"/>
                </a:solidFill>
                <a:latin typeface="Apple SD Gothic Neo"/>
                <a:ea typeface="Apple SD Gothic Neo"/>
                <a:cs typeface="Apple SD Gothic Neo"/>
              </a:defRPr>
            </a:pPr>
            <a:r>
              <a:rPr sz="1857" b="1">
                <a:solidFill>
                  <a:srgbClr val="218FAF"/>
                </a:solidFill>
                <a:latin typeface="Apple SD Gothic Neo"/>
                <a:ea typeface="Apple SD Gothic Neo"/>
                <a:cs typeface="Apple SD Gothic Neo"/>
              </a:rPr>
              <a:t>새 Agent</a:t>
            </a:r>
          </a:p>
        </p:txBody>
      </p:sp>
      <p:sp>
        <p:nvSpPr>
          <p:cNvPr id="1101" name="necessity-v7-integration-branch-2">
            <a:extLst xmlns:a="http://schemas.openxmlformats.org/drawingml/2006/main">
              <a:ext uri="{FF2B5EF4-FFF2-40B4-BE49-F238E27FC236}">
                <a16:creationId xmlns:a16="http://schemas.microsoft.com/office/drawing/2014/main" id="{CEF3B099-2C6A-47C9-8DFC-BC535B8CA562}"/>
              </a:ext>
            </a:extLst>
          </p:cNvPr>
          <p:cNvSpPr>
            <a:spLocks xmlns:a="http://schemas.openxmlformats.org/drawingml/2006/main" noGrp="1"/>
          </p:cNvSpPr>
          <p:nvPr/>
        </p:nvSpPr>
        <p:spPr>
          <a:xfrm xmlns:a="http://schemas.openxmlformats.org/drawingml/2006/main">
            <a:off x="14380370" y="8915400"/>
            <a:ext cx="14288" cy="14288"/>
          </a:xfrm>
          <a:prstGeom xmlns:a="http://schemas.openxmlformats.org/drawingml/2006/main" prst="rect">
            <a:avLst/>
          </a:prstGeom>
          <a:noFill xmlns:a="http://schemas.openxmlformats.org/drawingml/2006/main"/>
          <a:ln xmlns:a="http://schemas.openxmlformats.org/drawingml/2006/main" w="0">
            <a:noFill/>
            <a:prstDash val="solid"/>
          </a:ln>
        </p:spPr>
      </p:sp>
      <p:sp>
        <p:nvSpPr>
          <p:cNvPr id="1102" name="necessity-v7-integration-spine-2">
            <a:extLst xmlns:a="http://schemas.openxmlformats.org/drawingml/2006/main">
              <a:ext uri="{FF2B5EF4-FFF2-40B4-BE49-F238E27FC236}">
                <a16:creationId xmlns:a16="http://schemas.microsoft.com/office/drawing/2014/main" id="{E38C354A-812E-48C4-8842-9FCEE56F2334}"/>
              </a:ext>
            </a:extLst>
          </p:cNvPr>
          <p:cNvSpPr>
            <a:spLocks xmlns:a="http://schemas.openxmlformats.org/drawingml/2006/main" noGrp="1"/>
          </p:cNvSpPr>
          <p:nvPr/>
        </p:nvSpPr>
        <p:spPr>
          <a:xfrm xmlns:a="http://schemas.openxmlformats.org/drawingml/2006/main">
            <a:off x="14387512" y="8551070"/>
            <a:ext cx="0" cy="371475"/>
          </a:xfrm>
          <a:prstGeom xmlns:a="http://schemas.openxmlformats.org/drawingml/2006/main" prst="line">
            <a:avLst/>
          </a:prstGeom>
          <a:noFill xmlns:a="http://schemas.openxmlformats.org/drawingml/2006/main"/>
          <a:ln xmlns:a="http://schemas.openxmlformats.org/drawingml/2006/main" w="17145">
            <a:solidFill>
              <a:srgbClr val="218FAF"/>
            </a:solidFill>
            <a:prstDash val="solid"/>
          </a:ln>
        </p:spPr>
      </p:sp>
      <p:cxnSp>
        <p:nvCxnSpPr>
          <p:cNvPr id="1103" name=""/>
          <p:cNvCxnSpPr>
            <a:stCxn xmlns:a="http://schemas.openxmlformats.org/drawingml/2006/main" id="1101" idx="3"/>
            <a:endCxn xmlns:a="http://schemas.openxmlformats.org/drawingml/2006/main" id="1099" idx="1"/>
          </p:cNvCxnSpPr>
          <p:nvPr/>
        </p:nvCxnSpPr>
        <p:spPr>
          <a:xfrm xmlns:a="http://schemas.openxmlformats.org/drawingml/2006/main">
            <a:off x="14394657" y="8922544"/>
            <a:ext cx="835818" cy="0"/>
          </a:xfrm>
          <a:prstGeom xmlns:a="http://schemas.openxmlformats.org/drawingml/2006/main" prst="straightConnector1">
            <a:avLst/>
          </a:prstGeom>
          <a:ln xmlns:a="http://schemas.openxmlformats.org/drawingml/2006/main" w="20002">
            <a:solidFill>
              <a:srgbClr val="218FAF"/>
            </a:solidFill>
            <a:prstDash val="solid"/>
            <a:tailEnd type="triangle" w="sm" len="sm"/>
          </a:ln>
        </p:spPr>
      </p:cxnSp>
      <p:sp>
        <p:nvSpPr>
          <p:cNvPr id="1104" name="necessity-v7-change-conclusion-green">
            <a:extLst xmlns:a="http://schemas.openxmlformats.org/drawingml/2006/main">
              <a:ext uri="{FF2B5EF4-FFF2-40B4-BE49-F238E27FC236}">
                <a16:creationId xmlns:a16="http://schemas.microsoft.com/office/drawing/2014/main" id="{40B34D24-87FC-478E-9432-830B40180665}"/>
              </a:ext>
            </a:extLst>
          </p:cNvPr>
          <p:cNvSpPr>
            <a:spLocks xmlns:a="http://schemas.openxmlformats.org/drawingml/2006/main" noGrp="1"/>
          </p:cNvSpPr>
          <p:nvPr/>
        </p:nvSpPr>
        <p:spPr>
          <a:xfrm xmlns:a="http://schemas.openxmlformats.org/drawingml/2006/main">
            <a:off x="12730162" y="9444038"/>
            <a:ext cx="4972050" cy="171450"/>
          </a:xfrm>
          <a:prstGeom xmlns:a="http://schemas.openxmlformats.org/drawingml/2006/main" prst="rect">
            <a:avLst/>
          </a:prstGeom>
          <a:solidFill xmlns:a="http://schemas.openxmlformats.org/drawingml/2006/main">
            <a:srgbClr val="CDE5BB"/>
          </a:solidFill>
          <a:ln xmlns:a="http://schemas.openxmlformats.org/drawingml/2006/main" w="0">
            <a:noFill/>
            <a:prstDash val="solid"/>
          </a:ln>
        </p:spPr>
      </p:sp>
      <p:sp>
        <p:nvSpPr>
          <p:cNvPr id="1105" name="necessity-v7-change-conclusion">
            <a:extLst xmlns:a="http://schemas.openxmlformats.org/drawingml/2006/main">
              <a:ext uri="{FF2B5EF4-FFF2-40B4-BE49-F238E27FC236}">
                <a16:creationId xmlns:a16="http://schemas.microsoft.com/office/drawing/2014/main" id="{F0572FE0-3119-4FF7-B41D-D9900848F705}"/>
              </a:ext>
            </a:extLst>
          </p:cNvPr>
          <p:cNvSpPr>
            <a:spLocks xmlns:a="http://schemas.openxmlformats.org/drawingml/2006/main" noGrp="1"/>
          </p:cNvSpPr>
          <p:nvPr/>
        </p:nvSpPr>
        <p:spPr>
          <a:xfrm xmlns:a="http://schemas.openxmlformats.org/drawingml/2006/main">
            <a:off x="12730162" y="9215438"/>
            <a:ext cx="4972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38" b="1">
                <a:solidFill>
                  <a:srgbClr val="171B20"/>
                </a:solidFill>
                <a:latin typeface="Apple SD Gothic Neo"/>
                <a:ea typeface="Apple SD Gothic Neo"/>
                <a:cs typeface="Apple SD Gothic Neo"/>
              </a:defRPr>
            </a:pPr>
            <a:r>
              <a:rPr sz="2138" b="1">
                <a:solidFill>
                  <a:srgbClr val="171B20"/>
                </a:solidFill>
                <a:latin typeface="Apple SD Gothic Neo"/>
                <a:ea typeface="Apple SD Gothic Neo"/>
                <a:cs typeface="Apple SD Gothic Neo"/>
              </a:rPr>
              <a:t>기존 기능을 유지하며 기술 발전 수용</a:t>
            </a:r>
          </a:p>
        </p:txBody>
      </p:sp>
    </p:spTree>
    <p:extLst>
      <p:ext uri="{BB962C8B-B14F-4D97-AF65-F5344CB8AC3E}">
        <p14:creationId xmlns:p14="http://schemas.microsoft.com/office/powerpoint/2010/main" val="665895680"/>
      </p:ext>
    </p:extLst>
  </p:cSld>
</p:sld>
</file>

<file path=ppt/slides/slide4.xml><?xml version="1.0" encoding="utf-8"?>
<p:sld xmlns:p="http://schemas.openxmlformats.org/presentationml/2006/main">
  <p:cSld name="representative-scenario">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title">
            <a:extLst xmlns:a="http://schemas.openxmlformats.org/drawingml/2006/main">
              <a:ext uri="{FF2B5EF4-FFF2-40B4-BE49-F238E27FC236}">
                <a16:creationId xmlns:a16="http://schemas.microsoft.com/office/drawing/2014/main" id="{46F7D485-C964-46E9-A0CE-CDC23268F0C7}"/>
              </a:ext>
            </a:extLst>
          </p:cNvPr>
          <p:cNvSpPr>
            <a:spLocks xmlns:a="http://schemas.openxmlformats.org/drawingml/2006/main" noGrp="1"/>
          </p:cNvSpPr>
          <p:nvPr/>
        </p:nvSpPr>
        <p:spPr>
          <a:xfrm xmlns:a="http://schemas.openxmlformats.org/drawingml/2006/main">
            <a:off x="571500" y="214312"/>
            <a:ext cx="10058400" cy="671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소개 | 대표 시나리오</a:t>
            </a:r>
          </a:p>
        </p:txBody>
      </p:sp>
      <p:sp>
        <p:nvSpPr>
          <p:cNvPr id="2" name="section-0">
            <a:extLst xmlns:a="http://schemas.openxmlformats.org/drawingml/2006/main">
              <a:ext uri="{FF2B5EF4-FFF2-40B4-BE49-F238E27FC236}">
                <a16:creationId xmlns:a16="http://schemas.microsoft.com/office/drawing/2014/main" id="{20627BC3-C17E-4ECB-8D90-84B3CDD85147}"/>
              </a:ext>
            </a:extLst>
          </p:cNvPr>
          <p:cNvSpPr>
            <a:spLocks xmlns:a="http://schemas.openxmlformats.org/drawingml/2006/main" noGrp="1"/>
          </p:cNvSpPr>
          <p:nvPr/>
        </p:nvSpPr>
        <p:spPr>
          <a:xfrm xmlns:a="http://schemas.openxmlformats.org/drawingml/2006/main">
            <a:off x="10929938" y="285750"/>
            <a:ext cx="1485900" cy="414338"/>
          </a:xfrm>
          <a:prstGeom xmlns:a="http://schemas.openxmlformats.org/drawingml/2006/main" prst="chevron">
            <a:avLst/>
          </a:prstGeom>
          <a:solidFill xmlns:a="http://schemas.openxmlformats.org/drawingml/2006/main">
            <a:srgbClr val="258FAF"/>
          </a:solidFill>
          <a:ln xmlns:a="http://schemas.openxmlformats.org/drawingml/2006/main" w="14288">
            <a:solidFill>
              <a:srgbClr val="FFFFFF"/>
            </a:solidFill>
          </a:ln>
        </p:spPr>
      </p:sp>
      <p:sp>
        <p:nvSpPr>
          <p:cNvPr id="3" name="section-label-0">
            <a:extLst xmlns:a="http://schemas.openxmlformats.org/drawingml/2006/main">
              <a:ext uri="{FF2B5EF4-FFF2-40B4-BE49-F238E27FC236}">
                <a16:creationId xmlns:a16="http://schemas.microsoft.com/office/drawing/2014/main" id="{594294E0-16A6-4BF9-84BC-3A17ABB9236F}"/>
              </a:ext>
            </a:extLst>
          </p:cNvPr>
          <p:cNvSpPr>
            <a:spLocks xmlns:a="http://schemas.openxmlformats.org/drawingml/2006/main" noGrp="1"/>
          </p:cNvSpPr>
          <p:nvPr/>
        </p:nvSpPr>
        <p:spPr>
          <a:xfrm xmlns:a="http://schemas.openxmlformats.org/drawingml/2006/main">
            <a:off x="11044238" y="328612"/>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과제 소개</a:t>
            </a:r>
          </a:p>
        </p:txBody>
      </p:sp>
      <p:sp>
        <p:nvSpPr>
          <p:cNvPr id="4" name="section-1">
            <a:extLst xmlns:a="http://schemas.openxmlformats.org/drawingml/2006/main">
              <a:ext uri="{FF2B5EF4-FFF2-40B4-BE49-F238E27FC236}">
                <a16:creationId xmlns:a16="http://schemas.microsoft.com/office/drawing/2014/main" id="{97AB402B-EC30-4A94-87A4-96FBB07F024A}"/>
              </a:ext>
            </a:extLst>
          </p:cNvPr>
          <p:cNvSpPr>
            <a:spLocks xmlns:a="http://schemas.openxmlformats.org/drawingml/2006/main" noGrp="1"/>
          </p:cNvSpPr>
          <p:nvPr/>
        </p:nvSpPr>
        <p:spPr>
          <a:xfrm xmlns:a="http://schemas.openxmlformats.org/drawingml/2006/main">
            <a:off x="1227296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5" name="section-label-1">
            <a:extLst xmlns:a="http://schemas.openxmlformats.org/drawingml/2006/main">
              <a:ext uri="{FF2B5EF4-FFF2-40B4-BE49-F238E27FC236}">
                <a16:creationId xmlns:a16="http://schemas.microsoft.com/office/drawing/2014/main" id="{F8B2CBA6-5C2F-48E7-A45B-F7F4937EAD27}"/>
              </a:ext>
            </a:extLst>
          </p:cNvPr>
          <p:cNvSpPr>
            <a:spLocks xmlns:a="http://schemas.openxmlformats.org/drawingml/2006/main" noGrp="1"/>
          </p:cNvSpPr>
          <p:nvPr/>
        </p:nvSpPr>
        <p:spPr>
          <a:xfrm xmlns:a="http://schemas.openxmlformats.org/drawingml/2006/main">
            <a:off x="12387262" y="328612"/>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요구사항 분석</a:t>
            </a:r>
          </a:p>
        </p:txBody>
      </p:sp>
      <p:sp>
        <p:nvSpPr>
          <p:cNvPr id="6" name="section-2">
            <a:extLst xmlns:a="http://schemas.openxmlformats.org/drawingml/2006/main">
              <a:ext uri="{FF2B5EF4-FFF2-40B4-BE49-F238E27FC236}">
                <a16:creationId xmlns:a16="http://schemas.microsoft.com/office/drawing/2014/main" id="{5D16BE09-CF50-44BB-BEFD-FBDA196F12C4}"/>
              </a:ext>
            </a:extLst>
          </p:cNvPr>
          <p:cNvSpPr>
            <a:spLocks xmlns:a="http://schemas.openxmlformats.org/drawingml/2006/main" noGrp="1"/>
          </p:cNvSpPr>
          <p:nvPr/>
        </p:nvSpPr>
        <p:spPr>
          <a:xfrm xmlns:a="http://schemas.openxmlformats.org/drawingml/2006/main">
            <a:off x="1361598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7" name="section-label-2">
            <a:extLst xmlns:a="http://schemas.openxmlformats.org/drawingml/2006/main">
              <a:ext uri="{FF2B5EF4-FFF2-40B4-BE49-F238E27FC236}">
                <a16:creationId xmlns:a16="http://schemas.microsoft.com/office/drawing/2014/main" id="{D842BAC8-B832-47D2-8D12-6BDD33D3CC9D}"/>
              </a:ext>
            </a:extLst>
          </p:cNvPr>
          <p:cNvSpPr>
            <a:spLocks xmlns:a="http://schemas.openxmlformats.org/drawingml/2006/main" noGrp="1"/>
          </p:cNvSpPr>
          <p:nvPr/>
        </p:nvSpPr>
        <p:spPr>
          <a:xfrm xmlns:a="http://schemas.openxmlformats.org/drawingml/2006/main">
            <a:off x="13730288" y="328612"/>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설계</a:t>
            </a:r>
          </a:p>
        </p:txBody>
      </p:sp>
      <p:sp>
        <p:nvSpPr>
          <p:cNvPr id="8" name="section-3">
            <a:extLst xmlns:a="http://schemas.openxmlformats.org/drawingml/2006/main">
              <a:ext uri="{FF2B5EF4-FFF2-40B4-BE49-F238E27FC236}">
                <a16:creationId xmlns:a16="http://schemas.microsoft.com/office/drawing/2014/main" id="{B6F9D7ED-363F-4286-BDD4-67556B86292D}"/>
              </a:ext>
            </a:extLst>
          </p:cNvPr>
          <p:cNvSpPr>
            <a:spLocks xmlns:a="http://schemas.openxmlformats.org/drawingml/2006/main" noGrp="1"/>
          </p:cNvSpPr>
          <p:nvPr/>
        </p:nvSpPr>
        <p:spPr>
          <a:xfrm xmlns:a="http://schemas.openxmlformats.org/drawingml/2006/main">
            <a:off x="1495901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9" name="section-label-3">
            <a:extLst xmlns:a="http://schemas.openxmlformats.org/drawingml/2006/main">
              <a:ext uri="{FF2B5EF4-FFF2-40B4-BE49-F238E27FC236}">
                <a16:creationId xmlns:a16="http://schemas.microsoft.com/office/drawing/2014/main" id="{B467D0E6-2704-4D2E-8C2C-E5592A943B84}"/>
              </a:ext>
            </a:extLst>
          </p:cNvPr>
          <p:cNvSpPr>
            <a:spLocks xmlns:a="http://schemas.openxmlformats.org/drawingml/2006/main" noGrp="1"/>
          </p:cNvSpPr>
          <p:nvPr/>
        </p:nvSpPr>
        <p:spPr>
          <a:xfrm xmlns:a="http://schemas.openxmlformats.org/drawingml/2006/main">
            <a:off x="15073312" y="328612"/>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구현 및 검증</a:t>
            </a:r>
          </a:p>
        </p:txBody>
      </p:sp>
      <p:sp>
        <p:nvSpPr>
          <p:cNvPr id="10" name="section-4">
            <a:extLst xmlns:a="http://schemas.openxmlformats.org/drawingml/2006/main">
              <a:ext uri="{FF2B5EF4-FFF2-40B4-BE49-F238E27FC236}">
                <a16:creationId xmlns:a16="http://schemas.microsoft.com/office/drawing/2014/main" id="{DF6231EB-4064-404D-AC37-EE49327DC1EE}"/>
              </a:ext>
            </a:extLst>
          </p:cNvPr>
          <p:cNvSpPr>
            <a:spLocks xmlns:a="http://schemas.openxmlformats.org/drawingml/2006/main" noGrp="1"/>
          </p:cNvSpPr>
          <p:nvPr/>
        </p:nvSpPr>
        <p:spPr>
          <a:xfrm xmlns:a="http://schemas.openxmlformats.org/drawingml/2006/main">
            <a:off x="1630203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1" name="section-label-4">
            <a:extLst xmlns:a="http://schemas.openxmlformats.org/drawingml/2006/main">
              <a:ext uri="{FF2B5EF4-FFF2-40B4-BE49-F238E27FC236}">
                <a16:creationId xmlns:a16="http://schemas.microsoft.com/office/drawing/2014/main" id="{796213A6-DC64-4F3D-9652-57DC33BFCF91}"/>
              </a:ext>
            </a:extLst>
          </p:cNvPr>
          <p:cNvSpPr>
            <a:spLocks xmlns:a="http://schemas.openxmlformats.org/drawingml/2006/main" noGrp="1"/>
          </p:cNvSpPr>
          <p:nvPr/>
        </p:nvSpPr>
        <p:spPr>
          <a:xfrm xmlns:a="http://schemas.openxmlformats.org/drawingml/2006/main">
            <a:off x="16416338" y="328612"/>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결론</a:t>
            </a:r>
          </a:p>
        </p:txBody>
      </p:sp>
      <p:sp>
        <p:nvSpPr>
          <p:cNvPr id="12" name="header-rule">
            <a:extLst xmlns:a="http://schemas.openxmlformats.org/drawingml/2006/main">
              <a:ext uri="{FF2B5EF4-FFF2-40B4-BE49-F238E27FC236}">
                <a16:creationId xmlns:a16="http://schemas.microsoft.com/office/drawing/2014/main" id="{B2FFB637-6F21-40C6-93AB-2459860B94D3}"/>
              </a:ext>
            </a:extLst>
          </p:cNvPr>
          <p:cNvSpPr>
            <a:spLocks xmlns:a="http://schemas.openxmlformats.org/drawingml/2006/main" noGrp="1"/>
          </p:cNvSpPr>
          <p:nvPr/>
        </p:nvSpPr>
        <p:spPr>
          <a:xfrm xmlns:a="http://schemas.openxmlformats.org/drawingml/2006/main">
            <a:off x="428625" y="971550"/>
            <a:ext cx="17430750" cy="0"/>
          </a:xfrm>
          <a:prstGeom xmlns:a="http://schemas.openxmlformats.org/drawingml/2006/main" prst="line">
            <a:avLst/>
          </a:prstGeom>
          <a:noFill xmlns:a="http://schemas.openxmlformats.org/drawingml/2006/main"/>
          <a:ln xmlns:a="http://schemas.openxmlformats.org/drawingml/2006/main" w="14288">
            <a:solidFill>
              <a:srgbClr val="6C747C"/>
            </a:solidFill>
          </a:ln>
        </p:spPr>
      </p:sp>
      <p:sp>
        <p:nvSpPr>
          <p:cNvPr id="13" name="story-subtitle">
            <a:extLst xmlns:a="http://schemas.openxmlformats.org/drawingml/2006/main">
              <a:ext uri="{FF2B5EF4-FFF2-40B4-BE49-F238E27FC236}">
                <a16:creationId xmlns:a16="http://schemas.microsoft.com/office/drawing/2014/main" id="{47F356DB-9521-48F7-85C3-C5F3CD458536}"/>
              </a:ext>
            </a:extLst>
          </p:cNvPr>
          <p:cNvSpPr>
            <a:spLocks xmlns:a="http://schemas.openxmlformats.org/drawingml/2006/main" noGrp="1"/>
          </p:cNvSpPr>
          <p:nvPr/>
        </p:nvSpPr>
        <p:spPr>
          <a:xfrm xmlns:a="http://schemas.openxmlformats.org/drawingml/2006/main">
            <a:off x="600075" y="1357312"/>
            <a:ext cx="17087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3150" b="1">
                <a:solidFill>
                  <a:srgbClr val="122445"/>
                </a:solidFill>
                <a:latin typeface="Apple SD Gothic Neo"/>
                <a:ea typeface="Apple SD Gothic Neo"/>
                <a:cs typeface="Apple SD Gothic Neo"/>
              </a:defRPr>
            </a:pPr>
            <a:r>
              <a:rPr sz="3150" b="1">
                <a:solidFill>
                  <a:srgbClr val="122445"/>
                </a:solidFill>
                <a:latin typeface="Apple SD Gothic Neo"/>
                <a:ea typeface="Apple SD Gothic Neo"/>
                <a:cs typeface="Apple SD Gothic Neo"/>
              </a:rPr>
              <a:t>표를 설명받고, 보고서와 메일 초안을 맡긴 뒤 대화로 작업을 이어가는 상황</a:t>
            </a:r>
          </a:p>
        </p:txBody>
      </p:sp>
      <p:sp>
        <p:nvSpPr>
          <p:cNvPr id="14" name="scene-1-heading">
            <a:extLst xmlns:a="http://schemas.openxmlformats.org/drawingml/2006/main">
              <a:ext uri="{FF2B5EF4-FFF2-40B4-BE49-F238E27FC236}">
                <a16:creationId xmlns:a16="http://schemas.microsoft.com/office/drawing/2014/main" id="{C5511969-CEC3-491E-AB61-000EC3136B73}"/>
              </a:ext>
            </a:extLst>
          </p:cNvPr>
          <p:cNvSpPr>
            <a:spLocks xmlns:a="http://schemas.openxmlformats.org/drawingml/2006/main" noGrp="1"/>
          </p:cNvSpPr>
          <p:nvPr/>
        </p:nvSpPr>
        <p:spPr>
          <a:xfrm xmlns:a="http://schemas.openxmlformats.org/drawingml/2006/main">
            <a:off x="571500" y="2214562"/>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① 화면을 짚어 질문</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412e7293f74449f5"/>
          <a:stretch xmlns:a="http://schemas.openxmlformats.org/drawingml/2006/main"/>
        </p:blipFill>
        <p:spPr>
          <a:xfrm xmlns:a="http://schemas.openxmlformats.org/drawingml/2006/main">
            <a:off x="571500" y="2686050"/>
            <a:ext cx="3200400" cy="2400300"/>
          </a:xfrm>
          <a:prstGeom xmlns:a="http://schemas.openxmlformats.org/drawingml/2006/main" prst="rect">
            <a:avLst/>
          </a:prstGeom>
        </p:spPr>
      </p:pic>
      <p:sp>
        <p:nvSpPr>
          <p:cNvPr id="16" name="scene-1-quote">
            <a:extLst xmlns:a="http://schemas.openxmlformats.org/drawingml/2006/main">
              <a:ext uri="{FF2B5EF4-FFF2-40B4-BE49-F238E27FC236}">
                <a16:creationId xmlns:a16="http://schemas.microsoft.com/office/drawing/2014/main" id="{691EB006-7091-4E58-A0DB-372F04BD0BE7}"/>
              </a:ext>
            </a:extLst>
          </p:cNvPr>
          <p:cNvSpPr>
            <a:spLocks xmlns:a="http://schemas.openxmlformats.org/drawingml/2006/main" noGrp="1"/>
          </p:cNvSpPr>
          <p:nvPr/>
        </p:nvSpPr>
        <p:spPr>
          <a:xfrm xmlns:a="http://schemas.openxmlformats.org/drawingml/2006/main">
            <a:off x="571500" y="5329238"/>
            <a:ext cx="32004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“이 표의 핵심을</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설명해줘.”</a:t>
            </a:r>
          </a:p>
        </p:txBody>
      </p:sp>
      <p:sp>
        <p:nvSpPr>
          <p:cNvPr id="17" name="scene-1-behavior">
            <a:extLst xmlns:a="http://schemas.openxmlformats.org/drawingml/2006/main">
              <a:ext uri="{FF2B5EF4-FFF2-40B4-BE49-F238E27FC236}">
                <a16:creationId xmlns:a16="http://schemas.microsoft.com/office/drawing/2014/main" id="{D24BD105-AA78-44A0-83C1-FE0B8B4F10B1}"/>
              </a:ext>
            </a:extLst>
          </p:cNvPr>
          <p:cNvSpPr>
            <a:spLocks xmlns:a="http://schemas.openxmlformats.org/drawingml/2006/main" noGrp="1"/>
          </p:cNvSpPr>
          <p:nvPr/>
        </p:nvSpPr>
        <p:spPr>
          <a:xfrm xmlns:a="http://schemas.openxmlformats.org/drawingml/2006/main">
            <a:off x="571500" y="7229475"/>
            <a:ext cx="320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당시 화면의 표를 지정</a:t>
            </a:r>
          </a:p>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VIA가 핵심을 직접 설명</a:t>
            </a:r>
          </a:p>
        </p:txBody>
      </p:sp>
      <p:sp>
        <p:nvSpPr>
          <p:cNvPr id="18" name="scene-2-heading">
            <a:extLst xmlns:a="http://schemas.openxmlformats.org/drawingml/2006/main">
              <a:ext uri="{FF2B5EF4-FFF2-40B4-BE49-F238E27FC236}">
                <a16:creationId xmlns:a16="http://schemas.microsoft.com/office/drawing/2014/main" id="{F444B45D-43D8-4C1A-8A6A-75510E1BFE21}"/>
              </a:ext>
            </a:extLst>
          </p:cNvPr>
          <p:cNvSpPr>
            <a:spLocks xmlns:a="http://schemas.openxmlformats.org/drawingml/2006/main" noGrp="1"/>
          </p:cNvSpPr>
          <p:nvPr/>
        </p:nvSpPr>
        <p:spPr>
          <a:xfrm xmlns:a="http://schemas.openxmlformats.org/drawingml/2006/main">
            <a:off x="4057650" y="2214562"/>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② 두 업무를 위임</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7d0fe689e32e4185"/>
          <a:stretch xmlns:a="http://schemas.openxmlformats.org/drawingml/2006/main"/>
        </p:blipFill>
        <p:spPr>
          <a:xfrm xmlns:a="http://schemas.openxmlformats.org/drawingml/2006/main">
            <a:off x="4057650" y="2686050"/>
            <a:ext cx="3200400" cy="2400300"/>
          </a:xfrm>
          <a:prstGeom xmlns:a="http://schemas.openxmlformats.org/drawingml/2006/main" prst="rect">
            <a:avLst/>
          </a:prstGeom>
        </p:spPr>
      </p:pic>
      <p:sp>
        <p:nvSpPr>
          <p:cNvPr id="20" name="scene-2-quote">
            <a:extLst xmlns:a="http://schemas.openxmlformats.org/drawingml/2006/main">
              <a:ext uri="{FF2B5EF4-FFF2-40B4-BE49-F238E27FC236}">
                <a16:creationId xmlns:a16="http://schemas.microsoft.com/office/drawing/2014/main" id="{5C2FC624-B809-4890-B7CF-A40661BCF06A}"/>
              </a:ext>
            </a:extLst>
          </p:cNvPr>
          <p:cNvSpPr>
            <a:spLocks xmlns:a="http://schemas.openxmlformats.org/drawingml/2006/main" noGrp="1"/>
          </p:cNvSpPr>
          <p:nvPr/>
        </p:nvSpPr>
        <p:spPr>
          <a:xfrm xmlns:a="http://schemas.openxmlformats.org/drawingml/2006/main">
            <a:off x="4057650" y="5329238"/>
            <a:ext cx="32004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“이 내용으로 PDF</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보고서 만들어줘.</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회의 안내 메일은</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초안만 작성해줘.”</a:t>
            </a:r>
          </a:p>
        </p:txBody>
      </p:sp>
      <p:sp>
        <p:nvSpPr>
          <p:cNvPr id="21" name="scene-2-behavior">
            <a:extLst xmlns:a="http://schemas.openxmlformats.org/drawingml/2006/main">
              <a:ext uri="{FF2B5EF4-FFF2-40B4-BE49-F238E27FC236}">
                <a16:creationId xmlns:a16="http://schemas.microsoft.com/office/drawing/2014/main" id="{B49DEA0C-5527-4A70-B806-7F62CFCE5A8F}"/>
              </a:ext>
            </a:extLst>
          </p:cNvPr>
          <p:cNvSpPr>
            <a:spLocks xmlns:a="http://schemas.openxmlformats.org/drawingml/2006/main" noGrp="1"/>
          </p:cNvSpPr>
          <p:nvPr/>
        </p:nvSpPr>
        <p:spPr>
          <a:xfrm xmlns:a="http://schemas.openxmlformats.org/drawingml/2006/main">
            <a:off x="4057650" y="7229475"/>
            <a:ext cx="320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앞선 설명으로 두 업무 위임</a:t>
            </a:r>
          </a:p>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PDF와 ‘초안만’ 조건 보존</a:t>
            </a:r>
          </a:p>
        </p:txBody>
      </p:sp>
      <p:sp>
        <p:nvSpPr>
          <p:cNvPr id="22" name="scene-3-heading">
            <a:extLst xmlns:a="http://schemas.openxmlformats.org/drawingml/2006/main">
              <a:ext uri="{FF2B5EF4-FFF2-40B4-BE49-F238E27FC236}">
                <a16:creationId xmlns:a16="http://schemas.microsoft.com/office/drawing/2014/main" id="{5955D440-3682-4EF4-BF97-B254C94F2564}"/>
              </a:ext>
            </a:extLst>
          </p:cNvPr>
          <p:cNvSpPr>
            <a:spLocks xmlns:a="http://schemas.openxmlformats.org/drawingml/2006/main" noGrp="1"/>
          </p:cNvSpPr>
          <p:nvPr/>
        </p:nvSpPr>
        <p:spPr>
          <a:xfrm xmlns:a="http://schemas.openxmlformats.org/drawingml/2006/main">
            <a:off x="7543800" y="2214562"/>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③ 말하는 도중 정정</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dc14f194c893430b"/>
          <a:stretch xmlns:a="http://schemas.openxmlformats.org/drawingml/2006/main"/>
        </p:blipFill>
        <p:spPr>
          <a:xfrm xmlns:a="http://schemas.openxmlformats.org/drawingml/2006/main">
            <a:off x="7543800" y="2686050"/>
            <a:ext cx="3200400" cy="2400300"/>
          </a:xfrm>
          <a:prstGeom xmlns:a="http://schemas.openxmlformats.org/drawingml/2006/main" prst="rect">
            <a:avLst/>
          </a:prstGeom>
        </p:spPr>
      </p:pic>
      <p:sp>
        <p:nvSpPr>
          <p:cNvPr id="24" name="scene-3-quote">
            <a:extLst xmlns:a="http://schemas.openxmlformats.org/drawingml/2006/main">
              <a:ext uri="{FF2B5EF4-FFF2-40B4-BE49-F238E27FC236}">
                <a16:creationId xmlns:a16="http://schemas.microsoft.com/office/drawing/2014/main" id="{CCE8EA90-40AF-42D8-8483-731D01F7CDF7}"/>
              </a:ext>
            </a:extLst>
          </p:cNvPr>
          <p:cNvSpPr>
            <a:spLocks xmlns:a="http://schemas.openxmlformats.org/drawingml/2006/main" noGrp="1"/>
          </p:cNvSpPr>
          <p:nvPr/>
        </p:nvSpPr>
        <p:spPr>
          <a:xfrm xmlns:a="http://schemas.openxmlformats.org/drawingml/2006/main">
            <a:off x="7543800" y="5329238"/>
            <a:ext cx="32004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“잠깐, 보고서는 지난번</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고친 형식으로 만들어줘.</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메일은 그대로 진행해.”</a:t>
            </a:r>
          </a:p>
        </p:txBody>
      </p:sp>
      <p:sp>
        <p:nvSpPr>
          <p:cNvPr id="25" name="scene-3-behavior">
            <a:extLst xmlns:a="http://schemas.openxmlformats.org/drawingml/2006/main">
              <a:ext uri="{FF2B5EF4-FFF2-40B4-BE49-F238E27FC236}">
                <a16:creationId xmlns:a16="http://schemas.microsoft.com/office/drawing/2014/main" id="{CCA6DEBB-4F56-42DC-AD0B-4607FC971EBD}"/>
              </a:ext>
            </a:extLst>
          </p:cNvPr>
          <p:cNvSpPr>
            <a:spLocks xmlns:a="http://schemas.openxmlformats.org/drawingml/2006/main" noGrp="1"/>
          </p:cNvSpPr>
          <p:nvPr/>
        </p:nvSpPr>
        <p:spPr>
          <a:xfrm xmlns:a="http://schemas.openxmlformats.org/drawingml/2006/main">
            <a:off x="7543800" y="7229475"/>
            <a:ext cx="320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음성 응답을 즉시 중단</a:t>
            </a:r>
          </a:p>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보고서의 형식만 변경</a:t>
            </a:r>
          </a:p>
        </p:txBody>
      </p:sp>
      <p:sp>
        <p:nvSpPr>
          <p:cNvPr id="26" name="scene-4-heading">
            <a:extLst xmlns:a="http://schemas.openxmlformats.org/drawingml/2006/main">
              <a:ext uri="{FF2B5EF4-FFF2-40B4-BE49-F238E27FC236}">
                <a16:creationId xmlns:a16="http://schemas.microsoft.com/office/drawing/2014/main" id="{9DB00A0E-71FC-453F-80B7-2DD7772B4A75}"/>
              </a:ext>
            </a:extLst>
          </p:cNvPr>
          <p:cNvSpPr>
            <a:spLocks xmlns:a="http://schemas.openxmlformats.org/drawingml/2006/main" noGrp="1"/>
          </p:cNvSpPr>
          <p:nvPr/>
        </p:nvSpPr>
        <p:spPr>
          <a:xfrm xmlns:a="http://schemas.openxmlformats.org/drawingml/2006/main">
            <a:off x="11029950" y="2214562"/>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④ 해당 업무에 답변</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926c21a837c1492e"/>
          <a:stretch xmlns:a="http://schemas.openxmlformats.org/drawingml/2006/main"/>
        </p:blipFill>
        <p:spPr>
          <a:xfrm xmlns:a="http://schemas.openxmlformats.org/drawingml/2006/main">
            <a:off x="11029950" y="2686050"/>
            <a:ext cx="3200400" cy="2400300"/>
          </a:xfrm>
          <a:prstGeom xmlns:a="http://schemas.openxmlformats.org/drawingml/2006/main" prst="rect">
            <a:avLst/>
          </a:prstGeom>
        </p:spPr>
      </p:pic>
      <p:sp>
        <p:nvSpPr>
          <p:cNvPr id="28" name="scene-4-quote">
            <a:extLst xmlns:a="http://schemas.openxmlformats.org/drawingml/2006/main">
              <a:ext uri="{FF2B5EF4-FFF2-40B4-BE49-F238E27FC236}">
                <a16:creationId xmlns:a16="http://schemas.microsoft.com/office/drawing/2014/main" id="{4D94570C-5467-41D6-8C6E-E2AAAF0ADD90}"/>
              </a:ext>
            </a:extLst>
          </p:cNvPr>
          <p:cNvSpPr>
            <a:spLocks xmlns:a="http://schemas.openxmlformats.org/drawingml/2006/main" noGrp="1"/>
          </p:cNvSpPr>
          <p:nvPr/>
        </p:nvSpPr>
        <p:spPr>
          <a:xfrm xmlns:a="http://schemas.openxmlformats.org/drawingml/2006/main">
            <a:off x="11029950" y="5329238"/>
            <a:ext cx="32004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VIA “초안의</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받는 사람은?”</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사용자 “영업팀.”</a:t>
            </a:r>
          </a:p>
        </p:txBody>
      </p:sp>
      <p:sp>
        <p:nvSpPr>
          <p:cNvPr id="29" name="scene-4-behavior">
            <a:extLst xmlns:a="http://schemas.openxmlformats.org/drawingml/2006/main">
              <a:ext uri="{FF2B5EF4-FFF2-40B4-BE49-F238E27FC236}">
                <a16:creationId xmlns:a16="http://schemas.microsoft.com/office/drawing/2014/main" id="{35249B1C-946B-40EB-964E-37DBC59AE3A6}"/>
              </a:ext>
            </a:extLst>
          </p:cNvPr>
          <p:cNvSpPr>
            <a:spLocks xmlns:a="http://schemas.openxmlformats.org/drawingml/2006/main" noGrp="1"/>
          </p:cNvSpPr>
          <p:nvPr/>
        </p:nvSpPr>
        <p:spPr>
          <a:xfrm xmlns:a="http://schemas.openxmlformats.org/drawingml/2006/main">
            <a:off x="11029950" y="7229475"/>
            <a:ext cx="320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정정 중 도착한 질문을 보류</a:t>
            </a:r>
          </a:p>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발화 후 메일에 답변 연결</a:t>
            </a:r>
          </a:p>
        </p:txBody>
      </p:sp>
      <p:sp>
        <p:nvSpPr>
          <p:cNvPr id="30" name="scene-5-heading">
            <a:extLst xmlns:a="http://schemas.openxmlformats.org/drawingml/2006/main">
              <a:ext uri="{FF2B5EF4-FFF2-40B4-BE49-F238E27FC236}">
                <a16:creationId xmlns:a16="http://schemas.microsoft.com/office/drawing/2014/main" id="{D2E74A05-3BE2-41CD-A790-11D160FBE758}"/>
              </a:ext>
            </a:extLst>
          </p:cNvPr>
          <p:cNvSpPr>
            <a:spLocks xmlns:a="http://schemas.openxmlformats.org/drawingml/2006/main" noGrp="1"/>
          </p:cNvSpPr>
          <p:nvPr/>
        </p:nvSpPr>
        <p:spPr>
          <a:xfrm xmlns:a="http://schemas.openxmlformats.org/drawingml/2006/main">
            <a:off x="14516100" y="2214562"/>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⑤ Text로 상태 확인</a:t>
            </a:r>
          </a:p>
        </p:txBody>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e7e7daa896bb48e9"/>
          <a:stretch xmlns:a="http://schemas.openxmlformats.org/drawingml/2006/main"/>
        </p:blipFill>
        <p:spPr>
          <a:xfrm xmlns:a="http://schemas.openxmlformats.org/drawingml/2006/main">
            <a:off x="14516100" y="2686050"/>
            <a:ext cx="3200400" cy="2400300"/>
          </a:xfrm>
          <a:prstGeom xmlns:a="http://schemas.openxmlformats.org/drawingml/2006/main" prst="rect">
            <a:avLst/>
          </a:prstGeom>
        </p:spPr>
      </p:pic>
      <p:sp>
        <p:nvSpPr>
          <p:cNvPr id="32" name="scene-5-quote">
            <a:extLst xmlns:a="http://schemas.openxmlformats.org/drawingml/2006/main">
              <a:ext uri="{FF2B5EF4-FFF2-40B4-BE49-F238E27FC236}">
                <a16:creationId xmlns:a16="http://schemas.microsoft.com/office/drawing/2014/main" id="{893A4672-D5DF-455D-940A-8A6C3023211E}"/>
              </a:ext>
            </a:extLst>
          </p:cNvPr>
          <p:cNvSpPr>
            <a:spLocks xmlns:a="http://schemas.openxmlformats.org/drawingml/2006/main" noGrp="1"/>
          </p:cNvSpPr>
          <p:nvPr/>
        </p:nvSpPr>
        <p:spPr>
          <a:xfrm xmlns:a="http://schemas.openxmlformats.org/drawingml/2006/main">
            <a:off x="14516100" y="5329238"/>
            <a:ext cx="32004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“아까 보고서</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어디까지 됐어?”</a:t>
            </a:r>
          </a:p>
        </p:txBody>
      </p:sp>
      <p:sp>
        <p:nvSpPr>
          <p:cNvPr id="33" name="scene-5-behavior">
            <a:extLst xmlns:a="http://schemas.openxmlformats.org/drawingml/2006/main">
              <a:ext uri="{FF2B5EF4-FFF2-40B4-BE49-F238E27FC236}">
                <a16:creationId xmlns:a16="http://schemas.microsoft.com/office/drawing/2014/main" id="{58D903F9-C2B1-4D00-91ED-95DE64352D92}"/>
              </a:ext>
            </a:extLst>
          </p:cNvPr>
          <p:cNvSpPr>
            <a:spLocks xmlns:a="http://schemas.openxmlformats.org/drawingml/2006/main" noGrp="1"/>
          </p:cNvSpPr>
          <p:nvPr/>
        </p:nvSpPr>
        <p:spPr>
          <a:xfrm xmlns:a="http://schemas.openxmlformats.org/drawingml/2006/main">
            <a:off x="14516100" y="7229475"/>
            <a:ext cx="320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음성을 끄고 Text로 전환</a:t>
            </a:r>
          </a:p>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기존 업무의 확인된 상태 전달</a:t>
            </a:r>
          </a:p>
        </p:txBody>
      </p:sp>
      <p:graphicFrame>
        <p:nvGraphicFramePr>
          <p:cNvPr id="70" name=""/>
          <p:cNvGraphicFramePr/>
          <p:nvPr/>
        </p:nvGraphicFramePr>
        <p:xfrm>
          <a:off xmlns:a="http://schemas.openxmlformats.org/drawingml/2006/main" x="571500" y="8343900"/>
          <a:ext xmlns:a="http://schemas.openxmlformats.org/drawingml/2006/main" cx="17145000" cy="1285875"/>
        </p:xfrm>
        <a:graphic xmlns:a="http://schemas.openxmlformats.org/drawingml/2006/main">
          <a:graphicData uri="http://schemas.openxmlformats.org/drawingml/2006/table">
            <a:tbl>
              <a:tblPr firstRow="0" bandRow="0"/>
              <a:tblGrid>
                <a:gridCol w="3486150"/>
                <a:gridCol w="3414712"/>
                <a:gridCol w="3414712"/>
                <a:gridCol w="3414712"/>
                <a:gridCol w="3414712"/>
              </a:tblGrid>
              <a:tr h="428625">
                <a:tc>
                  <a:txBody>
                    <a:bodyPr/>
                    <a:lstStyle/>
                    <a:p>
                      <a:pPr algn="l"/>
                      <a:r>
                        <a:rPr sz="1912" b="1">
                          <a:solidFill>
                            <a:srgbClr val="FFFFFF"/>
                          </a:solidFill>
                          <a:latin typeface="Apple SD Gothic Neo"/>
                          <a:ea typeface="Apple SD Gothic Neo"/>
                          <a:cs typeface="Apple SD Gothic Neo"/>
                        </a:rPr>
                        <a:t>업무 상태</a:t>
                      </a:r>
                    </a:p>
                  </a:txBody>
                  <a:tcPr marL="128588" marR="128588" marT="14288" marB="14288" anchor="ctr">
                    <a:solidFill>
                      <a:srgbClr val="122445"/>
                    </a:solidFill>
                  </a:tcPr>
                </a:tc>
                <a:tc>
                  <a:txBody>
                    <a:bodyPr/>
                    <a:lstStyle/>
                    <a:p>
                      <a:pPr algn="l"/>
                      <a:r>
                        <a:rPr sz="1912" b="1">
                          <a:solidFill>
                            <a:srgbClr val="FFFFFF"/>
                          </a:solidFill>
                          <a:latin typeface="Apple SD Gothic Neo"/>
                          <a:ea typeface="Apple SD Gothic Neo"/>
                          <a:cs typeface="Apple SD Gothic Neo"/>
                        </a:rPr>
                        <a:t>② 위임</a:t>
                      </a:r>
                    </a:p>
                  </a:txBody>
                  <a:tcPr marL="128588" marR="128588" marT="14288" marB="14288" anchor="ctr">
                    <a:solidFill>
                      <a:srgbClr val="122445"/>
                    </a:solidFill>
                  </a:tcPr>
                </a:tc>
                <a:tc>
                  <a:txBody>
                    <a:bodyPr/>
                    <a:lstStyle/>
                    <a:p>
                      <a:pPr algn="l"/>
                      <a:r>
                        <a:rPr sz="1912" b="1">
                          <a:solidFill>
                            <a:srgbClr val="FFFFFF"/>
                          </a:solidFill>
                          <a:latin typeface="Apple SD Gothic Neo"/>
                          <a:ea typeface="Apple SD Gothic Neo"/>
                          <a:cs typeface="Apple SD Gothic Neo"/>
                        </a:rPr>
                        <a:t>③ 부분 정정</a:t>
                      </a:r>
                    </a:p>
                  </a:txBody>
                  <a:tcPr marL="128588" marR="128588" marT="14288" marB="14288" anchor="ctr">
                    <a:solidFill>
                      <a:srgbClr val="122445"/>
                    </a:solidFill>
                  </a:tcPr>
                </a:tc>
                <a:tc>
                  <a:txBody>
                    <a:bodyPr/>
                    <a:lstStyle/>
                    <a:p>
                      <a:pPr algn="l"/>
                      <a:r>
                        <a:rPr sz="1912" b="1">
                          <a:solidFill>
                            <a:srgbClr val="FFFFFF"/>
                          </a:solidFill>
                          <a:latin typeface="Apple SD Gothic Neo"/>
                          <a:ea typeface="Apple SD Gothic Neo"/>
                          <a:cs typeface="Apple SD Gothic Neo"/>
                        </a:rPr>
                        <a:t>④ 질문·답변</a:t>
                      </a:r>
                    </a:p>
                  </a:txBody>
                  <a:tcPr marL="128588" marR="128588" marT="14288" marB="14288" anchor="ctr">
                    <a:solidFill>
                      <a:srgbClr val="122445"/>
                    </a:solidFill>
                  </a:tcPr>
                </a:tc>
                <a:tc>
                  <a:txBody>
                    <a:bodyPr/>
                    <a:lstStyle/>
                    <a:p>
                      <a:pPr algn="l"/>
                      <a:r>
                        <a:rPr sz="1912" b="1">
                          <a:solidFill>
                            <a:srgbClr val="FFFFFF"/>
                          </a:solidFill>
                          <a:latin typeface="Apple SD Gothic Neo"/>
                          <a:ea typeface="Apple SD Gothic Neo"/>
                          <a:cs typeface="Apple SD Gothic Neo"/>
                        </a:rPr>
                        <a:t>⑤ 상태 확인</a:t>
                      </a:r>
                    </a:p>
                  </a:txBody>
                  <a:tcPr marL="128588" marR="128588" marT="14288" marB="14288" anchor="ctr">
                    <a:solidFill>
                      <a:srgbClr val="122445"/>
                    </a:solidFill>
                  </a:tcPr>
                </a:tc>
              </a:tr>
              <a:tr h="428625">
                <a:tc>
                  <a:txBody>
                    <a:bodyPr/>
                    <a:lstStyle/>
                    <a:p>
                      <a:pPr algn="l"/>
                      <a:r>
                        <a:rPr sz="1912" b="1">
                          <a:solidFill>
                            <a:srgbClr val="20262C"/>
                          </a:solidFill>
                          <a:latin typeface="Apple SD Gothic Neo"/>
                          <a:ea typeface="Apple SD Gothic Neo"/>
                          <a:cs typeface="Apple SD Gothic Neo"/>
                        </a:rPr>
                        <a:t>보고서</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PDF 작성</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이전 형식 적용, PDF 유지</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작성 계속</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확인된 진행 상태 전달</a:t>
                      </a:r>
                    </a:p>
                  </a:txBody>
                  <a:tcPr marL="128588" marR="128588" marT="14288" marB="14288" anchor="ctr">
                    <a:solidFill>
                      <a:srgbClr val="FFFFFF"/>
                    </a:solidFill>
                  </a:tcPr>
                </a:tc>
              </a:tr>
              <a:tr h="428625">
                <a:tc>
                  <a:txBody>
                    <a:bodyPr/>
                    <a:lstStyle/>
                    <a:p>
                      <a:pPr algn="l"/>
                      <a:r>
                        <a:rPr sz="1912" b="1">
                          <a:solidFill>
                            <a:srgbClr val="20262C"/>
                          </a:solidFill>
                          <a:latin typeface="Apple SD Gothic Neo"/>
                          <a:ea typeface="Apple SD Gothic Neo"/>
                          <a:cs typeface="Apple SD Gothic Neo"/>
                        </a:rPr>
                        <a:t>메일 초안</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초안만 작성</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기존 지시 유지</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받는 사람: 영업팀</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초안 상태 유지</a:t>
                      </a:r>
                    </a:p>
                  </a:txBody>
                  <a:tcPr marL="128588" marR="128588" marT="14288" marB="14288" anchor="ctr">
                    <a:solidFill>
                      <a:srgbClr val="FFFFFF"/>
                    </a:solidFill>
                  </a:tcPr>
                </a:tc>
              </a:tr>
            </a:tbl>
          </a:graphicData>
        </a:graphic>
      </p:graphicFrame>
      <p:sp>
        <p:nvSpPr>
          <p:cNvPr id="35" name="role-boundary">
            <a:extLst xmlns:a="http://schemas.openxmlformats.org/drawingml/2006/main">
              <a:ext uri="{FF2B5EF4-FFF2-40B4-BE49-F238E27FC236}">
                <a16:creationId xmlns:a16="http://schemas.microsoft.com/office/drawing/2014/main" id="{18F976E7-BC2C-4ABE-97FC-1718E9E62D45}"/>
              </a:ext>
            </a:extLst>
          </p:cNvPr>
          <p:cNvSpPr>
            <a:spLocks xmlns:a="http://schemas.openxmlformats.org/drawingml/2006/main" noGrp="1"/>
          </p:cNvSpPr>
          <p:nvPr/>
        </p:nvSpPr>
        <p:spPr>
          <a:xfrm xmlns:a="http://schemas.openxmlformats.org/drawingml/2006/main">
            <a:off x="671512" y="9858375"/>
            <a:ext cx="16573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688" b="0">
                <a:solidFill>
                  <a:srgbClr val="657079"/>
                </a:solidFill>
                <a:latin typeface="Apple SD Gothic Neo"/>
                <a:ea typeface="Apple SD Gothic Neo"/>
                <a:cs typeface="Apple SD Gothic Neo"/>
              </a:defRPr>
            </a:pPr>
            <a:r>
              <a:rPr sz="1688" b="0">
                <a:solidFill>
                  <a:srgbClr val="657079"/>
                </a:solidFill>
                <a:latin typeface="Apple SD Gothic Neo"/>
                <a:ea typeface="Apple SD Gothic Neo"/>
                <a:cs typeface="Apple SD Gothic Neo"/>
              </a:rPr>
              <a:t>VIA: 요청 이해와 대화·업무 연결     Downstream Agent: 보고서·메일 초안의 실제 작성</a:t>
            </a:r>
          </a:p>
        </p:txBody>
      </p:sp>
      <p:sp>
        <p:nvSpPr>
          <p:cNvPr id="36" name="page-number">
            <a:extLst xmlns:a="http://schemas.openxmlformats.org/drawingml/2006/main">
              <a:ext uri="{FF2B5EF4-FFF2-40B4-BE49-F238E27FC236}">
                <a16:creationId xmlns:a16="http://schemas.microsoft.com/office/drawing/2014/main" id="{0247B05C-8071-4B4A-91A2-F4EFB8862C21}"/>
              </a:ext>
            </a:extLst>
          </p:cNvPr>
          <p:cNvSpPr>
            <a:spLocks xmlns:a="http://schemas.openxmlformats.org/drawingml/2006/main" noGrp="1"/>
          </p:cNvSpPr>
          <p:nvPr/>
        </p:nvSpPr>
        <p:spPr>
          <a:xfrm xmlns:a="http://schemas.openxmlformats.org/drawingml/2006/main">
            <a:off x="17630775" y="9858375"/>
            <a:ext cx="228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62" b="0">
                <a:solidFill>
                  <a:srgbClr val="657079"/>
                </a:solidFill>
                <a:latin typeface="Apple SD Gothic Neo"/>
                <a:ea typeface="Apple SD Gothic Neo"/>
                <a:cs typeface="Apple SD Gothic Neo"/>
              </a:defRPr>
            </a:pPr>
            <a:r>
              <a:rPr sz="1462" b="0">
                <a:solidFill>
                  <a:srgbClr val="657079"/>
                </a:solidFill>
                <a:latin typeface="Apple SD Gothic Neo"/>
                <a:ea typeface="Apple SD Gothic Neo"/>
                <a:cs typeface="Apple SD Gothic Neo"/>
              </a:rPr>
              <a:t>4</a:t>
            </a:r>
          </a:p>
        </p:txBody>
      </p:sp>
    </p:spTree>
    <p:extLst>
      <p:ext uri="{BB962C8B-B14F-4D97-AF65-F5344CB8AC3E}">
        <p14:creationId xmlns:p14="http://schemas.microsoft.com/office/powerpoint/2010/main" val="679796911"/>
      </p:ext>
    </p:extLst>
  </p:cSld>
</p:sld>
</file>

<file path=ppt/slides/slide5.xml><?xml version="1.0" encoding="utf-8"?>
<p:sld xmlns:p="http://schemas.openxmlformats.org/presentationml/2006/main">
  <p:cSld name="functional-requirements">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092BEB7-8E0A-41CB-A00E-B902962BF04A}"/>
              </a:ext>
            </a:extLst>
          </p:cNvPr>
          <p:cNvSpPr>
            <a:spLocks xmlns:a="http://schemas.openxmlformats.org/drawingml/2006/main" noGrp="1"/>
          </p:cNvSpPr>
          <p:nvPr/>
        </p:nvSpPr>
        <p:spPr>
          <a:xfrm xmlns:a="http://schemas.openxmlformats.org/drawingml/2006/main">
            <a:off x="457200" y="304800"/>
            <a:ext cx="17373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800" b="1">
                <a:solidFill>
                  <a:srgbClr val="202B35"/>
                </a:solidFill>
                <a:latin typeface="Apple SD Gothic Neo"/>
                <a:ea typeface="Apple SD Gothic Neo"/>
                <a:cs typeface="Apple SD Gothic Neo"/>
              </a:defRPr>
            </a:pPr>
            <a:r>
              <a:rPr sz="4800" b="1">
                <a:solidFill>
                  <a:srgbClr val="202B35"/>
                </a:solidFill>
                <a:latin typeface="Apple SD Gothic Neo"/>
                <a:ea typeface="Apple SD Gothic Neo"/>
                <a:cs typeface="Apple SD Gothic Neo"/>
              </a:rPr>
              <a:t>기능 요구사항 및 제약사항</a:t>
            </a:r>
          </a:p>
        </p:txBody>
      </p:sp>
      <p:sp>
        <p:nvSpPr>
          <p:cNvPr id="2" name="functional-heading">
            <a:extLst xmlns:a="http://schemas.openxmlformats.org/drawingml/2006/main">
              <a:ext uri="{FF2B5EF4-FFF2-40B4-BE49-F238E27FC236}">
                <a16:creationId xmlns:a16="http://schemas.microsoft.com/office/drawing/2014/main" id="{D342F900-6824-479E-8844-5EB8A5366A74}"/>
              </a:ext>
            </a:extLst>
          </p:cNvPr>
          <p:cNvSpPr>
            <a:spLocks xmlns:a="http://schemas.openxmlformats.org/drawingml/2006/main" noGrp="1"/>
          </p:cNvSpPr>
          <p:nvPr/>
        </p:nvSpPr>
        <p:spPr>
          <a:xfrm xmlns:a="http://schemas.openxmlformats.org/drawingml/2006/main">
            <a:off x="457200" y="1266825"/>
            <a:ext cx="1737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00" b="1">
                <a:solidFill>
                  <a:srgbClr val="2873B9"/>
                </a:solidFill>
                <a:latin typeface="Apple SD Gothic Neo"/>
                <a:ea typeface="Apple SD Gothic Neo"/>
                <a:cs typeface="Apple SD Gothic Neo"/>
              </a:defRPr>
            </a:pPr>
            <a:r>
              <a:rPr sz="2700" b="1">
                <a:solidFill>
                  <a:srgbClr val="2873B9"/>
                </a:solidFill>
                <a:latin typeface="Apple SD Gothic Neo"/>
                <a:ea typeface="Apple SD Gothic Neo"/>
                <a:cs typeface="Apple SD Gothic Neo"/>
              </a:rPr>
              <a:t>기능 요구사항</a:t>
            </a:r>
          </a:p>
        </p:txBody>
      </p:sp>
      <p:graphicFrame>
        <p:nvGraphicFramePr>
          <p:cNvPr id="9" name=""/>
          <p:cNvGraphicFramePr/>
          <p:nvPr/>
        </p:nvGraphicFramePr>
        <p:xfrm>
          <a:off xmlns:a="http://schemas.openxmlformats.org/drawingml/2006/main" x="457200" y="1809750"/>
          <a:ext xmlns:a="http://schemas.openxmlformats.org/drawingml/2006/main" cx="17373600" cy="4991100"/>
        </p:xfrm>
        <a:graphic xmlns:a="http://schemas.openxmlformats.org/drawingml/2006/main">
          <a:graphicData uri="http://schemas.openxmlformats.org/drawingml/2006/table">
            <a:tbl>
              <a:tblPr firstRow="0" bandRow="0"/>
              <a:tblGrid>
                <a:gridCol w="952500"/>
                <a:gridCol w="3333750"/>
                <a:gridCol w="10572750"/>
                <a:gridCol w="2514600"/>
              </a:tblGrid>
              <a:tr h="476250">
                <a:tc>
                  <a:txBody>
                    <a:bodyPr/>
                    <a:lstStyle/>
                    <a:p>
                      <a:pPr algn="ctr"/>
                      <a:r>
                        <a:rPr sz="2025" b="1">
                          <a:solidFill>
                            <a:srgbClr val="FFFFFF"/>
                          </a:solidFill>
                          <a:latin typeface="Apple SD Gothic Neo"/>
                          <a:ea typeface="Apple SD Gothic Neo"/>
                          <a:cs typeface="Apple SD Gothic Neo"/>
                        </a:rPr>
                        <a:t>ID</a:t>
                      </a:r>
                    </a:p>
                  </a:txBody>
                  <a:tcPr marL="95250" marR="95250" marT="19050" marB="19050" anchor="ctr">
                    <a:solidFill>
                      <a:srgbClr val="2873B9"/>
                    </a:solidFill>
                  </a:tcPr>
                </a:tc>
                <a:tc>
                  <a:txBody>
                    <a:bodyPr/>
                    <a:lstStyle/>
                    <a:p>
                      <a:pPr algn="ctr"/>
                      <a:r>
                        <a:rPr sz="2025" b="1">
                          <a:solidFill>
                            <a:srgbClr val="FFFFFF"/>
                          </a:solidFill>
                          <a:latin typeface="Apple SD Gothic Neo"/>
                          <a:ea typeface="Apple SD Gothic Neo"/>
                          <a:cs typeface="Apple SD Gothic Neo"/>
                        </a:rPr>
                        <a:t>기능 요구사항명</a:t>
                      </a:r>
                    </a:p>
                  </a:txBody>
                  <a:tcPr marL="95250" marR="95250" marT="19050" marB="19050" anchor="ctr">
                    <a:solidFill>
                      <a:srgbClr val="2873B9"/>
                    </a:solidFill>
                  </a:tcPr>
                </a:tc>
                <a:tc>
                  <a:txBody>
                    <a:bodyPr/>
                    <a:lstStyle/>
                    <a:p>
                      <a:pPr algn="l"/>
                      <a:r>
                        <a:rPr sz="2025" b="1">
                          <a:solidFill>
                            <a:srgbClr val="FFFFFF"/>
                          </a:solidFill>
                          <a:latin typeface="Apple SD Gothic Neo"/>
                          <a:ea typeface="Apple SD Gothic Neo"/>
                          <a:cs typeface="Apple SD Gothic Neo"/>
                        </a:rPr>
                        <a:t>설명</a:t>
                      </a:r>
                    </a:p>
                  </a:txBody>
                  <a:tcPr marL="152400" marR="152400" marT="19050" marB="19050" anchor="ctr">
                    <a:solidFill>
                      <a:srgbClr val="2873B9"/>
                    </a:solidFill>
                  </a:tcPr>
                </a:tc>
                <a:tc>
                  <a:txBody>
                    <a:bodyPr/>
                    <a:lstStyle/>
                    <a:p>
                      <a:pPr algn="ctr"/>
                      <a:r>
                        <a:rPr sz="2025" b="1">
                          <a:solidFill>
                            <a:srgbClr val="FFFFFF"/>
                          </a:solidFill>
                          <a:latin typeface="Apple SD Gothic Neo"/>
                          <a:ea typeface="Apple SD Gothic Neo"/>
                          <a:cs typeface="Apple SD Gothic Neo"/>
                        </a:rPr>
                        <a:t>관련 DP</a:t>
                      </a:r>
                    </a:p>
                  </a:txBody>
                  <a:tcPr marL="95250" marR="95250" marT="19050" marB="19050" anchor="ctr">
                    <a:solidFill>
                      <a:srgbClr val="2873B9"/>
                    </a:solidFill>
                  </a:tcPr>
                </a:tc>
              </a:tr>
              <a:tr h="752475">
                <a:tc>
                  <a:txBody>
                    <a:bodyPr/>
                    <a:lstStyle/>
                    <a:p>
                      <a:pPr algn="ctr"/>
                      <a:r>
                        <a:rPr sz="2175" b="1">
                          <a:solidFill>
                            <a:srgbClr val="2873B9"/>
                          </a:solidFill>
                          <a:latin typeface="Apple SD Gothic Neo"/>
                          <a:ea typeface="Apple SD Gothic Neo"/>
                          <a:cs typeface="Apple SD Gothic Neo"/>
                        </a:rPr>
                        <a:t>FR1</a:t>
                      </a:r>
                    </a:p>
                  </a:txBody>
                  <a:tcPr marL="95250" marR="95250" marT="19050" marB="19050" anchor="ctr">
                    <a:solidFill>
                      <a:srgbClr val="EEF4F9"/>
                    </a:solidFill>
                  </a:tcPr>
                </a:tc>
                <a:tc>
                  <a:txBody>
                    <a:bodyPr/>
                    <a:lstStyle/>
                    <a:p>
                      <a:pPr algn="ctr"/>
                      <a:r>
                        <a:rPr sz="2175" b="1">
                          <a:solidFill>
                            <a:srgbClr val="202B35"/>
                          </a:solidFill>
                          <a:latin typeface="Apple SD Gothic Neo"/>
                          <a:ea typeface="Apple SD Gothic Neo"/>
                          <a:cs typeface="Apple SD Gothic Neo"/>
                        </a:rPr>
                        <a:t>지속 대화 처리</a:t>
                      </a:r>
                    </a:p>
                  </a:txBody>
                  <a:tcPr marL="95250" marR="95250" marT="19050" marB="19050" anchor="ctr">
                    <a:solidFill>
                      <a:srgbClr val="EEF4F9"/>
                    </a:solidFill>
                  </a:tcPr>
                </a:tc>
                <a:tc>
                  <a:txBody>
                    <a:bodyPr/>
                    <a:lstStyle/>
                    <a:p>
                      <a:pPr algn="l"/>
                      <a:r>
                        <a:rPr sz="2175" b="0">
                          <a:solidFill>
                            <a:srgbClr val="202B35"/>
                          </a:solidFill>
                          <a:latin typeface="Apple SD Gothic Neo"/>
                          <a:ea typeface="Apple SD Gothic Neo"/>
                          <a:cs typeface="Apple SD Gothic Neo"/>
                        </a:rPr>
                        <a:t>VIA가 요청을 처리하거나 응답하는 동안에도 사용자의 음성 또는 텍스트 입력을 받아</a:t>
                      </a:r>
                    </a:p>
                    <a:p>
                      <a:pPr algn="l"/>
                      <a:r>
                        <a:rPr sz="2175" b="0">
                          <a:solidFill>
                            <a:srgbClr val="202B35"/>
                          </a:solidFill>
                          <a:latin typeface="Apple SD Gothic Neo"/>
                          <a:ea typeface="Apple SD Gothic Neo"/>
                          <a:cs typeface="Apple SD Gothic Neo"/>
                        </a:rPr>
                        <a:t>대화를 이어갈 수 있어야 한다.</a:t>
                      </a:r>
                    </a:p>
                  </a:txBody>
                  <a:tcPr marL="152400" marR="152400" marT="19050" marB="19050" anchor="ctr">
                    <a:solidFill>
                      <a:srgbClr val="EEF4F9"/>
                    </a:solidFill>
                  </a:tcPr>
                </a:tc>
                <a:tc>
                  <a:txBody>
                    <a:bodyPr/>
                    <a:lstStyle/>
                    <a:p>
                      <a:pPr algn="ctr"/>
                      <a:r>
                        <a:rPr sz="1950" b="0">
                          <a:solidFill>
                            <a:srgbClr val="202B35"/>
                          </a:solidFill>
                          <a:latin typeface="Apple SD Gothic Neo"/>
                          <a:ea typeface="Apple SD Gothic Neo"/>
                          <a:cs typeface="Apple SD Gothic Neo"/>
                        </a:rPr>
                        <a:t>04-44</a:t>
                      </a:r>
                    </a:p>
                  </a:txBody>
                  <a:tcPr marL="95250" marR="95250" marT="19050" marB="19050" anchor="ctr">
                    <a:solidFill>
                      <a:srgbClr val="EEF4F9"/>
                    </a:solidFill>
                  </a:tcPr>
                </a:tc>
              </a:tr>
              <a:tr h="752475">
                <a:tc>
                  <a:txBody>
                    <a:bodyPr/>
                    <a:lstStyle/>
                    <a:p>
                      <a:pPr algn="ctr"/>
                      <a:r>
                        <a:rPr sz="2175" b="1">
                          <a:solidFill>
                            <a:srgbClr val="2873B9"/>
                          </a:solidFill>
                          <a:latin typeface="Apple SD Gothic Neo"/>
                          <a:ea typeface="Apple SD Gothic Neo"/>
                          <a:cs typeface="Apple SD Gothic Neo"/>
                        </a:rPr>
                        <a:t>FR2</a:t>
                      </a:r>
                    </a:p>
                  </a:txBody>
                  <a:tcPr marL="95250" marR="95250" marT="19050" marB="19050" anchor="ctr">
                    <a:solidFill>
                      <a:srgbClr val="F8FAFC"/>
                    </a:solidFill>
                  </a:tcPr>
                </a:tc>
                <a:tc>
                  <a:txBody>
                    <a:bodyPr/>
                    <a:lstStyle/>
                    <a:p>
                      <a:pPr algn="ctr"/>
                      <a:r>
                        <a:rPr sz="2175" b="1">
                          <a:solidFill>
                            <a:srgbClr val="202B35"/>
                          </a:solidFill>
                          <a:latin typeface="Apple SD Gothic Neo"/>
                          <a:ea typeface="Apple SD Gothic Neo"/>
                          <a:cs typeface="Apple SD Gothic Neo"/>
                        </a:rPr>
                        <a:t>맥락 기반 요청 해석</a:t>
                      </a:r>
                    </a:p>
                  </a:txBody>
                  <a:tcPr marL="95250" marR="95250" marT="19050" marB="19050" anchor="ctr">
                    <a:solidFill>
                      <a:srgbClr val="F8FAFC"/>
                    </a:solidFill>
                  </a:tcPr>
                </a:tc>
                <a:tc>
                  <a:txBody>
                    <a:bodyPr/>
                    <a:lstStyle/>
                    <a:p>
                      <a:pPr algn="l"/>
                      <a:r>
                        <a:rPr sz="2175" b="0">
                          <a:solidFill>
                            <a:srgbClr val="202B35"/>
                          </a:solidFill>
                          <a:latin typeface="Apple SD Gothic Neo"/>
                          <a:ea typeface="Apple SD Gothic Neo"/>
                          <a:cs typeface="Apple SD Gothic Neo"/>
                        </a:rPr>
                        <a:t>화면, 자료와 대화 맥락을 이용해 사용자 입력을 목표, 대상, 조건과 관련 업무가</a:t>
                      </a:r>
                    </a:p>
                    <a:p>
                      <a:pPr algn="l"/>
                      <a:r>
                        <a:rPr sz="2175" b="0">
                          <a:solidFill>
                            <a:srgbClr val="202B35"/>
                          </a:solidFill>
                          <a:latin typeface="Apple SD Gothic Neo"/>
                          <a:ea typeface="Apple SD Gothic Neo"/>
                          <a:cs typeface="Apple SD Gothic Neo"/>
                        </a:rPr>
                        <a:t>식별된 요청으로 해석할 수 있어야 한다.</a:t>
                      </a:r>
                    </a:p>
                  </a:txBody>
                  <a:tcPr marL="152400" marR="152400" marT="19050" marB="19050" anchor="ctr">
                    <a:solidFill>
                      <a:srgbClr val="F8FAFC"/>
                    </a:solidFill>
                  </a:tcPr>
                </a:tc>
                <a:tc>
                  <a:txBody>
                    <a:bodyPr/>
                    <a:lstStyle/>
                    <a:p>
                      <a:pPr algn="ctr"/>
                      <a:r>
                        <a:rPr sz="1950" b="0">
                          <a:solidFill>
                            <a:srgbClr val="202B35"/>
                          </a:solidFill>
                          <a:latin typeface="Apple SD Gothic Neo"/>
                          <a:ea typeface="Apple SD Gothic Neo"/>
                          <a:cs typeface="Apple SD Gothic Neo"/>
                        </a:rPr>
                        <a:t>04-41</a:t>
                      </a:r>
                    </a:p>
                  </a:txBody>
                  <a:tcPr marL="95250" marR="95250" marT="19050" marB="19050" anchor="ctr">
                    <a:solidFill>
                      <a:srgbClr val="F8FAFC"/>
                    </a:solidFill>
                  </a:tcPr>
                </a:tc>
              </a:tr>
              <a:tr h="752475">
                <a:tc>
                  <a:txBody>
                    <a:bodyPr/>
                    <a:lstStyle/>
                    <a:p>
                      <a:pPr algn="ctr"/>
                      <a:r>
                        <a:rPr sz="2175" b="1">
                          <a:solidFill>
                            <a:srgbClr val="2873B9"/>
                          </a:solidFill>
                          <a:latin typeface="Apple SD Gothic Neo"/>
                          <a:ea typeface="Apple SD Gothic Neo"/>
                          <a:cs typeface="Apple SD Gothic Neo"/>
                        </a:rPr>
                        <a:t>FR3</a:t>
                      </a:r>
                    </a:p>
                  </a:txBody>
                  <a:tcPr marL="95250" marR="95250" marT="19050" marB="19050" anchor="ctr">
                    <a:solidFill>
                      <a:srgbClr val="EEF4F9"/>
                    </a:solidFill>
                  </a:tcPr>
                </a:tc>
                <a:tc>
                  <a:txBody>
                    <a:bodyPr/>
                    <a:lstStyle/>
                    <a:p>
                      <a:pPr algn="ctr"/>
                      <a:r>
                        <a:rPr sz="2175" b="1">
                          <a:solidFill>
                            <a:srgbClr val="202B35"/>
                          </a:solidFill>
                          <a:latin typeface="Apple SD Gothic Neo"/>
                          <a:ea typeface="Apple SD Gothic Neo"/>
                          <a:cs typeface="Apple SD Gothic Neo"/>
                        </a:rPr>
                        <a:t>복합 요청 처리</a:t>
                      </a:r>
                    </a:p>
                  </a:txBody>
                  <a:tcPr marL="95250" marR="95250" marT="19050" marB="19050" anchor="ctr">
                    <a:solidFill>
                      <a:srgbClr val="EEF4F9"/>
                    </a:solidFill>
                  </a:tcPr>
                </a:tc>
                <a:tc>
                  <a:txBody>
                    <a:bodyPr/>
                    <a:lstStyle/>
                    <a:p>
                      <a:pPr algn="l"/>
                      <a:r>
                        <a:rPr sz="2175" b="0">
                          <a:solidFill>
                            <a:srgbClr val="202B35"/>
                          </a:solidFill>
                          <a:latin typeface="Apple SD Gothic Neo"/>
                          <a:ea typeface="Apple SD Gothic Neo"/>
                          <a:cs typeface="Apple SD Gothic Neo"/>
                        </a:rPr>
                        <a:t>한 입력에 포함된 여러 요청을 사용자가 명시한 순서, 조건과 결과 의존 관계에 따라</a:t>
                      </a:r>
                    </a:p>
                    <a:p>
                      <a:pPr algn="l"/>
                      <a:r>
                        <a:rPr sz="2175" b="0">
                          <a:solidFill>
                            <a:srgbClr val="202B35"/>
                          </a:solidFill>
                          <a:latin typeface="Apple SD Gothic Neo"/>
                          <a:ea typeface="Apple SD Gothic Neo"/>
                          <a:cs typeface="Apple SD Gothic Neo"/>
                        </a:rPr>
                        <a:t>처리할 수 있어야 한다.</a:t>
                      </a:r>
                    </a:p>
                  </a:txBody>
                  <a:tcPr marL="152400" marR="152400" marT="19050" marB="19050" anchor="ctr">
                    <a:solidFill>
                      <a:srgbClr val="EEF4F9"/>
                    </a:solidFill>
                  </a:tcPr>
                </a:tc>
                <a:tc>
                  <a:txBody>
                    <a:bodyPr/>
                    <a:lstStyle/>
                    <a:p>
                      <a:pPr algn="ctr"/>
                      <a:r>
                        <a:rPr sz="1950" b="0">
                          <a:solidFill>
                            <a:srgbClr val="202B35"/>
                          </a:solidFill>
                          <a:latin typeface="Apple SD Gothic Neo"/>
                          <a:ea typeface="Apple SD Gothic Neo"/>
                          <a:cs typeface="Apple SD Gothic Neo"/>
                        </a:rPr>
                        <a:t>04-41, 04-44</a:t>
                      </a:r>
                    </a:p>
                  </a:txBody>
                  <a:tcPr marL="95250" marR="95250" marT="19050" marB="19050" anchor="ctr">
                    <a:solidFill>
                      <a:srgbClr val="EEF4F9"/>
                    </a:solidFill>
                  </a:tcPr>
                </a:tc>
              </a:tr>
              <a:tr h="752475">
                <a:tc>
                  <a:txBody>
                    <a:bodyPr/>
                    <a:lstStyle/>
                    <a:p>
                      <a:pPr algn="ctr"/>
                      <a:r>
                        <a:rPr sz="2175" b="1">
                          <a:solidFill>
                            <a:srgbClr val="2873B9"/>
                          </a:solidFill>
                          <a:latin typeface="Apple SD Gothic Neo"/>
                          <a:ea typeface="Apple SD Gothic Neo"/>
                          <a:cs typeface="Apple SD Gothic Neo"/>
                        </a:rPr>
                        <a:t>FR4</a:t>
                      </a:r>
                    </a:p>
                  </a:txBody>
                  <a:tcPr marL="95250" marR="95250" marT="19050" marB="19050" anchor="ctr">
                    <a:solidFill>
                      <a:srgbClr val="F8FAFC"/>
                    </a:solidFill>
                  </a:tcPr>
                </a:tc>
                <a:tc>
                  <a:txBody>
                    <a:bodyPr/>
                    <a:lstStyle/>
                    <a:p>
                      <a:pPr algn="ctr"/>
                      <a:r>
                        <a:rPr sz="2175" b="1">
                          <a:solidFill>
                            <a:srgbClr val="202B35"/>
                          </a:solidFill>
                          <a:latin typeface="Apple SD Gothic Neo"/>
                          <a:ea typeface="Apple SD Gothic Neo"/>
                          <a:cs typeface="Apple SD Gothic Neo"/>
                        </a:rPr>
                        <a:t>다중 업무 상호작용</a:t>
                      </a:r>
                    </a:p>
                  </a:txBody>
                  <a:tcPr marL="95250" marR="95250" marT="19050" marB="19050" anchor="ctr">
                    <a:solidFill>
                      <a:srgbClr val="F8FAFC"/>
                    </a:solidFill>
                  </a:tcPr>
                </a:tc>
                <a:tc>
                  <a:txBody>
                    <a:bodyPr/>
                    <a:lstStyle/>
                    <a:p>
                      <a:pPr algn="l"/>
                      <a:r>
                        <a:rPr sz="2175" b="0">
                          <a:solidFill>
                            <a:srgbClr val="202B35"/>
                          </a:solidFill>
                          <a:latin typeface="Apple SD Gothic Neo"/>
                          <a:ea typeface="Apple SD Gothic Neo"/>
                          <a:cs typeface="Apple SD Gothic Neo"/>
                        </a:rPr>
                        <a:t>여러 업무의 질문, 진행 상황, 결과와 사용자 후속 지시를 각각</a:t>
                      </a:r>
                    </a:p>
                    <a:p>
                      <a:pPr algn="l"/>
                      <a:r>
                        <a:rPr sz="2175" b="0">
                          <a:solidFill>
                            <a:srgbClr val="202B35"/>
                          </a:solidFill>
                          <a:latin typeface="Apple SD Gothic Neo"/>
                          <a:ea typeface="Apple SD Gothic Neo"/>
                          <a:cs typeface="Apple SD Gothic Neo"/>
                        </a:rPr>
                        <a:t>해당 업무에 연결할 수 있어야 한다.</a:t>
                      </a:r>
                    </a:p>
                  </a:txBody>
                  <a:tcPr marL="152400" marR="152400" marT="19050" marB="19050" anchor="ctr">
                    <a:solidFill>
                      <a:srgbClr val="F8FAFC"/>
                    </a:solidFill>
                  </a:tcPr>
                </a:tc>
                <a:tc>
                  <a:txBody>
                    <a:bodyPr/>
                    <a:lstStyle/>
                    <a:p>
                      <a:pPr algn="ctr"/>
                      <a:r>
                        <a:rPr sz="1950" b="0">
                          <a:solidFill>
                            <a:srgbClr val="202B35"/>
                          </a:solidFill>
                          <a:latin typeface="Apple SD Gothic Neo"/>
                          <a:ea typeface="Apple SD Gothic Neo"/>
                          <a:cs typeface="Apple SD Gothic Neo"/>
                        </a:rPr>
                        <a:t>04-42, 04-44</a:t>
                      </a:r>
                    </a:p>
                  </a:txBody>
                  <a:tcPr marL="95250" marR="95250" marT="19050" marB="19050" anchor="ctr">
                    <a:solidFill>
                      <a:srgbClr val="F8FAFC"/>
                    </a:solidFill>
                  </a:tcPr>
                </a:tc>
              </a:tr>
              <a:tr h="752475">
                <a:tc>
                  <a:txBody>
                    <a:bodyPr/>
                    <a:lstStyle/>
                    <a:p>
                      <a:pPr algn="ctr"/>
                      <a:r>
                        <a:rPr sz="2175" b="1">
                          <a:solidFill>
                            <a:srgbClr val="2873B9"/>
                          </a:solidFill>
                          <a:latin typeface="Apple SD Gothic Neo"/>
                          <a:ea typeface="Apple SD Gothic Neo"/>
                          <a:cs typeface="Apple SD Gothic Neo"/>
                        </a:rPr>
                        <a:t>FR5</a:t>
                      </a:r>
                    </a:p>
                  </a:txBody>
                  <a:tcPr marL="95250" marR="95250" marT="19050" marB="19050" anchor="ctr">
                    <a:solidFill>
                      <a:srgbClr val="EEF4F9"/>
                    </a:solidFill>
                  </a:tcPr>
                </a:tc>
                <a:tc>
                  <a:txBody>
                    <a:bodyPr/>
                    <a:lstStyle/>
                    <a:p>
                      <a:pPr algn="ctr"/>
                      <a:r>
                        <a:rPr sz="2175" b="1">
                          <a:solidFill>
                            <a:srgbClr val="202B35"/>
                          </a:solidFill>
                          <a:latin typeface="Apple SD Gothic Neo"/>
                          <a:ea typeface="Apple SD Gothic Neo"/>
                          <a:cs typeface="Apple SD Gothic Neo"/>
                        </a:rPr>
                        <a:t>업무 연속성 유지</a:t>
                      </a:r>
                    </a:p>
                  </a:txBody>
                  <a:tcPr marL="95250" marR="95250" marT="19050" marB="19050" anchor="ctr">
                    <a:solidFill>
                      <a:srgbClr val="EEF4F9"/>
                    </a:solidFill>
                  </a:tcPr>
                </a:tc>
                <a:tc>
                  <a:txBody>
                    <a:bodyPr/>
                    <a:lstStyle/>
                    <a:p>
                      <a:pPr algn="l"/>
                      <a:r>
                        <a:rPr sz="2175" b="0">
                          <a:solidFill>
                            <a:srgbClr val="202B35"/>
                          </a:solidFill>
                          <a:latin typeface="Apple SD Gothic Neo"/>
                          <a:ea typeface="Apple SD Gothic Neo"/>
                          <a:cs typeface="Apple SD Gothic Neo"/>
                        </a:rPr>
                        <a:t>음성 연결 종료, 대화 전환 또는 VIA 재시작 이후에도 기존 업무를</a:t>
                      </a:r>
                    </a:p>
                    <a:p>
                      <a:pPr algn="l"/>
                      <a:r>
                        <a:rPr sz="2175" b="0">
                          <a:solidFill>
                            <a:srgbClr val="202B35"/>
                          </a:solidFill>
                          <a:latin typeface="Apple SD Gothic Neo"/>
                          <a:ea typeface="Apple SD Gothic Neo"/>
                          <a:cs typeface="Apple SD Gothic Neo"/>
                        </a:rPr>
                        <a:t>중복 실행 없이 확인 가능한 상태로 이어갈 수 있어야 한다.</a:t>
                      </a:r>
                    </a:p>
                  </a:txBody>
                  <a:tcPr marL="152400" marR="152400" marT="19050" marB="19050" anchor="ctr">
                    <a:solidFill>
                      <a:srgbClr val="EEF4F9"/>
                    </a:solidFill>
                  </a:tcPr>
                </a:tc>
                <a:tc>
                  <a:txBody>
                    <a:bodyPr/>
                    <a:lstStyle/>
                    <a:p>
                      <a:pPr algn="ctr"/>
                      <a:r>
                        <a:rPr sz="1950" b="0">
                          <a:solidFill>
                            <a:srgbClr val="202B35"/>
                          </a:solidFill>
                          <a:latin typeface="Apple SD Gothic Neo"/>
                          <a:ea typeface="Apple SD Gothic Neo"/>
                          <a:cs typeface="Apple SD Gothic Neo"/>
                        </a:rPr>
                        <a:t>04-42</a:t>
                      </a:r>
                    </a:p>
                  </a:txBody>
                  <a:tcPr marL="95250" marR="95250" marT="19050" marB="19050" anchor="ctr">
                    <a:solidFill>
                      <a:srgbClr val="EEF4F9"/>
                    </a:solidFill>
                  </a:tcPr>
                </a:tc>
              </a:tr>
              <a:tr h="752475">
                <a:tc>
                  <a:txBody>
                    <a:bodyPr/>
                    <a:lstStyle/>
                    <a:p>
                      <a:pPr algn="ctr"/>
                      <a:r>
                        <a:rPr sz="2175" b="1">
                          <a:solidFill>
                            <a:srgbClr val="2873B9"/>
                          </a:solidFill>
                          <a:latin typeface="Apple SD Gothic Neo"/>
                          <a:ea typeface="Apple SD Gothic Neo"/>
                          <a:cs typeface="Apple SD Gothic Neo"/>
                        </a:rPr>
                        <a:t>FR6</a:t>
                      </a:r>
                    </a:p>
                  </a:txBody>
                  <a:tcPr marL="95250" marR="95250" marT="19050" marB="19050" anchor="ctr">
                    <a:solidFill>
                      <a:srgbClr val="F8FAFC"/>
                    </a:solidFill>
                  </a:tcPr>
                </a:tc>
                <a:tc>
                  <a:txBody>
                    <a:bodyPr/>
                    <a:lstStyle/>
                    <a:p>
                      <a:pPr algn="ctr"/>
                      <a:r>
                        <a:rPr sz="2175" b="1">
                          <a:solidFill>
                            <a:srgbClr val="202B35"/>
                          </a:solidFill>
                          <a:latin typeface="Apple SD Gothic Neo"/>
                          <a:ea typeface="Apple SD Gothic Neo"/>
                          <a:cs typeface="Apple SD Gothic Neo"/>
                        </a:rPr>
                        <a:t>과거 맥락 활용</a:t>
                      </a:r>
                    </a:p>
                  </a:txBody>
                  <a:tcPr marL="95250" marR="95250" marT="19050" marB="19050" anchor="ctr">
                    <a:solidFill>
                      <a:srgbClr val="F8FAFC"/>
                    </a:solidFill>
                  </a:tcPr>
                </a:tc>
                <a:tc>
                  <a:txBody>
                    <a:bodyPr/>
                    <a:lstStyle/>
                    <a:p>
                      <a:pPr algn="l"/>
                      <a:r>
                        <a:rPr sz="2175" b="0">
                          <a:solidFill>
                            <a:srgbClr val="202B35"/>
                          </a:solidFill>
                          <a:latin typeface="Apple SD Gothic Neo"/>
                          <a:ea typeface="Apple SD Gothic Neo"/>
                          <a:cs typeface="Apple SD Gothic Neo"/>
                        </a:rPr>
                        <a:t>이전 대화의 정정 내용, 업무 결과와 허용된 사용자 기억을</a:t>
                      </a:r>
                    </a:p>
                    <a:p>
                      <a:pPr algn="l"/>
                      <a:r>
                        <a:rPr sz="2175" b="0">
                          <a:solidFill>
                            <a:srgbClr val="202B35"/>
                          </a:solidFill>
                          <a:latin typeface="Apple SD Gothic Neo"/>
                          <a:ea typeface="Apple SD Gothic Neo"/>
                          <a:cs typeface="Apple SD Gothic Neo"/>
                        </a:rPr>
                        <a:t>현재 요청에 필요한 맥락으로 활용할 수 있어야 한다.</a:t>
                      </a:r>
                    </a:p>
                  </a:txBody>
                  <a:tcPr marL="152400" marR="152400" marT="19050" marB="19050" anchor="ctr">
                    <a:solidFill>
                      <a:srgbClr val="F8FAFC"/>
                    </a:solidFill>
                  </a:tcPr>
                </a:tc>
                <a:tc>
                  <a:txBody>
                    <a:bodyPr/>
                    <a:lstStyle/>
                    <a:p>
                      <a:pPr algn="ctr"/>
                      <a:r>
                        <a:rPr sz="1950" b="0">
                          <a:solidFill>
                            <a:srgbClr val="202B35"/>
                          </a:solidFill>
                          <a:latin typeface="Apple SD Gothic Neo"/>
                          <a:ea typeface="Apple SD Gothic Neo"/>
                          <a:cs typeface="Apple SD Gothic Neo"/>
                        </a:rPr>
                        <a:t>04-45</a:t>
                      </a:r>
                    </a:p>
                  </a:txBody>
                  <a:tcPr marL="95250" marR="95250" marT="19050" marB="19050" anchor="ctr">
                    <a:solidFill>
                      <a:srgbClr val="F8FAFC"/>
                    </a:solidFill>
                  </a:tcPr>
                </a:tc>
              </a:tr>
            </a:tbl>
          </a:graphicData>
        </a:graphic>
      </p:graphicFrame>
      <p:sp>
        <p:nvSpPr>
          <p:cNvPr id="4" name="constraints-heading">
            <a:extLst xmlns:a="http://schemas.openxmlformats.org/drawingml/2006/main">
              <a:ext uri="{FF2B5EF4-FFF2-40B4-BE49-F238E27FC236}">
                <a16:creationId xmlns:a16="http://schemas.microsoft.com/office/drawing/2014/main" id="{D36FAAF4-C26E-41F6-BBE5-D3138EC855F1}"/>
              </a:ext>
            </a:extLst>
          </p:cNvPr>
          <p:cNvSpPr>
            <a:spLocks xmlns:a="http://schemas.openxmlformats.org/drawingml/2006/main" noGrp="1"/>
          </p:cNvSpPr>
          <p:nvPr/>
        </p:nvSpPr>
        <p:spPr>
          <a:xfrm xmlns:a="http://schemas.openxmlformats.org/drawingml/2006/main">
            <a:off x="457200" y="7162800"/>
            <a:ext cx="1737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00" b="1">
                <a:solidFill>
                  <a:srgbClr val="B96D14"/>
                </a:solidFill>
                <a:latin typeface="Apple SD Gothic Neo"/>
                <a:ea typeface="Apple SD Gothic Neo"/>
                <a:cs typeface="Apple SD Gothic Neo"/>
              </a:defRPr>
            </a:pPr>
            <a:r>
              <a:rPr sz="2700" b="1">
                <a:solidFill>
                  <a:srgbClr val="B96D14"/>
                </a:solidFill>
                <a:latin typeface="Apple SD Gothic Neo"/>
                <a:ea typeface="Apple SD Gothic Neo"/>
                <a:cs typeface="Apple SD Gothic Neo"/>
              </a:rPr>
              <a:t>제약사항</a:t>
            </a:r>
          </a:p>
        </p:txBody>
      </p:sp>
      <p:graphicFrame>
        <p:nvGraphicFramePr>
          <p:cNvPr id="11" name=""/>
          <p:cNvGraphicFramePr/>
          <p:nvPr/>
        </p:nvGraphicFramePr>
        <p:xfrm>
          <a:off xmlns:a="http://schemas.openxmlformats.org/drawingml/2006/main" x="457200" y="7686675"/>
          <a:ext xmlns:a="http://schemas.openxmlformats.org/drawingml/2006/main" cx="17373600" cy="2076450"/>
        </p:xfrm>
        <a:graphic xmlns:a="http://schemas.openxmlformats.org/drawingml/2006/main">
          <a:graphicData uri="http://schemas.openxmlformats.org/drawingml/2006/table">
            <a:tbl>
              <a:tblPr firstRow="0" bandRow="0"/>
              <a:tblGrid>
                <a:gridCol w="952500"/>
                <a:gridCol w="3333750"/>
                <a:gridCol w="10572750"/>
                <a:gridCol w="2514600"/>
              </a:tblGrid>
              <a:tr h="476250">
                <a:tc>
                  <a:txBody>
                    <a:bodyPr/>
                    <a:lstStyle/>
                    <a:p>
                      <a:pPr algn="ctr"/>
                      <a:r>
                        <a:rPr sz="2025" b="1">
                          <a:solidFill>
                            <a:srgbClr val="FFFFFF"/>
                          </a:solidFill>
                          <a:latin typeface="Apple SD Gothic Neo"/>
                          <a:ea typeface="Apple SD Gothic Neo"/>
                          <a:cs typeface="Apple SD Gothic Neo"/>
                        </a:rPr>
                        <a:t>ID</a:t>
                      </a:r>
                    </a:p>
                  </a:txBody>
                  <a:tcPr marL="95250" marR="95250" marT="19050" marB="19050" anchor="ctr">
                    <a:solidFill>
                      <a:srgbClr val="B96D14"/>
                    </a:solidFill>
                  </a:tcPr>
                </a:tc>
                <a:tc>
                  <a:txBody>
                    <a:bodyPr/>
                    <a:lstStyle/>
                    <a:p>
                      <a:pPr algn="ctr"/>
                      <a:r>
                        <a:rPr sz="2025" b="1">
                          <a:solidFill>
                            <a:srgbClr val="FFFFFF"/>
                          </a:solidFill>
                          <a:latin typeface="Apple SD Gothic Neo"/>
                          <a:ea typeface="Apple SD Gothic Neo"/>
                          <a:cs typeface="Apple SD Gothic Neo"/>
                        </a:rPr>
                        <a:t>제약사항명</a:t>
                      </a:r>
                    </a:p>
                  </a:txBody>
                  <a:tcPr marL="95250" marR="95250" marT="19050" marB="19050" anchor="ctr">
                    <a:solidFill>
                      <a:srgbClr val="B96D14"/>
                    </a:solidFill>
                  </a:tcPr>
                </a:tc>
                <a:tc>
                  <a:txBody>
                    <a:bodyPr/>
                    <a:lstStyle/>
                    <a:p>
                      <a:pPr algn="l"/>
                      <a:r>
                        <a:rPr sz="2025" b="1">
                          <a:solidFill>
                            <a:srgbClr val="FFFFFF"/>
                          </a:solidFill>
                          <a:latin typeface="Apple SD Gothic Neo"/>
                          <a:ea typeface="Apple SD Gothic Neo"/>
                          <a:cs typeface="Apple SD Gothic Neo"/>
                        </a:rPr>
                        <a:t>설명</a:t>
                      </a:r>
                    </a:p>
                  </a:txBody>
                  <a:tcPr marL="152400" marR="152400" marT="19050" marB="19050" anchor="ctr">
                    <a:solidFill>
                      <a:srgbClr val="B96D14"/>
                    </a:solidFill>
                  </a:tcPr>
                </a:tc>
                <a:tc>
                  <a:txBody>
                    <a:bodyPr/>
                    <a:lstStyle/>
                    <a:p>
                      <a:pPr algn="ctr"/>
                      <a:r>
                        <a:rPr sz="2025" b="1">
                          <a:solidFill>
                            <a:srgbClr val="FFFFFF"/>
                          </a:solidFill>
                          <a:latin typeface="Apple SD Gothic Neo"/>
                          <a:ea typeface="Apple SD Gothic Neo"/>
                          <a:cs typeface="Apple SD Gothic Neo"/>
                        </a:rPr>
                        <a:t>관련 DP</a:t>
                      </a:r>
                    </a:p>
                  </a:txBody>
                  <a:tcPr marL="95250" marR="95250" marT="19050" marB="19050" anchor="ctr">
                    <a:solidFill>
                      <a:srgbClr val="B96D14"/>
                    </a:solidFill>
                  </a:tcPr>
                </a:tc>
              </a:tr>
              <a:tr h="800100">
                <a:tc>
                  <a:txBody>
                    <a:bodyPr/>
                    <a:lstStyle/>
                    <a:p>
                      <a:pPr algn="ctr"/>
                      <a:r>
                        <a:rPr sz="2175" b="1">
                          <a:solidFill>
                            <a:srgbClr val="B96D14"/>
                          </a:solidFill>
                          <a:latin typeface="Apple SD Gothic Neo"/>
                          <a:ea typeface="Apple SD Gothic Neo"/>
                          <a:cs typeface="Apple SD Gothic Neo"/>
                        </a:rPr>
                        <a:t>C1</a:t>
                      </a:r>
                    </a:p>
                  </a:txBody>
                  <a:tcPr marL="95250" marR="95250" marT="19050" marB="19050" anchor="ctr">
                    <a:solidFill>
                      <a:srgbClr val="FCF4E8"/>
                    </a:solidFill>
                  </a:tcPr>
                </a:tc>
                <a:tc>
                  <a:txBody>
                    <a:bodyPr/>
                    <a:lstStyle/>
                    <a:p>
                      <a:pPr algn="ctr"/>
                      <a:r>
                        <a:rPr sz="2175" b="1">
                          <a:solidFill>
                            <a:srgbClr val="202B35"/>
                          </a:solidFill>
                          <a:latin typeface="Apple SD Gothic Neo"/>
                          <a:ea typeface="Apple SD Gothic Neo"/>
                          <a:cs typeface="Apple SD Gothic Neo"/>
                        </a:rPr>
                        <a:t>음성과 의미 모델 분리</a:t>
                      </a:r>
                    </a:p>
                  </a:txBody>
                  <a:tcPr marL="95250" marR="95250" marT="19050" marB="19050" anchor="ctr">
                    <a:solidFill>
                      <a:srgbClr val="FCF4E8"/>
                    </a:solidFill>
                  </a:tcPr>
                </a:tc>
                <a:tc>
                  <a:txBody>
                    <a:bodyPr/>
                    <a:lstStyle/>
                    <a:p>
                      <a:pPr algn="l"/>
                      <a:r>
                        <a:rPr sz="2175" b="0">
                          <a:solidFill>
                            <a:srgbClr val="202B35"/>
                          </a:solidFill>
                          <a:latin typeface="Apple SD Gothic Neo"/>
                          <a:ea typeface="Apple SD Gothic Neo"/>
                          <a:cs typeface="Apple SD Gothic Neo"/>
                        </a:rPr>
                        <a:t>VIA와 VAD는 사용자 PC에서 실행하고, 음성과 의미 해석은 별도 클라우드 모델을</a:t>
                      </a:r>
                    </a:p>
                    <a:p>
                      <a:pPr algn="l"/>
                      <a:r>
                        <a:rPr sz="2175" b="0">
                          <a:solidFill>
                            <a:srgbClr val="202B35"/>
                          </a:solidFill>
                          <a:latin typeface="Apple SD Gothic Neo"/>
                          <a:ea typeface="Apple SD Gothic Neo"/>
                          <a:cs typeface="Apple SD Gothic Neo"/>
                        </a:rPr>
                        <a:t>Model Access를 통해 사용해야 한다.</a:t>
                      </a:r>
                    </a:p>
                  </a:txBody>
                  <a:tcPr marL="152400" marR="152400" marT="19050" marB="19050" anchor="ctr">
                    <a:solidFill>
                      <a:srgbClr val="FCF4E8"/>
                    </a:solidFill>
                  </a:tcPr>
                </a:tc>
                <a:tc>
                  <a:txBody>
                    <a:bodyPr/>
                    <a:lstStyle/>
                    <a:p>
                      <a:pPr algn="ctr"/>
                      <a:r>
                        <a:rPr sz="1950" b="0">
                          <a:solidFill>
                            <a:srgbClr val="202B35"/>
                          </a:solidFill>
                          <a:latin typeface="Apple SD Gothic Neo"/>
                          <a:ea typeface="Apple SD Gothic Neo"/>
                          <a:cs typeface="Apple SD Gothic Neo"/>
                        </a:rPr>
                        <a:t>04-41, 04-44,</a:t>
                      </a:r>
                    </a:p>
                    <a:p>
                      <a:pPr algn="ctr"/>
                      <a:r>
                        <a:rPr sz="1950" b="0">
                          <a:solidFill>
                            <a:srgbClr val="202B35"/>
                          </a:solidFill>
                          <a:latin typeface="Apple SD Gothic Neo"/>
                          <a:ea typeface="Apple SD Gothic Neo"/>
                          <a:cs typeface="Apple SD Gothic Neo"/>
                        </a:rPr>
                        <a:t>04-45</a:t>
                      </a:r>
                    </a:p>
                  </a:txBody>
                  <a:tcPr marL="95250" marR="95250" marT="19050" marB="19050" anchor="ctr">
                    <a:solidFill>
                      <a:srgbClr val="FCF4E8"/>
                    </a:solidFill>
                  </a:tcPr>
                </a:tc>
              </a:tr>
              <a:tr h="800100">
                <a:tc>
                  <a:txBody>
                    <a:bodyPr/>
                    <a:lstStyle/>
                    <a:p>
                      <a:pPr algn="ctr"/>
                      <a:r>
                        <a:rPr sz="2175" b="1">
                          <a:solidFill>
                            <a:srgbClr val="B96D14"/>
                          </a:solidFill>
                          <a:latin typeface="Apple SD Gothic Neo"/>
                          <a:ea typeface="Apple SD Gothic Neo"/>
                          <a:cs typeface="Apple SD Gothic Neo"/>
                        </a:rPr>
                        <a:t>C2</a:t>
                      </a:r>
                    </a:p>
                  </a:txBody>
                  <a:tcPr marL="95250" marR="95250" marT="19050" marB="19050" anchor="ctr">
                    <a:solidFill>
                      <a:srgbClr val="FEFAF3"/>
                    </a:solidFill>
                  </a:tcPr>
                </a:tc>
                <a:tc>
                  <a:txBody>
                    <a:bodyPr/>
                    <a:lstStyle/>
                    <a:p>
                      <a:pPr algn="ctr"/>
                      <a:r>
                        <a:rPr sz="2175" b="1">
                          <a:solidFill>
                            <a:srgbClr val="202B35"/>
                          </a:solidFill>
                          <a:latin typeface="Apple SD Gothic Neo"/>
                          <a:ea typeface="Apple SD Gothic Neo"/>
                          <a:cs typeface="Apple SD Gothic Neo"/>
                        </a:rPr>
                        <a:t>업무 실행 위임</a:t>
                      </a:r>
                    </a:p>
                  </a:txBody>
                  <a:tcPr marL="95250" marR="95250" marT="19050" marB="19050" anchor="ctr">
                    <a:solidFill>
                      <a:srgbClr val="FEFAF3"/>
                    </a:solidFill>
                  </a:tcPr>
                </a:tc>
                <a:tc>
                  <a:txBody>
                    <a:bodyPr/>
                    <a:lstStyle/>
                    <a:p>
                      <a:pPr algn="l"/>
                      <a:r>
                        <a:rPr sz="2175" b="0">
                          <a:solidFill>
                            <a:srgbClr val="202B35"/>
                          </a:solidFill>
                          <a:latin typeface="Apple SD Gothic Neo"/>
                          <a:ea typeface="Apple SD Gothic Neo"/>
                          <a:cs typeface="Apple SD Gothic Neo"/>
                        </a:rPr>
                        <a:t>실제 업무 수행에 필요한 도메인 추론, 계획, 도구 선택과 실행은</a:t>
                      </a:r>
                    </a:p>
                    <a:p>
                      <a:pPr algn="l"/>
                      <a:r>
                        <a:rPr sz="2175" b="0">
                          <a:solidFill>
                            <a:srgbClr val="202B35"/>
                          </a:solidFill>
                          <a:latin typeface="Apple SD Gothic Neo"/>
                          <a:ea typeface="Apple SD Gothic Neo"/>
                          <a:cs typeface="Apple SD Gothic Neo"/>
                        </a:rPr>
                        <a:t>Downstream Agent에 위임해야 한다.</a:t>
                      </a:r>
                    </a:p>
                  </a:txBody>
                  <a:tcPr marL="152400" marR="152400" marT="19050" marB="19050" anchor="ctr">
                    <a:solidFill>
                      <a:srgbClr val="FEFAF3"/>
                    </a:solidFill>
                  </a:tcPr>
                </a:tc>
                <a:tc>
                  <a:txBody>
                    <a:bodyPr/>
                    <a:lstStyle/>
                    <a:p>
                      <a:pPr algn="ctr"/>
                      <a:r>
                        <a:rPr sz="1950" b="0">
                          <a:solidFill>
                            <a:srgbClr val="202B35"/>
                          </a:solidFill>
                          <a:latin typeface="Apple SD Gothic Neo"/>
                          <a:ea typeface="Apple SD Gothic Neo"/>
                          <a:cs typeface="Apple SD Gothic Neo"/>
                        </a:rPr>
                        <a:t>04-41, 04-42,</a:t>
                      </a:r>
                    </a:p>
                    <a:p>
                      <a:pPr algn="ctr"/>
                      <a:r>
                        <a:rPr sz="1950" b="0">
                          <a:solidFill>
                            <a:srgbClr val="202B35"/>
                          </a:solidFill>
                          <a:latin typeface="Apple SD Gothic Neo"/>
                          <a:ea typeface="Apple SD Gothic Neo"/>
                          <a:cs typeface="Apple SD Gothic Neo"/>
                        </a:rPr>
                        <a:t>04-44</a:t>
                      </a:r>
                    </a:p>
                  </a:txBody>
                  <a:tcPr marL="95250" marR="95250" marT="19050" marB="19050" anchor="ctr">
                    <a:solidFill>
                      <a:srgbClr val="FEFAF3"/>
                    </a:solidFill>
                  </a:tcPr>
                </a:tc>
              </a:tr>
            </a:tbl>
          </a:graphicData>
        </a:graphic>
      </p:graphicFrame>
      <p:sp>
        <p:nvSpPr>
          <p:cNvPr id="6" name="mapping-boundary">
            <a:extLst xmlns:a="http://schemas.openxmlformats.org/drawingml/2006/main">
              <a:ext uri="{FF2B5EF4-FFF2-40B4-BE49-F238E27FC236}">
                <a16:creationId xmlns:a16="http://schemas.microsoft.com/office/drawing/2014/main" id="{07A64B9E-7E9D-41F7-8E41-80C979F479CA}"/>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86878"/>
                </a:solidFill>
                <a:latin typeface="Apple SD Gothic Neo"/>
                <a:ea typeface="Apple SD Gothic Neo"/>
                <a:cs typeface="Apple SD Gothic Neo"/>
              </a:defRPr>
            </a:pPr>
            <a:r>
              <a:rPr sz="1725" b="0">
                <a:solidFill>
                  <a:srgbClr val="586878"/>
                </a:solidFill>
                <a:latin typeface="Apple SD Gothic Neo"/>
                <a:ea typeface="Apple SD Gothic Neo"/>
                <a:cs typeface="Apple SD Gothic Neo"/>
              </a:rPr>
              <a:t>관련 DP는 직접 설계 영향만 표시한다. 로컬 VAD와 업무 상태의 권위는 VIA에 있으며 모델 공급자는 별도 reference다.</a:t>
            </a:r>
          </a:p>
        </p:txBody>
      </p:sp>
    </p:spTree>
    <p:extLst>
      <p:ext uri="{BB962C8B-B14F-4D97-AF65-F5344CB8AC3E}">
        <p14:creationId xmlns:p14="http://schemas.microsoft.com/office/powerpoint/2010/main" val="1503880560"/>
      </p:ext>
    </p:extLst>
  </p:cSld>
</p:sld>
</file>

<file path=ppt/slides/slide6.xml><?xml version="1.0" encoding="utf-8"?>
<p:sld xmlns:p="http://schemas.openxmlformats.org/presentationml/2006/main">
  <p:cSld name="quality-01-03">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D47C90FA-CC78-4FE4-BB65-C5695A80957C}"/>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품질 요구사항</a:t>
            </a:r>
          </a:p>
        </p:txBody>
      </p:sp>
      <p:sp>
        <p:nvSpPr>
          <p:cNvPr id="2" name="header-rule">
            <a:extLst xmlns:a="http://schemas.openxmlformats.org/drawingml/2006/main">
              <a:ext uri="{FF2B5EF4-FFF2-40B4-BE49-F238E27FC236}">
                <a16:creationId xmlns:a16="http://schemas.microsoft.com/office/drawing/2014/main" id="{1AE99F0D-1516-4243-8AA2-E5731C72807E}"/>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F4DB649A-571F-4189-B090-07C989DEC292}"/>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1 / 6</a:t>
            </a:r>
          </a:p>
        </p:txBody>
      </p:sp>
      <p:sp>
        <p:nvSpPr>
          <p:cNvPr id="4" name="headline">
            <a:extLst xmlns:a="http://schemas.openxmlformats.org/drawingml/2006/main">
              <a:ext uri="{FF2B5EF4-FFF2-40B4-BE49-F238E27FC236}">
                <a16:creationId xmlns:a16="http://schemas.microsoft.com/office/drawing/2014/main" id="{08F1D3F3-1A1B-4338-87BE-7C207667BD52}"/>
              </a:ext>
            </a:extLst>
          </p:cNvPr>
          <p:cNvSpPr>
            <a:spLocks xmlns:a="http://schemas.openxmlformats.org/drawingml/2006/main" noGrp="1"/>
          </p:cNvSpPr>
          <p:nvPr/>
        </p:nvSpPr>
        <p:spPr>
          <a:xfrm xmlns:a="http://schemas.openxmlformats.org/drawingml/2006/main">
            <a:off x="457200" y="1285875"/>
            <a:ext cx="17145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핵심 품질속성: 정확성과 응답시간</a:t>
            </a:r>
          </a:p>
        </p:txBody>
      </p:sp>
      <p:sp>
        <p:nvSpPr>
          <p:cNvPr id="5" name="scope">
            <a:extLst xmlns:a="http://schemas.openxmlformats.org/drawingml/2006/main">
              <a:ext uri="{FF2B5EF4-FFF2-40B4-BE49-F238E27FC236}">
                <a16:creationId xmlns:a16="http://schemas.microsoft.com/office/drawing/2014/main" id="{064941F4-6E33-466E-95E4-0C2FC73BDA93}"/>
              </a:ext>
            </a:extLst>
          </p:cNvPr>
          <p:cNvSpPr>
            <a:spLocks xmlns:a="http://schemas.openxmlformats.org/drawingml/2006/main" noGrp="1"/>
          </p:cNvSpPr>
          <p:nvPr/>
        </p:nvSpPr>
        <p:spPr>
          <a:xfrm xmlns:a="http://schemas.openxmlformats.org/drawingml/2006/main">
            <a:off x="457200" y="1819275"/>
            <a:ext cx="1714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222A35"/>
                </a:solidFill>
                <a:latin typeface="Apple SD Gothic Neo"/>
                <a:ea typeface="Apple SD Gothic Neo"/>
                <a:cs typeface="Apple SD Gothic Neo"/>
              </a:defRPr>
            </a:pPr>
            <a:r>
              <a:rPr sz="2100" b="0">
                <a:solidFill>
                  <a:srgbClr val="222A35"/>
                </a:solidFill>
                <a:latin typeface="Apple SD Gothic Neo"/>
                <a:ea typeface="Apple SD Gothic Neo"/>
                <a:cs typeface="Apple SD Gothic Neo"/>
              </a:rPr>
              <a:t>같은 P21: 21개 사례를 5회 독립 반복. 번호순 우선 선택, 낮은 순위 약점은 tactic으로 보완</a:t>
            </a:r>
          </a:p>
        </p:txBody>
      </p:sp>
      <p:graphicFrame>
        <p:nvGraphicFramePr>
          <p:cNvPr id="13" name=""/>
          <p:cNvGraphicFramePr/>
          <p:nvPr/>
        </p:nvGraphicFramePr>
        <p:xfrm>
          <a:off xmlns:a="http://schemas.openxmlformats.org/drawingml/2006/main" x="457200" y="2286000"/>
          <a:ext xmlns:a="http://schemas.openxmlformats.org/drawingml/2006/main" cx="17373600" cy="7477125"/>
        </p:xfrm>
        <a:graphic xmlns:a="http://schemas.openxmlformats.org/drawingml/2006/main">
          <a:graphicData uri="http://schemas.openxmlformats.org/drawingml/2006/table">
            <a:tbl>
              <a:tblPr firstRow="0" bandRow="0"/>
              <a:tblGrid>
                <a:gridCol w="1476375"/>
                <a:gridCol w="2047875"/>
                <a:gridCol w="2762250"/>
                <a:gridCol w="9848850"/>
                <a:gridCol w="1238250"/>
              </a:tblGrid>
              <a:tr h="476250">
                <a:tc>
                  <a:txBody>
                    <a:bodyPr/>
                    <a:lstStyle/>
                    <a:p>
                      <a:pPr algn="ctr"/>
                      <a:r>
                        <a:rPr sz="2025" b="1">
                          <a:solidFill>
                            <a:srgbClr val="FFFFFF"/>
                          </a:solidFill>
                          <a:latin typeface="Apple SD Gothic Neo"/>
                          <a:ea typeface="Apple SD Gothic Neo"/>
                          <a:cs typeface="Apple SD Gothic Neo"/>
                        </a:rPr>
                        <a:t>ID</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분류</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Title</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Scenario / 지표 / 목표 근거</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우선순위</a:t>
                      </a:r>
                    </a:p>
                  </a:txBody>
                  <a:tcPr marL="133350" marR="114300" marT="57150" marB="57150" anchor="ctr">
                    <a:solidFill>
                      <a:srgbClr val="4472C4"/>
                    </a:solidFill>
                  </a:tcPr>
                </a:tc>
              </a:tr>
              <a:tr h="2333625">
                <a:tc>
                  <a:txBody>
                    <a:bodyPr/>
                    <a:lstStyle/>
                    <a:p>
                      <a:pPr algn="ctr"/>
                      <a:r>
                        <a:rPr sz="1875" b="0">
                          <a:solidFill>
                            <a:srgbClr val="222A35"/>
                          </a:solidFill>
                          <a:latin typeface="Apple SD Gothic Neo"/>
                          <a:ea typeface="Apple SD Gothic Neo"/>
                          <a:cs typeface="Apple SD Gothic Neo"/>
                        </a:rPr>
                        <a:t>ASR-QA-01</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Accuracy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요청 처리</a:t>
                      </a:r>
                    </a:p>
                    <a:p>
                      <a:pPr algn="ctr"/>
                      <a:r>
                        <a:rPr sz="2550" b="1">
                          <a:solidFill>
                            <a:srgbClr val="222A35"/>
                          </a:solidFill>
                          <a:latin typeface="Apple SD Gothic Neo"/>
                          <a:ea typeface="Apple SD Gothic Neo"/>
                          <a:cs typeface="Apple SD Gothic Neo"/>
                        </a:rPr>
                        <a:t>정확성</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사용자의 의도와 확인된 사실에 맞게 요청을 처리하는 능력</a:t>
                      </a:r>
                    </a:p>
                    <a:p>
                      <a:pPr algn="l"/>
                      <a:r>
                        <a:rPr sz="2325" b="1">
                          <a:solidFill>
                            <a:srgbClr val="43AACC"/>
                          </a:solidFill>
                          <a:latin typeface="Apple SD Gothic Neo"/>
                          <a:ea typeface="Apple SD Gothic Neo"/>
                          <a:cs typeface="Apple SD Gothic Neo"/>
                        </a:rPr>
                        <a:t>필수 정답 조건 충족률 ≥ 98%</a:t>
                      </a:r>
                    </a:p>
                    <a:p>
                      <a:pPr algn="l"/>
                      <a:r>
                        <a:rPr sz="1950" b="0">
                          <a:solidFill>
                            <a:srgbClr val="222A35"/>
                          </a:solidFill>
                          <a:latin typeface="Apple SD Gothic Neo"/>
                          <a:ea typeface="Apple SD Gothic Neo"/>
                          <a:cs typeface="Apple SD Gothic Neo"/>
                        </a:rPr>
                        <a:t>측정: 21개 Voice/Agent 사례 × 5회 × 6조건 = 630개</a:t>
                      </a:r>
                    </a:p>
                    <a:p>
                      <a:pPr algn="l"/>
                      <a:r>
                        <a:rPr sz="1950" b="0">
                          <a:solidFill>
                            <a:srgbClr val="56606B"/>
                          </a:solidFill>
                          <a:latin typeface="Apple SD Gothic Neo"/>
                          <a:ea typeface="Apple SD Gothic Neo"/>
                          <a:cs typeface="Apple SD Gothic Neo"/>
                        </a:rPr>
                        <a:t>근거: 50개 조건당 오류 1개 이하, 전체 시나리오 실패 ≤5%</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1</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ASR-QA-02</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상호작용</a:t>
                      </a:r>
                    </a:p>
                    <a:p>
                      <a:pPr algn="ctr"/>
                      <a:r>
                        <a:rPr sz="2550" b="1">
                          <a:solidFill>
                            <a:srgbClr val="222A35"/>
                          </a:solidFill>
                          <a:latin typeface="Apple SD Gothic Neo"/>
                          <a:ea typeface="Apple SD Gothic Neo"/>
                          <a:cs typeface="Apple SD Gothic Neo"/>
                        </a:rPr>
                        <a:t>응답시간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 입력이나 업무 상태 변화에 VIA가 알맞은 답변이나 동작으로 반응하기까지 걸리는 시간 (예: VIA가 말하는 중 사용자 끼어들기 → 음성 재생 중단, Agent의 확인 질문 도착 → 사용자에게 질문 제시)</a:t>
                      </a:r>
                    </a:p>
                    <a:p>
                      <a:pPr algn="l"/>
                      <a:r>
                        <a:rPr sz="2325" b="1">
                          <a:solidFill>
                            <a:srgbClr val="43AACC"/>
                          </a:solidFill>
                          <a:latin typeface="Apple SD Gothic Neo"/>
                          <a:ea typeface="Apple SD Gothic Neo"/>
                          <a:cs typeface="Apple SD Gothic Neo"/>
                        </a:rPr>
                        <a:t>평균 상호작용 응답시간 ≤ 1초</a:t>
                      </a:r>
                    </a:p>
                    <a:p>
                      <a:pPr algn="l"/>
                      <a:r>
                        <a:rPr sz="1950" b="0">
                          <a:solidFill>
                            <a:srgbClr val="222A35"/>
                          </a:solidFill>
                          <a:latin typeface="Apple SD Gothic Neo"/>
                          <a:ea typeface="Apple SD Gothic Neo"/>
                          <a:cs typeface="Apple SD Gothic Neo"/>
                        </a:rPr>
                        <a:t>측정: 모든 사례의 지정 반응 27개 × 5회 = 135관측</a:t>
                      </a:r>
                    </a:p>
                    <a:p>
                      <a:pPr algn="l"/>
                      <a:r>
                        <a:rPr sz="1950" b="0">
                          <a:solidFill>
                            <a:srgbClr val="56606B"/>
                          </a:solidFill>
                          <a:latin typeface="Apple SD Gothic Neo"/>
                          <a:ea typeface="Apple SD Gothic Neo"/>
                          <a:cs typeface="Apple SD Gothic Neo"/>
                        </a:rPr>
                        <a:t>근거: 대화 흐름 1초, 끼어들기 local stop 0.1초 관리</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2</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ASR-QA-03</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요청</a:t>
                      </a:r>
                    </a:p>
                    <a:p>
                      <a:pPr algn="ctr"/>
                      <a:r>
                        <a:rPr sz="2550" b="1">
                          <a:solidFill>
                            <a:srgbClr val="222A35"/>
                          </a:solidFill>
                          <a:latin typeface="Apple SD Gothic Neo"/>
                          <a:ea typeface="Apple SD Gothic Neo"/>
                          <a:cs typeface="Apple SD Gothic Neo"/>
                        </a:rPr>
                        <a:t>처리시간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요청 접수부터 최종 결과 전달까지, VIA의 처리와 대기로 걸리는 시간 (예: 보고서 작성 요청 → 요청 해석 → Agent에 작성 업무 인계 → 결과 수신 → 사용자에게 보고서 전달)</a:t>
                      </a:r>
                    </a:p>
                    <a:p>
                      <a:pPr algn="l"/>
                      <a:r>
                        <a:rPr sz="2325" b="1">
                          <a:solidFill>
                            <a:srgbClr val="43AACC"/>
                          </a:solidFill>
                          <a:latin typeface="Apple SD Gothic Neo"/>
                          <a:ea typeface="Apple SD Gothic Neo"/>
                          <a:cs typeface="Apple SD Gothic Neo"/>
                        </a:rPr>
                        <a:t>평균 VIA 요청 처리시간 ≤ 10초</a:t>
                      </a:r>
                    </a:p>
                    <a:p>
                      <a:pPr algn="l"/>
                      <a:r>
                        <a:rPr sz="1950" b="0">
                          <a:solidFill>
                            <a:srgbClr val="222A35"/>
                          </a:solidFill>
                          <a:latin typeface="Apple SD Gothic Neo"/>
                          <a:ea typeface="Apple SD Gothic Neo"/>
                          <a:cs typeface="Apple SD Gothic Neo"/>
                        </a:rPr>
                        <a:t>측정: 사용자 목표 19개 × 5회 = 95사이클</a:t>
                      </a:r>
                    </a:p>
                    <a:p>
                      <a:pPr algn="l"/>
                      <a:r>
                        <a:rPr sz="1950" b="0">
                          <a:solidFill>
                            <a:srgbClr val="56606B"/>
                          </a:solidFill>
                          <a:latin typeface="Apple SD Gothic Neo"/>
                          <a:ea typeface="Apple SD Gothic Neo"/>
                          <a:cs typeface="Apple SD Gothic Neo"/>
                        </a:rPr>
                        <a:t>근거: 의미 6초 + 연결 1초 + 전달 1초 + 재검증 2초</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3</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CF41FBD7-DE2E-4A7B-B884-B8962A1AE515}"/>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P21: 정확성 630조건 / 반응 135관측 / 처리 95사이클 / 비용·메모리도 같은 5회 전체 활동</a:t>
            </a:r>
          </a:p>
        </p:txBody>
      </p:sp>
    </p:spTree>
    <p:extLst>
      <p:ext uri="{BB962C8B-B14F-4D97-AF65-F5344CB8AC3E}">
        <p14:creationId xmlns:p14="http://schemas.microsoft.com/office/powerpoint/2010/main" val="1354158922"/>
      </p:ext>
    </p:extLst>
  </p:cSld>
</p:sld>
</file>

<file path=ppt/slides/slide7.xml><?xml version="1.0" encoding="utf-8"?>
<p:sld xmlns:p="http://schemas.openxmlformats.org/presentationml/2006/main">
  <p:cSld name="quality-04-06">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A7C103DE-C20F-43E0-AFE4-8567DC06D3B9}"/>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품질 요구사항</a:t>
            </a:r>
          </a:p>
        </p:txBody>
      </p:sp>
      <p:sp>
        <p:nvSpPr>
          <p:cNvPr id="2" name="header-rule">
            <a:extLst xmlns:a="http://schemas.openxmlformats.org/drawingml/2006/main">
              <a:ext uri="{FF2B5EF4-FFF2-40B4-BE49-F238E27FC236}">
                <a16:creationId xmlns:a16="http://schemas.microsoft.com/office/drawing/2014/main" id="{3B5E52BE-6306-46D5-8F90-0A9C27BA5EBD}"/>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A100A0F0-E488-48F8-A363-788164D86B29}"/>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2 / 6</a:t>
            </a:r>
          </a:p>
        </p:txBody>
      </p:sp>
      <p:sp>
        <p:nvSpPr>
          <p:cNvPr id="4" name="headline">
            <a:extLst xmlns:a="http://schemas.openxmlformats.org/drawingml/2006/main">
              <a:ext uri="{FF2B5EF4-FFF2-40B4-BE49-F238E27FC236}">
                <a16:creationId xmlns:a16="http://schemas.microsoft.com/office/drawing/2014/main" id="{5FCFC1A5-4B22-4A58-A4BA-F5FC31B34612}"/>
              </a:ext>
            </a:extLst>
          </p:cNvPr>
          <p:cNvSpPr>
            <a:spLocks xmlns:a="http://schemas.openxmlformats.org/drawingml/2006/main" noGrp="1"/>
          </p:cNvSpPr>
          <p:nvPr/>
        </p:nvSpPr>
        <p:spPr>
          <a:xfrm xmlns:a="http://schemas.openxmlformats.org/drawingml/2006/main">
            <a:off x="457200" y="1285875"/>
            <a:ext cx="17145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핵심 품질속성: 비용, 변경 용이성과 메모리</a:t>
            </a:r>
          </a:p>
        </p:txBody>
      </p:sp>
      <p:sp>
        <p:nvSpPr>
          <p:cNvPr id="5" name="scope">
            <a:extLst xmlns:a="http://schemas.openxmlformats.org/drawingml/2006/main">
              <a:ext uri="{FF2B5EF4-FFF2-40B4-BE49-F238E27FC236}">
                <a16:creationId xmlns:a16="http://schemas.microsoft.com/office/drawing/2014/main" id="{43F222AB-BDF3-43BE-B5EA-191BCB45DCB2}"/>
              </a:ext>
            </a:extLst>
          </p:cNvPr>
          <p:cNvSpPr>
            <a:spLocks xmlns:a="http://schemas.openxmlformats.org/drawingml/2006/main" noGrp="1"/>
          </p:cNvSpPr>
          <p:nvPr/>
        </p:nvSpPr>
        <p:spPr>
          <a:xfrm xmlns:a="http://schemas.openxmlformats.org/drawingml/2006/main">
            <a:off x="457200" y="1819275"/>
            <a:ext cx="1714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222A35"/>
                </a:solidFill>
                <a:latin typeface="Apple SD Gothic Neo"/>
                <a:ea typeface="Apple SD Gothic Neo"/>
                <a:cs typeface="Apple SD Gothic Neo"/>
              </a:defRPr>
            </a:pPr>
            <a:r>
              <a:rPr sz="2100" b="0">
                <a:solidFill>
                  <a:srgbClr val="222A35"/>
                </a:solidFill>
                <a:latin typeface="Apple SD Gothic Neo"/>
                <a:ea typeface="Apple SD Gothic Neo"/>
                <a:cs typeface="Apple SD Gothic Neo"/>
              </a:rPr>
              <a:t>같은 P21: 21개 사례를 5회 독립 반복. 번호순 우선 선택, 낮은 순위 약점은 tactic으로 보완</a:t>
            </a:r>
          </a:p>
        </p:txBody>
      </p:sp>
      <p:graphicFrame>
        <p:nvGraphicFramePr>
          <p:cNvPr id="13" name=""/>
          <p:cNvGraphicFramePr/>
          <p:nvPr/>
        </p:nvGraphicFramePr>
        <p:xfrm>
          <a:off xmlns:a="http://schemas.openxmlformats.org/drawingml/2006/main" x="457200" y="2286000"/>
          <a:ext xmlns:a="http://schemas.openxmlformats.org/drawingml/2006/main" cx="17373600" cy="7477125"/>
        </p:xfrm>
        <a:graphic xmlns:a="http://schemas.openxmlformats.org/drawingml/2006/main">
          <a:graphicData uri="http://schemas.openxmlformats.org/drawingml/2006/table">
            <a:tbl>
              <a:tblPr firstRow="0" bandRow="0"/>
              <a:tblGrid>
                <a:gridCol w="1476375"/>
                <a:gridCol w="2047875"/>
                <a:gridCol w="2762250"/>
                <a:gridCol w="9848850"/>
                <a:gridCol w="1238250"/>
              </a:tblGrid>
              <a:tr h="476250">
                <a:tc>
                  <a:txBody>
                    <a:bodyPr/>
                    <a:lstStyle/>
                    <a:p>
                      <a:pPr algn="ctr"/>
                      <a:r>
                        <a:rPr sz="2025" b="1">
                          <a:solidFill>
                            <a:srgbClr val="FFFFFF"/>
                          </a:solidFill>
                          <a:latin typeface="Apple SD Gothic Neo"/>
                          <a:ea typeface="Apple SD Gothic Neo"/>
                          <a:cs typeface="Apple SD Gothic Neo"/>
                        </a:rPr>
                        <a:t>ID</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분류</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Title</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Scenario / 지표 / 목표 근거</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우선순위</a:t>
                      </a:r>
                    </a:p>
                  </a:txBody>
                  <a:tcPr marL="133350" marR="114300" marT="57150" marB="57150" anchor="ctr">
                    <a:solidFill>
                      <a:srgbClr val="4472C4"/>
                    </a:solidFill>
                  </a:tcPr>
                </a:tc>
              </a:tr>
              <a:tr h="2333625">
                <a:tc>
                  <a:txBody>
                    <a:bodyPr/>
                    <a:lstStyle/>
                    <a:p>
                      <a:pPr algn="ctr"/>
                      <a:r>
                        <a:rPr sz="1875" b="0">
                          <a:solidFill>
                            <a:srgbClr val="222A35"/>
                          </a:solidFill>
                          <a:latin typeface="Apple SD Gothic Neo"/>
                          <a:ea typeface="Apple SD Gothic Neo"/>
                          <a:cs typeface="Apple SD Gothic Neo"/>
                        </a:rPr>
                        <a:t>ASR-QA-04</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Cost</a:t>
                      </a:r>
                    </a:p>
                    <a:p>
                      <a:pPr algn="ctr"/>
                      <a:r>
                        <a:rPr sz="2100" b="0">
                          <a:solidFill>
                            <a:srgbClr val="222A35"/>
                          </a:solidFill>
                          <a:latin typeface="Apple SD Gothic Neo"/>
                          <a:ea typeface="Apple SD Gothic Neo"/>
                          <a:cs typeface="Apple SD Gothic Neo"/>
                        </a:rPr>
                        <a:t>Efficiency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모델</a:t>
                      </a:r>
                    </a:p>
                    <a:p>
                      <a:pPr algn="ctr"/>
                      <a:r>
                        <a:rPr sz="2550" b="1">
                          <a:solidFill>
                            <a:srgbClr val="222A35"/>
                          </a:solidFill>
                          <a:latin typeface="Apple SD Gothic Neo"/>
                          <a:ea typeface="Apple SD Gothic Neo"/>
                          <a:cs typeface="Apple SD Gothic Neo"/>
                        </a:rPr>
                        <a:t>사용 비용</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동일한 사용자 활동을 처리하는 동안 VIA의 음성/의미 모델 사용에 드는 금액</a:t>
                      </a:r>
                    </a:p>
                    <a:p>
                      <a:pPr algn="l"/>
                      <a:r>
                        <a:rPr sz="2325" b="1">
                          <a:solidFill>
                            <a:srgbClr val="43AACC"/>
                          </a:solidFill>
                          <a:latin typeface="Apple SD Gothic Neo"/>
                          <a:ea typeface="Apple SD Gothic Neo"/>
                          <a:cs typeface="Apple SD Gothic Neo"/>
                        </a:rPr>
                        <a:t>P21 1묶음 평균 모델 비용 ≤ $0.50</a:t>
                      </a:r>
                    </a:p>
                    <a:p>
                      <a:pPr algn="l"/>
                      <a:r>
                        <a:rPr sz="1950" b="0">
                          <a:solidFill>
                            <a:srgbClr val="222A35"/>
                          </a:solidFill>
                          <a:latin typeface="Apple SD Gothic Neo"/>
                          <a:ea typeface="Apple SD Gothic Neo"/>
                          <a:cs typeface="Apple SD Gothic Neo"/>
                        </a:rPr>
                        <a:t>측정: 동일 P21 전체 5회 총 청구량의 평균 × 단가</a:t>
                      </a:r>
                    </a:p>
                    <a:p>
                      <a:pPr algn="l"/>
                      <a:r>
                        <a:rPr sz="1950" b="0">
                          <a:solidFill>
                            <a:srgbClr val="56606B"/>
                          </a:solidFill>
                          <a:latin typeface="Apple SD Gothic Neo"/>
                          <a:ea typeface="Apple SD Gothic Neo"/>
                          <a:cs typeface="Apple SD Gothic Neo"/>
                        </a:rPr>
                        <a:t>근거: 신규 audio·Text 기본 $0.351840 + 추가 여유 $0.148160</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4</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ASR-QA-05</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Maintainability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변경</a:t>
                      </a:r>
                    </a:p>
                    <a:p>
                      <a:pPr algn="ctr"/>
                      <a:r>
                        <a:rPr sz="2550" b="1">
                          <a:solidFill>
                            <a:srgbClr val="222A35"/>
                          </a:solidFill>
                          <a:latin typeface="Apple SD Gothic Neo"/>
                          <a:ea typeface="Apple SD Gothic Neo"/>
                          <a:cs typeface="Apple SD Gothic Neo"/>
                        </a:rPr>
                        <a:t>용이성</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모델/Agent/정보원/기능 계약의 변화를 다른 사용자 기능을 유지하면서 수용하는 능력</a:t>
                      </a:r>
                    </a:p>
                    <a:p>
                      <a:pPr algn="l"/>
                      <a:r>
                        <a:rPr sz="2325" b="1">
                          <a:solidFill>
                            <a:srgbClr val="43AACC"/>
                          </a:solidFill>
                          <a:latin typeface="Apple SD Gothic Neo"/>
                          <a:ea typeface="Apple SD Gothic Neo"/>
                          <a:cs typeface="Apple SD Gothic Neo"/>
                        </a:rPr>
                        <a:t>평균 변경 책임 단위 수 ≤ 3개</a:t>
                      </a:r>
                    </a:p>
                    <a:p>
                      <a:pPr algn="l"/>
                      <a:r>
                        <a:rPr sz="1950" b="0">
                          <a:solidFill>
                            <a:srgbClr val="222A35"/>
                          </a:solidFill>
                          <a:latin typeface="Apple SD Gothic Neo"/>
                          <a:ea typeface="Apple SD Gothic Neo"/>
                          <a:cs typeface="Apple SD Gothic Neo"/>
                        </a:rPr>
                        <a:t>측정: 6개 변경 과제의 고유 수정 책임 수 평균</a:t>
                      </a:r>
                    </a:p>
                    <a:p>
                      <a:pPr algn="l"/>
                      <a:r>
                        <a:rPr sz="1950" b="0">
                          <a:solidFill>
                            <a:srgbClr val="56606B"/>
                          </a:solidFill>
                          <a:latin typeface="Apple SD Gothic Neo"/>
                          <a:ea typeface="Apple SD Gothic Neo"/>
                          <a:cs typeface="Apple SD Gothic Neo"/>
                        </a:rPr>
                        <a:t>근거: 일상 변경을 adapter/생산/소비 약 3개 책임에 국소화</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5</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ASR-QA-06</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Resource</a:t>
                      </a:r>
                    </a:p>
                    <a:p>
                      <a:pPr algn="ctr"/>
                      <a:r>
                        <a:rPr sz="2100" b="0">
                          <a:solidFill>
                            <a:srgbClr val="222A35"/>
                          </a:solidFill>
                          <a:latin typeface="Apple SD Gothic Neo"/>
                          <a:ea typeface="Apple SD Gothic Neo"/>
                          <a:cs typeface="Apple SD Gothic Neo"/>
                        </a:rPr>
                        <a:t>Efficiency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로컬 VIA</a:t>
                      </a:r>
                    </a:p>
                    <a:p>
                      <a:pPr algn="ctr"/>
                      <a:r>
                        <a:rPr sz="2550" b="1">
                          <a:solidFill>
                            <a:srgbClr val="222A35"/>
                          </a:solidFill>
                          <a:latin typeface="Apple SD Gothic Neo"/>
                          <a:ea typeface="Apple SD Gothic Neo"/>
                          <a:cs typeface="Apple SD Gothic Neo"/>
                        </a:rPr>
                        <a:t>메모리 사용량</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동일한 활동과 동시 부하에서 VIA가 로컬 PC에 할당해 유지하는 메모리의 최대량</a:t>
                      </a:r>
                    </a:p>
                    <a:p>
                      <a:pPr algn="l"/>
                      <a:r>
                        <a:rPr sz="2325" b="1">
                          <a:solidFill>
                            <a:srgbClr val="43AACC"/>
                          </a:solidFill>
                          <a:latin typeface="Apple SD Gothic Neo"/>
                          <a:ea typeface="Apple SD Gothic Neo"/>
                          <a:cs typeface="Apple SD Gothic Neo"/>
                        </a:rPr>
                        <a:t>최대 전체 commit 메모리 ≤ 4GiB</a:t>
                      </a:r>
                    </a:p>
                    <a:p>
                      <a:pPr algn="l"/>
                      <a:r>
                        <a:rPr sz="1950" b="0">
                          <a:solidFill>
                            <a:srgbClr val="222A35"/>
                          </a:solidFill>
                          <a:latin typeface="Apple SD Gothic Neo"/>
                          <a:ea typeface="Apple SD Gothic Neo"/>
                          <a:cs typeface="Apple SD Gothic Neo"/>
                        </a:rPr>
                        <a:t>측정: 동일 P21 전체 5회 중 최대 동시 commit량</a:t>
                      </a:r>
                    </a:p>
                    <a:p>
                      <a:pPr algn="l"/>
                      <a:r>
                        <a:rPr sz="1950" b="0">
                          <a:solidFill>
                            <a:srgbClr val="56606B"/>
                          </a:solidFill>
                          <a:latin typeface="Apple SD Gothic Neo"/>
                          <a:ea typeface="Apple SD Gothic Neo"/>
                          <a:cs typeface="Apple SD Gothic Neo"/>
                        </a:rPr>
                        <a:t>근거: 32GB급 PC의 사용자 앱과 공존하는 VIA 4GiB 예산</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6</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69BC8A58-5AA0-4B2D-847A-805E0A30BBBB}"/>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P21: 정확성 630조건 / 반응 135관측 / 처리 95사이클 / 비용·메모리도 같은 5회 전체 활동</a:t>
            </a:r>
          </a:p>
        </p:txBody>
      </p:sp>
    </p:spTree>
    <p:extLst>
      <p:ext uri="{BB962C8B-B14F-4D97-AF65-F5344CB8AC3E}">
        <p14:creationId xmlns:p14="http://schemas.microsoft.com/office/powerpoint/2010/main" val="1472402474"/>
      </p:ext>
    </p:extLst>
  </p:cSld>
</p:sld>
</file>

<file path=ppt/slides/slide8.xml><?xml version="1.0" encoding="utf-8"?>
<p:sld xmlns:p="http://schemas.openxmlformats.org/presentationml/2006/main">
  <p:cSld name="quality-workloa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59BF6C8A-36F1-448D-9E16-98D569923FA7}"/>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공통 평가 활동</a:t>
            </a:r>
          </a:p>
        </p:txBody>
      </p:sp>
      <p:sp>
        <p:nvSpPr>
          <p:cNvPr id="2" name="header-rule">
            <a:extLst xmlns:a="http://schemas.openxmlformats.org/drawingml/2006/main">
              <a:ext uri="{FF2B5EF4-FFF2-40B4-BE49-F238E27FC236}">
                <a16:creationId xmlns:a16="http://schemas.microsoft.com/office/drawing/2014/main" id="{1D162C15-51BB-482C-8E83-01F46E021371}"/>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725B0E3C-3659-4308-9767-B6A2E3CC0F66}"/>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3 / 6</a:t>
            </a:r>
          </a:p>
        </p:txBody>
      </p:sp>
      <p:sp>
        <p:nvSpPr>
          <p:cNvPr id="4" name="headline">
            <a:extLst xmlns:a="http://schemas.openxmlformats.org/drawingml/2006/main">
              <a:ext uri="{FF2B5EF4-FFF2-40B4-BE49-F238E27FC236}">
                <a16:creationId xmlns:a16="http://schemas.microsoft.com/office/drawing/2014/main" id="{715F801B-A56C-4EF6-8168-D77794205A93}"/>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P21: 모든 QA가 같은 사례와 후속 사건을 평가</a:t>
            </a:r>
          </a:p>
        </p:txBody>
      </p:sp>
      <p:sp>
        <p:nvSpPr>
          <p:cNvPr id="5" name="scope">
            <a:extLst xmlns:a="http://schemas.openxmlformats.org/drawingml/2006/main">
              <a:ext uri="{FF2B5EF4-FFF2-40B4-BE49-F238E27FC236}">
                <a16:creationId xmlns:a16="http://schemas.microsoft.com/office/drawing/2014/main" id="{7B1BEB6F-27EB-4E38-8BAA-4D03DD34B145}"/>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222A35"/>
                </a:solidFill>
                <a:latin typeface="Apple SD Gothic Neo"/>
                <a:ea typeface="Apple SD Gothic Neo"/>
                <a:cs typeface="Apple SD Gothic Neo"/>
              </a:defRPr>
            </a:pPr>
            <a:r>
              <a:rPr sz="2175" b="0">
                <a:solidFill>
                  <a:srgbClr val="222A35"/>
                </a:solidFill>
                <a:latin typeface="Apple SD Gothic Neo"/>
                <a:ea typeface="Apple SD Gothic Neo"/>
                <a:cs typeface="Apple SD Gothic Neo"/>
              </a:rPr>
              <a:t>DP-41/42/44/45의 실제 기제와 오류 경로로 선정한 사례를 동일 조건에서 평가</a:t>
            </a:r>
          </a:p>
        </p:txBody>
      </p:sp>
      <p:graphicFrame>
        <p:nvGraphicFramePr>
          <p:cNvPr id="13" name=""/>
          <p:cNvGraphicFramePr/>
          <p:nvPr/>
        </p:nvGraphicFramePr>
        <p:xfrm>
          <a:off xmlns:a="http://schemas.openxmlformats.org/drawingml/2006/main" x="457200" y="2286000"/>
          <a:ext xmlns:a="http://schemas.openxmlformats.org/drawingml/2006/main" cx="17373600" cy="7486650"/>
        </p:xfrm>
        <a:graphic xmlns:a="http://schemas.openxmlformats.org/drawingml/2006/main">
          <a:graphicData uri="http://schemas.openxmlformats.org/drawingml/2006/table">
            <a:tbl>
              <a:tblPr firstRow="0" bandRow="0"/>
              <a:tblGrid>
                <a:gridCol w="2667000"/>
                <a:gridCol w="8001000"/>
                <a:gridCol w="6705600"/>
              </a:tblGrid>
              <a:tr h="476250">
                <a:tc>
                  <a:txBody>
                    <a:bodyPr/>
                    <a:lstStyle/>
                    <a:p>
                      <a:pPr algn="l"/>
                      <a:r>
                        <a:rPr sz="2025" b="1">
                          <a:solidFill>
                            <a:srgbClr val="FFFFFF"/>
                          </a:solidFill>
                          <a:latin typeface="Apple SD Gothic Neo"/>
                          <a:ea typeface="Apple SD Gothic Neo"/>
                          <a:cs typeface="Apple SD Gothic Neo"/>
                        </a:rPr>
                        <a:t>활동 / 관측</a:t>
                      </a:r>
                    </a:p>
                  </a:txBody>
                  <a:tcPr marL="133350" marR="114300" marT="57150" marB="57150" anchor="ctr">
                    <a:solidFill>
                      <a:srgbClr val="4472C4"/>
                    </a:solidFill>
                  </a:tcPr>
                </a:tc>
                <a:tc>
                  <a:txBody>
                    <a:bodyPr/>
                    <a:lstStyle/>
                    <a:p>
                      <a:pPr algn="l"/>
                      <a:r>
                        <a:rPr sz="2025" b="1">
                          <a:solidFill>
                            <a:srgbClr val="FFFFFF"/>
                          </a:solidFill>
                          <a:latin typeface="Apple SD Gothic Neo"/>
                          <a:ea typeface="Apple SD Gothic Neo"/>
                          <a:cs typeface="Apple SD Gothic Neo"/>
                        </a:rPr>
                        <a:t>고정 조건</a:t>
                      </a:r>
                    </a:p>
                  </a:txBody>
                  <a:tcPr marL="133350" marR="114300" marT="57150" marB="57150" anchor="ctr">
                    <a:solidFill>
                      <a:srgbClr val="4472C4"/>
                    </a:solidFill>
                  </a:tcPr>
                </a:tc>
                <a:tc>
                  <a:txBody>
                    <a:bodyPr/>
                    <a:lstStyle/>
                    <a:p>
                      <a:pPr algn="l"/>
                      <a:r>
                        <a:rPr sz="2025" b="1">
                          <a:solidFill>
                            <a:srgbClr val="FFFFFF"/>
                          </a:solidFill>
                          <a:latin typeface="Apple SD Gothic Neo"/>
                          <a:ea typeface="Apple SD Gothic Neo"/>
                          <a:cs typeface="Apple SD Gothic Neo"/>
                        </a:rPr>
                        <a:t>QA에서 읽는 값</a:t>
                      </a:r>
                    </a:p>
                  </a:txBody>
                  <a:tcPr marL="133350" marR="114300" marT="57150" marB="57150" anchor="ctr">
                    <a:solidFill>
                      <a:srgbClr val="4472C4"/>
                    </a:solidFill>
                  </a:tcPr>
                </a:tc>
              </a:tr>
              <a:tr h="1162050">
                <a:tc>
                  <a:txBody>
                    <a:bodyPr/>
                    <a:lstStyle/>
                    <a:p>
                      <a:pPr algn="l"/>
                      <a:r>
                        <a:rPr sz="2025" b="0">
                          <a:solidFill>
                            <a:srgbClr val="222A35"/>
                          </a:solidFill>
                          <a:latin typeface="Apple SD Gothic Neo"/>
                          <a:ea typeface="Apple SD Gothic Neo"/>
                          <a:cs typeface="Apple SD Gothic Neo"/>
                        </a:rPr>
                        <a:t>사례 선정</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S1~S6: 2 / 5 / 3 / 3 / 4 / 4개 = 21개</a:t>
                      </a:r>
                    </a:p>
                    <a:p>
                      <a:pPr algn="l"/>
                      <a:r>
                        <a:rPr sz="2025" b="0">
                          <a:solidFill>
                            <a:srgbClr val="222A35"/>
                          </a:solidFill>
                          <a:latin typeface="Apple SD Gothic Neo"/>
                          <a:ea typeface="Apple SD Gothic Neo"/>
                          <a:cs typeface="Apple SD Gothic Neo"/>
                        </a:rPr>
                        <a:t>기존 17 유지, 선호 등록은 회귀, 민감 사례 4개 추가</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DP-41/42/44/45의 실제 기제 경로</a:t>
                      </a:r>
                    </a:p>
                    <a:p>
                      <a:pPr algn="l"/>
                      <a:r>
                        <a:rPr sz="2025" b="0">
                          <a:solidFill>
                            <a:srgbClr val="222A35"/>
                          </a:solidFill>
                          <a:latin typeface="Apple SD Gothic Neo"/>
                          <a:ea typeface="Apple SD Gothic Neo"/>
                          <a:cs typeface="Apple SD Gothic Neo"/>
                        </a:rPr>
                        <a:t>공통 기준 경로와 차이를 활성화하는 경로 포함</a:t>
                      </a:r>
                    </a:p>
                  </a:txBody>
                  <a:tcPr marL="133350" marR="114300" marT="57150" marB="57150" anchor="ctr">
                    <a:solidFill>
                      <a:srgbClr val="FFF6DE"/>
                    </a:solidFill>
                  </a:tcPr>
                </a:tc>
              </a:tr>
              <a:tr h="1162050">
                <a:tc>
                  <a:txBody>
                    <a:bodyPr/>
                    <a:lstStyle/>
                    <a:p>
                      <a:pPr algn="l"/>
                      <a:r>
                        <a:rPr sz="2025" b="0">
                          <a:solidFill>
                            <a:srgbClr val="222A35"/>
                          </a:solidFill>
                          <a:latin typeface="Apple SD Gothic Neo"/>
                          <a:ea typeface="Apple SD Gothic Neo"/>
                          <a:cs typeface="Apple SD Gothic Neo"/>
                        </a:rPr>
                        <a:t>같은 활동 5회</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각 활동에서 21개를 한 번씩, 전체 5회 독립 초기화</a:t>
                      </a:r>
                    </a:p>
                    <a:p>
                      <a:pPr algn="l"/>
                      <a:r>
                        <a:rPr sz="2025" b="0">
                          <a:solidFill>
                            <a:srgbClr val="222A35"/>
                          </a:solidFill>
                          <a:latin typeface="Apple SD Gothic Neo"/>
                          <a:ea typeface="Apple SD Gothic Neo"/>
                          <a:cs typeface="Apple SD Gothic Neo"/>
                        </a:rPr>
                        <a:t>S2-02 → S2-04 실제 재사용의 선후는 고정</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사용자 목표 19 + Agent 단독 2장면</a:t>
                      </a:r>
                    </a:p>
                    <a:p>
                      <a:pPr algn="l"/>
                      <a:r>
                        <a:rPr sz="2025" b="0">
                          <a:solidFill>
                            <a:srgbClr val="222A35"/>
                          </a:solidFill>
                          <a:latin typeface="Apple SD Gothic Neo"/>
                          <a:ea typeface="Apple SD Gothic Neo"/>
                          <a:cs typeface="Apple SD Gothic Neo"/>
                        </a:rPr>
                        <a:t>네 Agent 동시 사건은 S5-04 내부에 포함</a:t>
                      </a:r>
                    </a:p>
                  </a:txBody>
                  <a:tcPr marL="133350" marR="114300" marT="57150" marB="57150" anchor="ctr">
                    <a:solidFill>
                      <a:srgbClr val="FFF6DE"/>
                    </a:solidFill>
                  </a:tcPr>
                </a:tc>
              </a:tr>
              <a:tr h="1162050">
                <a:tc>
                  <a:txBody>
                    <a:bodyPr/>
                    <a:lstStyle/>
                    <a:p>
                      <a:pPr algn="l"/>
                      <a:r>
                        <a:rPr sz="2025" b="0">
                          <a:solidFill>
                            <a:srgbClr val="222A35"/>
                          </a:solidFill>
                          <a:latin typeface="Apple SD Gothic Neo"/>
                          <a:ea typeface="Apple SD Gothic Neo"/>
                          <a:cs typeface="Apple SD Gothic Neo"/>
                        </a:rPr>
                        <a:t>모든 정확성과 시간</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정확성: 모든 21사례의 6조건 × 5회</a:t>
                      </a:r>
                    </a:p>
                    <a:p>
                      <a:pPr algn="l"/>
                      <a:r>
                        <a:rPr sz="2025" b="0">
                          <a:solidFill>
                            <a:srgbClr val="222A35"/>
                          </a:solidFill>
                          <a:latin typeface="Apple SD Gothic Neo"/>
                          <a:ea typeface="Apple SD Gothic Neo"/>
                          <a:cs typeface="Apple SD Gothic Neo"/>
                        </a:rPr>
                        <a:t>시간: 같은 사례의 첫 반응과 전체 완료</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정확성 105시나리오 / 630조건</a:t>
                      </a:r>
                    </a:p>
                    <a:p>
                      <a:pPr algn="l"/>
                      <a:r>
                        <a:rPr sz="2025" b="0">
                          <a:solidFill>
                            <a:srgbClr val="222A35"/>
                          </a:solidFill>
                          <a:latin typeface="Apple SD Gothic Neo"/>
                          <a:ea typeface="Apple SD Gothic Neo"/>
                          <a:cs typeface="Apple SD Gothic Neo"/>
                        </a:rPr>
                        <a:t>반응 27×5=135 / 처리 19×5=95</a:t>
                      </a:r>
                    </a:p>
                  </a:txBody>
                  <a:tcPr marL="133350" marR="114300" marT="57150" marB="57150" anchor="ctr">
                    <a:solidFill>
                      <a:srgbClr val="FFF6DE"/>
                    </a:solidFill>
                  </a:tcPr>
                </a:tc>
              </a:tr>
              <a:tr h="1352550">
                <a:tc>
                  <a:txBody>
                    <a:bodyPr/>
                    <a:lstStyle/>
                    <a:p>
                      <a:pPr algn="l"/>
                      <a:r>
                        <a:rPr sz="2025" b="0">
                          <a:solidFill>
                            <a:srgbClr val="222A35"/>
                          </a:solidFill>
                          <a:latin typeface="Apple SD Gothic Neo"/>
                          <a:ea typeface="Apple SD Gothic Neo"/>
                          <a:cs typeface="Apple SD Gothic Neo"/>
                        </a:rPr>
                        <a:t>같은 비용과 메모리</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P21 전체 5회: 비용 평균 / 메모리 최대</a:t>
                      </a:r>
                    </a:p>
                    <a:p>
                      <a:pPr algn="l"/>
                      <a:r>
                        <a:rPr sz="2025" b="0">
                          <a:solidFill>
                            <a:srgbClr val="222A35"/>
                          </a:solidFill>
                          <a:latin typeface="Apple SD Gothic Neo"/>
                          <a:ea typeface="Apple SD Gothic Neo"/>
                          <a:cs typeface="Apple SD Gothic Neo"/>
                        </a:rPr>
                        <a:t>음성 입력 50초 / 출력 179초 / 의미 62호출 예산</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비용 ≤$0.50/P21 / commit ≤4GiB</a:t>
                      </a:r>
                    </a:p>
                    <a:p>
                      <a:pPr algn="l"/>
                      <a:r>
                        <a:rPr sz="2025" b="0">
                          <a:solidFill>
                            <a:srgbClr val="222A35"/>
                          </a:solidFill>
                          <a:latin typeface="Apple SD Gothic Neo"/>
                          <a:ea typeface="Apple SD Gothic Neo"/>
                          <a:cs typeface="Apple SD Gothic Neo"/>
                        </a:rPr>
                        <a:t>실제 호출·청구·할당은 후보 경로의 결과</a:t>
                      </a:r>
                    </a:p>
                  </a:txBody>
                  <a:tcPr marL="133350" marR="114300" marT="57150" marB="57150" anchor="ctr">
                    <a:solidFill>
                      <a:srgbClr val="FFF6DE"/>
                    </a:solidFill>
                  </a:tcPr>
                </a:tc>
              </a:tr>
              <a:tr h="1162050">
                <a:tc>
                  <a:txBody>
                    <a:bodyPr/>
                    <a:lstStyle/>
                    <a:p>
                      <a:pPr algn="l"/>
                      <a:r>
                        <a:rPr sz="2025" b="0">
                          <a:solidFill>
                            <a:srgbClr val="222A35"/>
                          </a:solidFill>
                          <a:latin typeface="Apple SD Gothic Neo"/>
                          <a:ea typeface="Apple SD Gothic Neo"/>
                          <a:cs typeface="Apple SD Gothic Neo"/>
                        </a:rPr>
                        <a:t>초기 자료와 집중 부하</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과거 2,000turn / 완료 Task 200 / 원본 30개</a:t>
                      </a:r>
                    </a:p>
                    <a:p>
                      <a:pPr algn="l"/>
                      <a:r>
                        <a:rPr sz="2025" b="0">
                          <a:solidFill>
                            <a:srgbClr val="222A35"/>
                          </a:solidFill>
                          <a:latin typeface="Apple SD Gothic Neo"/>
                          <a:ea typeface="Apple SD Gothic Neo"/>
                          <a:cs typeface="Apple SD Gothic Neo"/>
                        </a:rPr>
                        <a:t>Task 최대 10 / cloud 호출 최대 4</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초기/미사용 생산, 재사용, 첫 사용, 집중 도착</a:t>
                      </a:r>
                    </a:p>
                    <a:p>
                      <a:pPr algn="l"/>
                      <a:r>
                        <a:rPr sz="2025" b="0">
                          <a:solidFill>
                            <a:srgbClr val="222A35"/>
                          </a:solidFill>
                          <a:latin typeface="Apple SD Gothic Neo"/>
                          <a:ea typeface="Apple SD Gothic Neo"/>
                          <a:cs typeface="Apple SD Gothic Neo"/>
                        </a:rPr>
                        <a:t>동일 원천·허용·외부 응답·모델/기능 조건</a:t>
                      </a:r>
                    </a:p>
                  </a:txBody>
                  <a:tcPr marL="133350" marR="114300" marT="57150" marB="57150" anchor="ctr">
                    <a:solidFill>
                      <a:srgbClr val="FFF6DE"/>
                    </a:solidFill>
                  </a:tcPr>
                </a:tc>
              </a:tr>
              <a:tr h="1009650">
                <a:tc>
                  <a:txBody>
                    <a:bodyPr/>
                    <a:lstStyle/>
                    <a:p>
                      <a:pPr algn="l"/>
                      <a:r>
                        <a:rPr sz="2025" b="0">
                          <a:solidFill>
                            <a:srgbClr val="222A35"/>
                          </a:solidFill>
                          <a:latin typeface="Apple SD Gothic Neo"/>
                          <a:ea typeface="Apple SD Gothic Neo"/>
                          <a:cs typeface="Apple SD Gothic Neo"/>
                        </a:rPr>
                        <a:t>회수와 보호</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원본 갱신 4건 / maintenance 2회 / B04 철회</a:t>
                      </a:r>
                    </a:p>
                    <a:p>
                      <a:pPr algn="l"/>
                      <a:r>
                        <a:rPr sz="2025" b="0">
                          <a:solidFill>
                            <a:srgbClr val="222A35"/>
                          </a:solidFill>
                          <a:latin typeface="Apple SD Gothic Neo"/>
                          <a:ea typeface="Apple SD Gothic Neo"/>
                          <a:cs typeface="Apple SD Gothic Neo"/>
                        </a:rPr>
                        <a:t>drain ≤30초 + idle 10초, 실제 실패는 보존</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일반 ≥100/105 ≤2초 / 집중 30/30 ≤5초</a:t>
                      </a:r>
                    </a:p>
                    <a:p>
                      <a:pPr algn="l"/>
                      <a:r>
                        <a:rPr sz="2025" b="0">
                          <a:solidFill>
                            <a:srgbClr val="222A35"/>
                          </a:solidFill>
                          <a:latin typeface="Apple SD Gothic Neo"/>
                          <a:ea typeface="Apple SD Gothic Neo"/>
                          <a:cs typeface="Apple SD Gothic Neo"/>
                        </a:rPr>
                        <a:t>local stop 모두 ≤0.1초 / 유휴 증가 ≤16MiB</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39BA2169-894D-41BA-AEB7-90A442B854A3}"/>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03-02 §3.2 선정/대응표, §8 공통 실행 / 다음 3장은 21개 전체 대응표 / 작성자 설계 PoC, 미실측</a:t>
            </a:r>
          </a:p>
        </p:txBody>
      </p:sp>
    </p:spTree>
    <p:extLst>
      <p:ext uri="{BB962C8B-B14F-4D97-AF65-F5344CB8AC3E}">
        <p14:creationId xmlns:p14="http://schemas.microsoft.com/office/powerpoint/2010/main" val="69634054"/>
      </p:ext>
    </p:extLst>
  </p:cSld>
</p:sld>
</file>

<file path=ppt/slides/slide9.xml><?xml version="1.0" encoding="utf-8"?>
<p:sld xmlns:p="http://schemas.openxmlformats.org/presentationml/2006/main">
  <p:cSld name="quality-cases-01-07">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CA25E5A-8AF1-4A85-BFAE-128D0EAED6B6}"/>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공통 사례와 QA 대응</a:t>
            </a:r>
          </a:p>
        </p:txBody>
      </p:sp>
      <p:sp>
        <p:nvSpPr>
          <p:cNvPr id="2" name="header-rule">
            <a:extLst xmlns:a="http://schemas.openxmlformats.org/drawingml/2006/main">
              <a:ext uri="{FF2B5EF4-FFF2-40B4-BE49-F238E27FC236}">
                <a16:creationId xmlns:a16="http://schemas.microsoft.com/office/drawing/2014/main" id="{D8B2BF30-10F8-4666-A991-DD69AEFAA043}"/>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5DD6C4A9-68D5-4069-BFD1-361F01365872}"/>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4 / 6</a:t>
            </a:r>
          </a:p>
        </p:txBody>
      </p:sp>
      <p:sp>
        <p:nvSpPr>
          <p:cNvPr id="4" name="headline">
            <a:extLst xmlns:a="http://schemas.openxmlformats.org/drawingml/2006/main">
              <a:ext uri="{FF2B5EF4-FFF2-40B4-BE49-F238E27FC236}">
                <a16:creationId xmlns:a16="http://schemas.microsoft.com/office/drawing/2014/main" id="{6B5013C6-3440-4E93-BEE4-A554673FA597}"/>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21개 전체 사례: 1~7 / 21</a:t>
            </a:r>
          </a:p>
        </p:txBody>
      </p:sp>
      <p:sp>
        <p:nvSpPr>
          <p:cNvPr id="5" name="scope">
            <a:extLst xmlns:a="http://schemas.openxmlformats.org/drawingml/2006/main">
              <a:ext uri="{FF2B5EF4-FFF2-40B4-BE49-F238E27FC236}">
                <a16:creationId xmlns:a16="http://schemas.microsoft.com/office/drawing/2014/main" id="{1BA199DD-AF3B-4188-AA0B-0A5549459B40}"/>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222A35"/>
                </a:solidFill>
                <a:latin typeface="Apple SD Gothic Neo"/>
                <a:ea typeface="Apple SD Gothic Neo"/>
                <a:cs typeface="Apple SD Gothic Neo"/>
              </a:defRPr>
            </a:pPr>
            <a:r>
              <a:rPr sz="2025" b="0">
                <a:solidFill>
                  <a:srgbClr val="222A35"/>
                </a:solidFill>
                <a:latin typeface="Apple SD Gothic Neo"/>
                <a:ea typeface="Apple SD Gothic Neo"/>
                <a:cs typeface="Apple SD Gothic Neo"/>
              </a:rPr>
              <a:t>모든 행: QA-01의 C1~C6 + QA-04 비용 + QA-06 메모리 / QA-02는 첫 반응, QA-03는 목표 완료</a:t>
            </a:r>
          </a:p>
        </p:txBody>
      </p:sp>
      <p:graphicFrame>
        <p:nvGraphicFramePr>
          <p:cNvPr id="13" name=""/>
          <p:cNvGraphicFramePr/>
          <p:nvPr/>
        </p:nvGraphicFramePr>
        <p:xfrm>
          <a:off xmlns:a="http://schemas.openxmlformats.org/drawingml/2006/main" x="457200" y="2333625"/>
          <a:ext xmlns:a="http://schemas.openxmlformats.org/drawingml/2006/main" cx="17373600" cy="7124700"/>
        </p:xfrm>
        <a:graphic xmlns:a="http://schemas.openxmlformats.org/drawingml/2006/main">
          <a:graphicData uri="http://schemas.openxmlformats.org/drawingml/2006/table">
            <a:tbl>
              <a:tblPr firstRow="0" bandRow="0"/>
              <a:tblGrid>
                <a:gridCol w="1333500"/>
                <a:gridCol w="4857750"/>
                <a:gridCol w="1524000"/>
                <a:gridCol w="5238750"/>
                <a:gridCol w="4419600"/>
              </a:tblGrid>
              <a:tr h="523875">
                <a:tc>
                  <a:txBody>
                    <a:bodyPr/>
                    <a:lstStyle/>
                    <a:p>
                      <a:pPr algn="l"/>
                      <a:r>
                        <a:rPr sz="1875" b="1">
                          <a:solidFill>
                            <a:srgbClr val="FFFFFF"/>
                          </a:solidFill>
                          <a:latin typeface="Apple SD Gothic Neo"/>
                          <a:ea typeface="Apple SD Gothic Neo"/>
                          <a:cs typeface="Apple SD Gothic Neo"/>
                        </a:rPr>
                        <a:t>사례</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주제 / 선정 이유</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민감 DP</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QA-02 유효 반응</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QA-03 완료 / 적용 제외</a:t>
                      </a:r>
                    </a:p>
                  </a:txBody>
                  <a:tcPr marL="133350" marR="114300" marT="57150" marB="57150" anchor="ctr">
                    <a:solidFill>
                      <a:srgbClr val="4472C4"/>
                    </a:solidFill>
                  </a:tcPr>
                </a:tc>
              </a:tr>
              <a:tr h="942975">
                <a:tc>
                  <a:txBody>
                    <a:bodyPr/>
                    <a:lstStyle/>
                    <a:p>
                      <a:pPr algn="l"/>
                      <a:r>
                        <a:rPr sz="1875" b="0">
                          <a:solidFill>
                            <a:srgbClr val="222A35"/>
                          </a:solidFill>
                          <a:latin typeface="Apple SD Gothic Neo"/>
                          <a:ea typeface="Apple SD Gothic Neo"/>
                          <a:cs typeface="Apple SD Gothic Neo"/>
                        </a:rPr>
                        <a:t>S1-01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제한된 정보 조회</a:t>
                      </a:r>
                    </a:p>
                    <a:p>
                      <a:pPr algn="l"/>
                      <a:r>
                        <a:rPr sz="1875" b="0">
                          <a:solidFill>
                            <a:srgbClr val="222A35"/>
                          </a:solidFill>
                          <a:latin typeface="Apple SD Gothic Neo"/>
                          <a:ea typeface="Apple SD Gothic Neo"/>
                          <a:cs typeface="Apple SD Gothic Neo"/>
                        </a:rPr>
                        <a:t>단순 직접/위임의 공통 기준 경로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D1의 정확한 날짜 답변 전달</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D1 마감일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S1-02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 보고서 업무 위임</a:t>
                      </a:r>
                    </a:p>
                    <a:p>
                      <a:pPr algn="l"/>
                      <a:r>
                        <a:rPr sz="1875" b="0">
                          <a:solidFill>
                            <a:srgbClr val="222A35"/>
                          </a:solidFill>
                          <a:latin typeface="Apple SD Gothic Neo"/>
                          <a:ea typeface="Apple SD Gothic Neo"/>
                          <a:cs typeface="Apple SD Gothic Neo"/>
                        </a:rPr>
                        <a:t>신규 업무 인계와 정상 접수의 기준 경로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해당 보고서의 실제 접수/진행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ReportQ3@v1 최종 결과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중 두 표 지칭</a:t>
                      </a:r>
                    </a:p>
                    <a:p>
                      <a:pPr algn="l"/>
                      <a:r>
                        <a:rPr sz="1875" b="0">
                          <a:solidFill>
                            <a:srgbClr val="222A35"/>
                          </a:solidFill>
                          <a:latin typeface="Apple SD Gothic Neo"/>
                          <a:ea typeface="Apple SD Gothic Neo"/>
                          <a:cs typeface="Apple SD Gothic Neo"/>
                        </a:rPr>
                        <a:t>동일 발화의 복수 지칭을 실제 근거에 결합</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발화 당시 두 표의 올바른 비교/위임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지정 두 표 비교 결과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과거 설명과 두 업무 결과 재사용</a:t>
                      </a:r>
                    </a:p>
                    <a:p>
                      <a:pPr algn="l"/>
                      <a:r>
                        <a:rPr sz="1875" b="0">
                          <a:solidFill>
                            <a:srgbClr val="222A35"/>
                          </a:solidFill>
                          <a:latin typeface="Apple SD Gothic Neo"/>
                          <a:ea typeface="Apple SD Gothic Neo"/>
                          <a:cs typeface="Apple SD Gothic Neo"/>
                        </a:rPr>
                        <a:t>예외를 포함하는 세 과거 원본의 실제 연결</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과거 근거/조건이 맞는 제안서 실제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Proposal@v1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갱신된 원본의 과거 값 지정</a:t>
                      </a:r>
                    </a:p>
                    <a:p>
                      <a:pPr algn="l"/>
                      <a:r>
                        <a:rPr sz="1875" b="0">
                          <a:solidFill>
                            <a:srgbClr val="222A35"/>
                          </a:solidFill>
                          <a:latin typeface="Apple SD Gothic Neo"/>
                          <a:ea typeface="Apple SD Gothic Neo"/>
                          <a:cs typeface="Apple SD Gothic Neo"/>
                        </a:rPr>
                        <a:t>원본 갱신 뒤 과거 revision의 보존/검증</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과거 v1 값 지정이 맞는 실제 작성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TablePast@v1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S2-04</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같은 과거 근거의 두 번째 사용</a:t>
                      </a:r>
                    </a:p>
                    <a:p>
                      <a:pPr algn="l"/>
                      <a:r>
                        <a:rPr sz="1875" b="0">
                          <a:solidFill>
                            <a:srgbClr val="222A35"/>
                          </a:solidFill>
                          <a:latin typeface="Apple SD Gothic Neo"/>
                          <a:ea typeface="Apple SD Gothic Neo"/>
                          <a:cs typeface="Apple SD Gothic Neo"/>
                        </a:rPr>
                        <a:t>같은 원본 재사용의 cache/관계 hit와 전체 생산 비용</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두 번째 새 제안서의 실제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ProposalRepeat@v1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S2-05</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새로 도착한 과거 근거의 첫 사용</a:t>
                      </a:r>
                    </a:p>
                    <a:p>
                      <a:pPr algn="l"/>
                      <a:r>
                        <a:rPr sz="1875" b="0">
                          <a:solidFill>
                            <a:srgbClr val="222A35"/>
                          </a:solidFill>
                          <a:latin typeface="Apple SD Gothic Neo"/>
                          <a:ea typeface="Apple SD Gothic Neo"/>
                          <a:cs typeface="Apple SD Gothic Neo"/>
                        </a:rPr>
                        <a:t>새 원본 첫 사용의 조합/미게시 backfill 대기</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새 근거를 확보한 실제 제안서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ProposalFresh@v1 최종 전달</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A6B92724-953C-4F37-94B1-B29C9617062A}"/>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시작/종료의 전체 경계·초기 상태·Voice 입력·사건·정답 규칙: 03-02 §3.2 / 각 활동 내 사례 1회, 전체 5회</a:t>
            </a:r>
          </a:p>
        </p:txBody>
      </p:sp>
    </p:spTree>
    <p:extLst>
      <p:ext uri="{BB962C8B-B14F-4D97-AF65-F5344CB8AC3E}">
        <p14:creationId xmlns:p14="http://schemas.microsoft.com/office/powerpoint/2010/main" val="824767429"/>
      </p:ext>
    </p:extLst>
  </p:cSld>
</p:sld>
</file>

<file path=ppt/slides/slide10.xml><?xml version="1.0" encoding="utf-8"?>
<p:sld xmlns:p="http://schemas.openxmlformats.org/presentationml/2006/main">
  <p:cSld name="quality-cases-08-14">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C3F8AE79-2A44-428B-9C43-C56254567502}"/>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공통 사례와 QA 대응</a:t>
            </a:r>
          </a:p>
        </p:txBody>
      </p:sp>
      <p:sp>
        <p:nvSpPr>
          <p:cNvPr id="2" name="header-rule">
            <a:extLst xmlns:a="http://schemas.openxmlformats.org/drawingml/2006/main">
              <a:ext uri="{FF2B5EF4-FFF2-40B4-BE49-F238E27FC236}">
                <a16:creationId xmlns:a16="http://schemas.microsoft.com/office/drawing/2014/main" id="{83645662-0D03-4338-9BD3-D926F34AFFE6}"/>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8EF74869-695E-40BF-8AE2-F2DAB4DE3D72}"/>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5 / 6</a:t>
            </a:r>
          </a:p>
        </p:txBody>
      </p:sp>
      <p:sp>
        <p:nvSpPr>
          <p:cNvPr id="4" name="headline">
            <a:extLst xmlns:a="http://schemas.openxmlformats.org/drawingml/2006/main">
              <a:ext uri="{FF2B5EF4-FFF2-40B4-BE49-F238E27FC236}">
                <a16:creationId xmlns:a16="http://schemas.microsoft.com/office/drawing/2014/main" id="{772EAC89-9866-45D3-9B68-B1616A6F3F4C}"/>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21개 전체 사례: 8~14 / 21</a:t>
            </a:r>
          </a:p>
        </p:txBody>
      </p:sp>
      <p:sp>
        <p:nvSpPr>
          <p:cNvPr id="5" name="scope">
            <a:extLst xmlns:a="http://schemas.openxmlformats.org/drawingml/2006/main">
              <a:ext uri="{FF2B5EF4-FFF2-40B4-BE49-F238E27FC236}">
                <a16:creationId xmlns:a16="http://schemas.microsoft.com/office/drawing/2014/main" id="{6D24104C-4BAD-4D68-BA51-2D7766489DF9}"/>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222A35"/>
                </a:solidFill>
                <a:latin typeface="Apple SD Gothic Neo"/>
                <a:ea typeface="Apple SD Gothic Neo"/>
                <a:cs typeface="Apple SD Gothic Neo"/>
              </a:defRPr>
            </a:pPr>
            <a:r>
              <a:rPr sz="2025" b="0">
                <a:solidFill>
                  <a:srgbClr val="222A35"/>
                </a:solidFill>
                <a:latin typeface="Apple SD Gothic Neo"/>
                <a:ea typeface="Apple SD Gothic Neo"/>
                <a:cs typeface="Apple SD Gothic Neo"/>
              </a:rPr>
              <a:t>모든 행: QA-01의 C1~C6 + QA-04 비용 + QA-06 메모리 / QA-02는 첫 반응, QA-03는 목표 완료</a:t>
            </a:r>
          </a:p>
        </p:txBody>
      </p:sp>
      <p:graphicFrame>
        <p:nvGraphicFramePr>
          <p:cNvPr id="13" name=""/>
          <p:cNvGraphicFramePr/>
          <p:nvPr/>
        </p:nvGraphicFramePr>
        <p:xfrm>
          <a:off xmlns:a="http://schemas.openxmlformats.org/drawingml/2006/main" x="457200" y="2333625"/>
          <a:ext xmlns:a="http://schemas.openxmlformats.org/drawingml/2006/main" cx="17373600" cy="7124700"/>
        </p:xfrm>
        <a:graphic xmlns:a="http://schemas.openxmlformats.org/drawingml/2006/main">
          <a:graphicData uri="http://schemas.openxmlformats.org/drawingml/2006/table">
            <a:tbl>
              <a:tblPr firstRow="0" bandRow="0"/>
              <a:tblGrid>
                <a:gridCol w="1333500"/>
                <a:gridCol w="4857750"/>
                <a:gridCol w="1524000"/>
                <a:gridCol w="5238750"/>
                <a:gridCol w="4419600"/>
              </a:tblGrid>
              <a:tr h="523875">
                <a:tc>
                  <a:txBody>
                    <a:bodyPr/>
                    <a:lstStyle/>
                    <a:p>
                      <a:pPr algn="l"/>
                      <a:r>
                        <a:rPr sz="1875" b="1">
                          <a:solidFill>
                            <a:srgbClr val="FFFFFF"/>
                          </a:solidFill>
                          <a:latin typeface="Apple SD Gothic Neo"/>
                          <a:ea typeface="Apple SD Gothic Neo"/>
                          <a:cs typeface="Apple SD Gothic Neo"/>
                        </a:rPr>
                        <a:t>사례</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주제 / 선정 이유</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민감 DP</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QA-02 유효 반응</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QA-03 완료 / 적용 제외</a:t>
                      </a:r>
                    </a:p>
                  </a:txBody>
                  <a:tcPr marL="133350" marR="114300" marT="57150" marB="57150" anchor="ctr">
                    <a:solidFill>
                      <a:srgbClr val="4472C4"/>
                    </a:solidFill>
                  </a:tcPr>
                </a:tc>
              </a:tr>
              <a:tr h="942975">
                <a:tc>
                  <a:txBody>
                    <a:bodyPr/>
                    <a:lstStyle/>
                    <a:p>
                      <a:pPr algn="l"/>
                      <a:r>
                        <a:rPr sz="1875" b="0">
                          <a:solidFill>
                            <a:srgbClr val="222A35"/>
                          </a:solidFill>
                          <a:latin typeface="Apple SD Gothic Neo"/>
                          <a:ea typeface="Apple SD Gothic Neo"/>
                          <a:cs typeface="Apple SD Gothic Neo"/>
                        </a:rPr>
                        <a:t>S3-01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독립된 두 조회 요청</a:t>
                      </a:r>
                    </a:p>
                    <a:p>
                      <a:pPr algn="l"/>
                      <a:r>
                        <a:rPr sz="1875" b="0">
                          <a:solidFill>
                            <a:srgbClr val="222A35"/>
                          </a:solidFill>
                          <a:latin typeface="Apple SD Gothic Neo"/>
                          <a:ea typeface="Apple SD Gothic Neo"/>
                          <a:cs typeface="Apple SD Gothic Neo"/>
                        </a:rPr>
                        <a:t>독립 read의 병렬 진행을 양안에 허용하는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41/44</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독립 두 목표의 구분된 유효 답변/실제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독립 두 조회 결과 모두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S3-02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요약 산출물에 의존하는 메일</a:t>
                      </a:r>
                    </a:p>
                    <a:p>
                      <a:pPr algn="l"/>
                      <a:r>
                        <a:rPr sz="1875" b="0">
                          <a:solidFill>
                            <a:srgbClr val="222A35"/>
                          </a:solidFill>
                          <a:latin typeface="Apple SD Gothic Neo"/>
                          <a:ea typeface="Apple SD Gothic Neo"/>
                          <a:cs typeface="Apple SD Gothic Neo"/>
                        </a:rPr>
                        <a:t>결과 의존/중복 반환의 전체 continuation</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현재 요약/의존 메일의 유효 처리 사실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현재 요약의 민수 메일 발송 확인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S3-03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일정 조건의 변경 재확인</a:t>
                      </a:r>
                    </a:p>
                    <a:p>
                      <a:pPr algn="l"/>
                      <a:r>
                        <a:rPr sz="1875" b="0">
                          <a:solidFill>
                            <a:srgbClr val="222A35"/>
                          </a:solidFill>
                          <a:latin typeface="Apple SD Gothic Neo"/>
                          <a:ea typeface="Apple SD Gothic Neo"/>
                          <a:cs typeface="Apple SD Gothic Neo"/>
                        </a:rPr>
                        <a:t>해석 뒤 조건 변경의 재조회/재확정</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최신 BUSY와 일정 생성 안 함의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최신 BUSY/미생성 확인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S4-01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부분 정정과 늦은 후보</a:t>
                      </a:r>
                    </a:p>
                    <a:p>
                      <a:pPr algn="l"/>
                      <a:r>
                        <a:rPr sz="1875" b="0">
                          <a:solidFill>
                            <a:srgbClr val="222A35"/>
                          </a:solidFill>
                          <a:latin typeface="Apple SD Gothic Neo"/>
                          <a:ea typeface="Apple SD Gothic Neo"/>
                          <a:cs typeface="Apple SD Gothic Neo"/>
                        </a:rPr>
                        <a:t>부분 정정과 옛 후보의 늦은 반환</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보고서 변경 접수와 메일 보존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ReportRevised@v2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S4-02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음성 중단 뒤 지정 수치 설명</a:t>
                      </a:r>
                    </a:p>
                    <a:p>
                      <a:pPr algn="l"/>
                      <a:r>
                        <a:rPr sz="1875" b="0">
                          <a:solidFill>
                            <a:srgbClr val="222A35"/>
                          </a:solidFill>
                          <a:latin typeface="Apple SD Gothic Neo"/>
                          <a:ea typeface="Apple SD Gothic Neo"/>
                          <a:cs typeface="Apple SD Gothic Neo"/>
                        </a:rPr>
                        <a:t>local stop와 새 설명의 분리, input 지속</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44</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 발화 acoustic onset → 옛 음성의 마지막 재생 sample</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지정 수치의 새 설명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S4-03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특정 업무 취소와 접수 미확인</a:t>
                      </a:r>
                    </a:p>
                    <a:p>
                      <a:pPr algn="l"/>
                      <a:r>
                        <a:rPr sz="1875" b="0">
                          <a:solidFill>
                            <a:srgbClr val="222A35"/>
                          </a:solidFill>
                          <a:latin typeface="Apple SD Gothic Neo"/>
                          <a:ea typeface="Apple SD Gothic Neo"/>
                          <a:cs typeface="Apple SD Gothic Neo"/>
                        </a:rPr>
                        <a:t>hold/취소 접수/외부 미확인의 실제 순서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메일 취소 전달/미확인 상태의 정직한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명세된 취소 접수/미확인 disposition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S5-01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교차 질문과 철회</a:t>
                      </a:r>
                    </a:p>
                    <a:p>
                      <a:pPr algn="l"/>
                      <a:r>
                        <a:rPr sz="1875" b="0">
                          <a:solidFill>
                            <a:srgbClr val="222A35"/>
                          </a:solidFill>
                          <a:latin typeface="Apple SD Gothic Neo"/>
                          <a:ea typeface="Apple SD Gothic Neo"/>
                          <a:cs typeface="Apple SD Gothic Neo"/>
                        </a:rPr>
                        <a:t>질문 교차/철회와 실제 제시의 연결</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유효 메일 질문 source availability → 올바른 수신자 질문 실제 제시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 사용자 목표 없음</a:t>
                      </a:r>
                    </a:p>
                    <a:p>
                      <a:pPr algn="l"/>
                      <a:r>
                        <a:rPr sz="1875" b="0">
                          <a:solidFill>
                            <a:srgbClr val="222A35"/>
                          </a:solidFill>
                          <a:latin typeface="Apple SD Gothic Neo"/>
                          <a:ea typeface="Apple SD Gothic Neo"/>
                          <a:cs typeface="Apple SD Gothic Neo"/>
                        </a:rPr>
                        <a:t>QA-02로 도착→전달 관측</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519DFFFF-4FC5-46B4-9804-E4C74916C347}"/>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시작/종료의 전체 경계·초기 상태·Voice 입력·사건·정답 규칙: 03-02 §3.2 / 각 활동 내 사례 1회, 전체 5회</a:t>
            </a:r>
          </a:p>
        </p:txBody>
      </p:sp>
    </p:spTree>
    <p:extLst>
      <p:ext uri="{BB962C8B-B14F-4D97-AF65-F5344CB8AC3E}">
        <p14:creationId xmlns:p14="http://schemas.microsoft.com/office/powerpoint/2010/main" val="1281329138"/>
      </p:ext>
    </p:extLst>
  </p:cSld>
</p:sld>
</file>

<file path=ppt/slides/slide11.xml><?xml version="1.0" encoding="utf-8"?>
<p:sld xmlns:p="http://schemas.openxmlformats.org/presentationml/2006/main">
  <p:cSld name="quality-cases-15-21">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61AAF9F-987B-4066-AD76-7B41C8869977}"/>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공통 사례와 QA 대응</a:t>
            </a:r>
          </a:p>
        </p:txBody>
      </p:sp>
      <p:sp>
        <p:nvSpPr>
          <p:cNvPr id="2" name="header-rule">
            <a:extLst xmlns:a="http://schemas.openxmlformats.org/drawingml/2006/main">
              <a:ext uri="{FF2B5EF4-FFF2-40B4-BE49-F238E27FC236}">
                <a16:creationId xmlns:a16="http://schemas.microsoft.com/office/drawing/2014/main" id="{B08C06BE-DC12-4369-B694-4C12A1C9C4F8}"/>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EBFEC782-46B0-40E3-82F7-0BF23FA44705}"/>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6 / 6</a:t>
            </a:r>
          </a:p>
        </p:txBody>
      </p:sp>
      <p:sp>
        <p:nvSpPr>
          <p:cNvPr id="4" name="headline">
            <a:extLst xmlns:a="http://schemas.openxmlformats.org/drawingml/2006/main">
              <a:ext uri="{FF2B5EF4-FFF2-40B4-BE49-F238E27FC236}">
                <a16:creationId xmlns:a16="http://schemas.microsoft.com/office/drawing/2014/main" id="{1CF8123F-5FA8-4B92-8A5C-1CB2DFED53DC}"/>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21개 전체 사례: 15~21 / 21</a:t>
            </a:r>
          </a:p>
        </p:txBody>
      </p:sp>
      <p:sp>
        <p:nvSpPr>
          <p:cNvPr id="5" name="scope">
            <a:extLst xmlns:a="http://schemas.openxmlformats.org/drawingml/2006/main">
              <a:ext uri="{FF2B5EF4-FFF2-40B4-BE49-F238E27FC236}">
                <a16:creationId xmlns:a16="http://schemas.microsoft.com/office/drawing/2014/main" id="{D4BD1A16-64DC-4C7E-B119-4D44B42C895D}"/>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222A35"/>
                </a:solidFill>
                <a:latin typeface="Apple SD Gothic Neo"/>
                <a:ea typeface="Apple SD Gothic Neo"/>
                <a:cs typeface="Apple SD Gothic Neo"/>
              </a:defRPr>
            </a:pPr>
            <a:r>
              <a:rPr sz="2025" b="0">
                <a:solidFill>
                  <a:srgbClr val="222A35"/>
                </a:solidFill>
                <a:latin typeface="Apple SD Gothic Neo"/>
                <a:ea typeface="Apple SD Gothic Neo"/>
                <a:cs typeface="Apple SD Gothic Neo"/>
              </a:rPr>
              <a:t>모든 행: QA-01의 C1~C6 + QA-04 비용 + QA-06 메모리 / QA-02는 첫 반응, QA-03는 목표 완료</a:t>
            </a:r>
          </a:p>
        </p:txBody>
      </p:sp>
      <p:graphicFrame>
        <p:nvGraphicFramePr>
          <p:cNvPr id="13" name=""/>
          <p:cNvGraphicFramePr/>
          <p:nvPr/>
        </p:nvGraphicFramePr>
        <p:xfrm>
          <a:off xmlns:a="http://schemas.openxmlformats.org/drawingml/2006/main" x="457200" y="2333625"/>
          <a:ext xmlns:a="http://schemas.openxmlformats.org/drawingml/2006/main" cx="17373600" cy="7124700"/>
        </p:xfrm>
        <a:graphic xmlns:a="http://schemas.openxmlformats.org/drawingml/2006/main">
          <a:graphicData uri="http://schemas.openxmlformats.org/drawingml/2006/table">
            <a:tbl>
              <a:tblPr firstRow="0" bandRow="0"/>
              <a:tblGrid>
                <a:gridCol w="1333500"/>
                <a:gridCol w="4857750"/>
                <a:gridCol w="1524000"/>
                <a:gridCol w="5238750"/>
                <a:gridCol w="4419600"/>
              </a:tblGrid>
              <a:tr h="523875">
                <a:tc>
                  <a:txBody>
                    <a:bodyPr/>
                    <a:lstStyle/>
                    <a:p>
                      <a:pPr algn="l"/>
                      <a:r>
                        <a:rPr sz="1875" b="1">
                          <a:solidFill>
                            <a:srgbClr val="FFFFFF"/>
                          </a:solidFill>
                          <a:latin typeface="Apple SD Gothic Neo"/>
                          <a:ea typeface="Apple SD Gothic Neo"/>
                          <a:cs typeface="Apple SD Gothic Neo"/>
                        </a:rPr>
                        <a:t>사례</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주제 / 선정 이유</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민감 DP</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QA-02 유효 반응</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QA-03 완료 / 적용 제외</a:t>
                      </a:r>
                    </a:p>
                  </a:txBody>
                  <a:tcPr marL="133350" marR="114300" marT="57150" marB="57150" anchor="ctr">
                    <a:solidFill>
                      <a:srgbClr val="4472C4"/>
                    </a:solidFill>
                  </a:tcPr>
                </a:tc>
              </a:tr>
              <a:tr h="942975">
                <a:tc>
                  <a:txBody>
                    <a:bodyPr/>
                    <a:lstStyle/>
                    <a:p>
                      <a:pPr algn="l"/>
                      <a:r>
                        <a:rPr sz="1875" b="0">
                          <a:solidFill>
                            <a:srgbClr val="222A35"/>
                          </a:solidFill>
                          <a:latin typeface="Apple SD Gothic Neo"/>
                          <a:ea typeface="Apple SD Gothic Neo"/>
                          <a:cs typeface="Apple SD Gothic Neo"/>
                        </a:rPr>
                        <a:t>S5-02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결과 역전과 중복</a:t>
                      </a:r>
                    </a:p>
                    <a:p>
                      <a:pPr algn="l"/>
                      <a:r>
                        <a:rPr sz="1875" b="0">
                          <a:solidFill>
                            <a:srgbClr val="222A35"/>
                          </a:solidFill>
                          <a:latin typeface="Apple SD Gothic Neo"/>
                          <a:ea typeface="Apple SD Gothic Neo"/>
                          <a:cs typeface="Apple SD Gothic Neo"/>
                        </a:rPr>
                        <a:t>결과 역전/중복의 현재성 및 publication</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최신 유효 결과 source availability → 올바른 현재 결과 실제 전달</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 사용자 목표 없음</a:t>
                      </a:r>
                    </a:p>
                    <a:p>
                      <a:pPr algn="l"/>
                      <a:r>
                        <a:rPr sz="1875" b="0">
                          <a:solidFill>
                            <a:srgbClr val="222A35"/>
                          </a:solidFill>
                          <a:latin typeface="Apple SD Gothic Neo"/>
                          <a:ea typeface="Apple SD Gothic Neo"/>
                          <a:cs typeface="Apple SD Gothic Neo"/>
                        </a:rPr>
                        <a:t>QA-02로 도착→전달 관측</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S5-03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음성 종료 중 결과와 재연결</a:t>
                      </a:r>
                    </a:p>
                    <a:p>
                      <a:pPr algn="l"/>
                      <a:r>
                        <a:rPr sz="1875" b="0">
                          <a:solidFill>
                            <a:srgbClr val="222A35"/>
                          </a:solidFill>
                          <a:latin typeface="Apple SD Gothic Neo"/>
                          <a:ea typeface="Apple SD Gothic Neo"/>
                          <a:cs typeface="Apple SD Gothic Neo"/>
                        </a:rPr>
                        <a:t>Voice Connection과 Task/결과의 독립 수명</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결과 도착 → Text 전달 (1)</a:t>
                      </a:r>
                    </a:p>
                    <a:p>
                      <a:pPr algn="l"/>
                      <a:r>
                        <a:rPr sz="1875" b="0">
                          <a:solidFill>
                            <a:srgbClr val="222A35"/>
                          </a:solidFill>
                          <a:latin typeface="Apple SD Gothic Neo"/>
                          <a:ea typeface="Apple SD Gothic Neo"/>
                          <a:cs typeface="Apple SD Gothic Neo"/>
                        </a:rPr>
                        <a:t>재연결 발화 끝 → Voice 전달 (1)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재연결 요청에 기존 결과 안내</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S5-04</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중 네 Agent 사건과 보고서 정정</a:t>
                      </a:r>
                    </a:p>
                    <a:p>
                      <a:pPr algn="l"/>
                      <a:r>
                        <a:rPr sz="1875" b="0">
                          <a:solidFill>
                            <a:srgbClr val="222A35"/>
                          </a:solidFill>
                          <a:latin typeface="Apple SD Gothic Neo"/>
                          <a:ea typeface="Apple SD Gothic Neo"/>
                          <a:cs typeface="Apple SD Gothic Neo"/>
                        </a:rPr>
                        <a:t>입력+네 Agent 사건의 queue/join/폐기/동시 할당</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끼어들기 → local stop (1)</a:t>
                      </a:r>
                    </a:p>
                    <a:p>
                      <a:pPr algn="l"/>
                      <a:r>
                        <a:rPr sz="1875" b="0">
                          <a:solidFill>
                            <a:srgbClr val="222A35"/>
                          </a:solidFill>
                          <a:latin typeface="Apple SD Gothic Neo"/>
                          <a:ea typeface="Apple SD Gothic Neo"/>
                          <a:cs typeface="Apple SD Gothic Neo"/>
                        </a:rPr>
                        <a:t>정정 → 접수 (1), 질문 2 / 결과 2 → 제시 (4)</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ReportBurst@v2 전달 및 지정 독립 반응 유지</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S6-01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모호한 과거 보고서 확인</a:t>
                      </a:r>
                    </a:p>
                    <a:p>
                      <a:pPr algn="l"/>
                      <a:r>
                        <a:rPr sz="1875" b="0">
                          <a:solidFill>
                            <a:srgbClr val="222A35"/>
                          </a:solidFill>
                          <a:latin typeface="Apple SD Gothic Neo"/>
                          <a:ea typeface="Apple SD Gothic Neo"/>
                          <a:cs typeface="Apple SD Gothic Neo"/>
                        </a:rPr>
                        <a:t>모호한 대상의 확인과 후속 변경 전체 cycle</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최초 발화 종료 → 보고서 대상/수정 내용 확인 질문 실제 제시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ConfirmedRevision@v2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S6-02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철회된 질문 답변과 승인 범위</a:t>
                      </a:r>
                    </a:p>
                    <a:p>
                      <a:pPr algn="l"/>
                      <a:r>
                        <a:rPr sz="1875" b="0">
                          <a:solidFill>
                            <a:srgbClr val="222A35"/>
                          </a:solidFill>
                          <a:latin typeface="Apple SD Gothic Neo"/>
                          <a:ea typeface="Apple SD Gothic Neo"/>
                          <a:cs typeface="Apple SD Gothic Neo"/>
                        </a:rPr>
                        <a:t>미제시/철회 질문의 답변과 승인 scope 분리</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최초 발화 종료 → 현재 정보 동의의 재확인 질문 실제 제시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허용된 연락처 제공/발송 미승인 확인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S6-03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필요한 자료의 접근 거부</a:t>
                      </a:r>
                    </a:p>
                    <a:p>
                      <a:pPr algn="l"/>
                      <a:r>
                        <a:rPr sz="1875" b="0">
                          <a:solidFill>
                            <a:srgbClr val="222A35"/>
                          </a:solidFill>
                          <a:latin typeface="Apple SD Gothic Neo"/>
                          <a:ea typeface="Apple SD Gothic Neo"/>
                          <a:cs typeface="Apple SD Gothic Neo"/>
                        </a:rPr>
                        <a:t>허용 부족에서 조기 차단되는 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41/42/45</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접근 권한 부족/금액 확인 불가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접근 거부와 확인 불가의 정당한 처리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S6-04</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실제 제시된 유효 질문에 답변</a:t>
                      </a:r>
                    </a:p>
                    <a:p>
                      <a:pPr algn="l"/>
                      <a:r>
                        <a:rPr sz="1875" b="0">
                          <a:solidFill>
                            <a:srgbClr val="222A35"/>
                          </a:solidFill>
                          <a:latin typeface="Apple SD Gothic Neo"/>
                          <a:ea typeface="Apple SD Gothic Neo"/>
                          <a:cs typeface="Apple SD Gothic Neo"/>
                        </a:rPr>
                        <a:t>유효 질문 답변의 정상 조회/확정/receipt 비용</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상반기 답변의 실제 접수와 기간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유효 기간 답변의 접수/확정 안내</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EBA1B850-67B8-452E-9A4A-32B3B7F45FF3}"/>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시작/종료의 전체 경계·초기 상태·Voice 입력·사건·정답 규칙: 03-02 §3.2 / 각 활동 내 사례 1회, 전체 5회</a:t>
            </a:r>
          </a:p>
        </p:txBody>
      </p:sp>
    </p:spTree>
    <p:extLst>
      <p:ext uri="{BB962C8B-B14F-4D97-AF65-F5344CB8AC3E}">
        <p14:creationId xmlns:p14="http://schemas.microsoft.com/office/powerpoint/2010/main" val="1816452385"/>
      </p:ext>
    </p:extLst>
  </p:cSld>
</p:sld>
</file>

<file path=ppt/slides/slide12.xml><?xml version="1.0" encoding="utf-8"?>
<p:sld xmlns:p="http://schemas.openxmlformats.org/presentationml/2006/main">
  <p:cSld name="qa01-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2EE25C06-E5CA-476F-A633-2BD1B10D710A}"/>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08BDB15C-A627-4787-88F7-325CA60B121C}"/>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FD045F8D-FC6C-4437-B489-2E9C0B9D8FE3}"/>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1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Accuracy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요청 처리</a:t>
                      </a:r>
                    </a:p>
                    <a:p>
                      <a:pPr algn="ctr"/>
                      <a:r>
                        <a:rPr sz="2475" b="0">
                          <a:solidFill>
                            <a:srgbClr val="222A35"/>
                          </a:solidFill>
                          <a:latin typeface="Apple SD Gothic Neo"/>
                          <a:ea typeface="Apple SD Gothic Neo"/>
                          <a:cs typeface="Apple SD Gothic Neo"/>
                        </a:rPr>
                        <a:t>정확성</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사용자의 의도와 확인된 사실에 맞게 요청을 처리하는 능력</a:t>
                      </a:r>
                    </a:p>
                    <a:p>
                      <a:pPr algn="l"/>
                      <a:r>
                        <a:rPr sz="2325" b="1">
                          <a:solidFill>
                            <a:srgbClr val="43AACC"/>
                          </a:solidFill>
                          <a:latin typeface="Apple SD Gothic Neo"/>
                          <a:ea typeface="Apple SD Gothic Neo"/>
                          <a:cs typeface="Apple SD Gothic Neo"/>
                        </a:rPr>
                        <a:t>필수 정답 조건 충족률 ≥ 98%</a:t>
                      </a:r>
                    </a:p>
                    <a:p>
                      <a:pPr algn="l"/>
                      <a:r>
                        <a:rPr sz="1875" b="0">
                          <a:solidFill>
                            <a:srgbClr val="56606B"/>
                          </a:solidFill>
                          <a:latin typeface="Apple SD Gothic Neo"/>
                          <a:ea typeface="Apple SD Gothic Neo"/>
                          <a:cs typeface="Apple SD Gothic Neo"/>
                        </a:rPr>
                        <a:t>측정: 21개 Voice/Agent 사례 × 5회 × 6조건 = 630개</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8250E3C5-71A5-4491-A172-D73A9B188B88}"/>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ASR-QA-01</a:t>
            </a:r>
          </a:p>
        </p:txBody>
      </p:sp>
      <p:sp>
        <p:nvSpPr>
          <p:cNvPr id="6" name="basis-label">
            <a:extLst xmlns:a="http://schemas.openxmlformats.org/drawingml/2006/main">
              <a:ext uri="{FF2B5EF4-FFF2-40B4-BE49-F238E27FC236}">
                <a16:creationId xmlns:a16="http://schemas.microsoft.com/office/drawing/2014/main" id="{E4F4FBA4-7775-4007-8FE5-74D06BEB2A4C}"/>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2101B979-2A7C-4A84-B8D1-3DC0ECB552F7}"/>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VIA는 업무, 근거, 조건과 실제 전달을 연결한다.</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잘못 연결하면 사용자가 업무를 다시 식별하고 수정해야 한다.</a:t>
            </a:r>
          </a:p>
        </p:txBody>
      </p:sp>
      <p:sp>
        <p:nvSpPr>
          <p:cNvPr id="8" name="choice">
            <a:extLst xmlns:a="http://schemas.openxmlformats.org/drawingml/2006/main">
              <a:ext uri="{FF2B5EF4-FFF2-40B4-BE49-F238E27FC236}">
                <a16:creationId xmlns:a16="http://schemas.microsoft.com/office/drawing/2014/main" id="{5C11987B-6FDE-46CB-893D-F9C842254C9A}"/>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필수 조건 오류 ≤2%, 전체 시나리오 실패 ≤5%를 선택.</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21개 모든 사례와 재사용/집중 도착/최종 tail을 채점.</a:t>
            </a:r>
          </a:p>
        </p:txBody>
      </p:sp>
      <p:sp>
        <p:nvSpPr>
          <p:cNvPr id="9" name="calculation-title">
            <a:extLst xmlns:a="http://schemas.openxmlformats.org/drawingml/2006/main">
              <a:ext uri="{FF2B5EF4-FFF2-40B4-BE49-F238E27FC236}">
                <a16:creationId xmlns:a16="http://schemas.microsoft.com/office/drawing/2014/main" id="{E4A2EFBA-7912-4515-B776-C159B66A17B4}"/>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대표 분모</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21 × 5 × 6 = 630조건, 모든 필수 사실 통과 시 1</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대표 목표</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정답 618개 이상 / 오답 최대 12개</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시나리오 보호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6조건 모두 정답인 시나리오 ≥100/105</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S / C 보호</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상황군별 / 조건 유형별 각각 ≥95%</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필수 위반</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무관 업무/중복 효과/잘못된 승인/무허용 사용 0건</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≥1pp + 5쌍 같은 방향; 원값/최소/최대 공개</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692DFC6E-BF15-4B84-9457-7232D6A878D8}"/>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21개 명세/6조건/최종 tail은 03-02 §3·8.2.</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실제 출력으로 채점하며 가정 정답률을 생성하지 않음.</a:t>
            </a:r>
          </a:p>
        </p:txBody>
      </p:sp>
      <p:sp>
        <p:nvSpPr>
          <p:cNvPr id="12" name="score-label">
            <a:extLst xmlns:a="http://schemas.openxmlformats.org/drawingml/2006/main">
              <a:ext uri="{FF2B5EF4-FFF2-40B4-BE49-F238E27FC236}">
                <a16:creationId xmlns:a16="http://schemas.microsoft.com/office/drawing/2014/main" id="{BA5601A4-4272-48B1-92A9-5CD8B24700B5}"/>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정확히 100%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99.6% ≤ x &lt; 100%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99.2% ≤ x &lt; 99.6%</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98.8% ≤ x &lt; 99.2%</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98.4% ≤ x &lt; 98.8%</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98% ≤ x &lt; 98.4%</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0% ≤ x &lt; 98%</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8BDB9455-1F15-4287-8C18-0F72A9C49BD4}"/>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전체/S/C ≥95%, 필수 위반 0건</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B2F6EF77-1DEB-4104-9688-F546DC919A16}"/>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VIA 고정 기능/UC / 목표와 등급은 작성자 PoC 규칙, 실측 전</a:t>
            </a:r>
          </a:p>
        </p:txBody>
      </p:sp>
    </p:spTree>
    <p:extLst>
      <p:ext uri="{BB962C8B-B14F-4D97-AF65-F5344CB8AC3E}">
        <p14:creationId xmlns:p14="http://schemas.microsoft.com/office/powerpoint/2010/main" val="657752641"/>
      </p:ext>
    </p:extLst>
  </p:cSld>
</p:sld>
</file>

<file path=ppt/slides/slide13.xml><?xml version="1.0" encoding="utf-8"?>
<p:sld xmlns:p="http://schemas.openxmlformats.org/presentationml/2006/main">
  <p:cSld name="qa02-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A2ED914C-9A92-4FAA-830C-04ECB4D70FC8}"/>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59DE3ACC-D15F-40C4-A07D-E8DDFCA79207}"/>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C7C2DDAF-5705-4A8E-8556-126DCA9FCE4F}"/>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2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상호작용</a:t>
                      </a:r>
                    </a:p>
                    <a:p>
                      <a:pPr algn="ctr"/>
                      <a:r>
                        <a:rPr sz="2475" b="0">
                          <a:solidFill>
                            <a:srgbClr val="222A35"/>
                          </a:solidFill>
                          <a:latin typeface="Apple SD Gothic Neo"/>
                          <a:ea typeface="Apple SD Gothic Neo"/>
                          <a:cs typeface="Apple SD Gothic Neo"/>
                        </a:rPr>
                        <a:t>응답시간</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사용자 입력이나 업무 상태 변화에 VIA가 알맞은 답변이나 동작으로 반응하기까지 걸리는 시간 (예: VIA가 말하는 중 사용자 끼어들기 → 음성 재생 중단, Agent의 확인 질문 도착 → 사용자에게 질문 제시)</a:t>
                      </a:r>
                    </a:p>
                    <a:p>
                      <a:pPr algn="l"/>
                      <a:r>
                        <a:rPr sz="2325" b="1">
                          <a:solidFill>
                            <a:srgbClr val="43AACC"/>
                          </a:solidFill>
                          <a:latin typeface="Apple SD Gothic Neo"/>
                          <a:ea typeface="Apple SD Gothic Neo"/>
                          <a:cs typeface="Apple SD Gothic Neo"/>
                        </a:rPr>
                        <a:t>평균 상호작용 응답시간 ≤ 1초</a:t>
                      </a:r>
                    </a:p>
                    <a:p>
                      <a:pPr algn="l"/>
                      <a:r>
                        <a:rPr sz="1875" b="0">
                          <a:solidFill>
                            <a:srgbClr val="56606B"/>
                          </a:solidFill>
                          <a:latin typeface="Apple SD Gothic Neo"/>
                          <a:ea typeface="Apple SD Gothic Neo"/>
                          <a:cs typeface="Apple SD Gothic Neo"/>
                        </a:rPr>
                        <a:t>측정: 모든 사례의 지정 반응 27개 × 5회 = 135관측</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27A0E684-A37B-49C0-8580-331DED886D71}"/>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ASR-QA-02</a:t>
            </a:r>
          </a:p>
        </p:txBody>
      </p:sp>
      <p:sp>
        <p:nvSpPr>
          <p:cNvPr id="6" name="basis-label">
            <a:extLst xmlns:a="http://schemas.openxmlformats.org/drawingml/2006/main">
              <a:ext uri="{FF2B5EF4-FFF2-40B4-BE49-F238E27FC236}">
                <a16:creationId xmlns:a16="http://schemas.microsoft.com/office/drawing/2014/main" id="{F3293F1B-DAA8-4775-A158-F9B38DE4589C}"/>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A230FCCF-A31F-45F7-9ED4-420D94528AE6}"/>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Nielsen 응답시간 참조: 즉각 제어 0.1초,</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대화 흐름 1초, 주의 유지 10초.</a:t>
            </a:r>
          </a:p>
        </p:txBody>
      </p:sp>
      <p:sp>
        <p:nvSpPr>
          <p:cNvPr id="8" name="choice">
            <a:extLst xmlns:a="http://schemas.openxmlformats.org/drawingml/2006/main">
              <a:ext uri="{FF2B5EF4-FFF2-40B4-BE49-F238E27FC236}">
                <a16:creationId xmlns:a16="http://schemas.microsoft.com/office/drawing/2014/main" id="{1D6EB1E0-BE90-4A60-AECE-E0AA9E63226E}"/>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평균 1초, local stop 0.1초를 과제 예산으로 선택.</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생성률 100/130/160 token/s는 가정, 목표 달성 미입증.</a:t>
            </a:r>
          </a:p>
        </p:txBody>
      </p:sp>
      <p:sp>
        <p:nvSpPr>
          <p:cNvPr id="9" name="calculation-title">
            <a:extLst xmlns:a="http://schemas.openxmlformats.org/drawingml/2006/main">
              <a:ext uri="{FF2B5EF4-FFF2-40B4-BE49-F238E27FC236}">
                <a16:creationId xmlns:a16="http://schemas.microsoft.com/office/drawing/2014/main" id="{6FD247FA-E006-4202-8592-C6F7A7F36139}"/>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시작</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발화 끝 / Agent 원천 도착 / 끼어들기 onset</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종료</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실제 제어 효과 또는 Text + 첫 핵심 음성</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21개 사례의 27반응 × 5회 = 135관측</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일반 / 집중</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일반 ≥100/105회 ≤2초; 집중 30회 전부 ≤5초</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실패 / stop</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미전달 0건, 실패 5초 cap; stop 10회 모두 ≤0.1초</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≥0.10초 + 5쌍 같은 방향; 귀속 DAG 공개</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FA67FD97-402E-414C-BD17-9859CC60DBDB}"/>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모든 사례 → 반응 mapping은 요약 4~6장과 03-02 §3.2.</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사건 평균의 비중과 사례별 값/voice queue도 공개.</a:t>
            </a:r>
          </a:p>
        </p:txBody>
      </p:sp>
      <p:sp>
        <p:nvSpPr>
          <p:cNvPr id="12" name="score-label">
            <a:extLst xmlns:a="http://schemas.openxmlformats.org/drawingml/2006/main">
              <a:ext uri="{FF2B5EF4-FFF2-40B4-BE49-F238E27FC236}">
                <a16:creationId xmlns:a16="http://schemas.microsoft.com/office/drawing/2014/main" id="{6026D55C-A68D-43D1-8DA1-F7B7D00960B1}"/>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0.2초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0.2초 &lt; x ≤ 0.36초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0.36초 &lt; x ≤ 0.52초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0.52초 &lt; x ≤ 0.68초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0.68초 &lt; x ≤ 0.84초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0.84초 &lt; x ≤ 1초</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1초</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FB865EAA-81A1-4504-B2C5-0C2E99469C40}"/>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일반 ≥100/105 ≤2초; 집중 30/30 ≤5초; stop ≤0.1초</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CBF7E74E-74DC-4424-9EC7-FF7B4263E7B8}"/>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Nielsen Norman Group 응답시간 / Qwen 공식 H20 속도 benchmark / 목표와 등급은 작성자 PoC 규칙, 실측 전</a:t>
            </a:r>
          </a:p>
        </p:txBody>
      </p:sp>
    </p:spTree>
    <p:extLst>
      <p:ext uri="{BB962C8B-B14F-4D97-AF65-F5344CB8AC3E}">
        <p14:creationId xmlns:p14="http://schemas.microsoft.com/office/powerpoint/2010/main" val="1176566213"/>
      </p:ext>
    </p:extLst>
  </p:cSld>
</p:sld>
</file>

<file path=ppt/slides/slide14.xml><?xml version="1.0" encoding="utf-8"?>
<p:sld xmlns:p="http://schemas.openxmlformats.org/presentationml/2006/main">
  <p:cSld name="qa03-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918B7C88-FDCC-4FC6-BB6F-2B7FF86FACDB}"/>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A61FF89D-28A2-451D-8AB2-8B69CC3DD235}"/>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A40325CC-6665-4F18-8ABB-79A2F32923BB}"/>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3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요청</a:t>
                      </a:r>
                    </a:p>
                    <a:p>
                      <a:pPr algn="ctr"/>
                      <a:r>
                        <a:rPr sz="2475" b="0">
                          <a:solidFill>
                            <a:srgbClr val="222A35"/>
                          </a:solidFill>
                          <a:latin typeface="Apple SD Gothic Neo"/>
                          <a:ea typeface="Apple SD Gothic Neo"/>
                          <a:cs typeface="Apple SD Gothic Neo"/>
                        </a:rPr>
                        <a:t>처리시간</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요청 접수부터 최종 결과 전달까지, VIA의 처리와 대기로 걸리는 시간 (예: 보고서 작성 요청 → 요청 해석 → Agent에 작성 업무 인계 → 결과 수신 → 사용자에게 보고서 전달)</a:t>
                      </a:r>
                    </a:p>
                    <a:p>
                      <a:pPr algn="l"/>
                      <a:r>
                        <a:rPr sz="2325" b="1">
                          <a:solidFill>
                            <a:srgbClr val="43AACC"/>
                          </a:solidFill>
                          <a:latin typeface="Apple SD Gothic Neo"/>
                          <a:ea typeface="Apple SD Gothic Neo"/>
                          <a:cs typeface="Apple SD Gothic Neo"/>
                        </a:rPr>
                        <a:t>평균 VIA 요청 처리시간 ≤ 10초</a:t>
                      </a:r>
                    </a:p>
                    <a:p>
                      <a:pPr algn="l"/>
                      <a:r>
                        <a:rPr sz="1875" b="0">
                          <a:solidFill>
                            <a:srgbClr val="56606B"/>
                          </a:solidFill>
                          <a:latin typeface="Apple SD Gothic Neo"/>
                          <a:ea typeface="Apple SD Gothic Neo"/>
                          <a:cs typeface="Apple SD Gothic Neo"/>
                        </a:rPr>
                        <a:t>측정: 사용자 목표 19개 × 5회 = 95사이클</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F4F16A2D-0D85-4FA6-A751-F5F74829C814}"/>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ASR-QA-03</a:t>
            </a:r>
          </a:p>
        </p:txBody>
      </p:sp>
      <p:sp>
        <p:nvSpPr>
          <p:cNvPr id="6" name="basis-label">
            <a:extLst xmlns:a="http://schemas.openxmlformats.org/drawingml/2006/main">
              <a:ext uri="{FF2B5EF4-FFF2-40B4-BE49-F238E27FC236}">
                <a16:creationId xmlns:a16="http://schemas.microsoft.com/office/drawing/2014/main" id="{BE4E38CB-A096-4214-B340-D696B4E8A90F}"/>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10D927EF-CB14-4348-A018-F43A76BC0020}"/>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외부 Agent 업무와 사람의 입력/답변 대기는 제외한다.</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VIA 해석, 연결, queue와 실제 전달 시간은 남긴다.</a:t>
            </a:r>
          </a:p>
        </p:txBody>
      </p:sp>
      <p:sp>
        <p:nvSpPr>
          <p:cNvPr id="8" name="choice">
            <a:extLst xmlns:a="http://schemas.openxmlformats.org/drawingml/2006/main">
              <a:ext uri="{FF2B5EF4-FFF2-40B4-BE49-F238E27FC236}">
                <a16:creationId xmlns:a16="http://schemas.microsoft.com/office/drawing/2014/main" id="{8B9FE781-8F4C-4888-92D9-D81036CF1976}"/>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의미 6 + 연결 1 + 전달 1 + 재검증 2 = 10초.</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첫 접수 안내 이후의 전체 후속 처리까지 포함.</a:t>
            </a:r>
          </a:p>
        </p:txBody>
      </p:sp>
      <p:sp>
        <p:nvSpPr>
          <p:cNvPr id="9" name="calculation-title">
            <a:extLst xmlns:a="http://schemas.openxmlformats.org/drawingml/2006/main">
              <a:ext uri="{FF2B5EF4-FFF2-40B4-BE49-F238E27FC236}">
                <a16:creationId xmlns:a16="http://schemas.microsoft.com/office/drawing/2014/main" id="{54799991-2DB3-47CD-BFD3-C9F9F206514E}"/>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전체 사이클</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요청 → 해석 → 인계 → 결과 수신 → 실제 전달</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19개 사용자 목표 × 5회 = 95사이클</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적용 제외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Agent 단독 S5-01/02: 새 사용자 목표 시작 없음</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귀속 계산</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같은 DAG의 외부 업무/사람 입력·대기만 0</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실패 처리</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30초 cap + 미전달 기록; ≥91/95회 ≤15초</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≥0.50초 + 5쌍 같은 방향; 최종 결과 관측</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08C13A1D-9D5E-4A01-955C-CB1524CAE9EC}"/>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19개 전체 사이클을 동일 사례에서 관측한다.</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wall-clock / 제외 구간 / 병렬 DAG를 함께 보고.</a:t>
            </a:r>
          </a:p>
        </p:txBody>
      </p:sp>
      <p:sp>
        <p:nvSpPr>
          <p:cNvPr id="12" name="score-label">
            <a:extLst xmlns:a="http://schemas.openxmlformats.org/drawingml/2006/main">
              <a:ext uri="{FF2B5EF4-FFF2-40B4-BE49-F238E27FC236}">
                <a16:creationId xmlns:a16="http://schemas.microsoft.com/office/drawing/2014/main" id="{4F86AF1F-4B5C-43C2-817D-C301CD9812B1}"/>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2초 &lt; x ≤ 3.6초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3.6초 &lt; x ≤ 5.2초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5.2초 &lt; x ≤ 6.8초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6.8초 &lt; x ≤ 8.4초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8.4초 &lt; x ≤ 10초</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10초</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A207BE52-2DEE-4680-927E-683B870324CC}"/>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≥91/95 ≤15초, 미전달 0건</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FD712462-2EFC-4536-AF47-1D1E000975D4}"/>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Nielsen Norman Group 응답시간 / 목표와 등급은 작성자 PoC 규칙, 실측 전</a:t>
            </a:r>
          </a:p>
        </p:txBody>
      </p:sp>
    </p:spTree>
    <p:extLst>
      <p:ext uri="{BB962C8B-B14F-4D97-AF65-F5344CB8AC3E}">
        <p14:creationId xmlns:p14="http://schemas.microsoft.com/office/powerpoint/2010/main" val="1003761077"/>
      </p:ext>
    </p:extLst>
  </p:cSld>
</p:sld>
</file>

<file path=ppt/slides/slide15.xml><?xml version="1.0" encoding="utf-8"?>
<p:sld xmlns:p="http://schemas.openxmlformats.org/presentationml/2006/main">
  <p:cSld name="qa04-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3DAD576D-C979-4135-99B8-BA7C6B4C5577}"/>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D5B12D1B-78F2-4585-A297-B7D5927D0B99}"/>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D0936E6F-5DD9-45F9-96EB-714319273ACE}"/>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4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Cost Efficiency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모델</a:t>
                      </a:r>
                    </a:p>
                    <a:p>
                      <a:pPr algn="ctr"/>
                      <a:r>
                        <a:rPr sz="2475" b="0">
                          <a:solidFill>
                            <a:srgbClr val="222A35"/>
                          </a:solidFill>
                          <a:latin typeface="Apple SD Gothic Neo"/>
                          <a:ea typeface="Apple SD Gothic Neo"/>
                          <a:cs typeface="Apple SD Gothic Neo"/>
                        </a:rPr>
                        <a:t>사용 비용</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동일한 사용자 활동을 처리하는 동안 VIA의 음성/의미 모델 사용에 드는 금액</a:t>
                      </a:r>
                    </a:p>
                    <a:p>
                      <a:pPr algn="l"/>
                      <a:r>
                        <a:rPr sz="2325" b="1">
                          <a:solidFill>
                            <a:srgbClr val="43AACC"/>
                          </a:solidFill>
                          <a:latin typeface="Apple SD Gothic Neo"/>
                          <a:ea typeface="Apple SD Gothic Neo"/>
                          <a:cs typeface="Apple SD Gothic Neo"/>
                        </a:rPr>
                        <a:t>P21 1묶음 평균 모델 비용 ≤ $0.50</a:t>
                      </a:r>
                    </a:p>
                    <a:p>
                      <a:pPr algn="l"/>
                      <a:r>
                        <a:rPr sz="1875" b="0">
                          <a:solidFill>
                            <a:srgbClr val="56606B"/>
                          </a:solidFill>
                          <a:latin typeface="Apple SD Gothic Neo"/>
                          <a:ea typeface="Apple SD Gothic Neo"/>
                          <a:cs typeface="Apple SD Gothic Neo"/>
                        </a:rPr>
                        <a:t>측정: 동일 P21 전체 5회 총 청구량의 평균 × 단가</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175B4D79-CF6E-477A-8AE9-71CAB47310CA}"/>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ASR-QA-04</a:t>
            </a:r>
          </a:p>
        </p:txBody>
      </p:sp>
      <p:sp>
        <p:nvSpPr>
          <p:cNvPr id="6" name="basis-label">
            <a:extLst xmlns:a="http://schemas.openxmlformats.org/drawingml/2006/main">
              <a:ext uri="{FF2B5EF4-FFF2-40B4-BE49-F238E27FC236}">
                <a16:creationId xmlns:a16="http://schemas.microsoft.com/office/drawing/2014/main" id="{14DC0587-8EFF-4799-89CC-883AF85EB3F4}"/>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E256D646-5CF8-41D6-850E-AD0AB4E6B708}"/>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의미 Qwen3-30B-A3B: $0.20 / $0.80 (1M token).</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음성 GPT Realtime: audio $32 / $64, Text $4 / $16.</a:t>
            </a:r>
          </a:p>
        </p:txBody>
      </p:sp>
      <p:sp>
        <p:nvSpPr>
          <p:cNvPr id="8" name="choice">
            <a:extLst xmlns:a="http://schemas.openxmlformats.org/drawingml/2006/main">
              <a:ext uri="{FF2B5EF4-FFF2-40B4-BE49-F238E27FC236}">
                <a16:creationId xmlns:a16="http://schemas.microsoft.com/office/drawing/2014/main" id="{57EF6D6D-87A6-4B0A-9C43-CD561B0E0FF9}"/>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동일 P21 기본 소계 $0.351840에 $0.148160 여유.</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추가 audio 이력, 배경 생산·재시도까지 실제 청구.</a:t>
            </a:r>
          </a:p>
        </p:txBody>
      </p:sp>
      <p:sp>
        <p:nvSpPr>
          <p:cNvPr id="9" name="calculation-title">
            <a:extLst xmlns:a="http://schemas.openxmlformats.org/drawingml/2006/main">
              <a:ext uri="{FF2B5EF4-FFF2-40B4-BE49-F238E27FC236}">
                <a16:creationId xmlns:a16="http://schemas.microsoft.com/office/drawing/2014/main" id="{FAD5339A-6B07-4CEE-BD22-775ED40C7902}"/>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의미 모델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62호출 예산: 124k 입력 / 12.4k 출력 = $0.03472</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음성 신규 audio</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입력 50초 / 출력 179초 예산 = $0.245120</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음성 Text/context</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총 청구 입력 10k / 출력 2k = $0.072000</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기본 소계</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$0.03472 + $0.24512 + $0.072 = $0.351840</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추가 예산</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$0.50 - $0.35184 = $0.14816; 이력 audio 등</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≥$0.03/P21; 실제 cache/생산/재시도 청구 비교</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DE4244E5-D00D-4DCB-98CA-423E3FF39C15}"/>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역할별 call ID로 중복 제거, 청구된 폐기 출력 포함.</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179초와 62호출은 예산; 실제 사용량으로 대체.</a:t>
            </a:r>
          </a:p>
        </p:txBody>
      </p:sp>
      <p:sp>
        <p:nvSpPr>
          <p:cNvPr id="12" name="score-label">
            <a:extLst xmlns:a="http://schemas.openxmlformats.org/drawingml/2006/main">
              <a:ext uri="{FF2B5EF4-FFF2-40B4-BE49-F238E27FC236}">
                <a16:creationId xmlns:a16="http://schemas.microsoft.com/office/drawing/2014/main" id="{C38D4682-AB11-4284-9A21-9A573D0DA440}"/>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$0.20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$0.20 &lt; x ≤ $0.26</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$0.26 &lt; x ≤ $0.32</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$0.32 &lt; x ≤ $0.38</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$0.38 &lt; x ≤ $0.44</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$0.44 &lt; x ≤ $0.50</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$0.50</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513992D8-43BE-43A0-8E3F-E19030D63E61}"/>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초기/재시도/폐기/배경/context 누락 없음</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59BD4EA7-896C-4649-9435-D10E02355029}"/>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Alibaba Qwen Instruct-2507 공식 단가 / OpenAI GPT Realtime 공식 단가 / OpenAI Realtime 청구 / 목표와 등급은 작성자 PoC 규칙, 실측 전</a:t>
            </a:r>
          </a:p>
        </p:txBody>
      </p:sp>
    </p:spTree>
    <p:extLst>
      <p:ext uri="{BB962C8B-B14F-4D97-AF65-F5344CB8AC3E}">
        <p14:creationId xmlns:p14="http://schemas.microsoft.com/office/powerpoint/2010/main" val="2017234442"/>
      </p:ext>
    </p:extLst>
  </p:cSld>
</p:sld>
</file>

<file path=ppt/slides/slide16.xml><?xml version="1.0" encoding="utf-8"?>
<p:sld xmlns:p="http://schemas.openxmlformats.org/presentationml/2006/main">
  <p:cSld name="qa05-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A9BA548C-5566-4104-B3F0-784E8CBE6337}"/>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7F1E6375-4049-406E-9F7F-9B4B64FE17C2}"/>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A548301D-A10D-4AA7-9922-C07B356A16F8}"/>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5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Maintainability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변경</a:t>
                      </a:r>
                    </a:p>
                    <a:p>
                      <a:pPr algn="ctr"/>
                      <a:r>
                        <a:rPr sz="2475" b="0">
                          <a:solidFill>
                            <a:srgbClr val="222A35"/>
                          </a:solidFill>
                          <a:latin typeface="Apple SD Gothic Neo"/>
                          <a:ea typeface="Apple SD Gothic Neo"/>
                          <a:cs typeface="Apple SD Gothic Neo"/>
                        </a:rPr>
                        <a:t>용이성</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모델/Agent/정보원/기능 계약의 변화를 다른 사용자 기능을 유지하면서 수용하는 능력</a:t>
                      </a:r>
                    </a:p>
                    <a:p>
                      <a:pPr algn="l"/>
                      <a:r>
                        <a:rPr sz="2325" b="1">
                          <a:solidFill>
                            <a:srgbClr val="43AACC"/>
                          </a:solidFill>
                          <a:latin typeface="Apple SD Gothic Neo"/>
                          <a:ea typeface="Apple SD Gothic Neo"/>
                          <a:cs typeface="Apple SD Gothic Neo"/>
                        </a:rPr>
                        <a:t>평균 변경 책임 단위 수 ≤ 3개</a:t>
                      </a:r>
                    </a:p>
                    <a:p>
                      <a:pPr algn="l"/>
                      <a:r>
                        <a:rPr sz="1875" b="0">
                          <a:solidFill>
                            <a:srgbClr val="56606B"/>
                          </a:solidFill>
                          <a:latin typeface="Apple SD Gothic Neo"/>
                          <a:ea typeface="Apple SD Gothic Neo"/>
                          <a:cs typeface="Apple SD Gothic Neo"/>
                        </a:rPr>
                        <a:t>측정: 6개 변경 과제의 고유 수정 책임 수 평균</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CE3D3AED-F16D-4ED2-A829-EE1D401AB20E}"/>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ASR-QA-05</a:t>
            </a:r>
          </a:p>
        </p:txBody>
      </p:sp>
      <p:sp>
        <p:nvSpPr>
          <p:cNvPr id="6" name="basis-label">
            <a:extLst xmlns:a="http://schemas.openxmlformats.org/drawingml/2006/main">
              <a:ext uri="{FF2B5EF4-FFF2-40B4-BE49-F238E27FC236}">
                <a16:creationId xmlns:a16="http://schemas.microsoft.com/office/drawing/2014/main" id="{D8594834-F174-4156-AB7F-4175470E69C5}"/>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56406966-C2EA-4111-8876-B22A8F5B00BC}"/>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모델/Agent/source 교체와 의미/상태 계약 확장을 구별.</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같은 책임 registry로 양안의 실제 수정 범위를 센다.</a:t>
            </a:r>
          </a:p>
        </p:txBody>
      </p:sp>
      <p:sp>
        <p:nvSpPr>
          <p:cNvPr id="8" name="choice">
            <a:extLst xmlns:a="http://schemas.openxmlformats.org/drawingml/2006/main">
              <a:ext uri="{FF2B5EF4-FFF2-40B4-BE49-F238E27FC236}">
                <a16:creationId xmlns:a16="http://schemas.microsoft.com/office/drawing/2014/main" id="{9EA3F7CC-04F3-4A4C-9C67-D8E02A4A69C5}"/>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평균 3개, 과제별 최대 5개로 변경 전파를 제한.</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파일/박스 수 대신 수정된 기능 책임으로 판정.</a:t>
            </a:r>
          </a:p>
        </p:txBody>
      </p:sp>
      <p:sp>
        <p:nvSpPr>
          <p:cNvPr id="9" name="calculation-title">
            <a:extLst xmlns:a="http://schemas.openxmlformats.org/drawingml/2006/main">
              <a:ext uri="{FF2B5EF4-FFF2-40B4-BE49-F238E27FC236}">
                <a16:creationId xmlns:a16="http://schemas.microsoft.com/office/drawing/2014/main" id="{4DABFD60-66EC-40A1-8805-40B7D55D9177}"/>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공통 과제</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provider / Agent / source 교체, 관계/질문/철회</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공통 단위</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U01~18 기능 책임 registry, 동일 수정 중복 금지</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여섯 수정 집합의 크기 합 / 6</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설명 예시</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M-04 A: U01/U03/U07, B: U01/U02/U03/U07</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완료 조건</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새 요구 충족 + P21/선호/권한/중복 회귀 유지</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≥0.5개, 여섯 과제 합계 차이 ≥3개</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BFE60DD9-CCC9-409B-B2E3-A3BCB315BDF5}"/>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구체 patch/diff와 완료 oracle로 수정 책임 검수.</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개발 시간이나 Component 수로 점수를 만들지 않음.</a:t>
            </a:r>
          </a:p>
        </p:txBody>
      </p:sp>
      <p:sp>
        <p:nvSpPr>
          <p:cNvPr id="12" name="score-label">
            <a:extLst xmlns:a="http://schemas.openxmlformats.org/drawingml/2006/main">
              <a:ext uri="{FF2B5EF4-FFF2-40B4-BE49-F238E27FC236}">
                <a16:creationId xmlns:a16="http://schemas.microsoft.com/office/drawing/2014/main" id="{892A4081-7C11-4634-8CCC-8D7AE6BC9CB8}"/>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1개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1개 &lt; x ≤ 1.4개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1.4개 &lt; x ≤ 1.8개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1.8개 &lt; x ≤ 2.2개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2.2개 &lt; x ≤ 2.6개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2.6개 &lt; x ≤ 3개</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3개</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75C49639-2243-4A32-8DBC-46C31209A12B}"/>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과제별 ≤5개, 6개 완료/필수 회귀 충족</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C8F275B0-3C74-4A04-8BAC-BD5F32056DC6}"/>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VIA 고정 기능/UC / 목표와 등급은 작성자 PoC 규칙, 실측 전</a:t>
            </a:r>
          </a:p>
        </p:txBody>
      </p:sp>
    </p:spTree>
    <p:extLst>
      <p:ext uri="{BB962C8B-B14F-4D97-AF65-F5344CB8AC3E}">
        <p14:creationId xmlns:p14="http://schemas.microsoft.com/office/powerpoint/2010/main" val="268461223"/>
      </p:ext>
    </p:extLst>
  </p:cSld>
</p:sld>
</file>

<file path=ppt/slides/slide17.xml><?xml version="1.0" encoding="utf-8"?>
<p:sld xmlns:p="http://schemas.openxmlformats.org/presentationml/2006/main">
  <p:cSld name="qa06-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554801D6-BB9D-45B0-9534-3FF9F2D3524E}"/>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97B89034-3A51-44CB-81E7-8F9A811E0E6D}"/>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EB5A8387-63CD-4A80-B891-0B74AA39161F}"/>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6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Resource Efficiency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로컬 VIA</a:t>
                      </a:r>
                    </a:p>
                    <a:p>
                      <a:pPr algn="ctr"/>
                      <a:r>
                        <a:rPr sz="2475" b="0">
                          <a:solidFill>
                            <a:srgbClr val="222A35"/>
                          </a:solidFill>
                          <a:latin typeface="Apple SD Gothic Neo"/>
                          <a:ea typeface="Apple SD Gothic Neo"/>
                          <a:cs typeface="Apple SD Gothic Neo"/>
                        </a:rPr>
                        <a:t>메모리 사용량</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동일한 활동과 동시 부하에서 VIA가 로컬 PC에 할당해 유지하는 메모리의 최대량</a:t>
                      </a:r>
                    </a:p>
                    <a:p>
                      <a:pPr algn="l"/>
                      <a:r>
                        <a:rPr sz="2325" b="1">
                          <a:solidFill>
                            <a:srgbClr val="43AACC"/>
                          </a:solidFill>
                          <a:latin typeface="Apple SD Gothic Neo"/>
                          <a:ea typeface="Apple SD Gothic Neo"/>
                          <a:cs typeface="Apple SD Gothic Neo"/>
                        </a:rPr>
                        <a:t>최대 전체 commit 메모리 ≤ 4GiB</a:t>
                      </a:r>
                    </a:p>
                    <a:p>
                      <a:pPr algn="l"/>
                      <a:r>
                        <a:rPr sz="1875" b="0">
                          <a:solidFill>
                            <a:srgbClr val="56606B"/>
                          </a:solidFill>
                          <a:latin typeface="Apple SD Gothic Neo"/>
                          <a:ea typeface="Apple SD Gothic Neo"/>
                          <a:cs typeface="Apple SD Gothic Neo"/>
                        </a:rPr>
                        <a:t>측정: 동일 P21 전체 5회 중 최대 동시 commit량</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EB7A545F-2181-4947-9C5D-1147FD867C79}"/>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ASR-QA-06</a:t>
            </a:r>
          </a:p>
        </p:txBody>
      </p:sp>
      <p:sp>
        <p:nvSpPr>
          <p:cNvPr id="6" name="basis-label">
            <a:extLst xmlns:a="http://schemas.openxmlformats.org/drawingml/2006/main">
              <a:ext uri="{FF2B5EF4-FFF2-40B4-BE49-F238E27FC236}">
                <a16:creationId xmlns:a16="http://schemas.microsoft.com/office/drawing/2014/main" id="{0C1F4897-F8EF-4C97-93DC-FE848E623E52}"/>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D1C670AD-3199-4828-9F7B-123F410ED049}"/>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삼성 reference PC: Windows 11, RAM 32GB급.</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Windows commit과 실제 resident RAM을 구별한다.</a:t>
            </a:r>
          </a:p>
        </p:txBody>
      </p:sp>
      <p:sp>
        <p:nvSpPr>
          <p:cNvPr id="8" name="choice">
            <a:extLst xmlns:a="http://schemas.openxmlformats.org/drawingml/2006/main">
              <a:ext uri="{FF2B5EF4-FFF2-40B4-BE49-F238E27FC236}">
                <a16:creationId xmlns:a16="http://schemas.microsoft.com/office/drawing/2014/main" id="{9868C741-5CCA-41AF-AB8C-3AD3EF972376}"/>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OS 8 + 사용자 앱 16 + VIA 4 + 여유 4 = 32GiB 가정.</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장치의 실측 가용량이나 후보 peak가 아니다.</a:t>
            </a:r>
          </a:p>
        </p:txBody>
      </p:sp>
      <p:sp>
        <p:nvSpPr>
          <p:cNvPr id="9" name="calculation-title">
            <a:extLst xmlns:a="http://schemas.openxmlformats.org/drawingml/2006/main">
              <a:ext uri="{FF2B5EF4-FFF2-40B4-BE49-F238E27FC236}">
                <a16:creationId xmlns:a16="http://schemas.microsoft.com/office/drawing/2014/main" id="{A1D02E1A-253C-45B5-BA48-06BC432E0527}"/>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대표 관측</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전체 process private + 고유 shared commit</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공통 부하</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동일 P21, Task 최대 10 / cloud 호출 최대 4</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기본 할당 예산</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동시 8개 할당 항목 합 = 1,792MiB (§7.3)</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추가/변동 여유</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4,096 - 1,792 = 2,304MiB</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관측/보호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50ms + allocation event, 5회 최대 / WS ≤6GiB</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≥128MiB; 동일 기능/보관, 실제 process copy 포함</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76C1D97F-F289-4F9E-A919-38FC2FB9DE31}"/>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초기 생산/재사용/집중/철회/drain/idle 모두 포함.</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미완료 상태를 지워 비용과 peak를 낮추지 않음.</a:t>
            </a:r>
          </a:p>
        </p:txBody>
      </p:sp>
      <p:sp>
        <p:nvSpPr>
          <p:cNvPr id="12" name="score-label">
            <a:extLst xmlns:a="http://schemas.openxmlformats.org/drawingml/2006/main">
              <a:ext uri="{FF2B5EF4-FFF2-40B4-BE49-F238E27FC236}">
                <a16:creationId xmlns:a16="http://schemas.microsoft.com/office/drawing/2014/main" id="{C43D5218-D003-479C-8055-80DA96CB556F}"/>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1GiB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1GiB &lt; x ≤ 1.6GiB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1.6GiB &lt; x ≤ 2.2GiB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2.2GiB &lt; x ≤ 2.8GiB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2.8GiB &lt; x ≤ 3.4GiB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3.4GiB &lt; x ≤ 4GiB</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4GiB</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036A6B81-5556-41F8-9371-930E073EE0EB}"/>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working-set ≤6GiB, 유휴 증가 ≤16MiB</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A655E04C-3E14-4B0F-89D3-CCDC5E9EBD85}"/>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Samsung NP960UJH-XG3IN 공식 사양 / Microsoft PrivateUsage/commit 정의 / 목표와 등급은 작성자 PoC 규칙, 실측 전</a:t>
            </a:r>
          </a:p>
        </p:txBody>
      </p:sp>
    </p:spTree>
    <p:extLst>
      <p:ext uri="{BB962C8B-B14F-4D97-AF65-F5344CB8AC3E}">
        <p14:creationId xmlns:p14="http://schemas.microsoft.com/office/powerpoint/2010/main" val="48766421"/>
      </p:ext>
    </p:extLst>
  </p:cSld>
</p:sld>
</file>

<file path=ppt/slides/slide18.xml><?xml version="1.0" encoding="utf-8"?>
<p:sld xmlns:p="http://schemas.openxmlformats.org/presentationml/2006/main">
  <p:cSld name="design-overview">
    <p:bg>
      <p:bgPr>
        <a:solidFill xmlns:a="http://schemas.openxmlformats.org/drawingml/2006/main">
          <a:srgbClr val="FFFFFF"/>
        </a:solidFill>
      </p:bgPr>
    </p:bg>
    <p:spTree>
      <p:nvGrpSpPr>
        <p:cNvPr id="1" name=""/>
        <p:cNvGrpSpPr/>
        <p:nvPr/>
      </p:nvGrpSpPr>
      <p:grpSpPr>
        <a:xfrm xmlns:a="http://schemas.openxmlformats.org/drawingml/2006/main"/>
      </p:grpSpPr>
      <p:sp>
        <p:nvSpPr>
          <p:cNvPr id="129" name="overview-title">
            <a:extLst xmlns:a="http://schemas.openxmlformats.org/drawingml/2006/main">
              <a:ext uri="{FF2B5EF4-FFF2-40B4-BE49-F238E27FC236}">
                <a16:creationId xmlns:a16="http://schemas.microsoft.com/office/drawing/2014/main" id="{3FA9B9E0-1721-440B-B414-98E51D89BDE8}"/>
              </a:ext>
            </a:extLst>
          </p:cNvPr>
          <p:cNvSpPr>
            <a:spLocks xmlns:a="http://schemas.openxmlformats.org/drawingml/2006/main" noGrp="1"/>
          </p:cNvSpPr>
          <p:nvPr/>
        </p:nvSpPr>
        <p:spPr>
          <a:xfrm xmlns:a="http://schemas.openxmlformats.org/drawingml/2006/main">
            <a:off x="495300" y="228600"/>
            <a:ext cx="666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800" b="1">
                <a:solidFill>
                  <a:srgbClr val="141414"/>
                </a:solidFill>
                <a:latin typeface="Apple SD Gothic Neo"/>
                <a:ea typeface="Apple SD Gothic Neo"/>
                <a:cs typeface="Apple SD Gothic Neo"/>
              </a:defRPr>
            </a:pPr>
            <a:r>
              <a:rPr sz="4800" b="1">
                <a:solidFill>
                  <a:srgbClr val="141414"/>
                </a:solidFill>
                <a:latin typeface="Apple SD Gothic Neo"/>
                <a:ea typeface="Apple SD Gothic Neo"/>
                <a:cs typeface="Apple SD Gothic Neo"/>
              </a:rPr>
              <a:t>설계 Overview</a:t>
            </a:r>
          </a:p>
        </p:txBody>
      </p:sp>
      <p:sp>
        <p:nvSpPr>
          <p:cNvPr id="2" name="overview-step-0">
            <a:extLst xmlns:a="http://schemas.openxmlformats.org/drawingml/2006/main">
              <a:ext uri="{FF2B5EF4-FFF2-40B4-BE49-F238E27FC236}">
                <a16:creationId xmlns:a16="http://schemas.microsoft.com/office/drawing/2014/main" id="{5D2C6240-291B-463B-B74F-9D4C53059BC2}"/>
              </a:ext>
            </a:extLst>
          </p:cNvPr>
          <p:cNvSpPr>
            <a:spLocks xmlns:a="http://schemas.openxmlformats.org/drawingml/2006/main" noGrp="1"/>
          </p:cNvSpPr>
          <p:nvPr/>
        </p:nvSpPr>
        <p:spPr>
          <a:xfrm xmlns:a="http://schemas.openxmlformats.org/drawingml/2006/main">
            <a:off x="107632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close/>
              </a:path>
            </a:pathLst>
          </a:custGeom>
          <a:solidFill xmlns:a="http://schemas.openxmlformats.org/drawingml/2006/main">
            <a:srgbClr val="95989B"/>
          </a:solidFill>
          <a:ln xmlns:a="http://schemas.openxmlformats.org/drawingml/2006/main" w="28575">
            <a:solidFill>
              <a:srgbClr val="FFFFFF"/>
            </a:solidFill>
            <a:prstDash val="solid"/>
          </a:ln>
        </p:spPr>
      </p:sp>
      <p:sp>
        <p:nvSpPr>
          <p:cNvPr id="3" name="overview-step-label-0">
            <a:extLst xmlns:a="http://schemas.openxmlformats.org/drawingml/2006/main">
              <a:ext uri="{FF2B5EF4-FFF2-40B4-BE49-F238E27FC236}">
                <a16:creationId xmlns:a16="http://schemas.microsoft.com/office/drawing/2014/main" id="{FBA08701-9047-4A3A-8332-AFBAB7D43ECD}"/>
              </a:ext>
            </a:extLst>
          </p:cNvPr>
          <p:cNvSpPr>
            <a:spLocks xmlns:a="http://schemas.openxmlformats.org/drawingml/2006/main" noGrp="1"/>
          </p:cNvSpPr>
          <p:nvPr/>
        </p:nvSpPr>
        <p:spPr>
          <a:xfrm xmlns:a="http://schemas.openxmlformats.org/drawingml/2006/main">
            <a:off x="10763250" y="276225"/>
            <a:ext cx="13716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과제 소개</a:t>
            </a:r>
          </a:p>
        </p:txBody>
      </p:sp>
      <p:sp>
        <p:nvSpPr>
          <p:cNvPr id="4" name="overview-step-1">
            <a:extLst xmlns:a="http://schemas.openxmlformats.org/drawingml/2006/main">
              <a:ext uri="{FF2B5EF4-FFF2-40B4-BE49-F238E27FC236}">
                <a16:creationId xmlns:a16="http://schemas.microsoft.com/office/drawing/2014/main" id="{7F812109-A2ED-4705-90C6-57E5683CB498}"/>
              </a:ext>
            </a:extLst>
          </p:cNvPr>
          <p:cNvSpPr>
            <a:spLocks xmlns:a="http://schemas.openxmlformats.org/drawingml/2006/main" noGrp="1"/>
          </p:cNvSpPr>
          <p:nvPr/>
        </p:nvSpPr>
        <p:spPr>
          <a:xfrm xmlns:a="http://schemas.openxmlformats.org/drawingml/2006/main">
            <a:off x="121729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lnTo>
                  <a:pt x="180975" y="223838"/>
                </a:lnTo>
                <a:close/>
              </a:path>
            </a:pathLst>
          </a:custGeom>
          <a:solidFill xmlns:a="http://schemas.openxmlformats.org/drawingml/2006/main">
            <a:srgbClr val="95989B"/>
          </a:solidFill>
          <a:ln xmlns:a="http://schemas.openxmlformats.org/drawingml/2006/main" w="28575">
            <a:solidFill>
              <a:srgbClr val="FFFFFF"/>
            </a:solidFill>
            <a:prstDash val="solid"/>
          </a:ln>
        </p:spPr>
      </p:sp>
      <p:sp>
        <p:nvSpPr>
          <p:cNvPr id="5" name="overview-step-label-1">
            <a:extLst xmlns:a="http://schemas.openxmlformats.org/drawingml/2006/main">
              <a:ext uri="{FF2B5EF4-FFF2-40B4-BE49-F238E27FC236}">
                <a16:creationId xmlns:a16="http://schemas.microsoft.com/office/drawing/2014/main" id="{E1774CA4-3A78-4AD3-B8C6-82F52180399B}"/>
              </a:ext>
            </a:extLst>
          </p:cNvPr>
          <p:cNvSpPr>
            <a:spLocks xmlns:a="http://schemas.openxmlformats.org/drawingml/2006/main" noGrp="1"/>
          </p:cNvSpPr>
          <p:nvPr/>
        </p:nvSpPr>
        <p:spPr>
          <a:xfrm xmlns:a="http://schemas.openxmlformats.org/drawingml/2006/main">
            <a:off x="12325350" y="276225"/>
            <a:ext cx="12668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요구사항 분석</a:t>
            </a:r>
          </a:p>
        </p:txBody>
      </p:sp>
      <p:sp>
        <p:nvSpPr>
          <p:cNvPr id="6" name="overview-step-2">
            <a:extLst xmlns:a="http://schemas.openxmlformats.org/drawingml/2006/main">
              <a:ext uri="{FF2B5EF4-FFF2-40B4-BE49-F238E27FC236}">
                <a16:creationId xmlns:a16="http://schemas.microsoft.com/office/drawing/2014/main" id="{E71D2F5C-FEEF-4FB5-BE94-3CBAE5FDFF8D}"/>
              </a:ext>
            </a:extLst>
          </p:cNvPr>
          <p:cNvSpPr>
            <a:spLocks xmlns:a="http://schemas.openxmlformats.org/drawingml/2006/main" noGrp="1"/>
          </p:cNvSpPr>
          <p:nvPr/>
        </p:nvSpPr>
        <p:spPr>
          <a:xfrm xmlns:a="http://schemas.openxmlformats.org/drawingml/2006/main">
            <a:off x="135826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lnTo>
                  <a:pt x="180975" y="223838"/>
                </a:lnTo>
                <a:close/>
              </a:path>
            </a:pathLst>
          </a:custGeom>
          <a:solidFill xmlns:a="http://schemas.openxmlformats.org/drawingml/2006/main">
            <a:srgbClr val="38A9C9"/>
          </a:solidFill>
          <a:ln xmlns:a="http://schemas.openxmlformats.org/drawingml/2006/main" w="28575">
            <a:solidFill>
              <a:srgbClr val="FFFFFF"/>
            </a:solidFill>
            <a:prstDash val="solid"/>
          </a:ln>
        </p:spPr>
      </p:sp>
      <p:sp>
        <p:nvSpPr>
          <p:cNvPr id="7" name="overview-step-label-2">
            <a:extLst xmlns:a="http://schemas.openxmlformats.org/drawingml/2006/main">
              <a:ext uri="{FF2B5EF4-FFF2-40B4-BE49-F238E27FC236}">
                <a16:creationId xmlns:a16="http://schemas.microsoft.com/office/drawing/2014/main" id="{C0026E30-CF2D-4517-916D-EA0847A5D744}"/>
              </a:ext>
            </a:extLst>
          </p:cNvPr>
          <p:cNvSpPr>
            <a:spLocks xmlns:a="http://schemas.openxmlformats.org/drawingml/2006/main" noGrp="1"/>
          </p:cNvSpPr>
          <p:nvPr/>
        </p:nvSpPr>
        <p:spPr>
          <a:xfrm xmlns:a="http://schemas.openxmlformats.org/drawingml/2006/main">
            <a:off x="13735050" y="276225"/>
            <a:ext cx="12668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설계</a:t>
            </a:r>
          </a:p>
        </p:txBody>
      </p:sp>
      <p:sp>
        <p:nvSpPr>
          <p:cNvPr id="8" name="overview-step-3">
            <a:extLst xmlns:a="http://schemas.openxmlformats.org/drawingml/2006/main">
              <a:ext uri="{FF2B5EF4-FFF2-40B4-BE49-F238E27FC236}">
                <a16:creationId xmlns:a16="http://schemas.microsoft.com/office/drawing/2014/main" id="{1778232F-241B-45F6-BBC9-98DA0627FFAB}"/>
              </a:ext>
            </a:extLst>
          </p:cNvPr>
          <p:cNvSpPr>
            <a:spLocks xmlns:a="http://schemas.openxmlformats.org/drawingml/2006/main" noGrp="1"/>
          </p:cNvSpPr>
          <p:nvPr/>
        </p:nvSpPr>
        <p:spPr>
          <a:xfrm xmlns:a="http://schemas.openxmlformats.org/drawingml/2006/main">
            <a:off x="149923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lnTo>
                  <a:pt x="180975" y="223838"/>
                </a:lnTo>
                <a:close/>
              </a:path>
            </a:pathLst>
          </a:custGeom>
          <a:solidFill xmlns:a="http://schemas.openxmlformats.org/drawingml/2006/main">
            <a:srgbClr val="95989B"/>
          </a:solidFill>
          <a:ln xmlns:a="http://schemas.openxmlformats.org/drawingml/2006/main" w="28575">
            <a:solidFill>
              <a:srgbClr val="FFFFFF"/>
            </a:solidFill>
            <a:prstDash val="solid"/>
          </a:ln>
        </p:spPr>
      </p:sp>
      <p:sp>
        <p:nvSpPr>
          <p:cNvPr id="9" name="overview-step-label-3">
            <a:extLst xmlns:a="http://schemas.openxmlformats.org/drawingml/2006/main">
              <a:ext uri="{FF2B5EF4-FFF2-40B4-BE49-F238E27FC236}">
                <a16:creationId xmlns:a16="http://schemas.microsoft.com/office/drawing/2014/main" id="{4733DE92-EA7E-4D20-A6B5-D0BEE3E3AF28}"/>
              </a:ext>
            </a:extLst>
          </p:cNvPr>
          <p:cNvSpPr>
            <a:spLocks xmlns:a="http://schemas.openxmlformats.org/drawingml/2006/main" noGrp="1"/>
          </p:cNvSpPr>
          <p:nvPr/>
        </p:nvSpPr>
        <p:spPr>
          <a:xfrm xmlns:a="http://schemas.openxmlformats.org/drawingml/2006/main">
            <a:off x="15144750" y="276225"/>
            <a:ext cx="12668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구현 및 검증</a:t>
            </a:r>
          </a:p>
        </p:txBody>
      </p:sp>
      <p:sp>
        <p:nvSpPr>
          <p:cNvPr id="10" name="overview-step-4">
            <a:extLst xmlns:a="http://schemas.openxmlformats.org/drawingml/2006/main">
              <a:ext uri="{FF2B5EF4-FFF2-40B4-BE49-F238E27FC236}">
                <a16:creationId xmlns:a16="http://schemas.microsoft.com/office/drawing/2014/main" id="{CF850C3C-2294-4B70-9961-8E240595230D}"/>
              </a:ext>
            </a:extLst>
          </p:cNvPr>
          <p:cNvSpPr>
            <a:spLocks xmlns:a="http://schemas.openxmlformats.org/drawingml/2006/main" noGrp="1"/>
          </p:cNvSpPr>
          <p:nvPr/>
        </p:nvSpPr>
        <p:spPr>
          <a:xfrm xmlns:a="http://schemas.openxmlformats.org/drawingml/2006/main">
            <a:off x="164020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lnTo>
                  <a:pt x="180975" y="223838"/>
                </a:lnTo>
                <a:close/>
              </a:path>
            </a:pathLst>
          </a:custGeom>
          <a:solidFill xmlns:a="http://schemas.openxmlformats.org/drawingml/2006/main">
            <a:srgbClr val="95989B"/>
          </a:solidFill>
          <a:ln xmlns:a="http://schemas.openxmlformats.org/drawingml/2006/main" w="28575">
            <a:solidFill>
              <a:srgbClr val="FFFFFF"/>
            </a:solidFill>
            <a:prstDash val="solid"/>
          </a:ln>
        </p:spPr>
      </p:sp>
      <p:sp>
        <p:nvSpPr>
          <p:cNvPr id="11" name="overview-step-label-4">
            <a:extLst xmlns:a="http://schemas.openxmlformats.org/drawingml/2006/main">
              <a:ext uri="{FF2B5EF4-FFF2-40B4-BE49-F238E27FC236}">
                <a16:creationId xmlns:a16="http://schemas.microsoft.com/office/drawing/2014/main" id="{FD3E9190-E72A-4E7F-AF59-74AE2F0C60E2}"/>
              </a:ext>
            </a:extLst>
          </p:cNvPr>
          <p:cNvSpPr>
            <a:spLocks xmlns:a="http://schemas.openxmlformats.org/drawingml/2006/main" noGrp="1"/>
          </p:cNvSpPr>
          <p:nvPr/>
        </p:nvSpPr>
        <p:spPr>
          <a:xfrm xmlns:a="http://schemas.openxmlformats.org/drawingml/2006/main">
            <a:off x="16554450" y="276225"/>
            <a:ext cx="12668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결론</a:t>
            </a:r>
          </a:p>
        </p:txBody>
      </p:sp>
      <p:sp>
        <p:nvSpPr>
          <p:cNvPr id="12" name="overview-header-rule">
            <a:extLst xmlns:a="http://schemas.openxmlformats.org/drawingml/2006/main">
              <a:ext uri="{FF2B5EF4-FFF2-40B4-BE49-F238E27FC236}">
                <a16:creationId xmlns:a16="http://schemas.microsoft.com/office/drawing/2014/main" id="{C6FAA2DD-FEF1-4097-9C91-131E4BE11434}"/>
              </a:ext>
            </a:extLst>
          </p:cNvPr>
          <p:cNvSpPr>
            <a:spLocks xmlns:a="http://schemas.openxmlformats.org/drawingml/2006/main" noGrp="1"/>
          </p:cNvSpPr>
          <p:nvPr/>
        </p:nvSpPr>
        <p:spPr>
          <a:xfrm xmlns:a="http://schemas.openxmlformats.org/drawingml/2006/main">
            <a:off x="495300" y="1009650"/>
            <a:ext cx="17335500" cy="953"/>
          </a:xfrm>
          <a:custGeom xmlns:a="http://schemas.openxmlformats.org/drawingml/2006/main">
            <a:pathLst>
              <a:path w="17335500" h="953">
                <a:moveTo>
                  <a:pt x="0" y="0"/>
                </a:moveTo>
                <a:lnTo>
                  <a:pt x="17335500" y="0"/>
                </a:lnTo>
              </a:path>
            </a:pathLst>
          </a:custGeom>
          <a:noFill xmlns:a="http://schemas.openxmlformats.org/drawingml/2006/main"/>
          <a:ln xmlns:a="http://schemas.openxmlformats.org/drawingml/2006/main" w="23813">
            <a:solidFill>
              <a:srgbClr val="9A9A9A"/>
            </a:solidFill>
            <a:prstDash val="solid"/>
          </a:ln>
        </p:spPr>
      </p:sp>
      <p:sp>
        <p:nvSpPr>
          <p:cNvPr id="13" name="overview-left-heading">
            <a:extLst xmlns:a="http://schemas.openxmlformats.org/drawingml/2006/main">
              <a:ext uri="{FF2B5EF4-FFF2-40B4-BE49-F238E27FC236}">
                <a16:creationId xmlns:a16="http://schemas.microsoft.com/office/drawing/2014/main" id="{B1FA0C3E-E018-4953-854E-03F4CFA7E889}"/>
              </a:ext>
            </a:extLst>
          </p:cNvPr>
          <p:cNvSpPr>
            <a:spLocks xmlns:a="http://schemas.openxmlformats.org/drawingml/2006/main" noGrp="1"/>
          </p:cNvSpPr>
          <p:nvPr/>
        </p:nvSpPr>
        <p:spPr>
          <a:xfrm xmlns:a="http://schemas.openxmlformats.org/drawingml/2006/main">
            <a:off x="495300" y="1571625"/>
            <a:ext cx="742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50" b="1">
                <a:solidFill>
                  <a:srgbClr val="354354"/>
                </a:solidFill>
                <a:latin typeface="Apple SD Gothic Neo"/>
                <a:ea typeface="Apple SD Gothic Neo"/>
                <a:cs typeface="Apple SD Gothic Neo"/>
              </a:defRPr>
            </a:pPr>
            <a:r>
              <a:rPr sz="2550" b="1">
                <a:solidFill>
                  <a:srgbClr val="354354"/>
                </a:solidFill>
                <a:latin typeface="Apple SD Gothic Neo"/>
                <a:ea typeface="Apple SD Gothic Neo"/>
                <a:cs typeface="Apple SD Gothic Neo"/>
              </a:rPr>
              <a:t>품질 목표와 주요 설계 질문</a:t>
            </a:r>
          </a:p>
        </p:txBody>
      </p:sp>
      <p:sp>
        <p:nvSpPr>
          <p:cNvPr id="14" name="overview-quality-contract">
            <a:extLst xmlns:a="http://schemas.openxmlformats.org/drawingml/2006/main">
              <a:ext uri="{FF2B5EF4-FFF2-40B4-BE49-F238E27FC236}">
                <a16:creationId xmlns:a16="http://schemas.microsoft.com/office/drawing/2014/main" id="{6F52088C-2D65-4F63-8B41-AC849B3D4C0C}"/>
              </a:ext>
            </a:extLst>
          </p:cNvPr>
          <p:cNvSpPr>
            <a:spLocks xmlns:a="http://schemas.openxmlformats.org/drawingml/2006/main" noGrp="1"/>
          </p:cNvSpPr>
          <p:nvPr/>
        </p:nvSpPr>
        <p:spPr>
          <a:xfrm xmlns:a="http://schemas.openxmlformats.org/drawingml/2006/main">
            <a:off x="495300" y="20574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9616B"/>
                </a:solidFill>
                <a:latin typeface="Apple SD Gothic Neo"/>
                <a:ea typeface="Apple SD Gothic Neo"/>
                <a:cs typeface="Apple SD Gothic Neo"/>
              </a:defRPr>
            </a:pPr>
            <a:r>
              <a:rPr sz="1650" b="0">
                <a:solidFill>
                  <a:srgbClr val="59616B"/>
                </a:solidFill>
                <a:latin typeface="Apple SD Gothic Neo"/>
                <a:ea typeface="Apple SD Gothic Neo"/>
                <a:cs typeface="Apple SD Gothic Neo"/>
              </a:rPr>
              <a:t>ASR-QA-v6 / 번호순 우선순위</a:t>
            </a:r>
          </a:p>
        </p:txBody>
      </p:sp>
      <p:sp>
        <p:nvSpPr>
          <p:cNvPr id="15" name="overview-goal-1-41">
            <a:extLst xmlns:a="http://schemas.openxmlformats.org/drawingml/2006/main">
              <a:ext uri="{FF2B5EF4-FFF2-40B4-BE49-F238E27FC236}">
                <a16:creationId xmlns:a16="http://schemas.microsoft.com/office/drawing/2014/main" id="{48048AF6-B46C-4AC6-A145-98ACCAEA01DA}"/>
              </a:ext>
            </a:extLst>
          </p:cNvPr>
          <p:cNvSpPr>
            <a:spLocks xmlns:a="http://schemas.openxmlformats.org/drawingml/2006/main" noGrp="1"/>
          </p:cNvSpPr>
          <p:nvPr/>
        </p:nvSpPr>
        <p:spPr>
          <a:xfrm xmlns:a="http://schemas.openxmlformats.org/drawingml/2006/main">
            <a:off x="3238500" y="2686050"/>
            <a:ext cx="257175" cy="104775"/>
          </a:xfrm>
          <a:custGeom xmlns:a="http://schemas.openxmlformats.org/drawingml/2006/main">
            <a:pathLst>
              <a:path w="257175" h="104775">
                <a:moveTo>
                  <a:pt x="0" y="104775"/>
                </a:moveTo>
                <a:lnTo>
                  <a:pt x="257175" y="0"/>
                </a:lnTo>
              </a:path>
            </a:pathLst>
          </a:custGeom>
          <a:noFill xmlns:a="http://schemas.openxmlformats.org/drawingml/2006/main"/>
          <a:ln xmlns:a="http://schemas.openxmlformats.org/drawingml/2006/main" w="24765">
            <a:solidFill>
              <a:srgbClr val="E5A700"/>
            </a:solidFill>
            <a:prstDash val="solid"/>
          </a:ln>
        </p:spPr>
      </p:sp>
      <p:sp>
        <p:nvSpPr>
          <p:cNvPr id="16" name="overview-goal-1-45">
            <a:extLst xmlns:a="http://schemas.openxmlformats.org/drawingml/2006/main">
              <a:ext uri="{FF2B5EF4-FFF2-40B4-BE49-F238E27FC236}">
                <a16:creationId xmlns:a16="http://schemas.microsoft.com/office/drawing/2014/main" id="{B85A7F82-6AB9-4A6F-A70F-F75BA6FACF82}"/>
              </a:ext>
            </a:extLst>
          </p:cNvPr>
          <p:cNvSpPr>
            <a:spLocks xmlns:a="http://schemas.openxmlformats.org/drawingml/2006/main" noGrp="1"/>
          </p:cNvSpPr>
          <p:nvPr/>
        </p:nvSpPr>
        <p:spPr>
          <a:xfrm xmlns:a="http://schemas.openxmlformats.org/drawingml/2006/main">
            <a:off x="3238500" y="2790825"/>
            <a:ext cx="257175" cy="3133725"/>
          </a:xfrm>
          <a:custGeom xmlns:a="http://schemas.openxmlformats.org/drawingml/2006/main">
            <a:pathLst>
              <a:path w="257175" h="3133725">
                <a:moveTo>
                  <a:pt x="0" y="0"/>
                </a:moveTo>
                <a:lnTo>
                  <a:pt x="257175" y="3133725"/>
                </a:lnTo>
              </a:path>
            </a:pathLst>
          </a:custGeom>
          <a:noFill xmlns:a="http://schemas.openxmlformats.org/drawingml/2006/main"/>
          <a:ln xmlns:a="http://schemas.openxmlformats.org/drawingml/2006/main" w="24765">
            <a:solidFill>
              <a:srgbClr val="8D49B8"/>
            </a:solidFill>
            <a:prstDash val="solid"/>
          </a:ln>
        </p:spPr>
      </p:sp>
      <p:sp>
        <p:nvSpPr>
          <p:cNvPr id="17" name="overview-goal-ASR-QA-01">
            <a:extLst xmlns:a="http://schemas.openxmlformats.org/drawingml/2006/main">
              <a:ext uri="{FF2B5EF4-FFF2-40B4-BE49-F238E27FC236}">
                <a16:creationId xmlns:a16="http://schemas.microsoft.com/office/drawing/2014/main" id="{C40B0269-1EE0-45CA-9A6A-AADAF6EF1E0F}"/>
              </a:ext>
            </a:extLst>
          </p:cNvPr>
          <p:cNvSpPr>
            <a:spLocks xmlns:a="http://schemas.openxmlformats.org/drawingml/2006/main" noGrp="1"/>
          </p:cNvSpPr>
          <p:nvPr/>
        </p:nvSpPr>
        <p:spPr>
          <a:xfrm xmlns:a="http://schemas.openxmlformats.org/drawingml/2006/main">
            <a:off x="495300" y="2409825"/>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18" name="overview-goal-name-ASR-QA-01">
            <a:extLst xmlns:a="http://schemas.openxmlformats.org/drawingml/2006/main">
              <a:ext uri="{FF2B5EF4-FFF2-40B4-BE49-F238E27FC236}">
                <a16:creationId xmlns:a16="http://schemas.microsoft.com/office/drawing/2014/main" id="{33A893EF-0B93-4ED0-86C7-D8266512AF2C}"/>
              </a:ext>
            </a:extLst>
          </p:cNvPr>
          <p:cNvSpPr>
            <a:spLocks xmlns:a="http://schemas.openxmlformats.org/drawingml/2006/main" noGrp="1"/>
          </p:cNvSpPr>
          <p:nvPr/>
        </p:nvSpPr>
        <p:spPr>
          <a:xfrm xmlns:a="http://schemas.openxmlformats.org/drawingml/2006/main">
            <a:off x="581025" y="24574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01 요청 처리 정확성</a:t>
            </a:r>
          </a:p>
        </p:txBody>
      </p:sp>
      <p:sp>
        <p:nvSpPr>
          <p:cNvPr id="19" name="overview-goal-target-ASR-QA-01">
            <a:extLst xmlns:a="http://schemas.openxmlformats.org/drawingml/2006/main">
              <a:ext uri="{FF2B5EF4-FFF2-40B4-BE49-F238E27FC236}">
                <a16:creationId xmlns:a16="http://schemas.microsoft.com/office/drawing/2014/main" id="{786B7EAC-9562-4918-B9B6-1D0F83B8F30F}"/>
              </a:ext>
            </a:extLst>
          </p:cNvPr>
          <p:cNvSpPr>
            <a:spLocks xmlns:a="http://schemas.openxmlformats.org/drawingml/2006/main" noGrp="1"/>
          </p:cNvSpPr>
          <p:nvPr/>
        </p:nvSpPr>
        <p:spPr>
          <a:xfrm xmlns:a="http://schemas.openxmlformats.org/drawingml/2006/main">
            <a:off x="552450" y="2809875"/>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98% 이상</a:t>
            </a:r>
          </a:p>
        </p:txBody>
      </p:sp>
      <p:sp>
        <p:nvSpPr>
          <p:cNvPr id="20" name="overview-goal-2-44">
            <a:extLst xmlns:a="http://schemas.openxmlformats.org/drawingml/2006/main">
              <a:ext uri="{FF2B5EF4-FFF2-40B4-BE49-F238E27FC236}">
                <a16:creationId xmlns:a16="http://schemas.microsoft.com/office/drawing/2014/main" id="{3EA41C85-312E-49A5-9884-0AB37F3DFE83}"/>
              </a:ext>
            </a:extLst>
          </p:cNvPr>
          <p:cNvSpPr>
            <a:spLocks xmlns:a="http://schemas.openxmlformats.org/drawingml/2006/main" noGrp="1"/>
          </p:cNvSpPr>
          <p:nvPr/>
        </p:nvSpPr>
        <p:spPr>
          <a:xfrm xmlns:a="http://schemas.openxmlformats.org/drawingml/2006/main">
            <a:off x="3238500" y="3714750"/>
            <a:ext cx="257175" cy="590550"/>
          </a:xfrm>
          <a:custGeom xmlns:a="http://schemas.openxmlformats.org/drawingml/2006/main">
            <a:pathLst>
              <a:path w="257175" h="590550">
                <a:moveTo>
                  <a:pt x="0" y="0"/>
                </a:moveTo>
                <a:lnTo>
                  <a:pt x="257175" y="590550"/>
                </a:lnTo>
              </a:path>
            </a:pathLst>
          </a:custGeom>
          <a:noFill xmlns:a="http://schemas.openxmlformats.org/drawingml/2006/main"/>
          <a:ln xmlns:a="http://schemas.openxmlformats.org/drawingml/2006/main" w="24765">
            <a:solidFill>
              <a:srgbClr val="00A65A"/>
            </a:solidFill>
            <a:prstDash val="solid"/>
          </a:ln>
        </p:spPr>
      </p:sp>
      <p:sp>
        <p:nvSpPr>
          <p:cNvPr id="21" name="overview-goal-ASR-QA-02">
            <a:extLst xmlns:a="http://schemas.openxmlformats.org/drawingml/2006/main">
              <a:ext uri="{FF2B5EF4-FFF2-40B4-BE49-F238E27FC236}">
                <a16:creationId xmlns:a16="http://schemas.microsoft.com/office/drawing/2014/main" id="{47DE8FFE-70BC-4BE8-A3BD-98E8EC716A87}"/>
              </a:ext>
            </a:extLst>
          </p:cNvPr>
          <p:cNvSpPr>
            <a:spLocks xmlns:a="http://schemas.openxmlformats.org/drawingml/2006/main" noGrp="1"/>
          </p:cNvSpPr>
          <p:nvPr/>
        </p:nvSpPr>
        <p:spPr>
          <a:xfrm xmlns:a="http://schemas.openxmlformats.org/drawingml/2006/main">
            <a:off x="495300" y="3333750"/>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22" name="overview-goal-name-ASR-QA-02">
            <a:extLst xmlns:a="http://schemas.openxmlformats.org/drawingml/2006/main">
              <a:ext uri="{FF2B5EF4-FFF2-40B4-BE49-F238E27FC236}">
                <a16:creationId xmlns:a16="http://schemas.microsoft.com/office/drawing/2014/main" id="{B08B77C5-75BE-484E-BC51-4F51D121D082}"/>
              </a:ext>
            </a:extLst>
          </p:cNvPr>
          <p:cNvSpPr>
            <a:spLocks xmlns:a="http://schemas.openxmlformats.org/drawingml/2006/main" noGrp="1"/>
          </p:cNvSpPr>
          <p:nvPr/>
        </p:nvSpPr>
        <p:spPr>
          <a:xfrm xmlns:a="http://schemas.openxmlformats.org/drawingml/2006/main">
            <a:off x="581025" y="338137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02 상호작용 응답시간</a:t>
            </a:r>
          </a:p>
        </p:txBody>
      </p:sp>
      <p:sp>
        <p:nvSpPr>
          <p:cNvPr id="23" name="overview-goal-target-ASR-QA-02">
            <a:extLst xmlns:a="http://schemas.openxmlformats.org/drawingml/2006/main">
              <a:ext uri="{FF2B5EF4-FFF2-40B4-BE49-F238E27FC236}">
                <a16:creationId xmlns:a16="http://schemas.microsoft.com/office/drawing/2014/main" id="{9D55656E-45B0-45D9-854D-ED28EC7575F5}"/>
              </a:ext>
            </a:extLst>
          </p:cNvPr>
          <p:cNvSpPr>
            <a:spLocks xmlns:a="http://schemas.openxmlformats.org/drawingml/2006/main" noGrp="1"/>
          </p:cNvSpPr>
          <p:nvPr/>
        </p:nvSpPr>
        <p:spPr>
          <a:xfrm xmlns:a="http://schemas.openxmlformats.org/drawingml/2006/main">
            <a:off x="552450" y="3733800"/>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0">
                <a:solidFill>
                  <a:srgbClr val="FFFFFF"/>
                </a:solidFill>
                <a:latin typeface="Apple SD Gothic Neo"/>
                <a:ea typeface="Apple SD Gothic Neo"/>
                <a:cs typeface="Apple SD Gothic Neo"/>
              </a:defRPr>
            </a:pPr>
            <a:r>
              <a:rPr sz="1425" b="0">
                <a:solidFill>
                  <a:srgbClr val="FFFFFF"/>
                </a:solidFill>
                <a:latin typeface="Apple SD Gothic Neo"/>
                <a:ea typeface="Apple SD Gothic Neo"/>
                <a:cs typeface="Apple SD Gothic Neo"/>
              </a:rPr>
              <a:t>평균 1초 이하, stop 0.1초 이하</a:t>
            </a:r>
          </a:p>
        </p:txBody>
      </p:sp>
      <p:sp>
        <p:nvSpPr>
          <p:cNvPr id="24" name="overview-goal-3-44">
            <a:extLst xmlns:a="http://schemas.openxmlformats.org/drawingml/2006/main">
              <a:ext uri="{FF2B5EF4-FFF2-40B4-BE49-F238E27FC236}">
                <a16:creationId xmlns:a16="http://schemas.microsoft.com/office/drawing/2014/main" id="{5A7432CB-123F-419B-AD5C-459087272C61}"/>
              </a:ext>
            </a:extLst>
          </p:cNvPr>
          <p:cNvSpPr>
            <a:spLocks xmlns:a="http://schemas.openxmlformats.org/drawingml/2006/main" noGrp="1"/>
          </p:cNvSpPr>
          <p:nvPr/>
        </p:nvSpPr>
        <p:spPr>
          <a:xfrm xmlns:a="http://schemas.openxmlformats.org/drawingml/2006/main">
            <a:off x="3238500" y="4305300"/>
            <a:ext cx="257175" cy="333375"/>
          </a:xfrm>
          <a:custGeom xmlns:a="http://schemas.openxmlformats.org/drawingml/2006/main">
            <a:pathLst>
              <a:path w="257175" h="333375">
                <a:moveTo>
                  <a:pt x="0" y="333375"/>
                </a:moveTo>
                <a:lnTo>
                  <a:pt x="257175" y="0"/>
                </a:lnTo>
              </a:path>
            </a:pathLst>
          </a:custGeom>
          <a:noFill xmlns:a="http://schemas.openxmlformats.org/drawingml/2006/main"/>
          <a:ln xmlns:a="http://schemas.openxmlformats.org/drawingml/2006/main" w="24765">
            <a:solidFill>
              <a:srgbClr val="00A65A"/>
            </a:solidFill>
            <a:prstDash val="solid"/>
          </a:ln>
        </p:spPr>
      </p:sp>
      <p:sp>
        <p:nvSpPr>
          <p:cNvPr id="25" name="overview-goal-ASR-QA-03">
            <a:extLst xmlns:a="http://schemas.openxmlformats.org/drawingml/2006/main">
              <a:ext uri="{FF2B5EF4-FFF2-40B4-BE49-F238E27FC236}">
                <a16:creationId xmlns:a16="http://schemas.microsoft.com/office/drawing/2014/main" id="{94039416-4C98-455A-81FF-820108EF8A6C}"/>
              </a:ext>
            </a:extLst>
          </p:cNvPr>
          <p:cNvSpPr>
            <a:spLocks xmlns:a="http://schemas.openxmlformats.org/drawingml/2006/main" noGrp="1"/>
          </p:cNvSpPr>
          <p:nvPr/>
        </p:nvSpPr>
        <p:spPr>
          <a:xfrm xmlns:a="http://schemas.openxmlformats.org/drawingml/2006/main">
            <a:off x="495300" y="4257675"/>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26" name="overview-goal-name-ASR-QA-03">
            <a:extLst xmlns:a="http://schemas.openxmlformats.org/drawingml/2006/main">
              <a:ext uri="{FF2B5EF4-FFF2-40B4-BE49-F238E27FC236}">
                <a16:creationId xmlns:a16="http://schemas.microsoft.com/office/drawing/2014/main" id="{B75D278C-1D79-4BFF-87BE-A0008E5E0B9A}"/>
              </a:ext>
            </a:extLst>
          </p:cNvPr>
          <p:cNvSpPr>
            <a:spLocks xmlns:a="http://schemas.openxmlformats.org/drawingml/2006/main" noGrp="1"/>
          </p:cNvSpPr>
          <p:nvPr/>
        </p:nvSpPr>
        <p:spPr>
          <a:xfrm xmlns:a="http://schemas.openxmlformats.org/drawingml/2006/main">
            <a:off x="581025" y="4305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03 VIA 요청 처리시간</a:t>
            </a:r>
          </a:p>
        </p:txBody>
      </p:sp>
      <p:sp>
        <p:nvSpPr>
          <p:cNvPr id="27" name="overview-goal-target-ASR-QA-03">
            <a:extLst xmlns:a="http://schemas.openxmlformats.org/drawingml/2006/main">
              <a:ext uri="{FF2B5EF4-FFF2-40B4-BE49-F238E27FC236}">
                <a16:creationId xmlns:a16="http://schemas.microsoft.com/office/drawing/2014/main" id="{A58BBC63-821F-4642-A8CC-F0F1C84026B3}"/>
              </a:ext>
            </a:extLst>
          </p:cNvPr>
          <p:cNvSpPr>
            <a:spLocks xmlns:a="http://schemas.openxmlformats.org/drawingml/2006/main" noGrp="1"/>
          </p:cNvSpPr>
          <p:nvPr/>
        </p:nvSpPr>
        <p:spPr>
          <a:xfrm xmlns:a="http://schemas.openxmlformats.org/drawingml/2006/main">
            <a:off x="552450" y="4657725"/>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평균 10초 이하</a:t>
            </a:r>
          </a:p>
        </p:txBody>
      </p:sp>
      <p:sp>
        <p:nvSpPr>
          <p:cNvPr id="28" name="overview-goal-4-41">
            <a:extLst xmlns:a="http://schemas.openxmlformats.org/drawingml/2006/main">
              <a:ext uri="{FF2B5EF4-FFF2-40B4-BE49-F238E27FC236}">
                <a16:creationId xmlns:a16="http://schemas.microsoft.com/office/drawing/2014/main" id="{73AB4624-8CAB-41EC-8E84-9A40F6DE61C3}"/>
              </a:ext>
            </a:extLst>
          </p:cNvPr>
          <p:cNvSpPr>
            <a:spLocks xmlns:a="http://schemas.openxmlformats.org/drawingml/2006/main" noGrp="1"/>
          </p:cNvSpPr>
          <p:nvPr/>
        </p:nvSpPr>
        <p:spPr>
          <a:xfrm xmlns:a="http://schemas.openxmlformats.org/drawingml/2006/main">
            <a:off x="3238500" y="2686050"/>
            <a:ext cx="257175" cy="2876550"/>
          </a:xfrm>
          <a:custGeom xmlns:a="http://schemas.openxmlformats.org/drawingml/2006/main">
            <a:pathLst>
              <a:path w="257175" h="2876550">
                <a:moveTo>
                  <a:pt x="0" y="2876550"/>
                </a:moveTo>
                <a:lnTo>
                  <a:pt x="257175" y="0"/>
                </a:lnTo>
              </a:path>
            </a:pathLst>
          </a:custGeom>
          <a:noFill xmlns:a="http://schemas.openxmlformats.org/drawingml/2006/main"/>
          <a:ln xmlns:a="http://schemas.openxmlformats.org/drawingml/2006/main" w="24765">
            <a:solidFill>
              <a:srgbClr val="E5A700"/>
            </a:solidFill>
            <a:prstDash val="solid"/>
          </a:ln>
        </p:spPr>
      </p:sp>
      <p:sp>
        <p:nvSpPr>
          <p:cNvPr id="29" name="overview-goal-4-45">
            <a:extLst xmlns:a="http://schemas.openxmlformats.org/drawingml/2006/main">
              <a:ext uri="{FF2B5EF4-FFF2-40B4-BE49-F238E27FC236}">
                <a16:creationId xmlns:a16="http://schemas.microsoft.com/office/drawing/2014/main" id="{62342AAF-0482-49F4-BCFC-9018640F9854}"/>
              </a:ext>
            </a:extLst>
          </p:cNvPr>
          <p:cNvSpPr>
            <a:spLocks xmlns:a="http://schemas.openxmlformats.org/drawingml/2006/main" noGrp="1"/>
          </p:cNvSpPr>
          <p:nvPr/>
        </p:nvSpPr>
        <p:spPr>
          <a:xfrm xmlns:a="http://schemas.openxmlformats.org/drawingml/2006/main">
            <a:off x="3238500" y="5562600"/>
            <a:ext cx="257175" cy="361950"/>
          </a:xfrm>
          <a:custGeom xmlns:a="http://schemas.openxmlformats.org/drawingml/2006/main">
            <a:pathLst>
              <a:path w="257175" h="361950">
                <a:moveTo>
                  <a:pt x="0" y="0"/>
                </a:moveTo>
                <a:lnTo>
                  <a:pt x="257175" y="361950"/>
                </a:lnTo>
              </a:path>
            </a:pathLst>
          </a:custGeom>
          <a:noFill xmlns:a="http://schemas.openxmlformats.org/drawingml/2006/main"/>
          <a:ln xmlns:a="http://schemas.openxmlformats.org/drawingml/2006/main" w="24765">
            <a:solidFill>
              <a:srgbClr val="8D49B8"/>
            </a:solidFill>
            <a:prstDash val="solid"/>
          </a:ln>
        </p:spPr>
      </p:sp>
      <p:sp>
        <p:nvSpPr>
          <p:cNvPr id="30" name="overview-goal-ASR-QA-04">
            <a:extLst xmlns:a="http://schemas.openxmlformats.org/drawingml/2006/main">
              <a:ext uri="{FF2B5EF4-FFF2-40B4-BE49-F238E27FC236}">
                <a16:creationId xmlns:a16="http://schemas.microsoft.com/office/drawing/2014/main" id="{A5442B45-AF8D-431B-BA53-B1FFF3A95BC4}"/>
              </a:ext>
            </a:extLst>
          </p:cNvPr>
          <p:cNvSpPr>
            <a:spLocks xmlns:a="http://schemas.openxmlformats.org/drawingml/2006/main" noGrp="1"/>
          </p:cNvSpPr>
          <p:nvPr/>
        </p:nvSpPr>
        <p:spPr>
          <a:xfrm xmlns:a="http://schemas.openxmlformats.org/drawingml/2006/main">
            <a:off x="495300" y="5181600"/>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31" name="overview-goal-name-ASR-QA-04">
            <a:extLst xmlns:a="http://schemas.openxmlformats.org/drawingml/2006/main">
              <a:ext uri="{FF2B5EF4-FFF2-40B4-BE49-F238E27FC236}">
                <a16:creationId xmlns:a16="http://schemas.microsoft.com/office/drawing/2014/main" id="{8A745147-861A-49A7-9133-65F7CD4D8997}"/>
              </a:ext>
            </a:extLst>
          </p:cNvPr>
          <p:cNvSpPr>
            <a:spLocks xmlns:a="http://schemas.openxmlformats.org/drawingml/2006/main" noGrp="1"/>
          </p:cNvSpPr>
          <p:nvPr/>
        </p:nvSpPr>
        <p:spPr>
          <a:xfrm xmlns:a="http://schemas.openxmlformats.org/drawingml/2006/main">
            <a:off x="581025" y="52292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04 VIA 모델 사용 비용</a:t>
            </a:r>
          </a:p>
        </p:txBody>
      </p:sp>
      <p:sp>
        <p:nvSpPr>
          <p:cNvPr id="32" name="overview-goal-target-ASR-QA-04">
            <a:extLst xmlns:a="http://schemas.openxmlformats.org/drawingml/2006/main">
              <a:ext uri="{FF2B5EF4-FFF2-40B4-BE49-F238E27FC236}">
                <a16:creationId xmlns:a16="http://schemas.microsoft.com/office/drawing/2014/main" id="{A1E7A340-E402-44F5-AB96-7EFD356DE24E}"/>
              </a:ext>
            </a:extLst>
          </p:cNvPr>
          <p:cNvSpPr>
            <a:spLocks xmlns:a="http://schemas.openxmlformats.org/drawingml/2006/main" noGrp="1"/>
          </p:cNvSpPr>
          <p:nvPr/>
        </p:nvSpPr>
        <p:spPr>
          <a:xfrm xmlns:a="http://schemas.openxmlformats.org/drawingml/2006/main">
            <a:off x="552450" y="5581650"/>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$0.50/P21 이하</a:t>
            </a:r>
          </a:p>
        </p:txBody>
      </p:sp>
      <p:sp>
        <p:nvSpPr>
          <p:cNvPr id="33" name="overview-goal-5-42">
            <a:extLst xmlns:a="http://schemas.openxmlformats.org/drawingml/2006/main">
              <a:ext uri="{FF2B5EF4-FFF2-40B4-BE49-F238E27FC236}">
                <a16:creationId xmlns:a16="http://schemas.microsoft.com/office/drawing/2014/main" id="{B14483C5-9D05-4439-AE28-21AD64D93E42}"/>
              </a:ext>
            </a:extLst>
          </p:cNvPr>
          <p:cNvSpPr>
            <a:spLocks xmlns:a="http://schemas.openxmlformats.org/drawingml/2006/main" noGrp="1"/>
          </p:cNvSpPr>
          <p:nvPr/>
        </p:nvSpPr>
        <p:spPr>
          <a:xfrm xmlns:a="http://schemas.openxmlformats.org/drawingml/2006/main">
            <a:off x="3238500" y="6486525"/>
            <a:ext cx="257175" cy="866775"/>
          </a:xfrm>
          <a:custGeom xmlns:a="http://schemas.openxmlformats.org/drawingml/2006/main">
            <a:pathLst>
              <a:path w="257175" h="866775">
                <a:moveTo>
                  <a:pt x="0" y="0"/>
                </a:moveTo>
                <a:lnTo>
                  <a:pt x="257175" y="866775"/>
                </a:lnTo>
              </a:path>
            </a:pathLst>
          </a:custGeom>
          <a:noFill xmlns:a="http://schemas.openxmlformats.org/drawingml/2006/main"/>
          <a:ln xmlns:a="http://schemas.openxmlformats.org/drawingml/2006/main" w="24765">
            <a:solidFill>
              <a:srgbClr val="2463DD"/>
            </a:solidFill>
            <a:prstDash val="solid"/>
          </a:ln>
        </p:spPr>
      </p:sp>
      <p:sp>
        <p:nvSpPr>
          <p:cNvPr id="34" name="overview-goal-ASR-QA-05">
            <a:extLst xmlns:a="http://schemas.openxmlformats.org/drawingml/2006/main">
              <a:ext uri="{FF2B5EF4-FFF2-40B4-BE49-F238E27FC236}">
                <a16:creationId xmlns:a16="http://schemas.microsoft.com/office/drawing/2014/main" id="{0A55BD03-61FF-4CB6-9B47-5BA39B81C553}"/>
              </a:ext>
            </a:extLst>
          </p:cNvPr>
          <p:cNvSpPr>
            <a:spLocks xmlns:a="http://schemas.openxmlformats.org/drawingml/2006/main" noGrp="1"/>
          </p:cNvSpPr>
          <p:nvPr/>
        </p:nvSpPr>
        <p:spPr>
          <a:xfrm xmlns:a="http://schemas.openxmlformats.org/drawingml/2006/main">
            <a:off x="495300" y="6105525"/>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35" name="overview-goal-name-ASR-QA-05">
            <a:extLst xmlns:a="http://schemas.openxmlformats.org/drawingml/2006/main">
              <a:ext uri="{FF2B5EF4-FFF2-40B4-BE49-F238E27FC236}">
                <a16:creationId xmlns:a16="http://schemas.microsoft.com/office/drawing/2014/main" id="{9A39E249-2325-48F7-AC3C-69EAA8EAAB22}"/>
              </a:ext>
            </a:extLst>
          </p:cNvPr>
          <p:cNvSpPr>
            <a:spLocks xmlns:a="http://schemas.openxmlformats.org/drawingml/2006/main" noGrp="1"/>
          </p:cNvSpPr>
          <p:nvPr/>
        </p:nvSpPr>
        <p:spPr>
          <a:xfrm xmlns:a="http://schemas.openxmlformats.org/drawingml/2006/main">
            <a:off x="581025" y="61531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05 VIA 변경 용이성</a:t>
            </a:r>
          </a:p>
        </p:txBody>
      </p:sp>
      <p:sp>
        <p:nvSpPr>
          <p:cNvPr id="36" name="overview-goal-target-ASR-QA-05">
            <a:extLst xmlns:a="http://schemas.openxmlformats.org/drawingml/2006/main">
              <a:ext uri="{FF2B5EF4-FFF2-40B4-BE49-F238E27FC236}">
                <a16:creationId xmlns:a16="http://schemas.microsoft.com/office/drawing/2014/main" id="{CB22923C-2C12-432C-9600-06704B1B768A}"/>
              </a:ext>
            </a:extLst>
          </p:cNvPr>
          <p:cNvSpPr>
            <a:spLocks xmlns:a="http://schemas.openxmlformats.org/drawingml/2006/main" noGrp="1"/>
          </p:cNvSpPr>
          <p:nvPr/>
        </p:nvSpPr>
        <p:spPr>
          <a:xfrm xmlns:a="http://schemas.openxmlformats.org/drawingml/2006/main">
            <a:off x="552450" y="6505575"/>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0">
                <a:solidFill>
                  <a:srgbClr val="FFFFFF"/>
                </a:solidFill>
                <a:latin typeface="Apple SD Gothic Neo"/>
                <a:ea typeface="Apple SD Gothic Neo"/>
                <a:cs typeface="Apple SD Gothic Neo"/>
              </a:defRPr>
            </a:pPr>
            <a:r>
              <a:rPr sz="1425" b="0">
                <a:solidFill>
                  <a:srgbClr val="FFFFFF"/>
                </a:solidFill>
                <a:latin typeface="Apple SD Gothic Neo"/>
                <a:ea typeface="Apple SD Gothic Neo"/>
                <a:cs typeface="Apple SD Gothic Neo"/>
              </a:rPr>
              <a:t>평균 3개 이하, 과제별 5개 이하</a:t>
            </a:r>
          </a:p>
        </p:txBody>
      </p:sp>
      <p:sp>
        <p:nvSpPr>
          <p:cNvPr id="37" name="overview-goal-6-42">
            <a:extLst xmlns:a="http://schemas.openxmlformats.org/drawingml/2006/main">
              <a:ext uri="{FF2B5EF4-FFF2-40B4-BE49-F238E27FC236}">
                <a16:creationId xmlns:a16="http://schemas.microsoft.com/office/drawing/2014/main" id="{7DAC7C8E-AC07-4FC9-B641-A62DBFB9C865}"/>
              </a:ext>
            </a:extLst>
          </p:cNvPr>
          <p:cNvSpPr>
            <a:spLocks xmlns:a="http://schemas.openxmlformats.org/drawingml/2006/main" noGrp="1"/>
          </p:cNvSpPr>
          <p:nvPr/>
        </p:nvSpPr>
        <p:spPr>
          <a:xfrm xmlns:a="http://schemas.openxmlformats.org/drawingml/2006/main">
            <a:off x="3238500" y="7353300"/>
            <a:ext cx="257175" cy="57150"/>
          </a:xfrm>
          <a:custGeom xmlns:a="http://schemas.openxmlformats.org/drawingml/2006/main">
            <a:pathLst>
              <a:path w="257175" h="57150">
                <a:moveTo>
                  <a:pt x="0" y="57150"/>
                </a:moveTo>
                <a:lnTo>
                  <a:pt x="257175" y="0"/>
                </a:lnTo>
              </a:path>
            </a:pathLst>
          </a:custGeom>
          <a:noFill xmlns:a="http://schemas.openxmlformats.org/drawingml/2006/main"/>
          <a:ln xmlns:a="http://schemas.openxmlformats.org/drawingml/2006/main" w="24765">
            <a:solidFill>
              <a:srgbClr val="2463DD"/>
            </a:solidFill>
            <a:prstDash val="solid"/>
          </a:ln>
        </p:spPr>
      </p:sp>
      <p:sp>
        <p:nvSpPr>
          <p:cNvPr id="38" name="overview-goal-ASR-QA-06">
            <a:extLst xmlns:a="http://schemas.openxmlformats.org/drawingml/2006/main">
              <a:ext uri="{FF2B5EF4-FFF2-40B4-BE49-F238E27FC236}">
                <a16:creationId xmlns:a16="http://schemas.microsoft.com/office/drawing/2014/main" id="{FB062707-8159-4FC1-B8B7-81A8266AC0ED}"/>
              </a:ext>
            </a:extLst>
          </p:cNvPr>
          <p:cNvSpPr>
            <a:spLocks xmlns:a="http://schemas.openxmlformats.org/drawingml/2006/main" noGrp="1"/>
          </p:cNvSpPr>
          <p:nvPr/>
        </p:nvSpPr>
        <p:spPr>
          <a:xfrm xmlns:a="http://schemas.openxmlformats.org/drawingml/2006/main">
            <a:off x="495300" y="7029450"/>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39" name="overview-goal-name-ASR-QA-06">
            <a:extLst xmlns:a="http://schemas.openxmlformats.org/drawingml/2006/main">
              <a:ext uri="{FF2B5EF4-FFF2-40B4-BE49-F238E27FC236}">
                <a16:creationId xmlns:a16="http://schemas.microsoft.com/office/drawing/2014/main" id="{25FDCD8E-FD7C-4D0D-A29F-3AB509674788}"/>
              </a:ext>
            </a:extLst>
          </p:cNvPr>
          <p:cNvSpPr>
            <a:spLocks xmlns:a="http://schemas.openxmlformats.org/drawingml/2006/main" noGrp="1"/>
          </p:cNvSpPr>
          <p:nvPr/>
        </p:nvSpPr>
        <p:spPr>
          <a:xfrm xmlns:a="http://schemas.openxmlformats.org/drawingml/2006/main">
            <a:off x="581025" y="707707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06 로컬 VIA 메모리 사용량</a:t>
            </a:r>
          </a:p>
        </p:txBody>
      </p:sp>
      <p:sp>
        <p:nvSpPr>
          <p:cNvPr id="40" name="overview-goal-target-ASR-QA-06">
            <a:extLst xmlns:a="http://schemas.openxmlformats.org/drawingml/2006/main">
              <a:ext uri="{FF2B5EF4-FFF2-40B4-BE49-F238E27FC236}">
                <a16:creationId xmlns:a16="http://schemas.microsoft.com/office/drawing/2014/main" id="{8DA9633C-43BB-499E-A772-A079C4BB6379}"/>
              </a:ext>
            </a:extLst>
          </p:cNvPr>
          <p:cNvSpPr>
            <a:spLocks xmlns:a="http://schemas.openxmlformats.org/drawingml/2006/main" noGrp="1"/>
          </p:cNvSpPr>
          <p:nvPr/>
        </p:nvSpPr>
        <p:spPr>
          <a:xfrm xmlns:a="http://schemas.openxmlformats.org/drawingml/2006/main">
            <a:off x="552450" y="7429500"/>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4,096MiB 이하 (commit)</a:t>
            </a:r>
          </a:p>
        </p:txBody>
      </p:sp>
      <p:sp>
        <p:nvSpPr>
          <p:cNvPr id="41" name="overview-swatch-41">
            <a:extLst xmlns:a="http://schemas.openxmlformats.org/drawingml/2006/main">
              <a:ext uri="{FF2B5EF4-FFF2-40B4-BE49-F238E27FC236}">
                <a16:creationId xmlns:a16="http://schemas.microsoft.com/office/drawing/2014/main" id="{4FE98749-1B01-4D16-8D0F-AC39908EE617}"/>
              </a:ext>
            </a:extLst>
          </p:cNvPr>
          <p:cNvSpPr>
            <a:spLocks xmlns:a="http://schemas.openxmlformats.org/drawingml/2006/main" noGrp="1"/>
          </p:cNvSpPr>
          <p:nvPr/>
        </p:nvSpPr>
        <p:spPr>
          <a:xfrm xmlns:a="http://schemas.openxmlformats.org/drawingml/2006/main">
            <a:off x="3276600" y="2486025"/>
            <a:ext cx="228600" cy="400050"/>
          </a:xfrm>
          <a:prstGeom xmlns:a="http://schemas.openxmlformats.org/drawingml/2006/main" prst="rect">
            <a:avLst/>
          </a:prstGeom>
          <a:solidFill xmlns:a="http://schemas.openxmlformats.org/drawingml/2006/main">
            <a:srgbClr val="E5A700"/>
          </a:solidFill>
          <a:ln xmlns:a="http://schemas.openxmlformats.org/drawingml/2006/main" w="0">
            <a:solidFill>
              <a:srgbClr val="E5A700"/>
            </a:solidFill>
            <a:prstDash val="solid"/>
          </a:ln>
        </p:spPr>
      </p:sp>
      <p:sp>
        <p:nvSpPr>
          <p:cNvPr id="42" name="overview-decision-title-41">
            <a:extLst xmlns:a="http://schemas.openxmlformats.org/drawingml/2006/main">
              <a:ext uri="{FF2B5EF4-FFF2-40B4-BE49-F238E27FC236}">
                <a16:creationId xmlns:a16="http://schemas.microsoft.com/office/drawing/2014/main" id="{8793EE45-9E91-4D78-917A-FE44C52A39E5}"/>
              </a:ext>
            </a:extLst>
          </p:cNvPr>
          <p:cNvSpPr>
            <a:spLocks xmlns:a="http://schemas.openxmlformats.org/drawingml/2006/main" noGrp="1"/>
          </p:cNvSpPr>
          <p:nvPr/>
        </p:nvSpPr>
        <p:spPr>
          <a:xfrm xmlns:a="http://schemas.openxmlformats.org/drawingml/2006/main">
            <a:off x="3714750" y="238125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41414"/>
                </a:solidFill>
                <a:latin typeface="Apple SD Gothic Neo"/>
                <a:ea typeface="Apple SD Gothic Neo"/>
                <a:cs typeface="Apple SD Gothic Neo"/>
              </a:defRPr>
            </a:pPr>
            <a:r>
              <a:rPr sz="2475" b="1">
                <a:solidFill>
                  <a:srgbClr val="141414"/>
                </a:solidFill>
                <a:latin typeface="Apple SD Gothic Neo"/>
                <a:ea typeface="Apple SD Gothic Neo"/>
                <a:cs typeface="Apple SD Gothic Neo"/>
              </a:rPr>
              <a:t>04-41. Request 해석 제어</a:t>
            </a:r>
          </a:p>
        </p:txBody>
      </p:sp>
      <p:sp>
        <p:nvSpPr>
          <p:cNvPr id="43" name="overview-decision-detail-41">
            <a:extLst xmlns:a="http://schemas.openxmlformats.org/drawingml/2006/main">
              <a:ext uri="{FF2B5EF4-FFF2-40B4-BE49-F238E27FC236}">
                <a16:creationId xmlns:a16="http://schemas.microsoft.com/office/drawing/2014/main" id="{8F0BF26E-F29A-4D5A-B4E2-1D6FF876EE05}"/>
              </a:ext>
            </a:extLst>
          </p:cNvPr>
          <p:cNvSpPr>
            <a:spLocks xmlns:a="http://schemas.openxmlformats.org/drawingml/2006/main" noGrp="1"/>
          </p:cNvSpPr>
          <p:nvPr/>
        </p:nvSpPr>
        <p:spPr>
          <a:xfrm xmlns:a="http://schemas.openxmlformats.org/drawingml/2006/main">
            <a:off x="3714750" y="2876550"/>
            <a:ext cx="4429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조회와 의미 완성의 진행 책임</a:t>
            </a:r>
          </a:p>
        </p:txBody>
      </p:sp>
      <p:sp>
        <p:nvSpPr>
          <p:cNvPr id="44" name="overview-swatch-44">
            <a:extLst xmlns:a="http://schemas.openxmlformats.org/drawingml/2006/main">
              <a:ext uri="{FF2B5EF4-FFF2-40B4-BE49-F238E27FC236}">
                <a16:creationId xmlns:a16="http://schemas.microsoft.com/office/drawing/2014/main" id="{396106B6-E4BB-48FB-A36B-16A5D0EDE0EA}"/>
              </a:ext>
            </a:extLst>
          </p:cNvPr>
          <p:cNvSpPr>
            <a:spLocks xmlns:a="http://schemas.openxmlformats.org/drawingml/2006/main" noGrp="1"/>
          </p:cNvSpPr>
          <p:nvPr/>
        </p:nvSpPr>
        <p:spPr>
          <a:xfrm xmlns:a="http://schemas.openxmlformats.org/drawingml/2006/main">
            <a:off x="3276600" y="4105275"/>
            <a:ext cx="228600" cy="400050"/>
          </a:xfrm>
          <a:prstGeom xmlns:a="http://schemas.openxmlformats.org/drawingml/2006/main" prst="rect">
            <a:avLst/>
          </a:prstGeom>
          <a:solidFill xmlns:a="http://schemas.openxmlformats.org/drawingml/2006/main">
            <a:srgbClr val="00A65A"/>
          </a:solidFill>
          <a:ln xmlns:a="http://schemas.openxmlformats.org/drawingml/2006/main" w="0">
            <a:solidFill>
              <a:srgbClr val="00A65A"/>
            </a:solidFill>
            <a:prstDash val="solid"/>
          </a:ln>
        </p:spPr>
      </p:sp>
      <p:sp>
        <p:nvSpPr>
          <p:cNvPr id="45" name="overview-decision-title-44">
            <a:extLst xmlns:a="http://schemas.openxmlformats.org/drawingml/2006/main">
              <a:ext uri="{FF2B5EF4-FFF2-40B4-BE49-F238E27FC236}">
                <a16:creationId xmlns:a16="http://schemas.microsoft.com/office/drawing/2014/main" id="{D8ADDD93-DD7E-4DE8-A135-B1840395FD00}"/>
              </a:ext>
            </a:extLst>
          </p:cNvPr>
          <p:cNvSpPr>
            <a:spLocks xmlns:a="http://schemas.openxmlformats.org/drawingml/2006/main" noGrp="1"/>
          </p:cNvSpPr>
          <p:nvPr/>
        </p:nvSpPr>
        <p:spPr>
          <a:xfrm xmlns:a="http://schemas.openxmlformats.org/drawingml/2006/main">
            <a:off x="3714750" y="400050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41414"/>
                </a:solidFill>
                <a:latin typeface="Apple SD Gothic Neo"/>
                <a:ea typeface="Apple SD Gothic Neo"/>
                <a:cs typeface="Apple SD Gothic Neo"/>
              </a:defRPr>
            </a:pPr>
            <a:r>
              <a:rPr sz="2475" b="1">
                <a:solidFill>
                  <a:srgbClr val="141414"/>
                </a:solidFill>
                <a:latin typeface="Apple SD Gothic Neo"/>
                <a:ea typeface="Apple SD Gothic Neo"/>
                <a:cs typeface="Apple SD Gothic Neo"/>
              </a:rPr>
              <a:t>04-44. 지속 대화 실행</a:t>
            </a:r>
          </a:p>
        </p:txBody>
      </p:sp>
      <p:sp>
        <p:nvSpPr>
          <p:cNvPr id="46" name="overview-decision-detail-44">
            <a:extLst xmlns:a="http://schemas.openxmlformats.org/drawingml/2006/main">
              <a:ext uri="{FF2B5EF4-FFF2-40B4-BE49-F238E27FC236}">
                <a16:creationId xmlns:a16="http://schemas.microsoft.com/office/drawing/2014/main" id="{A4BF74CB-1700-46F4-BD48-A33A11BFC304}"/>
              </a:ext>
            </a:extLst>
          </p:cNvPr>
          <p:cNvSpPr>
            <a:spLocks xmlns:a="http://schemas.openxmlformats.org/drawingml/2006/main" noGrp="1"/>
          </p:cNvSpPr>
          <p:nvPr/>
        </p:nvSpPr>
        <p:spPr>
          <a:xfrm xmlns:a="http://schemas.openxmlformats.org/drawingml/2006/main">
            <a:off x="3714750" y="4495800"/>
            <a:ext cx="4429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입력과 질문 및 결과의 후속 실행</a:t>
            </a:r>
          </a:p>
        </p:txBody>
      </p:sp>
      <p:sp>
        <p:nvSpPr>
          <p:cNvPr id="47" name="overview-swatch-45">
            <a:extLst xmlns:a="http://schemas.openxmlformats.org/drawingml/2006/main">
              <a:ext uri="{FF2B5EF4-FFF2-40B4-BE49-F238E27FC236}">
                <a16:creationId xmlns:a16="http://schemas.microsoft.com/office/drawing/2014/main" id="{7631732F-1137-4649-9478-389F0E363914}"/>
              </a:ext>
            </a:extLst>
          </p:cNvPr>
          <p:cNvSpPr>
            <a:spLocks xmlns:a="http://schemas.openxmlformats.org/drawingml/2006/main" noGrp="1"/>
          </p:cNvSpPr>
          <p:nvPr/>
        </p:nvSpPr>
        <p:spPr>
          <a:xfrm xmlns:a="http://schemas.openxmlformats.org/drawingml/2006/main">
            <a:off x="3276600" y="5724525"/>
            <a:ext cx="228600" cy="400050"/>
          </a:xfrm>
          <a:prstGeom xmlns:a="http://schemas.openxmlformats.org/drawingml/2006/main" prst="rect">
            <a:avLst/>
          </a:prstGeom>
          <a:solidFill xmlns:a="http://schemas.openxmlformats.org/drawingml/2006/main">
            <a:srgbClr val="8D49B8"/>
          </a:solidFill>
          <a:ln xmlns:a="http://schemas.openxmlformats.org/drawingml/2006/main" w="0">
            <a:solidFill>
              <a:srgbClr val="8D49B8"/>
            </a:solidFill>
            <a:prstDash val="solid"/>
          </a:ln>
        </p:spPr>
      </p:sp>
      <p:sp>
        <p:nvSpPr>
          <p:cNvPr id="48" name="overview-decision-title-45">
            <a:extLst xmlns:a="http://schemas.openxmlformats.org/drawingml/2006/main">
              <a:ext uri="{FF2B5EF4-FFF2-40B4-BE49-F238E27FC236}">
                <a16:creationId xmlns:a16="http://schemas.microsoft.com/office/drawing/2014/main" id="{E52F407F-FDC8-4EFC-A9D2-E53C5F03CC76}"/>
              </a:ext>
            </a:extLst>
          </p:cNvPr>
          <p:cNvSpPr>
            <a:spLocks xmlns:a="http://schemas.openxmlformats.org/drawingml/2006/main" noGrp="1"/>
          </p:cNvSpPr>
          <p:nvPr/>
        </p:nvSpPr>
        <p:spPr>
          <a:xfrm xmlns:a="http://schemas.openxmlformats.org/drawingml/2006/main">
            <a:off x="3714750" y="561975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41414"/>
                </a:solidFill>
                <a:latin typeface="Apple SD Gothic Neo"/>
                <a:ea typeface="Apple SD Gothic Neo"/>
                <a:cs typeface="Apple SD Gothic Neo"/>
              </a:defRPr>
            </a:pPr>
            <a:r>
              <a:rPr sz="2475" b="1">
                <a:solidFill>
                  <a:srgbClr val="141414"/>
                </a:solidFill>
                <a:latin typeface="Apple SD Gothic Neo"/>
                <a:ea typeface="Apple SD Gothic Neo"/>
                <a:cs typeface="Apple SD Gothic Neo"/>
              </a:rPr>
              <a:t>04-45. 기억과 Context</a:t>
            </a:r>
          </a:p>
        </p:txBody>
      </p:sp>
      <p:sp>
        <p:nvSpPr>
          <p:cNvPr id="49" name="overview-decision-detail-45">
            <a:extLst xmlns:a="http://schemas.openxmlformats.org/drawingml/2006/main">
              <a:ext uri="{FF2B5EF4-FFF2-40B4-BE49-F238E27FC236}">
                <a16:creationId xmlns:a16="http://schemas.microsoft.com/office/drawing/2014/main" id="{6DB70456-EF81-48E7-A9F0-F58A943556D5}"/>
              </a:ext>
            </a:extLst>
          </p:cNvPr>
          <p:cNvSpPr>
            <a:spLocks xmlns:a="http://schemas.openxmlformats.org/drawingml/2006/main" noGrp="1"/>
          </p:cNvSpPr>
          <p:nvPr/>
        </p:nvSpPr>
        <p:spPr>
          <a:xfrm xmlns:a="http://schemas.openxmlformats.org/drawingml/2006/main">
            <a:off x="3714750" y="6115050"/>
            <a:ext cx="4429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과거 근거의 구성 및 공통 기억 제공</a:t>
            </a:r>
          </a:p>
        </p:txBody>
      </p:sp>
      <p:sp>
        <p:nvSpPr>
          <p:cNvPr id="50" name="overview-swatch-42">
            <a:extLst xmlns:a="http://schemas.openxmlformats.org/drawingml/2006/main">
              <a:ext uri="{FF2B5EF4-FFF2-40B4-BE49-F238E27FC236}">
                <a16:creationId xmlns:a16="http://schemas.microsoft.com/office/drawing/2014/main" id="{D9B0A4C1-2205-4E7E-9E07-3F1217E974EE}"/>
              </a:ext>
            </a:extLst>
          </p:cNvPr>
          <p:cNvSpPr>
            <a:spLocks xmlns:a="http://schemas.openxmlformats.org/drawingml/2006/main" noGrp="1"/>
          </p:cNvSpPr>
          <p:nvPr/>
        </p:nvSpPr>
        <p:spPr>
          <a:xfrm xmlns:a="http://schemas.openxmlformats.org/drawingml/2006/main">
            <a:off x="3276600" y="7153275"/>
            <a:ext cx="228600" cy="400050"/>
          </a:xfrm>
          <a:prstGeom xmlns:a="http://schemas.openxmlformats.org/drawingml/2006/main" prst="rect">
            <a:avLst/>
          </a:prstGeom>
          <a:solidFill xmlns:a="http://schemas.openxmlformats.org/drawingml/2006/main">
            <a:srgbClr val="2463DD"/>
          </a:solidFill>
          <a:ln xmlns:a="http://schemas.openxmlformats.org/drawingml/2006/main" w="0">
            <a:solidFill>
              <a:srgbClr val="2463DD"/>
            </a:solidFill>
            <a:prstDash val="solid"/>
          </a:ln>
        </p:spPr>
      </p:sp>
      <p:sp>
        <p:nvSpPr>
          <p:cNvPr id="51" name="overview-decision-title-42">
            <a:extLst xmlns:a="http://schemas.openxmlformats.org/drawingml/2006/main">
              <a:ext uri="{FF2B5EF4-FFF2-40B4-BE49-F238E27FC236}">
                <a16:creationId xmlns:a16="http://schemas.microsoft.com/office/drawing/2014/main" id="{58124065-1888-4363-BE35-0F6260A72F08}"/>
              </a:ext>
            </a:extLst>
          </p:cNvPr>
          <p:cNvSpPr>
            <a:spLocks xmlns:a="http://schemas.openxmlformats.org/drawingml/2006/main" noGrp="1"/>
          </p:cNvSpPr>
          <p:nvPr/>
        </p:nvSpPr>
        <p:spPr>
          <a:xfrm xmlns:a="http://schemas.openxmlformats.org/drawingml/2006/main">
            <a:off x="3714750" y="704850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141414"/>
                </a:solidFill>
                <a:latin typeface="Apple SD Gothic Neo"/>
                <a:ea typeface="Apple SD Gothic Neo"/>
                <a:cs typeface="Apple SD Gothic Neo"/>
              </a:defRPr>
            </a:pPr>
            <a:r>
              <a:rPr sz="2175" b="1">
                <a:solidFill>
                  <a:srgbClr val="141414"/>
                </a:solidFill>
                <a:latin typeface="Apple SD Gothic Neo"/>
                <a:ea typeface="Apple SD Gothic Neo"/>
                <a:cs typeface="Apple SD Gothic Neo"/>
              </a:rPr>
              <a:t>04-42. Conversation과 Task 관리</a:t>
            </a:r>
          </a:p>
        </p:txBody>
      </p:sp>
      <p:sp>
        <p:nvSpPr>
          <p:cNvPr id="52" name="overview-decision-detail-42">
            <a:extLst xmlns:a="http://schemas.openxmlformats.org/drawingml/2006/main">
              <a:ext uri="{FF2B5EF4-FFF2-40B4-BE49-F238E27FC236}">
                <a16:creationId xmlns:a16="http://schemas.microsoft.com/office/drawing/2014/main" id="{466D25E9-1831-40FB-80F8-1D449E64168E}"/>
              </a:ext>
            </a:extLst>
          </p:cNvPr>
          <p:cNvSpPr>
            <a:spLocks xmlns:a="http://schemas.openxmlformats.org/drawingml/2006/main" noGrp="1"/>
          </p:cNvSpPr>
          <p:nvPr/>
        </p:nvSpPr>
        <p:spPr>
          <a:xfrm xmlns:a="http://schemas.openxmlformats.org/drawingml/2006/main">
            <a:off x="3714750" y="7543800"/>
            <a:ext cx="4429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상태 소유와 실행 수명의 분리 방식</a:t>
            </a:r>
          </a:p>
        </p:txBody>
      </p:sp>
      <p:sp>
        <p:nvSpPr>
          <p:cNvPr id="53" name="overview-VIA-boundary">
            <a:extLst xmlns:a="http://schemas.openxmlformats.org/drawingml/2006/main">
              <a:ext uri="{FF2B5EF4-FFF2-40B4-BE49-F238E27FC236}">
                <a16:creationId xmlns:a16="http://schemas.microsoft.com/office/drawing/2014/main" id="{0667F901-341B-44E1-B622-EDA03A2B690A}"/>
              </a:ext>
            </a:extLst>
          </p:cNvPr>
          <p:cNvSpPr>
            <a:spLocks xmlns:a="http://schemas.openxmlformats.org/drawingml/2006/main" noGrp="1"/>
          </p:cNvSpPr>
          <p:nvPr/>
        </p:nvSpPr>
        <p:spPr>
          <a:xfrm xmlns:a="http://schemas.openxmlformats.org/drawingml/2006/main">
            <a:off x="8439150" y="1285875"/>
            <a:ext cx="9372600" cy="7324725"/>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54" name="overview-VIA-label">
            <a:extLst xmlns:a="http://schemas.openxmlformats.org/drawingml/2006/main">
              <a:ext uri="{FF2B5EF4-FFF2-40B4-BE49-F238E27FC236}">
                <a16:creationId xmlns:a16="http://schemas.microsoft.com/office/drawing/2014/main" id="{D4B1B01E-411B-48FB-B131-F0A731EA7F93}"/>
              </a:ext>
            </a:extLst>
          </p:cNvPr>
          <p:cNvSpPr>
            <a:spLocks xmlns:a="http://schemas.openxmlformats.org/drawingml/2006/main" noGrp="1"/>
          </p:cNvSpPr>
          <p:nvPr/>
        </p:nvSpPr>
        <p:spPr>
          <a:xfrm xmlns:a="http://schemas.openxmlformats.org/drawingml/2006/main">
            <a:off x="8658225" y="13811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25" b="0">
                <a:solidFill>
                  <a:srgbClr val="141414"/>
                </a:solidFill>
                <a:latin typeface="Apple SD Gothic Neo"/>
                <a:ea typeface="Apple SD Gothic Neo"/>
                <a:cs typeface="Apple SD Gothic Neo"/>
              </a:defRPr>
            </a:pPr>
            <a:r>
              <a:rPr sz="2625" b="0">
                <a:solidFill>
                  <a:srgbClr val="141414"/>
                </a:solidFill>
                <a:latin typeface="Apple SD Gothic Neo"/>
                <a:ea typeface="Apple SD Gothic Neo"/>
                <a:cs typeface="Apple SD Gothic Neo"/>
              </a:rPr>
              <a:t>VIA</a:t>
            </a:r>
          </a:p>
        </p:txBody>
      </p:sp>
      <p:sp>
        <p:nvSpPr>
          <p:cNvPr id="55" name="overview-Interaction">
            <a:extLst xmlns:a="http://schemas.openxmlformats.org/drawingml/2006/main">
              <a:ext uri="{FF2B5EF4-FFF2-40B4-BE49-F238E27FC236}">
                <a16:creationId xmlns:a16="http://schemas.microsoft.com/office/drawing/2014/main" id="{05444503-736C-4A46-88AE-BAF5E3E47471}"/>
              </a:ext>
            </a:extLst>
          </p:cNvPr>
          <p:cNvSpPr>
            <a:spLocks xmlns:a="http://schemas.openxmlformats.org/drawingml/2006/main" noGrp="1"/>
          </p:cNvSpPr>
          <p:nvPr/>
        </p:nvSpPr>
        <p:spPr>
          <a:xfrm xmlns:a="http://schemas.openxmlformats.org/drawingml/2006/main">
            <a:off x="8620125" y="1857375"/>
            <a:ext cx="9001125" cy="1381125"/>
          </a:xfrm>
          <a:prstGeom xmlns:a="http://schemas.openxmlformats.org/drawingml/2006/main" prst="rect">
            <a:avLst/>
          </a:prstGeom>
          <a:solidFill xmlns:a="http://schemas.openxmlformats.org/drawingml/2006/main">
            <a:srgbClr val="F6F7F8"/>
          </a:solidFill>
          <a:ln xmlns:a="http://schemas.openxmlformats.org/drawingml/2006/main" w="16193">
            <a:solidFill>
              <a:srgbClr val="141414"/>
            </a:solidFill>
            <a:prstDash val="solid"/>
          </a:ln>
        </p:spPr>
      </p:sp>
      <p:sp>
        <p:nvSpPr>
          <p:cNvPr id="56" name="overview-Interaction-label">
            <a:extLst xmlns:a="http://schemas.openxmlformats.org/drawingml/2006/main">
              <a:ext uri="{FF2B5EF4-FFF2-40B4-BE49-F238E27FC236}">
                <a16:creationId xmlns:a16="http://schemas.microsoft.com/office/drawing/2014/main" id="{B4C83EED-8672-4B9F-99C8-3C29E33D4909}"/>
              </a:ext>
            </a:extLst>
          </p:cNvPr>
          <p:cNvSpPr>
            <a:spLocks xmlns:a="http://schemas.openxmlformats.org/drawingml/2006/main" noGrp="1"/>
          </p:cNvSpPr>
          <p:nvPr/>
        </p:nvSpPr>
        <p:spPr>
          <a:xfrm xmlns:a="http://schemas.openxmlformats.org/drawingml/2006/main">
            <a:off x="8801100" y="1885950"/>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141414"/>
                </a:solidFill>
                <a:latin typeface="Apple SD Gothic Neo"/>
                <a:ea typeface="Apple SD Gothic Neo"/>
                <a:cs typeface="Apple SD Gothic Neo"/>
              </a:defRPr>
            </a:pPr>
            <a:r>
              <a:rPr sz="2175" b="0">
                <a:solidFill>
                  <a:srgbClr val="141414"/>
                </a:solidFill>
                <a:latin typeface="Apple SD Gothic Neo"/>
                <a:ea typeface="Apple SD Gothic Neo"/>
                <a:cs typeface="Apple SD Gothic Neo"/>
              </a:rPr>
              <a:t>Interaction</a:t>
            </a:r>
          </a:p>
        </p:txBody>
      </p:sp>
      <p:sp>
        <p:nvSpPr>
          <p:cNvPr id="57" name="overview-component-Interaction Manager">
            <a:extLst xmlns:a="http://schemas.openxmlformats.org/drawingml/2006/main">
              <a:ext uri="{FF2B5EF4-FFF2-40B4-BE49-F238E27FC236}">
                <a16:creationId xmlns:a16="http://schemas.microsoft.com/office/drawing/2014/main" id="{B311954B-3254-4B9A-B492-21E04BEA0852}"/>
              </a:ext>
            </a:extLst>
          </p:cNvPr>
          <p:cNvSpPr>
            <a:spLocks xmlns:a="http://schemas.openxmlformats.org/drawingml/2006/main" noGrp="1"/>
          </p:cNvSpPr>
          <p:nvPr/>
        </p:nvSpPr>
        <p:spPr>
          <a:xfrm xmlns:a="http://schemas.openxmlformats.org/drawingml/2006/main">
            <a:off x="8915400" y="2400300"/>
            <a:ext cx="4105275" cy="5334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58" name="overview-name-Interaction Manager">
            <a:extLst xmlns:a="http://schemas.openxmlformats.org/drawingml/2006/main">
              <a:ext uri="{FF2B5EF4-FFF2-40B4-BE49-F238E27FC236}">
                <a16:creationId xmlns:a16="http://schemas.microsoft.com/office/drawing/2014/main" id="{C9EDC35C-F628-4FF9-BF4D-8AD712C66390}"/>
              </a:ext>
            </a:extLst>
          </p:cNvPr>
          <p:cNvSpPr>
            <a:spLocks xmlns:a="http://schemas.openxmlformats.org/drawingml/2006/main" noGrp="1"/>
          </p:cNvSpPr>
          <p:nvPr/>
        </p:nvSpPr>
        <p:spPr>
          <a:xfrm xmlns:a="http://schemas.openxmlformats.org/drawingml/2006/main">
            <a:off x="8982075" y="2400300"/>
            <a:ext cx="39719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Interaction Manager</a:t>
            </a:r>
          </a:p>
        </p:txBody>
      </p:sp>
      <p:sp>
        <p:nvSpPr>
          <p:cNvPr id="59" name="overview-component-Response Manager">
            <a:extLst xmlns:a="http://schemas.openxmlformats.org/drawingml/2006/main">
              <a:ext uri="{FF2B5EF4-FFF2-40B4-BE49-F238E27FC236}">
                <a16:creationId xmlns:a16="http://schemas.microsoft.com/office/drawing/2014/main" id="{7452EC8B-254E-4254-94E5-6DC88F7E64B3}"/>
              </a:ext>
            </a:extLst>
          </p:cNvPr>
          <p:cNvSpPr>
            <a:spLocks xmlns:a="http://schemas.openxmlformats.org/drawingml/2006/main" noGrp="1"/>
          </p:cNvSpPr>
          <p:nvPr/>
        </p:nvSpPr>
        <p:spPr>
          <a:xfrm xmlns:a="http://schemas.openxmlformats.org/drawingml/2006/main">
            <a:off x="13296900" y="2400300"/>
            <a:ext cx="4105275" cy="5334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60" name="overview-name-Response Manager">
            <a:extLst xmlns:a="http://schemas.openxmlformats.org/drawingml/2006/main">
              <a:ext uri="{FF2B5EF4-FFF2-40B4-BE49-F238E27FC236}">
                <a16:creationId xmlns:a16="http://schemas.microsoft.com/office/drawing/2014/main" id="{A7068843-721B-4A60-AD45-332B9611AF67}"/>
              </a:ext>
            </a:extLst>
          </p:cNvPr>
          <p:cNvSpPr>
            <a:spLocks xmlns:a="http://schemas.openxmlformats.org/drawingml/2006/main" noGrp="1"/>
          </p:cNvSpPr>
          <p:nvPr/>
        </p:nvSpPr>
        <p:spPr>
          <a:xfrm xmlns:a="http://schemas.openxmlformats.org/drawingml/2006/main">
            <a:off x="13363575" y="2400300"/>
            <a:ext cx="39719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Response Manager</a:t>
            </a:r>
          </a:p>
        </p:txBody>
      </p:sp>
      <p:sp>
        <p:nvSpPr>
          <p:cNvPr id="61" name="overview-Orchestration">
            <a:extLst xmlns:a="http://schemas.openxmlformats.org/drawingml/2006/main">
              <a:ext uri="{FF2B5EF4-FFF2-40B4-BE49-F238E27FC236}">
                <a16:creationId xmlns:a16="http://schemas.microsoft.com/office/drawing/2014/main" id="{AEBA02E5-2698-46DB-93E7-C9282787FD6E}"/>
              </a:ext>
            </a:extLst>
          </p:cNvPr>
          <p:cNvSpPr>
            <a:spLocks xmlns:a="http://schemas.openxmlformats.org/drawingml/2006/main" noGrp="1"/>
          </p:cNvSpPr>
          <p:nvPr/>
        </p:nvSpPr>
        <p:spPr>
          <a:xfrm xmlns:a="http://schemas.openxmlformats.org/drawingml/2006/main">
            <a:off x="8620125" y="3371850"/>
            <a:ext cx="9001125" cy="3486150"/>
          </a:xfrm>
          <a:prstGeom xmlns:a="http://schemas.openxmlformats.org/drawingml/2006/main" prst="rect">
            <a:avLst/>
          </a:prstGeom>
          <a:solidFill xmlns:a="http://schemas.openxmlformats.org/drawingml/2006/main">
            <a:srgbClr val="F6F7F8"/>
          </a:solidFill>
          <a:ln xmlns:a="http://schemas.openxmlformats.org/drawingml/2006/main" w="16193">
            <a:solidFill>
              <a:srgbClr val="141414"/>
            </a:solidFill>
            <a:prstDash val="solid"/>
          </a:ln>
        </p:spPr>
      </p:sp>
      <p:sp>
        <p:nvSpPr>
          <p:cNvPr id="62" name="overview-Orchestration-label">
            <a:extLst xmlns:a="http://schemas.openxmlformats.org/drawingml/2006/main">
              <a:ext uri="{FF2B5EF4-FFF2-40B4-BE49-F238E27FC236}">
                <a16:creationId xmlns:a16="http://schemas.microsoft.com/office/drawing/2014/main" id="{F7FA0B2B-F1C8-4AB6-AA80-D94EFD0B90C5}"/>
              </a:ext>
            </a:extLst>
          </p:cNvPr>
          <p:cNvSpPr>
            <a:spLocks xmlns:a="http://schemas.openxmlformats.org/drawingml/2006/main" noGrp="1"/>
          </p:cNvSpPr>
          <p:nvPr/>
        </p:nvSpPr>
        <p:spPr>
          <a:xfrm xmlns:a="http://schemas.openxmlformats.org/drawingml/2006/main">
            <a:off x="8801100" y="3400425"/>
            <a:ext cx="2333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141414"/>
                </a:solidFill>
                <a:latin typeface="Apple SD Gothic Neo"/>
                <a:ea typeface="Apple SD Gothic Neo"/>
                <a:cs typeface="Apple SD Gothic Neo"/>
              </a:defRPr>
            </a:pPr>
            <a:r>
              <a:rPr sz="2175" b="0">
                <a:solidFill>
                  <a:srgbClr val="141414"/>
                </a:solidFill>
                <a:latin typeface="Apple SD Gothic Neo"/>
                <a:ea typeface="Apple SD Gothic Neo"/>
                <a:cs typeface="Apple SD Gothic Neo"/>
              </a:rPr>
              <a:t>Orchestration</a:t>
            </a:r>
          </a:p>
        </p:txBody>
      </p:sp>
      <p:sp>
        <p:nvSpPr>
          <p:cNvPr id="63" name="overview-component-Request Controller">
            <a:extLst xmlns:a="http://schemas.openxmlformats.org/drawingml/2006/main">
              <a:ext uri="{FF2B5EF4-FFF2-40B4-BE49-F238E27FC236}">
                <a16:creationId xmlns:a16="http://schemas.microsoft.com/office/drawing/2014/main" id="{DF4BE49B-E898-4802-91C1-CDCB6CCF8989}"/>
              </a:ext>
            </a:extLst>
          </p:cNvPr>
          <p:cNvSpPr>
            <a:spLocks xmlns:a="http://schemas.openxmlformats.org/drawingml/2006/main" noGrp="1"/>
          </p:cNvSpPr>
          <p:nvPr/>
        </p:nvSpPr>
        <p:spPr>
          <a:xfrm xmlns:a="http://schemas.openxmlformats.org/drawingml/2006/main">
            <a:off x="8915400" y="4076700"/>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64" name="overview-name-Request Controller">
            <a:extLst xmlns:a="http://schemas.openxmlformats.org/drawingml/2006/main">
              <a:ext uri="{FF2B5EF4-FFF2-40B4-BE49-F238E27FC236}">
                <a16:creationId xmlns:a16="http://schemas.microsoft.com/office/drawing/2014/main" id="{0BD89C5D-2909-4652-9B57-929FAEE069A2}"/>
              </a:ext>
            </a:extLst>
          </p:cNvPr>
          <p:cNvSpPr>
            <a:spLocks xmlns:a="http://schemas.openxmlformats.org/drawingml/2006/main" noGrp="1"/>
          </p:cNvSpPr>
          <p:nvPr/>
        </p:nvSpPr>
        <p:spPr>
          <a:xfrm xmlns:a="http://schemas.openxmlformats.org/drawingml/2006/main">
            <a:off x="8982075" y="4076700"/>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Request Controller</a:t>
            </a:r>
          </a:p>
        </p:txBody>
      </p:sp>
      <p:sp>
        <p:nvSpPr>
          <p:cNvPr id="65" name="overview-component-Request Interpreter">
            <a:extLst xmlns:a="http://schemas.openxmlformats.org/drawingml/2006/main">
              <a:ext uri="{FF2B5EF4-FFF2-40B4-BE49-F238E27FC236}">
                <a16:creationId xmlns:a16="http://schemas.microsoft.com/office/drawing/2014/main" id="{29E90C18-0D26-48D1-B96C-57CFD1F364AF}"/>
              </a:ext>
            </a:extLst>
          </p:cNvPr>
          <p:cNvSpPr>
            <a:spLocks xmlns:a="http://schemas.openxmlformats.org/drawingml/2006/main" noGrp="1"/>
          </p:cNvSpPr>
          <p:nvPr/>
        </p:nvSpPr>
        <p:spPr>
          <a:xfrm xmlns:a="http://schemas.openxmlformats.org/drawingml/2006/main">
            <a:off x="13296900" y="4076700"/>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66" name="overview-name-Request Interpreter">
            <a:extLst xmlns:a="http://schemas.openxmlformats.org/drawingml/2006/main">
              <a:ext uri="{FF2B5EF4-FFF2-40B4-BE49-F238E27FC236}">
                <a16:creationId xmlns:a16="http://schemas.microsoft.com/office/drawing/2014/main" id="{C7DE6FB3-F4ED-4273-A692-B5D4E85938E1}"/>
              </a:ext>
            </a:extLst>
          </p:cNvPr>
          <p:cNvSpPr>
            <a:spLocks xmlns:a="http://schemas.openxmlformats.org/drawingml/2006/main" noGrp="1"/>
          </p:cNvSpPr>
          <p:nvPr/>
        </p:nvSpPr>
        <p:spPr>
          <a:xfrm xmlns:a="http://schemas.openxmlformats.org/drawingml/2006/main">
            <a:off x="13363575" y="4076700"/>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Request Interpreter</a:t>
            </a:r>
          </a:p>
        </p:txBody>
      </p:sp>
      <p:sp>
        <p:nvSpPr>
          <p:cNvPr id="67" name="overview-component-Context Manager">
            <a:extLst xmlns:a="http://schemas.openxmlformats.org/drawingml/2006/main">
              <a:ext uri="{FF2B5EF4-FFF2-40B4-BE49-F238E27FC236}">
                <a16:creationId xmlns:a16="http://schemas.microsoft.com/office/drawing/2014/main" id="{CC588BA3-0092-4123-BD68-119001462853}"/>
              </a:ext>
            </a:extLst>
          </p:cNvPr>
          <p:cNvSpPr>
            <a:spLocks xmlns:a="http://schemas.openxmlformats.org/drawingml/2006/main" noGrp="1"/>
          </p:cNvSpPr>
          <p:nvPr/>
        </p:nvSpPr>
        <p:spPr>
          <a:xfrm xmlns:a="http://schemas.openxmlformats.org/drawingml/2006/main">
            <a:off x="8915400" y="4981575"/>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68" name="overview-name-Context Manager">
            <a:extLst xmlns:a="http://schemas.openxmlformats.org/drawingml/2006/main">
              <a:ext uri="{FF2B5EF4-FFF2-40B4-BE49-F238E27FC236}">
                <a16:creationId xmlns:a16="http://schemas.microsoft.com/office/drawing/2014/main" id="{5DDCC5D7-62AD-43D5-A518-69A59D4BF05C}"/>
              </a:ext>
            </a:extLst>
          </p:cNvPr>
          <p:cNvSpPr>
            <a:spLocks xmlns:a="http://schemas.openxmlformats.org/drawingml/2006/main" noGrp="1"/>
          </p:cNvSpPr>
          <p:nvPr/>
        </p:nvSpPr>
        <p:spPr>
          <a:xfrm xmlns:a="http://schemas.openxmlformats.org/drawingml/2006/main">
            <a:off x="8982075" y="4981575"/>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Context Manager</a:t>
            </a:r>
          </a:p>
        </p:txBody>
      </p:sp>
      <p:sp>
        <p:nvSpPr>
          <p:cNvPr id="69" name="overview-component-Policy Manager">
            <a:extLst xmlns:a="http://schemas.openxmlformats.org/drawingml/2006/main">
              <a:ext uri="{FF2B5EF4-FFF2-40B4-BE49-F238E27FC236}">
                <a16:creationId xmlns:a16="http://schemas.microsoft.com/office/drawing/2014/main" id="{B3071E9C-F3B5-4F3F-AC3C-BE3E74A2379B}"/>
              </a:ext>
            </a:extLst>
          </p:cNvPr>
          <p:cNvSpPr>
            <a:spLocks xmlns:a="http://schemas.openxmlformats.org/drawingml/2006/main" noGrp="1"/>
          </p:cNvSpPr>
          <p:nvPr/>
        </p:nvSpPr>
        <p:spPr>
          <a:xfrm xmlns:a="http://schemas.openxmlformats.org/drawingml/2006/main">
            <a:off x="13296900" y="4981575"/>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70" name="overview-name-Policy Manager">
            <a:extLst xmlns:a="http://schemas.openxmlformats.org/drawingml/2006/main">
              <a:ext uri="{FF2B5EF4-FFF2-40B4-BE49-F238E27FC236}">
                <a16:creationId xmlns:a16="http://schemas.microsoft.com/office/drawing/2014/main" id="{4C489507-5C88-47E3-B463-24C64B16F6E8}"/>
              </a:ext>
            </a:extLst>
          </p:cNvPr>
          <p:cNvSpPr>
            <a:spLocks xmlns:a="http://schemas.openxmlformats.org/drawingml/2006/main" noGrp="1"/>
          </p:cNvSpPr>
          <p:nvPr/>
        </p:nvSpPr>
        <p:spPr>
          <a:xfrm xmlns:a="http://schemas.openxmlformats.org/drawingml/2006/main">
            <a:off x="13363575" y="4981575"/>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Policy Manager</a:t>
            </a:r>
          </a:p>
        </p:txBody>
      </p:sp>
      <p:sp>
        <p:nvSpPr>
          <p:cNvPr id="71" name="overview-component-Task Manager">
            <a:extLst xmlns:a="http://schemas.openxmlformats.org/drawingml/2006/main">
              <a:ext uri="{FF2B5EF4-FFF2-40B4-BE49-F238E27FC236}">
                <a16:creationId xmlns:a16="http://schemas.microsoft.com/office/drawing/2014/main" id="{05DADF7B-2DA2-4E57-AAA1-8107E13776E1}"/>
              </a:ext>
            </a:extLst>
          </p:cNvPr>
          <p:cNvSpPr>
            <a:spLocks xmlns:a="http://schemas.openxmlformats.org/drawingml/2006/main" noGrp="1"/>
          </p:cNvSpPr>
          <p:nvPr/>
        </p:nvSpPr>
        <p:spPr>
          <a:xfrm xmlns:a="http://schemas.openxmlformats.org/drawingml/2006/main">
            <a:off x="8915400" y="5886450"/>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72" name="overview-name-Task Manager">
            <a:extLst xmlns:a="http://schemas.openxmlformats.org/drawingml/2006/main">
              <a:ext uri="{FF2B5EF4-FFF2-40B4-BE49-F238E27FC236}">
                <a16:creationId xmlns:a16="http://schemas.microsoft.com/office/drawing/2014/main" id="{3DE7176D-B17C-4FE8-A02A-6A566C6721E0}"/>
              </a:ext>
            </a:extLst>
          </p:cNvPr>
          <p:cNvSpPr>
            <a:spLocks xmlns:a="http://schemas.openxmlformats.org/drawingml/2006/main" noGrp="1"/>
          </p:cNvSpPr>
          <p:nvPr/>
        </p:nvSpPr>
        <p:spPr>
          <a:xfrm xmlns:a="http://schemas.openxmlformats.org/drawingml/2006/main">
            <a:off x="8982075" y="5886450"/>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Task Manager</a:t>
            </a:r>
          </a:p>
        </p:txBody>
      </p:sp>
      <p:sp>
        <p:nvSpPr>
          <p:cNvPr id="73" name="overview-component-Agent Gateway">
            <a:extLst xmlns:a="http://schemas.openxmlformats.org/drawingml/2006/main">
              <a:ext uri="{FF2B5EF4-FFF2-40B4-BE49-F238E27FC236}">
                <a16:creationId xmlns:a16="http://schemas.microsoft.com/office/drawing/2014/main" id="{8C58E22E-3D1B-4AAD-B5F8-66B4250D6F51}"/>
              </a:ext>
            </a:extLst>
          </p:cNvPr>
          <p:cNvSpPr>
            <a:spLocks xmlns:a="http://schemas.openxmlformats.org/drawingml/2006/main" noGrp="1"/>
          </p:cNvSpPr>
          <p:nvPr/>
        </p:nvSpPr>
        <p:spPr>
          <a:xfrm xmlns:a="http://schemas.openxmlformats.org/drawingml/2006/main">
            <a:off x="13296900" y="5886450"/>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74" name="overview-name-Agent Gateway">
            <a:extLst xmlns:a="http://schemas.openxmlformats.org/drawingml/2006/main">
              <a:ext uri="{FF2B5EF4-FFF2-40B4-BE49-F238E27FC236}">
                <a16:creationId xmlns:a16="http://schemas.microsoft.com/office/drawing/2014/main" id="{049E4586-44AB-4EC4-9BE6-59A688F09B55}"/>
              </a:ext>
            </a:extLst>
          </p:cNvPr>
          <p:cNvSpPr>
            <a:spLocks xmlns:a="http://schemas.openxmlformats.org/drawingml/2006/main" noGrp="1"/>
          </p:cNvSpPr>
          <p:nvPr/>
        </p:nvSpPr>
        <p:spPr>
          <a:xfrm xmlns:a="http://schemas.openxmlformats.org/drawingml/2006/main">
            <a:off x="13363575" y="5886450"/>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Agent Gateway</a:t>
            </a:r>
          </a:p>
        </p:txBody>
      </p:sp>
      <p:sp>
        <p:nvSpPr>
          <p:cNvPr id="75" name="overview-Shared">
            <a:extLst xmlns:a="http://schemas.openxmlformats.org/drawingml/2006/main">
              <a:ext uri="{FF2B5EF4-FFF2-40B4-BE49-F238E27FC236}">
                <a16:creationId xmlns:a16="http://schemas.microsoft.com/office/drawing/2014/main" id="{7DCACDBD-8F04-48D7-A14C-B4352ED1E801}"/>
              </a:ext>
            </a:extLst>
          </p:cNvPr>
          <p:cNvSpPr>
            <a:spLocks xmlns:a="http://schemas.openxmlformats.org/drawingml/2006/main" noGrp="1"/>
          </p:cNvSpPr>
          <p:nvPr/>
        </p:nvSpPr>
        <p:spPr>
          <a:xfrm xmlns:a="http://schemas.openxmlformats.org/drawingml/2006/main">
            <a:off x="8620125" y="7029450"/>
            <a:ext cx="9001125" cy="1400175"/>
          </a:xfrm>
          <a:prstGeom xmlns:a="http://schemas.openxmlformats.org/drawingml/2006/main" prst="rect">
            <a:avLst/>
          </a:prstGeom>
          <a:solidFill xmlns:a="http://schemas.openxmlformats.org/drawingml/2006/main">
            <a:srgbClr val="F6F7F8"/>
          </a:solidFill>
          <a:ln xmlns:a="http://schemas.openxmlformats.org/drawingml/2006/main" w="16193">
            <a:solidFill>
              <a:srgbClr val="141414"/>
            </a:solidFill>
            <a:prstDash val="solid"/>
          </a:ln>
        </p:spPr>
      </p:sp>
      <p:sp>
        <p:nvSpPr>
          <p:cNvPr id="76" name="overview-Shared-label">
            <a:extLst xmlns:a="http://schemas.openxmlformats.org/drawingml/2006/main">
              <a:ext uri="{FF2B5EF4-FFF2-40B4-BE49-F238E27FC236}">
                <a16:creationId xmlns:a16="http://schemas.microsoft.com/office/drawing/2014/main" id="{35118724-3179-4EDC-8CF3-0CE5DC055862}"/>
              </a:ext>
            </a:extLst>
          </p:cNvPr>
          <p:cNvSpPr>
            <a:spLocks xmlns:a="http://schemas.openxmlformats.org/drawingml/2006/main" noGrp="1"/>
          </p:cNvSpPr>
          <p:nvPr/>
        </p:nvSpPr>
        <p:spPr>
          <a:xfrm xmlns:a="http://schemas.openxmlformats.org/drawingml/2006/main">
            <a:off x="8801100" y="7086600"/>
            <a:ext cx="1905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141414"/>
                </a:solidFill>
                <a:latin typeface="Apple SD Gothic Neo"/>
                <a:ea typeface="Apple SD Gothic Neo"/>
                <a:cs typeface="Apple SD Gothic Neo"/>
              </a:defRPr>
            </a:pPr>
            <a:r>
              <a:rPr sz="2175" b="0">
                <a:solidFill>
                  <a:srgbClr val="141414"/>
                </a:solidFill>
                <a:latin typeface="Apple SD Gothic Neo"/>
                <a:ea typeface="Apple SD Gothic Neo"/>
                <a:cs typeface="Apple SD Gothic Neo"/>
              </a:rPr>
              <a:t>Shared</a:t>
            </a:r>
          </a:p>
        </p:txBody>
      </p:sp>
      <p:sp>
        <p:nvSpPr>
          <p:cNvPr id="77" name="overview-component-State Store">
            <a:extLst xmlns:a="http://schemas.openxmlformats.org/drawingml/2006/main">
              <a:ext uri="{FF2B5EF4-FFF2-40B4-BE49-F238E27FC236}">
                <a16:creationId xmlns:a16="http://schemas.microsoft.com/office/drawing/2014/main" id="{8DB15C76-A40F-4752-8C92-AA89EA15F4F5}"/>
              </a:ext>
            </a:extLst>
          </p:cNvPr>
          <p:cNvSpPr>
            <a:spLocks xmlns:a="http://schemas.openxmlformats.org/drawingml/2006/main" noGrp="1"/>
          </p:cNvSpPr>
          <p:nvPr/>
        </p:nvSpPr>
        <p:spPr>
          <a:xfrm xmlns:a="http://schemas.openxmlformats.org/drawingml/2006/main">
            <a:off x="8915400" y="7781925"/>
            <a:ext cx="4105275" cy="447675"/>
          </a:xfrm>
          <a:prstGeom xmlns:a="http://schemas.openxmlformats.org/drawingml/2006/main" prst="can">
            <a:avLst/>
          </a:prstGeom>
          <a:solidFill xmlns:a="http://schemas.openxmlformats.org/drawingml/2006/main">
            <a:srgbClr val="FFFFFF"/>
          </a:solidFill>
          <a:ln xmlns:a="http://schemas.openxmlformats.org/drawingml/2006/main" w="16193">
            <a:solidFill>
              <a:srgbClr val="141414"/>
            </a:solidFill>
            <a:prstDash val="solid"/>
          </a:ln>
        </p:spPr>
      </p:sp>
      <p:sp>
        <p:nvSpPr>
          <p:cNvPr id="78" name="overview-name-State Store">
            <a:extLst xmlns:a="http://schemas.openxmlformats.org/drawingml/2006/main">
              <a:ext uri="{FF2B5EF4-FFF2-40B4-BE49-F238E27FC236}">
                <a16:creationId xmlns:a16="http://schemas.microsoft.com/office/drawing/2014/main" id="{C04D2307-C7C3-4318-B8D0-DAD0DCCE8344}"/>
              </a:ext>
            </a:extLst>
          </p:cNvPr>
          <p:cNvSpPr>
            <a:spLocks xmlns:a="http://schemas.openxmlformats.org/drawingml/2006/main" noGrp="1"/>
          </p:cNvSpPr>
          <p:nvPr/>
        </p:nvSpPr>
        <p:spPr>
          <a:xfrm xmlns:a="http://schemas.openxmlformats.org/drawingml/2006/main">
            <a:off x="8982075" y="7781925"/>
            <a:ext cx="39719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State Store</a:t>
            </a:r>
          </a:p>
        </p:txBody>
      </p:sp>
      <p:sp>
        <p:nvSpPr>
          <p:cNvPr id="79" name="overview-component-Model Access">
            <a:extLst xmlns:a="http://schemas.openxmlformats.org/drawingml/2006/main">
              <a:ext uri="{FF2B5EF4-FFF2-40B4-BE49-F238E27FC236}">
                <a16:creationId xmlns:a16="http://schemas.microsoft.com/office/drawing/2014/main" id="{7C955D5F-BF32-4962-915B-6F6B0C41FA8B}"/>
              </a:ext>
            </a:extLst>
          </p:cNvPr>
          <p:cNvSpPr>
            <a:spLocks xmlns:a="http://schemas.openxmlformats.org/drawingml/2006/main" noGrp="1"/>
          </p:cNvSpPr>
          <p:nvPr/>
        </p:nvSpPr>
        <p:spPr>
          <a:xfrm xmlns:a="http://schemas.openxmlformats.org/drawingml/2006/main">
            <a:off x="13296900" y="7781925"/>
            <a:ext cx="4105275" cy="447675"/>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80" name="overview-name-Model Access">
            <a:extLst xmlns:a="http://schemas.openxmlformats.org/drawingml/2006/main">
              <a:ext uri="{FF2B5EF4-FFF2-40B4-BE49-F238E27FC236}">
                <a16:creationId xmlns:a16="http://schemas.microsoft.com/office/drawing/2014/main" id="{C88EF205-84AC-4C5E-BD98-D592DEE8E74C}"/>
              </a:ext>
            </a:extLst>
          </p:cNvPr>
          <p:cNvSpPr>
            <a:spLocks xmlns:a="http://schemas.openxmlformats.org/drawingml/2006/main" noGrp="1"/>
          </p:cNvSpPr>
          <p:nvPr/>
        </p:nvSpPr>
        <p:spPr>
          <a:xfrm xmlns:a="http://schemas.openxmlformats.org/drawingml/2006/main">
            <a:off x="13363575" y="7781925"/>
            <a:ext cx="39719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Model Access</a:t>
            </a:r>
          </a:p>
        </p:txBody>
      </p:sp>
      <p:sp>
        <p:nvSpPr>
          <p:cNvPr id="81" name="overview-External-boundary">
            <a:extLst xmlns:a="http://schemas.openxmlformats.org/drawingml/2006/main">
              <a:ext uri="{FF2B5EF4-FFF2-40B4-BE49-F238E27FC236}">
                <a16:creationId xmlns:a16="http://schemas.microsoft.com/office/drawing/2014/main" id="{4468BEAD-2D6B-4CA1-B88F-D85C9C8B2AB8}"/>
              </a:ext>
            </a:extLst>
          </p:cNvPr>
          <p:cNvSpPr>
            <a:spLocks xmlns:a="http://schemas.openxmlformats.org/drawingml/2006/main" noGrp="1"/>
          </p:cNvSpPr>
          <p:nvPr/>
        </p:nvSpPr>
        <p:spPr>
          <a:xfrm xmlns:a="http://schemas.openxmlformats.org/drawingml/2006/main">
            <a:off x="8439150" y="8782050"/>
            <a:ext cx="9372600" cy="10668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82" name="overview-External-label">
            <a:extLst xmlns:a="http://schemas.openxmlformats.org/drawingml/2006/main">
              <a:ext uri="{FF2B5EF4-FFF2-40B4-BE49-F238E27FC236}">
                <a16:creationId xmlns:a16="http://schemas.microsoft.com/office/drawing/2014/main" id="{2070E664-1378-40E8-865B-6A34F38FD443}"/>
              </a:ext>
            </a:extLst>
          </p:cNvPr>
          <p:cNvSpPr>
            <a:spLocks xmlns:a="http://schemas.openxmlformats.org/drawingml/2006/main" noGrp="1"/>
          </p:cNvSpPr>
          <p:nvPr/>
        </p:nvSpPr>
        <p:spPr>
          <a:xfrm xmlns:a="http://schemas.openxmlformats.org/drawingml/2006/main">
            <a:off x="8658225" y="8829675"/>
            <a:ext cx="5715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External Components</a:t>
            </a:r>
          </a:p>
        </p:txBody>
      </p:sp>
      <p:sp>
        <p:nvSpPr>
          <p:cNvPr id="83" name="overview-component-Context Sources">
            <a:extLst xmlns:a="http://schemas.openxmlformats.org/drawingml/2006/main">
              <a:ext uri="{FF2B5EF4-FFF2-40B4-BE49-F238E27FC236}">
                <a16:creationId xmlns:a16="http://schemas.microsoft.com/office/drawing/2014/main" id="{BE81075E-A92F-4D40-B9D4-DF438D10168E}"/>
              </a:ext>
            </a:extLst>
          </p:cNvPr>
          <p:cNvSpPr>
            <a:spLocks xmlns:a="http://schemas.openxmlformats.org/drawingml/2006/main" noGrp="1"/>
          </p:cNvSpPr>
          <p:nvPr/>
        </p:nvSpPr>
        <p:spPr>
          <a:xfrm xmlns:a="http://schemas.openxmlformats.org/drawingml/2006/main">
            <a:off x="8648700" y="9296400"/>
            <a:ext cx="2181225" cy="381000"/>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84" name="overview-name-Context Sources">
            <a:extLst xmlns:a="http://schemas.openxmlformats.org/drawingml/2006/main">
              <a:ext uri="{FF2B5EF4-FFF2-40B4-BE49-F238E27FC236}">
                <a16:creationId xmlns:a16="http://schemas.microsoft.com/office/drawing/2014/main" id="{2FAFE2F4-67D2-41D0-9B67-167C1EC50335}"/>
              </a:ext>
            </a:extLst>
          </p:cNvPr>
          <p:cNvSpPr>
            <a:spLocks xmlns:a="http://schemas.openxmlformats.org/drawingml/2006/main" noGrp="1"/>
          </p:cNvSpPr>
          <p:nvPr/>
        </p:nvSpPr>
        <p:spPr>
          <a:xfrm xmlns:a="http://schemas.openxmlformats.org/drawingml/2006/main">
            <a:off x="8715375" y="9296400"/>
            <a:ext cx="2047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Context Sources</a:t>
            </a:r>
          </a:p>
        </p:txBody>
      </p:sp>
      <p:sp>
        <p:nvSpPr>
          <p:cNvPr id="85" name="overview-component-Downstream Agents">
            <a:extLst xmlns:a="http://schemas.openxmlformats.org/drawingml/2006/main">
              <a:ext uri="{FF2B5EF4-FFF2-40B4-BE49-F238E27FC236}">
                <a16:creationId xmlns:a16="http://schemas.microsoft.com/office/drawing/2014/main" id="{325498E5-EE7A-4CE6-8D76-2A1FAC17DAB5}"/>
              </a:ext>
            </a:extLst>
          </p:cNvPr>
          <p:cNvSpPr>
            <a:spLocks xmlns:a="http://schemas.openxmlformats.org/drawingml/2006/main" noGrp="1"/>
          </p:cNvSpPr>
          <p:nvPr/>
        </p:nvSpPr>
        <p:spPr>
          <a:xfrm xmlns:a="http://schemas.openxmlformats.org/drawingml/2006/main">
            <a:off x="10991850" y="9296400"/>
            <a:ext cx="2314575" cy="381000"/>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86" name="overview-name-Downstream Agents">
            <a:extLst xmlns:a="http://schemas.openxmlformats.org/drawingml/2006/main">
              <a:ext uri="{FF2B5EF4-FFF2-40B4-BE49-F238E27FC236}">
                <a16:creationId xmlns:a16="http://schemas.microsoft.com/office/drawing/2014/main" id="{CB888E71-FF3A-4BF4-A35D-C834EA91CE20}"/>
              </a:ext>
            </a:extLst>
          </p:cNvPr>
          <p:cNvSpPr>
            <a:spLocks xmlns:a="http://schemas.openxmlformats.org/drawingml/2006/main" noGrp="1"/>
          </p:cNvSpPr>
          <p:nvPr/>
        </p:nvSpPr>
        <p:spPr>
          <a:xfrm xmlns:a="http://schemas.openxmlformats.org/drawingml/2006/main">
            <a:off x="11058525" y="9296400"/>
            <a:ext cx="21812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Downstream Agents</a:t>
            </a:r>
          </a:p>
        </p:txBody>
      </p:sp>
      <p:sp>
        <p:nvSpPr>
          <p:cNvPr id="87" name="overview-Model-runtime">
            <a:extLst xmlns:a="http://schemas.openxmlformats.org/drawingml/2006/main">
              <a:ext uri="{FF2B5EF4-FFF2-40B4-BE49-F238E27FC236}">
                <a16:creationId xmlns:a16="http://schemas.microsoft.com/office/drawing/2014/main" id="{D4B4485E-D4E7-4E0F-8BE2-8DAFF861E64B}"/>
              </a:ext>
            </a:extLst>
          </p:cNvPr>
          <p:cNvSpPr>
            <a:spLocks xmlns:a="http://schemas.openxmlformats.org/drawingml/2006/main" noGrp="1"/>
          </p:cNvSpPr>
          <p:nvPr/>
        </p:nvSpPr>
        <p:spPr>
          <a:xfrm xmlns:a="http://schemas.openxmlformats.org/drawingml/2006/main">
            <a:off x="13468350" y="9134475"/>
            <a:ext cx="4124325" cy="619125"/>
          </a:xfrm>
          <a:prstGeom xmlns:a="http://schemas.openxmlformats.org/drawingml/2006/main" prst="rect">
            <a:avLst/>
          </a:prstGeom>
          <a:solidFill xmlns:a="http://schemas.openxmlformats.org/drawingml/2006/main">
            <a:srgbClr val="F6F7F8"/>
          </a:solidFill>
          <a:ln xmlns:a="http://schemas.openxmlformats.org/drawingml/2006/main" w="16193">
            <a:solidFill>
              <a:srgbClr val="141414"/>
            </a:solidFill>
            <a:prstDash val="solid"/>
          </a:ln>
        </p:spPr>
      </p:sp>
      <p:sp>
        <p:nvSpPr>
          <p:cNvPr id="88" name="overview-Model-runtime-label">
            <a:extLst xmlns:a="http://schemas.openxmlformats.org/drawingml/2006/main">
              <a:ext uri="{FF2B5EF4-FFF2-40B4-BE49-F238E27FC236}">
                <a16:creationId xmlns:a16="http://schemas.microsoft.com/office/drawing/2014/main" id="{FCF21818-A223-494E-91B0-BCE7EC92D67E}"/>
              </a:ext>
            </a:extLst>
          </p:cNvPr>
          <p:cNvSpPr>
            <a:spLocks xmlns:a="http://schemas.openxmlformats.org/drawingml/2006/main" noGrp="1"/>
          </p:cNvSpPr>
          <p:nvPr/>
        </p:nvSpPr>
        <p:spPr>
          <a:xfrm xmlns:a="http://schemas.openxmlformats.org/drawingml/2006/main">
            <a:off x="13582650" y="91440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141414"/>
                </a:solidFill>
                <a:latin typeface="Apple SD Gothic Neo"/>
                <a:ea typeface="Apple SD Gothic Neo"/>
                <a:cs typeface="Apple SD Gothic Neo"/>
              </a:defRPr>
            </a:pPr>
            <a:r>
              <a:rPr sz="1575" b="0">
                <a:solidFill>
                  <a:srgbClr val="141414"/>
                </a:solidFill>
                <a:latin typeface="Apple SD Gothic Neo"/>
                <a:ea typeface="Apple SD Gothic Neo"/>
                <a:cs typeface="Apple SD Gothic Neo"/>
              </a:rPr>
              <a:t>Cloud Model Runtime</a:t>
            </a:r>
          </a:p>
        </p:txBody>
      </p:sp>
      <p:sp>
        <p:nvSpPr>
          <p:cNvPr id="89" name="overview-component-음성 모델">
            <a:extLst xmlns:a="http://schemas.openxmlformats.org/drawingml/2006/main">
              <a:ext uri="{FF2B5EF4-FFF2-40B4-BE49-F238E27FC236}">
                <a16:creationId xmlns:a16="http://schemas.microsoft.com/office/drawing/2014/main" id="{73112365-6EA3-4C63-B7C9-7F4E911E6556}"/>
              </a:ext>
            </a:extLst>
          </p:cNvPr>
          <p:cNvSpPr>
            <a:spLocks xmlns:a="http://schemas.openxmlformats.org/drawingml/2006/main" noGrp="1"/>
          </p:cNvSpPr>
          <p:nvPr/>
        </p:nvSpPr>
        <p:spPr>
          <a:xfrm xmlns:a="http://schemas.openxmlformats.org/drawingml/2006/main">
            <a:off x="13601700" y="9429750"/>
            <a:ext cx="1657350" cy="238125"/>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90" name="overview-name-음성 모델">
            <a:extLst xmlns:a="http://schemas.openxmlformats.org/drawingml/2006/main">
              <a:ext uri="{FF2B5EF4-FFF2-40B4-BE49-F238E27FC236}">
                <a16:creationId xmlns:a16="http://schemas.microsoft.com/office/drawing/2014/main" id="{08145815-739F-4B46-A752-A183878634CA}"/>
              </a:ext>
            </a:extLst>
          </p:cNvPr>
          <p:cNvSpPr>
            <a:spLocks xmlns:a="http://schemas.openxmlformats.org/drawingml/2006/main" noGrp="1"/>
          </p:cNvSpPr>
          <p:nvPr/>
        </p:nvSpPr>
        <p:spPr>
          <a:xfrm xmlns:a="http://schemas.openxmlformats.org/drawingml/2006/main">
            <a:off x="13668375" y="9429750"/>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141414"/>
                </a:solidFill>
                <a:latin typeface="Apple SD Gothic Neo"/>
                <a:ea typeface="Apple SD Gothic Neo"/>
                <a:cs typeface="Apple SD Gothic Neo"/>
              </a:defRPr>
            </a:pPr>
            <a:r>
              <a:rPr sz="1575" b="0">
                <a:solidFill>
                  <a:srgbClr val="141414"/>
                </a:solidFill>
                <a:latin typeface="Apple SD Gothic Neo"/>
                <a:ea typeface="Apple SD Gothic Neo"/>
                <a:cs typeface="Apple SD Gothic Neo"/>
              </a:rPr>
              <a:t>음성 모델</a:t>
            </a:r>
          </a:p>
        </p:txBody>
      </p:sp>
      <p:sp>
        <p:nvSpPr>
          <p:cNvPr id="91" name="overview-component-의미 LLM">
            <a:extLst xmlns:a="http://schemas.openxmlformats.org/drawingml/2006/main">
              <a:ext uri="{FF2B5EF4-FFF2-40B4-BE49-F238E27FC236}">
                <a16:creationId xmlns:a16="http://schemas.microsoft.com/office/drawing/2014/main" id="{A9C7AEAD-6EDD-4BFB-803F-D8F8641AB2AF}"/>
              </a:ext>
            </a:extLst>
          </p:cNvPr>
          <p:cNvSpPr>
            <a:spLocks xmlns:a="http://schemas.openxmlformats.org/drawingml/2006/main" noGrp="1"/>
          </p:cNvSpPr>
          <p:nvPr/>
        </p:nvSpPr>
        <p:spPr>
          <a:xfrm xmlns:a="http://schemas.openxmlformats.org/drawingml/2006/main">
            <a:off x="15430500" y="9429750"/>
            <a:ext cx="2019300" cy="238125"/>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92" name="overview-name-의미 LLM">
            <a:extLst xmlns:a="http://schemas.openxmlformats.org/drawingml/2006/main">
              <a:ext uri="{FF2B5EF4-FFF2-40B4-BE49-F238E27FC236}">
                <a16:creationId xmlns:a16="http://schemas.microsoft.com/office/drawing/2014/main" id="{46640195-5AB9-4311-A44B-668281A2A039}"/>
              </a:ext>
            </a:extLst>
          </p:cNvPr>
          <p:cNvSpPr>
            <a:spLocks xmlns:a="http://schemas.openxmlformats.org/drawingml/2006/main" noGrp="1"/>
          </p:cNvSpPr>
          <p:nvPr/>
        </p:nvSpPr>
        <p:spPr>
          <a:xfrm xmlns:a="http://schemas.openxmlformats.org/drawingml/2006/main">
            <a:off x="15497175" y="9429750"/>
            <a:ext cx="1885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141414"/>
                </a:solidFill>
                <a:latin typeface="Apple SD Gothic Neo"/>
                <a:ea typeface="Apple SD Gothic Neo"/>
                <a:cs typeface="Apple SD Gothic Neo"/>
              </a:defRPr>
            </a:pPr>
            <a:r>
              <a:rPr sz="1575" b="0">
                <a:solidFill>
                  <a:srgbClr val="141414"/>
                </a:solidFill>
                <a:latin typeface="Apple SD Gothic Neo"/>
                <a:ea typeface="Apple SD Gothic Neo"/>
                <a:cs typeface="Apple SD Gothic Neo"/>
              </a:rPr>
              <a:t>의미 LLM</a:t>
            </a:r>
          </a:p>
        </p:txBody>
      </p:sp>
      <p:sp>
        <p:nvSpPr>
          <p:cNvPr id="93" name="overview-dp44-interaction-and-control">
            <a:extLst xmlns:a="http://schemas.openxmlformats.org/drawingml/2006/main">
              <a:ext uri="{FF2B5EF4-FFF2-40B4-BE49-F238E27FC236}">
                <a16:creationId xmlns:a16="http://schemas.microsoft.com/office/drawing/2014/main" id="{8155A883-55CA-4C69-A00E-94D0ABE3A153}"/>
              </a:ext>
            </a:extLst>
          </p:cNvPr>
          <p:cNvSpPr>
            <a:spLocks xmlns:a="http://schemas.openxmlformats.org/drawingml/2006/main" noGrp="1"/>
          </p:cNvSpPr>
          <p:nvPr/>
        </p:nvSpPr>
        <p:spPr>
          <a:xfrm xmlns:a="http://schemas.openxmlformats.org/drawingml/2006/main">
            <a:off x="8734425" y="2324100"/>
            <a:ext cx="8772525" cy="2352675"/>
          </a:xfrm>
          <a:custGeom xmlns:a="http://schemas.openxmlformats.org/drawingml/2006/main">
            <a:pathLst>
              <a:path w="8772525" h="2352675">
                <a:moveTo>
                  <a:pt x="0" y="0"/>
                </a:moveTo>
                <a:lnTo>
                  <a:pt x="8772525" y="0"/>
                </a:lnTo>
                <a:lnTo>
                  <a:pt x="8772525" y="685800"/>
                </a:lnTo>
                <a:lnTo>
                  <a:pt x="4371975" y="685800"/>
                </a:lnTo>
                <a:lnTo>
                  <a:pt x="4371975" y="2352675"/>
                </a:lnTo>
                <a:lnTo>
                  <a:pt x="0" y="2352675"/>
                </a:lnTo>
                <a:lnTo>
                  <a:pt x="0" y="0"/>
                </a:lnTo>
              </a:path>
            </a:pathLst>
          </a:custGeom>
          <a:noFill xmlns:a="http://schemas.openxmlformats.org/drawingml/2006/main"/>
          <a:ln xmlns:a="http://schemas.openxmlformats.org/drawingml/2006/main" w="38100">
            <a:solidFill>
              <a:srgbClr val="00A65A"/>
            </a:solidFill>
            <a:prstDash val="dash"/>
          </a:ln>
        </p:spPr>
      </p:sp>
      <p:sp>
        <p:nvSpPr>
          <p:cNvPr id="94" name="overview-tag-44-interaction">
            <a:extLst xmlns:a="http://schemas.openxmlformats.org/drawingml/2006/main">
              <a:ext uri="{FF2B5EF4-FFF2-40B4-BE49-F238E27FC236}">
                <a16:creationId xmlns:a16="http://schemas.microsoft.com/office/drawing/2014/main" id="{C9AC9D45-BFC1-4646-AFD1-93C69A20FE6E}"/>
              </a:ext>
            </a:extLst>
          </p:cNvPr>
          <p:cNvSpPr>
            <a:spLocks xmlns:a="http://schemas.openxmlformats.org/drawingml/2006/main" noGrp="1"/>
          </p:cNvSpPr>
          <p:nvPr/>
        </p:nvSpPr>
        <p:spPr>
          <a:xfrm xmlns:a="http://schemas.openxmlformats.org/drawingml/2006/main">
            <a:off x="16440150" y="1933575"/>
            <a:ext cx="1000125" cy="342900"/>
          </a:xfrm>
          <a:prstGeom xmlns:a="http://schemas.openxmlformats.org/drawingml/2006/main" prst="rect">
            <a:avLst/>
          </a:prstGeom>
          <a:solidFill xmlns:a="http://schemas.openxmlformats.org/drawingml/2006/main">
            <a:srgbClr val="E0F5E8"/>
          </a:solidFill>
          <a:ln xmlns:a="http://schemas.openxmlformats.org/drawingml/2006/main" w="28575">
            <a:solidFill>
              <a:srgbClr val="00A65A"/>
            </a:solidFill>
            <a:prstDash val="solid"/>
          </a:ln>
        </p:spPr>
      </p:sp>
      <p:sp>
        <p:nvSpPr>
          <p:cNvPr id="95" name="overview-tag-text-44-interaction">
            <a:extLst xmlns:a="http://schemas.openxmlformats.org/drawingml/2006/main">
              <a:ext uri="{FF2B5EF4-FFF2-40B4-BE49-F238E27FC236}">
                <a16:creationId xmlns:a16="http://schemas.microsoft.com/office/drawing/2014/main" id="{050FDA99-9E25-4FEA-B995-EB94CC224FE1}"/>
              </a:ext>
            </a:extLst>
          </p:cNvPr>
          <p:cNvSpPr>
            <a:spLocks xmlns:a="http://schemas.openxmlformats.org/drawingml/2006/main" noGrp="1"/>
          </p:cNvSpPr>
          <p:nvPr/>
        </p:nvSpPr>
        <p:spPr>
          <a:xfrm xmlns:a="http://schemas.openxmlformats.org/drawingml/2006/main">
            <a:off x="16440150" y="1933575"/>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04-44</a:t>
            </a:r>
          </a:p>
        </p:txBody>
      </p:sp>
      <p:sp>
        <p:nvSpPr>
          <p:cNvPr id="96" name="overview-dp41-resolution-control">
            <a:extLst xmlns:a="http://schemas.openxmlformats.org/drawingml/2006/main">
              <a:ext uri="{FF2B5EF4-FFF2-40B4-BE49-F238E27FC236}">
                <a16:creationId xmlns:a16="http://schemas.microsoft.com/office/drawing/2014/main" id="{618DD39E-BF49-4BF3-9267-DEDC4344382F}"/>
              </a:ext>
            </a:extLst>
          </p:cNvPr>
          <p:cNvSpPr>
            <a:spLocks xmlns:a="http://schemas.openxmlformats.org/drawingml/2006/main" noGrp="1"/>
          </p:cNvSpPr>
          <p:nvPr/>
        </p:nvSpPr>
        <p:spPr>
          <a:xfrm xmlns:a="http://schemas.openxmlformats.org/drawingml/2006/main">
            <a:off x="8801100" y="3962400"/>
            <a:ext cx="8705850" cy="676275"/>
          </a:xfrm>
          <a:prstGeom xmlns:a="http://schemas.openxmlformats.org/drawingml/2006/main" prst="rect">
            <a:avLst/>
          </a:prstGeom>
          <a:noFill xmlns:a="http://schemas.openxmlformats.org/drawingml/2006/main"/>
          <a:ln xmlns:a="http://schemas.openxmlformats.org/drawingml/2006/main" w="38100">
            <a:solidFill>
              <a:srgbClr val="E5A700"/>
            </a:solidFill>
            <a:prstDash val="dash"/>
          </a:ln>
        </p:spPr>
      </p:sp>
      <p:sp>
        <p:nvSpPr>
          <p:cNvPr id="97" name="overview-tag-41-resolution">
            <a:extLst xmlns:a="http://schemas.openxmlformats.org/drawingml/2006/main">
              <a:ext uri="{FF2B5EF4-FFF2-40B4-BE49-F238E27FC236}">
                <a16:creationId xmlns:a16="http://schemas.microsoft.com/office/drawing/2014/main" id="{47BF70B7-A106-4E0A-A576-49141A5017C2}"/>
              </a:ext>
            </a:extLst>
          </p:cNvPr>
          <p:cNvSpPr>
            <a:spLocks xmlns:a="http://schemas.openxmlformats.org/drawingml/2006/main" noGrp="1"/>
          </p:cNvSpPr>
          <p:nvPr/>
        </p:nvSpPr>
        <p:spPr>
          <a:xfrm xmlns:a="http://schemas.openxmlformats.org/drawingml/2006/main">
            <a:off x="12249150" y="3495675"/>
            <a:ext cx="1000125" cy="342900"/>
          </a:xfrm>
          <a:prstGeom xmlns:a="http://schemas.openxmlformats.org/drawingml/2006/main" prst="rect">
            <a:avLst/>
          </a:prstGeom>
          <a:solidFill xmlns:a="http://schemas.openxmlformats.org/drawingml/2006/main">
            <a:srgbClr val="FFF1BE"/>
          </a:solidFill>
          <a:ln xmlns:a="http://schemas.openxmlformats.org/drawingml/2006/main" w="28575">
            <a:solidFill>
              <a:srgbClr val="E5A700"/>
            </a:solidFill>
            <a:prstDash val="solid"/>
          </a:ln>
        </p:spPr>
      </p:sp>
      <p:sp>
        <p:nvSpPr>
          <p:cNvPr id="98" name="overview-tag-text-41-resolution">
            <a:extLst xmlns:a="http://schemas.openxmlformats.org/drawingml/2006/main">
              <a:ext uri="{FF2B5EF4-FFF2-40B4-BE49-F238E27FC236}">
                <a16:creationId xmlns:a16="http://schemas.microsoft.com/office/drawing/2014/main" id="{0353F6F6-190E-4B13-8745-AF76511FD8D8}"/>
              </a:ext>
            </a:extLst>
          </p:cNvPr>
          <p:cNvSpPr>
            <a:spLocks xmlns:a="http://schemas.openxmlformats.org/drawingml/2006/main" noGrp="1"/>
          </p:cNvSpPr>
          <p:nvPr/>
        </p:nvSpPr>
        <p:spPr>
          <a:xfrm xmlns:a="http://schemas.openxmlformats.org/drawingml/2006/main">
            <a:off x="12249150" y="3495675"/>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04-41</a:t>
            </a:r>
          </a:p>
        </p:txBody>
      </p:sp>
      <p:sp>
        <p:nvSpPr>
          <p:cNvPr id="99" name="overview-dp41-tag-link">
            <a:extLst xmlns:a="http://schemas.openxmlformats.org/drawingml/2006/main">
              <a:ext uri="{FF2B5EF4-FFF2-40B4-BE49-F238E27FC236}">
                <a16:creationId xmlns:a16="http://schemas.microsoft.com/office/drawing/2014/main" id="{F0AB8F29-A821-4DF2-AC5B-09B557066BE5}"/>
              </a:ext>
            </a:extLst>
          </p:cNvPr>
          <p:cNvSpPr>
            <a:spLocks xmlns:a="http://schemas.openxmlformats.org/drawingml/2006/main" noGrp="1"/>
          </p:cNvSpPr>
          <p:nvPr/>
        </p:nvSpPr>
        <p:spPr>
          <a:xfrm xmlns:a="http://schemas.openxmlformats.org/drawingml/2006/main">
            <a:off x="12744450" y="3838575"/>
            <a:ext cx="953" cy="123825"/>
          </a:xfrm>
          <a:custGeom xmlns:a="http://schemas.openxmlformats.org/drawingml/2006/main">
            <a:pathLst>
              <a:path w="953" h="123825">
                <a:moveTo>
                  <a:pt x="0" y="0"/>
                </a:moveTo>
                <a:lnTo>
                  <a:pt x="0" y="123825"/>
                </a:lnTo>
              </a:path>
            </a:pathLst>
          </a:custGeom>
          <a:noFill xmlns:a="http://schemas.openxmlformats.org/drawingml/2006/main"/>
          <a:ln xmlns:a="http://schemas.openxmlformats.org/drawingml/2006/main" w="28575">
            <a:solidFill>
              <a:srgbClr val="E5A700"/>
            </a:solidFill>
            <a:prstDash val="solid"/>
          </a:ln>
        </p:spPr>
      </p:sp>
      <p:sp>
        <p:nvSpPr>
          <p:cNvPr id="100" name="overview-dp42-dialogue-authority">
            <a:extLst xmlns:a="http://schemas.openxmlformats.org/drawingml/2006/main">
              <a:ext uri="{FF2B5EF4-FFF2-40B4-BE49-F238E27FC236}">
                <a16:creationId xmlns:a16="http://schemas.microsoft.com/office/drawing/2014/main" id="{972BD342-6CD2-49C0-8124-56DF0B46C676}"/>
              </a:ext>
            </a:extLst>
          </p:cNvPr>
          <p:cNvSpPr>
            <a:spLocks xmlns:a="http://schemas.openxmlformats.org/drawingml/2006/main" noGrp="1"/>
          </p:cNvSpPr>
          <p:nvPr/>
        </p:nvSpPr>
        <p:spPr>
          <a:xfrm xmlns:a="http://schemas.openxmlformats.org/drawingml/2006/main">
            <a:off x="8858250" y="4010025"/>
            <a:ext cx="4210050" cy="600075"/>
          </a:xfrm>
          <a:prstGeom xmlns:a="http://schemas.openxmlformats.org/drawingml/2006/main" prst="rect">
            <a:avLst/>
          </a:prstGeom>
          <a:noFill xmlns:a="http://schemas.openxmlformats.org/drawingml/2006/main"/>
          <a:ln xmlns:a="http://schemas.openxmlformats.org/drawingml/2006/main" w="38100">
            <a:solidFill>
              <a:srgbClr val="2463DD"/>
            </a:solidFill>
            <a:prstDash val="dash"/>
          </a:ln>
        </p:spPr>
      </p:sp>
      <p:sp>
        <p:nvSpPr>
          <p:cNvPr id="101" name="overview-tag-42-dialogue">
            <a:extLst xmlns:a="http://schemas.openxmlformats.org/drawingml/2006/main">
              <a:ext uri="{FF2B5EF4-FFF2-40B4-BE49-F238E27FC236}">
                <a16:creationId xmlns:a16="http://schemas.microsoft.com/office/drawing/2014/main" id="{48D07129-7BFE-4338-ACAE-4723C40C8682}"/>
              </a:ext>
            </a:extLst>
          </p:cNvPr>
          <p:cNvSpPr>
            <a:spLocks xmlns:a="http://schemas.openxmlformats.org/drawingml/2006/main" noGrp="1"/>
          </p:cNvSpPr>
          <p:nvPr/>
        </p:nvSpPr>
        <p:spPr>
          <a:xfrm xmlns:a="http://schemas.openxmlformats.org/drawingml/2006/main">
            <a:off x="11125200" y="3495675"/>
            <a:ext cx="1000125" cy="342900"/>
          </a:xfrm>
          <a:prstGeom xmlns:a="http://schemas.openxmlformats.org/drawingml/2006/main" prst="rect">
            <a:avLst/>
          </a:prstGeom>
          <a:solidFill xmlns:a="http://schemas.openxmlformats.org/drawingml/2006/main">
            <a:srgbClr val="E4EDFF"/>
          </a:solidFill>
          <a:ln xmlns:a="http://schemas.openxmlformats.org/drawingml/2006/main" w="28575">
            <a:solidFill>
              <a:srgbClr val="2463DD"/>
            </a:solidFill>
            <a:prstDash val="solid"/>
          </a:ln>
        </p:spPr>
      </p:sp>
      <p:sp>
        <p:nvSpPr>
          <p:cNvPr id="102" name="overview-tag-text-42-dialogue">
            <a:extLst xmlns:a="http://schemas.openxmlformats.org/drawingml/2006/main">
              <a:ext uri="{FF2B5EF4-FFF2-40B4-BE49-F238E27FC236}">
                <a16:creationId xmlns:a16="http://schemas.microsoft.com/office/drawing/2014/main" id="{9BD8150C-7023-4E47-AE87-2170FA869D80}"/>
              </a:ext>
            </a:extLst>
          </p:cNvPr>
          <p:cNvSpPr>
            <a:spLocks xmlns:a="http://schemas.openxmlformats.org/drawingml/2006/main" noGrp="1"/>
          </p:cNvSpPr>
          <p:nvPr/>
        </p:nvSpPr>
        <p:spPr>
          <a:xfrm xmlns:a="http://schemas.openxmlformats.org/drawingml/2006/main">
            <a:off x="11125200" y="3495675"/>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03" name="overview-dp42-dialogue-tag-link">
            <a:extLst xmlns:a="http://schemas.openxmlformats.org/drawingml/2006/main">
              <a:ext uri="{FF2B5EF4-FFF2-40B4-BE49-F238E27FC236}">
                <a16:creationId xmlns:a16="http://schemas.microsoft.com/office/drawing/2014/main" id="{CD209373-DC99-4E3C-9316-54B29A7B59F5}"/>
              </a:ext>
            </a:extLst>
          </p:cNvPr>
          <p:cNvSpPr>
            <a:spLocks xmlns:a="http://schemas.openxmlformats.org/drawingml/2006/main" noGrp="1"/>
          </p:cNvSpPr>
          <p:nvPr/>
        </p:nvSpPr>
        <p:spPr>
          <a:xfrm xmlns:a="http://schemas.openxmlformats.org/drawingml/2006/main">
            <a:off x="11620500" y="3838575"/>
            <a:ext cx="953" cy="171450"/>
          </a:xfrm>
          <a:custGeom xmlns:a="http://schemas.openxmlformats.org/drawingml/2006/main">
            <a:pathLst>
              <a:path w="953" h="171450">
                <a:moveTo>
                  <a:pt x="0" y="0"/>
                </a:moveTo>
                <a:lnTo>
                  <a:pt x="0" y="171450"/>
                </a:lnTo>
              </a:path>
            </a:pathLst>
          </a:custGeom>
          <a:noFill xmlns:a="http://schemas.openxmlformats.org/drawingml/2006/main"/>
          <a:ln xmlns:a="http://schemas.openxmlformats.org/drawingml/2006/main" w="28575">
            <a:solidFill>
              <a:srgbClr val="2463DD"/>
            </a:solidFill>
            <a:prstDash val="solid"/>
          </a:ln>
        </p:spPr>
      </p:sp>
      <p:sp>
        <p:nvSpPr>
          <p:cNvPr id="104" name="overview-dp42-work-authority">
            <a:extLst xmlns:a="http://schemas.openxmlformats.org/drawingml/2006/main">
              <a:ext uri="{FF2B5EF4-FFF2-40B4-BE49-F238E27FC236}">
                <a16:creationId xmlns:a16="http://schemas.microsoft.com/office/drawing/2014/main" id="{13813961-2DAB-4B76-A620-849617853E5A}"/>
              </a:ext>
            </a:extLst>
          </p:cNvPr>
          <p:cNvSpPr>
            <a:spLocks xmlns:a="http://schemas.openxmlformats.org/drawingml/2006/main" noGrp="1"/>
          </p:cNvSpPr>
          <p:nvPr/>
        </p:nvSpPr>
        <p:spPr>
          <a:xfrm xmlns:a="http://schemas.openxmlformats.org/drawingml/2006/main">
            <a:off x="8791575" y="5800725"/>
            <a:ext cx="8715375" cy="657225"/>
          </a:xfrm>
          <a:prstGeom xmlns:a="http://schemas.openxmlformats.org/drawingml/2006/main" prst="rect">
            <a:avLst/>
          </a:prstGeom>
          <a:noFill xmlns:a="http://schemas.openxmlformats.org/drawingml/2006/main"/>
          <a:ln xmlns:a="http://schemas.openxmlformats.org/drawingml/2006/main" w="38100">
            <a:solidFill>
              <a:srgbClr val="2463DD"/>
            </a:solidFill>
            <a:prstDash val="dash"/>
          </a:ln>
        </p:spPr>
      </p:sp>
      <p:sp>
        <p:nvSpPr>
          <p:cNvPr id="105" name="overview-tag-42-work">
            <a:extLst xmlns:a="http://schemas.openxmlformats.org/drawingml/2006/main">
              <a:ext uri="{FF2B5EF4-FFF2-40B4-BE49-F238E27FC236}">
                <a16:creationId xmlns:a16="http://schemas.microsoft.com/office/drawing/2014/main" id="{B8BF9D41-0F7A-472D-B04D-4514F4E9BD6B}"/>
              </a:ext>
            </a:extLst>
          </p:cNvPr>
          <p:cNvSpPr>
            <a:spLocks xmlns:a="http://schemas.openxmlformats.org/drawingml/2006/main" noGrp="1"/>
          </p:cNvSpPr>
          <p:nvPr/>
        </p:nvSpPr>
        <p:spPr>
          <a:xfrm xmlns:a="http://schemas.openxmlformats.org/drawingml/2006/main">
            <a:off x="16344900" y="6486525"/>
            <a:ext cx="1000125" cy="342900"/>
          </a:xfrm>
          <a:prstGeom xmlns:a="http://schemas.openxmlformats.org/drawingml/2006/main" prst="rect">
            <a:avLst/>
          </a:prstGeom>
          <a:solidFill xmlns:a="http://schemas.openxmlformats.org/drawingml/2006/main">
            <a:srgbClr val="E4EDFF"/>
          </a:solidFill>
          <a:ln xmlns:a="http://schemas.openxmlformats.org/drawingml/2006/main" w="28575">
            <a:solidFill>
              <a:srgbClr val="2463DD"/>
            </a:solidFill>
            <a:prstDash val="solid"/>
          </a:ln>
        </p:spPr>
      </p:sp>
      <p:sp>
        <p:nvSpPr>
          <p:cNvPr id="106" name="overview-tag-text-42-work">
            <a:extLst xmlns:a="http://schemas.openxmlformats.org/drawingml/2006/main">
              <a:ext uri="{FF2B5EF4-FFF2-40B4-BE49-F238E27FC236}">
                <a16:creationId xmlns:a16="http://schemas.microsoft.com/office/drawing/2014/main" id="{5FB759DB-9A6C-400A-BFEE-34FA6000B142}"/>
              </a:ext>
            </a:extLst>
          </p:cNvPr>
          <p:cNvSpPr>
            <a:spLocks xmlns:a="http://schemas.openxmlformats.org/drawingml/2006/main" noGrp="1"/>
          </p:cNvSpPr>
          <p:nvPr/>
        </p:nvSpPr>
        <p:spPr>
          <a:xfrm xmlns:a="http://schemas.openxmlformats.org/drawingml/2006/main">
            <a:off x="16344900" y="6486525"/>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07" name="overview-dp45-context-production">
            <a:extLst xmlns:a="http://schemas.openxmlformats.org/drawingml/2006/main">
              <a:ext uri="{FF2B5EF4-FFF2-40B4-BE49-F238E27FC236}">
                <a16:creationId xmlns:a16="http://schemas.microsoft.com/office/drawing/2014/main" id="{34199849-1520-46B4-A3BD-5008B9DA8D89}"/>
              </a:ext>
            </a:extLst>
          </p:cNvPr>
          <p:cNvSpPr>
            <a:spLocks xmlns:a="http://schemas.openxmlformats.org/drawingml/2006/main" noGrp="1"/>
          </p:cNvSpPr>
          <p:nvPr/>
        </p:nvSpPr>
        <p:spPr>
          <a:xfrm xmlns:a="http://schemas.openxmlformats.org/drawingml/2006/main">
            <a:off x="8791575" y="4886325"/>
            <a:ext cx="4333875" cy="676275"/>
          </a:xfrm>
          <a:prstGeom xmlns:a="http://schemas.openxmlformats.org/drawingml/2006/main" prst="rect">
            <a:avLst/>
          </a:prstGeom>
          <a:noFill xmlns:a="http://schemas.openxmlformats.org/drawingml/2006/main"/>
          <a:ln xmlns:a="http://schemas.openxmlformats.org/drawingml/2006/main" w="38100">
            <a:solidFill>
              <a:srgbClr val="8D49B8"/>
            </a:solidFill>
            <a:prstDash val="dash"/>
          </a:ln>
        </p:spPr>
      </p:sp>
      <p:sp>
        <p:nvSpPr>
          <p:cNvPr id="108" name="overview-tag-45-context">
            <a:extLst xmlns:a="http://schemas.openxmlformats.org/drawingml/2006/main">
              <a:ext uri="{FF2B5EF4-FFF2-40B4-BE49-F238E27FC236}">
                <a16:creationId xmlns:a16="http://schemas.microsoft.com/office/drawing/2014/main" id="{58B80AB7-FB2F-4483-9363-92589F3C7BD1}"/>
              </a:ext>
            </a:extLst>
          </p:cNvPr>
          <p:cNvSpPr>
            <a:spLocks xmlns:a="http://schemas.openxmlformats.org/drawingml/2006/main" noGrp="1"/>
          </p:cNvSpPr>
          <p:nvPr/>
        </p:nvSpPr>
        <p:spPr>
          <a:xfrm xmlns:a="http://schemas.openxmlformats.org/drawingml/2006/main">
            <a:off x="11858625" y="4695825"/>
            <a:ext cx="1000125" cy="266700"/>
          </a:xfrm>
          <a:prstGeom xmlns:a="http://schemas.openxmlformats.org/drawingml/2006/main" prst="rect">
            <a:avLst/>
          </a:prstGeom>
          <a:solidFill xmlns:a="http://schemas.openxmlformats.org/drawingml/2006/main">
            <a:srgbClr val="F1E5FA"/>
          </a:solidFill>
          <a:ln xmlns:a="http://schemas.openxmlformats.org/drawingml/2006/main" w="28575">
            <a:solidFill>
              <a:srgbClr val="8D49B8"/>
            </a:solidFill>
            <a:prstDash val="solid"/>
          </a:ln>
        </p:spPr>
      </p:sp>
      <p:sp>
        <p:nvSpPr>
          <p:cNvPr id="109" name="overview-tag-text-45-context">
            <a:extLst xmlns:a="http://schemas.openxmlformats.org/drawingml/2006/main">
              <a:ext uri="{FF2B5EF4-FFF2-40B4-BE49-F238E27FC236}">
                <a16:creationId xmlns:a16="http://schemas.microsoft.com/office/drawing/2014/main" id="{FE6A6FEF-1D3F-46D2-AE94-BB3B8676D039}"/>
              </a:ext>
            </a:extLst>
          </p:cNvPr>
          <p:cNvSpPr>
            <a:spLocks xmlns:a="http://schemas.openxmlformats.org/drawingml/2006/main" noGrp="1"/>
          </p:cNvSpPr>
          <p:nvPr/>
        </p:nvSpPr>
        <p:spPr>
          <a:xfrm xmlns:a="http://schemas.openxmlformats.org/drawingml/2006/main">
            <a:off x="11858625" y="4695825"/>
            <a:ext cx="100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04-45</a:t>
            </a:r>
          </a:p>
        </p:txBody>
      </p:sp>
      <p:sp>
        <p:nvSpPr>
          <p:cNvPr id="110" name="overview-dp42-durable-ownership">
            <a:extLst xmlns:a="http://schemas.openxmlformats.org/drawingml/2006/main">
              <a:ext uri="{FF2B5EF4-FFF2-40B4-BE49-F238E27FC236}">
                <a16:creationId xmlns:a16="http://schemas.microsoft.com/office/drawing/2014/main" id="{EB38A937-9B8F-4BF3-A45F-5F2F52FB96EB}"/>
              </a:ext>
            </a:extLst>
          </p:cNvPr>
          <p:cNvSpPr>
            <a:spLocks xmlns:a="http://schemas.openxmlformats.org/drawingml/2006/main" noGrp="1"/>
          </p:cNvSpPr>
          <p:nvPr/>
        </p:nvSpPr>
        <p:spPr>
          <a:xfrm xmlns:a="http://schemas.openxmlformats.org/drawingml/2006/main">
            <a:off x="8791575" y="7639050"/>
            <a:ext cx="4333875" cy="695325"/>
          </a:xfrm>
          <a:prstGeom xmlns:a="http://schemas.openxmlformats.org/drawingml/2006/main" prst="rect">
            <a:avLst/>
          </a:prstGeom>
          <a:noFill xmlns:a="http://schemas.openxmlformats.org/drawingml/2006/main"/>
          <a:ln xmlns:a="http://schemas.openxmlformats.org/drawingml/2006/main" w="38100">
            <a:solidFill>
              <a:srgbClr val="2463DD"/>
            </a:solidFill>
            <a:prstDash val="dash"/>
          </a:ln>
        </p:spPr>
      </p:sp>
      <p:sp>
        <p:nvSpPr>
          <p:cNvPr id="111" name="overview-dp45-memory-storage">
            <a:extLst xmlns:a="http://schemas.openxmlformats.org/drawingml/2006/main">
              <a:ext uri="{FF2B5EF4-FFF2-40B4-BE49-F238E27FC236}">
                <a16:creationId xmlns:a16="http://schemas.microsoft.com/office/drawing/2014/main" id="{C8BEE31E-2EA9-4135-A30C-9E49EF83C500}"/>
              </a:ext>
            </a:extLst>
          </p:cNvPr>
          <p:cNvSpPr>
            <a:spLocks xmlns:a="http://schemas.openxmlformats.org/drawingml/2006/main" noGrp="1"/>
          </p:cNvSpPr>
          <p:nvPr/>
        </p:nvSpPr>
        <p:spPr>
          <a:xfrm xmlns:a="http://schemas.openxmlformats.org/drawingml/2006/main">
            <a:off x="8858250" y="7705725"/>
            <a:ext cx="4200525" cy="561975"/>
          </a:xfrm>
          <a:prstGeom xmlns:a="http://schemas.openxmlformats.org/drawingml/2006/main" prst="rect">
            <a:avLst/>
          </a:prstGeom>
          <a:noFill xmlns:a="http://schemas.openxmlformats.org/drawingml/2006/main"/>
          <a:ln xmlns:a="http://schemas.openxmlformats.org/drawingml/2006/main" w="38100">
            <a:solidFill>
              <a:srgbClr val="8D49B8"/>
            </a:solidFill>
            <a:prstDash val="dash"/>
          </a:ln>
        </p:spPr>
      </p:sp>
      <p:sp>
        <p:nvSpPr>
          <p:cNvPr id="112" name="overview-tag-42-store">
            <a:extLst xmlns:a="http://schemas.openxmlformats.org/drawingml/2006/main">
              <a:ext uri="{FF2B5EF4-FFF2-40B4-BE49-F238E27FC236}">
                <a16:creationId xmlns:a16="http://schemas.microsoft.com/office/drawing/2014/main" id="{229759EA-FD8E-4444-B482-C3ABDA93ECAC}"/>
              </a:ext>
            </a:extLst>
          </p:cNvPr>
          <p:cNvSpPr>
            <a:spLocks xmlns:a="http://schemas.openxmlformats.org/drawingml/2006/main" noGrp="1"/>
          </p:cNvSpPr>
          <p:nvPr/>
        </p:nvSpPr>
        <p:spPr>
          <a:xfrm xmlns:a="http://schemas.openxmlformats.org/drawingml/2006/main">
            <a:off x="10982325" y="7143750"/>
            <a:ext cx="1000125" cy="342900"/>
          </a:xfrm>
          <a:prstGeom xmlns:a="http://schemas.openxmlformats.org/drawingml/2006/main" prst="rect">
            <a:avLst/>
          </a:prstGeom>
          <a:solidFill xmlns:a="http://schemas.openxmlformats.org/drawingml/2006/main">
            <a:srgbClr val="E4EDFF"/>
          </a:solidFill>
          <a:ln xmlns:a="http://schemas.openxmlformats.org/drawingml/2006/main" w="28575">
            <a:solidFill>
              <a:srgbClr val="2463DD"/>
            </a:solidFill>
            <a:prstDash val="solid"/>
          </a:ln>
        </p:spPr>
      </p:sp>
      <p:sp>
        <p:nvSpPr>
          <p:cNvPr id="113" name="overview-tag-text-42-store">
            <a:extLst xmlns:a="http://schemas.openxmlformats.org/drawingml/2006/main">
              <a:ext uri="{FF2B5EF4-FFF2-40B4-BE49-F238E27FC236}">
                <a16:creationId xmlns:a16="http://schemas.microsoft.com/office/drawing/2014/main" id="{9D3B8A08-800B-49A4-A55F-463675ECEFB6}"/>
              </a:ext>
            </a:extLst>
          </p:cNvPr>
          <p:cNvSpPr>
            <a:spLocks xmlns:a="http://schemas.openxmlformats.org/drawingml/2006/main" noGrp="1"/>
          </p:cNvSpPr>
          <p:nvPr/>
        </p:nvSpPr>
        <p:spPr>
          <a:xfrm xmlns:a="http://schemas.openxmlformats.org/drawingml/2006/main">
            <a:off x="10982325" y="7143750"/>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14" name="overview-tag-45-store">
            <a:extLst xmlns:a="http://schemas.openxmlformats.org/drawingml/2006/main">
              <a:ext uri="{FF2B5EF4-FFF2-40B4-BE49-F238E27FC236}">
                <a16:creationId xmlns:a16="http://schemas.microsoft.com/office/drawing/2014/main" id="{1DF3F2AF-9CA8-42F8-9781-6D41D9E4C84E}"/>
              </a:ext>
            </a:extLst>
          </p:cNvPr>
          <p:cNvSpPr>
            <a:spLocks xmlns:a="http://schemas.openxmlformats.org/drawingml/2006/main" noGrp="1"/>
          </p:cNvSpPr>
          <p:nvPr/>
        </p:nvSpPr>
        <p:spPr>
          <a:xfrm xmlns:a="http://schemas.openxmlformats.org/drawingml/2006/main">
            <a:off x="12125325" y="7143750"/>
            <a:ext cx="1000125" cy="342900"/>
          </a:xfrm>
          <a:prstGeom xmlns:a="http://schemas.openxmlformats.org/drawingml/2006/main" prst="rect">
            <a:avLst/>
          </a:prstGeom>
          <a:solidFill xmlns:a="http://schemas.openxmlformats.org/drawingml/2006/main">
            <a:srgbClr val="F1E5FA"/>
          </a:solidFill>
          <a:ln xmlns:a="http://schemas.openxmlformats.org/drawingml/2006/main" w="28575">
            <a:solidFill>
              <a:srgbClr val="8D49B8"/>
            </a:solidFill>
            <a:prstDash val="solid"/>
          </a:ln>
        </p:spPr>
      </p:sp>
      <p:sp>
        <p:nvSpPr>
          <p:cNvPr id="115" name="overview-tag-text-45-store">
            <a:extLst xmlns:a="http://schemas.openxmlformats.org/drawingml/2006/main">
              <a:ext uri="{FF2B5EF4-FFF2-40B4-BE49-F238E27FC236}">
                <a16:creationId xmlns:a16="http://schemas.microsoft.com/office/drawing/2014/main" id="{5A08A67E-36A0-4845-A203-49CD315BF00A}"/>
              </a:ext>
            </a:extLst>
          </p:cNvPr>
          <p:cNvSpPr>
            <a:spLocks xmlns:a="http://schemas.openxmlformats.org/drawingml/2006/main" noGrp="1"/>
          </p:cNvSpPr>
          <p:nvPr/>
        </p:nvSpPr>
        <p:spPr>
          <a:xfrm xmlns:a="http://schemas.openxmlformats.org/drawingml/2006/main">
            <a:off x="12125325" y="7143750"/>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04-45</a:t>
            </a:r>
          </a:p>
        </p:txBody>
      </p:sp>
      <p:sp>
        <p:nvSpPr>
          <p:cNvPr id="116" name="overview-dp42-store-tag-link">
            <a:extLst xmlns:a="http://schemas.openxmlformats.org/drawingml/2006/main">
              <a:ext uri="{FF2B5EF4-FFF2-40B4-BE49-F238E27FC236}">
                <a16:creationId xmlns:a16="http://schemas.microsoft.com/office/drawing/2014/main" id="{C7DE68C1-9ACF-4859-A3EC-276F5124E0A6}"/>
              </a:ext>
            </a:extLst>
          </p:cNvPr>
          <p:cNvSpPr>
            <a:spLocks xmlns:a="http://schemas.openxmlformats.org/drawingml/2006/main" noGrp="1"/>
          </p:cNvSpPr>
          <p:nvPr/>
        </p:nvSpPr>
        <p:spPr>
          <a:xfrm xmlns:a="http://schemas.openxmlformats.org/drawingml/2006/main">
            <a:off x="11477625" y="7486650"/>
            <a:ext cx="953" cy="152400"/>
          </a:xfrm>
          <a:custGeom xmlns:a="http://schemas.openxmlformats.org/drawingml/2006/main">
            <a:pathLst>
              <a:path w="953" h="152400">
                <a:moveTo>
                  <a:pt x="0" y="0"/>
                </a:moveTo>
                <a:lnTo>
                  <a:pt x="0" y="152400"/>
                </a:lnTo>
              </a:path>
            </a:pathLst>
          </a:custGeom>
          <a:noFill xmlns:a="http://schemas.openxmlformats.org/drawingml/2006/main"/>
          <a:ln xmlns:a="http://schemas.openxmlformats.org/drawingml/2006/main" w="28575">
            <a:solidFill>
              <a:srgbClr val="2463DD"/>
            </a:solidFill>
            <a:prstDash val="solid"/>
          </a:ln>
        </p:spPr>
      </p:sp>
      <p:sp>
        <p:nvSpPr>
          <p:cNvPr id="117" name="overview-dp45-store-tag-link">
            <a:extLst xmlns:a="http://schemas.openxmlformats.org/drawingml/2006/main">
              <a:ext uri="{FF2B5EF4-FFF2-40B4-BE49-F238E27FC236}">
                <a16:creationId xmlns:a16="http://schemas.microsoft.com/office/drawing/2014/main" id="{1E0CC9FB-0922-433B-8916-5B48D92EEF86}"/>
              </a:ext>
            </a:extLst>
          </p:cNvPr>
          <p:cNvSpPr>
            <a:spLocks xmlns:a="http://schemas.openxmlformats.org/drawingml/2006/main" noGrp="1"/>
          </p:cNvSpPr>
          <p:nvPr/>
        </p:nvSpPr>
        <p:spPr>
          <a:xfrm xmlns:a="http://schemas.openxmlformats.org/drawingml/2006/main">
            <a:off x="12620625" y="7486650"/>
            <a:ext cx="953" cy="219075"/>
          </a:xfrm>
          <a:custGeom xmlns:a="http://schemas.openxmlformats.org/drawingml/2006/main">
            <a:pathLst>
              <a:path w="953" h="219075">
                <a:moveTo>
                  <a:pt x="0" y="0"/>
                </a:moveTo>
                <a:lnTo>
                  <a:pt x="0" y="219075"/>
                </a:lnTo>
              </a:path>
            </a:pathLst>
          </a:custGeom>
          <a:noFill xmlns:a="http://schemas.openxmlformats.org/drawingml/2006/main"/>
          <a:ln xmlns:a="http://schemas.openxmlformats.org/drawingml/2006/main" w="28575">
            <a:solidFill>
              <a:srgbClr val="8D49B8"/>
            </a:solidFill>
            <a:prstDash val="solid"/>
          </a:ln>
        </p:spPr>
      </p:sp>
      <p:sp>
        <p:nvSpPr>
          <p:cNvPr id="118" name="overview-legend">
            <a:extLst xmlns:a="http://schemas.openxmlformats.org/drawingml/2006/main">
              <a:ext uri="{FF2B5EF4-FFF2-40B4-BE49-F238E27FC236}">
                <a16:creationId xmlns:a16="http://schemas.microsoft.com/office/drawing/2014/main" id="{13D46BAB-2A34-47FA-BA80-0897576421A2}"/>
              </a:ext>
            </a:extLst>
          </p:cNvPr>
          <p:cNvSpPr>
            <a:spLocks xmlns:a="http://schemas.openxmlformats.org/drawingml/2006/main" noGrp="1"/>
          </p:cNvSpPr>
          <p:nvPr/>
        </p:nvSpPr>
        <p:spPr>
          <a:xfrm xmlns:a="http://schemas.openxmlformats.org/drawingml/2006/main">
            <a:off x="495300" y="8429625"/>
            <a:ext cx="7419975" cy="1419225"/>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119" name="overview-legend-title">
            <a:extLst xmlns:a="http://schemas.openxmlformats.org/drawingml/2006/main">
              <a:ext uri="{FF2B5EF4-FFF2-40B4-BE49-F238E27FC236}">
                <a16:creationId xmlns:a16="http://schemas.microsoft.com/office/drawing/2014/main" id="{45C12E20-AD8E-41ED-94B3-B2AE51B9B7B9}"/>
              </a:ext>
            </a:extLst>
          </p:cNvPr>
          <p:cNvSpPr>
            <a:spLocks xmlns:a="http://schemas.openxmlformats.org/drawingml/2006/main" noGrp="1"/>
          </p:cNvSpPr>
          <p:nvPr/>
        </p:nvSpPr>
        <p:spPr>
          <a:xfrm xmlns:a="http://schemas.openxmlformats.org/drawingml/2006/main">
            <a:off x="495300" y="8448675"/>
            <a:ext cx="74199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141414"/>
                </a:solidFill>
                <a:latin typeface="Apple SD Gothic Neo"/>
                <a:ea typeface="Apple SD Gothic Neo"/>
                <a:cs typeface="Apple SD Gothic Neo"/>
              </a:defRPr>
            </a:pPr>
            <a:r>
              <a:rPr sz="2025" b="0">
                <a:solidFill>
                  <a:srgbClr val="141414"/>
                </a:solidFill>
                <a:latin typeface="Apple SD Gothic Neo"/>
                <a:ea typeface="Apple SD Gothic Neo"/>
                <a:cs typeface="Apple SD Gothic Neo"/>
              </a:rPr>
              <a:t>Legend</a:t>
            </a:r>
          </a:p>
        </p:txBody>
      </p:sp>
      <p:sp>
        <p:nvSpPr>
          <p:cNvPr id="120" name="overview-legend-module">
            <a:extLst xmlns:a="http://schemas.openxmlformats.org/drawingml/2006/main">
              <a:ext uri="{FF2B5EF4-FFF2-40B4-BE49-F238E27FC236}">
                <a16:creationId xmlns:a16="http://schemas.microsoft.com/office/drawing/2014/main" id="{C9ED8F48-4DF7-4532-B079-54EF52075876}"/>
              </a:ext>
            </a:extLst>
          </p:cNvPr>
          <p:cNvSpPr>
            <a:spLocks xmlns:a="http://schemas.openxmlformats.org/drawingml/2006/main" noGrp="1"/>
          </p:cNvSpPr>
          <p:nvPr/>
        </p:nvSpPr>
        <p:spPr>
          <a:xfrm xmlns:a="http://schemas.openxmlformats.org/drawingml/2006/main">
            <a:off x="685800" y="8953500"/>
            <a:ext cx="561975" cy="2667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121" name="overview-legend-module-text">
            <a:extLst xmlns:a="http://schemas.openxmlformats.org/drawingml/2006/main">
              <a:ext uri="{FF2B5EF4-FFF2-40B4-BE49-F238E27FC236}">
                <a16:creationId xmlns:a16="http://schemas.microsoft.com/office/drawing/2014/main" id="{DE079278-585C-4E79-943A-523412311CDC}"/>
              </a:ext>
            </a:extLst>
          </p:cNvPr>
          <p:cNvSpPr>
            <a:spLocks xmlns:a="http://schemas.openxmlformats.org/drawingml/2006/main" noGrp="1"/>
          </p:cNvSpPr>
          <p:nvPr/>
        </p:nvSpPr>
        <p:spPr>
          <a:xfrm xmlns:a="http://schemas.openxmlformats.org/drawingml/2006/main">
            <a:off x="1381125" y="8905875"/>
            <a:ext cx="17430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기능 모듈</a:t>
            </a:r>
          </a:p>
        </p:txBody>
      </p:sp>
      <p:sp>
        <p:nvSpPr>
          <p:cNvPr id="122" name="overview-legend-external">
            <a:extLst xmlns:a="http://schemas.openxmlformats.org/drawingml/2006/main">
              <a:ext uri="{FF2B5EF4-FFF2-40B4-BE49-F238E27FC236}">
                <a16:creationId xmlns:a16="http://schemas.microsoft.com/office/drawing/2014/main" id="{1DE87AB3-99BE-42D8-9DFE-7BEB74ED7F61}"/>
              </a:ext>
            </a:extLst>
          </p:cNvPr>
          <p:cNvSpPr>
            <a:spLocks xmlns:a="http://schemas.openxmlformats.org/drawingml/2006/main" noGrp="1"/>
          </p:cNvSpPr>
          <p:nvPr/>
        </p:nvSpPr>
        <p:spPr>
          <a:xfrm xmlns:a="http://schemas.openxmlformats.org/drawingml/2006/main">
            <a:off x="3543300" y="8953500"/>
            <a:ext cx="561975" cy="266700"/>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123" name="overview-legend-external-text">
            <a:extLst xmlns:a="http://schemas.openxmlformats.org/drawingml/2006/main">
              <a:ext uri="{FF2B5EF4-FFF2-40B4-BE49-F238E27FC236}">
                <a16:creationId xmlns:a16="http://schemas.microsoft.com/office/drawing/2014/main" id="{5A439BB7-A4F9-4D17-B310-817DE17EF3B9}"/>
              </a:ext>
            </a:extLst>
          </p:cNvPr>
          <p:cNvSpPr>
            <a:spLocks xmlns:a="http://schemas.openxmlformats.org/drawingml/2006/main" noGrp="1"/>
          </p:cNvSpPr>
          <p:nvPr/>
        </p:nvSpPr>
        <p:spPr>
          <a:xfrm xmlns:a="http://schemas.openxmlformats.org/drawingml/2006/main">
            <a:off x="4238625" y="8905875"/>
            <a:ext cx="2905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외부 책임 모듈</a:t>
            </a:r>
          </a:p>
        </p:txBody>
      </p:sp>
      <p:sp>
        <p:nvSpPr>
          <p:cNvPr id="124" name="overview-legend-store">
            <a:extLst xmlns:a="http://schemas.openxmlformats.org/drawingml/2006/main">
              <a:ext uri="{FF2B5EF4-FFF2-40B4-BE49-F238E27FC236}">
                <a16:creationId xmlns:a16="http://schemas.microsoft.com/office/drawing/2014/main" id="{0035B82A-BA50-41A5-AF88-3A8518F373E6}"/>
              </a:ext>
            </a:extLst>
          </p:cNvPr>
          <p:cNvSpPr>
            <a:spLocks xmlns:a="http://schemas.openxmlformats.org/drawingml/2006/main" noGrp="1"/>
          </p:cNvSpPr>
          <p:nvPr/>
        </p:nvSpPr>
        <p:spPr>
          <a:xfrm xmlns:a="http://schemas.openxmlformats.org/drawingml/2006/main">
            <a:off x="685800" y="9439275"/>
            <a:ext cx="561975" cy="257175"/>
          </a:xfrm>
          <a:prstGeom xmlns:a="http://schemas.openxmlformats.org/drawingml/2006/main" prst="can">
            <a:avLst/>
          </a:prstGeom>
          <a:solidFill xmlns:a="http://schemas.openxmlformats.org/drawingml/2006/main">
            <a:srgbClr val="FFFFFF"/>
          </a:solidFill>
          <a:ln xmlns:a="http://schemas.openxmlformats.org/drawingml/2006/main" w="16193">
            <a:solidFill>
              <a:srgbClr val="141414"/>
            </a:solidFill>
            <a:prstDash val="solid"/>
          </a:ln>
        </p:spPr>
      </p:sp>
      <p:sp>
        <p:nvSpPr>
          <p:cNvPr id="125" name="overview-legend-store-text">
            <a:extLst xmlns:a="http://schemas.openxmlformats.org/drawingml/2006/main">
              <a:ext uri="{FF2B5EF4-FFF2-40B4-BE49-F238E27FC236}">
                <a16:creationId xmlns:a16="http://schemas.microsoft.com/office/drawing/2014/main" id="{6D7E8E32-97F1-4035-AF97-84215950B93D}"/>
              </a:ext>
            </a:extLst>
          </p:cNvPr>
          <p:cNvSpPr>
            <a:spLocks xmlns:a="http://schemas.openxmlformats.org/drawingml/2006/main" noGrp="1"/>
          </p:cNvSpPr>
          <p:nvPr/>
        </p:nvSpPr>
        <p:spPr>
          <a:xfrm xmlns:a="http://schemas.openxmlformats.org/drawingml/2006/main">
            <a:off x="1381125" y="938212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영속 저장소</a:t>
            </a:r>
          </a:p>
        </p:txBody>
      </p:sp>
      <p:sp>
        <p:nvSpPr>
          <p:cNvPr id="126" name="overview-legend-dp">
            <a:extLst xmlns:a="http://schemas.openxmlformats.org/drawingml/2006/main">
              <a:ext uri="{FF2B5EF4-FFF2-40B4-BE49-F238E27FC236}">
                <a16:creationId xmlns:a16="http://schemas.microsoft.com/office/drawing/2014/main" id="{59742401-6355-4FBE-9BFA-06A3FC25A8A1}"/>
              </a:ext>
            </a:extLst>
          </p:cNvPr>
          <p:cNvSpPr>
            <a:spLocks xmlns:a="http://schemas.openxmlformats.org/drawingml/2006/main" noGrp="1"/>
          </p:cNvSpPr>
          <p:nvPr/>
        </p:nvSpPr>
        <p:spPr>
          <a:xfrm xmlns:a="http://schemas.openxmlformats.org/drawingml/2006/main">
            <a:off x="3543300" y="9439275"/>
            <a:ext cx="561975" cy="257175"/>
          </a:xfrm>
          <a:prstGeom xmlns:a="http://schemas.openxmlformats.org/drawingml/2006/main" prst="rect">
            <a:avLst/>
          </a:prstGeom>
          <a:noFill xmlns:a="http://schemas.openxmlformats.org/drawingml/2006/main"/>
          <a:ln xmlns:a="http://schemas.openxmlformats.org/drawingml/2006/main" w="28575">
            <a:solidFill>
              <a:srgbClr val="2463DD"/>
            </a:solidFill>
            <a:prstDash val="dash"/>
          </a:ln>
        </p:spPr>
      </p:sp>
      <p:sp>
        <p:nvSpPr>
          <p:cNvPr id="127" name="overview-legend-dp-text">
            <a:extLst xmlns:a="http://schemas.openxmlformats.org/drawingml/2006/main">
              <a:ext uri="{FF2B5EF4-FFF2-40B4-BE49-F238E27FC236}">
                <a16:creationId xmlns:a16="http://schemas.microsoft.com/office/drawing/2014/main" id="{2B4F234E-E757-4F46-8CDD-D7859ABBA813}"/>
              </a:ext>
            </a:extLst>
          </p:cNvPr>
          <p:cNvSpPr>
            <a:spLocks xmlns:a="http://schemas.openxmlformats.org/drawingml/2006/main" noGrp="1"/>
          </p:cNvSpPr>
          <p:nvPr/>
        </p:nvSpPr>
        <p:spPr>
          <a:xfrm xmlns:a="http://schemas.openxmlformats.org/drawingml/2006/main">
            <a:off x="4238625" y="9382125"/>
            <a:ext cx="3371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색상 점선: 주요 DP 범위</a:t>
            </a:r>
          </a:p>
        </p:txBody>
      </p:sp>
      <p:sp>
        <p:nvSpPr>
          <p:cNvPr id="128" name="overview-scope-footnote">
            <a:extLst xmlns:a="http://schemas.openxmlformats.org/drawingml/2006/main">
              <a:ext uri="{FF2B5EF4-FFF2-40B4-BE49-F238E27FC236}">
                <a16:creationId xmlns:a16="http://schemas.microsoft.com/office/drawing/2014/main" id="{E77E531B-F943-4860-BCCB-062254FAFF7F}"/>
              </a:ext>
            </a:extLst>
          </p:cNvPr>
          <p:cNvSpPr>
            <a:spLocks xmlns:a="http://schemas.openxmlformats.org/drawingml/2006/main" noGrp="1"/>
          </p:cNvSpPr>
          <p:nvPr/>
        </p:nvSpPr>
        <p:spPr>
          <a:xfrm xmlns:a="http://schemas.openxmlformats.org/drawingml/2006/main">
            <a:off x="495300" y="9934575"/>
            <a:ext cx="1731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59616B"/>
                </a:solidFill>
                <a:latin typeface="Apple SD Gothic Neo"/>
                <a:ea typeface="Apple SD Gothic Neo"/>
                <a:cs typeface="Apple SD Gothic Neo"/>
              </a:defRPr>
            </a:pPr>
            <a:r>
              <a:rPr sz="1575" b="0">
                <a:solidFill>
                  <a:srgbClr val="59616B"/>
                </a:solidFill>
                <a:latin typeface="Apple SD Gothic Neo"/>
                <a:ea typeface="Apple SD Gothic Neo"/>
                <a:cs typeface="Apple SD Gothic Neo"/>
              </a:rPr>
              <a:t>점선은 주요 비교 위치. 모든 DP를 6개 QA로 검토하며, 권위 상태와 VAD는 로컬, 음성과 의미 모델은 클라우드</a:t>
            </a:r>
          </a:p>
        </p:txBody>
      </p:sp>
    </p:spTree>
    <p:extLst>
      <p:ext uri="{BB962C8B-B14F-4D97-AF65-F5344CB8AC3E}">
        <p14:creationId xmlns:p14="http://schemas.microsoft.com/office/powerpoint/2010/main" val="95298337"/>
      </p:ext>
    </p:extLst>
  </p:cSld>
</p:sld>
</file>

<file path=ppt/slides/slide1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experience-responsibilities">
    <p:bg>
      <p:bgPr>
        <a:solidFill>
          <a:srgbClr val="FFFFFF"/>
        </a:solidFill>
      </p:bgPr>
    </p:bg>
    <p:spTree>
      <p:nvGrpSpPr>
        <p:cNvPr id="1" name=""/>
        <p:cNvGrpSpPr/>
        <p:nvPr/>
      </p:nvGrpSpPr>
      <p:grpSpPr>
        <a:xfrm/>
      </p:grpSpPr>
      <p:sp>
        <p:nvSpPr>
          <p:cNvPr id="39" name="via-v2-responsibilities / title / 1">
            <a:extLst>
              <a:ext uri="{FF2B5EF4-FFF2-40B4-BE49-F238E27FC236}">
                <ns2:creationId id="{124AFF3E-1658-4E04-8AFD-0F4B9BB8BC30}"/>
              </a:ext>
            </a:extLst>
          </p:cNvPr>
          <p:cNvSpPr>
            <a:spLocks noGrp="1"/>
          </p:cNvSpPr>
          <p:nvPr/>
        </p:nvSpPr>
        <p:spPr>
          <a:xfrm>
            <a:off x="666750" y="495300"/>
            <a:ext cx="17049750" cy="630079"/>
          </a:xfrm>
          <a:prstGeom prst="rect">
            <a:avLst/>
          </a:prstGeom>
          <a:noFill/>
          <a:ln w="0">
            <a:noFill/>
          </a:ln>
        </p:spPr>
        <p:txBody>
          <a:bodyPr wrap="none" lIns="0" tIns="0" rIns="0" bIns="0" anchor="t">
            <a:noAutofit/>
          </a:bodyPr>
          <a:lstStyle/>
          <a:p>
            <a:pPr algn="l">
              <a:defRPr sz="3675" b="1">
                <a:solidFill>
                  <a:srgbClr val="202B30"/>
                </a:solidFill>
                <a:latin typeface="Apple SD Gothic Neo"/>
                <a:ea typeface="Apple SD Gothic Neo"/>
                <a:cs typeface="Apple SD Gothic Neo"/>
              </a:defRPr>
            </a:pPr>
            <a:r>
              <a:rPr sz="3675" b="1">
                <a:solidFill>
                  <a:srgbClr val="202B30"/>
                </a:solidFill>
                <a:latin typeface="Apple SD Gothic Neo"/>
                <a:ea typeface="Apple SD Gothic Neo"/>
                <a:cs typeface="Apple SD Gothic Neo"/>
              </a:rPr>
              <a:t>사용자의 요청을 이해해 업무를 위임하고,</a:t>
            </a:r>
          </a:p>
        </p:txBody>
      </p:sp>
      <p:sp>
        <p:nvSpPr>
          <p:cNvPr id="2" name="via-v2-responsibilities / title / 2">
            <a:extLst>
              <a:ext uri="{FF2B5EF4-FFF2-40B4-BE49-F238E27FC236}">
                <ns2:creationId id="{F8DA2694-522B-4449-9D12-FD105AF07FF5}"/>
              </a:ext>
            </a:extLst>
          </p:cNvPr>
          <p:cNvSpPr>
            <a:spLocks noGrp="1"/>
          </p:cNvSpPr>
          <p:nvPr/>
        </p:nvSpPr>
        <p:spPr>
          <a:xfrm>
            <a:off x="666750" y="1078706"/>
            <a:ext cx="17049750" cy="630079"/>
          </a:xfrm>
          <a:prstGeom prst="rect">
            <a:avLst/>
          </a:prstGeom>
          <a:noFill/>
          <a:ln w="0">
            <a:noFill/>
          </a:ln>
        </p:spPr>
        <p:txBody>
          <a:bodyPr wrap="none" lIns="0" tIns="0" rIns="0" bIns="0" anchor="t">
            <a:noAutofit/>
          </a:bodyPr>
          <a:lstStyle/>
          <a:p>
            <a:pPr algn="l">
              <a:defRPr sz="3675" b="1">
                <a:solidFill>
                  <a:srgbClr val="202B30"/>
                </a:solidFill>
                <a:latin typeface="Apple SD Gothic Neo"/>
                <a:ea typeface="Apple SD Gothic Neo"/>
                <a:cs typeface="Apple SD Gothic Neo"/>
              </a:defRPr>
            </a:pPr>
            <a:r>
              <a:rPr sz="3675" b="1">
                <a:solidFill>
                  <a:srgbClr val="202B30"/>
                </a:solidFill>
                <a:latin typeface="Apple SD Gothic Neo"/>
                <a:ea typeface="Apple SD Gothic Neo"/>
                <a:cs typeface="Apple SD Gothic Neo"/>
              </a:rPr>
              <a:t>입력부터 응답까지 사용자와의 대화를 관리하는 VIA</a:t>
            </a:r>
          </a:p>
        </p:txBody>
      </p:sp>
      <p:sp>
        <p:nvSpPr>
          <p:cNvPr id="3"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775" b="1">
                <a:solidFill>
                  <a:srgbClr val="397C80"/>
                </a:solidFill>
                <a:latin typeface="Apple SD Gothic Neo"/>
                <a:ea typeface="Apple SD Gothic Neo"/>
                <a:cs typeface="Apple SD Gothic Neo"/>
              </a:defRPr>
            </a:pPr>
            <a:r>
              <a:rPr sz="2775" b="1">
                <a:solidFill>
                  <a:srgbClr val="397C80"/>
                </a:solidFill>
                <a:latin typeface="Apple SD Gothic Neo"/>
                <a:ea typeface="Apple SD Gothic Neo"/>
                <a:cs typeface="Apple SD Gothic Neo"/>
              </a:rPr>
              <a:t>“이 표와 지난달 매출보고서를 바탕으로</a:t>
            </a:r>
          </a:p>
        </p:txBody>
      </p:sp>
      <p:sp>
        <p:nvSpPr>
          <p:cNvPr id="4"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775" b="1">
                <a:solidFill>
                  <a:srgbClr val="397C80"/>
                </a:solidFill>
                <a:latin typeface="Apple SD Gothic Neo"/>
                <a:ea typeface="Apple SD Gothic Neo"/>
                <a:cs typeface="Apple SD Gothic Neo"/>
              </a:defRPr>
            </a:pPr>
            <a:r>
              <a:rPr sz="2775" b="1">
                <a:solidFill>
                  <a:srgbClr val="397C80"/>
                </a:solidFill>
                <a:latin typeface="Apple SD Gothic Neo"/>
                <a:ea typeface="Apple SD Gothic Neo"/>
                <a:cs typeface="Apple SD Gothic Neo"/>
              </a:rPr>
              <a:t>이번 달 매출보고서를 만들어줘.”</a:t>
            </a:r>
          </a:p>
        </p:txBody>
      </p:sp>
      <p:pic>
        <p:nvPicPr>
          <p:cNvPr id="43"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44"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45"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8"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사용자</a:t>
            </a:r>
          </a:p>
        </p:txBody>
      </p:sp>
      <p:sp>
        <p:nvSpPr>
          <p:cNvPr id="9"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VIA</a:t>
            </a:r>
          </a:p>
        </p:txBody>
      </p:sp>
      <p:sp>
        <p:nvSpPr>
          <p:cNvPr id="10"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업무 수행 Agent</a:t>
            </a:r>
          </a:p>
        </p:txBody>
      </p:sp>
      <p:sp>
        <p:nvSpPr>
          <p:cNvPr id="11"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175" b="0">
                <a:solidFill>
                  <a:srgbClr val="397C80"/>
                </a:solidFill>
                <a:latin typeface="Apple SD Gothic Neo"/>
                <a:ea typeface="Apple SD Gothic Neo"/>
                <a:cs typeface="Apple SD Gothic Neo"/>
              </a:defRPr>
            </a:pPr>
            <a:r>
              <a:rPr sz="2175" b="0">
                <a:solidFill>
                  <a:srgbClr val="397C80"/>
                </a:solidFill>
                <a:latin typeface="Apple SD Gothic Neo"/>
                <a:ea typeface="Apple SD Gothic Neo"/>
                <a:cs typeface="Apple SD Gothic Neo"/>
              </a:rPr>
              <a:t>음성 요청 + 선택한 표</a:t>
            </a:r>
          </a:p>
        </p:txBody>
      </p:sp>
      <p:sp>
        <p:nvSpPr>
          <p:cNvPr id="17"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목표·자료·조건을 이해해 위임</a:t>
            </a:r>
          </a:p>
        </p:txBody>
      </p:sp>
      <p:sp>
        <p:nvSpPr>
          <p:cNvPr id="20"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1"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2"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강조할 항목은 무엇인가요?</a:t>
            </a:r>
          </a:p>
        </p:txBody>
      </p:sp>
      <p:sp>
        <p:nvSpPr>
          <p:cNvPr id="23"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4"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5"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질문을 사용자에게 전달</a:t>
            </a:r>
          </a:p>
        </p:txBody>
      </p:sp>
      <p:sp>
        <p:nvSpPr>
          <p:cNvPr id="26"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7"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8"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a:solidFill>
                  <a:srgbClr val="397C80"/>
                </a:solidFill>
                <a:latin typeface="Apple SD Gothic Neo"/>
                <a:ea typeface="Apple SD Gothic Neo"/>
                <a:cs typeface="Apple SD Gothic Neo"/>
              </a:defRPr>
            </a:pPr>
            <a:r>
              <a:rPr sz="2100" b="0">
                <a:solidFill>
                  <a:srgbClr val="397C80"/>
                </a:solidFill>
                <a:latin typeface="Apple SD Gothic Neo"/>
                <a:ea typeface="Apple SD Gothic Neo"/>
                <a:cs typeface="Apple SD Gothic Neo"/>
              </a:rPr>
              <a:t>“국내 매출을 강조해줘.”</a:t>
            </a:r>
          </a:p>
        </p:txBody>
      </p:sp>
      <p:sp>
        <p:nvSpPr>
          <p:cNvPr id="29"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0"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1"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a:solidFill>
                  <a:srgbClr val="397C80"/>
                </a:solidFill>
                <a:latin typeface="Apple SD Gothic Neo"/>
                <a:ea typeface="Apple SD Gothic Neo"/>
                <a:cs typeface="Apple SD Gothic Neo"/>
              </a:defRPr>
            </a:pPr>
            <a:r>
              <a:rPr sz="2100" b="0">
                <a:solidFill>
                  <a:srgbClr val="397C80"/>
                </a:solidFill>
                <a:latin typeface="Apple SD Gothic Neo"/>
                <a:ea typeface="Apple SD Gothic Neo"/>
                <a:cs typeface="Apple SD Gothic Neo"/>
              </a:rPr>
              <a:t>답변을 해당 업무에 연결</a:t>
            </a:r>
          </a:p>
        </p:txBody>
      </p:sp>
      <p:sp>
        <p:nvSpPr>
          <p:cNvPr id="32"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3"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4"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완성된 보고서</a:t>
            </a:r>
          </a:p>
        </p:txBody>
      </p:sp>
      <p:sp>
        <p:nvSpPr>
          <p:cNvPr id="35"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6"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7"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화면에 결과, 음성으로 핵심 안내</a:t>
            </a:r>
          </a:p>
        </p:txBody>
      </p:sp>
      <p:sp>
        <p:nvSpPr>
          <p:cNvPr id="38"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250" b="1">
                <a:solidFill>
                  <a:srgbClr val="202B30"/>
                </a:solidFill>
                <a:latin typeface="Apple SD Gothic Neo"/>
                <a:ea typeface="Apple SD Gothic Neo"/>
                <a:cs typeface="Apple SD Gothic Neo"/>
              </a:defRPr>
            </a:pPr>
            <a:r>
              <a:rPr sz="2250" b="1">
                <a:solidFill>
                  <a:srgbClr val="202B30"/>
                </a:solidFill>
                <a:latin typeface="Apple SD Gothic Neo"/>
                <a:ea typeface="Apple SD Gothic Neo"/>
                <a:cs typeface="Apple SD Gothic Neo"/>
              </a:rPr>
              <a:t>사용자는 VIA에서 대화를 이어가고, Agent는 실제 보고서 작성을 수행합니다</a:t>
            </a:r>
          </a:p>
        </p:txBody>
      </p:sp>
    </p:spTree>
    <p:extLst>
      <p:ext uri="{BB962C8B-B14F-4D97-AF65-F5344CB8AC3E}">
        <p14:creationId val="1926313185"/>
      </p:ext>
    </p:extLst>
  </p:cSld>
</p:sld>
</file>

<file path=ppt/slides/slide2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experience-overlap">
    <p:bg>
      <p:bgPr>
        <a:solidFill>
          <a:srgbClr val="FFFFFF"/>
        </a:solidFill>
      </p:bgPr>
    </p:bg>
    <p:spTree>
      <p:nvGrpSpPr>
        <p:cNvPr id="1" name=""/>
        <p:cNvGrpSpPr/>
        <p:nvPr/>
      </p:nvGrpSpPr>
      <p:grpSpPr>
        <a:xfrm/>
      </p:grpSpPr>
      <p:sp>
        <p:nvSpPr>
          <p:cNvPr id="35" name="via-v2-overlapping-events / title / 1">
            <a:extLst>
              <a:ext uri="{FF2B5EF4-FFF2-40B4-BE49-F238E27FC236}">
                <ns2:creationId id="{BD8E1CCA-674D-47A5-8CB9-E8619590D315}"/>
              </a:ext>
            </a:extLst>
          </p:cNvPr>
          <p:cNvSpPr>
            <a:spLocks noGrp="1"/>
          </p:cNvSpPr>
          <p:nvPr/>
        </p:nvSpPr>
        <p:spPr>
          <a:xfrm>
            <a:off x="666750" y="495300"/>
            <a:ext cx="1704975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업무를 맡긴 뒤에도,</a:t>
            </a:r>
          </a:p>
        </p:txBody>
      </p:sp>
      <p:sp>
        <p:nvSpPr>
          <p:cNvPr id="2" name="via-v2-overlapping-events / title / 2">
            <a:extLst>
              <a:ext uri="{FF2B5EF4-FFF2-40B4-BE49-F238E27FC236}">
                <ns2:creationId id="{D0A38325-6925-46ED-AD83-F0F8D65FB91E}"/>
              </a:ext>
            </a:extLst>
          </p:cNvPr>
          <p:cNvSpPr>
            <a:spLocks noGrp="1"/>
          </p:cNvSpPr>
          <p:nvPr/>
        </p:nvSpPr>
        <p:spPr>
          <a:xfrm>
            <a:off x="666750" y="1090613"/>
            <a:ext cx="1704975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발화와 업무 결과가 같은 대화로 들어옵니다</a:t>
            </a:r>
          </a:p>
        </p:txBody>
      </p:sp>
      <p:sp>
        <p:nvSpPr>
          <p:cNvPr id="3" name="via-v2-overlapping-events / request / 1">
            <a:extLst>
              <a:ext uri="{FF2B5EF4-FFF2-40B4-BE49-F238E27FC236}">
                <ns2:creationId id="{739004F3-3A81-4073-A48B-F2F815B1D001}"/>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“이 표와 지난달 보고서로 이번 달 매출보고서를 만들고,</a:t>
            </a:r>
          </a:p>
        </p:txBody>
      </p:sp>
      <p:sp>
        <p:nvSpPr>
          <p:cNvPr id="4" name="via-v2-overlapping-events / request / 2">
            <a:extLst>
              <a:ext uri="{FF2B5EF4-FFF2-40B4-BE49-F238E27FC236}">
                <ns2:creationId id="{DDADD937-A326-438A-879E-746D29BB8E98}"/>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내일 오후 3시 팀 회의 안내 메일 초안도 준비해줘.”</a:t>
            </a:r>
          </a:p>
        </p:txBody>
      </p:sp>
      <p:pic>
        <p:nvPicPr>
          <p:cNvPr id="39" name=""/>
          <p:cNvPicPr>
            <a:picLocks noChangeAspect="1"/>
          </p:cNvPicPr>
          <p:nvPr/>
        </p:nvPicPr>
        <p:blipFill>
          <a:blip r:embed="RviaIntroImage1"/>
          <a:srcRect l="0" t="15000" r="67000" b="22000"/>
          <a:stretch>
            <a:fillRect l="0" t="0" r="0" b="0"/>
          </a:stretch>
        </p:blipFill>
        <p:spPr>
          <a:xfrm>
            <a:off x="904875" y="2933700"/>
            <a:ext cx="4476750" cy="2952750"/>
          </a:xfrm>
          <a:prstGeom prst="rect">
            <a:avLst/>
          </a:prstGeom>
        </p:spPr>
      </p:pic>
      <p:pic>
        <p:nvPicPr>
          <p:cNvPr id="40" name=""/>
          <p:cNvPicPr>
            <a:picLocks noChangeAspect="1"/>
          </p:cNvPicPr>
          <p:nvPr/>
        </p:nvPicPr>
        <p:blipFill>
          <a:blip r:embed="RviaIntroImage2"/>
          <a:srcRect l="36000" t="25000" r="36000" b="24000"/>
          <a:stretch>
            <a:fillRect l="0" t="0" r="0" b="0"/>
          </a:stretch>
        </p:blipFill>
        <p:spPr>
          <a:xfrm>
            <a:off x="6834188" y="2933700"/>
            <a:ext cx="4714875" cy="2952750"/>
          </a:xfrm>
          <a:prstGeom prst="rect">
            <a:avLst/>
          </a:prstGeom>
        </p:spPr>
      </p:pic>
      <p:pic>
        <p:nvPicPr>
          <p:cNvPr id="41" name=""/>
          <p:cNvPicPr>
            <a:picLocks noChangeAspect="1"/>
          </p:cNvPicPr>
          <p:nvPr/>
        </p:nvPicPr>
        <p:blipFill>
          <a:blip r:embed="RviaIntroImage3"/>
          <a:srcRect l="65000" t="15000" r="1000" b="27000"/>
          <a:stretch>
            <a:fillRect l="0" t="0" r="0" b="0"/>
          </a:stretch>
        </p:blipFill>
        <p:spPr>
          <a:xfrm>
            <a:off x="12668250" y="2933700"/>
            <a:ext cx="4953000" cy="2952750"/>
          </a:xfrm>
          <a:prstGeom prst="rect">
            <a:avLst/>
          </a:prstGeom>
        </p:spPr>
      </p:pic>
      <p:sp>
        <p:nvSpPr>
          <p:cNvPr id="8" name="via-v2-overlapping-events / user / 1">
            <a:extLst>
              <a:ext uri="{FF2B5EF4-FFF2-40B4-BE49-F238E27FC236}">
                <ns2:creationId id="{AE065379-AB06-40B5-B61A-2B6A0281D154}"/>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사용자</a:t>
            </a:r>
          </a:p>
        </p:txBody>
      </p:sp>
      <p:sp>
        <p:nvSpPr>
          <p:cNvPr id="9" name="via-v2-overlapping-events / via / 1">
            <a:extLst>
              <a:ext uri="{FF2B5EF4-FFF2-40B4-BE49-F238E27FC236}">
                <ns2:creationId id="{36E07EA9-8D4F-42EB-A14B-BC1867D42DDF}"/>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VIA</a:t>
            </a:r>
          </a:p>
        </p:txBody>
      </p:sp>
      <p:sp>
        <p:nvSpPr>
          <p:cNvPr id="10" name="via-v2-overlapping-events / agent / 1">
            <a:extLst>
              <a:ext uri="{FF2B5EF4-FFF2-40B4-BE49-F238E27FC236}">
                <ns2:creationId id="{7AECB87C-F473-412F-BD19-1ECCC33E832E}"/>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업무 수행 Agent</a:t>
            </a:r>
          </a:p>
        </p:txBody>
      </p:sp>
      <p:sp>
        <p:nvSpPr>
          <p:cNvPr id="11" name="via-v2-overlapping-events / participant 330">
            <a:extLst>
              <a:ext uri="{FF2B5EF4-FFF2-40B4-BE49-F238E27FC236}">
                <ns2:creationId id="{56E66349-1B63-4467-ABB0-8193B6AA8E08}"/>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overlapping-events / participant 965">
            <a:extLst>
              <a:ext uri="{FF2B5EF4-FFF2-40B4-BE49-F238E27FC236}">
                <ns2:creationId id="{D98F9F2D-74D3-4CEF-9EAD-88E7F58D66CE}"/>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overlapping-events / participant 1590">
            <a:extLst>
              <a:ext uri="{FF2B5EF4-FFF2-40B4-BE49-F238E27FC236}">
                <ns2:creationId id="{8FE1D480-F8D5-4855-B9FF-6D2D8E9F7007}"/>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overlapping-events / compound-input">
            <a:extLst>
              <a:ext uri="{FF2B5EF4-FFF2-40B4-BE49-F238E27FC236}">
                <ns2:creationId id="{9C6BF582-C60D-4F15-90AA-D65F6EB29135}"/>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overlapping-events / compound-input / arrow">
            <a:extLst>
              <a:ext uri="{FF2B5EF4-FFF2-40B4-BE49-F238E27FC236}">
                <ns2:creationId id="{A02EEE77-1FA9-46F7-A6D1-0489854D455A}"/>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overlapping-events / compound-input label / 1">
            <a:extLst>
              <a:ext uri="{FF2B5EF4-FFF2-40B4-BE49-F238E27FC236}">
                <ns2:creationId id="{B2133C54-9FFA-42C4-8912-D4526149FEA3}"/>
              </a:ext>
            </a:extLst>
          </p:cNvPr>
          <p:cNvSpPr>
            <a:spLocks noGrp="1"/>
          </p:cNvSpPr>
          <p:nvPr/>
        </p:nvSpPr>
        <p:spPr>
          <a:xfrm>
            <a:off x="3381375" y="6457950"/>
            <a:ext cx="557212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한 발화에 서로 독립적인 두 업무</a:t>
            </a:r>
          </a:p>
        </p:txBody>
      </p:sp>
      <p:sp>
        <p:nvSpPr>
          <p:cNvPr id="17" name="via-v2-overlapping-events / two-delegations">
            <a:extLst>
              <a:ext uri="{FF2B5EF4-FFF2-40B4-BE49-F238E27FC236}">
                <ns2:creationId id="{7F0F96B9-003E-4261-9FD4-8E41B3FEF108}"/>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overlapping-events / two-delegations / arrow">
            <a:extLst>
              <a:ext uri="{FF2B5EF4-FFF2-40B4-BE49-F238E27FC236}">
                <ns2:creationId id="{121A1489-8292-49C0-8912-FF18A69CD152}"/>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overlapping-events / two-delegations label / 1">
            <a:extLst>
              <a:ext uri="{FF2B5EF4-FFF2-40B4-BE49-F238E27FC236}">
                <ns2:creationId id="{B4116465-D30B-4756-8BC5-1F54185B3DA2}"/>
              </a:ext>
            </a:extLst>
          </p:cNvPr>
          <p:cNvSpPr>
            <a:spLocks noGrp="1"/>
          </p:cNvSpPr>
          <p:nvPr/>
        </p:nvSpPr>
        <p:spPr>
          <a:xfrm>
            <a:off x="9429750" y="6457950"/>
            <a:ext cx="5476875" cy="334328"/>
          </a:xfrm>
          <a:prstGeom prst="rect">
            <a:avLst/>
          </a:prstGeom>
          <a:noFill/>
          <a:ln w="0">
            <a:noFill/>
          </a:ln>
        </p:spPr>
        <p:txBody>
          <a:bodyPr wrap="none" lIns="0" tIns="0" rIns="0" bIns="0" anchor="t">
            <a:noAutofit/>
          </a:bodyPr>
          <a:lstStyle/>
          <a:p>
            <a:pPr algn="ctr">
              <a:defRPr sz="1950" b="0">
                <a:solidFill>
                  <a:srgbClr val="397C80"/>
                </a:solidFill>
                <a:latin typeface="Apple SD Gothic Neo"/>
                <a:ea typeface="Apple SD Gothic Neo"/>
                <a:cs typeface="Apple SD Gothic Neo"/>
              </a:defRPr>
            </a:pPr>
            <a:r>
              <a:rPr sz="1950" b="0">
                <a:solidFill>
                  <a:srgbClr val="397C80"/>
                </a:solidFill>
                <a:latin typeface="Apple SD Gothic Neo"/>
                <a:ea typeface="Apple SD Gothic Neo"/>
                <a:cs typeface="Apple SD Gothic Neo"/>
              </a:rPr>
              <a:t>보고서 작성 / 회의 안내 메일 초안</a:t>
            </a:r>
          </a:p>
        </p:txBody>
      </p:sp>
      <p:sp>
        <p:nvSpPr>
          <p:cNvPr id="20" name="via-v2-overlapping-events / ongoing-tasks / 1">
            <a:extLst>
              <a:ext uri="{FF2B5EF4-FFF2-40B4-BE49-F238E27FC236}">
                <ns2:creationId id="{29B2ECEF-137E-46B2-B14D-9D39C2B39CD6}"/>
              </a:ext>
            </a:extLst>
          </p:cNvPr>
          <p:cNvSpPr>
            <a:spLocks noGrp="1"/>
          </p:cNvSpPr>
          <p:nvPr/>
        </p:nvSpPr>
        <p:spPr>
          <a:xfrm>
            <a:off x="12211050" y="7086600"/>
            <a:ext cx="5429250" cy="347186"/>
          </a:xfrm>
          <a:prstGeom prst="rect">
            <a:avLst/>
          </a:prstGeom>
          <a:noFill/>
          <a:ln w="0">
            <a:noFill/>
          </a:ln>
        </p:spPr>
        <p:txBody>
          <a:bodyPr wrap="none" lIns="0" tIns="0" rIns="0" bIns="0" anchor="t">
            <a:noAutofit/>
          </a:bodyPr>
          <a:lstStyle/>
          <a:p>
            <a:pPr algn="ctr">
              <a:defRPr sz="2025" b="0">
                <a:solidFill>
                  <a:srgbClr val="66777D"/>
                </a:solidFill>
                <a:latin typeface="Apple SD Gothic Neo"/>
                <a:ea typeface="Apple SD Gothic Neo"/>
                <a:cs typeface="Apple SD Gothic Neo"/>
              </a:defRPr>
            </a:pPr>
            <a:r>
              <a:rPr sz="2025" b="0">
                <a:solidFill>
                  <a:srgbClr val="66777D"/>
                </a:solidFill>
                <a:latin typeface="Apple SD Gothic Neo"/>
                <a:ea typeface="Apple SD Gothic Neo"/>
                <a:cs typeface="Apple SD Gothic Neo"/>
              </a:rPr>
              <a:t>보고서·메일 처리 중</a:t>
            </a:r>
          </a:p>
        </p:txBody>
      </p:sp>
      <p:sp>
        <p:nvSpPr>
          <p:cNvPr id="21" name="via-v2-overlapping-events / interruption">
            <a:extLst>
              <a:ext uri="{FF2B5EF4-FFF2-40B4-BE49-F238E27FC236}">
                <ns2:creationId id="{E59C11DA-01E3-4154-8DED-17805E17BDB7}"/>
              </a:ext>
            </a:extLst>
          </p:cNvPr>
          <p:cNvSpPr>
            <a:spLocks noGrp="1"/>
          </p:cNvSpPr>
          <p:nvPr/>
        </p:nvSpPr>
        <p:spPr>
          <a:xfrm>
            <a:off x="3143250" y="7953375"/>
            <a:ext cx="6048375" cy="953"/>
          </a:xfrm>
          <a:custGeom>
            <a:pathLst>
              <a:path w="6048375" h="953">
                <a:moveTo>
                  <a:pt x="0" y="0"/>
                </a:moveTo>
                <a:lnTo>
                  <a:pt x="6048375" y="0"/>
                </a:lnTo>
              </a:path>
            </a:pathLst>
          </a:custGeom>
          <a:noFill/>
          <a:ln w="20003">
            <a:solidFill>
              <a:srgbClr val="397C80"/>
            </a:solidFill>
            <a:prstDash val="solid"/>
          </a:ln>
        </p:spPr>
      </p:sp>
      <p:sp>
        <p:nvSpPr>
          <p:cNvPr id="22" name="via-v2-overlapping-events / interruption / arrow">
            <a:extLst>
              <a:ext uri="{FF2B5EF4-FFF2-40B4-BE49-F238E27FC236}">
                <ns2:creationId id="{62363B97-A711-431E-9347-272D4AEFD98E}"/>
              </a:ext>
            </a:extLst>
          </p:cNvPr>
          <p:cNvSpPr>
            <a:spLocks noGrp="1"/>
          </p:cNvSpPr>
          <p:nvPr/>
        </p:nvSpPr>
        <p:spPr>
          <a:xfrm>
            <a:off x="9058275" y="788670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3" name="via-v2-overlapping-events / interruption label / 1">
            <a:extLst>
              <a:ext uri="{FF2B5EF4-FFF2-40B4-BE49-F238E27FC236}">
                <ns2:creationId id="{CE59B267-06E2-4FFE-BB5D-35A4EC66A974}"/>
              </a:ext>
            </a:extLst>
          </p:cNvPr>
          <p:cNvSpPr>
            <a:spLocks noGrp="1"/>
          </p:cNvSpPr>
          <p:nvPr/>
        </p:nvSpPr>
        <p:spPr>
          <a:xfrm>
            <a:off x="3381375" y="7505700"/>
            <a:ext cx="5572125" cy="334328"/>
          </a:xfrm>
          <a:prstGeom prst="rect">
            <a:avLst/>
          </a:prstGeom>
          <a:noFill/>
          <a:ln w="0">
            <a:noFill/>
          </a:ln>
        </p:spPr>
        <p:txBody>
          <a:bodyPr wrap="none" lIns="0" tIns="0" rIns="0" bIns="0" anchor="t">
            <a:noAutofit/>
          </a:bodyPr>
          <a:lstStyle/>
          <a:p>
            <a:pPr algn="ctr">
              <a:defRPr sz="1950" b="0">
                <a:solidFill>
                  <a:srgbClr val="397C80"/>
                </a:solidFill>
                <a:latin typeface="Apple SD Gothic Neo"/>
                <a:ea typeface="Apple SD Gothic Neo"/>
                <a:cs typeface="Apple SD Gothic Neo"/>
              </a:defRPr>
            </a:pPr>
            <a:r>
              <a:rPr sz="1950" b="0">
                <a:solidFill>
                  <a:srgbClr val="397C80"/>
                </a:solidFill>
                <a:latin typeface="Apple SD Gothic Neo"/>
                <a:ea typeface="Apple SD Gothic Neo"/>
                <a:cs typeface="Apple SD Gothic Neo"/>
              </a:rPr>
              <a:t>“잠깐, 보고서엔 국내 매출만 넣어줘.”</a:t>
            </a:r>
          </a:p>
        </p:txBody>
      </p:sp>
      <p:sp>
        <p:nvSpPr>
          <p:cNvPr id="24" name="via-v2-overlapping-events / old-result">
            <a:extLst>
              <a:ext uri="{FF2B5EF4-FFF2-40B4-BE49-F238E27FC236}">
                <ns2:creationId id="{2269C667-9E22-4E45-A766-769B26E04AA3}"/>
              </a:ext>
            </a:extLst>
          </p:cNvPr>
          <p:cNvSpPr>
            <a:spLocks noGrp="1"/>
          </p:cNvSpPr>
          <p:nvPr/>
        </p:nvSpPr>
        <p:spPr>
          <a:xfrm>
            <a:off x="9191625" y="7953375"/>
            <a:ext cx="5953125" cy="953"/>
          </a:xfrm>
          <a:custGeom>
            <a:pathLst>
              <a:path w="5953125" h="953">
                <a:moveTo>
                  <a:pt x="5953125" y="0"/>
                </a:moveTo>
                <a:lnTo>
                  <a:pt x="0" y="0"/>
                </a:lnTo>
              </a:path>
            </a:pathLst>
          </a:custGeom>
          <a:noFill/>
          <a:ln w="20003">
            <a:solidFill>
              <a:srgbClr val="A56237"/>
            </a:solidFill>
            <a:prstDash val="solid"/>
          </a:ln>
        </p:spPr>
      </p:sp>
      <p:sp>
        <p:nvSpPr>
          <p:cNvPr id="25" name="via-v2-overlapping-events / old-result / arrow">
            <a:extLst>
              <a:ext uri="{FF2B5EF4-FFF2-40B4-BE49-F238E27FC236}">
                <ns2:creationId id="{3C726ED0-6DD7-45BB-B9C6-020ABF018E4C}"/>
              </a:ext>
            </a:extLst>
          </p:cNvPr>
          <p:cNvSpPr>
            <a:spLocks noGrp="1"/>
          </p:cNvSpPr>
          <p:nvPr/>
        </p:nvSpPr>
        <p:spPr>
          <a:xfrm>
            <a:off x="9191625" y="788670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overlapping-events / old-result label / 1">
            <a:extLst>
              <a:ext uri="{FF2B5EF4-FFF2-40B4-BE49-F238E27FC236}">
                <ns2:creationId id="{E6639921-42EE-4A17-B0E7-203215DEC0DF}"/>
              </a:ext>
            </a:extLst>
          </p:cNvPr>
          <p:cNvSpPr>
            <a:spLocks noGrp="1"/>
          </p:cNvSpPr>
          <p:nvPr/>
        </p:nvSpPr>
        <p:spPr>
          <a:xfrm>
            <a:off x="9429750" y="7505700"/>
            <a:ext cx="547687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이전에 맡긴 공급업체 견적 도착</a:t>
            </a:r>
          </a:p>
        </p:txBody>
      </p:sp>
      <p:sp>
        <p:nvSpPr>
          <p:cNvPr id="27" name="via-v2-overlapping-events / coincidence / 1">
            <a:extLst>
              <a:ext uri="{FF2B5EF4-FFF2-40B4-BE49-F238E27FC236}">
                <ns2:creationId id="{6EC7FD99-928D-4C0C-AAE2-73AD82006275}"/>
              </a:ext>
            </a:extLst>
          </p:cNvPr>
          <p:cNvSpPr>
            <a:spLocks noGrp="1"/>
          </p:cNvSpPr>
          <p:nvPr/>
        </p:nvSpPr>
        <p:spPr>
          <a:xfrm>
            <a:off x="7067550" y="8201025"/>
            <a:ext cx="4238625" cy="321469"/>
          </a:xfrm>
          <a:prstGeom prst="rect">
            <a:avLst/>
          </a:prstGeom>
          <a:noFill/>
          <a:ln w="0">
            <a:noFill/>
          </a:ln>
        </p:spPr>
        <p:txBody>
          <a:bodyPr wrap="none" lIns="0" tIns="0" rIns="0" bIns="0" anchor="t">
            <a:noAutofit/>
          </a:bodyPr>
          <a:lstStyle/>
          <a:p>
            <a:pPr algn="ctr">
              <a:defRPr sz="1875" b="1">
                <a:solidFill>
                  <a:srgbClr val="66777D"/>
                </a:solidFill>
                <a:latin typeface="Apple SD Gothic Neo"/>
                <a:ea typeface="Apple SD Gothic Neo"/>
                <a:cs typeface="Apple SD Gothic Neo"/>
              </a:defRPr>
            </a:pPr>
            <a:r>
              <a:rPr sz="1875" b="1">
                <a:solidFill>
                  <a:srgbClr val="66777D"/>
                </a:solidFill>
                <a:latin typeface="Apple SD Gothic Neo"/>
                <a:ea typeface="Apple SD Gothic Neo"/>
                <a:cs typeface="Apple SD Gothic Neo"/>
              </a:rPr>
              <a:t>새 발화와 결과가 겹쳐 도착</a:t>
            </a:r>
          </a:p>
        </p:txBody>
      </p:sp>
      <p:sp>
        <p:nvSpPr>
          <p:cNvPr id="28" name="via-v2-overlapping-events / report-correction">
            <a:extLst>
              <a:ext uri="{FF2B5EF4-FFF2-40B4-BE49-F238E27FC236}">
                <ns2:creationId id="{D270A7D1-DA5C-471B-B61B-628CF954AEFD}"/>
              </a:ext>
            </a:extLst>
          </p:cNvPr>
          <p:cNvSpPr>
            <a:spLocks noGrp="1"/>
          </p:cNvSpPr>
          <p:nvPr/>
        </p:nvSpPr>
        <p:spPr>
          <a:xfrm>
            <a:off x="9191625" y="9191625"/>
            <a:ext cx="5953125" cy="953"/>
          </a:xfrm>
          <a:custGeom>
            <a:pathLst>
              <a:path w="5953125" h="953">
                <a:moveTo>
                  <a:pt x="0" y="0"/>
                </a:moveTo>
                <a:lnTo>
                  <a:pt x="5953125" y="0"/>
                </a:lnTo>
              </a:path>
            </a:pathLst>
          </a:custGeom>
          <a:noFill/>
          <a:ln w="20003">
            <a:solidFill>
              <a:srgbClr val="397C80"/>
            </a:solidFill>
            <a:prstDash val="solid"/>
          </a:ln>
        </p:spPr>
      </p:sp>
      <p:sp>
        <p:nvSpPr>
          <p:cNvPr id="29" name="via-v2-overlapping-events / report-correction / arrow">
            <a:extLst>
              <a:ext uri="{FF2B5EF4-FFF2-40B4-BE49-F238E27FC236}">
                <ns2:creationId id="{9BA7F65F-F771-4319-9476-C3EE9A03219F}"/>
              </a:ext>
            </a:extLst>
          </p:cNvPr>
          <p:cNvSpPr>
            <a:spLocks noGrp="1"/>
          </p:cNvSpPr>
          <p:nvPr/>
        </p:nvSpPr>
        <p:spPr>
          <a:xfrm>
            <a:off x="15011400" y="9124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0" name="via-v2-overlapping-events / report-correction label / 1">
            <a:extLst>
              <a:ext uri="{FF2B5EF4-FFF2-40B4-BE49-F238E27FC236}">
                <ns2:creationId id="{A5F5493C-DE8D-4823-82BC-FA4FBEE2FB30}"/>
              </a:ext>
            </a:extLst>
          </p:cNvPr>
          <p:cNvSpPr>
            <a:spLocks noGrp="1"/>
          </p:cNvSpPr>
          <p:nvPr/>
        </p:nvSpPr>
        <p:spPr>
          <a:xfrm>
            <a:off x="9429750" y="8743950"/>
            <a:ext cx="547687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정정은 보고서 업무에 연결</a:t>
            </a:r>
          </a:p>
        </p:txBody>
      </p:sp>
      <p:sp>
        <p:nvSpPr>
          <p:cNvPr id="31" name="via-v2-overlapping-events / quote-delivery">
            <a:extLst>
              <a:ext uri="{FF2B5EF4-FFF2-40B4-BE49-F238E27FC236}">
                <ns2:creationId id="{C7613F8F-2E5F-4D61-BC07-10007786EA34}"/>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2" name="via-v2-overlapping-events / quote-delivery / arrow">
            <a:extLst>
              <a:ext uri="{FF2B5EF4-FFF2-40B4-BE49-F238E27FC236}">
                <ns2:creationId id="{D748DCE4-153C-4B61-963D-F5AE62F087A3}"/>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3" name="via-v2-overlapping-events / quote-delivery label / 1">
            <a:extLst>
              <a:ext uri="{FF2B5EF4-FFF2-40B4-BE49-F238E27FC236}">
                <ns2:creationId id="{FB38215E-B885-4C88-B378-D21B773B0B34}"/>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말을 마친 뒤, 견적 도착을 안내</a:t>
            </a:r>
          </a:p>
        </p:txBody>
      </p:sp>
      <p:sp>
        <p:nvSpPr>
          <p:cNvPr id="34" name="via-v2-overlapping-events / benefit / 1">
            <a:extLst>
              <a:ext uri="{FF2B5EF4-FFF2-40B4-BE49-F238E27FC236}">
                <ns2:creationId id="{DE9487C5-7DA2-4202-9694-70994998DA2F}"/>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250" b="1">
                <a:solidFill>
                  <a:srgbClr val="202B30"/>
                </a:solidFill>
                <a:latin typeface="Apple SD Gothic Neo"/>
                <a:ea typeface="Apple SD Gothic Neo"/>
                <a:cs typeface="Apple SD Gothic Neo"/>
              </a:defRPr>
            </a:pPr>
            <a:r>
              <a:rPr sz="2250" b="1">
                <a:solidFill>
                  <a:srgbClr val="202B30"/>
                </a:solidFill>
                <a:latin typeface="Apple SD Gothic Neo"/>
                <a:ea typeface="Apple SD Gothic Neo"/>
                <a:cs typeface="Apple SD Gothic Neo"/>
              </a:rPr>
              <a:t>사용자는 Agent별 창을 오가거나, 진행 중인 업무를 다시 설명할 필요가 없습니다</a:t>
            </a:r>
          </a:p>
        </p:txBody>
      </p:sp>
    </p:spTree>
    <p:extLst>
      <p:ext uri="{BB962C8B-B14F-4D97-AF65-F5344CB8AC3E}">
        <p14:creationId val="1301013122"/>
      </p:ext>
    </p:extLst>
  </p:cSld>
</p:sld>
</file>

<file path=ppt/slides/slide2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1-background">
    <p:bg>
      <p:bgPr>
        <a:solidFill>
          <a:srgbClr val="FFFFFF"/>
        </a:solidFill>
      </p:bgPr>
    </p:bg>
    <p:spTree>
      <p:nvGrpSpPr>
        <p:cNvPr id="1" name=""/>
        <p:cNvGrpSpPr/>
        <p:nvPr/>
      </p:nvGrpSpPr>
      <p:grpSpPr>
        <a:xfrm/>
      </p:grpSpPr>
      <p:sp>
        <p:nvSpPr>
          <p:cNvPr id="28" name="dp41-background / title / 1">
            <a:extLst>
              <a:ext uri="{FF2B5EF4-FFF2-40B4-BE49-F238E27FC236}">
                <ns2:creationId id="{8B992013-1FE2-4F9E-804A-32951F3BDB08}"/>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말 속의 지칭 대상과 조건을 찾아,</a:t>
            </a:r>
          </a:p>
        </p:txBody>
      </p:sp>
      <p:sp>
        <p:nvSpPr>
          <p:cNvPr id="2" name="dp41-background / title / 2">
            <a:extLst>
              <a:ext uri="{FF2B5EF4-FFF2-40B4-BE49-F238E27FC236}">
                <ns2:creationId id="{9D6A26AB-060B-42DB-91A1-FFB55DBF4846}"/>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위임할 Request를 완성하는 VIA</a:t>
            </a:r>
          </a:p>
        </p:txBody>
      </p:sp>
      <p:sp>
        <p:nvSpPr>
          <p:cNvPr id="3" name="dp41-background / request / 1">
            <a:extLst>
              <a:ext uri="{FF2B5EF4-FFF2-40B4-BE49-F238E27FC236}">
                <ns2:creationId id="{9B8C573C-6F22-4DDD-9221-5703930252F0}"/>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“이 표를 아까 보고서에 넣고,</a:t>
            </a:r>
          </a:p>
        </p:txBody>
      </p:sp>
      <p:sp>
        <p:nvSpPr>
          <p:cNvPr id="4" name="dp41-background / request / 2">
            <a:extLst>
              <a:ext uri="{FF2B5EF4-FFF2-40B4-BE49-F238E27FC236}">
                <ns2:creationId id="{6459E1C0-89D3-4B83-8FCF-3C436B15BC86}"/>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메일은 보내지 말고 보고서 결과로 메일 초안만 만들어줘.”</a:t>
            </a:r>
          </a:p>
        </p:txBody>
      </p:sp>
      <p:pic>
        <p:nvPicPr>
          <p:cNvPr id="32"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33"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34"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8" name="dp41-background / participant 0 / 1">
            <a:extLst>
              <a:ext uri="{FF2B5EF4-FFF2-40B4-BE49-F238E27FC236}">
                <ns2:creationId id="{6A8D78A8-E78A-4A55-AFA8-4C0A24C58D5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발화 + 선택한 화면</a:t>
            </a:r>
          </a:p>
        </p:txBody>
      </p:sp>
      <p:sp>
        <p:nvSpPr>
          <p:cNvPr id="9" name="dp41-background / participant 1 / 1">
            <a:extLst>
              <a:ext uri="{FF2B5EF4-FFF2-40B4-BE49-F238E27FC236}">
                <ns2:creationId id="{7C8B603D-5354-41A6-8421-27A25A04D73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Request 이해</a:t>
            </a:r>
          </a:p>
        </p:txBody>
      </p:sp>
      <p:sp>
        <p:nvSpPr>
          <p:cNvPr id="10" name="dp41-background / participant 2 / 1">
            <a:extLst>
              <a:ext uri="{FF2B5EF4-FFF2-40B4-BE49-F238E27FC236}">
                <ns2:creationId id="{963A27B5-E2E8-4758-A34F-90416D1748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위임할 Task</a:t>
            </a:r>
          </a:p>
        </p:txBody>
      </p:sp>
      <p:sp>
        <p:nvSpPr>
          <p:cNvPr id="11" name="dp41-background / evidence-to-via">
            <a:extLst>
              <a:ext uri="{FF2B5EF4-FFF2-40B4-BE49-F238E27FC236}">
                <ns2:creationId id="{9884EF06-F6C8-4453-8325-788B3857F29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1-background / evidence-to-via / arrow">
            <a:extLst>
              <a:ext uri="{FF2B5EF4-FFF2-40B4-BE49-F238E27FC236}">
                <ns2:creationId id="{B7E5CE01-A17E-4C44-A8F7-426B5BDA7AB7}"/>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1-background / via-to-agent">
            <a:extLst>
              <a:ext uri="{FF2B5EF4-FFF2-40B4-BE49-F238E27FC236}">
                <ns2:creationId id="{B90F5799-79C9-4033-A5FB-A150C97801D9}"/>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1-background / via-to-agent / arrow">
            <a:extLst>
              <a:ext uri="{FF2B5EF4-FFF2-40B4-BE49-F238E27FC236}">
                <ns2:creationId id="{D54ECED9-23F8-4DED-8CA0-6C00437BC2B1}"/>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1-background / input / 1">
            <a:extLst>
              <a:ext uri="{FF2B5EF4-FFF2-40B4-BE49-F238E27FC236}">
                <ns2:creationId id="{A3C12132-9E41-40CA-829D-050735921EE4}"/>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화면에서 선택한 표</a:t>
            </a:r>
          </a:p>
        </p:txBody>
      </p:sp>
      <p:sp>
        <p:nvSpPr>
          <p:cNvPr id="16" name="dp41-background / input / 2">
            <a:extLst>
              <a:ext uri="{FF2B5EF4-FFF2-40B4-BE49-F238E27FC236}">
                <ns2:creationId id="{948ABD54-A660-4EEF-97B6-2D27A450B96C}"/>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대화에 남아 있는 보고서</a:t>
            </a:r>
          </a:p>
        </p:txBody>
      </p:sp>
      <p:sp>
        <p:nvSpPr>
          <p:cNvPr id="17" name="dp41-background / resolve / 1">
            <a:extLst>
              <a:ext uri="{FF2B5EF4-FFF2-40B4-BE49-F238E27FC236}">
                <ns2:creationId id="{4A540566-7CD1-4111-9E15-4D6F34CE64FC}"/>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지칭 대상: 어느 표, 어느 보고서?</a:t>
            </a:r>
          </a:p>
        </p:txBody>
      </p:sp>
      <p:sp>
        <p:nvSpPr>
          <p:cNvPr id="18" name="dp41-background / resolve / 2">
            <a:extLst>
              <a:ext uri="{FF2B5EF4-FFF2-40B4-BE49-F238E27FC236}">
                <ns2:creationId id="{1316676B-D77C-4A5A-A6BD-48CACDAE52D1}"/>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순서: 보고서 수정 → 메일 초안</a:t>
            </a:r>
          </a:p>
        </p:txBody>
      </p:sp>
      <p:sp>
        <p:nvSpPr>
          <p:cNvPr id="19" name="dp41-background / resolve / 3">
            <a:extLst>
              <a:ext uri="{FF2B5EF4-FFF2-40B4-BE49-F238E27FC236}">
                <ns2:creationId id="{EF73FAF7-AFB3-420E-8A3A-D171075890DA}"/>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조건: 메일 발송 금지</a:t>
            </a:r>
          </a:p>
        </p:txBody>
      </p:sp>
      <p:sp>
        <p:nvSpPr>
          <p:cNvPr id="20" name="dp41-background / delegate / 1">
            <a:extLst>
              <a:ext uri="{FF2B5EF4-FFF2-40B4-BE49-F238E27FC236}">
                <ns2:creationId id="{F91B79E8-ECE4-40F5-ABA0-A30E405618B1}"/>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보고서에 표 추가</a:t>
            </a:r>
          </a:p>
        </p:txBody>
      </p:sp>
      <p:sp>
        <p:nvSpPr>
          <p:cNvPr id="21" name="dp41-background / delegate / 2">
            <a:extLst>
              <a:ext uri="{FF2B5EF4-FFF2-40B4-BE49-F238E27FC236}">
                <ns2:creationId id="{B21F981E-4305-4347-9AB9-1AF5AB3F85DA}"/>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그 결과로 메일 초안 작성</a:t>
            </a:r>
          </a:p>
        </p:txBody>
      </p:sp>
      <p:sp>
        <p:nvSpPr>
          <p:cNvPr id="22" name="dp41-background / delegate / 3">
            <a:extLst>
              <a:ext uri="{FF2B5EF4-FFF2-40B4-BE49-F238E27FC236}">
                <ns2:creationId id="{922F5513-5CC5-440C-87B5-E41BB7428298}"/>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발송하지 않는 조건 유지</a:t>
            </a:r>
          </a:p>
        </p:txBody>
      </p:sp>
      <p:sp>
        <p:nvSpPr>
          <p:cNvPr id="23" name="dp41-background / clarify / 1">
            <a:extLst>
              <a:ext uri="{FF2B5EF4-FFF2-40B4-BE49-F238E27FC236}">
                <ns2:creationId id="{FDBA5D44-0AA3-4AF2-B5BF-2886DF4A1C95}"/>
              </a:ext>
            </a:extLst>
          </p:cNvPr>
          <p:cNvSpPr>
            <a:spLocks noGrp="1"/>
          </p:cNvSpPr>
          <p:nvPr/>
        </p:nvSpPr>
        <p:spPr>
          <a:xfrm>
            <a:off x="6048375" y="7686675"/>
            <a:ext cx="6286500" cy="321469"/>
          </a:xfrm>
          <a:prstGeom prst="rect">
            <a:avLst/>
          </a:prstGeom>
          <a:noFill/>
          <a:ln w="0">
            <a:noFill/>
          </a:ln>
        </p:spPr>
        <p:txBody>
          <a:bodyPr wrap="none" lIns="0" tIns="0" rIns="0" bIns="0" anchor="t">
            <a:noAutofit/>
          </a:bodyPr>
          <a:lstStyle/>
          <a:p>
            <a:pPr algn="ctr">
              <a:defRPr sz="1875" b="0">
                <a:solidFill>
                  <a:srgbClr val="66777D"/>
                </a:solidFill>
                <a:latin typeface="Apple SD Gothic Neo"/>
                <a:ea typeface="Apple SD Gothic Neo"/>
                <a:cs typeface="Apple SD Gothic Neo"/>
              </a:defRPr>
            </a:pPr>
            <a:r>
              <a:rPr sz="1875" b="0">
                <a:solidFill>
                  <a:srgbClr val="66777D"/>
                </a:solidFill>
                <a:latin typeface="Apple SD Gothic Neo"/>
                <a:ea typeface="Apple SD Gothic Neo"/>
                <a:cs typeface="Apple SD Gothic Neo"/>
              </a:rPr>
              <a:t>지칭 대상이 모호하면 VIA가 사용자에게 확인합니다</a:t>
            </a:r>
          </a:p>
        </p:txBody>
      </p:sp>
      <p:sp>
        <p:nvSpPr>
          <p:cNvPr id="24" name="dp41-background / user-benefit / 1">
            <a:extLst>
              <a:ext uri="{FF2B5EF4-FFF2-40B4-BE49-F238E27FC236}">
                <ns2:creationId id="{68C0064A-C418-4ED4-814C-108BF337440A}"/>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파일명이나 Task 번호를 외우지 않아도, 지칭 대상과 순서, 조건을 함께 말할 수 있습니다</a:t>
            </a:r>
          </a:p>
        </p:txBody>
      </p:sp>
      <p:sp>
        <p:nvSpPr>
          <p:cNvPr id="25" name="dp41-background / challenge-divider">
            <a:extLst>
              <a:ext uri="{FF2B5EF4-FFF2-40B4-BE49-F238E27FC236}">
                <ns2:creationId id="{D316B416-9940-4FC9-8CF4-CAA93F4B6758}"/>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6" name="dp41-background / design-challenge / 1">
            <a:extLst>
              <a:ext uri="{FF2B5EF4-FFF2-40B4-BE49-F238E27FC236}">
                <ns2:creationId id="{D2E12FE2-A755-4B0F-A38C-D8CCEF692F53}"/>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발화만으로 알 수 없는 정보를 찾아 확인하고,</a:t>
            </a:r>
          </a:p>
        </p:txBody>
      </p:sp>
      <p:sp>
        <p:nvSpPr>
          <p:cNvPr id="27" name="dp41-background / design-challenge / 2">
            <a:extLst>
              <a:ext uri="{FF2B5EF4-FFF2-40B4-BE49-F238E27FC236}">
                <ns2:creationId id="{00C51F96-0951-461F-93EF-326D9BE11D28}"/>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조회 결과에 따라 추가 조회와 해석을 이어가며 Request를 완성하는 구조</a:t>
            </a:r>
          </a:p>
        </p:txBody>
      </p:sp>
    </p:spTree>
    <p:extLst>
      <p:ext uri="{BB962C8B-B14F-4D97-AF65-F5344CB8AC3E}">
        <p14:creationId val="75001597"/>
      </p:ext>
    </p:extLst>
  </p:cSld>
</p:sld>
</file>

<file path=ppt/slides/slide22.xml><?xml version="1.0" encoding="utf-8"?>
<p:sld xmlns:p="http://schemas.openxmlformats.org/presentationml/2006/main">
  <p:cSld name="dp41-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326" name="dp41-comparison / n1">
            <a:extLst xmlns:a="http://schemas.openxmlformats.org/drawingml/2006/main">
              <a:ext uri="{FF2B5EF4-FFF2-40B4-BE49-F238E27FC236}">
                <a16:creationId xmlns:a16="http://schemas.microsoft.com/office/drawing/2014/main" id="{46B28C88-BA2E-45AD-9221-7A32E4CAD2A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1-comparison / n2 / text 1">
            <a:extLst xmlns:a="http://schemas.openxmlformats.org/drawingml/2006/main">
              <a:ext uri="{FF2B5EF4-FFF2-40B4-BE49-F238E27FC236}">
                <a16:creationId xmlns:a16="http://schemas.microsoft.com/office/drawing/2014/main" id="{A71840D6-27F0-49AA-97B7-031BE15F8849}"/>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1-comparison / n3 / text 1">
            <a:extLst xmlns:a="http://schemas.openxmlformats.org/drawingml/2006/main">
              <a:ext uri="{FF2B5EF4-FFF2-40B4-BE49-F238E27FC236}">
                <a16:creationId xmlns:a16="http://schemas.microsoft.com/office/drawing/2014/main" id="{4AFEFC50-A5A4-4D78-8E59-83E63AA00CFE}"/>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1-comparison / n4 / text 1">
            <a:extLst xmlns:a="http://schemas.openxmlformats.org/drawingml/2006/main">
              <a:ext uri="{FF2B5EF4-FFF2-40B4-BE49-F238E27FC236}">
                <a16:creationId xmlns:a16="http://schemas.microsoft.com/office/drawing/2014/main" id="{656BD057-373A-406D-8382-C77CCFB46245}"/>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04-41. VIA Request 이해의 모델 판단 반복과 코드 해결 반복</a:t>
            </a:r>
          </a:p>
        </p:txBody>
      </p:sp>
      <p:sp>
        <p:nvSpPr>
          <p:cNvPr id="5" name="dp41-comparison / n5 / path">
            <a:extLst xmlns:a="http://schemas.openxmlformats.org/drawingml/2006/main">
              <a:ext uri="{FF2B5EF4-FFF2-40B4-BE49-F238E27FC236}">
                <a16:creationId xmlns:a16="http://schemas.microsoft.com/office/drawing/2014/main" id="{C306E9B5-D8C7-46DC-883B-246FB1A114C9}"/>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1-comparison / n6 / text 1">
            <a:extLst xmlns:a="http://schemas.openxmlformats.org/drawingml/2006/main">
              <a:ext uri="{FF2B5EF4-FFF2-40B4-BE49-F238E27FC236}">
                <a16:creationId xmlns:a16="http://schemas.microsoft.com/office/drawing/2014/main" id="{EA45F1E1-195F-4B06-9ADD-88331AB013F5}"/>
              </a:ext>
            </a:extLst>
          </p:cNvPr>
          <p:cNvSpPr>
            <a:spLocks xmlns:a="http://schemas.openxmlformats.org/drawingml/2006/main" noGrp="1"/>
          </p:cNvSpPr>
          <p:nvPr/>
        </p:nvSpPr>
        <p:spPr>
          <a:xfrm xmlns:a="http://schemas.openxmlformats.org/drawingml/2006/main">
            <a:off x="381000" y="1333500"/>
            <a:ext cx="175260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입력 Input1: “이 표를 아까 보고서에 넣고, 메일은 보내지 말고 결과를 바탕으로 초안만 만들어.”</a:t>
            </a:r>
          </a:p>
        </p:txBody>
      </p:sp>
      <p:sp>
        <p:nvSpPr>
          <p:cNvPr id="7" name="dp41-comparison / n7 / text 1">
            <a:extLst xmlns:a="http://schemas.openxmlformats.org/drawingml/2006/main">
              <a:ext uri="{FF2B5EF4-FFF2-40B4-BE49-F238E27FC236}">
                <a16:creationId xmlns:a16="http://schemas.microsoft.com/office/drawing/2014/main" id="{73435361-2972-4470-8183-3D93EB11931F}"/>
              </a:ext>
            </a:extLst>
          </p:cNvPr>
          <p:cNvSpPr>
            <a:spLocks xmlns:a="http://schemas.openxmlformats.org/drawingml/2006/main" noGrp="1"/>
          </p:cNvSpPr>
          <p:nvPr/>
        </p:nvSpPr>
        <p:spPr>
          <a:xfrm xmlns:a="http://schemas.openxmlformats.org/drawingml/2006/main">
            <a:off x="381000" y="1609725"/>
            <a:ext cx="175260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18232E"/>
                </a:solidFill>
                <a:latin typeface="Apple SD Gothic Neo"/>
                <a:ea typeface="Apple SD Gothic Neo"/>
                <a:cs typeface="Apple SD Gothic Neo"/>
              </a:defRPr>
            </a:pPr>
            <a:r>
              <a:rPr sz="1425" b="0">
                <a:solidFill>
                  <a:srgbClr val="18232E"/>
                </a:solidFill>
                <a:latin typeface="Apple SD Gothic Neo"/>
                <a:ea typeface="Apple SD Gothic Neo"/>
                <a:cs typeface="Apple SD Gothic Neo"/>
              </a:rPr>
              <a:t>Task1: 예산 보고서 / Task2: 실적 보고서 → “어느 보고서인가요?” → 사용자: “예산 보고서” / 결과: 수정된 보고서 → 메일 초안</a:t>
            </a:r>
          </a:p>
        </p:txBody>
      </p:sp>
      <p:sp>
        <p:nvSpPr>
          <p:cNvPr id="8" name="dp41-comparison / n8">
            <a:extLst xmlns:a="http://schemas.openxmlformats.org/drawingml/2006/main">
              <a:ext uri="{FF2B5EF4-FFF2-40B4-BE49-F238E27FC236}">
                <a16:creationId xmlns:a16="http://schemas.microsoft.com/office/drawing/2014/main" id="{298606F2-B0D4-44A2-B4D4-B4B035C21173}"/>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1-comparison / n9 / text 1">
            <a:extLst xmlns:a="http://schemas.openxmlformats.org/drawingml/2006/main">
              <a:ext uri="{FF2B5EF4-FFF2-40B4-BE49-F238E27FC236}">
                <a16:creationId xmlns:a16="http://schemas.microsoft.com/office/drawing/2014/main" id="{80B5CA3A-BFCA-40DD-98A9-E8FDBC8C3B20}"/>
              </a:ext>
            </a:extLst>
          </p:cNvPr>
          <p:cNvSpPr>
            <a:spLocks xmlns:a="http://schemas.openxmlformats.org/drawingml/2006/main" noGrp="1"/>
          </p:cNvSpPr>
          <p:nvPr/>
        </p:nvSpPr>
        <p:spPr>
          <a:xfrm xmlns:a="http://schemas.openxmlformats.org/drawingml/2006/main">
            <a:off x="390525" y="1990725"/>
            <a:ext cx="9334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18232E"/>
                </a:solidFill>
                <a:latin typeface="Apple SD Gothic Neo"/>
                <a:ea typeface="Apple SD Gothic Neo"/>
                <a:cs typeface="Apple SD Gothic Neo"/>
              </a:defRPr>
            </a:pPr>
            <a:r>
              <a:rPr sz="1425" b="1">
                <a:solidFill>
                  <a:srgbClr val="18232E"/>
                </a:solidFill>
                <a:latin typeface="Apple SD Gothic Neo"/>
                <a:ea typeface="Apple SD Gothic Neo"/>
                <a:cs typeface="Apple SD Gothic Neo"/>
              </a:rPr>
              <a:t>설계안</a:t>
            </a:r>
          </a:p>
        </p:txBody>
      </p:sp>
      <p:sp>
        <p:nvSpPr>
          <p:cNvPr id="10" name="dp41-comparison / n10 / text 1">
            <a:extLst xmlns:a="http://schemas.openxmlformats.org/drawingml/2006/main">
              <a:ext uri="{FF2B5EF4-FFF2-40B4-BE49-F238E27FC236}">
                <a16:creationId xmlns:a16="http://schemas.microsoft.com/office/drawing/2014/main" id="{BF1C60DA-B3C8-400E-9F54-6C7D1C3763C0}"/>
              </a:ext>
            </a:extLst>
          </p:cNvPr>
          <p:cNvSpPr>
            <a:spLocks xmlns:a="http://schemas.openxmlformats.org/drawingml/2006/main" noGrp="1"/>
          </p:cNvSpPr>
          <p:nvPr/>
        </p:nvSpPr>
        <p:spPr>
          <a:xfrm xmlns:a="http://schemas.openxmlformats.org/drawingml/2006/main">
            <a:off x="1485900" y="1952625"/>
            <a:ext cx="79819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A 모델 주도 해석</a:t>
            </a:r>
          </a:p>
        </p:txBody>
      </p:sp>
      <p:sp>
        <p:nvSpPr>
          <p:cNvPr id="11" name="dp41-comparison / n11 / text 1">
            <a:extLst xmlns:a="http://schemas.openxmlformats.org/drawingml/2006/main">
              <a:ext uri="{FF2B5EF4-FFF2-40B4-BE49-F238E27FC236}">
                <a16:creationId xmlns:a16="http://schemas.microsoft.com/office/drawing/2014/main" id="{E894F28B-957E-44C4-B2BC-2A8DA70A8297}"/>
              </a:ext>
            </a:extLst>
          </p:cNvPr>
          <p:cNvSpPr>
            <a:spLocks xmlns:a="http://schemas.openxmlformats.org/drawingml/2006/main" noGrp="1"/>
          </p:cNvSpPr>
          <p:nvPr/>
        </p:nvSpPr>
        <p:spPr>
          <a:xfrm xmlns:a="http://schemas.openxmlformats.org/drawingml/2006/main">
            <a:off x="9772650" y="1952625"/>
            <a:ext cx="79819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B 모델 요청 틀과 코드 주도 완성</a:t>
            </a:r>
          </a:p>
        </p:txBody>
      </p:sp>
      <p:sp>
        <p:nvSpPr>
          <p:cNvPr id="12" name="dp41-comparison / n12 / path">
            <a:extLst xmlns:a="http://schemas.openxmlformats.org/drawingml/2006/main">
              <a:ext uri="{FF2B5EF4-FFF2-40B4-BE49-F238E27FC236}">
                <a16:creationId xmlns:a16="http://schemas.microsoft.com/office/drawing/2014/main" id="{11D61C36-AA31-49E9-A30E-2597116BBFD8}"/>
              </a:ext>
            </a:extLst>
          </p:cNvPr>
          <p:cNvSpPr>
            <a:spLocks xmlns:a="http://schemas.openxmlformats.org/drawingml/2006/main" noGrp="1"/>
          </p:cNvSpPr>
          <p:nvPr/>
        </p:nvSpPr>
        <p:spPr>
          <a:xfrm xmlns:a="http://schemas.openxmlformats.org/drawingml/2006/main">
            <a:off x="9620250" y="1857375"/>
            <a:ext cx="953" cy="6448425"/>
          </a:xfrm>
          <a:custGeom xmlns:a="http://schemas.openxmlformats.org/drawingml/2006/main">
            <a:pathLst>
              <a:path w="953" h="6448425">
                <a:moveTo>
                  <a:pt x="0" y="0"/>
                </a:moveTo>
                <a:lnTo>
                  <a:pt x="0" y="6448425"/>
                </a:lnTo>
              </a:path>
            </a:pathLst>
          </a:custGeom>
          <a:noFill xmlns:a="http://schemas.openxmlformats.org/drawingml/2006/main"/>
          <a:ln xmlns:a="http://schemas.openxmlformats.org/drawingml/2006/main" w="19050">
            <a:solidFill>
              <a:srgbClr val="CDD6DE"/>
            </a:solidFill>
            <a:prstDash val="solid"/>
          </a:ln>
        </p:spPr>
      </p:sp>
      <p:sp>
        <p:nvSpPr>
          <p:cNvPr id="13" name="dp41-comparison / n13 / path">
            <a:extLst xmlns:a="http://schemas.openxmlformats.org/drawingml/2006/main">
              <a:ext uri="{FF2B5EF4-FFF2-40B4-BE49-F238E27FC236}">
                <a16:creationId xmlns:a16="http://schemas.microsoft.com/office/drawing/2014/main" id="{2628A453-97E5-4732-B5B4-274C1B538395}"/>
              </a:ext>
            </a:extLst>
          </p:cNvPr>
          <p:cNvSpPr>
            <a:spLocks xmlns:a="http://schemas.openxmlformats.org/drawingml/2006/main" noGrp="1"/>
          </p:cNvSpPr>
          <p:nvPr/>
        </p:nvSpPr>
        <p:spPr>
          <a:xfrm xmlns:a="http://schemas.openxmlformats.org/drawingml/2006/main">
            <a:off x="381000" y="83058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4" name="dp41-comparison / n14 / text 1">
            <a:extLst xmlns:a="http://schemas.openxmlformats.org/drawingml/2006/main">
              <a:ext uri="{FF2B5EF4-FFF2-40B4-BE49-F238E27FC236}">
                <a16:creationId xmlns:a16="http://schemas.microsoft.com/office/drawing/2014/main" id="{FD9E8158-4D60-4AF2-BE84-CFCD45A57D32}"/>
              </a:ext>
            </a:extLst>
          </p:cNvPr>
          <p:cNvSpPr>
            <a:spLocks xmlns:a="http://schemas.openxmlformats.org/drawingml/2006/main" noGrp="1"/>
          </p:cNvSpPr>
          <p:nvPr/>
        </p:nvSpPr>
        <p:spPr>
          <a:xfrm xmlns:a="http://schemas.openxmlformats.org/drawingml/2006/main">
            <a:off x="400050" y="840105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채택: Request Controller의 현재 입력과 정보, 권한 검사 및 저장 성공 후 응답 또는 Task 위임</a:t>
            </a:r>
          </a:p>
        </p:txBody>
      </p:sp>
      <p:sp>
        <p:nvSpPr>
          <p:cNvPr id="15" name="dp41-comparison / n15 / text 1">
            <a:extLst xmlns:a="http://schemas.openxmlformats.org/drawingml/2006/main">
              <a:ext uri="{FF2B5EF4-FFF2-40B4-BE49-F238E27FC236}">
                <a16:creationId xmlns:a16="http://schemas.microsoft.com/office/drawing/2014/main" id="{F52810BF-0544-4333-B5EE-2750A107E6A8}"/>
              </a:ext>
            </a:extLst>
          </p:cNvPr>
          <p:cNvSpPr>
            <a:spLocks xmlns:a="http://schemas.openxmlformats.org/drawingml/2006/main" noGrp="1"/>
          </p:cNvSpPr>
          <p:nvPr/>
        </p:nvSpPr>
        <p:spPr>
          <a:xfrm xmlns:a="http://schemas.openxmlformats.org/drawingml/2006/main">
            <a:off x="400050" y="8639175"/>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반복 종료: 의미 완성, 확인 질문 대기, 실패, 취소, 한도 도달 / 질문을 실제 전달하고 새 답변을 받은 뒤 해석 재개</a:t>
            </a:r>
          </a:p>
        </p:txBody>
      </p:sp>
      <p:sp>
        <p:nvSpPr>
          <p:cNvPr id="327" name="dp41-v5-summary / n1">
            <a:extLst xmlns:a="http://schemas.openxmlformats.org/drawingml/2006/main">
              <a:ext uri="{FF2B5EF4-FFF2-40B4-BE49-F238E27FC236}">
                <a16:creationId xmlns:a16="http://schemas.microsoft.com/office/drawing/2014/main" id="{7414EC7B-C8BA-4D86-AC39-A4F8FBA75312}"/>
              </a:ext>
            </a:extLst>
          </p:cNvPr>
          <p:cNvSpPr>
            <a:spLocks xmlns:a="http://schemas.openxmlformats.org/drawingml/2006/main" noGrp="1"/>
          </p:cNvSpPr>
          <p:nvPr/>
        </p:nvSpPr>
        <p:spPr>
          <a:xfrm xmlns:a="http://schemas.openxmlformats.org/drawingml/2006/main">
            <a:off x="381000" y="88963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8" name="dp41-v5-summary / n2">
            <a:extLst xmlns:a="http://schemas.openxmlformats.org/drawingml/2006/main">
              <a:ext uri="{FF2B5EF4-FFF2-40B4-BE49-F238E27FC236}">
                <a16:creationId xmlns:a16="http://schemas.microsoft.com/office/drawing/2014/main" id="{A4DB7634-B3E2-40B8-8D2C-1BFD223E2CE7}"/>
              </a:ext>
            </a:extLst>
          </p:cNvPr>
          <p:cNvSpPr>
            <a:spLocks xmlns:a="http://schemas.openxmlformats.org/drawingml/2006/main" noGrp="1"/>
          </p:cNvSpPr>
          <p:nvPr/>
        </p:nvSpPr>
        <p:spPr>
          <a:xfrm xmlns:a="http://schemas.openxmlformats.org/drawingml/2006/main">
            <a:off x="400050" y="8915400"/>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요청 처리 정확성</a:t>
            </a:r>
          </a:p>
        </p:txBody>
      </p:sp>
      <p:sp>
        <p:nvSpPr>
          <p:cNvPr id="329" name="dp41-v5-summary / n3">
            <a:extLst xmlns:a="http://schemas.openxmlformats.org/drawingml/2006/main">
              <a:ext uri="{FF2B5EF4-FFF2-40B4-BE49-F238E27FC236}">
                <a16:creationId xmlns:a16="http://schemas.microsoft.com/office/drawing/2014/main" id="{233FD539-807C-4662-A690-5269D8D36A29}"/>
              </a:ext>
            </a:extLst>
          </p:cNvPr>
          <p:cNvSpPr>
            <a:spLocks xmlns:a="http://schemas.openxmlformats.org/drawingml/2006/main" noGrp="1"/>
          </p:cNvSpPr>
          <p:nvPr/>
        </p:nvSpPr>
        <p:spPr>
          <a:xfrm xmlns:a="http://schemas.openxmlformats.org/drawingml/2006/main">
            <a:off x="2857500" y="8915400"/>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[전체 의미 결합과 부분 갱신]</a:t>
            </a:r>
          </a:p>
        </p:txBody>
      </p:sp>
      <p:sp>
        <p:nvSpPr>
          <p:cNvPr id="330" name="dp41-v5-summary / n4">
            <a:extLst xmlns:a="http://schemas.openxmlformats.org/drawingml/2006/main">
              <a:ext uri="{FF2B5EF4-FFF2-40B4-BE49-F238E27FC236}">
                <a16:creationId xmlns:a16="http://schemas.microsoft.com/office/drawing/2014/main" id="{52B47FF9-B1BF-4213-8AB3-C19697147A7B}"/>
              </a:ext>
            </a:extLst>
          </p:cNvPr>
          <p:cNvSpPr>
            <a:spLocks xmlns:a="http://schemas.openxmlformats.org/drawingml/2006/main" noGrp="1"/>
          </p:cNvSpPr>
          <p:nvPr/>
        </p:nvSpPr>
        <p:spPr>
          <a:xfrm xmlns:a="http://schemas.openxmlformats.org/drawingml/2006/main">
            <a:off x="10001250" y="8915400"/>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[요청 틀의 표현 범위와 부분 결합]</a:t>
            </a:r>
          </a:p>
        </p:txBody>
      </p:sp>
      <p:sp>
        <p:nvSpPr>
          <p:cNvPr id="331" name="dp41-v5-summary / n5">
            <a:extLst xmlns:a="http://schemas.openxmlformats.org/drawingml/2006/main">
              <a:ext uri="{FF2B5EF4-FFF2-40B4-BE49-F238E27FC236}">
                <a16:creationId xmlns:a16="http://schemas.microsoft.com/office/drawing/2014/main" id="{67247221-C18A-4488-841E-A254D3BDE5D1}"/>
              </a:ext>
            </a:extLst>
          </p:cNvPr>
          <p:cNvSpPr>
            <a:spLocks xmlns:a="http://schemas.openxmlformats.org/drawingml/2006/main" noGrp="1"/>
          </p:cNvSpPr>
          <p:nvPr/>
        </p:nvSpPr>
        <p:spPr>
          <a:xfrm xmlns:a="http://schemas.openxmlformats.org/drawingml/2006/main">
            <a:off x="381000" y="90773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32" name="dp41-v5-summary / n6">
            <a:extLst xmlns:a="http://schemas.openxmlformats.org/drawingml/2006/main">
              <a:ext uri="{FF2B5EF4-FFF2-40B4-BE49-F238E27FC236}">
                <a16:creationId xmlns:a16="http://schemas.microsoft.com/office/drawing/2014/main" id="{05F25425-2D54-4648-971F-532496016541}"/>
              </a:ext>
            </a:extLst>
          </p:cNvPr>
          <p:cNvSpPr>
            <a:spLocks xmlns:a="http://schemas.openxmlformats.org/drawingml/2006/main" noGrp="1"/>
          </p:cNvSpPr>
          <p:nvPr/>
        </p:nvSpPr>
        <p:spPr>
          <a:xfrm xmlns:a="http://schemas.openxmlformats.org/drawingml/2006/main">
            <a:off x="400050" y="9096375"/>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상호작용 응답시간</a:t>
            </a:r>
          </a:p>
        </p:txBody>
      </p:sp>
      <p:sp>
        <p:nvSpPr>
          <p:cNvPr id="333" name="dp41-v5-summary / n7">
            <a:extLst xmlns:a="http://schemas.openxmlformats.org/drawingml/2006/main">
              <a:ext uri="{FF2B5EF4-FFF2-40B4-BE49-F238E27FC236}">
                <a16:creationId xmlns:a16="http://schemas.microsoft.com/office/drawing/2014/main" id="{C66726AF-9DC1-4569-A592-C78156D6B834}"/>
              </a:ext>
            </a:extLst>
          </p:cNvPr>
          <p:cNvSpPr>
            <a:spLocks xmlns:a="http://schemas.openxmlformats.org/drawingml/2006/main" noGrp="1"/>
          </p:cNvSpPr>
          <p:nvPr/>
        </p:nvSpPr>
        <p:spPr>
          <a:xfrm xmlns:a="http://schemas.openxmlformats.org/drawingml/2006/main">
            <a:off x="2857500" y="9096375"/>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[조회 후 재판단과 실제 첫 반응]</a:t>
            </a:r>
          </a:p>
        </p:txBody>
      </p:sp>
      <p:sp>
        <p:nvSpPr>
          <p:cNvPr id="334" name="dp41-v5-summary / n8">
            <a:extLst xmlns:a="http://schemas.openxmlformats.org/drawingml/2006/main">
              <a:ext uri="{FF2B5EF4-FFF2-40B4-BE49-F238E27FC236}">
                <a16:creationId xmlns:a16="http://schemas.microsoft.com/office/drawing/2014/main" id="{4A1D1B3B-6C38-497B-9560-D4AF26B09539}"/>
              </a:ext>
            </a:extLst>
          </p:cNvPr>
          <p:cNvSpPr>
            <a:spLocks xmlns:a="http://schemas.openxmlformats.org/drawingml/2006/main" noGrp="1"/>
          </p:cNvSpPr>
          <p:nvPr/>
        </p:nvSpPr>
        <p:spPr>
          <a:xfrm xmlns:a="http://schemas.openxmlformats.org/drawingml/2006/main">
            <a:off x="10001250" y="9096375"/>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[지원 항목의 코드 해결과 추가 해석]</a:t>
            </a:r>
          </a:p>
        </p:txBody>
      </p:sp>
      <p:sp>
        <p:nvSpPr>
          <p:cNvPr id="335" name="dp41-v5-summary / n9">
            <a:extLst xmlns:a="http://schemas.openxmlformats.org/drawingml/2006/main">
              <a:ext uri="{FF2B5EF4-FFF2-40B4-BE49-F238E27FC236}">
                <a16:creationId xmlns:a16="http://schemas.microsoft.com/office/drawing/2014/main" id="{2018D30A-4648-45FD-B623-70CCFF6A2A65}"/>
              </a:ext>
            </a:extLst>
          </p:cNvPr>
          <p:cNvSpPr>
            <a:spLocks xmlns:a="http://schemas.openxmlformats.org/drawingml/2006/main" noGrp="1"/>
          </p:cNvSpPr>
          <p:nvPr/>
        </p:nvSpPr>
        <p:spPr>
          <a:xfrm xmlns:a="http://schemas.openxmlformats.org/drawingml/2006/main">
            <a:off x="381000" y="9258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36" name="dp41-v5-summary / n10">
            <a:extLst xmlns:a="http://schemas.openxmlformats.org/drawingml/2006/main">
              <a:ext uri="{FF2B5EF4-FFF2-40B4-BE49-F238E27FC236}">
                <a16:creationId xmlns:a16="http://schemas.microsoft.com/office/drawing/2014/main" id="{44B69062-40F0-43B8-94D9-C0CC59F4B3ED}"/>
              </a:ext>
            </a:extLst>
          </p:cNvPr>
          <p:cNvSpPr>
            <a:spLocks xmlns:a="http://schemas.openxmlformats.org/drawingml/2006/main" noGrp="1"/>
          </p:cNvSpPr>
          <p:nvPr/>
        </p:nvSpPr>
        <p:spPr>
          <a:xfrm xmlns:a="http://schemas.openxmlformats.org/drawingml/2006/main">
            <a:off x="400050" y="9277350"/>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요청 처리시간</a:t>
            </a:r>
          </a:p>
        </p:txBody>
      </p:sp>
      <p:sp>
        <p:nvSpPr>
          <p:cNvPr id="337" name="dp41-v5-summary / n11">
            <a:extLst xmlns:a="http://schemas.openxmlformats.org/drawingml/2006/main">
              <a:ext uri="{FF2B5EF4-FFF2-40B4-BE49-F238E27FC236}">
                <a16:creationId xmlns:a16="http://schemas.microsoft.com/office/drawing/2014/main" id="{89073AD5-7A87-4D2A-B49B-E6E773979141}"/>
              </a:ext>
            </a:extLst>
          </p:cNvPr>
          <p:cNvSpPr>
            <a:spLocks xmlns:a="http://schemas.openxmlformats.org/drawingml/2006/main" noGrp="1"/>
          </p:cNvSpPr>
          <p:nvPr/>
        </p:nvSpPr>
        <p:spPr>
          <a:xfrm xmlns:a="http://schemas.openxmlformats.org/drawingml/2006/main">
            <a:off x="2857500" y="9277350"/>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[조회와 전체 판단의 반복 경로]</a:t>
            </a:r>
          </a:p>
        </p:txBody>
      </p:sp>
      <p:sp>
        <p:nvSpPr>
          <p:cNvPr id="338" name="dp41-v5-summary / n12">
            <a:extLst xmlns:a="http://schemas.openxmlformats.org/drawingml/2006/main">
              <a:ext uri="{FF2B5EF4-FFF2-40B4-BE49-F238E27FC236}">
                <a16:creationId xmlns:a16="http://schemas.microsoft.com/office/drawing/2014/main" id="{095495EC-F732-482B-8325-7B48973E5235}"/>
              </a:ext>
            </a:extLst>
          </p:cNvPr>
          <p:cNvSpPr>
            <a:spLocks xmlns:a="http://schemas.openxmlformats.org/drawingml/2006/main" noGrp="1"/>
          </p:cNvSpPr>
          <p:nvPr/>
        </p:nvSpPr>
        <p:spPr>
          <a:xfrm xmlns:a="http://schemas.openxmlformats.org/drawingml/2006/main">
            <a:off x="10001250" y="9277350"/>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[항목별 해결과 코드 결합 경로]</a:t>
            </a:r>
          </a:p>
        </p:txBody>
      </p:sp>
      <p:sp>
        <p:nvSpPr>
          <p:cNvPr id="339" name="dp41-v5-summary / n13">
            <a:extLst xmlns:a="http://schemas.openxmlformats.org/drawingml/2006/main">
              <a:ext uri="{FF2B5EF4-FFF2-40B4-BE49-F238E27FC236}">
                <a16:creationId xmlns:a16="http://schemas.microsoft.com/office/drawing/2014/main" id="{6F8236F8-95CF-4075-99F6-078F559E174A}"/>
              </a:ext>
            </a:extLst>
          </p:cNvPr>
          <p:cNvSpPr>
            <a:spLocks xmlns:a="http://schemas.openxmlformats.org/drawingml/2006/main" noGrp="1"/>
          </p:cNvSpPr>
          <p:nvPr/>
        </p:nvSpPr>
        <p:spPr>
          <a:xfrm xmlns:a="http://schemas.openxmlformats.org/drawingml/2006/main">
            <a:off x="381000" y="9439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40" name="dp41-v5-summary / n14">
            <a:extLst xmlns:a="http://schemas.openxmlformats.org/drawingml/2006/main">
              <a:ext uri="{FF2B5EF4-FFF2-40B4-BE49-F238E27FC236}">
                <a16:creationId xmlns:a16="http://schemas.microsoft.com/office/drawing/2014/main" id="{14E46EFC-14D5-428E-B06E-9FAF0B4011EB}"/>
              </a:ext>
            </a:extLst>
          </p:cNvPr>
          <p:cNvSpPr>
            <a:spLocks xmlns:a="http://schemas.openxmlformats.org/drawingml/2006/main" noGrp="1"/>
          </p:cNvSpPr>
          <p:nvPr/>
        </p:nvSpPr>
        <p:spPr>
          <a:xfrm xmlns:a="http://schemas.openxmlformats.org/drawingml/2006/main">
            <a:off x="400050" y="9458325"/>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모델 사용 비용</a:t>
            </a:r>
          </a:p>
        </p:txBody>
      </p:sp>
      <p:sp>
        <p:nvSpPr>
          <p:cNvPr id="341" name="dp41-v5-summary / n15">
            <a:extLst xmlns:a="http://schemas.openxmlformats.org/drawingml/2006/main">
              <a:ext uri="{FF2B5EF4-FFF2-40B4-BE49-F238E27FC236}">
                <a16:creationId xmlns:a16="http://schemas.microsoft.com/office/drawing/2014/main" id="{A0DD44C8-A1D4-41D7-A118-F8BC30C608B5}"/>
              </a:ext>
            </a:extLst>
          </p:cNvPr>
          <p:cNvSpPr>
            <a:spLocks xmlns:a="http://schemas.openxmlformats.org/drawingml/2006/main" noGrp="1"/>
          </p:cNvSpPr>
          <p:nvPr/>
        </p:nvSpPr>
        <p:spPr>
          <a:xfrm xmlns:a="http://schemas.openxmlformats.org/drawingml/2006/main">
            <a:off x="2857500" y="9458325"/>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[실제 재판단 token과 폐기 청구]</a:t>
            </a:r>
          </a:p>
        </p:txBody>
      </p:sp>
      <p:sp>
        <p:nvSpPr>
          <p:cNvPr id="342" name="dp41-v5-summary / n16">
            <a:extLst xmlns:a="http://schemas.openxmlformats.org/drawingml/2006/main">
              <a:ext uri="{FF2B5EF4-FFF2-40B4-BE49-F238E27FC236}">
                <a16:creationId xmlns:a16="http://schemas.microsoft.com/office/drawing/2014/main" id="{96CFC62A-BB57-4A35-9355-2FEA0184901D}"/>
              </a:ext>
            </a:extLst>
          </p:cNvPr>
          <p:cNvSpPr>
            <a:spLocks xmlns:a="http://schemas.openxmlformats.org/drawingml/2006/main" noGrp="1"/>
          </p:cNvSpPr>
          <p:nvPr/>
        </p:nvSpPr>
        <p:spPr>
          <a:xfrm xmlns:a="http://schemas.openxmlformats.org/drawingml/2006/main">
            <a:off x="10001250" y="9458325"/>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[부분 해석 호출과 전체 청구]</a:t>
            </a:r>
          </a:p>
        </p:txBody>
      </p:sp>
      <p:sp>
        <p:nvSpPr>
          <p:cNvPr id="343" name="dp41-v5-summary / n17">
            <a:extLst xmlns:a="http://schemas.openxmlformats.org/drawingml/2006/main">
              <a:ext uri="{FF2B5EF4-FFF2-40B4-BE49-F238E27FC236}">
                <a16:creationId xmlns:a16="http://schemas.microsoft.com/office/drawing/2014/main" id="{FF341B01-3BDC-486E-AF62-51B33CE20AD2}"/>
              </a:ext>
            </a:extLst>
          </p:cNvPr>
          <p:cNvSpPr>
            <a:spLocks xmlns:a="http://schemas.openxmlformats.org/drawingml/2006/main" noGrp="1"/>
          </p:cNvSpPr>
          <p:nvPr/>
        </p:nvSpPr>
        <p:spPr>
          <a:xfrm xmlns:a="http://schemas.openxmlformats.org/drawingml/2006/main">
            <a:off x="381000" y="96202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44" name="dp41-v5-summary / n18">
            <a:extLst xmlns:a="http://schemas.openxmlformats.org/drawingml/2006/main">
              <a:ext uri="{FF2B5EF4-FFF2-40B4-BE49-F238E27FC236}">
                <a16:creationId xmlns:a16="http://schemas.microsoft.com/office/drawing/2014/main" id="{D8BAE903-5EFA-4F93-A3FA-A813176B8252}"/>
              </a:ext>
            </a:extLst>
          </p:cNvPr>
          <p:cNvSpPr>
            <a:spLocks xmlns:a="http://schemas.openxmlformats.org/drawingml/2006/main" noGrp="1"/>
          </p:cNvSpPr>
          <p:nvPr/>
        </p:nvSpPr>
        <p:spPr>
          <a:xfrm xmlns:a="http://schemas.openxmlformats.org/drawingml/2006/main">
            <a:off x="400050" y="9639300"/>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변경 용이성</a:t>
            </a:r>
          </a:p>
        </p:txBody>
      </p:sp>
      <p:sp>
        <p:nvSpPr>
          <p:cNvPr id="345" name="dp41-v5-summary / n19">
            <a:extLst xmlns:a="http://schemas.openxmlformats.org/drawingml/2006/main">
              <a:ext uri="{FF2B5EF4-FFF2-40B4-BE49-F238E27FC236}">
                <a16:creationId xmlns:a16="http://schemas.microsoft.com/office/drawing/2014/main" id="{A4533103-B8DE-4354-ADBF-7A1C1FB210C4}"/>
              </a:ext>
            </a:extLst>
          </p:cNvPr>
          <p:cNvSpPr>
            <a:spLocks xmlns:a="http://schemas.openxmlformats.org/drawingml/2006/main" noGrp="1"/>
          </p:cNvSpPr>
          <p:nvPr/>
        </p:nvSpPr>
        <p:spPr>
          <a:xfrm xmlns:a="http://schemas.openxmlformats.org/drawingml/2006/main">
            <a:off x="2857500" y="9639300"/>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[모델 지침과 검증의 실제 수정]</a:t>
            </a:r>
          </a:p>
        </p:txBody>
      </p:sp>
      <p:sp>
        <p:nvSpPr>
          <p:cNvPr id="346" name="dp41-v5-summary / n20">
            <a:extLst xmlns:a="http://schemas.openxmlformats.org/drawingml/2006/main">
              <a:ext uri="{FF2B5EF4-FFF2-40B4-BE49-F238E27FC236}">
                <a16:creationId xmlns:a16="http://schemas.microsoft.com/office/drawing/2014/main" id="{15052016-0147-4004-A47A-1655E361E2CB}"/>
              </a:ext>
            </a:extLst>
          </p:cNvPr>
          <p:cNvSpPr>
            <a:spLocks xmlns:a="http://schemas.openxmlformats.org/drawingml/2006/main" noGrp="1"/>
          </p:cNvSpPr>
          <p:nvPr/>
        </p:nvSpPr>
        <p:spPr>
          <a:xfrm xmlns:a="http://schemas.openxmlformats.org/drawingml/2006/main">
            <a:off x="10001250" y="9639300"/>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[요청 틀과 Engine 규칙의 실제 수정]</a:t>
            </a:r>
          </a:p>
        </p:txBody>
      </p:sp>
      <p:sp>
        <p:nvSpPr>
          <p:cNvPr id="347" name="dp41-v5-summary / n21">
            <a:extLst xmlns:a="http://schemas.openxmlformats.org/drawingml/2006/main">
              <a:ext uri="{FF2B5EF4-FFF2-40B4-BE49-F238E27FC236}">
                <a16:creationId xmlns:a16="http://schemas.microsoft.com/office/drawing/2014/main" id="{B9A4086D-04B9-447E-BEED-7C0A68671038}"/>
              </a:ext>
            </a:extLst>
          </p:cNvPr>
          <p:cNvSpPr>
            <a:spLocks xmlns:a="http://schemas.openxmlformats.org/drawingml/2006/main" noGrp="1"/>
          </p:cNvSpPr>
          <p:nvPr/>
        </p:nvSpPr>
        <p:spPr>
          <a:xfrm xmlns:a="http://schemas.openxmlformats.org/drawingml/2006/main">
            <a:off x="381000" y="98012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48" name="dp41-v5-summary / n22">
            <a:extLst xmlns:a="http://schemas.openxmlformats.org/drawingml/2006/main">
              <a:ext uri="{FF2B5EF4-FFF2-40B4-BE49-F238E27FC236}">
                <a16:creationId xmlns:a16="http://schemas.microsoft.com/office/drawing/2014/main" id="{9AF8AF99-2CBC-4DC8-AC8F-CF4427D1FA7B}"/>
              </a:ext>
            </a:extLst>
          </p:cNvPr>
          <p:cNvSpPr>
            <a:spLocks xmlns:a="http://schemas.openxmlformats.org/drawingml/2006/main" noGrp="1"/>
          </p:cNvSpPr>
          <p:nvPr/>
        </p:nvSpPr>
        <p:spPr>
          <a:xfrm xmlns:a="http://schemas.openxmlformats.org/drawingml/2006/main">
            <a:off x="400050" y="9820275"/>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로컬 VIA 메모리 사용량</a:t>
            </a:r>
          </a:p>
        </p:txBody>
      </p:sp>
      <p:sp>
        <p:nvSpPr>
          <p:cNvPr id="349" name="dp41-v5-summary / n23">
            <a:extLst xmlns:a="http://schemas.openxmlformats.org/drawingml/2006/main">
              <a:ext uri="{FF2B5EF4-FFF2-40B4-BE49-F238E27FC236}">
                <a16:creationId xmlns:a16="http://schemas.microsoft.com/office/drawing/2014/main" id="{C1A2DE82-7603-4DC6-8E82-A79D5541020A}"/>
              </a:ext>
            </a:extLst>
          </p:cNvPr>
          <p:cNvSpPr>
            <a:spLocks xmlns:a="http://schemas.openxmlformats.org/drawingml/2006/main" noGrp="1"/>
          </p:cNvSpPr>
          <p:nvPr/>
        </p:nvSpPr>
        <p:spPr>
          <a:xfrm xmlns:a="http://schemas.openxmlformats.org/drawingml/2006/main">
            <a:off x="2857500" y="9820275"/>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예산 1,792MiB  [Context와 조회 buffer의 동시 할당]</a:t>
            </a:r>
          </a:p>
        </p:txBody>
      </p:sp>
      <p:sp>
        <p:nvSpPr>
          <p:cNvPr id="350" name="dp41-v5-summary / n24">
            <a:extLst xmlns:a="http://schemas.openxmlformats.org/drawingml/2006/main">
              <a:ext uri="{FF2B5EF4-FFF2-40B4-BE49-F238E27FC236}">
                <a16:creationId xmlns:a16="http://schemas.microsoft.com/office/drawing/2014/main" id="{E6F68C1E-6BA3-4359-86AE-91A3C2856852}"/>
              </a:ext>
            </a:extLst>
          </p:cNvPr>
          <p:cNvSpPr>
            <a:spLocks xmlns:a="http://schemas.openxmlformats.org/drawingml/2006/main" noGrp="1"/>
          </p:cNvSpPr>
          <p:nvPr/>
        </p:nvSpPr>
        <p:spPr>
          <a:xfrm xmlns:a="http://schemas.openxmlformats.org/drawingml/2006/main">
            <a:off x="10001250" y="9820275"/>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예산 1,760MiB  [요청 틀과 해결 상태의 동시 할당]</a:t>
            </a:r>
          </a:p>
        </p:txBody>
      </p:sp>
      <p:sp>
        <p:nvSpPr>
          <p:cNvPr id="351" name="dp41-v5-summary / n25">
            <a:extLst xmlns:a="http://schemas.openxmlformats.org/drawingml/2006/main">
              <a:ext uri="{FF2B5EF4-FFF2-40B4-BE49-F238E27FC236}">
                <a16:creationId xmlns:a16="http://schemas.microsoft.com/office/drawing/2014/main" id="{2F46DB74-E42B-4B95-8EFE-3361D15ABE47}"/>
              </a:ext>
            </a:extLst>
          </p:cNvPr>
          <p:cNvSpPr>
            <a:spLocks xmlns:a="http://schemas.openxmlformats.org/drawingml/2006/main" noGrp="1"/>
          </p:cNvSpPr>
          <p:nvPr/>
        </p:nvSpPr>
        <p:spPr>
          <a:xfrm xmlns:a="http://schemas.openxmlformats.org/drawingml/2006/main">
            <a:off x="381000" y="100298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ASR-QA-v6 / P21 기준 / 미실측은 0점이 아님 / 메모리는 예산 가정 / 지역 계산은 다음 장</a:t>
            </a:r>
          </a:p>
        </p:txBody>
      </p:sp>
      <p:sp>
        <p:nvSpPr>
          <p:cNvPr id="33" name="dp41-comparison / n33">
            <a:extLst xmlns:a="http://schemas.openxmlformats.org/drawingml/2006/main">
              <a:ext uri="{FF2B5EF4-FFF2-40B4-BE49-F238E27FC236}">
                <a16:creationId xmlns:a16="http://schemas.microsoft.com/office/drawing/2014/main" id="{8094D5CE-C823-415C-8B62-3745C97B2ABA}"/>
              </a:ext>
            </a:extLst>
          </p:cNvPr>
          <p:cNvSpPr>
            <a:spLocks xmlns:a="http://schemas.openxmlformats.org/drawingml/2006/main" noGrp="1"/>
          </p:cNvSpPr>
          <p:nvPr/>
        </p:nvSpPr>
        <p:spPr>
          <a:xfrm xmlns:a="http://schemas.openxmlformats.org/drawingml/2006/main">
            <a:off x="447675" y="3257550"/>
            <a:ext cx="819150" cy="50006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4" name="dp41-comparison / n34 / text 1">
            <a:extLst xmlns:a="http://schemas.openxmlformats.org/drawingml/2006/main">
              <a:ext uri="{FF2B5EF4-FFF2-40B4-BE49-F238E27FC236}">
                <a16:creationId xmlns:a16="http://schemas.microsoft.com/office/drawing/2014/main" id="{044931FA-E06A-4C2E-BB38-1334EE8CD71E}"/>
              </a:ext>
            </a:extLst>
          </p:cNvPr>
          <p:cNvSpPr>
            <a:spLocks xmlns:a="http://schemas.openxmlformats.org/drawingml/2006/main" noGrp="1"/>
          </p:cNvSpPr>
          <p:nvPr/>
        </p:nvSpPr>
        <p:spPr>
          <a:xfrm xmlns:a="http://schemas.openxmlformats.org/drawingml/2006/main">
            <a:off x="466725" y="3343275"/>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35" name="dp41-comparison / n35">
            <a:extLst xmlns:a="http://schemas.openxmlformats.org/drawingml/2006/main">
              <a:ext uri="{FF2B5EF4-FFF2-40B4-BE49-F238E27FC236}">
                <a16:creationId xmlns:a16="http://schemas.microsoft.com/office/drawing/2014/main" id="{2DDDB9B4-A7C8-4779-A6C9-EB47D2677788}"/>
              </a:ext>
            </a:extLst>
          </p:cNvPr>
          <p:cNvSpPr>
            <a:spLocks xmlns:a="http://schemas.openxmlformats.org/drawingml/2006/main" noGrp="1"/>
          </p:cNvSpPr>
          <p:nvPr/>
        </p:nvSpPr>
        <p:spPr>
          <a:xfrm xmlns:a="http://schemas.openxmlformats.org/drawingml/2006/main">
            <a:off x="504825" y="3609975"/>
            <a:ext cx="7048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6" name="dp41-comparison / n36 / text 1">
            <a:extLst xmlns:a="http://schemas.openxmlformats.org/drawingml/2006/main">
              <a:ext uri="{FF2B5EF4-FFF2-40B4-BE49-F238E27FC236}">
                <a16:creationId xmlns:a16="http://schemas.microsoft.com/office/drawing/2014/main" id="{74EB7C2A-BEC5-405C-90A9-888CA10074F1}"/>
              </a:ext>
            </a:extLst>
          </p:cNvPr>
          <p:cNvSpPr>
            <a:spLocks xmlns:a="http://schemas.openxmlformats.org/drawingml/2006/main" noGrp="1"/>
          </p:cNvSpPr>
          <p:nvPr/>
        </p:nvSpPr>
        <p:spPr>
          <a:xfrm xmlns:a="http://schemas.openxmlformats.org/drawingml/2006/main">
            <a:off x="590550" y="36766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37" name="dp41-comparison / n37 / text 1">
            <a:extLst xmlns:a="http://schemas.openxmlformats.org/drawingml/2006/main">
              <a:ext uri="{FF2B5EF4-FFF2-40B4-BE49-F238E27FC236}">
                <a16:creationId xmlns:a16="http://schemas.microsoft.com/office/drawing/2014/main" id="{43FEE6A4-0B52-46EF-927B-3200F5382FDD}"/>
              </a:ext>
            </a:extLst>
          </p:cNvPr>
          <p:cNvSpPr>
            <a:spLocks xmlns:a="http://schemas.openxmlformats.org/drawingml/2006/main" noGrp="1"/>
          </p:cNvSpPr>
          <p:nvPr/>
        </p:nvSpPr>
        <p:spPr>
          <a:xfrm xmlns:a="http://schemas.openxmlformats.org/drawingml/2006/main">
            <a:off x="514350" y="38957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38" name="dp41-comparison / n38">
            <a:extLst xmlns:a="http://schemas.openxmlformats.org/drawingml/2006/main">
              <a:ext uri="{FF2B5EF4-FFF2-40B4-BE49-F238E27FC236}">
                <a16:creationId xmlns:a16="http://schemas.microsoft.com/office/drawing/2014/main" id="{F04C860E-9291-447A-8B55-4CC8DFBF76E7}"/>
              </a:ext>
            </a:extLst>
          </p:cNvPr>
          <p:cNvSpPr>
            <a:spLocks xmlns:a="http://schemas.openxmlformats.org/drawingml/2006/main" noGrp="1"/>
          </p:cNvSpPr>
          <p:nvPr/>
        </p:nvSpPr>
        <p:spPr>
          <a:xfrm xmlns:a="http://schemas.openxmlformats.org/drawingml/2006/main">
            <a:off x="504825" y="4171950"/>
            <a:ext cx="704850" cy="257175"/>
          </a:xfrm>
          <a:prstGeom xmlns:a="http://schemas.openxmlformats.org/drawingml/2006/main" prst="roundRect">
            <a:avLst>
              <a:gd name="adj" fmla="val 29630"/>
            </a:avLst>
          </a:prstGeom>
          <a:solidFill xmlns:a="http://schemas.openxmlformats.org/drawingml/2006/main">
            <a:srgbClr val="FFFFFF"/>
          </a:solidFill>
          <a:ln xmlns:a="http://schemas.openxmlformats.org/drawingml/2006/main" w="9525">
            <a:solidFill>
              <a:srgbClr val="000000"/>
            </a:solidFill>
            <a:prstDash val="solid"/>
          </a:ln>
        </p:spPr>
      </p:sp>
      <p:sp>
        <p:nvSpPr>
          <p:cNvPr id="39" name="dp41-comparison / n39 / text 1">
            <a:extLst xmlns:a="http://schemas.openxmlformats.org/drawingml/2006/main">
              <a:ext uri="{FF2B5EF4-FFF2-40B4-BE49-F238E27FC236}">
                <a16:creationId xmlns:a16="http://schemas.microsoft.com/office/drawing/2014/main" id="{C6F806C1-AAC7-474A-BE7E-B62589B56DFA}"/>
              </a:ext>
            </a:extLst>
          </p:cNvPr>
          <p:cNvSpPr>
            <a:spLocks xmlns:a="http://schemas.openxmlformats.org/drawingml/2006/main" noGrp="1"/>
          </p:cNvSpPr>
          <p:nvPr/>
        </p:nvSpPr>
        <p:spPr>
          <a:xfrm xmlns:a="http://schemas.openxmlformats.org/drawingml/2006/main">
            <a:off x="590550" y="42386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0" name="dp41-comparison / n40 / text 1">
            <a:extLst xmlns:a="http://schemas.openxmlformats.org/drawingml/2006/main">
              <a:ext uri="{FF2B5EF4-FFF2-40B4-BE49-F238E27FC236}">
                <a16:creationId xmlns:a16="http://schemas.microsoft.com/office/drawing/2014/main" id="{66D0DBE6-0033-48AA-885E-4C8BCC006A83}"/>
              </a:ext>
            </a:extLst>
          </p:cNvPr>
          <p:cNvSpPr>
            <a:spLocks xmlns:a="http://schemas.openxmlformats.org/drawingml/2006/main" noGrp="1"/>
          </p:cNvSpPr>
          <p:nvPr/>
        </p:nvSpPr>
        <p:spPr>
          <a:xfrm xmlns:a="http://schemas.openxmlformats.org/drawingml/2006/main">
            <a:off x="514350" y="44577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1" name="dp41-comparison / n41">
            <a:extLst xmlns:a="http://schemas.openxmlformats.org/drawingml/2006/main">
              <a:ext uri="{FF2B5EF4-FFF2-40B4-BE49-F238E27FC236}">
                <a16:creationId xmlns:a16="http://schemas.microsoft.com/office/drawing/2014/main" id="{489AEC08-A147-490A-A72E-35A320D69C14}"/>
              </a:ext>
            </a:extLst>
          </p:cNvPr>
          <p:cNvSpPr>
            <a:spLocks xmlns:a="http://schemas.openxmlformats.org/drawingml/2006/main" noGrp="1"/>
          </p:cNvSpPr>
          <p:nvPr/>
        </p:nvSpPr>
        <p:spPr>
          <a:xfrm xmlns:a="http://schemas.openxmlformats.org/drawingml/2006/main">
            <a:off x="504825" y="4733925"/>
            <a:ext cx="704850" cy="257175"/>
          </a:xfrm>
          <a:custGeom xmlns:a="http://schemas.openxmlformats.org/drawingml/2006/main">
            <a:pathLst>
              <a:path w="704850" h="257175">
                <a:moveTo>
                  <a:pt x="0" y="0"/>
                </a:moveTo>
                <a:lnTo>
                  <a:pt x="533400" y="0"/>
                </a:lnTo>
                <a:lnTo>
                  <a:pt x="704850" y="171450"/>
                </a:lnTo>
                <a:lnTo>
                  <a:pt x="704850" y="257175"/>
                </a:lnTo>
                <a:lnTo>
                  <a:pt x="0" y="2571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42" name="dp41-comparison / n41 / fold">
            <a:extLst xmlns:a="http://schemas.openxmlformats.org/drawingml/2006/main">
              <a:ext uri="{FF2B5EF4-FFF2-40B4-BE49-F238E27FC236}">
                <a16:creationId xmlns:a16="http://schemas.microsoft.com/office/drawing/2014/main" id="{7308B8DB-CE6C-47DA-B136-235330CB0DFB}"/>
              </a:ext>
            </a:extLst>
          </p:cNvPr>
          <p:cNvSpPr>
            <a:spLocks xmlns:a="http://schemas.openxmlformats.org/drawingml/2006/main" noGrp="1"/>
          </p:cNvSpPr>
          <p:nvPr/>
        </p:nvSpPr>
        <p:spPr>
          <a:xfrm xmlns:a="http://schemas.openxmlformats.org/drawingml/2006/main">
            <a:off x="1038225" y="47339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43" name="dp41-comparison / n42 / text 1">
            <a:extLst xmlns:a="http://schemas.openxmlformats.org/drawingml/2006/main">
              <a:ext uri="{FF2B5EF4-FFF2-40B4-BE49-F238E27FC236}">
                <a16:creationId xmlns:a16="http://schemas.microsoft.com/office/drawing/2014/main" id="{1EE18145-7510-4DF8-B45E-F0D44EF36451}"/>
              </a:ext>
            </a:extLst>
          </p:cNvPr>
          <p:cNvSpPr>
            <a:spLocks xmlns:a="http://schemas.openxmlformats.org/drawingml/2006/main" noGrp="1"/>
          </p:cNvSpPr>
          <p:nvPr/>
        </p:nvSpPr>
        <p:spPr>
          <a:xfrm xmlns:a="http://schemas.openxmlformats.org/drawingml/2006/main">
            <a:off x="523875" y="4800600"/>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44" name="dp41-comparison / n43 / text 1">
            <a:extLst xmlns:a="http://schemas.openxmlformats.org/drawingml/2006/main">
              <a:ext uri="{FF2B5EF4-FFF2-40B4-BE49-F238E27FC236}">
                <a16:creationId xmlns:a16="http://schemas.microsoft.com/office/drawing/2014/main" id="{82CF1234-3E56-451C-9378-09DA64F17CA4}"/>
              </a:ext>
            </a:extLst>
          </p:cNvPr>
          <p:cNvSpPr>
            <a:spLocks xmlns:a="http://schemas.openxmlformats.org/drawingml/2006/main" noGrp="1"/>
          </p:cNvSpPr>
          <p:nvPr/>
        </p:nvSpPr>
        <p:spPr>
          <a:xfrm xmlns:a="http://schemas.openxmlformats.org/drawingml/2006/main">
            <a:off x="514350" y="50196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45" name="dp41-comparison / n44">
            <a:extLst xmlns:a="http://schemas.openxmlformats.org/drawingml/2006/main">
              <a:ext uri="{FF2B5EF4-FFF2-40B4-BE49-F238E27FC236}">
                <a16:creationId xmlns:a16="http://schemas.microsoft.com/office/drawing/2014/main" id="{863C60EB-4620-41FF-BBCC-3C48CFE98703}"/>
              </a:ext>
            </a:extLst>
          </p:cNvPr>
          <p:cNvSpPr>
            <a:spLocks xmlns:a="http://schemas.openxmlformats.org/drawingml/2006/main" noGrp="1"/>
          </p:cNvSpPr>
          <p:nvPr/>
        </p:nvSpPr>
        <p:spPr>
          <a:xfrm xmlns:a="http://schemas.openxmlformats.org/drawingml/2006/main">
            <a:off x="504825" y="5286375"/>
            <a:ext cx="704850" cy="25717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46" name="dp41-comparison / n45 / text 1">
            <a:extLst xmlns:a="http://schemas.openxmlformats.org/drawingml/2006/main">
              <a:ext uri="{FF2B5EF4-FFF2-40B4-BE49-F238E27FC236}">
                <a16:creationId xmlns:a16="http://schemas.microsoft.com/office/drawing/2014/main" id="{A1C4AABF-7287-4D91-B12F-E0AF8689B8DB}"/>
              </a:ext>
            </a:extLst>
          </p:cNvPr>
          <p:cNvSpPr>
            <a:spLocks xmlns:a="http://schemas.openxmlformats.org/drawingml/2006/main" noGrp="1"/>
          </p:cNvSpPr>
          <p:nvPr/>
        </p:nvSpPr>
        <p:spPr>
          <a:xfrm xmlns:a="http://schemas.openxmlformats.org/drawingml/2006/main">
            <a:off x="590550" y="53530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47" name="dp41-comparison / n46 / text 1">
            <a:extLst xmlns:a="http://schemas.openxmlformats.org/drawingml/2006/main">
              <a:ext uri="{FF2B5EF4-FFF2-40B4-BE49-F238E27FC236}">
                <a16:creationId xmlns:a16="http://schemas.microsoft.com/office/drawing/2014/main" id="{CC15AAC1-0425-44F3-A5E3-E605BE762CEF}"/>
              </a:ext>
            </a:extLst>
          </p:cNvPr>
          <p:cNvSpPr>
            <a:spLocks xmlns:a="http://schemas.openxmlformats.org/drawingml/2006/main" noGrp="1"/>
          </p:cNvSpPr>
          <p:nvPr/>
        </p:nvSpPr>
        <p:spPr>
          <a:xfrm xmlns:a="http://schemas.openxmlformats.org/drawingml/2006/main">
            <a:off x="514350" y="55721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48" name="dp41-comparison / n47">
            <a:extLst xmlns:a="http://schemas.openxmlformats.org/drawingml/2006/main">
              <a:ext uri="{FF2B5EF4-FFF2-40B4-BE49-F238E27FC236}">
                <a16:creationId xmlns:a16="http://schemas.microsoft.com/office/drawing/2014/main" id="{2C8B6DD8-0D1B-408D-9875-B9C3C18E3393}"/>
              </a:ext>
            </a:extLst>
          </p:cNvPr>
          <p:cNvSpPr>
            <a:spLocks xmlns:a="http://schemas.openxmlformats.org/drawingml/2006/main" noGrp="1"/>
          </p:cNvSpPr>
          <p:nvPr/>
        </p:nvSpPr>
        <p:spPr>
          <a:xfrm xmlns:a="http://schemas.openxmlformats.org/drawingml/2006/main">
            <a:off x="504825" y="5848350"/>
            <a:ext cx="704850" cy="257175"/>
          </a:xfrm>
          <a:prstGeom xmlns:a="http://schemas.openxmlformats.org/drawingml/2006/main" prst="roundRect">
            <a:avLst>
              <a:gd name="adj" fmla="val 29630"/>
            </a:avLst>
          </a:prstGeom>
          <a:solidFill xmlns:a="http://schemas.openxmlformats.org/drawingml/2006/main">
            <a:srgbClr val="FFF0DD"/>
          </a:solidFill>
          <a:ln xmlns:a="http://schemas.openxmlformats.org/drawingml/2006/main" w="9525">
            <a:solidFill>
              <a:srgbClr val="B8753F"/>
            </a:solidFill>
            <a:prstDash val="solid"/>
          </a:ln>
        </p:spPr>
      </p:sp>
      <p:sp>
        <p:nvSpPr>
          <p:cNvPr id="49" name="dp41-comparison / n48 / text 1">
            <a:extLst xmlns:a="http://schemas.openxmlformats.org/drawingml/2006/main">
              <a:ext uri="{FF2B5EF4-FFF2-40B4-BE49-F238E27FC236}">
                <a16:creationId xmlns:a16="http://schemas.microsoft.com/office/drawing/2014/main" id="{0B2A1213-5273-4EBA-AC54-FF64D1F092DE}"/>
              </a:ext>
            </a:extLst>
          </p:cNvPr>
          <p:cNvSpPr>
            <a:spLocks xmlns:a="http://schemas.openxmlformats.org/drawingml/2006/main" noGrp="1"/>
          </p:cNvSpPr>
          <p:nvPr/>
        </p:nvSpPr>
        <p:spPr>
          <a:xfrm xmlns:a="http://schemas.openxmlformats.org/drawingml/2006/main">
            <a:off x="590550" y="59150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0" name="dp41-comparison / n49 / text 1">
            <a:extLst xmlns:a="http://schemas.openxmlformats.org/drawingml/2006/main">
              <a:ext uri="{FF2B5EF4-FFF2-40B4-BE49-F238E27FC236}">
                <a16:creationId xmlns:a16="http://schemas.microsoft.com/office/drawing/2014/main" id="{60FDA3C8-7259-4783-9CCA-2AEB85DBF54C}"/>
              </a:ext>
            </a:extLst>
          </p:cNvPr>
          <p:cNvSpPr>
            <a:spLocks xmlns:a="http://schemas.openxmlformats.org/drawingml/2006/main" noGrp="1"/>
          </p:cNvSpPr>
          <p:nvPr/>
        </p:nvSpPr>
        <p:spPr>
          <a:xfrm xmlns:a="http://schemas.openxmlformats.org/drawingml/2006/main">
            <a:off x="514350" y="61341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1" name="dp41-comparison / n50">
            <a:extLst xmlns:a="http://schemas.openxmlformats.org/drawingml/2006/main">
              <a:ext uri="{FF2B5EF4-FFF2-40B4-BE49-F238E27FC236}">
                <a16:creationId xmlns:a16="http://schemas.microsoft.com/office/drawing/2014/main" id="{FDD6D880-0B48-453A-8AE5-D7523C7C7BDF}"/>
              </a:ext>
            </a:extLst>
          </p:cNvPr>
          <p:cNvSpPr>
            <a:spLocks xmlns:a="http://schemas.openxmlformats.org/drawingml/2006/main" noGrp="1"/>
          </p:cNvSpPr>
          <p:nvPr/>
        </p:nvSpPr>
        <p:spPr>
          <a:xfrm xmlns:a="http://schemas.openxmlformats.org/drawingml/2006/main">
            <a:off x="504825" y="6362700"/>
            <a:ext cx="704850"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52" name="dp41-comparison / n51 / text 1">
            <a:extLst xmlns:a="http://schemas.openxmlformats.org/drawingml/2006/main">
              <a:ext uri="{FF2B5EF4-FFF2-40B4-BE49-F238E27FC236}">
                <a16:creationId xmlns:a16="http://schemas.microsoft.com/office/drawing/2014/main" id="{B764225E-F120-41FA-91AA-229D24B4154F}"/>
              </a:ext>
            </a:extLst>
          </p:cNvPr>
          <p:cNvSpPr>
            <a:spLocks xmlns:a="http://schemas.openxmlformats.org/drawingml/2006/main" noGrp="1"/>
          </p:cNvSpPr>
          <p:nvPr/>
        </p:nvSpPr>
        <p:spPr>
          <a:xfrm xmlns:a="http://schemas.openxmlformats.org/drawingml/2006/main">
            <a:off x="590550" y="647700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53" name="dp41-comparison / n52 / text 1">
            <a:extLst xmlns:a="http://schemas.openxmlformats.org/drawingml/2006/main">
              <a:ext uri="{FF2B5EF4-FFF2-40B4-BE49-F238E27FC236}">
                <a16:creationId xmlns:a16="http://schemas.microsoft.com/office/drawing/2014/main" id="{B4D91C8B-E559-41CB-BAC4-2FCBF60E1143}"/>
              </a:ext>
            </a:extLst>
          </p:cNvPr>
          <p:cNvSpPr>
            <a:spLocks xmlns:a="http://schemas.openxmlformats.org/drawingml/2006/main" noGrp="1"/>
          </p:cNvSpPr>
          <p:nvPr/>
        </p:nvSpPr>
        <p:spPr>
          <a:xfrm xmlns:a="http://schemas.openxmlformats.org/drawingml/2006/main">
            <a:off x="514350" y="66579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54" name="dp41-comparison / n53 / path">
            <a:extLst xmlns:a="http://schemas.openxmlformats.org/drawingml/2006/main">
              <a:ext uri="{FF2B5EF4-FFF2-40B4-BE49-F238E27FC236}">
                <a16:creationId xmlns:a16="http://schemas.microsoft.com/office/drawing/2014/main" id="{35AB1C5B-7914-4168-A34C-3F16994351F2}"/>
              </a:ext>
            </a:extLst>
          </p:cNvPr>
          <p:cNvSpPr>
            <a:spLocks xmlns:a="http://schemas.openxmlformats.org/drawingml/2006/main" noGrp="1"/>
          </p:cNvSpPr>
          <p:nvPr/>
        </p:nvSpPr>
        <p:spPr>
          <a:xfrm xmlns:a="http://schemas.openxmlformats.org/drawingml/2006/main">
            <a:off x="514350" y="6934200"/>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55" name="dp41-comparison / n53 / arrow">
            <a:extLst xmlns:a="http://schemas.openxmlformats.org/drawingml/2006/main">
              <a:ext uri="{FF2B5EF4-FFF2-40B4-BE49-F238E27FC236}">
                <a16:creationId xmlns:a16="http://schemas.microsoft.com/office/drawing/2014/main" id="{4707C8DC-0579-4F3F-B55D-053B265FAE78}"/>
              </a:ext>
            </a:extLst>
          </p:cNvPr>
          <p:cNvSpPr>
            <a:spLocks xmlns:a="http://schemas.openxmlformats.org/drawingml/2006/main" noGrp="1"/>
          </p:cNvSpPr>
          <p:nvPr/>
        </p:nvSpPr>
        <p:spPr>
          <a:xfrm xmlns:a="http://schemas.openxmlformats.org/drawingml/2006/main">
            <a:off x="837819" y="69006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6" name="dp41-comparison / n54 / text 1">
            <a:extLst xmlns:a="http://schemas.openxmlformats.org/drawingml/2006/main">
              <a:ext uri="{FF2B5EF4-FFF2-40B4-BE49-F238E27FC236}">
                <a16:creationId xmlns:a16="http://schemas.microsoft.com/office/drawing/2014/main" id="{01B39486-519A-4F6C-BCB9-97BB59A4F962}"/>
              </a:ext>
            </a:extLst>
          </p:cNvPr>
          <p:cNvSpPr>
            <a:spLocks xmlns:a="http://schemas.openxmlformats.org/drawingml/2006/main" noGrp="1"/>
          </p:cNvSpPr>
          <p:nvPr/>
        </p:nvSpPr>
        <p:spPr>
          <a:xfrm xmlns:a="http://schemas.openxmlformats.org/drawingml/2006/main">
            <a:off x="962025" y="6867525"/>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57" name="dp41-comparison / n55 / path">
            <a:extLst xmlns:a="http://schemas.openxmlformats.org/drawingml/2006/main">
              <a:ext uri="{FF2B5EF4-FFF2-40B4-BE49-F238E27FC236}">
                <a16:creationId xmlns:a16="http://schemas.microsoft.com/office/drawing/2014/main" id="{5FCB3381-9F82-4B76-9196-FCAE38AB7ED8}"/>
              </a:ext>
            </a:extLst>
          </p:cNvPr>
          <p:cNvSpPr>
            <a:spLocks xmlns:a="http://schemas.openxmlformats.org/drawingml/2006/main" noGrp="1"/>
          </p:cNvSpPr>
          <p:nvPr/>
        </p:nvSpPr>
        <p:spPr>
          <a:xfrm xmlns:a="http://schemas.openxmlformats.org/drawingml/2006/main">
            <a:off x="514350" y="7134225"/>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58" name="dp41-comparison / n55 / arrow">
            <a:extLst xmlns:a="http://schemas.openxmlformats.org/drawingml/2006/main">
              <a:ext uri="{FF2B5EF4-FFF2-40B4-BE49-F238E27FC236}">
                <a16:creationId xmlns:a16="http://schemas.microsoft.com/office/drawing/2014/main" id="{7C36DC3B-12F0-4CDE-A0DC-006E0D902BEB}"/>
              </a:ext>
            </a:extLst>
          </p:cNvPr>
          <p:cNvSpPr>
            <a:spLocks xmlns:a="http://schemas.openxmlformats.org/drawingml/2006/main" noGrp="1"/>
          </p:cNvSpPr>
          <p:nvPr/>
        </p:nvSpPr>
        <p:spPr>
          <a:xfrm xmlns:a="http://schemas.openxmlformats.org/drawingml/2006/main">
            <a:off x="837819" y="7100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9" name="dp41-comparison / n56 / text 1">
            <a:extLst xmlns:a="http://schemas.openxmlformats.org/drawingml/2006/main">
              <a:ext uri="{FF2B5EF4-FFF2-40B4-BE49-F238E27FC236}">
                <a16:creationId xmlns:a16="http://schemas.microsoft.com/office/drawing/2014/main" id="{94D9E694-98CB-4F62-BC4A-EF29E9CE2FC6}"/>
              </a:ext>
            </a:extLst>
          </p:cNvPr>
          <p:cNvSpPr>
            <a:spLocks xmlns:a="http://schemas.openxmlformats.org/drawingml/2006/main" noGrp="1"/>
          </p:cNvSpPr>
          <p:nvPr/>
        </p:nvSpPr>
        <p:spPr>
          <a:xfrm xmlns:a="http://schemas.openxmlformats.org/drawingml/2006/main">
            <a:off x="962025" y="70675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0" name="dp41-comparison / n57 / text 1">
            <a:extLst xmlns:a="http://schemas.openxmlformats.org/drawingml/2006/main">
              <a:ext uri="{FF2B5EF4-FFF2-40B4-BE49-F238E27FC236}">
                <a16:creationId xmlns:a16="http://schemas.microsoft.com/office/drawing/2014/main" id="{238AB59B-866E-4887-AFC7-E28DA0242274}"/>
              </a:ext>
            </a:extLst>
          </p:cNvPr>
          <p:cNvSpPr>
            <a:spLocks xmlns:a="http://schemas.openxmlformats.org/drawingml/2006/main" noGrp="1"/>
          </p:cNvSpPr>
          <p:nvPr/>
        </p:nvSpPr>
        <p:spPr>
          <a:xfrm xmlns:a="http://schemas.openxmlformats.org/drawingml/2006/main">
            <a:off x="514350" y="73818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1" name="dp41-comparison / n58">
            <a:extLst xmlns:a="http://schemas.openxmlformats.org/drawingml/2006/main">
              <a:ext uri="{FF2B5EF4-FFF2-40B4-BE49-F238E27FC236}">
                <a16:creationId xmlns:a16="http://schemas.microsoft.com/office/drawing/2014/main" id="{989FC831-98F1-45EF-8EA9-EA3D2FF866BF}"/>
              </a:ext>
            </a:extLst>
          </p:cNvPr>
          <p:cNvSpPr>
            <a:spLocks xmlns:a="http://schemas.openxmlformats.org/drawingml/2006/main" noGrp="1"/>
          </p:cNvSpPr>
          <p:nvPr/>
        </p:nvSpPr>
        <p:spPr>
          <a:xfrm xmlns:a="http://schemas.openxmlformats.org/drawingml/2006/main">
            <a:off x="504825" y="7591425"/>
            <a:ext cx="28575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2" name="dp41-comparison / n59 / text 1">
            <a:extLst xmlns:a="http://schemas.openxmlformats.org/drawingml/2006/main">
              <a:ext uri="{FF2B5EF4-FFF2-40B4-BE49-F238E27FC236}">
                <a16:creationId xmlns:a16="http://schemas.microsoft.com/office/drawing/2014/main" id="{80B773DD-2FDD-45E4-A809-3BD156413230}"/>
              </a:ext>
            </a:extLst>
          </p:cNvPr>
          <p:cNvSpPr>
            <a:spLocks xmlns:a="http://schemas.openxmlformats.org/drawingml/2006/main" noGrp="1"/>
          </p:cNvSpPr>
          <p:nvPr/>
        </p:nvSpPr>
        <p:spPr>
          <a:xfrm xmlns:a="http://schemas.openxmlformats.org/drawingml/2006/main">
            <a:off x="590550" y="761523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63" name="dp41-comparison / n60 / text 1">
            <a:extLst xmlns:a="http://schemas.openxmlformats.org/drawingml/2006/main">
              <a:ext uri="{FF2B5EF4-FFF2-40B4-BE49-F238E27FC236}">
                <a16:creationId xmlns:a16="http://schemas.microsoft.com/office/drawing/2014/main" id="{A4FDCB96-0E91-4F9E-99AA-07905E43CEDC}"/>
              </a:ext>
            </a:extLst>
          </p:cNvPr>
          <p:cNvSpPr>
            <a:spLocks xmlns:a="http://schemas.openxmlformats.org/drawingml/2006/main" noGrp="1"/>
          </p:cNvSpPr>
          <p:nvPr/>
        </p:nvSpPr>
        <p:spPr>
          <a:xfrm xmlns:a="http://schemas.openxmlformats.org/drawingml/2006/main">
            <a:off x="847725" y="7620000"/>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64" name="dp41-comparison / n61">
            <a:extLst xmlns:a="http://schemas.openxmlformats.org/drawingml/2006/main">
              <a:ext uri="{FF2B5EF4-FFF2-40B4-BE49-F238E27FC236}">
                <a16:creationId xmlns:a16="http://schemas.microsoft.com/office/drawing/2014/main" id="{1D24E1BF-18EA-4F87-96FF-8005D98B0A4B}"/>
              </a:ext>
            </a:extLst>
          </p:cNvPr>
          <p:cNvSpPr>
            <a:spLocks xmlns:a="http://schemas.openxmlformats.org/drawingml/2006/main" noGrp="1"/>
          </p:cNvSpPr>
          <p:nvPr/>
        </p:nvSpPr>
        <p:spPr>
          <a:xfrm xmlns:a="http://schemas.openxmlformats.org/drawingml/2006/main">
            <a:off x="504825" y="7905750"/>
            <a:ext cx="285750" cy="1714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65" name="dp41-comparison / n62 / text 1">
            <a:extLst xmlns:a="http://schemas.openxmlformats.org/drawingml/2006/main">
              <a:ext uri="{FF2B5EF4-FFF2-40B4-BE49-F238E27FC236}">
                <a16:creationId xmlns:a16="http://schemas.microsoft.com/office/drawing/2014/main" id="{B87062EE-A82A-49DE-8552-7D833EE8053A}"/>
              </a:ext>
            </a:extLst>
          </p:cNvPr>
          <p:cNvSpPr>
            <a:spLocks xmlns:a="http://schemas.openxmlformats.org/drawingml/2006/main" noGrp="1"/>
          </p:cNvSpPr>
          <p:nvPr/>
        </p:nvSpPr>
        <p:spPr>
          <a:xfrm xmlns:a="http://schemas.openxmlformats.org/drawingml/2006/main">
            <a:off x="590550" y="7929563"/>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66" name="dp41-comparison / n63 / text 1">
            <a:extLst xmlns:a="http://schemas.openxmlformats.org/drawingml/2006/main">
              <a:ext uri="{FF2B5EF4-FFF2-40B4-BE49-F238E27FC236}">
                <a16:creationId xmlns:a16="http://schemas.microsoft.com/office/drawing/2014/main" id="{E02D0505-9AEE-4167-A643-6C3EBDBB4DBC}"/>
              </a:ext>
            </a:extLst>
          </p:cNvPr>
          <p:cNvSpPr>
            <a:spLocks xmlns:a="http://schemas.openxmlformats.org/drawingml/2006/main" noGrp="1"/>
          </p:cNvSpPr>
          <p:nvPr/>
        </p:nvSpPr>
        <p:spPr>
          <a:xfrm xmlns:a="http://schemas.openxmlformats.org/drawingml/2006/main">
            <a:off x="847725" y="7934325"/>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67" name="dp41-comparison / n66">
            <a:extLst xmlns:a="http://schemas.openxmlformats.org/drawingml/2006/main">
              <a:ext uri="{FF2B5EF4-FFF2-40B4-BE49-F238E27FC236}">
                <a16:creationId xmlns:a16="http://schemas.microsoft.com/office/drawing/2014/main" id="{B56BF005-35C6-4AE2-901F-83A529B17B95}"/>
              </a:ext>
            </a:extLst>
          </p:cNvPr>
          <p:cNvSpPr>
            <a:spLocks xmlns:a="http://schemas.openxmlformats.org/drawingml/2006/main" noGrp="1"/>
          </p:cNvSpPr>
          <p:nvPr/>
        </p:nvSpPr>
        <p:spPr>
          <a:xfrm xmlns:a="http://schemas.openxmlformats.org/drawingml/2006/main">
            <a:off x="3333750" y="2409825"/>
            <a:ext cx="22860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8" name="dp41-comparison / n67 / text 1">
            <a:extLst xmlns:a="http://schemas.openxmlformats.org/drawingml/2006/main">
              <a:ext uri="{FF2B5EF4-FFF2-40B4-BE49-F238E27FC236}">
                <a16:creationId xmlns:a16="http://schemas.microsoft.com/office/drawing/2014/main" id="{5A5F2C49-C2DF-4018-AB4E-04B36EC7896C}"/>
              </a:ext>
            </a:extLst>
          </p:cNvPr>
          <p:cNvSpPr>
            <a:spLocks xmlns:a="http://schemas.openxmlformats.org/drawingml/2006/main" noGrp="1"/>
          </p:cNvSpPr>
          <p:nvPr/>
        </p:nvSpPr>
        <p:spPr>
          <a:xfrm xmlns:a="http://schemas.openxmlformats.org/drawingml/2006/main">
            <a:off x="3419475" y="2465070"/>
            <a:ext cx="21145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69" name="dp41-comparison / n68">
            <a:extLst xmlns:a="http://schemas.openxmlformats.org/drawingml/2006/main">
              <a:ext uri="{FF2B5EF4-FFF2-40B4-BE49-F238E27FC236}">
                <a16:creationId xmlns:a16="http://schemas.microsoft.com/office/drawing/2014/main" id="{AA1016BB-FF9B-4379-8A21-3E35681CAF88}"/>
              </a:ext>
            </a:extLst>
          </p:cNvPr>
          <p:cNvSpPr>
            <a:spLocks xmlns:a="http://schemas.openxmlformats.org/drawingml/2006/main" noGrp="1"/>
          </p:cNvSpPr>
          <p:nvPr/>
        </p:nvSpPr>
        <p:spPr>
          <a:xfrm xmlns:a="http://schemas.openxmlformats.org/drawingml/2006/main">
            <a:off x="6048375" y="2409825"/>
            <a:ext cx="2381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1-comparison / n69 / text 1">
            <a:extLst xmlns:a="http://schemas.openxmlformats.org/drawingml/2006/main">
              <a:ext uri="{FF2B5EF4-FFF2-40B4-BE49-F238E27FC236}">
                <a16:creationId xmlns:a16="http://schemas.microsoft.com/office/drawing/2014/main" id="{9773782A-CA11-4988-AB92-A6705E4FBFD2}"/>
              </a:ext>
            </a:extLst>
          </p:cNvPr>
          <p:cNvSpPr>
            <a:spLocks xmlns:a="http://schemas.openxmlformats.org/drawingml/2006/main" noGrp="1"/>
          </p:cNvSpPr>
          <p:nvPr/>
        </p:nvSpPr>
        <p:spPr>
          <a:xfrm xmlns:a="http://schemas.openxmlformats.org/drawingml/2006/main">
            <a:off x="6134100" y="246507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Controller</a:t>
            </a:r>
          </a:p>
        </p:txBody>
      </p:sp>
      <p:sp>
        <p:nvSpPr>
          <p:cNvPr id="71" name="dp41-comparison / n70 / path">
            <a:extLst xmlns:a="http://schemas.openxmlformats.org/drawingml/2006/main">
              <a:ext uri="{FF2B5EF4-FFF2-40B4-BE49-F238E27FC236}">
                <a16:creationId xmlns:a16="http://schemas.microsoft.com/office/drawing/2014/main" id="{6CF11858-EA85-4315-82BF-07142065EF9E}"/>
              </a:ext>
            </a:extLst>
          </p:cNvPr>
          <p:cNvSpPr>
            <a:spLocks xmlns:a="http://schemas.openxmlformats.org/drawingml/2006/main" noGrp="1"/>
          </p:cNvSpPr>
          <p:nvPr/>
        </p:nvSpPr>
        <p:spPr>
          <a:xfrm xmlns:a="http://schemas.openxmlformats.org/drawingml/2006/main">
            <a:off x="3000375" y="2576513"/>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72" name="dp41-comparison / n70 / arrow">
            <a:extLst xmlns:a="http://schemas.openxmlformats.org/drawingml/2006/main">
              <a:ext uri="{FF2B5EF4-FFF2-40B4-BE49-F238E27FC236}">
                <a16:creationId xmlns:a16="http://schemas.microsoft.com/office/drawing/2014/main" id="{D99AEA64-BF63-4E4E-A1A5-7E9811E777C2}"/>
              </a:ext>
            </a:extLst>
          </p:cNvPr>
          <p:cNvSpPr>
            <a:spLocks xmlns:a="http://schemas.openxmlformats.org/drawingml/2006/main" noGrp="1"/>
          </p:cNvSpPr>
          <p:nvPr/>
        </p:nvSpPr>
        <p:spPr>
          <a:xfrm xmlns:a="http://schemas.openxmlformats.org/drawingml/2006/main">
            <a:off x="3266694"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3" name="dp41-comparison / n71 / path">
            <a:extLst xmlns:a="http://schemas.openxmlformats.org/drawingml/2006/main">
              <a:ext uri="{FF2B5EF4-FFF2-40B4-BE49-F238E27FC236}">
                <a16:creationId xmlns:a16="http://schemas.microsoft.com/office/drawing/2014/main" id="{8467E036-900F-43F0-ADF8-0FF4F73BF0C0}"/>
              </a:ext>
            </a:extLst>
          </p:cNvPr>
          <p:cNvSpPr>
            <a:spLocks xmlns:a="http://schemas.openxmlformats.org/drawingml/2006/main" noGrp="1"/>
          </p:cNvSpPr>
          <p:nvPr/>
        </p:nvSpPr>
        <p:spPr>
          <a:xfrm xmlns:a="http://schemas.openxmlformats.org/drawingml/2006/main">
            <a:off x="5619750" y="25765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74" name="dp41-comparison / n71 / arrow">
            <a:extLst xmlns:a="http://schemas.openxmlformats.org/drawingml/2006/main">
              <a:ext uri="{FF2B5EF4-FFF2-40B4-BE49-F238E27FC236}">
                <a16:creationId xmlns:a16="http://schemas.microsoft.com/office/drawing/2014/main" id="{09C4496F-D82D-4BDA-A682-BEA34790C321}"/>
              </a:ext>
            </a:extLst>
          </p:cNvPr>
          <p:cNvSpPr>
            <a:spLocks xmlns:a="http://schemas.openxmlformats.org/drawingml/2006/main" noGrp="1"/>
          </p:cNvSpPr>
          <p:nvPr/>
        </p:nvSpPr>
        <p:spPr>
          <a:xfrm xmlns:a="http://schemas.openxmlformats.org/drawingml/2006/main">
            <a:off x="5981319"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5" name="dp41-comparison / n72">
            <a:extLst xmlns:a="http://schemas.openxmlformats.org/drawingml/2006/main">
              <a:ext uri="{FF2B5EF4-FFF2-40B4-BE49-F238E27FC236}">
                <a16:creationId xmlns:a16="http://schemas.microsoft.com/office/drawing/2014/main" id="{0B581E73-90AB-4EF9-A8D0-BEAF3E0291F3}"/>
              </a:ext>
            </a:extLst>
          </p:cNvPr>
          <p:cNvSpPr>
            <a:spLocks xmlns:a="http://schemas.openxmlformats.org/drawingml/2006/main" noGrp="1"/>
          </p:cNvSpPr>
          <p:nvPr/>
        </p:nvSpPr>
        <p:spPr>
          <a:xfrm xmlns:a="http://schemas.openxmlformats.org/drawingml/2006/main">
            <a:off x="1666875" y="2886075"/>
            <a:ext cx="2524125" cy="3048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76" name="dp41-comparison / n73 / text 1">
            <a:extLst xmlns:a="http://schemas.openxmlformats.org/drawingml/2006/main">
              <a:ext uri="{FF2B5EF4-FFF2-40B4-BE49-F238E27FC236}">
                <a16:creationId xmlns:a16="http://schemas.microsoft.com/office/drawing/2014/main" id="{83028FBE-4561-432E-8972-F30FC20A9033}"/>
              </a:ext>
            </a:extLst>
          </p:cNvPr>
          <p:cNvSpPr>
            <a:spLocks xmlns:a="http://schemas.openxmlformats.org/drawingml/2006/main" noGrp="1"/>
          </p:cNvSpPr>
          <p:nvPr/>
        </p:nvSpPr>
        <p:spPr>
          <a:xfrm xmlns:a="http://schemas.openxmlformats.org/drawingml/2006/main">
            <a:off x="1752600" y="2914650"/>
            <a:ext cx="2352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0000"/>
                </a:solidFill>
                <a:latin typeface="Apple SD Gothic Neo"/>
                <a:ea typeface="Apple SD Gothic Neo"/>
                <a:cs typeface="Apple SD Gothic Neo"/>
              </a:defRPr>
            </a:pPr>
            <a:r>
              <a:rPr sz="1500" b="1">
                <a:solidFill>
                  <a:srgbClr val="000000"/>
                </a:solidFill>
                <a:latin typeface="Apple SD Gothic Neo"/>
                <a:ea typeface="Apple SD Gothic Neo"/>
                <a:cs typeface="Apple SD Gothic Neo"/>
              </a:rPr>
              <a:t>클라우드 LLM</a:t>
            </a:r>
          </a:p>
        </p:txBody>
      </p:sp>
      <p:sp>
        <p:nvSpPr>
          <p:cNvPr id="77" name="dp41-comparison / n78">
            <a:extLst xmlns:a="http://schemas.openxmlformats.org/drawingml/2006/main">
              <a:ext uri="{FF2B5EF4-FFF2-40B4-BE49-F238E27FC236}">
                <a16:creationId xmlns:a16="http://schemas.microsoft.com/office/drawing/2014/main" id="{77E9EA80-722B-433E-B9F5-4FFA7DDF337B}"/>
              </a:ext>
            </a:extLst>
          </p:cNvPr>
          <p:cNvSpPr>
            <a:spLocks xmlns:a="http://schemas.openxmlformats.org/drawingml/2006/main" noGrp="1"/>
          </p:cNvSpPr>
          <p:nvPr/>
        </p:nvSpPr>
        <p:spPr>
          <a:xfrm xmlns:a="http://schemas.openxmlformats.org/drawingml/2006/main">
            <a:off x="1476375" y="3619500"/>
            <a:ext cx="7953375"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1-comparison / n79 / text 1">
            <a:extLst xmlns:a="http://schemas.openxmlformats.org/drawingml/2006/main">
              <a:ext uri="{FF2B5EF4-FFF2-40B4-BE49-F238E27FC236}">
                <a16:creationId xmlns:a16="http://schemas.microsoft.com/office/drawing/2014/main" id="{AFBAA44A-FD7D-4FD8-89E0-A6505FF0CE7F}"/>
              </a:ext>
            </a:extLst>
          </p:cNvPr>
          <p:cNvSpPr>
            <a:spLocks xmlns:a="http://schemas.openxmlformats.org/drawingml/2006/main" noGrp="1"/>
          </p:cNvSpPr>
          <p:nvPr/>
        </p:nvSpPr>
        <p:spPr>
          <a:xfrm xmlns:a="http://schemas.openxmlformats.org/drawingml/2006/main">
            <a:off x="4667250" y="3714750"/>
            <a:ext cx="7705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Interpreter</a:t>
            </a:r>
          </a:p>
        </p:txBody>
      </p:sp>
      <p:sp>
        <p:nvSpPr>
          <p:cNvPr id="79" name="dp41-comparison / n82">
            <a:extLst xmlns:a="http://schemas.openxmlformats.org/drawingml/2006/main">
              <a:ext uri="{FF2B5EF4-FFF2-40B4-BE49-F238E27FC236}">
                <a16:creationId xmlns:a16="http://schemas.microsoft.com/office/drawing/2014/main" id="{03B442A5-CA3E-43E9-95AE-355248693EDF}"/>
              </a:ext>
            </a:extLst>
          </p:cNvPr>
          <p:cNvSpPr>
            <a:spLocks xmlns:a="http://schemas.openxmlformats.org/drawingml/2006/main" noGrp="1"/>
          </p:cNvSpPr>
          <p:nvPr/>
        </p:nvSpPr>
        <p:spPr>
          <a:xfrm xmlns:a="http://schemas.openxmlformats.org/drawingml/2006/main">
            <a:off x="1666875" y="4019550"/>
            <a:ext cx="25241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80" name="dp41-comparison / n83 / text 1">
            <a:extLst xmlns:a="http://schemas.openxmlformats.org/drawingml/2006/main">
              <a:ext uri="{FF2B5EF4-FFF2-40B4-BE49-F238E27FC236}">
                <a16:creationId xmlns:a16="http://schemas.microsoft.com/office/drawing/2014/main" id="{90EC1F9D-1A74-4D78-856D-4F6AE192F819}"/>
              </a:ext>
            </a:extLst>
          </p:cNvPr>
          <p:cNvSpPr>
            <a:spLocks xmlns:a="http://schemas.openxmlformats.org/drawingml/2006/main" noGrp="1"/>
          </p:cNvSpPr>
          <p:nvPr/>
        </p:nvSpPr>
        <p:spPr>
          <a:xfrm xmlns:a="http://schemas.openxmlformats.org/drawingml/2006/main">
            <a:off x="1752600" y="4098608"/>
            <a:ext cx="23526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모델 주도 해석 제어기</a:t>
            </a:r>
          </a:p>
        </p:txBody>
      </p:sp>
      <p:sp>
        <p:nvSpPr>
          <p:cNvPr id="81" name="dp41-comparison / n86">
            <a:extLst xmlns:a="http://schemas.openxmlformats.org/drawingml/2006/main">
              <a:ext uri="{FF2B5EF4-FFF2-40B4-BE49-F238E27FC236}">
                <a16:creationId xmlns:a16="http://schemas.microsoft.com/office/drawing/2014/main" id="{E7C4831B-0281-4076-B54C-D38F5FCF8DD9}"/>
              </a:ext>
            </a:extLst>
          </p:cNvPr>
          <p:cNvSpPr>
            <a:spLocks xmlns:a="http://schemas.openxmlformats.org/drawingml/2006/main" noGrp="1"/>
          </p:cNvSpPr>
          <p:nvPr/>
        </p:nvSpPr>
        <p:spPr>
          <a:xfrm xmlns:a="http://schemas.openxmlformats.org/drawingml/2006/main">
            <a:off x="6762750" y="4019550"/>
            <a:ext cx="2238375"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2" name="dp41-comparison / n87 / text 1">
            <a:extLst xmlns:a="http://schemas.openxmlformats.org/drawingml/2006/main">
              <a:ext uri="{FF2B5EF4-FFF2-40B4-BE49-F238E27FC236}">
                <a16:creationId xmlns:a16="http://schemas.microsoft.com/office/drawing/2014/main" id="{0204BFDD-318D-42A1-9078-43A7E1961F3D}"/>
              </a:ext>
            </a:extLst>
          </p:cNvPr>
          <p:cNvSpPr>
            <a:spLocks xmlns:a="http://schemas.openxmlformats.org/drawingml/2006/main" noGrp="1"/>
          </p:cNvSpPr>
          <p:nvPr/>
        </p:nvSpPr>
        <p:spPr>
          <a:xfrm xmlns:a="http://schemas.openxmlformats.org/drawingml/2006/main">
            <a:off x="6848475" y="410479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읽기 도구 실행기</a:t>
            </a:r>
          </a:p>
        </p:txBody>
      </p:sp>
      <p:sp>
        <p:nvSpPr>
          <p:cNvPr id="83" name="dp41-comparison / n88">
            <a:extLst xmlns:a="http://schemas.openxmlformats.org/drawingml/2006/main">
              <a:ext uri="{FF2B5EF4-FFF2-40B4-BE49-F238E27FC236}">
                <a16:creationId xmlns:a16="http://schemas.microsoft.com/office/drawing/2014/main" id="{07086B55-AC6E-484E-BD22-D2898A2AE49E}"/>
              </a:ext>
            </a:extLst>
          </p:cNvPr>
          <p:cNvSpPr>
            <a:spLocks xmlns:a="http://schemas.openxmlformats.org/drawingml/2006/main" noGrp="1"/>
          </p:cNvSpPr>
          <p:nvPr/>
        </p:nvSpPr>
        <p:spPr>
          <a:xfrm xmlns:a="http://schemas.openxmlformats.org/drawingml/2006/main">
            <a:off x="1666875" y="4981575"/>
            <a:ext cx="2524125" cy="5238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4" name="dp41-comparison / n89 / text 1">
            <a:extLst xmlns:a="http://schemas.openxmlformats.org/drawingml/2006/main">
              <a:ext uri="{FF2B5EF4-FFF2-40B4-BE49-F238E27FC236}">
                <a16:creationId xmlns:a16="http://schemas.microsoft.com/office/drawing/2014/main" id="{BD992A1E-04D6-46EA-92BD-CE7F2941A609}"/>
              </a:ext>
            </a:extLst>
          </p:cNvPr>
          <p:cNvSpPr>
            <a:spLocks xmlns:a="http://schemas.openxmlformats.org/drawingml/2006/main" noGrp="1"/>
          </p:cNvSpPr>
          <p:nvPr/>
        </p:nvSpPr>
        <p:spPr>
          <a:xfrm xmlns:a="http://schemas.openxmlformats.org/drawingml/2006/main">
            <a:off x="1752600" y="5143500"/>
            <a:ext cx="23526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모델에 제공할 해석 맥락</a:t>
            </a:r>
          </a:p>
        </p:txBody>
      </p:sp>
      <p:sp>
        <p:nvSpPr>
          <p:cNvPr id="85" name="dp41-comparison / n92 / path">
            <a:extLst xmlns:a="http://schemas.openxmlformats.org/drawingml/2006/main">
              <a:ext uri="{FF2B5EF4-FFF2-40B4-BE49-F238E27FC236}">
                <a16:creationId xmlns:a16="http://schemas.microsoft.com/office/drawing/2014/main" id="{559D5B10-6D6C-4EFB-B96D-726E73E7E6CB}"/>
              </a:ext>
            </a:extLst>
          </p:cNvPr>
          <p:cNvSpPr>
            <a:spLocks xmlns:a="http://schemas.openxmlformats.org/drawingml/2006/main" noGrp="1"/>
          </p:cNvSpPr>
          <p:nvPr/>
        </p:nvSpPr>
        <p:spPr>
          <a:xfrm xmlns:a="http://schemas.openxmlformats.org/drawingml/2006/main">
            <a:off x="1976438" y="3190875"/>
            <a:ext cx="953" cy="828675"/>
          </a:xfrm>
          <a:custGeom xmlns:a="http://schemas.openxmlformats.org/drawingml/2006/main">
            <a:pathLst>
              <a:path w="953" h="828675">
                <a:moveTo>
                  <a:pt x="0" y="828675"/>
                </a:moveTo>
                <a:lnTo>
                  <a:pt x="0" y="0"/>
                </a:lnTo>
              </a:path>
            </a:pathLst>
          </a:custGeom>
          <a:noFill xmlns:a="http://schemas.openxmlformats.org/drawingml/2006/main"/>
          <a:ln xmlns:a="http://schemas.openxmlformats.org/drawingml/2006/main" w="10478">
            <a:solidFill>
              <a:srgbClr val="B8753F"/>
            </a:solidFill>
            <a:prstDash val="solid"/>
          </a:ln>
        </p:spPr>
      </p:sp>
      <p:sp>
        <p:nvSpPr>
          <p:cNvPr id="86" name="dp41-comparison / n92 / arrow">
            <a:extLst xmlns:a="http://schemas.openxmlformats.org/drawingml/2006/main">
              <a:ext uri="{FF2B5EF4-FFF2-40B4-BE49-F238E27FC236}">
                <a16:creationId xmlns:a16="http://schemas.microsoft.com/office/drawing/2014/main" id="{1A6AB238-6339-4799-894A-D0C6C3443058}"/>
              </a:ext>
            </a:extLst>
          </p:cNvPr>
          <p:cNvSpPr>
            <a:spLocks xmlns:a="http://schemas.openxmlformats.org/drawingml/2006/main" noGrp="1"/>
          </p:cNvSpPr>
          <p:nvPr/>
        </p:nvSpPr>
        <p:spPr>
          <a:xfrm xmlns:a="http://schemas.openxmlformats.org/drawingml/2006/main">
            <a:off x="1942910" y="319087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87" name="dp41-comparison / n93 / path">
            <a:extLst xmlns:a="http://schemas.openxmlformats.org/drawingml/2006/main">
              <a:ext uri="{FF2B5EF4-FFF2-40B4-BE49-F238E27FC236}">
                <a16:creationId xmlns:a16="http://schemas.microsoft.com/office/drawing/2014/main" id="{1FB98B68-E212-4613-BFEE-D91879A1674C}"/>
              </a:ext>
            </a:extLst>
          </p:cNvPr>
          <p:cNvSpPr>
            <a:spLocks xmlns:a="http://schemas.openxmlformats.org/drawingml/2006/main" noGrp="1"/>
          </p:cNvSpPr>
          <p:nvPr/>
        </p:nvSpPr>
        <p:spPr>
          <a:xfrm xmlns:a="http://schemas.openxmlformats.org/drawingml/2006/main">
            <a:off x="3976688" y="3190875"/>
            <a:ext cx="953" cy="828675"/>
          </a:xfrm>
          <a:custGeom xmlns:a="http://schemas.openxmlformats.org/drawingml/2006/main">
            <a:pathLst>
              <a:path w="953" h="828675">
                <a:moveTo>
                  <a:pt x="0" y="0"/>
                </a:moveTo>
                <a:lnTo>
                  <a:pt x="0" y="828675"/>
                </a:lnTo>
              </a:path>
            </a:pathLst>
          </a:custGeom>
          <a:noFill xmlns:a="http://schemas.openxmlformats.org/drawingml/2006/main"/>
          <a:ln xmlns:a="http://schemas.openxmlformats.org/drawingml/2006/main" w="10478">
            <a:solidFill>
              <a:srgbClr val="B8753F"/>
            </a:solidFill>
            <a:prstDash val="dash"/>
          </a:ln>
        </p:spPr>
      </p:sp>
      <p:sp>
        <p:nvSpPr>
          <p:cNvPr id="88" name="dp41-comparison / n93 / arrow">
            <a:extLst xmlns:a="http://schemas.openxmlformats.org/drawingml/2006/main">
              <a:ext uri="{FF2B5EF4-FFF2-40B4-BE49-F238E27FC236}">
                <a16:creationId xmlns:a16="http://schemas.microsoft.com/office/drawing/2014/main" id="{7858DFB3-95BA-4488-B8A2-83D54344E886}"/>
              </a:ext>
            </a:extLst>
          </p:cNvPr>
          <p:cNvSpPr>
            <a:spLocks xmlns:a="http://schemas.openxmlformats.org/drawingml/2006/main" noGrp="1"/>
          </p:cNvSpPr>
          <p:nvPr/>
        </p:nvSpPr>
        <p:spPr>
          <a:xfrm xmlns:a="http://schemas.openxmlformats.org/drawingml/2006/main">
            <a:off x="394316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89" name="dp41-comparison / n98 / path">
            <a:extLst xmlns:a="http://schemas.openxmlformats.org/drawingml/2006/main">
              <a:ext uri="{FF2B5EF4-FFF2-40B4-BE49-F238E27FC236}">
                <a16:creationId xmlns:a16="http://schemas.microsoft.com/office/drawing/2014/main" id="{268D2F80-F77C-44E4-8204-6533198B836E}"/>
              </a:ext>
            </a:extLst>
          </p:cNvPr>
          <p:cNvSpPr>
            <a:spLocks xmlns:a="http://schemas.openxmlformats.org/drawingml/2006/main" noGrp="1"/>
          </p:cNvSpPr>
          <p:nvPr/>
        </p:nvSpPr>
        <p:spPr>
          <a:xfrm xmlns:a="http://schemas.openxmlformats.org/drawingml/2006/main">
            <a:off x="4191000" y="4210050"/>
            <a:ext cx="2571750" cy="953"/>
          </a:xfrm>
          <a:custGeom xmlns:a="http://schemas.openxmlformats.org/drawingml/2006/main">
            <a:pathLst>
              <a:path w="2571750" h="953">
                <a:moveTo>
                  <a:pt x="0" y="0"/>
                </a:moveTo>
                <a:lnTo>
                  <a:pt x="2571750" y="0"/>
                </a:lnTo>
              </a:path>
            </a:pathLst>
          </a:custGeom>
          <a:noFill xmlns:a="http://schemas.openxmlformats.org/drawingml/2006/main"/>
          <a:ln xmlns:a="http://schemas.openxmlformats.org/drawingml/2006/main" w="10478">
            <a:solidFill>
              <a:srgbClr val="B8753F"/>
            </a:solidFill>
            <a:prstDash val="solid"/>
          </a:ln>
        </p:spPr>
      </p:sp>
      <p:sp>
        <p:nvSpPr>
          <p:cNvPr id="90" name="dp41-comparison / n98 / arrow">
            <a:extLst xmlns:a="http://schemas.openxmlformats.org/drawingml/2006/main">
              <a:ext uri="{FF2B5EF4-FFF2-40B4-BE49-F238E27FC236}">
                <a16:creationId xmlns:a16="http://schemas.microsoft.com/office/drawing/2014/main" id="{883BE918-5276-40BE-91A7-43057E1F6BAA}"/>
              </a:ext>
            </a:extLst>
          </p:cNvPr>
          <p:cNvSpPr>
            <a:spLocks xmlns:a="http://schemas.openxmlformats.org/drawingml/2006/main" noGrp="1"/>
          </p:cNvSpPr>
          <p:nvPr/>
        </p:nvSpPr>
        <p:spPr>
          <a:xfrm xmlns:a="http://schemas.openxmlformats.org/drawingml/2006/main">
            <a:off x="6695694" y="41765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91" name="dp41-comparison / n101 / path">
            <a:extLst xmlns:a="http://schemas.openxmlformats.org/drawingml/2006/main">
              <a:ext uri="{FF2B5EF4-FFF2-40B4-BE49-F238E27FC236}">
                <a16:creationId xmlns:a16="http://schemas.microsoft.com/office/drawing/2014/main" id="{5D7274DA-FD3D-4E79-9ED0-B9D22C69275C}"/>
              </a:ext>
            </a:extLst>
          </p:cNvPr>
          <p:cNvSpPr>
            <a:spLocks xmlns:a="http://schemas.openxmlformats.org/drawingml/2006/main" noGrp="1"/>
          </p:cNvSpPr>
          <p:nvPr/>
        </p:nvSpPr>
        <p:spPr>
          <a:xfrm xmlns:a="http://schemas.openxmlformats.org/drawingml/2006/main">
            <a:off x="4191000" y="4210050"/>
            <a:ext cx="5000625" cy="1609725"/>
          </a:xfrm>
          <a:custGeom xmlns:a="http://schemas.openxmlformats.org/drawingml/2006/main">
            <a:pathLst>
              <a:path w="5000625" h="1609725">
                <a:moveTo>
                  <a:pt x="4810125" y="0"/>
                </a:moveTo>
                <a:lnTo>
                  <a:pt x="5000625" y="0"/>
                </a:lnTo>
                <a:lnTo>
                  <a:pt x="5000625" y="1609725"/>
                </a:lnTo>
                <a:lnTo>
                  <a:pt x="238125" y="1609725"/>
                </a:lnTo>
                <a:lnTo>
                  <a:pt x="238125" y="1033463"/>
                </a:lnTo>
                <a:lnTo>
                  <a:pt x="0" y="1033463"/>
                </a:lnTo>
              </a:path>
            </a:pathLst>
          </a:custGeom>
          <a:noFill xmlns:a="http://schemas.openxmlformats.org/drawingml/2006/main"/>
          <a:ln xmlns:a="http://schemas.openxmlformats.org/drawingml/2006/main" w="10478">
            <a:solidFill>
              <a:srgbClr val="B8753F"/>
            </a:solidFill>
            <a:prstDash val="dash"/>
          </a:ln>
        </p:spPr>
      </p:sp>
      <p:sp>
        <p:nvSpPr>
          <p:cNvPr id="92" name="dp41-comparison / n101 / arrow">
            <a:extLst xmlns:a="http://schemas.openxmlformats.org/drawingml/2006/main">
              <a:ext uri="{FF2B5EF4-FFF2-40B4-BE49-F238E27FC236}">
                <a16:creationId xmlns:a16="http://schemas.microsoft.com/office/drawing/2014/main" id="{F062C26B-62CC-4897-BB25-F5D824405CD8}"/>
              </a:ext>
            </a:extLst>
          </p:cNvPr>
          <p:cNvSpPr>
            <a:spLocks xmlns:a="http://schemas.openxmlformats.org/drawingml/2006/main" noGrp="1"/>
          </p:cNvSpPr>
          <p:nvPr/>
        </p:nvSpPr>
        <p:spPr>
          <a:xfrm xmlns:a="http://schemas.openxmlformats.org/drawingml/2006/main">
            <a:off x="4191000" y="5209985"/>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93" name="dp41-comparison / n104 / path">
            <a:extLst xmlns:a="http://schemas.openxmlformats.org/drawingml/2006/main">
              <a:ext uri="{FF2B5EF4-FFF2-40B4-BE49-F238E27FC236}">
                <a16:creationId xmlns:a16="http://schemas.microsoft.com/office/drawing/2014/main" id="{9CA15973-6558-440E-8356-6C0E9E819126}"/>
              </a:ext>
            </a:extLst>
          </p:cNvPr>
          <p:cNvSpPr>
            <a:spLocks xmlns:a="http://schemas.openxmlformats.org/drawingml/2006/main" noGrp="1"/>
          </p:cNvSpPr>
          <p:nvPr/>
        </p:nvSpPr>
        <p:spPr>
          <a:xfrm xmlns:a="http://schemas.openxmlformats.org/drawingml/2006/main">
            <a:off x="3976688" y="4400550"/>
            <a:ext cx="953" cy="581025"/>
          </a:xfrm>
          <a:custGeom xmlns:a="http://schemas.openxmlformats.org/drawingml/2006/main">
            <a:pathLst>
              <a:path w="953" h="581025">
                <a:moveTo>
                  <a:pt x="0" y="581025"/>
                </a:moveTo>
                <a:lnTo>
                  <a:pt x="0" y="0"/>
                </a:lnTo>
              </a:path>
            </a:pathLst>
          </a:custGeom>
          <a:noFill xmlns:a="http://schemas.openxmlformats.org/drawingml/2006/main"/>
          <a:ln xmlns:a="http://schemas.openxmlformats.org/drawingml/2006/main" w="10478">
            <a:solidFill>
              <a:srgbClr val="B8753F"/>
            </a:solidFill>
            <a:prstDash val="solid"/>
          </a:ln>
        </p:spPr>
      </p:sp>
      <p:sp>
        <p:nvSpPr>
          <p:cNvPr id="94" name="dp41-comparison / n104 / arrow">
            <a:extLst xmlns:a="http://schemas.openxmlformats.org/drawingml/2006/main">
              <a:ext uri="{FF2B5EF4-FFF2-40B4-BE49-F238E27FC236}">
                <a16:creationId xmlns:a16="http://schemas.microsoft.com/office/drawing/2014/main" id="{F8208B11-EB84-4E85-8D64-2A5157582C9E}"/>
              </a:ext>
            </a:extLst>
          </p:cNvPr>
          <p:cNvSpPr>
            <a:spLocks xmlns:a="http://schemas.openxmlformats.org/drawingml/2006/main" noGrp="1"/>
          </p:cNvSpPr>
          <p:nvPr/>
        </p:nvSpPr>
        <p:spPr>
          <a:xfrm xmlns:a="http://schemas.openxmlformats.org/drawingml/2006/main">
            <a:off x="3943160" y="44005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95" name="dp41-comparison / n113">
            <a:extLst xmlns:a="http://schemas.openxmlformats.org/drawingml/2006/main">
              <a:ext uri="{FF2B5EF4-FFF2-40B4-BE49-F238E27FC236}">
                <a16:creationId xmlns:a16="http://schemas.microsoft.com/office/drawing/2014/main" id="{A5683A4B-6324-4811-9F58-0E48FBF118A1}"/>
              </a:ext>
            </a:extLst>
          </p:cNvPr>
          <p:cNvSpPr>
            <a:spLocks xmlns:a="http://schemas.openxmlformats.org/drawingml/2006/main" noGrp="1"/>
          </p:cNvSpPr>
          <p:nvPr/>
        </p:nvSpPr>
        <p:spPr>
          <a:xfrm xmlns:a="http://schemas.openxmlformats.org/drawingml/2006/main">
            <a:off x="6762750" y="6019800"/>
            <a:ext cx="22383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96" name="dp41-comparison / n114 / text 1">
            <a:extLst xmlns:a="http://schemas.openxmlformats.org/drawingml/2006/main">
              <a:ext uri="{FF2B5EF4-FFF2-40B4-BE49-F238E27FC236}">
                <a16:creationId xmlns:a16="http://schemas.microsoft.com/office/drawing/2014/main" id="{55088958-8AF0-48D0-ADF2-2223EC7209BA}"/>
              </a:ext>
            </a:extLst>
          </p:cNvPr>
          <p:cNvSpPr>
            <a:spLocks xmlns:a="http://schemas.openxmlformats.org/drawingml/2006/main" noGrp="1"/>
          </p:cNvSpPr>
          <p:nvPr/>
        </p:nvSpPr>
        <p:spPr>
          <a:xfrm xmlns:a="http://schemas.openxmlformats.org/drawingml/2006/main">
            <a:off x="6848475" y="606694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의미 제안 검증기</a:t>
            </a:r>
          </a:p>
        </p:txBody>
      </p:sp>
      <p:sp>
        <p:nvSpPr>
          <p:cNvPr id="97" name="dp41-comparison / n115 / path">
            <a:extLst xmlns:a="http://schemas.openxmlformats.org/drawingml/2006/main">
              <a:ext uri="{FF2B5EF4-FFF2-40B4-BE49-F238E27FC236}">
                <a16:creationId xmlns:a16="http://schemas.microsoft.com/office/drawing/2014/main" id="{BC878E8E-3D9C-4A34-A344-909745777063}"/>
              </a:ext>
            </a:extLst>
          </p:cNvPr>
          <p:cNvSpPr>
            <a:spLocks xmlns:a="http://schemas.openxmlformats.org/drawingml/2006/main" noGrp="1"/>
          </p:cNvSpPr>
          <p:nvPr/>
        </p:nvSpPr>
        <p:spPr>
          <a:xfrm xmlns:a="http://schemas.openxmlformats.org/drawingml/2006/main">
            <a:off x="4191000" y="4324350"/>
            <a:ext cx="5095875" cy="1847850"/>
          </a:xfrm>
          <a:custGeom xmlns:a="http://schemas.openxmlformats.org/drawingml/2006/main">
            <a:pathLst>
              <a:path w="5095875" h="1847850">
                <a:moveTo>
                  <a:pt x="0" y="0"/>
                </a:moveTo>
                <a:lnTo>
                  <a:pt x="5095875" y="0"/>
                </a:lnTo>
                <a:lnTo>
                  <a:pt x="5095875" y="1847850"/>
                </a:lnTo>
                <a:lnTo>
                  <a:pt x="4810125" y="1847850"/>
                </a:lnTo>
              </a:path>
            </a:pathLst>
          </a:custGeom>
          <a:noFill xmlns:a="http://schemas.openxmlformats.org/drawingml/2006/main"/>
          <a:ln xmlns:a="http://schemas.openxmlformats.org/drawingml/2006/main" w="10478">
            <a:solidFill>
              <a:srgbClr val="000000"/>
            </a:solidFill>
            <a:prstDash val="solid"/>
          </a:ln>
        </p:spPr>
      </p:sp>
      <p:sp>
        <p:nvSpPr>
          <p:cNvPr id="98" name="dp41-comparison / n115 / arrow">
            <a:extLst xmlns:a="http://schemas.openxmlformats.org/drawingml/2006/main">
              <a:ext uri="{FF2B5EF4-FFF2-40B4-BE49-F238E27FC236}">
                <a16:creationId xmlns:a16="http://schemas.microsoft.com/office/drawing/2014/main" id="{4B2340CC-6A06-4C24-A786-CE3756289947}"/>
              </a:ext>
            </a:extLst>
          </p:cNvPr>
          <p:cNvSpPr>
            <a:spLocks xmlns:a="http://schemas.openxmlformats.org/drawingml/2006/main" noGrp="1"/>
          </p:cNvSpPr>
          <p:nvPr/>
        </p:nvSpPr>
        <p:spPr>
          <a:xfrm xmlns:a="http://schemas.openxmlformats.org/drawingml/2006/main">
            <a:off x="9001125" y="61386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99" name="dp41-comparison / n120 / path">
            <a:extLst xmlns:a="http://schemas.openxmlformats.org/drawingml/2006/main">
              <a:ext uri="{FF2B5EF4-FFF2-40B4-BE49-F238E27FC236}">
                <a16:creationId xmlns:a16="http://schemas.microsoft.com/office/drawing/2014/main" id="{C919AEB2-3F9F-42EF-A476-A5F2F1A1B3BC}"/>
              </a:ext>
            </a:extLst>
          </p:cNvPr>
          <p:cNvSpPr>
            <a:spLocks xmlns:a="http://schemas.openxmlformats.org/drawingml/2006/main" noGrp="1"/>
          </p:cNvSpPr>
          <p:nvPr/>
        </p:nvSpPr>
        <p:spPr>
          <a:xfrm xmlns:a="http://schemas.openxmlformats.org/drawingml/2006/main">
            <a:off x="4071938" y="2743200"/>
            <a:ext cx="5281613" cy="1276350"/>
          </a:xfrm>
          <a:custGeom xmlns:a="http://schemas.openxmlformats.org/drawingml/2006/main">
            <a:pathLst>
              <a:path w="5281613" h="1276350">
                <a:moveTo>
                  <a:pt x="3167063" y="0"/>
                </a:moveTo>
                <a:lnTo>
                  <a:pt x="3167063" y="76200"/>
                </a:lnTo>
                <a:lnTo>
                  <a:pt x="5281613" y="76200"/>
                </a:lnTo>
                <a:lnTo>
                  <a:pt x="5281613" y="828675"/>
                </a:lnTo>
                <a:lnTo>
                  <a:pt x="261938" y="828675"/>
                </a:lnTo>
                <a:lnTo>
                  <a:pt x="261938" y="1200150"/>
                </a:lnTo>
                <a:lnTo>
                  <a:pt x="0" y="1200150"/>
                </a:lnTo>
                <a:lnTo>
                  <a:pt x="0" y="1276350"/>
                </a:lnTo>
              </a:path>
            </a:pathLst>
          </a:custGeom>
          <a:noFill xmlns:a="http://schemas.openxmlformats.org/drawingml/2006/main"/>
          <a:ln xmlns:a="http://schemas.openxmlformats.org/drawingml/2006/main" w="10478">
            <a:solidFill>
              <a:srgbClr val="000000"/>
            </a:solidFill>
            <a:prstDash val="solid"/>
          </a:ln>
        </p:spPr>
      </p:sp>
      <p:sp>
        <p:nvSpPr>
          <p:cNvPr id="100" name="dp41-comparison / n120 / arrow">
            <a:extLst xmlns:a="http://schemas.openxmlformats.org/drawingml/2006/main">
              <a:ext uri="{FF2B5EF4-FFF2-40B4-BE49-F238E27FC236}">
                <a16:creationId xmlns:a16="http://schemas.microsoft.com/office/drawing/2014/main" id="{13E2A579-BDC8-42AE-AB96-A8DB1805FFA1}"/>
              </a:ext>
            </a:extLst>
          </p:cNvPr>
          <p:cNvSpPr>
            <a:spLocks xmlns:a="http://schemas.openxmlformats.org/drawingml/2006/main" noGrp="1"/>
          </p:cNvSpPr>
          <p:nvPr/>
        </p:nvSpPr>
        <p:spPr>
          <a:xfrm xmlns:a="http://schemas.openxmlformats.org/drawingml/2006/main">
            <a:off x="403841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1" name="dp41-comparison / n121">
            <a:extLst xmlns:a="http://schemas.openxmlformats.org/drawingml/2006/main">
              <a:ext uri="{FF2B5EF4-FFF2-40B4-BE49-F238E27FC236}">
                <a16:creationId xmlns:a16="http://schemas.microsoft.com/office/drawing/2014/main" id="{61F563A9-8E00-492F-98C2-A68C42969033}"/>
              </a:ext>
            </a:extLst>
          </p:cNvPr>
          <p:cNvSpPr>
            <a:spLocks xmlns:a="http://schemas.openxmlformats.org/drawingml/2006/main" noGrp="1"/>
          </p:cNvSpPr>
          <p:nvPr/>
        </p:nvSpPr>
        <p:spPr>
          <a:xfrm xmlns:a="http://schemas.openxmlformats.org/drawingml/2006/main">
            <a:off x="4362450"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2" name="dp41-comparison / n122 / text 1">
            <a:extLst xmlns:a="http://schemas.openxmlformats.org/drawingml/2006/main">
              <a:ext uri="{FF2B5EF4-FFF2-40B4-BE49-F238E27FC236}">
                <a16:creationId xmlns:a16="http://schemas.microsoft.com/office/drawing/2014/main" id="{07DAD939-D955-4D5E-A976-2F3B2CAEA0CC}"/>
              </a:ext>
            </a:extLst>
          </p:cNvPr>
          <p:cNvSpPr>
            <a:spLocks xmlns:a="http://schemas.openxmlformats.org/drawingml/2006/main" noGrp="1"/>
          </p:cNvSpPr>
          <p:nvPr/>
        </p:nvSpPr>
        <p:spPr>
          <a:xfrm xmlns:a="http://schemas.openxmlformats.org/drawingml/2006/main">
            <a:off x="4448175"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Context Manager</a:t>
            </a:r>
          </a:p>
        </p:txBody>
      </p:sp>
      <p:sp>
        <p:nvSpPr>
          <p:cNvPr id="103" name="dp41-comparison / n123 / path">
            <a:extLst xmlns:a="http://schemas.openxmlformats.org/drawingml/2006/main">
              <a:ext uri="{FF2B5EF4-FFF2-40B4-BE49-F238E27FC236}">
                <a16:creationId xmlns:a16="http://schemas.microsoft.com/office/drawing/2014/main" id="{9D056350-C4C2-4FDA-8895-BE63F6BC45AE}"/>
              </a:ext>
            </a:extLst>
          </p:cNvPr>
          <p:cNvSpPr>
            <a:spLocks xmlns:a="http://schemas.openxmlformats.org/drawingml/2006/main" noGrp="1"/>
          </p:cNvSpPr>
          <p:nvPr/>
        </p:nvSpPr>
        <p:spPr>
          <a:xfrm xmlns:a="http://schemas.openxmlformats.org/drawingml/2006/main">
            <a:off x="5457825" y="4143375"/>
            <a:ext cx="4010025" cy="2505075"/>
          </a:xfrm>
          <a:custGeom xmlns:a="http://schemas.openxmlformats.org/drawingml/2006/main">
            <a:pathLst>
              <a:path w="4010025" h="2505075">
                <a:moveTo>
                  <a:pt x="3543300" y="0"/>
                </a:moveTo>
                <a:lnTo>
                  <a:pt x="4010025" y="0"/>
                </a:lnTo>
                <a:lnTo>
                  <a:pt x="4010025" y="2400300"/>
                </a:lnTo>
                <a:lnTo>
                  <a:pt x="0" y="2400300"/>
                </a:lnTo>
                <a:lnTo>
                  <a:pt x="0" y="2505075"/>
                </a:lnTo>
              </a:path>
            </a:pathLst>
          </a:custGeom>
          <a:noFill xmlns:a="http://schemas.openxmlformats.org/drawingml/2006/main"/>
          <a:ln xmlns:a="http://schemas.openxmlformats.org/drawingml/2006/main" w="10478">
            <a:solidFill>
              <a:srgbClr val="000000"/>
            </a:solidFill>
            <a:prstDash val="solid"/>
          </a:ln>
        </p:spPr>
      </p:sp>
      <p:sp>
        <p:nvSpPr>
          <p:cNvPr id="104" name="dp41-comparison / n123 / arrow">
            <a:extLst xmlns:a="http://schemas.openxmlformats.org/drawingml/2006/main">
              <a:ext uri="{FF2B5EF4-FFF2-40B4-BE49-F238E27FC236}">
                <a16:creationId xmlns:a16="http://schemas.microsoft.com/office/drawing/2014/main" id="{02B33E67-6F66-4D16-A793-F2C2F797AEBC}"/>
              </a:ext>
            </a:extLst>
          </p:cNvPr>
          <p:cNvSpPr>
            <a:spLocks xmlns:a="http://schemas.openxmlformats.org/drawingml/2006/main" noGrp="1"/>
          </p:cNvSpPr>
          <p:nvPr/>
        </p:nvSpPr>
        <p:spPr>
          <a:xfrm xmlns:a="http://schemas.openxmlformats.org/drawingml/2006/main">
            <a:off x="5424297"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5" name="dp41-comparison / n124 / path">
            <a:extLst xmlns:a="http://schemas.openxmlformats.org/drawingml/2006/main">
              <a:ext uri="{FF2B5EF4-FFF2-40B4-BE49-F238E27FC236}">
                <a16:creationId xmlns:a16="http://schemas.microsoft.com/office/drawing/2014/main" id="{439075C7-6387-4305-B8C1-D52A4F18022C}"/>
              </a:ext>
            </a:extLst>
          </p:cNvPr>
          <p:cNvSpPr>
            <a:spLocks xmlns:a="http://schemas.openxmlformats.org/drawingml/2006/main" noGrp="1"/>
          </p:cNvSpPr>
          <p:nvPr/>
        </p:nvSpPr>
        <p:spPr>
          <a:xfrm xmlns:a="http://schemas.openxmlformats.org/drawingml/2006/main">
            <a:off x="5543550" y="4286250"/>
            <a:ext cx="3848100" cy="2362200"/>
          </a:xfrm>
          <a:custGeom xmlns:a="http://schemas.openxmlformats.org/drawingml/2006/main">
            <a:pathLst>
              <a:path w="3848100" h="2362200">
                <a:moveTo>
                  <a:pt x="0" y="2362200"/>
                </a:moveTo>
                <a:lnTo>
                  <a:pt x="0" y="2305050"/>
                </a:lnTo>
                <a:lnTo>
                  <a:pt x="3848100" y="2305050"/>
                </a:lnTo>
                <a:lnTo>
                  <a:pt x="3848100" y="0"/>
                </a:lnTo>
                <a:lnTo>
                  <a:pt x="3457575" y="0"/>
                </a:lnTo>
              </a:path>
            </a:pathLst>
          </a:custGeom>
          <a:noFill xmlns:a="http://schemas.openxmlformats.org/drawingml/2006/main"/>
          <a:ln xmlns:a="http://schemas.openxmlformats.org/drawingml/2006/main" w="10478">
            <a:solidFill>
              <a:srgbClr val="000000"/>
            </a:solidFill>
            <a:prstDash val="dash"/>
          </a:ln>
        </p:spPr>
      </p:sp>
      <p:sp>
        <p:nvSpPr>
          <p:cNvPr id="106" name="dp41-comparison / n124 / arrow">
            <a:extLst xmlns:a="http://schemas.openxmlformats.org/drawingml/2006/main">
              <a:ext uri="{FF2B5EF4-FFF2-40B4-BE49-F238E27FC236}">
                <a16:creationId xmlns:a16="http://schemas.microsoft.com/office/drawing/2014/main" id="{8474D630-4014-4AA9-8209-DE5457B3C01E}"/>
              </a:ext>
            </a:extLst>
          </p:cNvPr>
          <p:cNvSpPr>
            <a:spLocks xmlns:a="http://schemas.openxmlformats.org/drawingml/2006/main" noGrp="1"/>
          </p:cNvSpPr>
          <p:nvPr/>
        </p:nvSpPr>
        <p:spPr>
          <a:xfrm xmlns:a="http://schemas.openxmlformats.org/drawingml/2006/main">
            <a:off x="9001125" y="42527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07" name="dp41-comparison / n125">
            <a:extLst xmlns:a="http://schemas.openxmlformats.org/drawingml/2006/main">
              <a:ext uri="{FF2B5EF4-FFF2-40B4-BE49-F238E27FC236}">
                <a16:creationId xmlns:a16="http://schemas.microsoft.com/office/drawing/2014/main" id="{8DCF1B6E-0F96-4F9F-8AEC-C90E790E6C05}"/>
              </a:ext>
            </a:extLst>
          </p:cNvPr>
          <p:cNvSpPr>
            <a:spLocks xmlns:a="http://schemas.openxmlformats.org/drawingml/2006/main" noGrp="1"/>
          </p:cNvSpPr>
          <p:nvPr/>
        </p:nvSpPr>
        <p:spPr>
          <a:xfrm xmlns:a="http://schemas.openxmlformats.org/drawingml/2006/main">
            <a:off x="7096125"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8" name="dp41-comparison / n126 / text 1">
            <a:extLst xmlns:a="http://schemas.openxmlformats.org/drawingml/2006/main">
              <a:ext uri="{FF2B5EF4-FFF2-40B4-BE49-F238E27FC236}">
                <a16:creationId xmlns:a16="http://schemas.microsoft.com/office/drawing/2014/main" id="{8DCC4788-CFDD-4891-9EFD-D1CA035EDA20}"/>
              </a:ext>
            </a:extLst>
          </p:cNvPr>
          <p:cNvSpPr>
            <a:spLocks xmlns:a="http://schemas.openxmlformats.org/drawingml/2006/main" noGrp="1"/>
          </p:cNvSpPr>
          <p:nvPr/>
        </p:nvSpPr>
        <p:spPr>
          <a:xfrm xmlns:a="http://schemas.openxmlformats.org/drawingml/2006/main">
            <a:off x="7181850"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Task Manager</a:t>
            </a:r>
          </a:p>
        </p:txBody>
      </p:sp>
      <p:sp>
        <p:nvSpPr>
          <p:cNvPr id="109" name="dp41-comparison / n127 / path">
            <a:extLst xmlns:a="http://schemas.openxmlformats.org/drawingml/2006/main">
              <a:ext uri="{FF2B5EF4-FFF2-40B4-BE49-F238E27FC236}">
                <a16:creationId xmlns:a16="http://schemas.microsoft.com/office/drawing/2014/main" id="{5662C839-6DA3-4AA3-BD93-96250B0B3F42}"/>
              </a:ext>
            </a:extLst>
          </p:cNvPr>
          <p:cNvSpPr>
            <a:spLocks xmlns:a="http://schemas.openxmlformats.org/drawingml/2006/main" noGrp="1"/>
          </p:cNvSpPr>
          <p:nvPr/>
        </p:nvSpPr>
        <p:spPr>
          <a:xfrm xmlns:a="http://schemas.openxmlformats.org/drawingml/2006/main">
            <a:off x="8191500" y="4143375"/>
            <a:ext cx="1276350" cy="2505075"/>
          </a:xfrm>
          <a:custGeom xmlns:a="http://schemas.openxmlformats.org/drawingml/2006/main">
            <a:pathLst>
              <a:path w="1276350" h="2505075">
                <a:moveTo>
                  <a:pt x="809625" y="0"/>
                </a:moveTo>
                <a:lnTo>
                  <a:pt x="1276350" y="0"/>
                </a:lnTo>
                <a:lnTo>
                  <a:pt x="1276350" y="2400300"/>
                </a:lnTo>
                <a:lnTo>
                  <a:pt x="0" y="2400300"/>
                </a:lnTo>
                <a:lnTo>
                  <a:pt x="0" y="2505075"/>
                </a:lnTo>
              </a:path>
            </a:pathLst>
          </a:custGeom>
          <a:noFill xmlns:a="http://schemas.openxmlformats.org/drawingml/2006/main"/>
          <a:ln xmlns:a="http://schemas.openxmlformats.org/drawingml/2006/main" w="10478">
            <a:solidFill>
              <a:srgbClr val="000000"/>
            </a:solidFill>
            <a:prstDash val="solid"/>
          </a:ln>
        </p:spPr>
      </p:sp>
      <p:sp>
        <p:nvSpPr>
          <p:cNvPr id="110" name="dp41-comparison / n127 / arrow">
            <a:extLst xmlns:a="http://schemas.openxmlformats.org/drawingml/2006/main">
              <a:ext uri="{FF2B5EF4-FFF2-40B4-BE49-F238E27FC236}">
                <a16:creationId xmlns:a16="http://schemas.microsoft.com/office/drawing/2014/main" id="{F1707B11-7F33-4C00-B5D3-8F7A93F1E6AE}"/>
              </a:ext>
            </a:extLst>
          </p:cNvPr>
          <p:cNvSpPr>
            <a:spLocks xmlns:a="http://schemas.openxmlformats.org/drawingml/2006/main" noGrp="1"/>
          </p:cNvSpPr>
          <p:nvPr/>
        </p:nvSpPr>
        <p:spPr>
          <a:xfrm xmlns:a="http://schemas.openxmlformats.org/drawingml/2006/main">
            <a:off x="8157972"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1" name="dp41-comparison / n128 / path">
            <a:extLst xmlns:a="http://schemas.openxmlformats.org/drawingml/2006/main">
              <a:ext uri="{FF2B5EF4-FFF2-40B4-BE49-F238E27FC236}">
                <a16:creationId xmlns:a16="http://schemas.microsoft.com/office/drawing/2014/main" id="{387ACA3D-59B1-47D0-ABAA-20A0EB62245B}"/>
              </a:ext>
            </a:extLst>
          </p:cNvPr>
          <p:cNvSpPr>
            <a:spLocks xmlns:a="http://schemas.openxmlformats.org/drawingml/2006/main" noGrp="1"/>
          </p:cNvSpPr>
          <p:nvPr/>
        </p:nvSpPr>
        <p:spPr>
          <a:xfrm xmlns:a="http://schemas.openxmlformats.org/drawingml/2006/main">
            <a:off x="8277225" y="4286250"/>
            <a:ext cx="1114425" cy="2362200"/>
          </a:xfrm>
          <a:custGeom xmlns:a="http://schemas.openxmlformats.org/drawingml/2006/main">
            <a:pathLst>
              <a:path w="1114425" h="2362200">
                <a:moveTo>
                  <a:pt x="0" y="2362200"/>
                </a:moveTo>
                <a:lnTo>
                  <a:pt x="0" y="2305050"/>
                </a:lnTo>
                <a:lnTo>
                  <a:pt x="1114425" y="2305050"/>
                </a:lnTo>
                <a:lnTo>
                  <a:pt x="1114425" y="0"/>
                </a:lnTo>
                <a:lnTo>
                  <a:pt x="723900" y="0"/>
                </a:lnTo>
              </a:path>
            </a:pathLst>
          </a:custGeom>
          <a:noFill xmlns:a="http://schemas.openxmlformats.org/drawingml/2006/main"/>
          <a:ln xmlns:a="http://schemas.openxmlformats.org/drawingml/2006/main" w="10478">
            <a:solidFill>
              <a:srgbClr val="000000"/>
            </a:solidFill>
            <a:prstDash val="dash"/>
          </a:ln>
        </p:spPr>
      </p:sp>
      <p:sp>
        <p:nvSpPr>
          <p:cNvPr id="112" name="dp41-comparison / n128 / arrow">
            <a:extLst xmlns:a="http://schemas.openxmlformats.org/drawingml/2006/main">
              <a:ext uri="{FF2B5EF4-FFF2-40B4-BE49-F238E27FC236}">
                <a16:creationId xmlns:a16="http://schemas.microsoft.com/office/drawing/2014/main" id="{610A05F6-4128-4329-ACC7-1DB434F28EE8}"/>
              </a:ext>
            </a:extLst>
          </p:cNvPr>
          <p:cNvSpPr>
            <a:spLocks xmlns:a="http://schemas.openxmlformats.org/drawingml/2006/main" noGrp="1"/>
          </p:cNvSpPr>
          <p:nvPr/>
        </p:nvSpPr>
        <p:spPr>
          <a:xfrm xmlns:a="http://schemas.openxmlformats.org/drawingml/2006/main">
            <a:off x="9001125" y="42527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13" name="dp41-comparison / n131 / path">
            <a:extLst xmlns:a="http://schemas.openxmlformats.org/drawingml/2006/main">
              <a:ext uri="{FF2B5EF4-FFF2-40B4-BE49-F238E27FC236}">
                <a16:creationId xmlns:a16="http://schemas.microsoft.com/office/drawing/2014/main" id="{8C1D765F-D376-4414-94A5-5CCA69B1FA14}"/>
              </a:ext>
            </a:extLst>
          </p:cNvPr>
          <p:cNvSpPr>
            <a:spLocks xmlns:a="http://schemas.openxmlformats.org/drawingml/2006/main" noGrp="1"/>
          </p:cNvSpPr>
          <p:nvPr/>
        </p:nvSpPr>
        <p:spPr>
          <a:xfrm xmlns:a="http://schemas.openxmlformats.org/drawingml/2006/main">
            <a:off x="1476375" y="7067550"/>
            <a:ext cx="7953375" cy="953"/>
          </a:xfrm>
          <a:custGeom xmlns:a="http://schemas.openxmlformats.org/drawingml/2006/main">
            <a:pathLst>
              <a:path w="7953375" h="953">
                <a:moveTo>
                  <a:pt x="0" y="0"/>
                </a:moveTo>
                <a:lnTo>
                  <a:pt x="7953375" y="0"/>
                </a:lnTo>
              </a:path>
            </a:pathLst>
          </a:custGeom>
          <a:noFill xmlns:a="http://schemas.openxmlformats.org/drawingml/2006/main"/>
          <a:ln xmlns:a="http://schemas.openxmlformats.org/drawingml/2006/main" w="10478">
            <a:solidFill>
              <a:srgbClr val="000000"/>
            </a:solidFill>
            <a:prstDash val="solid"/>
          </a:ln>
        </p:spPr>
      </p:sp>
      <p:sp>
        <p:nvSpPr>
          <p:cNvPr id="114" name="dp41-comparison / n134">
            <a:extLst xmlns:a="http://schemas.openxmlformats.org/drawingml/2006/main">
              <a:ext uri="{FF2B5EF4-FFF2-40B4-BE49-F238E27FC236}">
                <a16:creationId xmlns:a16="http://schemas.microsoft.com/office/drawing/2014/main" id="{77D5D840-FCEB-4477-A07B-F6938C147016}"/>
              </a:ext>
            </a:extLst>
          </p:cNvPr>
          <p:cNvSpPr>
            <a:spLocks xmlns:a="http://schemas.openxmlformats.org/drawingml/2006/main" noGrp="1"/>
          </p:cNvSpPr>
          <p:nvPr/>
        </p:nvSpPr>
        <p:spPr>
          <a:xfrm xmlns:a="http://schemas.openxmlformats.org/drawingml/2006/main">
            <a:off x="1666875" y="7362825"/>
            <a:ext cx="1714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5" name="dp41-comparison / n135 / text 1">
            <a:extLst xmlns:a="http://schemas.openxmlformats.org/drawingml/2006/main">
              <a:ext uri="{FF2B5EF4-FFF2-40B4-BE49-F238E27FC236}">
                <a16:creationId xmlns:a16="http://schemas.microsoft.com/office/drawing/2014/main" id="{C1C7EF68-3A26-4EA4-8DDD-E79B8E1865F5}"/>
              </a:ext>
            </a:extLst>
          </p:cNvPr>
          <p:cNvSpPr>
            <a:spLocks xmlns:a="http://schemas.openxmlformats.org/drawingml/2006/main" noGrp="1"/>
          </p:cNvSpPr>
          <p:nvPr/>
        </p:nvSpPr>
        <p:spPr>
          <a:xfrm xmlns:a="http://schemas.openxmlformats.org/drawingml/2006/main">
            <a:off x="1752600" y="7403306"/>
            <a:ext cx="1543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다음 행동 판단</a:t>
            </a:r>
          </a:p>
        </p:txBody>
      </p:sp>
      <p:sp>
        <p:nvSpPr>
          <p:cNvPr id="116" name="dp41-comparison / n136">
            <a:extLst xmlns:a="http://schemas.openxmlformats.org/drawingml/2006/main">
              <a:ext uri="{FF2B5EF4-FFF2-40B4-BE49-F238E27FC236}">
                <a16:creationId xmlns:a16="http://schemas.microsoft.com/office/drawing/2014/main" id="{E3741AB9-09A6-409C-892C-2493A6AD4A53}"/>
              </a:ext>
            </a:extLst>
          </p:cNvPr>
          <p:cNvSpPr>
            <a:spLocks xmlns:a="http://schemas.openxmlformats.org/drawingml/2006/main" noGrp="1"/>
          </p:cNvSpPr>
          <p:nvPr/>
        </p:nvSpPr>
        <p:spPr>
          <a:xfrm xmlns:a="http://schemas.openxmlformats.org/drawingml/2006/main">
            <a:off x="4048125" y="7296150"/>
            <a:ext cx="1428750" cy="4000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117" name="dp41-comparison / n137 / text 1">
            <a:extLst xmlns:a="http://schemas.openxmlformats.org/drawingml/2006/main">
              <a:ext uri="{FF2B5EF4-FFF2-40B4-BE49-F238E27FC236}">
                <a16:creationId xmlns:a16="http://schemas.microsoft.com/office/drawing/2014/main" id="{87869321-EDBF-4B74-91AD-F31DDF0A8460}"/>
              </a:ext>
            </a:extLst>
          </p:cNvPr>
          <p:cNvSpPr>
            <a:spLocks xmlns:a="http://schemas.openxmlformats.org/drawingml/2006/main" noGrp="1"/>
          </p:cNvSpPr>
          <p:nvPr/>
        </p:nvSpPr>
        <p:spPr>
          <a:xfrm xmlns:a="http://schemas.openxmlformats.org/drawingml/2006/main">
            <a:off x="4133850" y="7403306"/>
            <a:ext cx="1257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다음 행동?</a:t>
            </a:r>
          </a:p>
        </p:txBody>
      </p:sp>
      <p:sp>
        <p:nvSpPr>
          <p:cNvPr id="118" name="dp41-comparison / n138">
            <a:extLst xmlns:a="http://schemas.openxmlformats.org/drawingml/2006/main">
              <a:ext uri="{FF2B5EF4-FFF2-40B4-BE49-F238E27FC236}">
                <a16:creationId xmlns:a16="http://schemas.microsoft.com/office/drawing/2014/main" id="{C1DEB268-D3EA-426A-8085-BFAD0BA718EA}"/>
              </a:ext>
            </a:extLst>
          </p:cNvPr>
          <p:cNvSpPr>
            <a:spLocks xmlns:a="http://schemas.openxmlformats.org/drawingml/2006/main" noGrp="1"/>
          </p:cNvSpPr>
          <p:nvPr/>
        </p:nvSpPr>
        <p:spPr>
          <a:xfrm xmlns:a="http://schemas.openxmlformats.org/drawingml/2006/main">
            <a:off x="6429375" y="7362825"/>
            <a:ext cx="2095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9" name="dp41-comparison / n139 / text 1">
            <a:extLst xmlns:a="http://schemas.openxmlformats.org/drawingml/2006/main">
              <a:ext uri="{FF2B5EF4-FFF2-40B4-BE49-F238E27FC236}">
                <a16:creationId xmlns:a16="http://schemas.microsoft.com/office/drawing/2014/main" id="{1B088D2A-D406-4013-ABB1-AFC58AC18CB4}"/>
              </a:ext>
            </a:extLst>
          </p:cNvPr>
          <p:cNvSpPr>
            <a:spLocks xmlns:a="http://schemas.openxmlformats.org/drawingml/2006/main" noGrp="1"/>
          </p:cNvSpPr>
          <p:nvPr/>
        </p:nvSpPr>
        <p:spPr>
          <a:xfrm xmlns:a="http://schemas.openxmlformats.org/drawingml/2006/main">
            <a:off x="6515100" y="7403306"/>
            <a:ext cx="1924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도구: 지정한 자료 조회</a:t>
            </a:r>
          </a:p>
        </p:txBody>
      </p:sp>
      <p:sp>
        <p:nvSpPr>
          <p:cNvPr id="120" name="dp41-comparison / n140">
            <a:extLst xmlns:a="http://schemas.openxmlformats.org/drawingml/2006/main">
              <a:ext uri="{FF2B5EF4-FFF2-40B4-BE49-F238E27FC236}">
                <a16:creationId xmlns:a16="http://schemas.microsoft.com/office/drawing/2014/main" id="{9B138D3D-EF92-4267-B900-ED27A7AF5B1B}"/>
              </a:ext>
            </a:extLst>
          </p:cNvPr>
          <p:cNvSpPr>
            <a:spLocks xmlns:a="http://schemas.openxmlformats.org/drawingml/2006/main" noGrp="1"/>
          </p:cNvSpPr>
          <p:nvPr/>
        </p:nvSpPr>
        <p:spPr>
          <a:xfrm xmlns:a="http://schemas.openxmlformats.org/drawingml/2006/main">
            <a:off x="6953250" y="7953375"/>
            <a:ext cx="2238375"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1" name="dp41-comparison / n141 / text 1">
            <a:extLst xmlns:a="http://schemas.openxmlformats.org/drawingml/2006/main">
              <a:ext uri="{FF2B5EF4-FFF2-40B4-BE49-F238E27FC236}">
                <a16:creationId xmlns:a16="http://schemas.microsoft.com/office/drawing/2014/main" id="{8EAF1228-E5FA-4A76-826F-CF19BA9C102F}"/>
              </a:ext>
            </a:extLst>
          </p:cNvPr>
          <p:cNvSpPr>
            <a:spLocks xmlns:a="http://schemas.openxmlformats.org/drawingml/2006/main" noGrp="1"/>
          </p:cNvSpPr>
          <p:nvPr/>
        </p:nvSpPr>
        <p:spPr>
          <a:xfrm xmlns:a="http://schemas.openxmlformats.org/drawingml/2006/main">
            <a:off x="7038975" y="799861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의미 / 질문 제안</a:t>
            </a:r>
          </a:p>
        </p:txBody>
      </p:sp>
      <p:sp>
        <p:nvSpPr>
          <p:cNvPr id="122" name="dp41-comparison / n142 / path">
            <a:extLst xmlns:a="http://schemas.openxmlformats.org/drawingml/2006/main">
              <a:ext uri="{FF2B5EF4-FFF2-40B4-BE49-F238E27FC236}">
                <a16:creationId xmlns:a16="http://schemas.microsoft.com/office/drawing/2014/main" id="{597B22AD-1C23-402C-926C-9500CFE34A07}"/>
              </a:ext>
            </a:extLst>
          </p:cNvPr>
          <p:cNvSpPr>
            <a:spLocks xmlns:a="http://schemas.openxmlformats.org/drawingml/2006/main" noGrp="1"/>
          </p:cNvSpPr>
          <p:nvPr/>
        </p:nvSpPr>
        <p:spPr>
          <a:xfrm xmlns:a="http://schemas.openxmlformats.org/drawingml/2006/main">
            <a:off x="3381375" y="7496175"/>
            <a:ext cx="666750" cy="953"/>
          </a:xfrm>
          <a:custGeom xmlns:a="http://schemas.openxmlformats.org/drawingml/2006/main">
            <a:pathLst>
              <a:path w="666750" h="953">
                <a:moveTo>
                  <a:pt x="0" y="0"/>
                </a:moveTo>
                <a:lnTo>
                  <a:pt x="666750" y="0"/>
                </a:lnTo>
              </a:path>
            </a:pathLst>
          </a:custGeom>
          <a:noFill xmlns:a="http://schemas.openxmlformats.org/drawingml/2006/main"/>
          <a:ln xmlns:a="http://schemas.openxmlformats.org/drawingml/2006/main" w="10478">
            <a:solidFill>
              <a:srgbClr val="000000"/>
            </a:solidFill>
            <a:prstDash val="solid"/>
          </a:ln>
        </p:spPr>
      </p:sp>
      <p:sp>
        <p:nvSpPr>
          <p:cNvPr id="123" name="dp41-comparison / n142 / arrow">
            <a:extLst xmlns:a="http://schemas.openxmlformats.org/drawingml/2006/main">
              <a:ext uri="{FF2B5EF4-FFF2-40B4-BE49-F238E27FC236}">
                <a16:creationId xmlns:a16="http://schemas.microsoft.com/office/drawing/2014/main" id="{03856A93-F2F1-4B73-A409-AF7C18992FDE}"/>
              </a:ext>
            </a:extLst>
          </p:cNvPr>
          <p:cNvSpPr>
            <a:spLocks xmlns:a="http://schemas.openxmlformats.org/drawingml/2006/main" noGrp="1"/>
          </p:cNvSpPr>
          <p:nvPr/>
        </p:nvSpPr>
        <p:spPr>
          <a:xfrm xmlns:a="http://schemas.openxmlformats.org/drawingml/2006/main">
            <a:off x="3981069"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4" name="dp41-comparison / n143 / path">
            <a:extLst xmlns:a="http://schemas.openxmlformats.org/drawingml/2006/main">
              <a:ext uri="{FF2B5EF4-FFF2-40B4-BE49-F238E27FC236}">
                <a16:creationId xmlns:a16="http://schemas.microsoft.com/office/drawing/2014/main" id="{E2FBC27F-4F1A-4BDE-8625-2D41FF134E70}"/>
              </a:ext>
            </a:extLst>
          </p:cNvPr>
          <p:cNvSpPr>
            <a:spLocks xmlns:a="http://schemas.openxmlformats.org/drawingml/2006/main" noGrp="1"/>
          </p:cNvSpPr>
          <p:nvPr/>
        </p:nvSpPr>
        <p:spPr>
          <a:xfrm xmlns:a="http://schemas.openxmlformats.org/drawingml/2006/main">
            <a:off x="5476875" y="7496175"/>
            <a:ext cx="952500" cy="953"/>
          </a:xfrm>
          <a:custGeom xmlns:a="http://schemas.openxmlformats.org/drawingml/2006/main">
            <a:pathLst>
              <a:path w="952500" h="953">
                <a:moveTo>
                  <a:pt x="0" y="0"/>
                </a:moveTo>
                <a:lnTo>
                  <a:pt x="952500" y="0"/>
                </a:lnTo>
              </a:path>
            </a:pathLst>
          </a:custGeom>
          <a:noFill xmlns:a="http://schemas.openxmlformats.org/drawingml/2006/main"/>
          <a:ln xmlns:a="http://schemas.openxmlformats.org/drawingml/2006/main" w="10478">
            <a:solidFill>
              <a:srgbClr val="000000"/>
            </a:solidFill>
            <a:prstDash val="solid"/>
          </a:ln>
        </p:spPr>
      </p:sp>
      <p:sp>
        <p:nvSpPr>
          <p:cNvPr id="125" name="dp41-comparison / n143 / arrow">
            <a:extLst xmlns:a="http://schemas.openxmlformats.org/drawingml/2006/main">
              <a:ext uri="{FF2B5EF4-FFF2-40B4-BE49-F238E27FC236}">
                <a16:creationId xmlns:a16="http://schemas.microsoft.com/office/drawing/2014/main" id="{9F842904-827F-467E-8D2F-E1190BC31AC8}"/>
              </a:ext>
            </a:extLst>
          </p:cNvPr>
          <p:cNvSpPr>
            <a:spLocks xmlns:a="http://schemas.openxmlformats.org/drawingml/2006/main" noGrp="1"/>
          </p:cNvSpPr>
          <p:nvPr/>
        </p:nvSpPr>
        <p:spPr>
          <a:xfrm xmlns:a="http://schemas.openxmlformats.org/drawingml/2006/main">
            <a:off x="6362319"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6" name="dp41-comparison / n146 / path">
            <a:extLst xmlns:a="http://schemas.openxmlformats.org/drawingml/2006/main">
              <a:ext uri="{FF2B5EF4-FFF2-40B4-BE49-F238E27FC236}">
                <a16:creationId xmlns:a16="http://schemas.microsoft.com/office/drawing/2014/main" id="{A53EB285-4815-4FD5-ADF8-12E4D7919FAF}"/>
              </a:ext>
            </a:extLst>
          </p:cNvPr>
          <p:cNvSpPr>
            <a:spLocks xmlns:a="http://schemas.openxmlformats.org/drawingml/2006/main" noGrp="1"/>
          </p:cNvSpPr>
          <p:nvPr/>
        </p:nvSpPr>
        <p:spPr>
          <a:xfrm xmlns:a="http://schemas.openxmlformats.org/drawingml/2006/main">
            <a:off x="2524125" y="7629525"/>
            <a:ext cx="4953000" cy="152400"/>
          </a:xfrm>
          <a:custGeom xmlns:a="http://schemas.openxmlformats.org/drawingml/2006/main">
            <a:pathLst>
              <a:path w="4953000" h="152400">
                <a:moveTo>
                  <a:pt x="4953000" y="0"/>
                </a:moveTo>
                <a:lnTo>
                  <a:pt x="4953000" y="152400"/>
                </a:lnTo>
                <a:lnTo>
                  <a:pt x="0" y="152400"/>
                </a:lnTo>
                <a:lnTo>
                  <a:pt x="0" y="0"/>
                </a:lnTo>
              </a:path>
            </a:pathLst>
          </a:custGeom>
          <a:noFill xmlns:a="http://schemas.openxmlformats.org/drawingml/2006/main"/>
          <a:ln xmlns:a="http://schemas.openxmlformats.org/drawingml/2006/main" w="10478">
            <a:solidFill>
              <a:srgbClr val="000000"/>
            </a:solidFill>
            <a:prstDash val="solid"/>
          </a:ln>
        </p:spPr>
      </p:sp>
      <p:sp>
        <p:nvSpPr>
          <p:cNvPr id="127" name="dp41-comparison / n146 / arrow">
            <a:extLst xmlns:a="http://schemas.openxmlformats.org/drawingml/2006/main">
              <a:ext uri="{FF2B5EF4-FFF2-40B4-BE49-F238E27FC236}">
                <a16:creationId xmlns:a16="http://schemas.microsoft.com/office/drawing/2014/main" id="{7438F550-F988-4801-92D7-269A45971C41}"/>
              </a:ext>
            </a:extLst>
          </p:cNvPr>
          <p:cNvSpPr>
            <a:spLocks xmlns:a="http://schemas.openxmlformats.org/drawingml/2006/main" noGrp="1"/>
          </p:cNvSpPr>
          <p:nvPr/>
        </p:nvSpPr>
        <p:spPr>
          <a:xfrm xmlns:a="http://schemas.openxmlformats.org/drawingml/2006/main">
            <a:off x="2490597" y="76295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28" name="dp41-comparison / n149 / path">
            <a:extLst xmlns:a="http://schemas.openxmlformats.org/drawingml/2006/main">
              <a:ext uri="{FF2B5EF4-FFF2-40B4-BE49-F238E27FC236}">
                <a16:creationId xmlns:a16="http://schemas.microsoft.com/office/drawing/2014/main" id="{99DDDECC-115F-4169-81FD-FA9AE4DCD29A}"/>
              </a:ext>
            </a:extLst>
          </p:cNvPr>
          <p:cNvSpPr>
            <a:spLocks xmlns:a="http://schemas.openxmlformats.org/drawingml/2006/main" noGrp="1"/>
          </p:cNvSpPr>
          <p:nvPr/>
        </p:nvSpPr>
        <p:spPr>
          <a:xfrm xmlns:a="http://schemas.openxmlformats.org/drawingml/2006/main">
            <a:off x="4762500" y="7696200"/>
            <a:ext cx="2190750" cy="395288"/>
          </a:xfrm>
          <a:custGeom xmlns:a="http://schemas.openxmlformats.org/drawingml/2006/main">
            <a:pathLst>
              <a:path w="2190750" h="395288">
                <a:moveTo>
                  <a:pt x="0" y="0"/>
                </a:moveTo>
                <a:lnTo>
                  <a:pt x="0" y="395288"/>
                </a:lnTo>
                <a:lnTo>
                  <a:pt x="2190750" y="395288"/>
                </a:lnTo>
              </a:path>
            </a:pathLst>
          </a:custGeom>
          <a:noFill xmlns:a="http://schemas.openxmlformats.org/drawingml/2006/main"/>
          <a:ln xmlns:a="http://schemas.openxmlformats.org/drawingml/2006/main" w="10478">
            <a:solidFill>
              <a:srgbClr val="000000"/>
            </a:solidFill>
            <a:prstDash val="solid"/>
          </a:ln>
        </p:spPr>
      </p:sp>
      <p:sp>
        <p:nvSpPr>
          <p:cNvPr id="129" name="dp41-comparison / n149 / arrow">
            <a:extLst xmlns:a="http://schemas.openxmlformats.org/drawingml/2006/main">
              <a:ext uri="{FF2B5EF4-FFF2-40B4-BE49-F238E27FC236}">
                <a16:creationId xmlns:a16="http://schemas.microsoft.com/office/drawing/2014/main" id="{0BB4A9FD-608E-44DE-BEC5-F30BD0DE004C}"/>
              </a:ext>
            </a:extLst>
          </p:cNvPr>
          <p:cNvSpPr>
            <a:spLocks xmlns:a="http://schemas.openxmlformats.org/drawingml/2006/main" noGrp="1"/>
          </p:cNvSpPr>
          <p:nvPr/>
        </p:nvSpPr>
        <p:spPr>
          <a:xfrm xmlns:a="http://schemas.openxmlformats.org/drawingml/2006/main">
            <a:off x="6886194" y="805796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30" name="dp41-comparison / n64">
            <a:extLst xmlns:a="http://schemas.openxmlformats.org/drawingml/2006/main">
              <a:ext uri="{FF2B5EF4-FFF2-40B4-BE49-F238E27FC236}">
                <a16:creationId xmlns:a16="http://schemas.microsoft.com/office/drawing/2014/main" id="{D779FDF0-ED26-47BA-A77C-2785ED767825}"/>
              </a:ext>
            </a:extLst>
          </p:cNvPr>
          <p:cNvSpPr>
            <a:spLocks xmlns:a="http://schemas.openxmlformats.org/drawingml/2006/main" noGrp="1"/>
          </p:cNvSpPr>
          <p:nvPr/>
        </p:nvSpPr>
        <p:spPr>
          <a:xfrm xmlns:a="http://schemas.openxmlformats.org/drawingml/2006/main">
            <a:off x="1571625" y="2409825"/>
            <a:ext cx="1428750" cy="333375"/>
          </a:xfrm>
          <a:custGeom xmlns:a="http://schemas.openxmlformats.org/drawingml/2006/main">
            <a:pathLst>
              <a:path w="1428750" h="333375">
                <a:moveTo>
                  <a:pt x="0" y="0"/>
                </a:moveTo>
                <a:lnTo>
                  <a:pt x="1257300" y="0"/>
                </a:lnTo>
                <a:lnTo>
                  <a:pt x="1428750" y="171450"/>
                </a:lnTo>
                <a:lnTo>
                  <a:pt x="1428750" y="333375"/>
                </a:lnTo>
                <a:lnTo>
                  <a:pt x="0" y="333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31" name="dp41-comparison / n64 / fold">
            <a:extLst xmlns:a="http://schemas.openxmlformats.org/drawingml/2006/main">
              <a:ext uri="{FF2B5EF4-FFF2-40B4-BE49-F238E27FC236}">
                <a16:creationId xmlns:a16="http://schemas.microsoft.com/office/drawing/2014/main" id="{13E42500-9E01-4670-A317-87B406F30915}"/>
              </a:ext>
            </a:extLst>
          </p:cNvPr>
          <p:cNvSpPr>
            <a:spLocks xmlns:a="http://schemas.openxmlformats.org/drawingml/2006/main" noGrp="1"/>
          </p:cNvSpPr>
          <p:nvPr/>
        </p:nvSpPr>
        <p:spPr>
          <a:xfrm xmlns:a="http://schemas.openxmlformats.org/drawingml/2006/main">
            <a:off x="2828925"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32" name="dp41-comparison / n65 / text 1">
            <a:extLst xmlns:a="http://schemas.openxmlformats.org/drawingml/2006/main">
              <a:ext uri="{FF2B5EF4-FFF2-40B4-BE49-F238E27FC236}">
                <a16:creationId xmlns:a16="http://schemas.microsoft.com/office/drawing/2014/main" id="{0FE2A948-5C73-4F9B-8E20-0F96B910355C}"/>
              </a:ext>
            </a:extLst>
          </p:cNvPr>
          <p:cNvSpPr>
            <a:spLocks xmlns:a="http://schemas.openxmlformats.org/drawingml/2006/main" noGrp="1"/>
          </p:cNvSpPr>
          <p:nvPr/>
        </p:nvSpPr>
        <p:spPr>
          <a:xfrm xmlns:a="http://schemas.openxmlformats.org/drawingml/2006/main">
            <a:off x="1666875" y="2466975"/>
            <a:ext cx="1162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사용자 발화</a:t>
            </a:r>
          </a:p>
        </p:txBody>
      </p:sp>
      <p:sp>
        <p:nvSpPr>
          <p:cNvPr id="133" name="dp41-comparison / n74">
            <a:extLst xmlns:a="http://schemas.openxmlformats.org/drawingml/2006/main">
              <a:ext uri="{FF2B5EF4-FFF2-40B4-BE49-F238E27FC236}">
                <a16:creationId xmlns:a16="http://schemas.microsoft.com/office/drawing/2014/main" id="{26A39678-1D34-4300-A50F-037318A2D8C9}"/>
              </a:ext>
            </a:extLst>
          </p:cNvPr>
          <p:cNvSpPr>
            <a:spLocks xmlns:a="http://schemas.openxmlformats.org/drawingml/2006/main" noGrp="1"/>
          </p:cNvSpPr>
          <p:nvPr/>
        </p:nvSpPr>
        <p:spPr>
          <a:xfrm xmlns:a="http://schemas.openxmlformats.org/drawingml/2006/main">
            <a:off x="4505325" y="2943225"/>
            <a:ext cx="3050477"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4" name="dp41-comparison / n75 / text 1">
            <a:extLst xmlns:a="http://schemas.openxmlformats.org/drawingml/2006/main">
              <a:ext uri="{FF2B5EF4-FFF2-40B4-BE49-F238E27FC236}">
                <a16:creationId xmlns:a16="http://schemas.microsoft.com/office/drawing/2014/main" id="{3B5CA446-008C-4AE8-9001-DF2360D92C81}"/>
              </a:ext>
            </a:extLst>
          </p:cNvPr>
          <p:cNvSpPr>
            <a:spLocks xmlns:a="http://schemas.openxmlformats.org/drawingml/2006/main" noGrp="1"/>
          </p:cNvSpPr>
          <p:nvPr/>
        </p:nvSpPr>
        <p:spPr>
          <a:xfrm xmlns:a="http://schemas.openxmlformats.org/drawingml/2006/main">
            <a:off x="4524375" y="2952750"/>
            <a:ext cx="4667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Model Access 경유 / 조회 결과마다 모델 재판단</a:t>
            </a:r>
          </a:p>
        </p:txBody>
      </p:sp>
      <p:sp>
        <p:nvSpPr>
          <p:cNvPr id="135" name="dp41-comparison / n76">
            <a:extLst xmlns:a="http://schemas.openxmlformats.org/drawingml/2006/main">
              <a:ext uri="{FF2B5EF4-FFF2-40B4-BE49-F238E27FC236}">
                <a16:creationId xmlns:a16="http://schemas.microsoft.com/office/drawing/2014/main" id="{E982A62A-7C04-47F1-99FF-ECA251A07417}"/>
              </a:ext>
            </a:extLst>
          </p:cNvPr>
          <p:cNvSpPr>
            <a:spLocks xmlns:a="http://schemas.openxmlformats.org/drawingml/2006/main" noGrp="1"/>
          </p:cNvSpPr>
          <p:nvPr/>
        </p:nvSpPr>
        <p:spPr>
          <a:xfrm xmlns:a="http://schemas.openxmlformats.org/drawingml/2006/main">
            <a:off x="4648200" y="3314700"/>
            <a:ext cx="3272028" cy="2247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6" name="dp41-comparison / n77 / text 1">
            <a:extLst xmlns:a="http://schemas.openxmlformats.org/drawingml/2006/main">
              <a:ext uri="{FF2B5EF4-FFF2-40B4-BE49-F238E27FC236}">
                <a16:creationId xmlns:a16="http://schemas.microsoft.com/office/drawing/2014/main" id="{FC454F16-F91B-4341-BC9B-4A4E798134B4}"/>
              </a:ext>
            </a:extLst>
          </p:cNvPr>
          <p:cNvSpPr>
            <a:spLocks xmlns:a="http://schemas.openxmlformats.org/drawingml/2006/main" noGrp="1"/>
          </p:cNvSpPr>
          <p:nvPr/>
        </p:nvSpPr>
        <p:spPr>
          <a:xfrm xmlns:a="http://schemas.openxmlformats.org/drawingml/2006/main">
            <a:off x="4667250" y="3324225"/>
            <a:ext cx="4572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000000"/>
                </a:solidFill>
                <a:latin typeface="Apple SD Gothic Neo"/>
                <a:ea typeface="Apple SD Gothic Neo"/>
                <a:cs typeface="Apple SD Gothic Neo"/>
              </a:defRPr>
            </a:pPr>
            <a:r>
              <a:rPr sz="1350" b="0">
                <a:solidFill>
                  <a:srgbClr val="000000"/>
                </a:solidFill>
                <a:latin typeface="Apple SD Gothic Neo"/>
                <a:ea typeface="Apple SD Gothic Neo"/>
                <a:cs typeface="Apple SD Gothic Neo"/>
              </a:rPr>
              <a:t>A: 모델이 결과를 보고 다음 조회 선택</a:t>
            </a:r>
          </a:p>
        </p:txBody>
      </p:sp>
      <p:sp>
        <p:nvSpPr>
          <p:cNvPr id="137" name="dp41-comparison / n80">
            <a:extLst xmlns:a="http://schemas.openxmlformats.org/drawingml/2006/main">
              <a:ext uri="{FF2B5EF4-FFF2-40B4-BE49-F238E27FC236}">
                <a16:creationId xmlns:a16="http://schemas.microsoft.com/office/drawing/2014/main" id="{6584029A-B0E7-4B06-AB22-EFBF3160C0F3}"/>
              </a:ext>
            </a:extLst>
          </p:cNvPr>
          <p:cNvSpPr>
            <a:spLocks xmlns:a="http://schemas.openxmlformats.org/drawingml/2006/main" noGrp="1"/>
          </p:cNvSpPr>
          <p:nvPr/>
        </p:nvSpPr>
        <p:spPr>
          <a:xfrm xmlns:a="http://schemas.openxmlformats.org/drawingml/2006/main">
            <a:off x="7505700" y="3114675"/>
            <a:ext cx="73056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8" name="dp41-comparison / n81 / text 1">
            <a:extLst xmlns:a="http://schemas.openxmlformats.org/drawingml/2006/main">
              <a:ext uri="{FF2B5EF4-FFF2-40B4-BE49-F238E27FC236}">
                <a16:creationId xmlns:a16="http://schemas.microsoft.com/office/drawing/2014/main" id="{13CEADB9-2FDD-4DAF-9147-349E2970B5A1}"/>
              </a:ext>
            </a:extLst>
          </p:cNvPr>
          <p:cNvSpPr>
            <a:spLocks xmlns:a="http://schemas.openxmlformats.org/drawingml/2006/main" noGrp="1"/>
          </p:cNvSpPr>
          <p:nvPr/>
        </p:nvSpPr>
        <p:spPr>
          <a:xfrm xmlns:a="http://schemas.openxmlformats.org/drawingml/2006/main">
            <a:off x="7524750" y="3124200"/>
            <a:ext cx="17621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해석 시작</a:t>
            </a:r>
          </a:p>
        </p:txBody>
      </p:sp>
      <p:sp>
        <p:nvSpPr>
          <p:cNvPr id="139" name="dp41-comparison / n84">
            <a:extLst xmlns:a="http://schemas.openxmlformats.org/drawingml/2006/main">
              <a:ext uri="{FF2B5EF4-FFF2-40B4-BE49-F238E27FC236}">
                <a16:creationId xmlns:a16="http://schemas.microsoft.com/office/drawing/2014/main" id="{D8FFE8C1-3912-4BD5-847C-099FC29EE2C9}"/>
              </a:ext>
            </a:extLst>
          </p:cNvPr>
          <p:cNvSpPr>
            <a:spLocks xmlns:a="http://schemas.openxmlformats.org/drawingml/2006/main" noGrp="1"/>
          </p:cNvSpPr>
          <p:nvPr/>
        </p:nvSpPr>
        <p:spPr>
          <a:xfrm xmlns:a="http://schemas.openxmlformats.org/drawingml/2006/main">
            <a:off x="1647825" y="4429125"/>
            <a:ext cx="191185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0" name="dp41-comparison / n85 / text 1">
            <a:extLst xmlns:a="http://schemas.openxmlformats.org/drawingml/2006/main">
              <a:ext uri="{FF2B5EF4-FFF2-40B4-BE49-F238E27FC236}">
                <a16:creationId xmlns:a16="http://schemas.microsoft.com/office/drawing/2014/main" id="{63944F3E-FD9A-463E-8BD4-9D3269E50512}"/>
              </a:ext>
            </a:extLst>
          </p:cNvPr>
          <p:cNvSpPr>
            <a:spLocks xmlns:a="http://schemas.openxmlformats.org/drawingml/2006/main" noGrp="1"/>
          </p:cNvSpPr>
          <p:nvPr/>
        </p:nvSpPr>
        <p:spPr>
          <a:xfrm xmlns:a="http://schemas.openxmlformats.org/drawingml/2006/main">
            <a:off x="1666875" y="4438650"/>
            <a:ext cx="2667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코드: 모델 호출, 도구 결과 대응</a:t>
            </a:r>
          </a:p>
        </p:txBody>
      </p:sp>
      <p:sp>
        <p:nvSpPr>
          <p:cNvPr id="141" name="dp41-comparison / n90">
            <a:extLst xmlns:a="http://schemas.openxmlformats.org/drawingml/2006/main">
              <a:ext uri="{FF2B5EF4-FFF2-40B4-BE49-F238E27FC236}">
                <a16:creationId xmlns:a16="http://schemas.microsoft.com/office/drawing/2014/main" id="{4F5BBE5E-708C-41CA-B10A-7B684567D5F4}"/>
              </a:ext>
            </a:extLst>
          </p:cNvPr>
          <p:cNvSpPr>
            <a:spLocks xmlns:a="http://schemas.openxmlformats.org/drawingml/2006/main" noGrp="1"/>
          </p:cNvSpPr>
          <p:nvPr/>
        </p:nvSpPr>
        <p:spPr>
          <a:xfrm xmlns:a="http://schemas.openxmlformats.org/drawingml/2006/main">
            <a:off x="1647825" y="5534025"/>
            <a:ext cx="21507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2" name="dp41-comparison / n91 / text 1">
            <a:extLst xmlns:a="http://schemas.openxmlformats.org/drawingml/2006/main">
              <a:ext uri="{FF2B5EF4-FFF2-40B4-BE49-F238E27FC236}">
                <a16:creationId xmlns:a16="http://schemas.microsoft.com/office/drawing/2014/main" id="{D4349217-5459-4C33-BA1F-30059CCA4DDF}"/>
              </a:ext>
            </a:extLst>
          </p:cNvPr>
          <p:cNvSpPr>
            <a:spLocks xmlns:a="http://schemas.openxmlformats.org/drawingml/2006/main" noGrp="1"/>
          </p:cNvSpPr>
          <p:nvPr/>
        </p:nvSpPr>
        <p:spPr>
          <a:xfrm xmlns:a="http://schemas.openxmlformats.org/drawingml/2006/main">
            <a:off x="1666875" y="5543550"/>
            <a:ext cx="2524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발화, 조회 결과, 이전 조건 / 임시 상태</a:t>
            </a:r>
          </a:p>
        </p:txBody>
      </p:sp>
      <p:sp>
        <p:nvSpPr>
          <p:cNvPr id="143" name="dp41-comparison / n94">
            <a:extLst xmlns:a="http://schemas.openxmlformats.org/drawingml/2006/main">
              <a:ext uri="{FF2B5EF4-FFF2-40B4-BE49-F238E27FC236}">
                <a16:creationId xmlns:a16="http://schemas.microsoft.com/office/drawing/2014/main" id="{B792C8B9-3B34-481A-82CA-2A40EDAD7769}"/>
              </a:ext>
            </a:extLst>
          </p:cNvPr>
          <p:cNvSpPr>
            <a:spLocks xmlns:a="http://schemas.openxmlformats.org/drawingml/2006/main" noGrp="1"/>
          </p:cNvSpPr>
          <p:nvPr/>
        </p:nvSpPr>
        <p:spPr>
          <a:xfrm xmlns:a="http://schemas.openxmlformats.org/drawingml/2006/main">
            <a:off x="2076450" y="3324225"/>
            <a:ext cx="1484376"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4" name="dp41-comparison / n95 / text 1">
            <a:extLst xmlns:a="http://schemas.openxmlformats.org/drawingml/2006/main">
              <a:ext uri="{FF2B5EF4-FFF2-40B4-BE49-F238E27FC236}">
                <a16:creationId xmlns:a16="http://schemas.microsoft.com/office/drawing/2014/main" id="{C113BCC3-238E-4705-AAA6-75F4DB0E4624}"/>
              </a:ext>
            </a:extLst>
          </p:cNvPr>
          <p:cNvSpPr>
            <a:spLocks xmlns:a="http://schemas.openxmlformats.org/drawingml/2006/main" noGrp="1"/>
          </p:cNvSpPr>
          <p:nvPr/>
        </p:nvSpPr>
        <p:spPr>
          <a:xfrm xmlns:a="http://schemas.openxmlformats.org/drawingml/2006/main">
            <a:off x="2095500" y="3333750"/>
            <a:ext cx="1733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① 결과와 원문으로 재호출</a:t>
            </a:r>
          </a:p>
        </p:txBody>
      </p:sp>
      <p:sp>
        <p:nvSpPr>
          <p:cNvPr id="145" name="dp41-comparison / n96">
            <a:extLst xmlns:a="http://schemas.openxmlformats.org/drawingml/2006/main">
              <a:ext uri="{FF2B5EF4-FFF2-40B4-BE49-F238E27FC236}">
                <a16:creationId xmlns:a16="http://schemas.microsoft.com/office/drawing/2014/main" id="{C7005650-BD8D-4D79-AD90-E68B64759D80}"/>
              </a:ext>
            </a:extLst>
          </p:cNvPr>
          <p:cNvSpPr>
            <a:spLocks xmlns:a="http://schemas.openxmlformats.org/drawingml/2006/main" noGrp="1"/>
          </p:cNvSpPr>
          <p:nvPr/>
        </p:nvSpPr>
        <p:spPr>
          <a:xfrm xmlns:a="http://schemas.openxmlformats.org/drawingml/2006/main">
            <a:off x="2076450" y="3495675"/>
            <a:ext cx="167087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1-comparison / n97 / text 1">
            <a:extLst xmlns:a="http://schemas.openxmlformats.org/drawingml/2006/main">
              <a:ext uri="{FF2B5EF4-FFF2-40B4-BE49-F238E27FC236}">
                <a16:creationId xmlns:a16="http://schemas.microsoft.com/office/drawing/2014/main" id="{670DC8ED-0ABB-44C7-9654-D1AF13FF3561}"/>
              </a:ext>
            </a:extLst>
          </p:cNvPr>
          <p:cNvSpPr>
            <a:spLocks xmlns:a="http://schemas.openxmlformats.org/drawingml/2006/main" noGrp="1"/>
          </p:cNvSpPr>
          <p:nvPr/>
        </p:nvSpPr>
        <p:spPr>
          <a:xfrm xmlns:a="http://schemas.openxmlformats.org/drawingml/2006/main">
            <a:off x="2095500" y="3505200"/>
            <a:ext cx="17335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모델: 조회 / 질문 / 의미 선택</a:t>
            </a:r>
          </a:p>
        </p:txBody>
      </p:sp>
      <p:sp>
        <p:nvSpPr>
          <p:cNvPr id="147" name="dp41-comparison / n99">
            <a:extLst xmlns:a="http://schemas.openxmlformats.org/drawingml/2006/main">
              <a:ext uri="{FF2B5EF4-FFF2-40B4-BE49-F238E27FC236}">
                <a16:creationId xmlns:a16="http://schemas.microsoft.com/office/drawing/2014/main" id="{A74A6FE6-E5CE-4245-A57B-4C0FA0A530C2}"/>
              </a:ext>
            </a:extLst>
          </p:cNvPr>
          <p:cNvSpPr>
            <a:spLocks xmlns:a="http://schemas.openxmlformats.org/drawingml/2006/main" noGrp="1"/>
          </p:cNvSpPr>
          <p:nvPr/>
        </p:nvSpPr>
        <p:spPr>
          <a:xfrm xmlns:a="http://schemas.openxmlformats.org/drawingml/2006/main">
            <a:off x="4457700" y="4086225"/>
            <a:ext cx="1452372"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1-comparison / n100 / text 1">
            <a:extLst xmlns:a="http://schemas.openxmlformats.org/drawingml/2006/main">
              <a:ext uri="{FF2B5EF4-FFF2-40B4-BE49-F238E27FC236}">
                <a16:creationId xmlns:a16="http://schemas.microsoft.com/office/drawing/2014/main" id="{45384195-8DED-4C15-AD52-B56398B66B41}"/>
              </a:ext>
            </a:extLst>
          </p:cNvPr>
          <p:cNvSpPr>
            <a:spLocks xmlns:a="http://schemas.openxmlformats.org/drawingml/2006/main" noGrp="1"/>
          </p:cNvSpPr>
          <p:nvPr/>
        </p:nvSpPr>
        <p:spPr>
          <a:xfrm xmlns:a="http://schemas.openxmlformats.org/drawingml/2006/main">
            <a:off x="4476750" y="4095750"/>
            <a:ext cx="2095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② 모델이 선택한 조회</a:t>
            </a:r>
          </a:p>
        </p:txBody>
      </p:sp>
      <p:sp>
        <p:nvSpPr>
          <p:cNvPr id="149" name="dp41-comparison / n102">
            <a:extLst xmlns:a="http://schemas.openxmlformats.org/drawingml/2006/main">
              <a:ext uri="{FF2B5EF4-FFF2-40B4-BE49-F238E27FC236}">
                <a16:creationId xmlns:a16="http://schemas.microsoft.com/office/drawing/2014/main" id="{2B0659B1-A08D-456F-8FEB-59E3DDF29778}"/>
              </a:ext>
            </a:extLst>
          </p:cNvPr>
          <p:cNvSpPr>
            <a:spLocks xmlns:a="http://schemas.openxmlformats.org/drawingml/2006/main" noGrp="1"/>
          </p:cNvSpPr>
          <p:nvPr/>
        </p:nvSpPr>
        <p:spPr>
          <a:xfrm xmlns:a="http://schemas.openxmlformats.org/drawingml/2006/main">
            <a:off x="4648200" y="4429125"/>
            <a:ext cx="27965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0" name="dp41-comparison / n103 / text 1">
            <a:extLst xmlns:a="http://schemas.openxmlformats.org/drawingml/2006/main">
              <a:ext uri="{FF2B5EF4-FFF2-40B4-BE49-F238E27FC236}">
                <a16:creationId xmlns:a16="http://schemas.microsoft.com/office/drawing/2014/main" id="{58103444-678A-421E-8A22-180B68630829}"/>
              </a:ext>
            </a:extLst>
          </p:cNvPr>
          <p:cNvSpPr>
            <a:spLocks xmlns:a="http://schemas.openxmlformats.org/drawingml/2006/main" noGrp="1"/>
          </p:cNvSpPr>
          <p:nvPr/>
        </p:nvSpPr>
        <p:spPr>
          <a:xfrm xmlns:a="http://schemas.openxmlformats.org/drawingml/2006/main">
            <a:off x="4667250" y="4438650"/>
            <a:ext cx="4333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모델 출력 예시 / 다음 조회는 결과를 본 뒤 선택</a:t>
            </a:r>
          </a:p>
        </p:txBody>
      </p:sp>
      <p:sp>
        <p:nvSpPr>
          <p:cNvPr id="151" name="dp41-comparison / n105">
            <a:extLst xmlns:a="http://schemas.openxmlformats.org/drawingml/2006/main">
              <a:ext uri="{FF2B5EF4-FFF2-40B4-BE49-F238E27FC236}">
                <a16:creationId xmlns:a16="http://schemas.microsoft.com/office/drawing/2014/main" id="{60DA81D4-012E-417B-BF6D-91DD2214FD8B}"/>
              </a:ext>
            </a:extLst>
          </p:cNvPr>
          <p:cNvSpPr>
            <a:spLocks xmlns:a="http://schemas.openxmlformats.org/drawingml/2006/main" noGrp="1"/>
          </p:cNvSpPr>
          <p:nvPr/>
        </p:nvSpPr>
        <p:spPr>
          <a:xfrm xmlns:a="http://schemas.openxmlformats.org/drawingml/2006/main">
            <a:off x="1647825" y="4724400"/>
            <a:ext cx="191185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2" name="dp41-comparison / n106 / text 1">
            <a:extLst xmlns:a="http://schemas.openxmlformats.org/drawingml/2006/main">
              <a:ext uri="{FF2B5EF4-FFF2-40B4-BE49-F238E27FC236}">
                <a16:creationId xmlns:a16="http://schemas.microsoft.com/office/drawing/2014/main" id="{25D07E9A-E8B3-4C35-9656-32DC55FE4755}"/>
              </a:ext>
            </a:extLst>
          </p:cNvPr>
          <p:cNvSpPr>
            <a:spLocks xmlns:a="http://schemas.openxmlformats.org/drawingml/2006/main" noGrp="1"/>
          </p:cNvSpPr>
          <p:nvPr/>
        </p:nvSpPr>
        <p:spPr>
          <a:xfrm xmlns:a="http://schemas.openxmlformats.org/drawingml/2006/main">
            <a:off x="1666875" y="4733925"/>
            <a:ext cx="2209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③ 결과 반영 후 같은 모델 재호출</a:t>
            </a:r>
          </a:p>
        </p:txBody>
      </p:sp>
      <p:sp>
        <p:nvSpPr>
          <p:cNvPr id="153" name="dp41-comparison / n107">
            <a:extLst xmlns:a="http://schemas.openxmlformats.org/drawingml/2006/main">
              <a:ext uri="{FF2B5EF4-FFF2-40B4-BE49-F238E27FC236}">
                <a16:creationId xmlns:a16="http://schemas.microsoft.com/office/drawing/2014/main" id="{478BE98B-C3C2-490D-99E8-C43C4A5900AC}"/>
              </a:ext>
            </a:extLst>
          </p:cNvPr>
          <p:cNvSpPr>
            <a:spLocks xmlns:a="http://schemas.openxmlformats.org/drawingml/2006/main" noGrp="1"/>
          </p:cNvSpPr>
          <p:nvPr/>
        </p:nvSpPr>
        <p:spPr>
          <a:xfrm xmlns:a="http://schemas.openxmlformats.org/drawingml/2006/main">
            <a:off x="4667250" y="4610100"/>
            <a:ext cx="4333875" cy="495300"/>
          </a:xfrm>
          <a:custGeom xmlns:a="http://schemas.openxmlformats.org/drawingml/2006/main">
            <a:pathLst>
              <a:path w="4333875" h="495300">
                <a:moveTo>
                  <a:pt x="0" y="0"/>
                </a:moveTo>
                <a:lnTo>
                  <a:pt x="4162425" y="0"/>
                </a:lnTo>
                <a:lnTo>
                  <a:pt x="4333875" y="171450"/>
                </a:lnTo>
                <a:lnTo>
                  <a:pt x="433387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4" name="dp41-comparison / n107 / fold">
            <a:extLst xmlns:a="http://schemas.openxmlformats.org/drawingml/2006/main">
              <a:ext uri="{FF2B5EF4-FFF2-40B4-BE49-F238E27FC236}">
                <a16:creationId xmlns:a16="http://schemas.microsoft.com/office/drawing/2014/main" id="{F4E3A4E7-E783-4B2D-88D2-5CF2B0C14DCC}"/>
              </a:ext>
            </a:extLst>
          </p:cNvPr>
          <p:cNvSpPr>
            <a:spLocks xmlns:a="http://schemas.openxmlformats.org/drawingml/2006/main" noGrp="1"/>
          </p:cNvSpPr>
          <p:nvPr/>
        </p:nvSpPr>
        <p:spPr>
          <a:xfrm xmlns:a="http://schemas.openxmlformats.org/drawingml/2006/main">
            <a:off x="8829675" y="46101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55" name="dp41-comparison / n108 / text 1">
            <a:extLst xmlns:a="http://schemas.openxmlformats.org/drawingml/2006/main">
              <a:ext uri="{FF2B5EF4-FFF2-40B4-BE49-F238E27FC236}">
                <a16:creationId xmlns:a16="http://schemas.microsoft.com/office/drawing/2014/main" id="{2CF62E91-8FF7-48FF-BA74-0798C158E541}"/>
              </a:ext>
            </a:extLst>
          </p:cNvPr>
          <p:cNvSpPr>
            <a:spLocks xmlns:a="http://schemas.openxmlformats.org/drawingml/2006/main" noGrp="1"/>
          </p:cNvSpPr>
          <p:nvPr/>
        </p:nvSpPr>
        <p:spPr>
          <a:xfrm xmlns:a="http://schemas.openxmlformats.org/drawingml/2006/main">
            <a:off x="4762500" y="466725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첫 모델 판단: 보고서와 표 조회</a:t>
            </a:r>
          </a:p>
        </p:txBody>
      </p:sp>
      <p:sp>
        <p:nvSpPr>
          <p:cNvPr id="156" name="dp41-comparison / n108 / text 2">
            <a:extLst xmlns:a="http://schemas.openxmlformats.org/drawingml/2006/main">
              <a:ext uri="{FF2B5EF4-FFF2-40B4-BE49-F238E27FC236}">
                <a16:creationId xmlns:a16="http://schemas.microsoft.com/office/drawing/2014/main" id="{FE913794-0D72-466C-A092-3C417D61065C}"/>
              </a:ext>
            </a:extLst>
          </p:cNvPr>
          <p:cNvSpPr>
            <a:spLocks xmlns:a="http://schemas.openxmlformats.org/drawingml/2006/main" noGrp="1"/>
          </p:cNvSpPr>
          <p:nvPr/>
        </p:nvSpPr>
        <p:spPr>
          <a:xfrm xmlns:a="http://schemas.openxmlformats.org/drawingml/2006/main">
            <a:off x="4762500" y="479298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task_retrieve(query="보고서", limit=5)</a:t>
            </a:r>
          </a:p>
        </p:txBody>
      </p:sp>
      <p:sp>
        <p:nvSpPr>
          <p:cNvPr id="157" name="dp41-comparison / n108 / text 3">
            <a:extLst xmlns:a="http://schemas.openxmlformats.org/drawingml/2006/main">
              <a:ext uri="{FF2B5EF4-FFF2-40B4-BE49-F238E27FC236}">
                <a16:creationId xmlns:a16="http://schemas.microsoft.com/office/drawing/2014/main" id="{EB905423-3A1B-4100-ADB9-F2FB94C61A85}"/>
              </a:ext>
            </a:extLst>
          </p:cNvPr>
          <p:cNvSpPr>
            <a:spLocks xmlns:a="http://schemas.openxmlformats.org/drawingml/2006/main" noGrp="1"/>
          </p:cNvSpPr>
          <p:nvPr/>
        </p:nvSpPr>
        <p:spPr>
          <a:xfrm xmlns:a="http://schemas.openxmlformats.org/drawingml/2006/main">
            <a:off x="4762500" y="491871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context_retrieve(selector="INPUT_SELECTION")</a:t>
            </a:r>
          </a:p>
        </p:txBody>
      </p:sp>
      <p:sp>
        <p:nvSpPr>
          <p:cNvPr id="158" name="dp41-comparison / n109">
            <a:extLst xmlns:a="http://schemas.openxmlformats.org/drawingml/2006/main">
              <a:ext uri="{FF2B5EF4-FFF2-40B4-BE49-F238E27FC236}">
                <a16:creationId xmlns:a16="http://schemas.microsoft.com/office/drawing/2014/main" id="{B1F7D61D-3A32-4E5A-BF29-D26DEDA7A489}"/>
              </a:ext>
            </a:extLst>
          </p:cNvPr>
          <p:cNvSpPr>
            <a:spLocks xmlns:a="http://schemas.openxmlformats.org/drawingml/2006/main" noGrp="1"/>
          </p:cNvSpPr>
          <p:nvPr/>
        </p:nvSpPr>
        <p:spPr>
          <a:xfrm xmlns:a="http://schemas.openxmlformats.org/drawingml/2006/main">
            <a:off x="4648200" y="5114925"/>
            <a:ext cx="342061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9" name="dp41-comparison / n110 / text 1">
            <a:extLst xmlns:a="http://schemas.openxmlformats.org/drawingml/2006/main">
              <a:ext uri="{FF2B5EF4-FFF2-40B4-BE49-F238E27FC236}">
                <a16:creationId xmlns:a16="http://schemas.microsoft.com/office/drawing/2014/main" id="{32399D79-5B60-44B1-9A9B-99ADECFED226}"/>
              </a:ext>
            </a:extLst>
          </p:cNvPr>
          <p:cNvSpPr>
            <a:spLocks xmlns:a="http://schemas.openxmlformats.org/drawingml/2006/main" noGrp="1"/>
          </p:cNvSpPr>
          <p:nvPr/>
        </p:nvSpPr>
        <p:spPr>
          <a:xfrm xmlns:a="http://schemas.openxmlformats.org/drawingml/2006/main">
            <a:off x="4667250" y="5124450"/>
            <a:ext cx="43338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조회 결과: Task1 예산 보고서 / Task2 실적 보고서 / 선택한 표</a:t>
            </a:r>
          </a:p>
        </p:txBody>
      </p:sp>
      <p:sp>
        <p:nvSpPr>
          <p:cNvPr id="160" name="dp41-comparison / n111">
            <a:extLst xmlns:a="http://schemas.openxmlformats.org/drawingml/2006/main">
              <a:ext uri="{FF2B5EF4-FFF2-40B4-BE49-F238E27FC236}">
                <a16:creationId xmlns:a16="http://schemas.microsoft.com/office/drawing/2014/main" id="{7C8868B8-90CF-4016-ACA9-BEC5F05A3899}"/>
              </a:ext>
            </a:extLst>
          </p:cNvPr>
          <p:cNvSpPr>
            <a:spLocks xmlns:a="http://schemas.openxmlformats.org/drawingml/2006/main" noGrp="1"/>
          </p:cNvSpPr>
          <p:nvPr/>
        </p:nvSpPr>
        <p:spPr>
          <a:xfrm xmlns:a="http://schemas.openxmlformats.org/drawingml/2006/main">
            <a:off x="4667250" y="5286375"/>
            <a:ext cx="4333875" cy="495300"/>
          </a:xfrm>
          <a:custGeom xmlns:a="http://schemas.openxmlformats.org/drawingml/2006/main">
            <a:pathLst>
              <a:path w="4333875" h="495300">
                <a:moveTo>
                  <a:pt x="0" y="0"/>
                </a:moveTo>
                <a:lnTo>
                  <a:pt x="4162425" y="0"/>
                </a:lnTo>
                <a:lnTo>
                  <a:pt x="4333875" y="171450"/>
                </a:lnTo>
                <a:lnTo>
                  <a:pt x="433387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1" name="dp41-comparison / n111 / fold">
            <a:extLst xmlns:a="http://schemas.openxmlformats.org/drawingml/2006/main">
              <a:ext uri="{FF2B5EF4-FFF2-40B4-BE49-F238E27FC236}">
                <a16:creationId xmlns:a16="http://schemas.microsoft.com/office/drawing/2014/main" id="{56387C3F-EF8A-4863-9F82-ABF32A036A85}"/>
              </a:ext>
            </a:extLst>
          </p:cNvPr>
          <p:cNvSpPr>
            <a:spLocks xmlns:a="http://schemas.openxmlformats.org/drawingml/2006/main" noGrp="1"/>
          </p:cNvSpPr>
          <p:nvPr/>
        </p:nvSpPr>
        <p:spPr>
          <a:xfrm xmlns:a="http://schemas.openxmlformats.org/drawingml/2006/main">
            <a:off x="8829675" y="52863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2" name="dp41-comparison / n112 / text 1">
            <a:extLst xmlns:a="http://schemas.openxmlformats.org/drawingml/2006/main">
              <a:ext uri="{FF2B5EF4-FFF2-40B4-BE49-F238E27FC236}">
                <a16:creationId xmlns:a16="http://schemas.microsoft.com/office/drawing/2014/main" id="{92F065E8-F31E-4DFE-8B46-4056EFBD03ED}"/>
              </a:ext>
            </a:extLst>
          </p:cNvPr>
          <p:cNvSpPr>
            <a:spLocks xmlns:a="http://schemas.openxmlformats.org/drawingml/2006/main" noGrp="1"/>
          </p:cNvSpPr>
          <p:nvPr/>
        </p:nvSpPr>
        <p:spPr>
          <a:xfrm xmlns:a="http://schemas.openxmlformats.org/drawingml/2006/main">
            <a:off x="4762500" y="534352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결과를 받은 다음 모델 판단: 추가 대화 조회</a:t>
            </a:r>
          </a:p>
        </p:txBody>
      </p:sp>
      <p:sp>
        <p:nvSpPr>
          <p:cNvPr id="163" name="dp41-comparison / n112 / text 2">
            <a:extLst xmlns:a="http://schemas.openxmlformats.org/drawingml/2006/main">
              <a:ext uri="{FF2B5EF4-FFF2-40B4-BE49-F238E27FC236}">
                <a16:creationId xmlns:a16="http://schemas.microsoft.com/office/drawing/2014/main" id="{DE98E08F-4A48-43DB-A279-E520E7B32448}"/>
              </a:ext>
            </a:extLst>
          </p:cNvPr>
          <p:cNvSpPr>
            <a:spLocks xmlns:a="http://schemas.openxmlformats.org/drawingml/2006/main" noGrp="1"/>
          </p:cNvSpPr>
          <p:nvPr/>
        </p:nvSpPr>
        <p:spPr>
          <a:xfrm xmlns:a="http://schemas.openxmlformats.org/drawingml/2006/main">
            <a:off x="4762500" y="546925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interaction_retrieve(query="보고서", limit=5)</a:t>
            </a:r>
          </a:p>
        </p:txBody>
      </p:sp>
      <p:sp>
        <p:nvSpPr>
          <p:cNvPr id="164" name="dp41-comparison / n112 / text 3">
            <a:extLst xmlns:a="http://schemas.openxmlformats.org/drawingml/2006/main">
              <a:ext uri="{FF2B5EF4-FFF2-40B4-BE49-F238E27FC236}">
                <a16:creationId xmlns:a16="http://schemas.microsoft.com/office/drawing/2014/main" id="{720E6724-73D8-44BC-93D9-647B8B36143B}"/>
              </a:ext>
            </a:extLst>
          </p:cNvPr>
          <p:cNvSpPr>
            <a:spLocks xmlns:a="http://schemas.openxmlformats.org/drawingml/2006/main" noGrp="1"/>
          </p:cNvSpPr>
          <p:nvPr/>
        </p:nvSpPr>
        <p:spPr>
          <a:xfrm xmlns:a="http://schemas.openxmlformats.org/drawingml/2006/main">
            <a:off x="4762500" y="559498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추가 결과도 같은 맥락으로 반환 / 모델 재판단</a:t>
            </a:r>
          </a:p>
        </p:txBody>
      </p:sp>
      <p:sp>
        <p:nvSpPr>
          <p:cNvPr id="165" name="dp41-comparison / n116">
            <a:extLst xmlns:a="http://schemas.openxmlformats.org/drawingml/2006/main">
              <a:ext uri="{FF2B5EF4-FFF2-40B4-BE49-F238E27FC236}">
                <a16:creationId xmlns:a16="http://schemas.microsoft.com/office/drawing/2014/main" id="{41275EEE-478F-4D2F-B287-C7049AC7CF7D}"/>
              </a:ext>
            </a:extLst>
          </p:cNvPr>
          <p:cNvSpPr>
            <a:spLocks xmlns:a="http://schemas.openxmlformats.org/drawingml/2006/main" noGrp="1"/>
          </p:cNvSpPr>
          <p:nvPr/>
        </p:nvSpPr>
        <p:spPr>
          <a:xfrm xmlns:a="http://schemas.openxmlformats.org/drawingml/2006/main">
            <a:off x="1666875" y="5829300"/>
            <a:ext cx="4667250" cy="495300"/>
          </a:xfrm>
          <a:custGeom xmlns:a="http://schemas.openxmlformats.org/drawingml/2006/main">
            <a:pathLst>
              <a:path w="4667250" h="495300">
                <a:moveTo>
                  <a:pt x="0" y="0"/>
                </a:moveTo>
                <a:lnTo>
                  <a:pt x="4495800" y="0"/>
                </a:lnTo>
                <a:lnTo>
                  <a:pt x="4667250" y="171450"/>
                </a:lnTo>
                <a:lnTo>
                  <a:pt x="4667250"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6" name="dp41-comparison / n116 / fold">
            <a:extLst xmlns:a="http://schemas.openxmlformats.org/drawingml/2006/main">
              <a:ext uri="{FF2B5EF4-FFF2-40B4-BE49-F238E27FC236}">
                <a16:creationId xmlns:a16="http://schemas.microsoft.com/office/drawing/2014/main" id="{39FF5580-7045-4F6F-ACB4-2ABB97A3658F}"/>
              </a:ext>
            </a:extLst>
          </p:cNvPr>
          <p:cNvSpPr>
            <a:spLocks xmlns:a="http://schemas.openxmlformats.org/drawingml/2006/main" noGrp="1"/>
          </p:cNvSpPr>
          <p:nvPr/>
        </p:nvSpPr>
        <p:spPr>
          <a:xfrm xmlns:a="http://schemas.openxmlformats.org/drawingml/2006/main">
            <a:off x="6162675" y="58293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7" name="dp41-comparison / n117 / text 1">
            <a:extLst xmlns:a="http://schemas.openxmlformats.org/drawingml/2006/main">
              <a:ext uri="{FF2B5EF4-FFF2-40B4-BE49-F238E27FC236}">
                <a16:creationId xmlns:a16="http://schemas.microsoft.com/office/drawing/2014/main" id="{763D39D6-F44E-48BA-BDF2-716529F1B7DE}"/>
              </a:ext>
            </a:extLst>
          </p:cNvPr>
          <p:cNvSpPr>
            <a:spLocks xmlns:a="http://schemas.openxmlformats.org/drawingml/2006/main" noGrp="1"/>
          </p:cNvSpPr>
          <p:nvPr/>
        </p:nvSpPr>
        <p:spPr>
          <a:xfrm xmlns:a="http://schemas.openxmlformats.org/drawingml/2006/main">
            <a:off x="1762125" y="5886450"/>
            <a:ext cx="4400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⑤ 모델이 만든 MeaningProposal (사용자 확인 뒤)</a:t>
            </a:r>
          </a:p>
        </p:txBody>
      </p:sp>
      <p:sp>
        <p:nvSpPr>
          <p:cNvPr id="168" name="dp41-comparison / n117 / text 2">
            <a:extLst xmlns:a="http://schemas.openxmlformats.org/drawingml/2006/main">
              <a:ext uri="{FF2B5EF4-FFF2-40B4-BE49-F238E27FC236}">
                <a16:creationId xmlns:a16="http://schemas.microsoft.com/office/drawing/2014/main" id="{517FB26C-796F-4785-8BB7-C8C863F6E8A8}"/>
              </a:ext>
            </a:extLst>
          </p:cNvPr>
          <p:cNvSpPr>
            <a:spLocks xmlns:a="http://schemas.openxmlformats.org/drawingml/2006/main" noGrp="1"/>
          </p:cNvSpPr>
          <p:nvPr/>
        </p:nvSpPr>
        <p:spPr>
          <a:xfrm xmlns:a="http://schemas.openxmlformats.org/drawingml/2006/main">
            <a:off x="1762125" y="6023610"/>
            <a:ext cx="4400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보고서 + 표 / 보고서 결과로 메일 초안 / SEND 금지</a:t>
            </a:r>
          </a:p>
        </p:txBody>
      </p:sp>
      <p:sp>
        <p:nvSpPr>
          <p:cNvPr id="169" name="dp41-comparison / n118">
            <a:extLst xmlns:a="http://schemas.openxmlformats.org/drawingml/2006/main">
              <a:ext uri="{FF2B5EF4-FFF2-40B4-BE49-F238E27FC236}">
                <a16:creationId xmlns:a16="http://schemas.microsoft.com/office/drawing/2014/main" id="{5B1EC566-E6EB-4866-B7E7-ED04AC1FC577}"/>
              </a:ext>
            </a:extLst>
          </p:cNvPr>
          <p:cNvSpPr>
            <a:spLocks xmlns:a="http://schemas.openxmlformats.org/drawingml/2006/main" noGrp="1"/>
          </p:cNvSpPr>
          <p:nvPr/>
        </p:nvSpPr>
        <p:spPr>
          <a:xfrm xmlns:a="http://schemas.openxmlformats.org/drawingml/2006/main">
            <a:off x="6743700" y="5838825"/>
            <a:ext cx="16169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0" name="dp41-comparison / n119 / text 1">
            <a:extLst xmlns:a="http://schemas.openxmlformats.org/drawingml/2006/main">
              <a:ext uri="{FF2B5EF4-FFF2-40B4-BE49-F238E27FC236}">
                <a16:creationId xmlns:a16="http://schemas.microsoft.com/office/drawing/2014/main" id="{8B51314F-0275-4A75-9E78-D6A695A861BC}"/>
              </a:ext>
            </a:extLst>
          </p:cNvPr>
          <p:cNvSpPr>
            <a:spLocks xmlns:a="http://schemas.openxmlformats.org/drawingml/2006/main" noGrp="1"/>
          </p:cNvSpPr>
          <p:nvPr/>
        </p:nvSpPr>
        <p:spPr>
          <a:xfrm xmlns:a="http://schemas.openxmlformats.org/drawingml/2006/main">
            <a:off x="6762750" y="5848350"/>
            <a:ext cx="2238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④ 의미 또는 확인 질문 제안</a:t>
            </a:r>
          </a:p>
        </p:txBody>
      </p:sp>
      <p:sp>
        <p:nvSpPr>
          <p:cNvPr id="171" name="dp41-comparison / n129">
            <a:extLst xmlns:a="http://schemas.openxmlformats.org/drawingml/2006/main">
              <a:ext uri="{FF2B5EF4-FFF2-40B4-BE49-F238E27FC236}">
                <a16:creationId xmlns:a16="http://schemas.microsoft.com/office/drawing/2014/main" id="{51B57A36-EDFD-4310-86F1-CC6F2815EF0F}"/>
              </a:ext>
            </a:extLst>
          </p:cNvPr>
          <p:cNvSpPr>
            <a:spLocks xmlns:a="http://schemas.openxmlformats.org/drawingml/2006/main" noGrp="1"/>
          </p:cNvSpPr>
          <p:nvPr/>
        </p:nvSpPr>
        <p:spPr>
          <a:xfrm xmlns:a="http://schemas.openxmlformats.org/drawingml/2006/main">
            <a:off x="1647825" y="6657975"/>
            <a:ext cx="221361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2" name="dp41-comparison / n130 / text 1">
            <a:extLst xmlns:a="http://schemas.openxmlformats.org/drawingml/2006/main">
              <a:ext uri="{FF2B5EF4-FFF2-40B4-BE49-F238E27FC236}">
                <a16:creationId xmlns:a16="http://schemas.microsoft.com/office/drawing/2014/main" id="{C562E14A-7014-426C-991D-92DF7A3CA043}"/>
              </a:ext>
            </a:extLst>
          </p:cNvPr>
          <p:cNvSpPr>
            <a:spLocks xmlns:a="http://schemas.openxmlformats.org/drawingml/2006/main" noGrp="1"/>
          </p:cNvSpPr>
          <p:nvPr/>
        </p:nvSpPr>
        <p:spPr>
          <a:xfrm xmlns:a="http://schemas.openxmlformats.org/drawingml/2006/main">
            <a:off x="1666875" y="6667500"/>
            <a:ext cx="2571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정보 / 대화 / Task 기록 조회</a:t>
            </a:r>
          </a:p>
        </p:txBody>
      </p:sp>
      <p:sp>
        <p:nvSpPr>
          <p:cNvPr id="173" name="dp41-comparison / n132">
            <a:extLst xmlns:a="http://schemas.openxmlformats.org/drawingml/2006/main">
              <a:ext uri="{FF2B5EF4-FFF2-40B4-BE49-F238E27FC236}">
                <a16:creationId xmlns:a16="http://schemas.microsoft.com/office/drawing/2014/main" id="{5FF11C83-2AED-4398-8612-D4AF62356A30}"/>
              </a:ext>
            </a:extLst>
          </p:cNvPr>
          <p:cNvSpPr>
            <a:spLocks xmlns:a="http://schemas.openxmlformats.org/drawingml/2006/main" noGrp="1"/>
          </p:cNvSpPr>
          <p:nvPr/>
        </p:nvSpPr>
        <p:spPr>
          <a:xfrm xmlns:a="http://schemas.openxmlformats.org/drawingml/2006/main">
            <a:off x="1647825" y="70866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4" name="dp41-comparison / n133 / text 1">
            <a:extLst xmlns:a="http://schemas.openxmlformats.org/drawingml/2006/main">
              <a:ext uri="{FF2B5EF4-FFF2-40B4-BE49-F238E27FC236}">
                <a16:creationId xmlns:a16="http://schemas.microsoft.com/office/drawing/2014/main" id="{2C406C39-03B6-41E0-A488-B93CCFD2BB0E}"/>
              </a:ext>
            </a:extLst>
          </p:cNvPr>
          <p:cNvSpPr>
            <a:spLocks xmlns:a="http://schemas.openxmlformats.org/drawingml/2006/main" noGrp="1"/>
          </p:cNvSpPr>
          <p:nvPr/>
        </p:nvSpPr>
        <p:spPr>
          <a:xfrm xmlns:a="http://schemas.openxmlformats.org/drawingml/2006/main">
            <a:off x="1666875" y="7096125"/>
            <a:ext cx="762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반복 제어와 종료 조건</a:t>
            </a:r>
          </a:p>
        </p:txBody>
      </p:sp>
      <p:sp>
        <p:nvSpPr>
          <p:cNvPr id="175" name="dp41-comparison / n144">
            <a:extLst xmlns:a="http://schemas.openxmlformats.org/drawingml/2006/main">
              <a:ext uri="{FF2B5EF4-FFF2-40B4-BE49-F238E27FC236}">
                <a16:creationId xmlns:a16="http://schemas.microsoft.com/office/drawing/2014/main" id="{953DFD12-498A-486C-ACE8-76D7239CB0B4}"/>
              </a:ext>
            </a:extLst>
          </p:cNvPr>
          <p:cNvSpPr>
            <a:spLocks xmlns:a="http://schemas.openxmlformats.org/drawingml/2006/main" noGrp="1"/>
          </p:cNvSpPr>
          <p:nvPr/>
        </p:nvSpPr>
        <p:spPr>
          <a:xfrm xmlns:a="http://schemas.openxmlformats.org/drawingml/2006/main">
            <a:off x="5600700" y="7324725"/>
            <a:ext cx="34290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6" name="dp41-comparison / n145 / text 1">
            <a:extLst xmlns:a="http://schemas.openxmlformats.org/drawingml/2006/main">
              <a:ext uri="{FF2B5EF4-FFF2-40B4-BE49-F238E27FC236}">
                <a16:creationId xmlns:a16="http://schemas.microsoft.com/office/drawing/2014/main" id="{93BEFF3A-8CB6-4F3C-BFCF-44D67209C1E6}"/>
              </a:ext>
            </a:extLst>
          </p:cNvPr>
          <p:cNvSpPr>
            <a:spLocks xmlns:a="http://schemas.openxmlformats.org/drawingml/2006/main" noGrp="1"/>
          </p:cNvSpPr>
          <p:nvPr/>
        </p:nvSpPr>
        <p:spPr>
          <a:xfrm xmlns:a="http://schemas.openxmlformats.org/drawingml/2006/main">
            <a:off x="5619750" y="7334250"/>
            <a:ext cx="666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조회</a:t>
            </a:r>
          </a:p>
        </p:txBody>
      </p:sp>
      <p:sp>
        <p:nvSpPr>
          <p:cNvPr id="177" name="dp41-comparison / n147">
            <a:extLst xmlns:a="http://schemas.openxmlformats.org/drawingml/2006/main">
              <a:ext uri="{FF2B5EF4-FFF2-40B4-BE49-F238E27FC236}">
                <a16:creationId xmlns:a16="http://schemas.microsoft.com/office/drawing/2014/main" id="{F05B06C8-3A4A-4186-87B2-6A0D29FEFA9D}"/>
              </a:ext>
            </a:extLst>
          </p:cNvPr>
          <p:cNvSpPr>
            <a:spLocks xmlns:a="http://schemas.openxmlformats.org/drawingml/2006/main" noGrp="1"/>
          </p:cNvSpPr>
          <p:nvPr/>
        </p:nvSpPr>
        <p:spPr>
          <a:xfrm xmlns:a="http://schemas.openxmlformats.org/drawingml/2006/main">
            <a:off x="2962275" y="7591425"/>
            <a:ext cx="27512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8" name="dp41-comparison / n148 / text 1">
            <a:extLst xmlns:a="http://schemas.openxmlformats.org/drawingml/2006/main">
              <a:ext uri="{FF2B5EF4-FFF2-40B4-BE49-F238E27FC236}">
                <a16:creationId xmlns:a16="http://schemas.microsoft.com/office/drawing/2014/main" id="{32887A6C-7752-4AD9-A509-E4239D949BDA}"/>
              </a:ext>
            </a:extLst>
          </p:cNvPr>
          <p:cNvSpPr>
            <a:spLocks xmlns:a="http://schemas.openxmlformats.org/drawingml/2006/main" noGrp="1"/>
          </p:cNvSpPr>
          <p:nvPr/>
        </p:nvSpPr>
        <p:spPr>
          <a:xfrm xmlns:a="http://schemas.openxmlformats.org/drawingml/2006/main">
            <a:off x="2981325" y="7600950"/>
            <a:ext cx="381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조회 결과로 모델 재호출 / 필요하면 반복</a:t>
            </a:r>
          </a:p>
        </p:txBody>
      </p:sp>
      <p:sp>
        <p:nvSpPr>
          <p:cNvPr id="179" name="dp41-comparison / n150">
            <a:extLst xmlns:a="http://schemas.openxmlformats.org/drawingml/2006/main">
              <a:ext uri="{FF2B5EF4-FFF2-40B4-BE49-F238E27FC236}">
                <a16:creationId xmlns:a16="http://schemas.microsoft.com/office/drawing/2014/main" id="{B2BAA180-2E8E-4105-BBB4-4038F52A28F8}"/>
              </a:ext>
            </a:extLst>
          </p:cNvPr>
          <p:cNvSpPr>
            <a:spLocks xmlns:a="http://schemas.openxmlformats.org/drawingml/2006/main" noGrp="1"/>
          </p:cNvSpPr>
          <p:nvPr/>
        </p:nvSpPr>
        <p:spPr>
          <a:xfrm xmlns:a="http://schemas.openxmlformats.org/drawingml/2006/main">
            <a:off x="4933950" y="7905750"/>
            <a:ext cx="1425893"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0" name="dp41-comparison / n151 / text 1">
            <a:extLst xmlns:a="http://schemas.openxmlformats.org/drawingml/2006/main">
              <a:ext uri="{FF2B5EF4-FFF2-40B4-BE49-F238E27FC236}">
                <a16:creationId xmlns:a16="http://schemas.microsoft.com/office/drawing/2014/main" id="{AF971DBB-9A76-4010-8165-B58E35780A86}"/>
              </a:ext>
            </a:extLst>
          </p:cNvPr>
          <p:cNvSpPr>
            <a:spLocks xmlns:a="http://schemas.openxmlformats.org/drawingml/2006/main" noGrp="1"/>
          </p:cNvSpPr>
          <p:nvPr/>
        </p:nvSpPr>
        <p:spPr>
          <a:xfrm xmlns:a="http://schemas.openxmlformats.org/drawingml/2006/main">
            <a:off x="4953000" y="7915275"/>
            <a:ext cx="1905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완성 / 확인 질문 필요</a:t>
            </a:r>
          </a:p>
        </p:txBody>
      </p:sp>
      <p:sp>
        <p:nvSpPr>
          <p:cNvPr id="181" name="dp41-comparison / n154">
            <a:extLst xmlns:a="http://schemas.openxmlformats.org/drawingml/2006/main">
              <a:ext uri="{FF2B5EF4-FFF2-40B4-BE49-F238E27FC236}">
                <a16:creationId xmlns:a16="http://schemas.microsoft.com/office/drawing/2014/main" id="{E97D4A76-6401-4DED-A8E2-4F533AC947AC}"/>
              </a:ext>
            </a:extLst>
          </p:cNvPr>
          <p:cNvSpPr>
            <a:spLocks xmlns:a="http://schemas.openxmlformats.org/drawingml/2006/main" noGrp="1"/>
          </p:cNvSpPr>
          <p:nvPr/>
        </p:nvSpPr>
        <p:spPr>
          <a:xfrm xmlns:a="http://schemas.openxmlformats.org/drawingml/2006/main">
            <a:off x="11620500" y="2409825"/>
            <a:ext cx="22860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2" name="dp41-comparison / n155 / text 1">
            <a:extLst xmlns:a="http://schemas.openxmlformats.org/drawingml/2006/main">
              <a:ext uri="{FF2B5EF4-FFF2-40B4-BE49-F238E27FC236}">
                <a16:creationId xmlns:a16="http://schemas.microsoft.com/office/drawing/2014/main" id="{9BE98FF9-BEB5-48A3-8733-FFCF4AA3E7F1}"/>
              </a:ext>
            </a:extLst>
          </p:cNvPr>
          <p:cNvSpPr>
            <a:spLocks xmlns:a="http://schemas.openxmlformats.org/drawingml/2006/main" noGrp="1"/>
          </p:cNvSpPr>
          <p:nvPr/>
        </p:nvSpPr>
        <p:spPr>
          <a:xfrm xmlns:a="http://schemas.openxmlformats.org/drawingml/2006/main">
            <a:off x="11706225" y="2465070"/>
            <a:ext cx="21145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83" name="dp41-comparison / n156">
            <a:extLst xmlns:a="http://schemas.openxmlformats.org/drawingml/2006/main">
              <a:ext uri="{FF2B5EF4-FFF2-40B4-BE49-F238E27FC236}">
                <a16:creationId xmlns:a16="http://schemas.microsoft.com/office/drawing/2014/main" id="{E1DC9232-A414-4157-9A93-8308DFC4A9AC}"/>
              </a:ext>
            </a:extLst>
          </p:cNvPr>
          <p:cNvSpPr>
            <a:spLocks xmlns:a="http://schemas.openxmlformats.org/drawingml/2006/main" noGrp="1"/>
          </p:cNvSpPr>
          <p:nvPr/>
        </p:nvSpPr>
        <p:spPr>
          <a:xfrm xmlns:a="http://schemas.openxmlformats.org/drawingml/2006/main">
            <a:off x="14335125" y="2409825"/>
            <a:ext cx="2381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4" name="dp41-comparison / n157 / text 1">
            <a:extLst xmlns:a="http://schemas.openxmlformats.org/drawingml/2006/main">
              <a:ext uri="{FF2B5EF4-FFF2-40B4-BE49-F238E27FC236}">
                <a16:creationId xmlns:a16="http://schemas.microsoft.com/office/drawing/2014/main" id="{173A468F-697A-431B-A6B9-3B9A4C1C926D}"/>
              </a:ext>
            </a:extLst>
          </p:cNvPr>
          <p:cNvSpPr>
            <a:spLocks xmlns:a="http://schemas.openxmlformats.org/drawingml/2006/main" noGrp="1"/>
          </p:cNvSpPr>
          <p:nvPr/>
        </p:nvSpPr>
        <p:spPr>
          <a:xfrm xmlns:a="http://schemas.openxmlformats.org/drawingml/2006/main">
            <a:off x="14420850" y="246507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Controller</a:t>
            </a:r>
          </a:p>
        </p:txBody>
      </p:sp>
      <p:sp>
        <p:nvSpPr>
          <p:cNvPr id="185" name="dp41-comparison / n158 / path">
            <a:extLst xmlns:a="http://schemas.openxmlformats.org/drawingml/2006/main">
              <a:ext uri="{FF2B5EF4-FFF2-40B4-BE49-F238E27FC236}">
                <a16:creationId xmlns:a16="http://schemas.microsoft.com/office/drawing/2014/main" id="{31FDF2F7-F5AD-4907-A4E1-23D01AAF705F}"/>
              </a:ext>
            </a:extLst>
          </p:cNvPr>
          <p:cNvSpPr>
            <a:spLocks xmlns:a="http://schemas.openxmlformats.org/drawingml/2006/main" noGrp="1"/>
          </p:cNvSpPr>
          <p:nvPr/>
        </p:nvSpPr>
        <p:spPr>
          <a:xfrm xmlns:a="http://schemas.openxmlformats.org/drawingml/2006/main">
            <a:off x="11287125" y="2576513"/>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86" name="dp41-comparison / n158 / arrow">
            <a:extLst xmlns:a="http://schemas.openxmlformats.org/drawingml/2006/main">
              <a:ext uri="{FF2B5EF4-FFF2-40B4-BE49-F238E27FC236}">
                <a16:creationId xmlns:a16="http://schemas.microsoft.com/office/drawing/2014/main" id="{98AC6666-3C9F-44ED-AF82-F5BACDB9986C}"/>
              </a:ext>
            </a:extLst>
          </p:cNvPr>
          <p:cNvSpPr>
            <a:spLocks xmlns:a="http://schemas.openxmlformats.org/drawingml/2006/main" noGrp="1"/>
          </p:cNvSpPr>
          <p:nvPr/>
        </p:nvSpPr>
        <p:spPr>
          <a:xfrm xmlns:a="http://schemas.openxmlformats.org/drawingml/2006/main">
            <a:off x="11553444"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7" name="dp41-comparison / n159 / path">
            <a:extLst xmlns:a="http://schemas.openxmlformats.org/drawingml/2006/main">
              <a:ext uri="{FF2B5EF4-FFF2-40B4-BE49-F238E27FC236}">
                <a16:creationId xmlns:a16="http://schemas.microsoft.com/office/drawing/2014/main" id="{AA80BFE1-F876-45B1-A761-66D94D170AB1}"/>
              </a:ext>
            </a:extLst>
          </p:cNvPr>
          <p:cNvSpPr>
            <a:spLocks xmlns:a="http://schemas.openxmlformats.org/drawingml/2006/main" noGrp="1"/>
          </p:cNvSpPr>
          <p:nvPr/>
        </p:nvSpPr>
        <p:spPr>
          <a:xfrm xmlns:a="http://schemas.openxmlformats.org/drawingml/2006/main">
            <a:off x="13906500" y="25765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188" name="dp41-comparison / n159 / arrow">
            <a:extLst xmlns:a="http://schemas.openxmlformats.org/drawingml/2006/main">
              <a:ext uri="{FF2B5EF4-FFF2-40B4-BE49-F238E27FC236}">
                <a16:creationId xmlns:a16="http://schemas.microsoft.com/office/drawing/2014/main" id="{FC3949EB-D10D-4505-A1FE-C91C7DF1896A}"/>
              </a:ext>
            </a:extLst>
          </p:cNvPr>
          <p:cNvSpPr>
            <a:spLocks xmlns:a="http://schemas.openxmlformats.org/drawingml/2006/main" noGrp="1"/>
          </p:cNvSpPr>
          <p:nvPr/>
        </p:nvSpPr>
        <p:spPr>
          <a:xfrm xmlns:a="http://schemas.openxmlformats.org/drawingml/2006/main">
            <a:off x="14268069"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9" name="dp41-comparison / n160">
            <a:extLst xmlns:a="http://schemas.openxmlformats.org/drawingml/2006/main">
              <a:ext uri="{FF2B5EF4-FFF2-40B4-BE49-F238E27FC236}">
                <a16:creationId xmlns:a16="http://schemas.microsoft.com/office/drawing/2014/main" id="{6D91B687-535F-4870-984E-BDA4D7667293}"/>
              </a:ext>
            </a:extLst>
          </p:cNvPr>
          <p:cNvSpPr>
            <a:spLocks xmlns:a="http://schemas.openxmlformats.org/drawingml/2006/main" noGrp="1"/>
          </p:cNvSpPr>
          <p:nvPr/>
        </p:nvSpPr>
        <p:spPr>
          <a:xfrm xmlns:a="http://schemas.openxmlformats.org/drawingml/2006/main">
            <a:off x="9953625" y="2886075"/>
            <a:ext cx="2524125" cy="3048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190" name="dp41-comparison / n161 / text 1">
            <a:extLst xmlns:a="http://schemas.openxmlformats.org/drawingml/2006/main">
              <a:ext uri="{FF2B5EF4-FFF2-40B4-BE49-F238E27FC236}">
                <a16:creationId xmlns:a16="http://schemas.microsoft.com/office/drawing/2014/main" id="{91D70039-1B30-49B0-AB53-D58A258A9BA2}"/>
              </a:ext>
            </a:extLst>
          </p:cNvPr>
          <p:cNvSpPr>
            <a:spLocks xmlns:a="http://schemas.openxmlformats.org/drawingml/2006/main" noGrp="1"/>
          </p:cNvSpPr>
          <p:nvPr/>
        </p:nvSpPr>
        <p:spPr>
          <a:xfrm xmlns:a="http://schemas.openxmlformats.org/drawingml/2006/main">
            <a:off x="10039350" y="2914650"/>
            <a:ext cx="2352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0000"/>
                </a:solidFill>
                <a:latin typeface="Apple SD Gothic Neo"/>
                <a:ea typeface="Apple SD Gothic Neo"/>
                <a:cs typeface="Apple SD Gothic Neo"/>
              </a:defRPr>
            </a:pPr>
            <a:r>
              <a:rPr sz="1500" b="1">
                <a:solidFill>
                  <a:srgbClr val="000000"/>
                </a:solidFill>
                <a:latin typeface="Apple SD Gothic Neo"/>
                <a:ea typeface="Apple SD Gothic Neo"/>
                <a:cs typeface="Apple SD Gothic Neo"/>
              </a:rPr>
              <a:t>클라우드 LLM</a:t>
            </a:r>
          </a:p>
        </p:txBody>
      </p:sp>
      <p:sp>
        <p:nvSpPr>
          <p:cNvPr id="191" name="dp41-comparison / n166">
            <a:extLst xmlns:a="http://schemas.openxmlformats.org/drawingml/2006/main">
              <a:ext uri="{FF2B5EF4-FFF2-40B4-BE49-F238E27FC236}">
                <a16:creationId xmlns:a16="http://schemas.microsoft.com/office/drawing/2014/main" id="{FE0DC5EE-CEDF-43B7-8983-39622DA66959}"/>
              </a:ext>
            </a:extLst>
          </p:cNvPr>
          <p:cNvSpPr>
            <a:spLocks xmlns:a="http://schemas.openxmlformats.org/drawingml/2006/main" noGrp="1"/>
          </p:cNvSpPr>
          <p:nvPr/>
        </p:nvSpPr>
        <p:spPr>
          <a:xfrm xmlns:a="http://schemas.openxmlformats.org/drawingml/2006/main">
            <a:off x="9763125" y="3619500"/>
            <a:ext cx="7953375"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2" name="dp41-comparison / n167 / text 1">
            <a:extLst xmlns:a="http://schemas.openxmlformats.org/drawingml/2006/main">
              <a:ext uri="{FF2B5EF4-FFF2-40B4-BE49-F238E27FC236}">
                <a16:creationId xmlns:a16="http://schemas.microsoft.com/office/drawing/2014/main" id="{0065CF58-1431-469E-AD40-08955E277299}"/>
              </a:ext>
            </a:extLst>
          </p:cNvPr>
          <p:cNvSpPr>
            <a:spLocks xmlns:a="http://schemas.openxmlformats.org/drawingml/2006/main" noGrp="1"/>
          </p:cNvSpPr>
          <p:nvPr/>
        </p:nvSpPr>
        <p:spPr>
          <a:xfrm xmlns:a="http://schemas.openxmlformats.org/drawingml/2006/main">
            <a:off x="9886950" y="3714750"/>
            <a:ext cx="7705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Interpreter</a:t>
            </a:r>
          </a:p>
        </p:txBody>
      </p:sp>
      <p:sp>
        <p:nvSpPr>
          <p:cNvPr id="193" name="dp41-comparison / n170">
            <a:extLst xmlns:a="http://schemas.openxmlformats.org/drawingml/2006/main">
              <a:ext uri="{FF2B5EF4-FFF2-40B4-BE49-F238E27FC236}">
                <a16:creationId xmlns:a16="http://schemas.microsoft.com/office/drawing/2014/main" id="{257E0BFB-EE88-4D4E-A3D7-C5EE8FF89D09}"/>
              </a:ext>
            </a:extLst>
          </p:cNvPr>
          <p:cNvSpPr>
            <a:spLocks xmlns:a="http://schemas.openxmlformats.org/drawingml/2006/main" noGrp="1"/>
          </p:cNvSpPr>
          <p:nvPr/>
        </p:nvSpPr>
        <p:spPr>
          <a:xfrm xmlns:a="http://schemas.openxmlformats.org/drawingml/2006/main">
            <a:off x="9953625" y="4019550"/>
            <a:ext cx="2333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94" name="dp41-comparison / n171 / text 1">
            <a:extLst xmlns:a="http://schemas.openxmlformats.org/drawingml/2006/main">
              <a:ext uri="{FF2B5EF4-FFF2-40B4-BE49-F238E27FC236}">
                <a16:creationId xmlns:a16="http://schemas.microsoft.com/office/drawing/2014/main" id="{D14B2AE7-2AB0-4673-B98C-2A5F407FA882}"/>
              </a:ext>
            </a:extLst>
          </p:cNvPr>
          <p:cNvSpPr>
            <a:spLocks xmlns:a="http://schemas.openxmlformats.org/drawingml/2006/main" noGrp="1"/>
          </p:cNvSpPr>
          <p:nvPr/>
        </p:nvSpPr>
        <p:spPr>
          <a:xfrm xmlns:a="http://schemas.openxmlformats.org/drawingml/2006/main">
            <a:off x="10039350" y="4098608"/>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요청 구조화기</a:t>
            </a:r>
          </a:p>
        </p:txBody>
      </p:sp>
      <p:sp>
        <p:nvSpPr>
          <p:cNvPr id="195" name="dp41-comparison / n172 / path">
            <a:extLst xmlns:a="http://schemas.openxmlformats.org/drawingml/2006/main">
              <a:ext uri="{FF2B5EF4-FFF2-40B4-BE49-F238E27FC236}">
                <a16:creationId xmlns:a16="http://schemas.microsoft.com/office/drawing/2014/main" id="{1BF49D78-AB47-44EE-9358-81D870F5C950}"/>
              </a:ext>
            </a:extLst>
          </p:cNvPr>
          <p:cNvSpPr>
            <a:spLocks xmlns:a="http://schemas.openxmlformats.org/drawingml/2006/main" noGrp="1"/>
          </p:cNvSpPr>
          <p:nvPr/>
        </p:nvSpPr>
        <p:spPr>
          <a:xfrm xmlns:a="http://schemas.openxmlformats.org/drawingml/2006/main">
            <a:off x="9810750" y="3038475"/>
            <a:ext cx="142875" cy="1171575"/>
          </a:xfrm>
          <a:custGeom xmlns:a="http://schemas.openxmlformats.org/drawingml/2006/main">
            <a:pathLst>
              <a:path w="142875" h="1171575">
                <a:moveTo>
                  <a:pt x="142875" y="1171575"/>
                </a:moveTo>
                <a:lnTo>
                  <a:pt x="0" y="1171575"/>
                </a:lnTo>
                <a:lnTo>
                  <a:pt x="0" y="0"/>
                </a:lnTo>
                <a:lnTo>
                  <a:pt x="142875" y="0"/>
                </a:lnTo>
              </a:path>
            </a:pathLst>
          </a:custGeom>
          <a:noFill xmlns:a="http://schemas.openxmlformats.org/drawingml/2006/main"/>
          <a:ln xmlns:a="http://schemas.openxmlformats.org/drawingml/2006/main" w="10478">
            <a:solidFill>
              <a:srgbClr val="000000"/>
            </a:solidFill>
            <a:prstDash val="solid"/>
          </a:ln>
        </p:spPr>
      </p:sp>
      <p:sp>
        <p:nvSpPr>
          <p:cNvPr id="196" name="dp41-comparison / n172 / arrow">
            <a:extLst xmlns:a="http://schemas.openxmlformats.org/drawingml/2006/main">
              <a:ext uri="{FF2B5EF4-FFF2-40B4-BE49-F238E27FC236}">
                <a16:creationId xmlns:a16="http://schemas.microsoft.com/office/drawing/2014/main" id="{B7F91D1F-9D16-480F-9384-316F9DB0BCBB}"/>
              </a:ext>
            </a:extLst>
          </p:cNvPr>
          <p:cNvSpPr>
            <a:spLocks xmlns:a="http://schemas.openxmlformats.org/drawingml/2006/main" noGrp="1"/>
          </p:cNvSpPr>
          <p:nvPr/>
        </p:nvSpPr>
        <p:spPr>
          <a:xfrm xmlns:a="http://schemas.openxmlformats.org/drawingml/2006/main">
            <a:off x="9886569" y="30049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97" name="dp41-comparison / n173 / path">
            <a:extLst xmlns:a="http://schemas.openxmlformats.org/drawingml/2006/main">
              <a:ext uri="{FF2B5EF4-FFF2-40B4-BE49-F238E27FC236}">
                <a16:creationId xmlns:a16="http://schemas.microsoft.com/office/drawing/2014/main" id="{06424E00-38C0-4A8A-A4F6-102C75D2B7D6}"/>
              </a:ext>
            </a:extLst>
          </p:cNvPr>
          <p:cNvSpPr>
            <a:spLocks xmlns:a="http://schemas.openxmlformats.org/drawingml/2006/main" noGrp="1"/>
          </p:cNvSpPr>
          <p:nvPr/>
        </p:nvSpPr>
        <p:spPr>
          <a:xfrm xmlns:a="http://schemas.openxmlformats.org/drawingml/2006/main">
            <a:off x="9715500" y="3038475"/>
            <a:ext cx="238125" cy="1266825"/>
          </a:xfrm>
          <a:custGeom xmlns:a="http://schemas.openxmlformats.org/drawingml/2006/main">
            <a:pathLst>
              <a:path w="238125" h="1266825">
                <a:moveTo>
                  <a:pt x="238125" y="0"/>
                </a:moveTo>
                <a:lnTo>
                  <a:pt x="0" y="0"/>
                </a:lnTo>
                <a:lnTo>
                  <a:pt x="0" y="1266825"/>
                </a:lnTo>
                <a:lnTo>
                  <a:pt x="238125" y="1266825"/>
                </a:lnTo>
              </a:path>
            </a:pathLst>
          </a:custGeom>
          <a:noFill xmlns:a="http://schemas.openxmlformats.org/drawingml/2006/main"/>
          <a:ln xmlns:a="http://schemas.openxmlformats.org/drawingml/2006/main" w="10478">
            <a:solidFill>
              <a:srgbClr val="000000"/>
            </a:solidFill>
            <a:prstDash val="dash"/>
          </a:ln>
        </p:spPr>
      </p:sp>
      <p:sp>
        <p:nvSpPr>
          <p:cNvPr id="198" name="dp41-comparison / n173 / arrow">
            <a:extLst xmlns:a="http://schemas.openxmlformats.org/drawingml/2006/main">
              <a:ext uri="{FF2B5EF4-FFF2-40B4-BE49-F238E27FC236}">
                <a16:creationId xmlns:a16="http://schemas.microsoft.com/office/drawing/2014/main" id="{CFD4D3F7-850E-41E4-9D22-E683D5F86FFB}"/>
              </a:ext>
            </a:extLst>
          </p:cNvPr>
          <p:cNvSpPr>
            <a:spLocks xmlns:a="http://schemas.openxmlformats.org/drawingml/2006/main" noGrp="1"/>
          </p:cNvSpPr>
          <p:nvPr/>
        </p:nvSpPr>
        <p:spPr>
          <a:xfrm xmlns:a="http://schemas.openxmlformats.org/drawingml/2006/main">
            <a:off x="9886569" y="42717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99" name="dp41-comparison / n174">
            <a:extLst xmlns:a="http://schemas.openxmlformats.org/drawingml/2006/main">
              <a:ext uri="{FF2B5EF4-FFF2-40B4-BE49-F238E27FC236}">
                <a16:creationId xmlns:a16="http://schemas.microsoft.com/office/drawing/2014/main" id="{E31AD0A9-CD7F-462F-9945-092C5060E156}"/>
              </a:ext>
            </a:extLst>
          </p:cNvPr>
          <p:cNvSpPr>
            <a:spLocks xmlns:a="http://schemas.openxmlformats.org/drawingml/2006/main" noGrp="1"/>
          </p:cNvSpPr>
          <p:nvPr/>
        </p:nvSpPr>
        <p:spPr>
          <a:xfrm xmlns:a="http://schemas.openxmlformats.org/drawingml/2006/main">
            <a:off x="12858750" y="3943350"/>
            <a:ext cx="4476750" cy="1857375"/>
          </a:xfrm>
          <a:prstGeom xmlns:a="http://schemas.openxmlformats.org/drawingml/2006/main" prst="roundRect">
            <a:avLst>
              <a:gd name="adj" fmla="val 4103"/>
            </a:avLst>
          </a:prstGeom>
          <a:solidFill xmlns:a="http://schemas.openxmlformats.org/drawingml/2006/main">
            <a:srgbClr val="FFFFFF"/>
          </a:solidFill>
          <a:ln xmlns:a="http://schemas.openxmlformats.org/drawingml/2006/main" w="24765">
            <a:solidFill>
              <a:srgbClr val="B8753F"/>
            </a:solidFill>
            <a:prstDash val="solid"/>
          </a:ln>
        </p:spPr>
      </p:sp>
      <p:sp>
        <p:nvSpPr>
          <p:cNvPr id="200" name="dp41-comparison / n175 / text 1">
            <a:extLst xmlns:a="http://schemas.openxmlformats.org/drawingml/2006/main">
              <a:ext uri="{FF2B5EF4-FFF2-40B4-BE49-F238E27FC236}">
                <a16:creationId xmlns:a16="http://schemas.microsoft.com/office/drawing/2014/main" id="{8AB8D465-4B07-49F8-9B68-A58E16B7D5EC}"/>
              </a:ext>
            </a:extLst>
          </p:cNvPr>
          <p:cNvSpPr>
            <a:spLocks xmlns:a="http://schemas.openxmlformats.org/drawingml/2006/main" noGrp="1"/>
          </p:cNvSpPr>
          <p:nvPr/>
        </p:nvSpPr>
        <p:spPr>
          <a:xfrm xmlns:a="http://schemas.openxmlformats.org/drawingml/2006/main">
            <a:off x="12982575" y="4038600"/>
            <a:ext cx="42291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Resolution Engine</a:t>
            </a:r>
          </a:p>
        </p:txBody>
      </p:sp>
      <p:sp>
        <p:nvSpPr>
          <p:cNvPr id="201" name="dp41-comparison / n176">
            <a:extLst xmlns:a="http://schemas.openxmlformats.org/drawingml/2006/main">
              <a:ext uri="{FF2B5EF4-FFF2-40B4-BE49-F238E27FC236}">
                <a16:creationId xmlns:a16="http://schemas.microsoft.com/office/drawing/2014/main" id="{A7C44B0C-512C-4E84-B625-67CC4E7838B5}"/>
              </a:ext>
            </a:extLst>
          </p:cNvPr>
          <p:cNvSpPr>
            <a:spLocks xmlns:a="http://schemas.openxmlformats.org/drawingml/2006/main" noGrp="1"/>
          </p:cNvSpPr>
          <p:nvPr/>
        </p:nvSpPr>
        <p:spPr>
          <a:xfrm xmlns:a="http://schemas.openxmlformats.org/drawingml/2006/main">
            <a:off x="13049250" y="4286250"/>
            <a:ext cx="1809750"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2" name="dp41-comparison / n177 / text 1">
            <a:extLst xmlns:a="http://schemas.openxmlformats.org/drawingml/2006/main">
              <a:ext uri="{FF2B5EF4-FFF2-40B4-BE49-F238E27FC236}">
                <a16:creationId xmlns:a16="http://schemas.microsoft.com/office/drawing/2014/main" id="{A24059BA-359C-45A4-8CB7-FB389523B9B6}"/>
              </a:ext>
            </a:extLst>
          </p:cNvPr>
          <p:cNvSpPr>
            <a:spLocks xmlns:a="http://schemas.openxmlformats.org/drawingml/2006/main" noGrp="1"/>
          </p:cNvSpPr>
          <p:nvPr/>
        </p:nvSpPr>
        <p:spPr>
          <a:xfrm xmlns:a="http://schemas.openxmlformats.org/drawingml/2006/main">
            <a:off x="13134975" y="4355306"/>
            <a:ext cx="1638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프레임 / 항목 검사기</a:t>
            </a:r>
          </a:p>
        </p:txBody>
      </p:sp>
      <p:sp>
        <p:nvSpPr>
          <p:cNvPr id="203" name="dp41-comparison / n178">
            <a:extLst xmlns:a="http://schemas.openxmlformats.org/drawingml/2006/main">
              <a:ext uri="{FF2B5EF4-FFF2-40B4-BE49-F238E27FC236}">
                <a16:creationId xmlns:a16="http://schemas.microsoft.com/office/drawing/2014/main" id="{6914D8AB-C02F-49A6-8592-8D88CBD8D4AD}"/>
              </a:ext>
            </a:extLst>
          </p:cNvPr>
          <p:cNvSpPr>
            <a:spLocks xmlns:a="http://schemas.openxmlformats.org/drawingml/2006/main" noGrp="1"/>
          </p:cNvSpPr>
          <p:nvPr/>
        </p:nvSpPr>
        <p:spPr>
          <a:xfrm xmlns:a="http://schemas.openxmlformats.org/drawingml/2006/main">
            <a:off x="15097125" y="4286250"/>
            <a:ext cx="2047875"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4" name="dp41-comparison / n179 / text 1">
            <a:extLst xmlns:a="http://schemas.openxmlformats.org/drawingml/2006/main">
              <a:ext uri="{FF2B5EF4-FFF2-40B4-BE49-F238E27FC236}">
                <a16:creationId xmlns:a16="http://schemas.microsoft.com/office/drawing/2014/main" id="{0D158688-469F-49D3-863B-269641F29AA2}"/>
              </a:ext>
            </a:extLst>
          </p:cNvPr>
          <p:cNvSpPr>
            <a:spLocks xmlns:a="http://schemas.openxmlformats.org/drawingml/2006/main" noGrp="1"/>
          </p:cNvSpPr>
          <p:nvPr/>
        </p:nvSpPr>
        <p:spPr>
          <a:xfrm xmlns:a="http://schemas.openxmlformats.org/drawingml/2006/main">
            <a:off x="15182850" y="4349115"/>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미해결 항목 처리기</a:t>
            </a:r>
          </a:p>
        </p:txBody>
      </p:sp>
      <p:sp>
        <p:nvSpPr>
          <p:cNvPr id="205" name="dp41-comparison / n180">
            <a:extLst xmlns:a="http://schemas.openxmlformats.org/drawingml/2006/main">
              <a:ext uri="{FF2B5EF4-FFF2-40B4-BE49-F238E27FC236}">
                <a16:creationId xmlns:a16="http://schemas.microsoft.com/office/drawing/2014/main" id="{67E62E97-8ABD-412B-839F-8F468233B355}"/>
              </a:ext>
            </a:extLst>
          </p:cNvPr>
          <p:cNvSpPr>
            <a:spLocks xmlns:a="http://schemas.openxmlformats.org/drawingml/2006/main" noGrp="1"/>
          </p:cNvSpPr>
          <p:nvPr/>
        </p:nvSpPr>
        <p:spPr>
          <a:xfrm xmlns:a="http://schemas.openxmlformats.org/drawingml/2006/main">
            <a:off x="13049250" y="4914900"/>
            <a:ext cx="1809750" cy="5048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6" name="dp41-comparison / n181 / text 1">
            <a:extLst xmlns:a="http://schemas.openxmlformats.org/drawingml/2006/main">
              <a:ext uri="{FF2B5EF4-FFF2-40B4-BE49-F238E27FC236}">
                <a16:creationId xmlns:a16="http://schemas.microsoft.com/office/drawing/2014/main" id="{5FCB6FF3-6AD4-4801-887A-9BCAB5DAFE0B}"/>
              </a:ext>
            </a:extLst>
          </p:cNvPr>
          <p:cNvSpPr>
            <a:spLocks xmlns:a="http://schemas.openxmlformats.org/drawingml/2006/main" noGrp="1"/>
          </p:cNvSpPr>
          <p:nvPr/>
        </p:nvSpPr>
        <p:spPr>
          <a:xfrm xmlns:a="http://schemas.openxmlformats.org/drawingml/2006/main">
            <a:off x="13134975" y="5076825"/>
            <a:ext cx="1638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항목별 해결 상태</a:t>
            </a:r>
          </a:p>
        </p:txBody>
      </p:sp>
      <p:sp>
        <p:nvSpPr>
          <p:cNvPr id="207" name="dp41-comparison / n182">
            <a:extLst xmlns:a="http://schemas.openxmlformats.org/drawingml/2006/main">
              <a:ext uri="{FF2B5EF4-FFF2-40B4-BE49-F238E27FC236}">
                <a16:creationId xmlns:a16="http://schemas.microsoft.com/office/drawing/2014/main" id="{C1A1A1B3-1E06-4B74-965E-B4A2509A8890}"/>
              </a:ext>
            </a:extLst>
          </p:cNvPr>
          <p:cNvSpPr>
            <a:spLocks xmlns:a="http://schemas.openxmlformats.org/drawingml/2006/main" noGrp="1"/>
          </p:cNvSpPr>
          <p:nvPr/>
        </p:nvSpPr>
        <p:spPr>
          <a:xfrm xmlns:a="http://schemas.openxmlformats.org/drawingml/2006/main">
            <a:off x="15097125" y="5172075"/>
            <a:ext cx="2047875"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8" name="dp41-comparison / n183 / text 1">
            <a:extLst xmlns:a="http://schemas.openxmlformats.org/drawingml/2006/main">
              <a:ext uri="{FF2B5EF4-FFF2-40B4-BE49-F238E27FC236}">
                <a16:creationId xmlns:a16="http://schemas.microsoft.com/office/drawing/2014/main" id="{0CEAEE07-6904-4C5A-A081-86654BB78A95}"/>
              </a:ext>
            </a:extLst>
          </p:cNvPr>
          <p:cNvSpPr>
            <a:spLocks xmlns:a="http://schemas.openxmlformats.org/drawingml/2006/main" noGrp="1"/>
          </p:cNvSpPr>
          <p:nvPr/>
        </p:nvSpPr>
        <p:spPr>
          <a:xfrm xmlns:a="http://schemas.openxmlformats.org/drawingml/2006/main">
            <a:off x="15182850" y="52349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관계 결합기</a:t>
            </a:r>
          </a:p>
        </p:txBody>
      </p:sp>
      <p:sp>
        <p:nvSpPr>
          <p:cNvPr id="209" name="dp41-comparison / n184">
            <a:extLst xmlns:a="http://schemas.openxmlformats.org/drawingml/2006/main">
              <a:ext uri="{FF2B5EF4-FFF2-40B4-BE49-F238E27FC236}">
                <a16:creationId xmlns:a16="http://schemas.microsoft.com/office/drawing/2014/main" id="{3363A96A-F8EE-4E49-9B77-73C756ED876C}"/>
              </a:ext>
            </a:extLst>
          </p:cNvPr>
          <p:cNvSpPr>
            <a:spLocks xmlns:a="http://schemas.openxmlformats.org/drawingml/2006/main" noGrp="1"/>
          </p:cNvSpPr>
          <p:nvPr/>
        </p:nvSpPr>
        <p:spPr>
          <a:xfrm xmlns:a="http://schemas.openxmlformats.org/drawingml/2006/main">
            <a:off x="15097125" y="6019800"/>
            <a:ext cx="20478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210" name="dp41-comparison / n185 / text 1">
            <a:extLst xmlns:a="http://schemas.openxmlformats.org/drawingml/2006/main">
              <a:ext uri="{FF2B5EF4-FFF2-40B4-BE49-F238E27FC236}">
                <a16:creationId xmlns:a16="http://schemas.microsoft.com/office/drawing/2014/main" id="{706C027B-A51A-497B-9969-B30A22A39366}"/>
              </a:ext>
            </a:extLst>
          </p:cNvPr>
          <p:cNvSpPr>
            <a:spLocks xmlns:a="http://schemas.openxmlformats.org/drawingml/2006/main" noGrp="1"/>
          </p:cNvSpPr>
          <p:nvPr/>
        </p:nvSpPr>
        <p:spPr>
          <a:xfrm xmlns:a="http://schemas.openxmlformats.org/drawingml/2006/main">
            <a:off x="15182850" y="60731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읽기 도구 실행기</a:t>
            </a:r>
          </a:p>
        </p:txBody>
      </p:sp>
      <p:sp>
        <p:nvSpPr>
          <p:cNvPr id="211" name="dp41-comparison / n186">
            <a:extLst xmlns:a="http://schemas.openxmlformats.org/drawingml/2006/main">
              <a:ext uri="{FF2B5EF4-FFF2-40B4-BE49-F238E27FC236}">
                <a16:creationId xmlns:a16="http://schemas.microsoft.com/office/drawing/2014/main" id="{FC41BF9C-CAAD-4759-9B9B-AA8E9CF667A7}"/>
              </a:ext>
            </a:extLst>
          </p:cNvPr>
          <p:cNvSpPr>
            <a:spLocks xmlns:a="http://schemas.openxmlformats.org/drawingml/2006/main" noGrp="1"/>
          </p:cNvSpPr>
          <p:nvPr/>
        </p:nvSpPr>
        <p:spPr>
          <a:xfrm xmlns:a="http://schemas.openxmlformats.org/drawingml/2006/main">
            <a:off x="12715875" y="6019800"/>
            <a:ext cx="20478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212" name="dp41-comparison / n187 / text 1">
            <a:extLst xmlns:a="http://schemas.openxmlformats.org/drawingml/2006/main">
              <a:ext uri="{FF2B5EF4-FFF2-40B4-BE49-F238E27FC236}">
                <a16:creationId xmlns:a16="http://schemas.microsoft.com/office/drawing/2014/main" id="{922D2379-AA66-455C-B99F-2E322C386435}"/>
              </a:ext>
            </a:extLst>
          </p:cNvPr>
          <p:cNvSpPr>
            <a:spLocks xmlns:a="http://schemas.openxmlformats.org/drawingml/2006/main" noGrp="1"/>
          </p:cNvSpPr>
          <p:nvPr/>
        </p:nvSpPr>
        <p:spPr>
          <a:xfrm xmlns:a="http://schemas.openxmlformats.org/drawingml/2006/main">
            <a:off x="12801600" y="60731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의미 제안 검증기</a:t>
            </a:r>
          </a:p>
        </p:txBody>
      </p:sp>
      <p:sp>
        <p:nvSpPr>
          <p:cNvPr id="213" name="dp41-comparison / n188 / path">
            <a:extLst xmlns:a="http://schemas.openxmlformats.org/drawingml/2006/main">
              <a:ext uri="{FF2B5EF4-FFF2-40B4-BE49-F238E27FC236}">
                <a16:creationId xmlns:a16="http://schemas.microsoft.com/office/drawing/2014/main" id="{E4DC6731-219A-4C7D-AD5A-CD395813C519}"/>
              </a:ext>
            </a:extLst>
          </p:cNvPr>
          <p:cNvSpPr>
            <a:spLocks xmlns:a="http://schemas.openxmlformats.org/drawingml/2006/main" noGrp="1"/>
          </p:cNvSpPr>
          <p:nvPr/>
        </p:nvSpPr>
        <p:spPr>
          <a:xfrm xmlns:a="http://schemas.openxmlformats.org/drawingml/2006/main">
            <a:off x="12287250" y="4162425"/>
            <a:ext cx="762000" cy="285750"/>
          </a:xfrm>
          <a:custGeom xmlns:a="http://schemas.openxmlformats.org/drawingml/2006/main">
            <a:pathLst>
              <a:path w="762000" h="285750">
                <a:moveTo>
                  <a:pt x="0" y="0"/>
                </a:moveTo>
                <a:lnTo>
                  <a:pt x="333375" y="0"/>
                </a:lnTo>
                <a:lnTo>
                  <a:pt x="333375" y="285750"/>
                </a:lnTo>
                <a:lnTo>
                  <a:pt x="762000" y="285750"/>
                </a:lnTo>
              </a:path>
            </a:pathLst>
          </a:custGeom>
          <a:noFill xmlns:a="http://schemas.openxmlformats.org/drawingml/2006/main"/>
          <a:ln xmlns:a="http://schemas.openxmlformats.org/drawingml/2006/main" w="10478">
            <a:solidFill>
              <a:srgbClr val="000000"/>
            </a:solidFill>
            <a:prstDash val="solid"/>
          </a:ln>
        </p:spPr>
      </p:sp>
      <p:sp>
        <p:nvSpPr>
          <p:cNvPr id="214" name="dp41-comparison / n188 / arrow">
            <a:extLst xmlns:a="http://schemas.openxmlformats.org/drawingml/2006/main">
              <a:ext uri="{FF2B5EF4-FFF2-40B4-BE49-F238E27FC236}">
                <a16:creationId xmlns:a16="http://schemas.microsoft.com/office/drawing/2014/main" id="{A7FA58F5-C37C-41BD-A291-82F7393AF977}"/>
              </a:ext>
            </a:extLst>
          </p:cNvPr>
          <p:cNvSpPr>
            <a:spLocks xmlns:a="http://schemas.openxmlformats.org/drawingml/2006/main" noGrp="1"/>
          </p:cNvSpPr>
          <p:nvPr/>
        </p:nvSpPr>
        <p:spPr>
          <a:xfrm xmlns:a="http://schemas.openxmlformats.org/drawingml/2006/main">
            <a:off x="12982194" y="4414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5" name="dp41-comparison / n189 / path">
            <a:extLst xmlns:a="http://schemas.openxmlformats.org/drawingml/2006/main">
              <a:ext uri="{FF2B5EF4-FFF2-40B4-BE49-F238E27FC236}">
                <a16:creationId xmlns:a16="http://schemas.microsoft.com/office/drawing/2014/main" id="{9835367E-FC50-406A-A458-169F8955D7F4}"/>
              </a:ext>
            </a:extLst>
          </p:cNvPr>
          <p:cNvSpPr>
            <a:spLocks xmlns:a="http://schemas.openxmlformats.org/drawingml/2006/main" noGrp="1"/>
          </p:cNvSpPr>
          <p:nvPr/>
        </p:nvSpPr>
        <p:spPr>
          <a:xfrm xmlns:a="http://schemas.openxmlformats.org/drawingml/2006/main">
            <a:off x="14859000" y="4448175"/>
            <a:ext cx="238125" cy="953"/>
          </a:xfrm>
          <a:custGeom xmlns:a="http://schemas.openxmlformats.org/drawingml/2006/main">
            <a:pathLst>
              <a:path w="238125" h="953">
                <a:moveTo>
                  <a:pt x="0" y="0"/>
                </a:moveTo>
                <a:lnTo>
                  <a:pt x="238125" y="0"/>
                </a:lnTo>
              </a:path>
            </a:pathLst>
          </a:custGeom>
          <a:noFill xmlns:a="http://schemas.openxmlformats.org/drawingml/2006/main"/>
          <a:ln xmlns:a="http://schemas.openxmlformats.org/drawingml/2006/main" w="10478">
            <a:solidFill>
              <a:srgbClr val="B8753F"/>
            </a:solidFill>
            <a:prstDash val="solid"/>
          </a:ln>
        </p:spPr>
      </p:sp>
      <p:sp>
        <p:nvSpPr>
          <p:cNvPr id="216" name="dp41-comparison / n189 / arrow">
            <a:extLst xmlns:a="http://schemas.openxmlformats.org/drawingml/2006/main">
              <a:ext uri="{FF2B5EF4-FFF2-40B4-BE49-F238E27FC236}">
                <a16:creationId xmlns:a16="http://schemas.microsoft.com/office/drawing/2014/main" id="{6AF64307-8BDB-4047-B47A-80DA45C2F5C4}"/>
              </a:ext>
            </a:extLst>
          </p:cNvPr>
          <p:cNvSpPr>
            <a:spLocks xmlns:a="http://schemas.openxmlformats.org/drawingml/2006/main" noGrp="1"/>
          </p:cNvSpPr>
          <p:nvPr/>
        </p:nvSpPr>
        <p:spPr>
          <a:xfrm xmlns:a="http://schemas.openxmlformats.org/drawingml/2006/main">
            <a:off x="15030069" y="4414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17" name="dp41-comparison / n190 / path">
            <a:extLst xmlns:a="http://schemas.openxmlformats.org/drawingml/2006/main">
              <a:ext uri="{FF2B5EF4-FFF2-40B4-BE49-F238E27FC236}">
                <a16:creationId xmlns:a16="http://schemas.microsoft.com/office/drawing/2014/main" id="{34625C49-A6CD-4D48-AD51-151DB249CC11}"/>
              </a:ext>
            </a:extLst>
          </p:cNvPr>
          <p:cNvSpPr>
            <a:spLocks xmlns:a="http://schemas.openxmlformats.org/drawingml/2006/main" noGrp="1"/>
          </p:cNvSpPr>
          <p:nvPr/>
        </p:nvSpPr>
        <p:spPr>
          <a:xfrm xmlns:a="http://schemas.openxmlformats.org/drawingml/2006/main">
            <a:off x="17145000" y="4448175"/>
            <a:ext cx="428625" cy="1724025"/>
          </a:xfrm>
          <a:custGeom xmlns:a="http://schemas.openxmlformats.org/drawingml/2006/main">
            <a:pathLst>
              <a:path w="428625" h="1724025">
                <a:moveTo>
                  <a:pt x="0" y="0"/>
                </a:moveTo>
                <a:lnTo>
                  <a:pt x="428625" y="0"/>
                </a:lnTo>
                <a:lnTo>
                  <a:pt x="428625" y="1724025"/>
                </a:lnTo>
                <a:lnTo>
                  <a:pt x="0" y="1724025"/>
                </a:lnTo>
              </a:path>
            </a:pathLst>
          </a:custGeom>
          <a:noFill xmlns:a="http://schemas.openxmlformats.org/drawingml/2006/main"/>
          <a:ln xmlns:a="http://schemas.openxmlformats.org/drawingml/2006/main" w="10478">
            <a:solidFill>
              <a:srgbClr val="B8753F"/>
            </a:solidFill>
            <a:prstDash val="solid"/>
          </a:ln>
        </p:spPr>
      </p:sp>
      <p:sp>
        <p:nvSpPr>
          <p:cNvPr id="218" name="dp41-comparison / n190 / arrow">
            <a:extLst xmlns:a="http://schemas.openxmlformats.org/drawingml/2006/main">
              <a:ext uri="{FF2B5EF4-FFF2-40B4-BE49-F238E27FC236}">
                <a16:creationId xmlns:a16="http://schemas.microsoft.com/office/drawing/2014/main" id="{AC131683-B0DE-4147-899C-6DB42C0DC693}"/>
              </a:ext>
            </a:extLst>
          </p:cNvPr>
          <p:cNvSpPr>
            <a:spLocks xmlns:a="http://schemas.openxmlformats.org/drawingml/2006/main" noGrp="1"/>
          </p:cNvSpPr>
          <p:nvPr/>
        </p:nvSpPr>
        <p:spPr>
          <a:xfrm xmlns:a="http://schemas.openxmlformats.org/drawingml/2006/main">
            <a:off x="17145000" y="61386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9" name="dp41-comparison / n195 / path">
            <a:extLst xmlns:a="http://schemas.openxmlformats.org/drawingml/2006/main">
              <a:ext uri="{FF2B5EF4-FFF2-40B4-BE49-F238E27FC236}">
                <a16:creationId xmlns:a16="http://schemas.microsoft.com/office/drawing/2014/main" id="{276DA3F2-3C1F-4AB5-AEDC-A5FE56FF67EE}"/>
              </a:ext>
            </a:extLst>
          </p:cNvPr>
          <p:cNvSpPr>
            <a:spLocks xmlns:a="http://schemas.openxmlformats.org/drawingml/2006/main" noGrp="1"/>
          </p:cNvSpPr>
          <p:nvPr/>
        </p:nvSpPr>
        <p:spPr>
          <a:xfrm xmlns:a="http://schemas.openxmlformats.org/drawingml/2006/main">
            <a:off x="12573000" y="5167313"/>
            <a:ext cx="2524125" cy="1281113"/>
          </a:xfrm>
          <a:custGeom xmlns:a="http://schemas.openxmlformats.org/drawingml/2006/main">
            <a:pathLst>
              <a:path w="2524125" h="1281113">
                <a:moveTo>
                  <a:pt x="2524125" y="1004888"/>
                </a:moveTo>
                <a:lnTo>
                  <a:pt x="2362200" y="1004888"/>
                </a:lnTo>
                <a:lnTo>
                  <a:pt x="2362200" y="1281113"/>
                </a:lnTo>
                <a:lnTo>
                  <a:pt x="0" y="1281113"/>
                </a:lnTo>
                <a:lnTo>
                  <a:pt x="0" y="0"/>
                </a:lnTo>
                <a:lnTo>
                  <a:pt x="476250" y="0"/>
                </a:lnTo>
              </a:path>
            </a:pathLst>
          </a:custGeom>
          <a:noFill xmlns:a="http://schemas.openxmlformats.org/drawingml/2006/main"/>
          <a:ln xmlns:a="http://schemas.openxmlformats.org/drawingml/2006/main" w="10478">
            <a:solidFill>
              <a:srgbClr val="B8753F"/>
            </a:solidFill>
            <a:prstDash val="dash"/>
          </a:ln>
        </p:spPr>
      </p:sp>
      <p:sp>
        <p:nvSpPr>
          <p:cNvPr id="220" name="dp41-comparison / n195 / arrow">
            <a:extLst xmlns:a="http://schemas.openxmlformats.org/drawingml/2006/main">
              <a:ext uri="{FF2B5EF4-FFF2-40B4-BE49-F238E27FC236}">
                <a16:creationId xmlns:a16="http://schemas.microsoft.com/office/drawing/2014/main" id="{57D64A3A-A7C8-4667-ACFC-AA3C5D4E3F2B}"/>
              </a:ext>
            </a:extLst>
          </p:cNvPr>
          <p:cNvSpPr>
            <a:spLocks xmlns:a="http://schemas.openxmlformats.org/drawingml/2006/main" noGrp="1"/>
          </p:cNvSpPr>
          <p:nvPr/>
        </p:nvSpPr>
        <p:spPr>
          <a:xfrm xmlns:a="http://schemas.openxmlformats.org/drawingml/2006/main">
            <a:off x="12982194" y="51337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1" name="dp41-comparison / n196 / text 1">
            <a:extLst xmlns:a="http://schemas.openxmlformats.org/drawingml/2006/main">
              <a:ext uri="{FF2B5EF4-FFF2-40B4-BE49-F238E27FC236}">
                <a16:creationId xmlns:a16="http://schemas.microsoft.com/office/drawing/2014/main" id="{1E74DBAE-DEE0-4451-9C48-ED0289604B69}"/>
              </a:ext>
            </a:extLst>
          </p:cNvPr>
          <p:cNvSpPr>
            <a:spLocks xmlns:a="http://schemas.openxmlformats.org/drawingml/2006/main" noGrp="1"/>
          </p:cNvSpPr>
          <p:nvPr/>
        </p:nvSpPr>
        <p:spPr>
          <a:xfrm xmlns:a="http://schemas.openxmlformats.org/drawingml/2006/main">
            <a:off x="15097125" y="6362700"/>
            <a:ext cx="2333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③ 조회 결과를 해결 상태에 반영</a:t>
            </a:r>
          </a:p>
        </p:txBody>
      </p:sp>
      <p:sp>
        <p:nvSpPr>
          <p:cNvPr id="222" name="dp41-comparison / n197 / path">
            <a:extLst xmlns:a="http://schemas.openxmlformats.org/drawingml/2006/main">
              <a:ext uri="{FF2B5EF4-FFF2-40B4-BE49-F238E27FC236}">
                <a16:creationId xmlns:a16="http://schemas.microsoft.com/office/drawing/2014/main" id="{F36F4548-B153-4E83-A027-BB4B10A9BFE0}"/>
              </a:ext>
            </a:extLst>
          </p:cNvPr>
          <p:cNvSpPr>
            <a:spLocks xmlns:a="http://schemas.openxmlformats.org/drawingml/2006/main" noGrp="1"/>
          </p:cNvSpPr>
          <p:nvPr/>
        </p:nvSpPr>
        <p:spPr>
          <a:xfrm xmlns:a="http://schemas.openxmlformats.org/drawingml/2006/main">
            <a:off x="13716000" y="4610100"/>
            <a:ext cx="953" cy="304800"/>
          </a:xfrm>
          <a:custGeom xmlns:a="http://schemas.openxmlformats.org/drawingml/2006/main">
            <a:pathLst>
              <a:path w="953" h="304800">
                <a:moveTo>
                  <a:pt x="0" y="0"/>
                </a:moveTo>
                <a:lnTo>
                  <a:pt x="0" y="304800"/>
                </a:lnTo>
              </a:path>
            </a:pathLst>
          </a:custGeom>
          <a:noFill xmlns:a="http://schemas.openxmlformats.org/drawingml/2006/main"/>
          <a:ln xmlns:a="http://schemas.openxmlformats.org/drawingml/2006/main" w="10478">
            <a:solidFill>
              <a:srgbClr val="B8753F"/>
            </a:solidFill>
            <a:prstDash val="solid"/>
          </a:ln>
        </p:spPr>
      </p:sp>
      <p:sp>
        <p:nvSpPr>
          <p:cNvPr id="223" name="dp41-comparison / n197 / arrow">
            <a:extLst xmlns:a="http://schemas.openxmlformats.org/drawingml/2006/main">
              <a:ext uri="{FF2B5EF4-FFF2-40B4-BE49-F238E27FC236}">
                <a16:creationId xmlns:a16="http://schemas.microsoft.com/office/drawing/2014/main" id="{D69BF9E3-C965-443C-BEF6-8A49B5C8FFBD}"/>
              </a:ext>
            </a:extLst>
          </p:cNvPr>
          <p:cNvSpPr>
            <a:spLocks xmlns:a="http://schemas.openxmlformats.org/drawingml/2006/main" noGrp="1"/>
          </p:cNvSpPr>
          <p:nvPr/>
        </p:nvSpPr>
        <p:spPr>
          <a:xfrm xmlns:a="http://schemas.openxmlformats.org/drawingml/2006/main">
            <a:off x="13682472" y="4847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24" name="dp41-comparison / n198 / path">
            <a:extLst xmlns:a="http://schemas.openxmlformats.org/drawingml/2006/main">
              <a:ext uri="{FF2B5EF4-FFF2-40B4-BE49-F238E27FC236}">
                <a16:creationId xmlns:a16="http://schemas.microsoft.com/office/drawing/2014/main" id="{FD868A5D-500D-42C7-8F1C-ADD8C6664AC2}"/>
              </a:ext>
            </a:extLst>
          </p:cNvPr>
          <p:cNvSpPr>
            <a:spLocks xmlns:a="http://schemas.openxmlformats.org/drawingml/2006/main" noGrp="1"/>
          </p:cNvSpPr>
          <p:nvPr/>
        </p:nvSpPr>
        <p:spPr>
          <a:xfrm xmlns:a="http://schemas.openxmlformats.org/drawingml/2006/main">
            <a:off x="14192250" y="4610100"/>
            <a:ext cx="953" cy="304800"/>
          </a:xfrm>
          <a:custGeom xmlns:a="http://schemas.openxmlformats.org/drawingml/2006/main">
            <a:pathLst>
              <a:path w="953" h="304800">
                <a:moveTo>
                  <a:pt x="0" y="304800"/>
                </a:moveTo>
                <a:lnTo>
                  <a:pt x="0" y="0"/>
                </a:lnTo>
              </a:path>
            </a:pathLst>
          </a:custGeom>
          <a:noFill xmlns:a="http://schemas.openxmlformats.org/drawingml/2006/main"/>
          <a:ln xmlns:a="http://schemas.openxmlformats.org/drawingml/2006/main" w="10478">
            <a:solidFill>
              <a:srgbClr val="B8753F"/>
            </a:solidFill>
            <a:prstDash val="solid"/>
          </a:ln>
        </p:spPr>
      </p:sp>
      <p:sp>
        <p:nvSpPr>
          <p:cNvPr id="225" name="dp41-comparison / n198 / arrow">
            <a:extLst xmlns:a="http://schemas.openxmlformats.org/drawingml/2006/main">
              <a:ext uri="{FF2B5EF4-FFF2-40B4-BE49-F238E27FC236}">
                <a16:creationId xmlns:a16="http://schemas.microsoft.com/office/drawing/2014/main" id="{90AA2258-3889-4E48-93B3-F162855936BF}"/>
              </a:ext>
            </a:extLst>
          </p:cNvPr>
          <p:cNvSpPr>
            <a:spLocks xmlns:a="http://schemas.openxmlformats.org/drawingml/2006/main" noGrp="1"/>
          </p:cNvSpPr>
          <p:nvPr/>
        </p:nvSpPr>
        <p:spPr>
          <a:xfrm xmlns:a="http://schemas.openxmlformats.org/drawingml/2006/main">
            <a:off x="14158722" y="46101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26" name="dp41-comparison / n201 / path">
            <a:extLst xmlns:a="http://schemas.openxmlformats.org/drawingml/2006/main">
              <a:ext uri="{FF2B5EF4-FFF2-40B4-BE49-F238E27FC236}">
                <a16:creationId xmlns:a16="http://schemas.microsoft.com/office/drawing/2014/main" id="{D8E25140-4782-4E17-81EC-FD62D534C235}"/>
              </a:ext>
            </a:extLst>
          </p:cNvPr>
          <p:cNvSpPr>
            <a:spLocks xmlns:a="http://schemas.openxmlformats.org/drawingml/2006/main" noGrp="1"/>
          </p:cNvSpPr>
          <p:nvPr/>
        </p:nvSpPr>
        <p:spPr>
          <a:xfrm xmlns:a="http://schemas.openxmlformats.org/drawingml/2006/main">
            <a:off x="14859000" y="5167313"/>
            <a:ext cx="238125" cy="166688"/>
          </a:xfrm>
          <a:custGeom xmlns:a="http://schemas.openxmlformats.org/drawingml/2006/main">
            <a:pathLst>
              <a:path w="238125" h="166688">
                <a:moveTo>
                  <a:pt x="0" y="0"/>
                </a:moveTo>
                <a:lnTo>
                  <a:pt x="114300" y="0"/>
                </a:lnTo>
                <a:lnTo>
                  <a:pt x="114300" y="166688"/>
                </a:lnTo>
                <a:lnTo>
                  <a:pt x="238125" y="166688"/>
                </a:lnTo>
              </a:path>
            </a:pathLst>
          </a:custGeom>
          <a:noFill xmlns:a="http://schemas.openxmlformats.org/drawingml/2006/main"/>
          <a:ln xmlns:a="http://schemas.openxmlformats.org/drawingml/2006/main" w="10478">
            <a:solidFill>
              <a:srgbClr val="B8753F"/>
            </a:solidFill>
            <a:prstDash val="solid"/>
          </a:ln>
        </p:spPr>
      </p:sp>
      <p:sp>
        <p:nvSpPr>
          <p:cNvPr id="227" name="dp41-comparison / n201 / arrow">
            <a:extLst xmlns:a="http://schemas.openxmlformats.org/drawingml/2006/main">
              <a:ext uri="{FF2B5EF4-FFF2-40B4-BE49-F238E27FC236}">
                <a16:creationId xmlns:a16="http://schemas.microsoft.com/office/drawing/2014/main" id="{2E1B8FD5-3D46-4385-B468-611781882607}"/>
              </a:ext>
            </a:extLst>
          </p:cNvPr>
          <p:cNvSpPr>
            <a:spLocks xmlns:a="http://schemas.openxmlformats.org/drawingml/2006/main" noGrp="1"/>
          </p:cNvSpPr>
          <p:nvPr/>
        </p:nvSpPr>
        <p:spPr>
          <a:xfrm xmlns:a="http://schemas.openxmlformats.org/drawingml/2006/main">
            <a:off x="15030069" y="53004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8" name="dp41-comparison / n204 / path">
            <a:extLst xmlns:a="http://schemas.openxmlformats.org/drawingml/2006/main">
              <a:ext uri="{FF2B5EF4-FFF2-40B4-BE49-F238E27FC236}">
                <a16:creationId xmlns:a16="http://schemas.microsoft.com/office/drawing/2014/main" id="{4502DD10-6E7A-4E3F-816D-F868AEA61DB9}"/>
              </a:ext>
            </a:extLst>
          </p:cNvPr>
          <p:cNvSpPr>
            <a:spLocks xmlns:a="http://schemas.openxmlformats.org/drawingml/2006/main" noGrp="1"/>
          </p:cNvSpPr>
          <p:nvPr/>
        </p:nvSpPr>
        <p:spPr>
          <a:xfrm xmlns:a="http://schemas.openxmlformats.org/drawingml/2006/main">
            <a:off x="13739813" y="5495925"/>
            <a:ext cx="2381250" cy="523875"/>
          </a:xfrm>
          <a:custGeom xmlns:a="http://schemas.openxmlformats.org/drawingml/2006/main">
            <a:pathLst>
              <a:path w="2381250" h="523875">
                <a:moveTo>
                  <a:pt x="2381250" y="0"/>
                </a:moveTo>
                <a:lnTo>
                  <a:pt x="2381250" y="428625"/>
                </a:lnTo>
                <a:lnTo>
                  <a:pt x="0" y="428625"/>
                </a:lnTo>
                <a:lnTo>
                  <a:pt x="0" y="523875"/>
                </a:lnTo>
              </a:path>
            </a:pathLst>
          </a:custGeom>
          <a:noFill xmlns:a="http://schemas.openxmlformats.org/drawingml/2006/main"/>
          <a:ln xmlns:a="http://schemas.openxmlformats.org/drawingml/2006/main" w="10478">
            <a:solidFill>
              <a:srgbClr val="B8753F"/>
            </a:solidFill>
            <a:prstDash val="solid"/>
          </a:ln>
        </p:spPr>
      </p:sp>
      <p:sp>
        <p:nvSpPr>
          <p:cNvPr id="229" name="dp41-comparison / n204 / arrow">
            <a:extLst xmlns:a="http://schemas.openxmlformats.org/drawingml/2006/main">
              <a:ext uri="{FF2B5EF4-FFF2-40B4-BE49-F238E27FC236}">
                <a16:creationId xmlns:a16="http://schemas.microsoft.com/office/drawing/2014/main" id="{F85A848F-863E-43CA-923D-343EFB72F541}"/>
              </a:ext>
            </a:extLst>
          </p:cNvPr>
          <p:cNvSpPr>
            <a:spLocks xmlns:a="http://schemas.openxmlformats.org/drawingml/2006/main" noGrp="1"/>
          </p:cNvSpPr>
          <p:nvPr/>
        </p:nvSpPr>
        <p:spPr>
          <a:xfrm xmlns:a="http://schemas.openxmlformats.org/drawingml/2006/main">
            <a:off x="13706285" y="5952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30" name="dp41-comparison / n207 / path">
            <a:extLst xmlns:a="http://schemas.openxmlformats.org/drawingml/2006/main">
              <a:ext uri="{FF2B5EF4-FFF2-40B4-BE49-F238E27FC236}">
                <a16:creationId xmlns:a16="http://schemas.microsoft.com/office/drawing/2014/main" id="{3A535FB7-A10C-4597-9A69-D4FED3E93F14}"/>
              </a:ext>
            </a:extLst>
          </p:cNvPr>
          <p:cNvSpPr>
            <a:spLocks xmlns:a="http://schemas.openxmlformats.org/drawingml/2006/main" noGrp="1"/>
          </p:cNvSpPr>
          <p:nvPr/>
        </p:nvSpPr>
        <p:spPr>
          <a:xfrm xmlns:a="http://schemas.openxmlformats.org/drawingml/2006/main">
            <a:off x="12287250" y="3857625"/>
            <a:ext cx="5219700" cy="590550"/>
          </a:xfrm>
          <a:custGeom xmlns:a="http://schemas.openxmlformats.org/drawingml/2006/main">
            <a:pathLst>
              <a:path w="5219700" h="590550">
                <a:moveTo>
                  <a:pt x="4857750" y="590550"/>
                </a:moveTo>
                <a:lnTo>
                  <a:pt x="5219700" y="590550"/>
                </a:lnTo>
                <a:lnTo>
                  <a:pt x="5219700" y="0"/>
                </a:lnTo>
                <a:lnTo>
                  <a:pt x="190500" y="0"/>
                </a:lnTo>
                <a:lnTo>
                  <a:pt x="190500" y="447675"/>
                </a:lnTo>
                <a:lnTo>
                  <a:pt x="0" y="447675"/>
                </a:lnTo>
              </a:path>
            </a:pathLst>
          </a:custGeom>
          <a:noFill xmlns:a="http://schemas.openxmlformats.org/drawingml/2006/main"/>
          <a:ln xmlns:a="http://schemas.openxmlformats.org/drawingml/2006/main" w="10478">
            <a:solidFill>
              <a:srgbClr val="000000"/>
            </a:solidFill>
            <a:prstDash val="solid"/>
          </a:ln>
        </p:spPr>
      </p:sp>
      <p:sp>
        <p:nvSpPr>
          <p:cNvPr id="231" name="dp41-comparison / n207 / arrow">
            <a:extLst xmlns:a="http://schemas.openxmlformats.org/drawingml/2006/main">
              <a:ext uri="{FF2B5EF4-FFF2-40B4-BE49-F238E27FC236}">
                <a16:creationId xmlns:a16="http://schemas.microsoft.com/office/drawing/2014/main" id="{D5A7BF88-CCDB-4F96-ADBB-9733C59B021A}"/>
              </a:ext>
            </a:extLst>
          </p:cNvPr>
          <p:cNvSpPr>
            <a:spLocks xmlns:a="http://schemas.openxmlformats.org/drawingml/2006/main" noGrp="1"/>
          </p:cNvSpPr>
          <p:nvPr/>
        </p:nvSpPr>
        <p:spPr>
          <a:xfrm xmlns:a="http://schemas.openxmlformats.org/drawingml/2006/main">
            <a:off x="12287250" y="42717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32" name="dp41-comparison / n216 / path">
            <a:extLst xmlns:a="http://schemas.openxmlformats.org/drawingml/2006/main">
              <a:ext uri="{FF2B5EF4-FFF2-40B4-BE49-F238E27FC236}">
                <a16:creationId xmlns:a16="http://schemas.microsoft.com/office/drawing/2014/main" id="{661BCBD3-8906-4150-A945-DBE01D6135B6}"/>
              </a:ext>
            </a:extLst>
          </p:cNvPr>
          <p:cNvSpPr>
            <a:spLocks xmlns:a="http://schemas.openxmlformats.org/drawingml/2006/main" noGrp="1"/>
          </p:cNvSpPr>
          <p:nvPr/>
        </p:nvSpPr>
        <p:spPr>
          <a:xfrm xmlns:a="http://schemas.openxmlformats.org/drawingml/2006/main">
            <a:off x="12168188" y="2743200"/>
            <a:ext cx="5472113" cy="1276350"/>
          </a:xfrm>
          <a:custGeom xmlns:a="http://schemas.openxmlformats.org/drawingml/2006/main">
            <a:pathLst>
              <a:path w="5472113" h="1276350">
                <a:moveTo>
                  <a:pt x="3357563" y="0"/>
                </a:moveTo>
                <a:lnTo>
                  <a:pt x="3357563" y="76200"/>
                </a:lnTo>
                <a:lnTo>
                  <a:pt x="5472113" y="76200"/>
                </a:lnTo>
                <a:lnTo>
                  <a:pt x="5472113" y="828675"/>
                </a:lnTo>
                <a:lnTo>
                  <a:pt x="452438" y="828675"/>
                </a:lnTo>
                <a:lnTo>
                  <a:pt x="452438" y="1200150"/>
                </a:lnTo>
                <a:lnTo>
                  <a:pt x="0" y="1200150"/>
                </a:lnTo>
                <a:lnTo>
                  <a:pt x="0" y="1276350"/>
                </a:lnTo>
              </a:path>
            </a:pathLst>
          </a:custGeom>
          <a:noFill xmlns:a="http://schemas.openxmlformats.org/drawingml/2006/main"/>
          <a:ln xmlns:a="http://schemas.openxmlformats.org/drawingml/2006/main" w="10478">
            <a:solidFill>
              <a:srgbClr val="000000"/>
            </a:solidFill>
            <a:prstDash val="solid"/>
          </a:ln>
        </p:spPr>
      </p:sp>
      <p:sp>
        <p:nvSpPr>
          <p:cNvPr id="233" name="dp41-comparison / n216 / arrow">
            <a:extLst xmlns:a="http://schemas.openxmlformats.org/drawingml/2006/main">
              <a:ext uri="{FF2B5EF4-FFF2-40B4-BE49-F238E27FC236}">
                <a16:creationId xmlns:a16="http://schemas.microsoft.com/office/drawing/2014/main" id="{26FE966C-956F-44EC-94C9-6F1732FD98E9}"/>
              </a:ext>
            </a:extLst>
          </p:cNvPr>
          <p:cNvSpPr>
            <a:spLocks xmlns:a="http://schemas.openxmlformats.org/drawingml/2006/main" noGrp="1"/>
          </p:cNvSpPr>
          <p:nvPr/>
        </p:nvSpPr>
        <p:spPr>
          <a:xfrm xmlns:a="http://schemas.openxmlformats.org/drawingml/2006/main">
            <a:off x="1213466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34" name="dp41-comparison / n217">
            <a:extLst xmlns:a="http://schemas.openxmlformats.org/drawingml/2006/main">
              <a:ext uri="{FF2B5EF4-FFF2-40B4-BE49-F238E27FC236}">
                <a16:creationId xmlns:a16="http://schemas.microsoft.com/office/drawing/2014/main" id="{3D9DCF0C-5246-4934-8FBA-504F68AECF1C}"/>
              </a:ext>
            </a:extLst>
          </p:cNvPr>
          <p:cNvSpPr>
            <a:spLocks xmlns:a="http://schemas.openxmlformats.org/drawingml/2006/main" noGrp="1"/>
          </p:cNvSpPr>
          <p:nvPr/>
        </p:nvSpPr>
        <p:spPr>
          <a:xfrm xmlns:a="http://schemas.openxmlformats.org/drawingml/2006/main">
            <a:off x="12649200"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5" name="dp41-comparison / n218 / text 1">
            <a:extLst xmlns:a="http://schemas.openxmlformats.org/drawingml/2006/main">
              <a:ext uri="{FF2B5EF4-FFF2-40B4-BE49-F238E27FC236}">
                <a16:creationId xmlns:a16="http://schemas.microsoft.com/office/drawing/2014/main" id="{DA4A5A53-02EA-4436-9BC4-1EFA7AE2C86A}"/>
              </a:ext>
            </a:extLst>
          </p:cNvPr>
          <p:cNvSpPr>
            <a:spLocks xmlns:a="http://schemas.openxmlformats.org/drawingml/2006/main" noGrp="1"/>
          </p:cNvSpPr>
          <p:nvPr/>
        </p:nvSpPr>
        <p:spPr>
          <a:xfrm xmlns:a="http://schemas.openxmlformats.org/drawingml/2006/main">
            <a:off x="12734925"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Context Manager</a:t>
            </a:r>
          </a:p>
        </p:txBody>
      </p:sp>
      <p:sp>
        <p:nvSpPr>
          <p:cNvPr id="236" name="dp41-comparison / n219 / path">
            <a:extLst xmlns:a="http://schemas.openxmlformats.org/drawingml/2006/main">
              <a:ext uri="{FF2B5EF4-FFF2-40B4-BE49-F238E27FC236}">
                <a16:creationId xmlns:a16="http://schemas.microsoft.com/office/drawing/2014/main" id="{62B72B2E-4563-4CF5-8CC6-8D7B0E7EA04E}"/>
              </a:ext>
            </a:extLst>
          </p:cNvPr>
          <p:cNvSpPr>
            <a:spLocks xmlns:a="http://schemas.openxmlformats.org/drawingml/2006/main" noGrp="1"/>
          </p:cNvSpPr>
          <p:nvPr/>
        </p:nvSpPr>
        <p:spPr>
          <a:xfrm xmlns:a="http://schemas.openxmlformats.org/drawingml/2006/main">
            <a:off x="13744575" y="6105525"/>
            <a:ext cx="4010025" cy="542925"/>
          </a:xfrm>
          <a:custGeom xmlns:a="http://schemas.openxmlformats.org/drawingml/2006/main">
            <a:pathLst>
              <a:path w="4010025" h="542925">
                <a:moveTo>
                  <a:pt x="3400425" y="0"/>
                </a:moveTo>
                <a:lnTo>
                  <a:pt x="4010025" y="0"/>
                </a:lnTo>
                <a:lnTo>
                  <a:pt x="4010025" y="438150"/>
                </a:lnTo>
                <a:lnTo>
                  <a:pt x="0" y="438150"/>
                </a:lnTo>
                <a:lnTo>
                  <a:pt x="0" y="542925"/>
                </a:lnTo>
              </a:path>
            </a:pathLst>
          </a:custGeom>
          <a:noFill xmlns:a="http://schemas.openxmlformats.org/drawingml/2006/main"/>
          <a:ln xmlns:a="http://schemas.openxmlformats.org/drawingml/2006/main" w="10478">
            <a:solidFill>
              <a:srgbClr val="000000"/>
            </a:solidFill>
            <a:prstDash val="solid"/>
          </a:ln>
        </p:spPr>
      </p:sp>
      <p:sp>
        <p:nvSpPr>
          <p:cNvPr id="237" name="dp41-comparison / n219 / arrow">
            <a:extLst xmlns:a="http://schemas.openxmlformats.org/drawingml/2006/main">
              <a:ext uri="{FF2B5EF4-FFF2-40B4-BE49-F238E27FC236}">
                <a16:creationId xmlns:a16="http://schemas.microsoft.com/office/drawing/2014/main" id="{99A11440-F007-4084-8977-222BF897727B}"/>
              </a:ext>
            </a:extLst>
          </p:cNvPr>
          <p:cNvSpPr>
            <a:spLocks xmlns:a="http://schemas.openxmlformats.org/drawingml/2006/main" noGrp="1"/>
          </p:cNvSpPr>
          <p:nvPr/>
        </p:nvSpPr>
        <p:spPr>
          <a:xfrm xmlns:a="http://schemas.openxmlformats.org/drawingml/2006/main">
            <a:off x="13711047"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38" name="dp41-comparison / n220 / path">
            <a:extLst xmlns:a="http://schemas.openxmlformats.org/drawingml/2006/main">
              <a:ext uri="{FF2B5EF4-FFF2-40B4-BE49-F238E27FC236}">
                <a16:creationId xmlns:a16="http://schemas.microsoft.com/office/drawing/2014/main" id="{29AC7DAD-0790-4709-A7DE-74B394B1AC84}"/>
              </a:ext>
            </a:extLst>
          </p:cNvPr>
          <p:cNvSpPr>
            <a:spLocks xmlns:a="http://schemas.openxmlformats.org/drawingml/2006/main" noGrp="1"/>
          </p:cNvSpPr>
          <p:nvPr/>
        </p:nvSpPr>
        <p:spPr>
          <a:xfrm xmlns:a="http://schemas.openxmlformats.org/drawingml/2006/main">
            <a:off x="13830300" y="6248400"/>
            <a:ext cx="3848100" cy="400050"/>
          </a:xfrm>
          <a:custGeom xmlns:a="http://schemas.openxmlformats.org/drawingml/2006/main">
            <a:pathLst>
              <a:path w="3848100" h="400050">
                <a:moveTo>
                  <a:pt x="0" y="400050"/>
                </a:moveTo>
                <a:lnTo>
                  <a:pt x="0" y="342900"/>
                </a:lnTo>
                <a:lnTo>
                  <a:pt x="3848100" y="342900"/>
                </a:lnTo>
                <a:lnTo>
                  <a:pt x="3848100" y="0"/>
                </a:lnTo>
                <a:lnTo>
                  <a:pt x="3314700" y="0"/>
                </a:lnTo>
              </a:path>
            </a:pathLst>
          </a:custGeom>
          <a:noFill xmlns:a="http://schemas.openxmlformats.org/drawingml/2006/main"/>
          <a:ln xmlns:a="http://schemas.openxmlformats.org/drawingml/2006/main" w="10478">
            <a:solidFill>
              <a:srgbClr val="000000"/>
            </a:solidFill>
            <a:prstDash val="dash"/>
          </a:ln>
        </p:spPr>
      </p:sp>
      <p:sp>
        <p:nvSpPr>
          <p:cNvPr id="239" name="dp41-comparison / n220 / arrow">
            <a:extLst xmlns:a="http://schemas.openxmlformats.org/drawingml/2006/main">
              <a:ext uri="{FF2B5EF4-FFF2-40B4-BE49-F238E27FC236}">
                <a16:creationId xmlns:a16="http://schemas.microsoft.com/office/drawing/2014/main" id="{FCA9F086-D60D-4DF8-9EF0-74E4E6279F76}"/>
              </a:ext>
            </a:extLst>
          </p:cNvPr>
          <p:cNvSpPr>
            <a:spLocks xmlns:a="http://schemas.openxmlformats.org/drawingml/2006/main" noGrp="1"/>
          </p:cNvSpPr>
          <p:nvPr/>
        </p:nvSpPr>
        <p:spPr>
          <a:xfrm xmlns:a="http://schemas.openxmlformats.org/drawingml/2006/main">
            <a:off x="17145000" y="62148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0" name="dp41-comparison / n221">
            <a:extLst xmlns:a="http://schemas.openxmlformats.org/drawingml/2006/main">
              <a:ext uri="{FF2B5EF4-FFF2-40B4-BE49-F238E27FC236}">
                <a16:creationId xmlns:a16="http://schemas.microsoft.com/office/drawing/2014/main" id="{4C48A42D-8663-4984-8366-AEB72B5BEBB0}"/>
              </a:ext>
            </a:extLst>
          </p:cNvPr>
          <p:cNvSpPr>
            <a:spLocks xmlns:a="http://schemas.openxmlformats.org/drawingml/2006/main" noGrp="1"/>
          </p:cNvSpPr>
          <p:nvPr/>
        </p:nvSpPr>
        <p:spPr>
          <a:xfrm xmlns:a="http://schemas.openxmlformats.org/drawingml/2006/main">
            <a:off x="15382875"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1" name="dp41-comparison / n222 / text 1">
            <a:extLst xmlns:a="http://schemas.openxmlformats.org/drawingml/2006/main">
              <a:ext uri="{FF2B5EF4-FFF2-40B4-BE49-F238E27FC236}">
                <a16:creationId xmlns:a16="http://schemas.microsoft.com/office/drawing/2014/main" id="{DB67D77D-083C-49B6-B47F-A5CEAFC4FFFA}"/>
              </a:ext>
            </a:extLst>
          </p:cNvPr>
          <p:cNvSpPr>
            <a:spLocks xmlns:a="http://schemas.openxmlformats.org/drawingml/2006/main" noGrp="1"/>
          </p:cNvSpPr>
          <p:nvPr/>
        </p:nvSpPr>
        <p:spPr>
          <a:xfrm xmlns:a="http://schemas.openxmlformats.org/drawingml/2006/main">
            <a:off x="15468600"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Task Manager</a:t>
            </a:r>
          </a:p>
        </p:txBody>
      </p:sp>
      <p:sp>
        <p:nvSpPr>
          <p:cNvPr id="242" name="dp41-comparison / n223 / path">
            <a:extLst xmlns:a="http://schemas.openxmlformats.org/drawingml/2006/main">
              <a:ext uri="{FF2B5EF4-FFF2-40B4-BE49-F238E27FC236}">
                <a16:creationId xmlns:a16="http://schemas.microsoft.com/office/drawing/2014/main" id="{A187C130-70CD-4EC7-A802-CF132FA09A6C}"/>
              </a:ext>
            </a:extLst>
          </p:cNvPr>
          <p:cNvSpPr>
            <a:spLocks xmlns:a="http://schemas.openxmlformats.org/drawingml/2006/main" noGrp="1"/>
          </p:cNvSpPr>
          <p:nvPr/>
        </p:nvSpPr>
        <p:spPr>
          <a:xfrm xmlns:a="http://schemas.openxmlformats.org/drawingml/2006/main">
            <a:off x="16478250" y="6105525"/>
            <a:ext cx="1276350" cy="542925"/>
          </a:xfrm>
          <a:custGeom xmlns:a="http://schemas.openxmlformats.org/drawingml/2006/main">
            <a:pathLst>
              <a:path w="1276350" h="542925">
                <a:moveTo>
                  <a:pt x="666750" y="0"/>
                </a:moveTo>
                <a:lnTo>
                  <a:pt x="1276350" y="0"/>
                </a:lnTo>
                <a:lnTo>
                  <a:pt x="1276350" y="438150"/>
                </a:lnTo>
                <a:lnTo>
                  <a:pt x="0" y="438150"/>
                </a:lnTo>
                <a:lnTo>
                  <a:pt x="0" y="542925"/>
                </a:lnTo>
              </a:path>
            </a:pathLst>
          </a:custGeom>
          <a:noFill xmlns:a="http://schemas.openxmlformats.org/drawingml/2006/main"/>
          <a:ln xmlns:a="http://schemas.openxmlformats.org/drawingml/2006/main" w="10478">
            <a:solidFill>
              <a:srgbClr val="000000"/>
            </a:solidFill>
            <a:prstDash val="solid"/>
          </a:ln>
        </p:spPr>
      </p:sp>
      <p:sp>
        <p:nvSpPr>
          <p:cNvPr id="243" name="dp41-comparison / n223 / arrow">
            <a:extLst xmlns:a="http://schemas.openxmlformats.org/drawingml/2006/main">
              <a:ext uri="{FF2B5EF4-FFF2-40B4-BE49-F238E27FC236}">
                <a16:creationId xmlns:a16="http://schemas.microsoft.com/office/drawing/2014/main" id="{4CB4E792-5968-4512-AE29-F6D4B6891710}"/>
              </a:ext>
            </a:extLst>
          </p:cNvPr>
          <p:cNvSpPr>
            <a:spLocks xmlns:a="http://schemas.openxmlformats.org/drawingml/2006/main" noGrp="1"/>
          </p:cNvSpPr>
          <p:nvPr/>
        </p:nvSpPr>
        <p:spPr>
          <a:xfrm xmlns:a="http://schemas.openxmlformats.org/drawingml/2006/main">
            <a:off x="16444722"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44" name="dp41-comparison / n224 / path">
            <a:extLst xmlns:a="http://schemas.openxmlformats.org/drawingml/2006/main">
              <a:ext uri="{FF2B5EF4-FFF2-40B4-BE49-F238E27FC236}">
                <a16:creationId xmlns:a16="http://schemas.microsoft.com/office/drawing/2014/main" id="{B6730A7E-14AA-4EAD-932E-B24A2F36E5E7}"/>
              </a:ext>
            </a:extLst>
          </p:cNvPr>
          <p:cNvSpPr>
            <a:spLocks xmlns:a="http://schemas.openxmlformats.org/drawingml/2006/main" noGrp="1"/>
          </p:cNvSpPr>
          <p:nvPr/>
        </p:nvSpPr>
        <p:spPr>
          <a:xfrm xmlns:a="http://schemas.openxmlformats.org/drawingml/2006/main">
            <a:off x="16563975" y="6248400"/>
            <a:ext cx="1114425" cy="400050"/>
          </a:xfrm>
          <a:custGeom xmlns:a="http://schemas.openxmlformats.org/drawingml/2006/main">
            <a:pathLst>
              <a:path w="1114425" h="400050">
                <a:moveTo>
                  <a:pt x="0" y="400050"/>
                </a:moveTo>
                <a:lnTo>
                  <a:pt x="0" y="342900"/>
                </a:lnTo>
                <a:lnTo>
                  <a:pt x="1114425" y="342900"/>
                </a:lnTo>
                <a:lnTo>
                  <a:pt x="1114425" y="0"/>
                </a:lnTo>
                <a:lnTo>
                  <a:pt x="581025" y="0"/>
                </a:lnTo>
              </a:path>
            </a:pathLst>
          </a:custGeom>
          <a:noFill xmlns:a="http://schemas.openxmlformats.org/drawingml/2006/main"/>
          <a:ln xmlns:a="http://schemas.openxmlformats.org/drawingml/2006/main" w="10478">
            <a:solidFill>
              <a:srgbClr val="000000"/>
            </a:solidFill>
            <a:prstDash val="dash"/>
          </a:ln>
        </p:spPr>
      </p:sp>
      <p:sp>
        <p:nvSpPr>
          <p:cNvPr id="245" name="dp41-comparison / n224 / arrow">
            <a:extLst xmlns:a="http://schemas.openxmlformats.org/drawingml/2006/main">
              <a:ext uri="{FF2B5EF4-FFF2-40B4-BE49-F238E27FC236}">
                <a16:creationId xmlns:a16="http://schemas.microsoft.com/office/drawing/2014/main" id="{A3CFD3A8-818F-4C8D-81C0-9F0917DE86B2}"/>
              </a:ext>
            </a:extLst>
          </p:cNvPr>
          <p:cNvSpPr>
            <a:spLocks xmlns:a="http://schemas.openxmlformats.org/drawingml/2006/main" noGrp="1"/>
          </p:cNvSpPr>
          <p:nvPr/>
        </p:nvSpPr>
        <p:spPr>
          <a:xfrm xmlns:a="http://schemas.openxmlformats.org/drawingml/2006/main">
            <a:off x="17145000" y="62148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6" name="dp41-comparison / n227 / path">
            <a:extLst xmlns:a="http://schemas.openxmlformats.org/drawingml/2006/main">
              <a:ext uri="{FF2B5EF4-FFF2-40B4-BE49-F238E27FC236}">
                <a16:creationId xmlns:a16="http://schemas.microsoft.com/office/drawing/2014/main" id="{2D9FE99B-A878-4894-8D83-FF7C4D508294}"/>
              </a:ext>
            </a:extLst>
          </p:cNvPr>
          <p:cNvSpPr>
            <a:spLocks xmlns:a="http://schemas.openxmlformats.org/drawingml/2006/main" noGrp="1"/>
          </p:cNvSpPr>
          <p:nvPr/>
        </p:nvSpPr>
        <p:spPr>
          <a:xfrm xmlns:a="http://schemas.openxmlformats.org/drawingml/2006/main">
            <a:off x="9763125" y="7067550"/>
            <a:ext cx="7953375" cy="953"/>
          </a:xfrm>
          <a:custGeom xmlns:a="http://schemas.openxmlformats.org/drawingml/2006/main">
            <a:pathLst>
              <a:path w="7953375" h="953">
                <a:moveTo>
                  <a:pt x="0" y="0"/>
                </a:moveTo>
                <a:lnTo>
                  <a:pt x="7953375" y="0"/>
                </a:lnTo>
              </a:path>
            </a:pathLst>
          </a:custGeom>
          <a:noFill xmlns:a="http://schemas.openxmlformats.org/drawingml/2006/main"/>
          <a:ln xmlns:a="http://schemas.openxmlformats.org/drawingml/2006/main" w="10478">
            <a:solidFill>
              <a:srgbClr val="000000"/>
            </a:solidFill>
            <a:prstDash val="solid"/>
          </a:ln>
        </p:spPr>
      </p:sp>
      <p:sp>
        <p:nvSpPr>
          <p:cNvPr id="247" name="dp41-comparison / n230">
            <a:extLst xmlns:a="http://schemas.openxmlformats.org/drawingml/2006/main">
              <a:ext uri="{FF2B5EF4-FFF2-40B4-BE49-F238E27FC236}">
                <a16:creationId xmlns:a16="http://schemas.microsoft.com/office/drawing/2014/main" id="{3367DBC4-3CCC-42AE-B4DF-7946AC92940A}"/>
              </a:ext>
            </a:extLst>
          </p:cNvPr>
          <p:cNvSpPr>
            <a:spLocks xmlns:a="http://schemas.openxmlformats.org/drawingml/2006/main" noGrp="1"/>
          </p:cNvSpPr>
          <p:nvPr/>
        </p:nvSpPr>
        <p:spPr>
          <a:xfrm xmlns:a="http://schemas.openxmlformats.org/drawingml/2006/main">
            <a:off x="9858375" y="7362825"/>
            <a:ext cx="16192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8" name="dp41-comparison / n231 / text 1">
            <a:extLst xmlns:a="http://schemas.openxmlformats.org/drawingml/2006/main">
              <a:ext uri="{FF2B5EF4-FFF2-40B4-BE49-F238E27FC236}">
                <a16:creationId xmlns:a16="http://schemas.microsoft.com/office/drawing/2014/main" id="{827C0F7E-6D43-4984-A52A-3F942A8DA582}"/>
              </a:ext>
            </a:extLst>
          </p:cNvPr>
          <p:cNvSpPr>
            <a:spLocks xmlns:a="http://schemas.openxmlformats.org/drawingml/2006/main" noGrp="1"/>
          </p:cNvSpPr>
          <p:nvPr/>
        </p:nvSpPr>
        <p:spPr>
          <a:xfrm xmlns:a="http://schemas.openxmlformats.org/drawingml/2006/main">
            <a:off x="9944100" y="7403306"/>
            <a:ext cx="14478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RequestFrame</a:t>
            </a:r>
          </a:p>
        </p:txBody>
      </p:sp>
      <p:sp>
        <p:nvSpPr>
          <p:cNvPr id="249" name="dp41-comparison / n232">
            <a:extLst xmlns:a="http://schemas.openxmlformats.org/drawingml/2006/main">
              <a:ext uri="{FF2B5EF4-FFF2-40B4-BE49-F238E27FC236}">
                <a16:creationId xmlns:a16="http://schemas.microsoft.com/office/drawing/2014/main" id="{13F82E66-5501-42BF-9C31-8F521E824A9D}"/>
              </a:ext>
            </a:extLst>
          </p:cNvPr>
          <p:cNvSpPr>
            <a:spLocks xmlns:a="http://schemas.openxmlformats.org/drawingml/2006/main" noGrp="1"/>
          </p:cNvSpPr>
          <p:nvPr/>
        </p:nvSpPr>
        <p:spPr>
          <a:xfrm xmlns:a="http://schemas.openxmlformats.org/drawingml/2006/main">
            <a:off x="11906250" y="7362825"/>
            <a:ext cx="1476375"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0" name="dp41-comparison / n233 / text 1">
            <a:extLst xmlns:a="http://schemas.openxmlformats.org/drawingml/2006/main">
              <a:ext uri="{FF2B5EF4-FFF2-40B4-BE49-F238E27FC236}">
                <a16:creationId xmlns:a16="http://schemas.microsoft.com/office/drawing/2014/main" id="{F6636BE9-FDF3-4966-9635-67491C7EABB1}"/>
              </a:ext>
            </a:extLst>
          </p:cNvPr>
          <p:cNvSpPr>
            <a:spLocks xmlns:a="http://schemas.openxmlformats.org/drawingml/2006/main" noGrp="1"/>
          </p:cNvSpPr>
          <p:nvPr/>
        </p:nvSpPr>
        <p:spPr>
          <a:xfrm xmlns:a="http://schemas.openxmlformats.org/drawingml/2006/main">
            <a:off x="11991975" y="7403306"/>
            <a:ext cx="1304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코드: 항목 검사</a:t>
            </a:r>
          </a:p>
        </p:txBody>
      </p:sp>
      <p:sp>
        <p:nvSpPr>
          <p:cNvPr id="251" name="dp41-comparison / n234">
            <a:extLst xmlns:a="http://schemas.openxmlformats.org/drawingml/2006/main">
              <a:ext uri="{FF2B5EF4-FFF2-40B4-BE49-F238E27FC236}">
                <a16:creationId xmlns:a16="http://schemas.microsoft.com/office/drawing/2014/main" id="{544AD173-E075-4654-85DF-64198445135F}"/>
              </a:ext>
            </a:extLst>
          </p:cNvPr>
          <p:cNvSpPr>
            <a:spLocks xmlns:a="http://schemas.openxmlformats.org/drawingml/2006/main" noGrp="1"/>
          </p:cNvSpPr>
          <p:nvPr/>
        </p:nvSpPr>
        <p:spPr>
          <a:xfrm xmlns:a="http://schemas.openxmlformats.org/drawingml/2006/main">
            <a:off x="13811250" y="7296150"/>
            <a:ext cx="1333500" cy="4000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252" name="dp41-comparison / n235 / text 1">
            <a:extLst xmlns:a="http://schemas.openxmlformats.org/drawingml/2006/main">
              <a:ext uri="{FF2B5EF4-FFF2-40B4-BE49-F238E27FC236}">
                <a16:creationId xmlns:a16="http://schemas.microsoft.com/office/drawing/2014/main" id="{10FB74D3-FC81-42BC-921B-652CEE71F284}"/>
              </a:ext>
            </a:extLst>
          </p:cNvPr>
          <p:cNvSpPr>
            <a:spLocks xmlns:a="http://schemas.openxmlformats.org/drawingml/2006/main" noGrp="1"/>
          </p:cNvSpPr>
          <p:nvPr/>
        </p:nvSpPr>
        <p:spPr>
          <a:xfrm xmlns:a="http://schemas.openxmlformats.org/drawingml/2006/main">
            <a:off x="13896975" y="7403306"/>
            <a:ext cx="1162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다음 처리?</a:t>
            </a:r>
          </a:p>
        </p:txBody>
      </p:sp>
      <p:sp>
        <p:nvSpPr>
          <p:cNvPr id="253" name="dp41-comparison / n236">
            <a:extLst xmlns:a="http://schemas.openxmlformats.org/drawingml/2006/main">
              <a:ext uri="{FF2B5EF4-FFF2-40B4-BE49-F238E27FC236}">
                <a16:creationId xmlns:a16="http://schemas.microsoft.com/office/drawing/2014/main" id="{EFBEE240-4E36-49F0-B498-8A6B1082E9CF}"/>
              </a:ext>
            </a:extLst>
          </p:cNvPr>
          <p:cNvSpPr>
            <a:spLocks xmlns:a="http://schemas.openxmlformats.org/drawingml/2006/main" noGrp="1"/>
          </p:cNvSpPr>
          <p:nvPr/>
        </p:nvSpPr>
        <p:spPr>
          <a:xfrm xmlns:a="http://schemas.openxmlformats.org/drawingml/2006/main">
            <a:off x="15811500" y="7362825"/>
            <a:ext cx="1714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4" name="dp41-comparison / n237 / text 1">
            <a:extLst xmlns:a="http://schemas.openxmlformats.org/drawingml/2006/main">
              <a:ext uri="{FF2B5EF4-FFF2-40B4-BE49-F238E27FC236}">
                <a16:creationId xmlns:a16="http://schemas.microsoft.com/office/drawing/2014/main" id="{E9980A0D-DDF9-46EC-A531-1D9AA382F9DE}"/>
              </a:ext>
            </a:extLst>
          </p:cNvPr>
          <p:cNvSpPr>
            <a:spLocks xmlns:a="http://schemas.openxmlformats.org/drawingml/2006/main" noGrp="1"/>
          </p:cNvSpPr>
          <p:nvPr/>
        </p:nvSpPr>
        <p:spPr>
          <a:xfrm xmlns:a="http://schemas.openxmlformats.org/drawingml/2006/main">
            <a:off x="15897225" y="7403306"/>
            <a:ext cx="1543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도구: 자료 조회</a:t>
            </a:r>
          </a:p>
        </p:txBody>
      </p:sp>
      <p:sp>
        <p:nvSpPr>
          <p:cNvPr id="255" name="dp41-comparison / n238">
            <a:extLst xmlns:a="http://schemas.openxmlformats.org/drawingml/2006/main">
              <a:ext uri="{FF2B5EF4-FFF2-40B4-BE49-F238E27FC236}">
                <a16:creationId xmlns:a16="http://schemas.microsoft.com/office/drawing/2014/main" id="{429DE821-FA46-444C-B853-5DE83F2DA83A}"/>
              </a:ext>
            </a:extLst>
          </p:cNvPr>
          <p:cNvSpPr>
            <a:spLocks xmlns:a="http://schemas.openxmlformats.org/drawingml/2006/main" noGrp="1"/>
          </p:cNvSpPr>
          <p:nvPr/>
        </p:nvSpPr>
        <p:spPr>
          <a:xfrm xmlns:a="http://schemas.openxmlformats.org/drawingml/2006/main">
            <a:off x="9953625" y="7953375"/>
            <a:ext cx="2095500"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6" name="dp41-comparison / n239 / text 1">
            <a:extLst xmlns:a="http://schemas.openxmlformats.org/drawingml/2006/main">
              <a:ext uri="{FF2B5EF4-FFF2-40B4-BE49-F238E27FC236}">
                <a16:creationId xmlns:a16="http://schemas.microsoft.com/office/drawing/2014/main" id="{AA0BD0E7-1F78-41E1-849A-F7CDC8E70813}"/>
              </a:ext>
            </a:extLst>
          </p:cNvPr>
          <p:cNvSpPr>
            <a:spLocks xmlns:a="http://schemas.openxmlformats.org/drawingml/2006/main" noGrp="1"/>
          </p:cNvSpPr>
          <p:nvPr/>
        </p:nvSpPr>
        <p:spPr>
          <a:xfrm xmlns:a="http://schemas.openxmlformats.org/drawingml/2006/main">
            <a:off x="10039350" y="7998619"/>
            <a:ext cx="1924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특정 항목 해석</a:t>
            </a:r>
          </a:p>
        </p:txBody>
      </p:sp>
      <p:sp>
        <p:nvSpPr>
          <p:cNvPr id="257" name="dp41-comparison / n240">
            <a:extLst xmlns:a="http://schemas.openxmlformats.org/drawingml/2006/main">
              <a:ext uri="{FF2B5EF4-FFF2-40B4-BE49-F238E27FC236}">
                <a16:creationId xmlns:a16="http://schemas.microsoft.com/office/drawing/2014/main" id="{6BEA25A5-F55E-4E76-AEC4-B66BF4AA733A}"/>
              </a:ext>
            </a:extLst>
          </p:cNvPr>
          <p:cNvSpPr>
            <a:spLocks xmlns:a="http://schemas.openxmlformats.org/drawingml/2006/main" noGrp="1"/>
          </p:cNvSpPr>
          <p:nvPr/>
        </p:nvSpPr>
        <p:spPr>
          <a:xfrm xmlns:a="http://schemas.openxmlformats.org/drawingml/2006/main">
            <a:off x="15621000" y="7953375"/>
            <a:ext cx="1905000"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8" name="dp41-comparison / n241 / text 1">
            <a:extLst xmlns:a="http://schemas.openxmlformats.org/drawingml/2006/main">
              <a:ext uri="{FF2B5EF4-FFF2-40B4-BE49-F238E27FC236}">
                <a16:creationId xmlns:a16="http://schemas.microsoft.com/office/drawing/2014/main" id="{33AE1346-2759-4ED0-8BDB-85FFB0B2939A}"/>
              </a:ext>
            </a:extLst>
          </p:cNvPr>
          <p:cNvSpPr>
            <a:spLocks xmlns:a="http://schemas.openxmlformats.org/drawingml/2006/main" noGrp="1"/>
          </p:cNvSpPr>
          <p:nvPr/>
        </p:nvSpPr>
        <p:spPr>
          <a:xfrm xmlns:a="http://schemas.openxmlformats.org/drawingml/2006/main">
            <a:off x="15706725" y="7998619"/>
            <a:ext cx="1733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코드: 의미 / 질문 제안</a:t>
            </a:r>
          </a:p>
        </p:txBody>
      </p:sp>
      <p:sp>
        <p:nvSpPr>
          <p:cNvPr id="259" name="dp41-comparison / n242 / path">
            <a:extLst xmlns:a="http://schemas.openxmlformats.org/drawingml/2006/main">
              <a:ext uri="{FF2B5EF4-FFF2-40B4-BE49-F238E27FC236}">
                <a16:creationId xmlns:a16="http://schemas.microsoft.com/office/drawing/2014/main" id="{BC57F9A0-77BE-42A8-8776-7F56B093DF3D}"/>
              </a:ext>
            </a:extLst>
          </p:cNvPr>
          <p:cNvSpPr>
            <a:spLocks xmlns:a="http://schemas.openxmlformats.org/drawingml/2006/main" noGrp="1"/>
          </p:cNvSpPr>
          <p:nvPr/>
        </p:nvSpPr>
        <p:spPr>
          <a:xfrm xmlns:a="http://schemas.openxmlformats.org/drawingml/2006/main">
            <a:off x="11477625" y="74961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260" name="dp41-comparison / n242 / arrow">
            <a:extLst xmlns:a="http://schemas.openxmlformats.org/drawingml/2006/main">
              <a:ext uri="{FF2B5EF4-FFF2-40B4-BE49-F238E27FC236}">
                <a16:creationId xmlns:a16="http://schemas.microsoft.com/office/drawing/2014/main" id="{C0B99890-C111-479A-9721-EFE3543E7DDE}"/>
              </a:ext>
            </a:extLst>
          </p:cNvPr>
          <p:cNvSpPr>
            <a:spLocks xmlns:a="http://schemas.openxmlformats.org/drawingml/2006/main" noGrp="1"/>
          </p:cNvSpPr>
          <p:nvPr/>
        </p:nvSpPr>
        <p:spPr>
          <a:xfrm xmlns:a="http://schemas.openxmlformats.org/drawingml/2006/main">
            <a:off x="1183919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1" name="dp41-comparison / n243 / path">
            <a:extLst xmlns:a="http://schemas.openxmlformats.org/drawingml/2006/main">
              <a:ext uri="{FF2B5EF4-FFF2-40B4-BE49-F238E27FC236}">
                <a16:creationId xmlns:a16="http://schemas.microsoft.com/office/drawing/2014/main" id="{AB59670D-174A-461A-A5C6-7577DF49384F}"/>
              </a:ext>
            </a:extLst>
          </p:cNvPr>
          <p:cNvSpPr>
            <a:spLocks xmlns:a="http://schemas.openxmlformats.org/drawingml/2006/main" noGrp="1"/>
          </p:cNvSpPr>
          <p:nvPr/>
        </p:nvSpPr>
        <p:spPr>
          <a:xfrm xmlns:a="http://schemas.openxmlformats.org/drawingml/2006/main">
            <a:off x="13382625" y="74961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262" name="dp41-comparison / n243 / arrow">
            <a:extLst xmlns:a="http://schemas.openxmlformats.org/drawingml/2006/main">
              <a:ext uri="{FF2B5EF4-FFF2-40B4-BE49-F238E27FC236}">
                <a16:creationId xmlns:a16="http://schemas.microsoft.com/office/drawing/2014/main" id="{1EAB2E92-4ADE-4263-A383-9C44200F4428}"/>
              </a:ext>
            </a:extLst>
          </p:cNvPr>
          <p:cNvSpPr>
            <a:spLocks xmlns:a="http://schemas.openxmlformats.org/drawingml/2006/main" noGrp="1"/>
          </p:cNvSpPr>
          <p:nvPr/>
        </p:nvSpPr>
        <p:spPr>
          <a:xfrm xmlns:a="http://schemas.openxmlformats.org/drawingml/2006/main">
            <a:off x="1374419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3" name="dp41-comparison / n244 / path">
            <a:extLst xmlns:a="http://schemas.openxmlformats.org/drawingml/2006/main">
              <a:ext uri="{FF2B5EF4-FFF2-40B4-BE49-F238E27FC236}">
                <a16:creationId xmlns:a16="http://schemas.microsoft.com/office/drawing/2014/main" id="{1A27E50F-B521-4374-A21D-9BCCB07430E1}"/>
              </a:ext>
            </a:extLst>
          </p:cNvPr>
          <p:cNvSpPr>
            <a:spLocks xmlns:a="http://schemas.openxmlformats.org/drawingml/2006/main" noGrp="1"/>
          </p:cNvSpPr>
          <p:nvPr/>
        </p:nvSpPr>
        <p:spPr>
          <a:xfrm xmlns:a="http://schemas.openxmlformats.org/drawingml/2006/main">
            <a:off x="15144750" y="7496175"/>
            <a:ext cx="666750" cy="953"/>
          </a:xfrm>
          <a:custGeom xmlns:a="http://schemas.openxmlformats.org/drawingml/2006/main">
            <a:pathLst>
              <a:path w="666750" h="953">
                <a:moveTo>
                  <a:pt x="0" y="0"/>
                </a:moveTo>
                <a:lnTo>
                  <a:pt x="666750" y="0"/>
                </a:lnTo>
              </a:path>
            </a:pathLst>
          </a:custGeom>
          <a:noFill xmlns:a="http://schemas.openxmlformats.org/drawingml/2006/main"/>
          <a:ln xmlns:a="http://schemas.openxmlformats.org/drawingml/2006/main" w="10478">
            <a:solidFill>
              <a:srgbClr val="000000"/>
            </a:solidFill>
            <a:prstDash val="solid"/>
          </a:ln>
        </p:spPr>
      </p:sp>
      <p:sp>
        <p:nvSpPr>
          <p:cNvPr id="264" name="dp41-comparison / n244 / arrow">
            <a:extLst xmlns:a="http://schemas.openxmlformats.org/drawingml/2006/main">
              <a:ext uri="{FF2B5EF4-FFF2-40B4-BE49-F238E27FC236}">
                <a16:creationId xmlns:a16="http://schemas.microsoft.com/office/drawing/2014/main" id="{7F8B2CE0-3A70-4B52-834B-005DAD316ECB}"/>
              </a:ext>
            </a:extLst>
          </p:cNvPr>
          <p:cNvSpPr>
            <a:spLocks xmlns:a="http://schemas.openxmlformats.org/drawingml/2006/main" noGrp="1"/>
          </p:cNvSpPr>
          <p:nvPr/>
        </p:nvSpPr>
        <p:spPr>
          <a:xfrm xmlns:a="http://schemas.openxmlformats.org/drawingml/2006/main">
            <a:off x="1574444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5" name="dp41-comparison / n247 / path">
            <a:extLst xmlns:a="http://schemas.openxmlformats.org/drawingml/2006/main">
              <a:ext uri="{FF2B5EF4-FFF2-40B4-BE49-F238E27FC236}">
                <a16:creationId xmlns:a16="http://schemas.microsoft.com/office/drawing/2014/main" id="{762ADE31-9636-43ED-A754-418345DDACF6}"/>
              </a:ext>
            </a:extLst>
          </p:cNvPr>
          <p:cNvSpPr>
            <a:spLocks xmlns:a="http://schemas.openxmlformats.org/drawingml/2006/main" noGrp="1"/>
          </p:cNvSpPr>
          <p:nvPr/>
        </p:nvSpPr>
        <p:spPr>
          <a:xfrm xmlns:a="http://schemas.openxmlformats.org/drawingml/2006/main">
            <a:off x="12644438" y="7629525"/>
            <a:ext cx="4024313" cy="152400"/>
          </a:xfrm>
          <a:custGeom xmlns:a="http://schemas.openxmlformats.org/drawingml/2006/main">
            <a:pathLst>
              <a:path w="4024313" h="152400">
                <a:moveTo>
                  <a:pt x="4024313" y="0"/>
                </a:moveTo>
                <a:lnTo>
                  <a:pt x="4024313" y="152400"/>
                </a:lnTo>
                <a:lnTo>
                  <a:pt x="0" y="152400"/>
                </a:lnTo>
                <a:lnTo>
                  <a:pt x="0" y="0"/>
                </a:lnTo>
              </a:path>
            </a:pathLst>
          </a:custGeom>
          <a:noFill xmlns:a="http://schemas.openxmlformats.org/drawingml/2006/main"/>
          <a:ln xmlns:a="http://schemas.openxmlformats.org/drawingml/2006/main" w="10478">
            <a:solidFill>
              <a:srgbClr val="000000"/>
            </a:solidFill>
            <a:prstDash val="solid"/>
          </a:ln>
        </p:spPr>
      </p:sp>
      <p:sp>
        <p:nvSpPr>
          <p:cNvPr id="266" name="dp41-comparison / n247 / arrow">
            <a:extLst xmlns:a="http://schemas.openxmlformats.org/drawingml/2006/main">
              <a:ext uri="{FF2B5EF4-FFF2-40B4-BE49-F238E27FC236}">
                <a16:creationId xmlns:a16="http://schemas.microsoft.com/office/drawing/2014/main" id="{71257CE4-EB72-4A77-B4A8-B3BC40D262D1}"/>
              </a:ext>
            </a:extLst>
          </p:cNvPr>
          <p:cNvSpPr>
            <a:spLocks xmlns:a="http://schemas.openxmlformats.org/drawingml/2006/main" noGrp="1"/>
          </p:cNvSpPr>
          <p:nvPr/>
        </p:nvSpPr>
        <p:spPr>
          <a:xfrm xmlns:a="http://schemas.openxmlformats.org/drawingml/2006/main">
            <a:off x="12610910" y="76295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67" name="dp41-comparison / n250 / path">
            <a:extLst xmlns:a="http://schemas.openxmlformats.org/drawingml/2006/main">
              <a:ext uri="{FF2B5EF4-FFF2-40B4-BE49-F238E27FC236}">
                <a16:creationId xmlns:a16="http://schemas.microsoft.com/office/drawing/2014/main" id="{10393DAA-E656-4FBD-90B1-E0EF2360FE4E}"/>
              </a:ext>
            </a:extLst>
          </p:cNvPr>
          <p:cNvSpPr>
            <a:spLocks xmlns:a="http://schemas.openxmlformats.org/drawingml/2006/main" noGrp="1"/>
          </p:cNvSpPr>
          <p:nvPr/>
        </p:nvSpPr>
        <p:spPr>
          <a:xfrm xmlns:a="http://schemas.openxmlformats.org/drawingml/2006/main">
            <a:off x="12049125" y="7696200"/>
            <a:ext cx="2428875" cy="395288"/>
          </a:xfrm>
          <a:custGeom xmlns:a="http://schemas.openxmlformats.org/drawingml/2006/main">
            <a:pathLst>
              <a:path w="2428875" h="395288">
                <a:moveTo>
                  <a:pt x="2428875" y="0"/>
                </a:moveTo>
                <a:lnTo>
                  <a:pt x="2428875" y="190500"/>
                </a:lnTo>
                <a:lnTo>
                  <a:pt x="142875" y="190500"/>
                </a:lnTo>
                <a:lnTo>
                  <a:pt x="142875" y="395288"/>
                </a:lnTo>
                <a:lnTo>
                  <a:pt x="0" y="395288"/>
                </a:lnTo>
              </a:path>
            </a:pathLst>
          </a:custGeom>
          <a:noFill xmlns:a="http://schemas.openxmlformats.org/drawingml/2006/main"/>
          <a:ln xmlns:a="http://schemas.openxmlformats.org/drawingml/2006/main" w="10478">
            <a:solidFill>
              <a:srgbClr val="000000"/>
            </a:solidFill>
            <a:prstDash val="solid"/>
          </a:ln>
        </p:spPr>
      </p:sp>
      <p:sp>
        <p:nvSpPr>
          <p:cNvPr id="268" name="dp41-comparison / n250 / arrow">
            <a:extLst xmlns:a="http://schemas.openxmlformats.org/drawingml/2006/main">
              <a:ext uri="{FF2B5EF4-FFF2-40B4-BE49-F238E27FC236}">
                <a16:creationId xmlns:a16="http://schemas.microsoft.com/office/drawing/2014/main" id="{A029CD37-677B-4B36-A000-6DBE8B0CE116}"/>
              </a:ext>
            </a:extLst>
          </p:cNvPr>
          <p:cNvSpPr>
            <a:spLocks xmlns:a="http://schemas.openxmlformats.org/drawingml/2006/main" noGrp="1"/>
          </p:cNvSpPr>
          <p:nvPr/>
        </p:nvSpPr>
        <p:spPr>
          <a:xfrm xmlns:a="http://schemas.openxmlformats.org/drawingml/2006/main">
            <a:off x="12049125" y="805796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69" name="dp41-comparison / n253 / path">
            <a:extLst xmlns:a="http://schemas.openxmlformats.org/drawingml/2006/main">
              <a:ext uri="{FF2B5EF4-FFF2-40B4-BE49-F238E27FC236}">
                <a16:creationId xmlns:a16="http://schemas.microsoft.com/office/drawing/2014/main" id="{CD8C94EA-5C8C-4917-857F-3665981408FB}"/>
              </a:ext>
            </a:extLst>
          </p:cNvPr>
          <p:cNvSpPr>
            <a:spLocks xmlns:a="http://schemas.openxmlformats.org/drawingml/2006/main" noGrp="1"/>
          </p:cNvSpPr>
          <p:nvPr/>
        </p:nvSpPr>
        <p:spPr>
          <a:xfrm xmlns:a="http://schemas.openxmlformats.org/drawingml/2006/main">
            <a:off x="11001375" y="7781925"/>
            <a:ext cx="1643063" cy="171450"/>
          </a:xfrm>
          <a:custGeom xmlns:a="http://schemas.openxmlformats.org/drawingml/2006/main">
            <a:pathLst>
              <a:path w="1643063" h="171450">
                <a:moveTo>
                  <a:pt x="0" y="171450"/>
                </a:moveTo>
                <a:lnTo>
                  <a:pt x="0" y="76200"/>
                </a:lnTo>
                <a:lnTo>
                  <a:pt x="1643063" y="76200"/>
                </a:lnTo>
                <a:lnTo>
                  <a:pt x="1643063" y="0"/>
                </a:lnTo>
              </a:path>
            </a:pathLst>
          </a:custGeom>
          <a:noFill xmlns:a="http://schemas.openxmlformats.org/drawingml/2006/main"/>
          <a:ln xmlns:a="http://schemas.openxmlformats.org/drawingml/2006/main" w="10478">
            <a:solidFill>
              <a:srgbClr val="000000"/>
            </a:solidFill>
            <a:prstDash val="solid"/>
          </a:ln>
        </p:spPr>
      </p:sp>
      <p:sp>
        <p:nvSpPr>
          <p:cNvPr id="270" name="dp41-comparison / n256 / path">
            <a:extLst xmlns:a="http://schemas.openxmlformats.org/drawingml/2006/main">
              <a:ext uri="{FF2B5EF4-FFF2-40B4-BE49-F238E27FC236}">
                <a16:creationId xmlns:a16="http://schemas.microsoft.com/office/drawing/2014/main" id="{F59F18D2-4B15-4E9C-A7AF-927ABFE55079}"/>
              </a:ext>
            </a:extLst>
          </p:cNvPr>
          <p:cNvSpPr>
            <a:spLocks xmlns:a="http://schemas.openxmlformats.org/drawingml/2006/main" noGrp="1"/>
          </p:cNvSpPr>
          <p:nvPr/>
        </p:nvSpPr>
        <p:spPr>
          <a:xfrm xmlns:a="http://schemas.openxmlformats.org/drawingml/2006/main">
            <a:off x="14478000" y="7696200"/>
            <a:ext cx="1143000" cy="395288"/>
          </a:xfrm>
          <a:custGeom xmlns:a="http://schemas.openxmlformats.org/drawingml/2006/main">
            <a:pathLst>
              <a:path w="1143000" h="395288">
                <a:moveTo>
                  <a:pt x="0" y="0"/>
                </a:moveTo>
                <a:lnTo>
                  <a:pt x="0" y="395288"/>
                </a:lnTo>
                <a:lnTo>
                  <a:pt x="1143000" y="395288"/>
                </a:lnTo>
              </a:path>
            </a:pathLst>
          </a:custGeom>
          <a:noFill xmlns:a="http://schemas.openxmlformats.org/drawingml/2006/main"/>
          <a:ln xmlns:a="http://schemas.openxmlformats.org/drawingml/2006/main" w="10478">
            <a:solidFill>
              <a:srgbClr val="000000"/>
            </a:solidFill>
            <a:prstDash val="solid"/>
          </a:ln>
        </p:spPr>
      </p:sp>
      <p:sp>
        <p:nvSpPr>
          <p:cNvPr id="271" name="dp41-comparison / n256 / arrow">
            <a:extLst xmlns:a="http://schemas.openxmlformats.org/drawingml/2006/main">
              <a:ext uri="{FF2B5EF4-FFF2-40B4-BE49-F238E27FC236}">
                <a16:creationId xmlns:a16="http://schemas.microsoft.com/office/drawing/2014/main" id="{8BC2422E-4D4E-4682-B257-D115CFC77388}"/>
              </a:ext>
            </a:extLst>
          </p:cNvPr>
          <p:cNvSpPr>
            <a:spLocks xmlns:a="http://schemas.openxmlformats.org/drawingml/2006/main" noGrp="1"/>
          </p:cNvSpPr>
          <p:nvPr/>
        </p:nvSpPr>
        <p:spPr>
          <a:xfrm xmlns:a="http://schemas.openxmlformats.org/drawingml/2006/main">
            <a:off x="15553944" y="805796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72" name="dp41-comparison / n152">
            <a:extLst xmlns:a="http://schemas.openxmlformats.org/drawingml/2006/main">
              <a:ext uri="{FF2B5EF4-FFF2-40B4-BE49-F238E27FC236}">
                <a16:creationId xmlns:a16="http://schemas.microsoft.com/office/drawing/2014/main" id="{82A9612D-6750-43E8-9D23-13B050A6DD97}"/>
              </a:ext>
            </a:extLst>
          </p:cNvPr>
          <p:cNvSpPr>
            <a:spLocks xmlns:a="http://schemas.openxmlformats.org/drawingml/2006/main" noGrp="1"/>
          </p:cNvSpPr>
          <p:nvPr/>
        </p:nvSpPr>
        <p:spPr>
          <a:xfrm xmlns:a="http://schemas.openxmlformats.org/drawingml/2006/main">
            <a:off x="9858375" y="2409825"/>
            <a:ext cx="1428750" cy="333375"/>
          </a:xfrm>
          <a:custGeom xmlns:a="http://schemas.openxmlformats.org/drawingml/2006/main">
            <a:pathLst>
              <a:path w="1428750" h="333375">
                <a:moveTo>
                  <a:pt x="0" y="0"/>
                </a:moveTo>
                <a:lnTo>
                  <a:pt x="1257300" y="0"/>
                </a:lnTo>
                <a:lnTo>
                  <a:pt x="1428750" y="171450"/>
                </a:lnTo>
                <a:lnTo>
                  <a:pt x="1428750" y="333375"/>
                </a:lnTo>
                <a:lnTo>
                  <a:pt x="0" y="333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3" name="dp41-comparison / n152 / fold">
            <a:extLst xmlns:a="http://schemas.openxmlformats.org/drawingml/2006/main">
              <a:ext uri="{FF2B5EF4-FFF2-40B4-BE49-F238E27FC236}">
                <a16:creationId xmlns:a16="http://schemas.microsoft.com/office/drawing/2014/main" id="{08BC54D0-E0BC-4E9C-92EC-7820C445B8FE}"/>
              </a:ext>
            </a:extLst>
          </p:cNvPr>
          <p:cNvSpPr>
            <a:spLocks xmlns:a="http://schemas.openxmlformats.org/drawingml/2006/main" noGrp="1"/>
          </p:cNvSpPr>
          <p:nvPr/>
        </p:nvSpPr>
        <p:spPr>
          <a:xfrm xmlns:a="http://schemas.openxmlformats.org/drawingml/2006/main">
            <a:off x="11115675"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4" name="dp41-comparison / n153 / text 1">
            <a:extLst xmlns:a="http://schemas.openxmlformats.org/drawingml/2006/main">
              <a:ext uri="{FF2B5EF4-FFF2-40B4-BE49-F238E27FC236}">
                <a16:creationId xmlns:a16="http://schemas.microsoft.com/office/drawing/2014/main" id="{74A8991F-E903-4210-8003-868950298FDA}"/>
              </a:ext>
            </a:extLst>
          </p:cNvPr>
          <p:cNvSpPr>
            <a:spLocks xmlns:a="http://schemas.openxmlformats.org/drawingml/2006/main" noGrp="1"/>
          </p:cNvSpPr>
          <p:nvPr/>
        </p:nvSpPr>
        <p:spPr>
          <a:xfrm xmlns:a="http://schemas.openxmlformats.org/drawingml/2006/main">
            <a:off x="9953625" y="2466975"/>
            <a:ext cx="1162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사용자 발화</a:t>
            </a:r>
          </a:p>
        </p:txBody>
      </p:sp>
      <p:sp>
        <p:nvSpPr>
          <p:cNvPr id="275" name="dp41-comparison / n162">
            <a:extLst xmlns:a="http://schemas.openxmlformats.org/drawingml/2006/main">
              <a:ext uri="{FF2B5EF4-FFF2-40B4-BE49-F238E27FC236}">
                <a16:creationId xmlns:a16="http://schemas.microsoft.com/office/drawing/2014/main" id="{912C6565-7ABF-450C-A487-CF00B4C32A8C}"/>
              </a:ext>
            </a:extLst>
          </p:cNvPr>
          <p:cNvSpPr>
            <a:spLocks xmlns:a="http://schemas.openxmlformats.org/drawingml/2006/main" noGrp="1"/>
          </p:cNvSpPr>
          <p:nvPr/>
        </p:nvSpPr>
        <p:spPr>
          <a:xfrm xmlns:a="http://schemas.openxmlformats.org/drawingml/2006/main">
            <a:off x="12792075" y="2943225"/>
            <a:ext cx="336994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6" name="dp41-comparison / n163 / text 1">
            <a:extLst xmlns:a="http://schemas.openxmlformats.org/drawingml/2006/main">
              <a:ext uri="{FF2B5EF4-FFF2-40B4-BE49-F238E27FC236}">
                <a16:creationId xmlns:a16="http://schemas.microsoft.com/office/drawing/2014/main" id="{C5FCC27E-C8B2-4CCA-8070-485E3E0086B3}"/>
              </a:ext>
            </a:extLst>
          </p:cNvPr>
          <p:cNvSpPr>
            <a:spLocks xmlns:a="http://schemas.openxmlformats.org/drawingml/2006/main" noGrp="1"/>
          </p:cNvSpPr>
          <p:nvPr/>
        </p:nvSpPr>
        <p:spPr>
          <a:xfrm xmlns:a="http://schemas.openxmlformats.org/drawingml/2006/main">
            <a:off x="12811125" y="2952750"/>
            <a:ext cx="4667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Model Access 경유 / 초기 프레임과 조건부 부분 해석</a:t>
            </a:r>
          </a:p>
        </p:txBody>
      </p:sp>
      <p:sp>
        <p:nvSpPr>
          <p:cNvPr id="277" name="dp41-comparison / n164">
            <a:extLst xmlns:a="http://schemas.openxmlformats.org/drawingml/2006/main">
              <a:ext uri="{FF2B5EF4-FFF2-40B4-BE49-F238E27FC236}">
                <a16:creationId xmlns:a16="http://schemas.microsoft.com/office/drawing/2014/main" id="{846FCEB3-13D8-4B66-86DC-A96BD4993811}"/>
              </a:ext>
            </a:extLst>
          </p:cNvPr>
          <p:cNvSpPr>
            <a:spLocks xmlns:a="http://schemas.openxmlformats.org/drawingml/2006/main" noGrp="1"/>
          </p:cNvSpPr>
          <p:nvPr/>
        </p:nvSpPr>
        <p:spPr>
          <a:xfrm xmlns:a="http://schemas.openxmlformats.org/drawingml/2006/main">
            <a:off x="9934575" y="3314700"/>
            <a:ext cx="5299139" cy="2362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8" name="dp41-comparison / n165 / text 1">
            <a:extLst xmlns:a="http://schemas.openxmlformats.org/drawingml/2006/main">
              <a:ext uri="{FF2B5EF4-FFF2-40B4-BE49-F238E27FC236}">
                <a16:creationId xmlns:a16="http://schemas.microsoft.com/office/drawing/2014/main" id="{F9858383-DF50-4CC8-82BD-D41E56E22F74}"/>
              </a:ext>
            </a:extLst>
          </p:cNvPr>
          <p:cNvSpPr>
            <a:spLocks xmlns:a="http://schemas.openxmlformats.org/drawingml/2006/main" noGrp="1"/>
          </p:cNvSpPr>
          <p:nvPr/>
        </p:nvSpPr>
        <p:spPr>
          <a:xfrm xmlns:a="http://schemas.openxmlformats.org/drawingml/2006/main">
            <a:off x="9953625" y="3324225"/>
            <a:ext cx="76200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000000"/>
                </a:solidFill>
                <a:latin typeface="Apple SD Gothic Neo"/>
                <a:ea typeface="Apple SD Gothic Neo"/>
                <a:cs typeface="Apple SD Gothic Neo"/>
              </a:defRPr>
            </a:pPr>
            <a:r>
              <a:rPr sz="1425" b="0">
                <a:solidFill>
                  <a:srgbClr val="000000"/>
                </a:solidFill>
                <a:latin typeface="Apple SD Gothic Neo"/>
                <a:ea typeface="Apple SD Gothic Neo"/>
                <a:cs typeface="Apple SD Gothic Neo"/>
              </a:rPr>
              <a:t>B: 항목별 해결 상태를 보고 Engine 코드가 다음 처리 결정</a:t>
            </a:r>
          </a:p>
        </p:txBody>
      </p:sp>
      <p:sp>
        <p:nvSpPr>
          <p:cNvPr id="279" name="dp41-comparison / n168">
            <a:extLst xmlns:a="http://schemas.openxmlformats.org/drawingml/2006/main">
              <a:ext uri="{FF2B5EF4-FFF2-40B4-BE49-F238E27FC236}">
                <a16:creationId xmlns:a16="http://schemas.microsoft.com/office/drawing/2014/main" id="{98C3C31F-DFBF-4A5D-8784-921A0139CBD1}"/>
              </a:ext>
            </a:extLst>
          </p:cNvPr>
          <p:cNvSpPr>
            <a:spLocks xmlns:a="http://schemas.openxmlformats.org/drawingml/2006/main" noGrp="1"/>
          </p:cNvSpPr>
          <p:nvPr/>
        </p:nvSpPr>
        <p:spPr>
          <a:xfrm xmlns:a="http://schemas.openxmlformats.org/drawingml/2006/main">
            <a:off x="15792450" y="3324225"/>
            <a:ext cx="73056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0" name="dp41-comparison / n169 / text 1">
            <a:extLst xmlns:a="http://schemas.openxmlformats.org/drawingml/2006/main">
              <a:ext uri="{FF2B5EF4-FFF2-40B4-BE49-F238E27FC236}">
                <a16:creationId xmlns:a16="http://schemas.microsoft.com/office/drawing/2014/main" id="{7872F595-B444-4C71-8317-FBA6E516F1EE}"/>
              </a:ext>
            </a:extLst>
          </p:cNvPr>
          <p:cNvSpPr>
            <a:spLocks xmlns:a="http://schemas.openxmlformats.org/drawingml/2006/main" noGrp="1"/>
          </p:cNvSpPr>
          <p:nvPr/>
        </p:nvSpPr>
        <p:spPr>
          <a:xfrm xmlns:a="http://schemas.openxmlformats.org/drawingml/2006/main">
            <a:off x="15811500" y="3333750"/>
            <a:ext cx="17621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해석 시작</a:t>
            </a:r>
          </a:p>
        </p:txBody>
      </p:sp>
      <p:sp>
        <p:nvSpPr>
          <p:cNvPr id="281" name="dp41-comparison / n191">
            <a:extLst xmlns:a="http://schemas.openxmlformats.org/drawingml/2006/main">
              <a:ext uri="{FF2B5EF4-FFF2-40B4-BE49-F238E27FC236}">
                <a16:creationId xmlns:a16="http://schemas.microsoft.com/office/drawing/2014/main" id="{555E68DC-7852-4702-B2F0-13E8BB2485C6}"/>
              </a:ext>
            </a:extLst>
          </p:cNvPr>
          <p:cNvSpPr>
            <a:spLocks xmlns:a="http://schemas.openxmlformats.org/drawingml/2006/main" noGrp="1"/>
          </p:cNvSpPr>
          <p:nvPr/>
        </p:nvSpPr>
        <p:spPr>
          <a:xfrm xmlns:a="http://schemas.openxmlformats.org/drawingml/2006/main">
            <a:off x="15078075" y="4657725"/>
            <a:ext cx="1255776"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2" name="dp41-comparison / n192 / text 1">
            <a:extLst xmlns:a="http://schemas.openxmlformats.org/drawingml/2006/main">
              <a:ext uri="{FF2B5EF4-FFF2-40B4-BE49-F238E27FC236}">
                <a16:creationId xmlns:a16="http://schemas.microsoft.com/office/drawing/2014/main" id="{EC2D2EA6-395B-4B78-BB9B-7554A234E3E3}"/>
              </a:ext>
            </a:extLst>
          </p:cNvPr>
          <p:cNvSpPr>
            <a:spLocks xmlns:a="http://schemas.openxmlformats.org/drawingml/2006/main" noGrp="1"/>
          </p:cNvSpPr>
          <p:nvPr/>
        </p:nvSpPr>
        <p:spPr>
          <a:xfrm xmlns:a="http://schemas.openxmlformats.org/drawingml/2006/main">
            <a:off x="15097125" y="4667250"/>
            <a:ext cx="2286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② 코드가 선택한 조회</a:t>
            </a:r>
          </a:p>
        </p:txBody>
      </p:sp>
      <p:sp>
        <p:nvSpPr>
          <p:cNvPr id="283" name="dp41-comparison / n193">
            <a:extLst xmlns:a="http://schemas.openxmlformats.org/drawingml/2006/main">
              <a:ext uri="{FF2B5EF4-FFF2-40B4-BE49-F238E27FC236}">
                <a16:creationId xmlns:a16="http://schemas.microsoft.com/office/drawing/2014/main" id="{7880BF7F-F6EA-4200-AC85-5FFC7BAFC6CA}"/>
              </a:ext>
            </a:extLst>
          </p:cNvPr>
          <p:cNvSpPr>
            <a:spLocks xmlns:a="http://schemas.openxmlformats.org/drawingml/2006/main" noGrp="1"/>
          </p:cNvSpPr>
          <p:nvPr/>
        </p:nvSpPr>
        <p:spPr>
          <a:xfrm xmlns:a="http://schemas.openxmlformats.org/drawingml/2006/main">
            <a:off x="15078075" y="4791075"/>
            <a:ext cx="184404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4" name="dp41-comparison / n194 / text 1">
            <a:extLst xmlns:a="http://schemas.openxmlformats.org/drawingml/2006/main">
              <a:ext uri="{FF2B5EF4-FFF2-40B4-BE49-F238E27FC236}">
                <a16:creationId xmlns:a16="http://schemas.microsoft.com/office/drawing/2014/main" id="{95F46752-FBC0-48CE-A193-98CEB164AA61}"/>
              </a:ext>
            </a:extLst>
          </p:cNvPr>
          <p:cNvSpPr>
            <a:spLocks xmlns:a="http://schemas.openxmlformats.org/drawingml/2006/main" noGrp="1"/>
          </p:cNvSpPr>
          <p:nvPr/>
        </p:nvSpPr>
        <p:spPr>
          <a:xfrm xmlns:a="http://schemas.openxmlformats.org/drawingml/2006/main">
            <a:off x="15097125" y="4800600"/>
            <a:ext cx="2238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task_retrieve / context_retrieve</a:t>
            </a:r>
          </a:p>
        </p:txBody>
      </p:sp>
      <p:sp>
        <p:nvSpPr>
          <p:cNvPr id="285" name="dp41-comparison / n199">
            <a:extLst xmlns:a="http://schemas.openxmlformats.org/drawingml/2006/main">
              <a:ext uri="{FF2B5EF4-FFF2-40B4-BE49-F238E27FC236}">
                <a16:creationId xmlns:a16="http://schemas.microsoft.com/office/drawing/2014/main" id="{86BEA2A1-FA7C-47DE-AADC-761679B59526}"/>
              </a:ext>
            </a:extLst>
          </p:cNvPr>
          <p:cNvSpPr>
            <a:spLocks xmlns:a="http://schemas.openxmlformats.org/drawingml/2006/main" noGrp="1"/>
          </p:cNvSpPr>
          <p:nvPr/>
        </p:nvSpPr>
        <p:spPr>
          <a:xfrm xmlns:a="http://schemas.openxmlformats.org/drawingml/2006/main">
            <a:off x="15078075" y="4933950"/>
            <a:ext cx="142779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6" name="dp41-comparison / n200 / text 1">
            <a:extLst xmlns:a="http://schemas.openxmlformats.org/drawingml/2006/main">
              <a:ext uri="{FF2B5EF4-FFF2-40B4-BE49-F238E27FC236}">
                <a16:creationId xmlns:a16="http://schemas.microsoft.com/office/drawing/2014/main" id="{5E2C3E61-179D-4217-B6FB-88DE675BC48A}"/>
              </a:ext>
            </a:extLst>
          </p:cNvPr>
          <p:cNvSpPr>
            <a:spLocks xmlns:a="http://schemas.openxmlformats.org/drawingml/2006/main" noGrp="1"/>
          </p:cNvSpPr>
          <p:nvPr/>
        </p:nvSpPr>
        <p:spPr>
          <a:xfrm xmlns:a="http://schemas.openxmlformats.org/drawingml/2006/main">
            <a:off x="15097125" y="4943475"/>
            <a:ext cx="2238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④ 해결 상태로 코드 재검사</a:t>
            </a:r>
          </a:p>
        </p:txBody>
      </p:sp>
      <p:sp>
        <p:nvSpPr>
          <p:cNvPr id="287" name="dp41-comparison / n202">
            <a:extLst xmlns:a="http://schemas.openxmlformats.org/drawingml/2006/main">
              <a:ext uri="{FF2B5EF4-FFF2-40B4-BE49-F238E27FC236}">
                <a16:creationId xmlns:a16="http://schemas.microsoft.com/office/drawing/2014/main" id="{2EBEC9CD-6518-41D4-9FEA-AE2409370316}"/>
              </a:ext>
            </a:extLst>
          </p:cNvPr>
          <p:cNvSpPr>
            <a:spLocks xmlns:a="http://schemas.openxmlformats.org/drawingml/2006/main" noGrp="1"/>
          </p:cNvSpPr>
          <p:nvPr/>
        </p:nvSpPr>
        <p:spPr>
          <a:xfrm xmlns:a="http://schemas.openxmlformats.org/drawingml/2006/main">
            <a:off x="12992100" y="5486400"/>
            <a:ext cx="1697355" cy="2476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8" name="dp41-comparison / n203 / text 1">
            <a:extLst xmlns:a="http://schemas.openxmlformats.org/drawingml/2006/main">
              <a:ext uri="{FF2B5EF4-FFF2-40B4-BE49-F238E27FC236}">
                <a16:creationId xmlns:a16="http://schemas.microsoft.com/office/drawing/2014/main" id="{A494F995-C979-409F-AAC3-19F5134FF60F}"/>
              </a:ext>
            </a:extLst>
          </p:cNvPr>
          <p:cNvSpPr>
            <a:spLocks xmlns:a="http://schemas.openxmlformats.org/drawingml/2006/main" noGrp="1"/>
          </p:cNvSpPr>
          <p:nvPr/>
        </p:nvSpPr>
        <p:spPr>
          <a:xfrm xmlns:a="http://schemas.openxmlformats.org/drawingml/2006/main">
            <a:off x="13011150" y="5495925"/>
            <a:ext cx="19050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report: 두 후보 → 확인 뒤 Task1</a:t>
            </a:r>
          </a:p>
        </p:txBody>
      </p:sp>
      <p:sp>
        <p:nvSpPr>
          <p:cNvPr id="289" name="dp41-comparison / n203 / text 2">
            <a:extLst xmlns:a="http://schemas.openxmlformats.org/drawingml/2006/main">
              <a:ext uri="{FF2B5EF4-FFF2-40B4-BE49-F238E27FC236}">
                <a16:creationId xmlns:a16="http://schemas.microsoft.com/office/drawing/2014/main" id="{707A18D3-5EE7-4B21-B029-347846EA9BBB}"/>
              </a:ext>
            </a:extLst>
          </p:cNvPr>
          <p:cNvSpPr>
            <a:spLocks xmlns:a="http://schemas.openxmlformats.org/drawingml/2006/main" noGrp="1"/>
          </p:cNvSpPr>
          <p:nvPr/>
        </p:nvSpPr>
        <p:spPr>
          <a:xfrm xmlns:a="http://schemas.openxmlformats.org/drawingml/2006/main">
            <a:off x="13011150" y="5610225"/>
            <a:ext cx="19050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table: 선택한 표 연결</a:t>
            </a:r>
          </a:p>
        </p:txBody>
      </p:sp>
      <p:sp>
        <p:nvSpPr>
          <p:cNvPr id="290" name="dp41-comparison / n205">
            <a:extLst xmlns:a="http://schemas.openxmlformats.org/drawingml/2006/main">
              <a:ext uri="{FF2B5EF4-FFF2-40B4-BE49-F238E27FC236}">
                <a16:creationId xmlns:a16="http://schemas.microsoft.com/office/drawing/2014/main" id="{9087F84D-B9A7-461A-861F-2DF20F4A9038}"/>
              </a:ext>
            </a:extLst>
          </p:cNvPr>
          <p:cNvSpPr>
            <a:spLocks xmlns:a="http://schemas.openxmlformats.org/drawingml/2006/main" noGrp="1"/>
          </p:cNvSpPr>
          <p:nvPr/>
        </p:nvSpPr>
        <p:spPr>
          <a:xfrm xmlns:a="http://schemas.openxmlformats.org/drawingml/2006/main">
            <a:off x="15078075" y="5543550"/>
            <a:ext cx="169811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1-comparison / n206 / text 1">
            <a:extLst xmlns:a="http://schemas.openxmlformats.org/drawingml/2006/main">
              <a:ext uri="{FF2B5EF4-FFF2-40B4-BE49-F238E27FC236}">
                <a16:creationId xmlns:a16="http://schemas.microsoft.com/office/drawing/2014/main" id="{5ADF5512-B0E9-4A19-968D-0510F9478CF5}"/>
              </a:ext>
            </a:extLst>
          </p:cNvPr>
          <p:cNvSpPr>
            <a:spLocks xmlns:a="http://schemas.openxmlformats.org/drawingml/2006/main" noGrp="1"/>
          </p:cNvSpPr>
          <p:nvPr/>
        </p:nvSpPr>
        <p:spPr>
          <a:xfrm xmlns:a="http://schemas.openxmlformats.org/drawingml/2006/main">
            <a:off x="15097125" y="5553075"/>
            <a:ext cx="2190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⑤ 지원 연산으로 전체 의미 구성</a:t>
            </a:r>
          </a:p>
        </p:txBody>
      </p:sp>
      <p:sp>
        <p:nvSpPr>
          <p:cNvPr id="292" name="dp41-comparison / n208">
            <a:extLst xmlns:a="http://schemas.openxmlformats.org/drawingml/2006/main">
              <a:ext uri="{FF2B5EF4-FFF2-40B4-BE49-F238E27FC236}">
                <a16:creationId xmlns:a16="http://schemas.microsoft.com/office/drawing/2014/main" id="{8F78AEE1-0D7E-427D-B94E-3D98B3A38A04}"/>
              </a:ext>
            </a:extLst>
          </p:cNvPr>
          <p:cNvSpPr>
            <a:spLocks xmlns:a="http://schemas.openxmlformats.org/drawingml/2006/main" noGrp="1"/>
          </p:cNvSpPr>
          <p:nvPr/>
        </p:nvSpPr>
        <p:spPr>
          <a:xfrm xmlns:a="http://schemas.openxmlformats.org/drawingml/2006/main">
            <a:off x="9934575" y="4438650"/>
            <a:ext cx="20732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1-comparison / n209 / text 1">
            <a:extLst xmlns:a="http://schemas.openxmlformats.org/drawingml/2006/main">
              <a:ext uri="{FF2B5EF4-FFF2-40B4-BE49-F238E27FC236}">
                <a16:creationId xmlns:a16="http://schemas.microsoft.com/office/drawing/2014/main" id="{4A11462B-3E6E-431E-AF56-D89C4D9E9A7C}"/>
              </a:ext>
            </a:extLst>
          </p:cNvPr>
          <p:cNvSpPr>
            <a:spLocks xmlns:a="http://schemas.openxmlformats.org/drawingml/2006/main" noGrp="1"/>
          </p:cNvSpPr>
          <p:nvPr/>
        </p:nvSpPr>
        <p:spPr>
          <a:xfrm xmlns:a="http://schemas.openxmlformats.org/drawingml/2006/main">
            <a:off x="9953625" y="4448175"/>
            <a:ext cx="2524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 시: 특정 항목만 모델에 해석 요청</a:t>
            </a:r>
          </a:p>
        </p:txBody>
      </p:sp>
      <p:sp>
        <p:nvSpPr>
          <p:cNvPr id="294" name="dp41-comparison / n210">
            <a:extLst xmlns:a="http://schemas.openxmlformats.org/drawingml/2006/main">
              <a:ext uri="{FF2B5EF4-FFF2-40B4-BE49-F238E27FC236}">
                <a16:creationId xmlns:a16="http://schemas.microsoft.com/office/drawing/2014/main" id="{6D7DEA3C-D9C6-4027-AFF4-77827A40CF8F}"/>
              </a:ext>
            </a:extLst>
          </p:cNvPr>
          <p:cNvSpPr>
            <a:spLocks xmlns:a="http://schemas.openxmlformats.org/drawingml/2006/main" noGrp="1"/>
          </p:cNvSpPr>
          <p:nvPr/>
        </p:nvSpPr>
        <p:spPr>
          <a:xfrm xmlns:a="http://schemas.openxmlformats.org/drawingml/2006/main">
            <a:off x="9953625" y="4667250"/>
            <a:ext cx="2333625" cy="1143000"/>
          </a:xfrm>
          <a:custGeom xmlns:a="http://schemas.openxmlformats.org/drawingml/2006/main">
            <a:pathLst>
              <a:path w="2333625" h="1143000">
                <a:moveTo>
                  <a:pt x="0" y="0"/>
                </a:moveTo>
                <a:lnTo>
                  <a:pt x="2162175" y="0"/>
                </a:lnTo>
                <a:lnTo>
                  <a:pt x="2333625" y="171450"/>
                </a:lnTo>
                <a:lnTo>
                  <a:pt x="2333625" y="1143000"/>
                </a:lnTo>
                <a:lnTo>
                  <a:pt x="0" y="11430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95" name="dp41-comparison / n210 / fold">
            <a:extLst xmlns:a="http://schemas.openxmlformats.org/drawingml/2006/main">
              <a:ext uri="{FF2B5EF4-FFF2-40B4-BE49-F238E27FC236}">
                <a16:creationId xmlns:a16="http://schemas.microsoft.com/office/drawing/2014/main" id="{57E599AB-EC40-40FC-98E9-9CEE205E765E}"/>
              </a:ext>
            </a:extLst>
          </p:cNvPr>
          <p:cNvSpPr>
            <a:spLocks xmlns:a="http://schemas.openxmlformats.org/drawingml/2006/main" noGrp="1"/>
          </p:cNvSpPr>
          <p:nvPr/>
        </p:nvSpPr>
        <p:spPr>
          <a:xfrm xmlns:a="http://schemas.openxmlformats.org/drawingml/2006/main">
            <a:off x="12115800" y="4667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96" name="dp41-comparison / n211 / text 1">
            <a:extLst xmlns:a="http://schemas.openxmlformats.org/drawingml/2006/main">
              <a:ext uri="{FF2B5EF4-FFF2-40B4-BE49-F238E27FC236}">
                <a16:creationId xmlns:a16="http://schemas.microsoft.com/office/drawing/2014/main" id="{6F02B23F-D171-4EEE-AC75-7B40BAEE6FAC}"/>
              </a:ext>
            </a:extLst>
          </p:cNvPr>
          <p:cNvSpPr>
            <a:spLocks xmlns:a="http://schemas.openxmlformats.org/drawingml/2006/main" noGrp="1"/>
          </p:cNvSpPr>
          <p:nvPr/>
        </p:nvSpPr>
        <p:spPr>
          <a:xfrm xmlns:a="http://schemas.openxmlformats.org/drawingml/2006/main">
            <a:off x="10048875" y="47244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모델 출력: RequestFrame (필드 축약)</a:t>
            </a:r>
          </a:p>
        </p:txBody>
      </p:sp>
      <p:sp>
        <p:nvSpPr>
          <p:cNvPr id="297" name="dp41-comparison / n211 / text 2">
            <a:extLst xmlns:a="http://schemas.openxmlformats.org/drawingml/2006/main">
              <a:ext uri="{FF2B5EF4-FFF2-40B4-BE49-F238E27FC236}">
                <a16:creationId xmlns:a16="http://schemas.microsoft.com/office/drawing/2014/main" id="{80FC639D-A181-4563-9F5C-BE3DA06F928F}"/>
              </a:ext>
            </a:extLst>
          </p:cNvPr>
          <p:cNvSpPr>
            <a:spLocks xmlns:a="http://schemas.openxmlformats.org/drawingml/2006/main" noGrp="1"/>
          </p:cNvSpPr>
          <p:nvPr/>
        </p:nvSpPr>
        <p:spPr>
          <a:xfrm xmlns:a="http://schemas.openxmlformats.org/drawingml/2006/main">
            <a:off x="10048875" y="48387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schema_version:1 / input_ref:Input1</a:t>
            </a:r>
          </a:p>
        </p:txBody>
      </p:sp>
      <p:sp>
        <p:nvSpPr>
          <p:cNvPr id="298" name="dp41-comparison / n211 / text 3">
            <a:extLst xmlns:a="http://schemas.openxmlformats.org/drawingml/2006/main">
              <a:ext uri="{FF2B5EF4-FFF2-40B4-BE49-F238E27FC236}">
                <a16:creationId xmlns:a16="http://schemas.microsoft.com/office/drawing/2014/main" id="{2B82C2E3-8D0B-4161-9D23-47455965A2CF}"/>
              </a:ext>
            </a:extLst>
          </p:cNvPr>
          <p:cNvSpPr>
            <a:spLocks xmlns:a="http://schemas.openxmlformats.org/drawingml/2006/main" noGrp="1"/>
          </p:cNvSpPr>
          <p:nvPr/>
        </p:nvSpPr>
        <p:spPr>
          <a:xfrm xmlns:a="http://schemas.openxmlformats.org/drawingml/2006/main">
            <a:off x="10048875" y="49530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goals: G1=UPDATE_TASK(report,table)</a:t>
            </a:r>
          </a:p>
        </p:txBody>
      </p:sp>
      <p:sp>
        <p:nvSpPr>
          <p:cNvPr id="299" name="dp41-comparison / n211 / text 4">
            <a:extLst xmlns:a="http://schemas.openxmlformats.org/drawingml/2006/main">
              <a:ext uri="{FF2B5EF4-FFF2-40B4-BE49-F238E27FC236}">
                <a16:creationId xmlns:a16="http://schemas.microsoft.com/office/drawing/2014/main" id="{FEA47A3D-3F05-4CA7-91A3-9F255A85D9B9}"/>
              </a:ext>
            </a:extLst>
          </p:cNvPr>
          <p:cNvSpPr>
            <a:spLocks xmlns:a="http://schemas.openxmlformats.org/drawingml/2006/main" noGrp="1"/>
          </p:cNvSpPr>
          <p:nvPr/>
        </p:nvSpPr>
        <p:spPr>
          <a:xfrm xmlns:a="http://schemas.openxmlformats.org/drawingml/2006/main">
            <a:off x="10048875" y="50673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G2=NEW_TASK(메일 초안)</a:t>
            </a:r>
          </a:p>
        </p:txBody>
      </p:sp>
      <p:sp>
        <p:nvSpPr>
          <p:cNvPr id="300" name="dp41-comparison / n211 / text 5">
            <a:extLst xmlns:a="http://schemas.openxmlformats.org/drawingml/2006/main">
              <a:ext uri="{FF2B5EF4-FFF2-40B4-BE49-F238E27FC236}">
                <a16:creationId xmlns:a16="http://schemas.microsoft.com/office/drawing/2014/main" id="{6F7A0B14-F21A-4F1D-A09A-2E451E3CFDE7}"/>
              </a:ext>
            </a:extLst>
          </p:cNvPr>
          <p:cNvSpPr>
            <a:spLocks xmlns:a="http://schemas.openxmlformats.org/drawingml/2006/main" noGrp="1"/>
          </p:cNvSpPr>
          <p:nvPr/>
        </p:nvSpPr>
        <p:spPr>
          <a:xfrm xmlns:a="http://schemas.openxmlformats.org/drawingml/2006/main">
            <a:off x="10048875" y="51816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references: report=RECENT_TASK("보고서")</a:t>
            </a:r>
          </a:p>
        </p:txBody>
      </p:sp>
      <p:sp>
        <p:nvSpPr>
          <p:cNvPr id="301" name="dp41-comparison / n211 / text 6">
            <a:extLst xmlns:a="http://schemas.openxmlformats.org/drawingml/2006/main">
              <a:ext uri="{FF2B5EF4-FFF2-40B4-BE49-F238E27FC236}">
                <a16:creationId xmlns:a16="http://schemas.microsoft.com/office/drawing/2014/main" id="{FC7836D9-C420-4ACE-B748-A648FF36C294}"/>
              </a:ext>
            </a:extLst>
          </p:cNvPr>
          <p:cNvSpPr>
            <a:spLocks xmlns:a="http://schemas.openxmlformats.org/drawingml/2006/main" noGrp="1"/>
          </p:cNvSpPr>
          <p:nvPr/>
        </p:nvSpPr>
        <p:spPr>
          <a:xfrm xmlns:a="http://schemas.openxmlformats.org/drawingml/2006/main">
            <a:off x="10048875" y="52959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table=INPUT_SELECTION</a:t>
            </a:r>
          </a:p>
        </p:txBody>
      </p:sp>
      <p:sp>
        <p:nvSpPr>
          <p:cNvPr id="302" name="dp41-comparison / n211 / text 7">
            <a:extLst xmlns:a="http://schemas.openxmlformats.org/drawingml/2006/main">
              <a:ext uri="{FF2B5EF4-FFF2-40B4-BE49-F238E27FC236}">
                <a16:creationId xmlns:a16="http://schemas.microsoft.com/office/drawing/2014/main" id="{6B5A658E-3D90-43D6-9035-F5DBFAC09D80}"/>
              </a:ext>
            </a:extLst>
          </p:cNvPr>
          <p:cNvSpPr>
            <a:spLocks xmlns:a="http://schemas.openxmlformats.org/drawingml/2006/main" noGrp="1"/>
          </p:cNvSpPr>
          <p:nvPr/>
        </p:nvSpPr>
        <p:spPr>
          <a:xfrm xmlns:a="http://schemas.openxmlformats.org/drawingml/2006/main">
            <a:off x="10048875" y="54102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relations: USE_RESULT(G1 → G2)</a:t>
            </a:r>
          </a:p>
        </p:txBody>
      </p:sp>
      <p:sp>
        <p:nvSpPr>
          <p:cNvPr id="303" name="dp41-comparison / n211 / text 8">
            <a:extLst xmlns:a="http://schemas.openxmlformats.org/drawingml/2006/main">
              <a:ext uri="{FF2B5EF4-FFF2-40B4-BE49-F238E27FC236}">
                <a16:creationId xmlns:a16="http://schemas.microsoft.com/office/drawing/2014/main" id="{BD817E87-92AD-43D5-B58E-3FCF31BE1FFA}"/>
              </a:ext>
            </a:extLst>
          </p:cNvPr>
          <p:cNvSpPr>
            <a:spLocks xmlns:a="http://schemas.openxmlformats.org/drawingml/2006/main" noGrp="1"/>
          </p:cNvSpPr>
          <p:nvPr/>
        </p:nvSpPr>
        <p:spPr>
          <a:xfrm xmlns:a="http://schemas.openxmlformats.org/drawingml/2006/main">
            <a:off x="10048875" y="55245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constraints: FORBID_ACTION(G2, SEND)</a:t>
            </a:r>
          </a:p>
        </p:txBody>
      </p:sp>
      <p:sp>
        <p:nvSpPr>
          <p:cNvPr id="304" name="dp41-comparison / n211 / text 9">
            <a:extLst xmlns:a="http://schemas.openxmlformats.org/drawingml/2006/main">
              <a:ext uri="{FF2B5EF4-FFF2-40B4-BE49-F238E27FC236}">
                <a16:creationId xmlns:a16="http://schemas.microsoft.com/office/drawing/2014/main" id="{D7B3A514-4315-48A6-8576-850F9B7CA4FB}"/>
              </a:ext>
            </a:extLst>
          </p:cNvPr>
          <p:cNvSpPr>
            <a:spLocks xmlns:a="http://schemas.openxmlformats.org/drawingml/2006/main" noGrp="1"/>
          </p:cNvSpPr>
          <p:nvPr/>
        </p:nvSpPr>
        <p:spPr>
          <a:xfrm xmlns:a="http://schemas.openxmlformats.org/drawingml/2006/main">
            <a:off x="10048875" y="56388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unparsed_spans:[] / 실제 Task는 미확정</a:t>
            </a:r>
          </a:p>
        </p:txBody>
      </p:sp>
      <p:sp>
        <p:nvSpPr>
          <p:cNvPr id="305" name="dp41-comparison / n212">
            <a:extLst xmlns:a="http://schemas.openxmlformats.org/drawingml/2006/main">
              <a:ext uri="{FF2B5EF4-FFF2-40B4-BE49-F238E27FC236}">
                <a16:creationId xmlns:a16="http://schemas.microsoft.com/office/drawing/2014/main" id="{52AE07F1-7BA1-44F5-B1AB-F0CE258030EF}"/>
              </a:ext>
            </a:extLst>
          </p:cNvPr>
          <p:cNvSpPr>
            <a:spLocks xmlns:a="http://schemas.openxmlformats.org/drawingml/2006/main" noGrp="1"/>
          </p:cNvSpPr>
          <p:nvPr/>
        </p:nvSpPr>
        <p:spPr>
          <a:xfrm xmlns:a="http://schemas.openxmlformats.org/drawingml/2006/main">
            <a:off x="9953625" y="5848350"/>
            <a:ext cx="2333625" cy="495300"/>
          </a:xfrm>
          <a:custGeom xmlns:a="http://schemas.openxmlformats.org/drawingml/2006/main">
            <a:pathLst>
              <a:path w="2333625" h="495300">
                <a:moveTo>
                  <a:pt x="0" y="0"/>
                </a:moveTo>
                <a:lnTo>
                  <a:pt x="2162175" y="0"/>
                </a:lnTo>
                <a:lnTo>
                  <a:pt x="2333625" y="171450"/>
                </a:lnTo>
                <a:lnTo>
                  <a:pt x="233362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306" name="dp41-comparison / n212 / fold">
            <a:extLst xmlns:a="http://schemas.openxmlformats.org/drawingml/2006/main">
              <a:ext uri="{FF2B5EF4-FFF2-40B4-BE49-F238E27FC236}">
                <a16:creationId xmlns:a16="http://schemas.microsoft.com/office/drawing/2014/main" id="{0AB0CD08-943D-4297-807F-DC74FD6649C6}"/>
              </a:ext>
            </a:extLst>
          </p:cNvPr>
          <p:cNvSpPr>
            <a:spLocks xmlns:a="http://schemas.openxmlformats.org/drawingml/2006/main" noGrp="1"/>
          </p:cNvSpPr>
          <p:nvPr/>
        </p:nvSpPr>
        <p:spPr>
          <a:xfrm xmlns:a="http://schemas.openxmlformats.org/drawingml/2006/main">
            <a:off x="12115800" y="58483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307" name="dp41-comparison / n213 / text 1">
            <a:extLst xmlns:a="http://schemas.openxmlformats.org/drawingml/2006/main">
              <a:ext uri="{FF2B5EF4-FFF2-40B4-BE49-F238E27FC236}">
                <a16:creationId xmlns:a16="http://schemas.microsoft.com/office/drawing/2014/main" id="{17D88FFD-A149-445C-BA15-EB3A5C3D2728}"/>
              </a:ext>
            </a:extLst>
          </p:cNvPr>
          <p:cNvSpPr>
            <a:spLocks xmlns:a="http://schemas.openxmlformats.org/drawingml/2006/main" noGrp="1"/>
          </p:cNvSpPr>
          <p:nvPr/>
        </p:nvSpPr>
        <p:spPr>
          <a:xfrm xmlns:a="http://schemas.openxmlformats.org/drawingml/2006/main">
            <a:off x="10048875" y="590550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코드가 만든 MeaningProposal</a:t>
            </a:r>
          </a:p>
        </p:txBody>
      </p:sp>
      <p:sp>
        <p:nvSpPr>
          <p:cNvPr id="308" name="dp41-comparison / n213 / text 2">
            <a:extLst xmlns:a="http://schemas.openxmlformats.org/drawingml/2006/main">
              <a:ext uri="{FF2B5EF4-FFF2-40B4-BE49-F238E27FC236}">
                <a16:creationId xmlns:a16="http://schemas.microsoft.com/office/drawing/2014/main" id="{4B7D7E99-4374-4AA3-BC8C-3B6CF8EB3D77}"/>
              </a:ext>
            </a:extLst>
          </p:cNvPr>
          <p:cNvSpPr>
            <a:spLocks xmlns:a="http://schemas.openxmlformats.org/drawingml/2006/main" noGrp="1"/>
          </p:cNvSpPr>
          <p:nvPr/>
        </p:nvSpPr>
        <p:spPr>
          <a:xfrm xmlns:a="http://schemas.openxmlformats.org/drawingml/2006/main">
            <a:off x="10048875" y="603123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확인 뒤 Task1 + 표 / 결과로 초안</a:t>
            </a:r>
          </a:p>
        </p:txBody>
      </p:sp>
      <p:sp>
        <p:nvSpPr>
          <p:cNvPr id="309" name="dp41-comparison / n213 / text 3">
            <a:extLst xmlns:a="http://schemas.openxmlformats.org/drawingml/2006/main">
              <a:ext uri="{FF2B5EF4-FFF2-40B4-BE49-F238E27FC236}">
                <a16:creationId xmlns:a16="http://schemas.microsoft.com/office/drawing/2014/main" id="{26E6F3F8-41FB-4567-8D37-7DC070310AAD}"/>
              </a:ext>
            </a:extLst>
          </p:cNvPr>
          <p:cNvSpPr>
            <a:spLocks xmlns:a="http://schemas.openxmlformats.org/drawingml/2006/main" noGrp="1"/>
          </p:cNvSpPr>
          <p:nvPr/>
        </p:nvSpPr>
        <p:spPr>
          <a:xfrm xmlns:a="http://schemas.openxmlformats.org/drawingml/2006/main">
            <a:off x="10048875" y="615696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전송 금지 유지</a:t>
            </a:r>
          </a:p>
        </p:txBody>
      </p:sp>
      <p:sp>
        <p:nvSpPr>
          <p:cNvPr id="310" name="dp41-comparison / n214">
            <a:extLst xmlns:a="http://schemas.openxmlformats.org/drawingml/2006/main">
              <a:ext uri="{FF2B5EF4-FFF2-40B4-BE49-F238E27FC236}">
                <a16:creationId xmlns:a16="http://schemas.microsoft.com/office/drawing/2014/main" id="{528E2FB5-CBB8-4E00-9972-6B4BBF19F373}"/>
              </a:ext>
            </a:extLst>
          </p:cNvPr>
          <p:cNvSpPr>
            <a:spLocks xmlns:a="http://schemas.openxmlformats.org/drawingml/2006/main" noGrp="1"/>
          </p:cNvSpPr>
          <p:nvPr/>
        </p:nvSpPr>
        <p:spPr>
          <a:xfrm xmlns:a="http://schemas.openxmlformats.org/drawingml/2006/main">
            <a:off x="12887325" y="3648075"/>
            <a:ext cx="261956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1" name="dp41-comparison / n215 / text 1">
            <a:extLst xmlns:a="http://schemas.openxmlformats.org/drawingml/2006/main">
              <a:ext uri="{FF2B5EF4-FFF2-40B4-BE49-F238E27FC236}">
                <a16:creationId xmlns:a16="http://schemas.microsoft.com/office/drawing/2014/main" id="{F496B6D1-4322-41EC-8EE3-F479127D2A2F}"/>
              </a:ext>
            </a:extLst>
          </p:cNvPr>
          <p:cNvSpPr>
            <a:spLocks xmlns:a="http://schemas.openxmlformats.org/drawingml/2006/main" noGrp="1"/>
          </p:cNvSpPr>
          <p:nvPr/>
        </p:nvSpPr>
        <p:spPr>
          <a:xfrm xmlns:a="http://schemas.openxmlformats.org/drawingml/2006/main">
            <a:off x="12906375" y="3657600"/>
            <a:ext cx="4572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다음 처리 결정과 전체 결합: Engine 코드</a:t>
            </a:r>
          </a:p>
        </p:txBody>
      </p:sp>
      <p:sp>
        <p:nvSpPr>
          <p:cNvPr id="312" name="dp41-comparison / n225">
            <a:extLst xmlns:a="http://schemas.openxmlformats.org/drawingml/2006/main">
              <a:ext uri="{FF2B5EF4-FFF2-40B4-BE49-F238E27FC236}">
                <a16:creationId xmlns:a16="http://schemas.microsoft.com/office/drawing/2014/main" id="{64398EB5-48F2-47C2-850C-DC18D8B8CD44}"/>
              </a:ext>
            </a:extLst>
          </p:cNvPr>
          <p:cNvSpPr>
            <a:spLocks xmlns:a="http://schemas.openxmlformats.org/drawingml/2006/main" noGrp="1"/>
          </p:cNvSpPr>
          <p:nvPr/>
        </p:nvSpPr>
        <p:spPr>
          <a:xfrm xmlns:a="http://schemas.openxmlformats.org/drawingml/2006/main">
            <a:off x="9934575" y="6657975"/>
            <a:ext cx="221361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3" name="dp41-comparison / n226 / text 1">
            <a:extLst xmlns:a="http://schemas.openxmlformats.org/drawingml/2006/main">
              <a:ext uri="{FF2B5EF4-FFF2-40B4-BE49-F238E27FC236}">
                <a16:creationId xmlns:a16="http://schemas.microsoft.com/office/drawing/2014/main" id="{182F2778-25F9-4FA4-91DC-89ACB90E51E7}"/>
              </a:ext>
            </a:extLst>
          </p:cNvPr>
          <p:cNvSpPr>
            <a:spLocks xmlns:a="http://schemas.openxmlformats.org/drawingml/2006/main" noGrp="1"/>
          </p:cNvSpPr>
          <p:nvPr/>
        </p:nvSpPr>
        <p:spPr>
          <a:xfrm xmlns:a="http://schemas.openxmlformats.org/drawingml/2006/main">
            <a:off x="9953625" y="6667500"/>
            <a:ext cx="2571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정보 / 대화 / Task 기록 조회</a:t>
            </a:r>
          </a:p>
        </p:txBody>
      </p:sp>
      <p:sp>
        <p:nvSpPr>
          <p:cNvPr id="314" name="dp41-comparison / n228">
            <a:extLst xmlns:a="http://schemas.openxmlformats.org/drawingml/2006/main">
              <a:ext uri="{FF2B5EF4-FFF2-40B4-BE49-F238E27FC236}">
                <a16:creationId xmlns:a16="http://schemas.microsoft.com/office/drawing/2014/main" id="{A61C8FBE-15EE-4A38-B9CF-238C86CB0E8C}"/>
              </a:ext>
            </a:extLst>
          </p:cNvPr>
          <p:cNvSpPr>
            <a:spLocks xmlns:a="http://schemas.openxmlformats.org/drawingml/2006/main" noGrp="1"/>
          </p:cNvSpPr>
          <p:nvPr/>
        </p:nvSpPr>
        <p:spPr>
          <a:xfrm xmlns:a="http://schemas.openxmlformats.org/drawingml/2006/main">
            <a:off x="9934575" y="70866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5" name="dp41-comparison / n229 / text 1">
            <a:extLst xmlns:a="http://schemas.openxmlformats.org/drawingml/2006/main">
              <a:ext uri="{FF2B5EF4-FFF2-40B4-BE49-F238E27FC236}">
                <a16:creationId xmlns:a16="http://schemas.microsoft.com/office/drawing/2014/main" id="{21D8141A-E644-47F1-A86B-7A85C6CFCB40}"/>
              </a:ext>
            </a:extLst>
          </p:cNvPr>
          <p:cNvSpPr>
            <a:spLocks xmlns:a="http://schemas.openxmlformats.org/drawingml/2006/main" noGrp="1"/>
          </p:cNvSpPr>
          <p:nvPr/>
        </p:nvSpPr>
        <p:spPr>
          <a:xfrm xmlns:a="http://schemas.openxmlformats.org/drawingml/2006/main">
            <a:off x="9953625" y="7096125"/>
            <a:ext cx="762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반복 제어와 종료 조건</a:t>
            </a:r>
          </a:p>
        </p:txBody>
      </p:sp>
      <p:sp>
        <p:nvSpPr>
          <p:cNvPr id="316" name="dp41-comparison / n245">
            <a:extLst xmlns:a="http://schemas.openxmlformats.org/drawingml/2006/main">
              <a:ext uri="{FF2B5EF4-FFF2-40B4-BE49-F238E27FC236}">
                <a16:creationId xmlns:a16="http://schemas.microsoft.com/office/drawing/2014/main" id="{722F67C3-7A2A-4594-BA8E-F4E546A2860F}"/>
              </a:ext>
            </a:extLst>
          </p:cNvPr>
          <p:cNvSpPr>
            <a:spLocks xmlns:a="http://schemas.openxmlformats.org/drawingml/2006/main" noGrp="1"/>
          </p:cNvSpPr>
          <p:nvPr/>
        </p:nvSpPr>
        <p:spPr>
          <a:xfrm xmlns:a="http://schemas.openxmlformats.org/drawingml/2006/main">
            <a:off x="15230475" y="7324725"/>
            <a:ext cx="32385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7" name="dp41-comparison / n246 / text 1">
            <a:extLst xmlns:a="http://schemas.openxmlformats.org/drawingml/2006/main">
              <a:ext uri="{FF2B5EF4-FFF2-40B4-BE49-F238E27FC236}">
                <a16:creationId xmlns:a16="http://schemas.microsoft.com/office/drawing/2014/main" id="{FB828649-B9CD-4641-B6A0-AF35587AB50E}"/>
              </a:ext>
            </a:extLst>
          </p:cNvPr>
          <p:cNvSpPr>
            <a:spLocks xmlns:a="http://schemas.openxmlformats.org/drawingml/2006/main" noGrp="1"/>
          </p:cNvSpPr>
          <p:nvPr/>
        </p:nvSpPr>
        <p:spPr>
          <a:xfrm xmlns:a="http://schemas.openxmlformats.org/drawingml/2006/main">
            <a:off x="15249525" y="7334250"/>
            <a:ext cx="5238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조회</a:t>
            </a:r>
          </a:p>
        </p:txBody>
      </p:sp>
      <p:sp>
        <p:nvSpPr>
          <p:cNvPr id="318" name="dp41-comparison / n248">
            <a:extLst xmlns:a="http://schemas.openxmlformats.org/drawingml/2006/main">
              <a:ext uri="{FF2B5EF4-FFF2-40B4-BE49-F238E27FC236}">
                <a16:creationId xmlns:a16="http://schemas.microsoft.com/office/drawing/2014/main" id="{B6EA957A-8E88-4C44-9FDB-A339C2990D52}"/>
              </a:ext>
            </a:extLst>
          </p:cNvPr>
          <p:cNvSpPr>
            <a:spLocks xmlns:a="http://schemas.openxmlformats.org/drawingml/2006/main" noGrp="1"/>
          </p:cNvSpPr>
          <p:nvPr/>
        </p:nvSpPr>
        <p:spPr>
          <a:xfrm xmlns:a="http://schemas.openxmlformats.org/drawingml/2006/main">
            <a:off x="15316200" y="7791450"/>
            <a:ext cx="1921193"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9" name="dp41-comparison / n249 / text 1">
            <a:extLst xmlns:a="http://schemas.openxmlformats.org/drawingml/2006/main">
              <a:ext uri="{FF2B5EF4-FFF2-40B4-BE49-F238E27FC236}">
                <a16:creationId xmlns:a16="http://schemas.microsoft.com/office/drawing/2014/main" id="{70BE6585-F385-4E05-A840-307A1F1A3704}"/>
              </a:ext>
            </a:extLst>
          </p:cNvPr>
          <p:cNvSpPr>
            <a:spLocks xmlns:a="http://schemas.openxmlformats.org/drawingml/2006/main" noGrp="1"/>
          </p:cNvSpPr>
          <p:nvPr/>
        </p:nvSpPr>
        <p:spPr>
          <a:xfrm xmlns:a="http://schemas.openxmlformats.org/drawingml/2006/main">
            <a:off x="15335250" y="7800975"/>
            <a:ext cx="2095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해결 상태 갱신 후 코드 재검사</a:t>
            </a:r>
          </a:p>
        </p:txBody>
      </p:sp>
      <p:sp>
        <p:nvSpPr>
          <p:cNvPr id="320" name="dp41-comparison / n251">
            <a:extLst xmlns:a="http://schemas.openxmlformats.org/drawingml/2006/main">
              <a:ext uri="{FF2B5EF4-FFF2-40B4-BE49-F238E27FC236}">
                <a16:creationId xmlns:a16="http://schemas.microsoft.com/office/drawing/2014/main" id="{7328F4E7-7136-4D09-82FD-10F46A37731D}"/>
              </a:ext>
            </a:extLst>
          </p:cNvPr>
          <p:cNvSpPr>
            <a:spLocks xmlns:a="http://schemas.openxmlformats.org/drawingml/2006/main" noGrp="1"/>
          </p:cNvSpPr>
          <p:nvPr/>
        </p:nvSpPr>
        <p:spPr>
          <a:xfrm xmlns:a="http://schemas.openxmlformats.org/drawingml/2006/main">
            <a:off x="12325350" y="7905750"/>
            <a:ext cx="152990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1" name="dp41-comparison / n252 / text 1">
            <a:extLst xmlns:a="http://schemas.openxmlformats.org/drawingml/2006/main">
              <a:ext uri="{FF2B5EF4-FFF2-40B4-BE49-F238E27FC236}">
                <a16:creationId xmlns:a16="http://schemas.microsoft.com/office/drawing/2014/main" id="{EEA7609B-D74D-46F7-8FF1-444F1F686E1A}"/>
              </a:ext>
            </a:extLst>
          </p:cNvPr>
          <p:cNvSpPr>
            <a:spLocks xmlns:a="http://schemas.openxmlformats.org/drawingml/2006/main" noGrp="1"/>
          </p:cNvSpPr>
          <p:nvPr/>
        </p:nvSpPr>
        <p:spPr>
          <a:xfrm xmlns:a="http://schemas.openxmlformats.org/drawingml/2006/main">
            <a:off x="12344400" y="7915275"/>
            <a:ext cx="21145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의미 해석이 필요한 항목</a:t>
            </a:r>
          </a:p>
        </p:txBody>
      </p:sp>
      <p:sp>
        <p:nvSpPr>
          <p:cNvPr id="322" name="dp41-comparison / n254">
            <a:extLst xmlns:a="http://schemas.openxmlformats.org/drawingml/2006/main">
              <a:ext uri="{FF2B5EF4-FFF2-40B4-BE49-F238E27FC236}">
                <a16:creationId xmlns:a16="http://schemas.microsoft.com/office/drawing/2014/main" id="{6DB34A17-60ED-4963-8351-84CB686D7CA6}"/>
              </a:ext>
            </a:extLst>
          </p:cNvPr>
          <p:cNvSpPr>
            <a:spLocks xmlns:a="http://schemas.openxmlformats.org/drawingml/2006/main" noGrp="1"/>
          </p:cNvSpPr>
          <p:nvPr/>
        </p:nvSpPr>
        <p:spPr>
          <a:xfrm xmlns:a="http://schemas.openxmlformats.org/drawingml/2006/main">
            <a:off x="9934575" y="7667625"/>
            <a:ext cx="152990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3" name="dp41-comparison / n255 / text 1">
            <a:extLst xmlns:a="http://schemas.openxmlformats.org/drawingml/2006/main">
              <a:ext uri="{FF2B5EF4-FFF2-40B4-BE49-F238E27FC236}">
                <a16:creationId xmlns:a16="http://schemas.microsoft.com/office/drawing/2014/main" id="{8FC791C4-B8CB-4586-B858-97A2E254BEE5}"/>
              </a:ext>
            </a:extLst>
          </p:cNvPr>
          <p:cNvSpPr>
            <a:spLocks xmlns:a="http://schemas.openxmlformats.org/drawingml/2006/main" noGrp="1"/>
          </p:cNvSpPr>
          <p:nvPr/>
        </p:nvSpPr>
        <p:spPr>
          <a:xfrm xmlns:a="http://schemas.openxmlformats.org/drawingml/2006/main">
            <a:off x="9953625" y="7677150"/>
            <a:ext cx="2381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부분 결과를 코드에 반환</a:t>
            </a:r>
          </a:p>
        </p:txBody>
      </p:sp>
      <p:sp>
        <p:nvSpPr>
          <p:cNvPr id="324" name="dp41-comparison / n257">
            <a:extLst xmlns:a="http://schemas.openxmlformats.org/drawingml/2006/main">
              <a:ext uri="{FF2B5EF4-FFF2-40B4-BE49-F238E27FC236}">
                <a16:creationId xmlns:a16="http://schemas.microsoft.com/office/drawing/2014/main" id="{3965BB6B-0DF8-4BAA-BFF3-A39B0312C9C1}"/>
              </a:ext>
            </a:extLst>
          </p:cNvPr>
          <p:cNvSpPr>
            <a:spLocks xmlns:a="http://schemas.openxmlformats.org/drawingml/2006/main" noGrp="1"/>
          </p:cNvSpPr>
          <p:nvPr/>
        </p:nvSpPr>
        <p:spPr>
          <a:xfrm xmlns:a="http://schemas.openxmlformats.org/drawingml/2006/main">
            <a:off x="14573250" y="7905750"/>
            <a:ext cx="51244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5" name="dp41-comparison / n258 / text 1">
            <a:extLst xmlns:a="http://schemas.openxmlformats.org/drawingml/2006/main">
              <a:ext uri="{FF2B5EF4-FFF2-40B4-BE49-F238E27FC236}">
                <a16:creationId xmlns:a16="http://schemas.microsoft.com/office/drawing/2014/main" id="{C967DE76-77D4-4C84-AEE3-809ACDBDEC0E}"/>
              </a:ext>
            </a:extLst>
          </p:cNvPr>
          <p:cNvSpPr>
            <a:spLocks xmlns:a="http://schemas.openxmlformats.org/drawingml/2006/main" noGrp="1"/>
          </p:cNvSpPr>
          <p:nvPr/>
        </p:nvSpPr>
        <p:spPr>
          <a:xfrm xmlns:a="http://schemas.openxmlformats.org/drawingml/2006/main">
            <a:off x="14592300" y="7915275"/>
            <a:ext cx="685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완성/질문</a:t>
            </a:r>
          </a:p>
        </p:txBody>
      </p:sp>
    </p:spTree>
    <p:extLst>
      <p:ext uri="{BB962C8B-B14F-4D97-AF65-F5344CB8AC3E}">
        <p14:creationId xmlns:p14="http://schemas.microsoft.com/office/powerpoint/2010/main" val="1614029304"/>
      </p:ext>
    </p:extLst>
  </p:cSld>
</p:sld>
</file>

<file path=ppt/slides/slide23.xml><?xml version="1.0" encoding="utf-8"?>
<p:sld xmlns:p="http://schemas.openxmlformats.org/presentationml/2006/main">
  <p:cSld name="dp41-qa">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dp41-v5-qa-detail / n1">
            <a:extLst xmlns:a="http://schemas.openxmlformats.org/drawingml/2006/main">
              <a:ext uri="{FF2B5EF4-FFF2-40B4-BE49-F238E27FC236}">
                <a16:creationId xmlns:a16="http://schemas.microsoft.com/office/drawing/2014/main" id="{F592EFC8-029C-44DA-BAB4-838F76B5384A}"/>
              </a:ext>
            </a:extLst>
          </p:cNvPr>
          <p:cNvSpPr>
            <a:spLocks xmlns:a="http://schemas.openxmlformats.org/drawingml/2006/main" noGrp="1"/>
          </p:cNvSpPr>
          <p:nvPr/>
        </p:nvSpPr>
        <p:spPr>
          <a:xfrm xmlns:a="http://schemas.openxmlformats.org/drawingml/2006/main">
            <a:off x="381000" y="209550"/>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ASR-QA-v6</a:t>
            </a:r>
          </a:p>
        </p:txBody>
      </p:sp>
      <p:sp>
        <p:nvSpPr>
          <p:cNvPr id="2" name="dp41-v5-qa-detail / n2">
            <a:extLst xmlns:a="http://schemas.openxmlformats.org/drawingml/2006/main">
              <a:ext uri="{FF2B5EF4-FFF2-40B4-BE49-F238E27FC236}">
                <a16:creationId xmlns:a16="http://schemas.microsoft.com/office/drawing/2014/main" id="{FB2F4E26-DEDF-431D-AEED-4298180C40C8}"/>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04-41. 모델 판단 반복과 코드 해결 반복 / ASR-QA 평가</a:t>
            </a:r>
          </a:p>
        </p:txBody>
      </p:sp>
      <p:sp>
        <p:nvSpPr>
          <p:cNvPr id="3" name="dp41-v5-qa-detail / n3">
            <a:extLst xmlns:a="http://schemas.openxmlformats.org/drawingml/2006/main">
              <a:ext uri="{FF2B5EF4-FFF2-40B4-BE49-F238E27FC236}">
                <a16:creationId xmlns:a16="http://schemas.microsoft.com/office/drawing/2014/main" id="{9F313021-2ABF-4071-8249-954023AE21FE}"/>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1-v5-qa-detail / n4">
            <a:extLst xmlns:a="http://schemas.openxmlformats.org/drawingml/2006/main">
              <a:ext uri="{FF2B5EF4-FFF2-40B4-BE49-F238E27FC236}">
                <a16:creationId xmlns:a16="http://schemas.microsoft.com/office/drawing/2014/main" id="{ED91EBDD-DBD7-4722-9F01-F7D53B912430}"/>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P21 전체 5회: 630개 채점 조건, 135반응, 95요청 처리. 비용과 메모리는 전체 활동을 포함한다.</a:t>
            </a:r>
          </a:p>
        </p:txBody>
      </p:sp>
      <p:sp>
        <p:nvSpPr>
          <p:cNvPr id="5" name="dp41-v5-qa-detail / n5">
            <a:extLst xmlns:a="http://schemas.openxmlformats.org/drawingml/2006/main">
              <a:ext uri="{FF2B5EF4-FFF2-40B4-BE49-F238E27FC236}">
                <a16:creationId xmlns:a16="http://schemas.microsoft.com/office/drawing/2014/main" id="{01C78F1B-3135-42C1-8D9F-C267483E07E6}"/>
              </a:ext>
            </a:extLst>
          </p:cNvPr>
          <p:cNvSpPr>
            <a:spLocks xmlns:a="http://schemas.openxmlformats.org/drawingml/2006/main" noGrp="1"/>
          </p:cNvSpPr>
          <p:nvPr/>
        </p:nvSpPr>
        <p:spPr>
          <a:xfrm xmlns:a="http://schemas.openxmlformats.org/drawingml/2006/main">
            <a:off x="381000" y="1762125"/>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A/B 전체 값과 0–6점 등급은 평가 전. 아래 지역 계산과 메모리 예산은 작성자 가정이다.</a:t>
            </a:r>
          </a:p>
        </p:txBody>
      </p:sp>
      <p:sp>
        <p:nvSpPr>
          <p:cNvPr id="6" name="dp41-v5-qa-detail / n6">
            <a:extLst xmlns:a="http://schemas.openxmlformats.org/drawingml/2006/main">
              <a:ext uri="{FF2B5EF4-FFF2-40B4-BE49-F238E27FC236}">
                <a16:creationId xmlns:a16="http://schemas.microsoft.com/office/drawing/2014/main" id="{5424F279-7F9F-46D8-A80B-4D8B6108684C}"/>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7" name="dp41-v5-qa-detail / n7">
            <a:extLst xmlns:a="http://schemas.openxmlformats.org/drawingml/2006/main">
              <a:ext uri="{FF2B5EF4-FFF2-40B4-BE49-F238E27FC236}">
                <a16:creationId xmlns:a16="http://schemas.microsoft.com/office/drawing/2014/main" id="{96FE9AC4-2CD5-491C-9E34-DEC45EEA213E}"/>
              </a:ext>
            </a:extLst>
          </p:cNvPr>
          <p:cNvSpPr>
            <a:spLocks xmlns:a="http://schemas.openxmlformats.org/drawingml/2006/main" noGrp="1"/>
          </p:cNvSpPr>
          <p:nvPr/>
        </p:nvSpPr>
        <p:spPr>
          <a:xfrm xmlns:a="http://schemas.openxmlformats.org/drawingml/2006/main">
            <a:off x="533400" y="2238375"/>
            <a:ext cx="25146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8" name="dp41-v5-qa-detail / n8">
            <a:extLst xmlns:a="http://schemas.openxmlformats.org/drawingml/2006/main">
              <a:ext uri="{FF2B5EF4-FFF2-40B4-BE49-F238E27FC236}">
                <a16:creationId xmlns:a16="http://schemas.microsoft.com/office/drawing/2014/main" id="{CD03384D-41D6-4B73-BF10-ECAB9FEB388E}"/>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모델 주도 해석</a:t>
            </a:r>
          </a:p>
        </p:txBody>
      </p:sp>
      <p:sp>
        <p:nvSpPr>
          <p:cNvPr id="9" name="dp41-v5-qa-detail / n9">
            <a:extLst xmlns:a="http://schemas.openxmlformats.org/drawingml/2006/main">
              <a:ext uri="{FF2B5EF4-FFF2-40B4-BE49-F238E27FC236}">
                <a16:creationId xmlns:a16="http://schemas.microsoft.com/office/drawing/2014/main" id="{05392FFF-06A5-434D-AED4-365099BA5FCE}"/>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모델 요청 틀과 코드 주도 완성</a:t>
            </a:r>
          </a:p>
        </p:txBody>
      </p:sp>
      <p:sp>
        <p:nvSpPr>
          <p:cNvPr id="10" name="dp41-v5-qa-detail / n10">
            <a:extLst xmlns:a="http://schemas.openxmlformats.org/drawingml/2006/main">
              <a:ext uri="{FF2B5EF4-FFF2-40B4-BE49-F238E27FC236}">
                <a16:creationId xmlns:a16="http://schemas.microsoft.com/office/drawing/2014/main" id="{1E04C870-A9B5-45DA-85DA-62F2610A15B7}"/>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차이 판단</a:t>
            </a:r>
          </a:p>
        </p:txBody>
      </p:sp>
      <p:sp>
        <p:nvSpPr>
          <p:cNvPr id="11" name="dp41-v5-qa-detail / n11">
            <a:extLst xmlns:a="http://schemas.openxmlformats.org/drawingml/2006/main">
              <a:ext uri="{FF2B5EF4-FFF2-40B4-BE49-F238E27FC236}">
                <a16:creationId xmlns:a16="http://schemas.microsoft.com/office/drawing/2014/main" id="{11EE1F00-A7B3-4A7F-95A4-B40D705F462B}"/>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 name="dp41-v5-qa-detail / n12">
            <a:extLst xmlns:a="http://schemas.openxmlformats.org/drawingml/2006/main">
              <a:ext uri="{FF2B5EF4-FFF2-40B4-BE49-F238E27FC236}">
                <a16:creationId xmlns:a16="http://schemas.microsoft.com/office/drawing/2014/main" id="{A4E23A7C-19C4-4814-8EDD-E7CD421478DD}"/>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13" name="dp41-v5-qa-detail / n13">
            <a:extLst xmlns:a="http://schemas.openxmlformats.org/drawingml/2006/main">
              <a:ext uri="{FF2B5EF4-FFF2-40B4-BE49-F238E27FC236}">
                <a16:creationId xmlns:a16="http://schemas.microsoft.com/office/drawing/2014/main" id="{365212E8-C15F-4126-A24C-98D0659B4FFC}"/>
              </a:ext>
            </a:extLst>
          </p:cNvPr>
          <p:cNvSpPr>
            <a:spLocks xmlns:a="http://schemas.openxmlformats.org/drawingml/2006/main" noGrp="1"/>
          </p:cNvSpPr>
          <p:nvPr/>
        </p:nvSpPr>
        <p:spPr>
          <a:xfrm xmlns:a="http://schemas.openxmlformats.org/drawingml/2006/main">
            <a:off x="533400" y="30575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≥98%, 618/630</a:t>
            </a:r>
          </a:p>
        </p:txBody>
      </p:sp>
      <p:sp>
        <p:nvSpPr>
          <p:cNvPr id="14" name="dp41-v5-qa-detail / n14">
            <a:extLst xmlns:a="http://schemas.openxmlformats.org/drawingml/2006/main">
              <a:ext uri="{FF2B5EF4-FFF2-40B4-BE49-F238E27FC236}">
                <a16:creationId xmlns:a16="http://schemas.microsoft.com/office/drawing/2014/main" id="{95EDCD3E-09F8-4F25-85E2-136AB51D11A3}"/>
              </a:ext>
            </a:extLst>
          </p:cNvPr>
          <p:cNvSpPr>
            <a:spLocks xmlns:a="http://schemas.openxmlformats.org/drawingml/2006/main" noGrp="1"/>
          </p:cNvSpPr>
          <p:nvPr/>
        </p:nvSpPr>
        <p:spPr>
          <a:xfrm xmlns:a="http://schemas.openxmlformats.org/drawingml/2006/main">
            <a:off x="345757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5" name="dp41-v5-qa-detail / n15">
            <a:extLst xmlns:a="http://schemas.openxmlformats.org/drawingml/2006/main">
              <a:ext uri="{FF2B5EF4-FFF2-40B4-BE49-F238E27FC236}">
                <a16:creationId xmlns:a16="http://schemas.microsoft.com/office/drawing/2014/main" id="{D9B35B9F-7864-40FC-BF20-DAB201DFB25F}"/>
              </a:ext>
            </a:extLst>
          </p:cNvPr>
          <p:cNvSpPr>
            <a:spLocks xmlns:a="http://schemas.openxmlformats.org/drawingml/2006/main" noGrp="1"/>
          </p:cNvSpPr>
          <p:nvPr/>
        </p:nvSpPr>
        <p:spPr>
          <a:xfrm xmlns:a="http://schemas.openxmlformats.org/drawingml/2006/main">
            <a:off x="345757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전체 의미 결합과 부분 갱신</a:t>
            </a:r>
          </a:p>
        </p:txBody>
      </p:sp>
      <p:sp>
        <p:nvSpPr>
          <p:cNvPr id="16" name="dp41-v5-qa-detail / n16">
            <a:extLst xmlns:a="http://schemas.openxmlformats.org/drawingml/2006/main">
              <a:ext uri="{FF2B5EF4-FFF2-40B4-BE49-F238E27FC236}">
                <a16:creationId xmlns:a16="http://schemas.microsoft.com/office/drawing/2014/main" id="{B4301635-3C58-4EE8-A32C-C28B0741BCB9}"/>
              </a:ext>
            </a:extLst>
          </p:cNvPr>
          <p:cNvSpPr>
            <a:spLocks xmlns:a="http://schemas.openxmlformats.org/drawingml/2006/main" noGrp="1"/>
          </p:cNvSpPr>
          <p:nvPr/>
        </p:nvSpPr>
        <p:spPr>
          <a:xfrm xmlns:a="http://schemas.openxmlformats.org/drawingml/2006/main">
            <a:off x="964882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7" name="dp41-v5-qa-detail / n17">
            <a:extLst xmlns:a="http://schemas.openxmlformats.org/drawingml/2006/main">
              <a:ext uri="{FF2B5EF4-FFF2-40B4-BE49-F238E27FC236}">
                <a16:creationId xmlns:a16="http://schemas.microsoft.com/office/drawing/2014/main" id="{626E752F-29B4-4EFB-8601-4B0DD150A2BC}"/>
              </a:ext>
            </a:extLst>
          </p:cNvPr>
          <p:cNvSpPr>
            <a:spLocks xmlns:a="http://schemas.openxmlformats.org/drawingml/2006/main" noGrp="1"/>
          </p:cNvSpPr>
          <p:nvPr/>
        </p:nvSpPr>
        <p:spPr>
          <a:xfrm xmlns:a="http://schemas.openxmlformats.org/drawingml/2006/main">
            <a:off x="964882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요청 틀의 표현 범위와 부분 결합</a:t>
            </a:r>
          </a:p>
        </p:txBody>
      </p:sp>
      <p:sp>
        <p:nvSpPr>
          <p:cNvPr id="18" name="dp41-v5-qa-detail / n18">
            <a:extLst xmlns:a="http://schemas.openxmlformats.org/drawingml/2006/main">
              <a:ext uri="{FF2B5EF4-FFF2-40B4-BE49-F238E27FC236}">
                <a16:creationId xmlns:a16="http://schemas.microsoft.com/office/drawing/2014/main" id="{EB9F4260-0BE9-4853-949F-161BCAA45BAB}"/>
              </a:ext>
            </a:extLst>
          </p:cNvPr>
          <p:cNvSpPr>
            <a:spLocks xmlns:a="http://schemas.openxmlformats.org/drawingml/2006/main" noGrp="1"/>
          </p:cNvSpPr>
          <p:nvPr/>
        </p:nvSpPr>
        <p:spPr>
          <a:xfrm xmlns:a="http://schemas.openxmlformats.org/drawingml/2006/main">
            <a:off x="15801975" y="27241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19" name="dp41-v5-qa-detail / n19">
            <a:extLst xmlns:a="http://schemas.openxmlformats.org/drawingml/2006/main">
              <a:ext uri="{FF2B5EF4-FFF2-40B4-BE49-F238E27FC236}">
                <a16:creationId xmlns:a16="http://schemas.microsoft.com/office/drawing/2014/main" id="{A39E54C1-EE94-463C-AA90-1454391871ED}"/>
              </a:ext>
            </a:extLst>
          </p:cNvPr>
          <p:cNvSpPr>
            <a:spLocks xmlns:a="http://schemas.openxmlformats.org/drawingml/2006/main" noGrp="1"/>
          </p:cNvSpPr>
          <p:nvPr/>
        </p:nvSpPr>
        <p:spPr>
          <a:xfrm xmlns:a="http://schemas.openxmlformats.org/drawingml/2006/main">
            <a:off x="15801975" y="31051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1%p</a:t>
            </a:r>
          </a:p>
        </p:txBody>
      </p:sp>
      <p:sp>
        <p:nvSpPr>
          <p:cNvPr id="20" name="dp41-v5-qa-detail / n20">
            <a:extLst xmlns:a="http://schemas.openxmlformats.org/drawingml/2006/main">
              <a:ext uri="{FF2B5EF4-FFF2-40B4-BE49-F238E27FC236}">
                <a16:creationId xmlns:a16="http://schemas.microsoft.com/office/drawing/2014/main" id="{9AE31550-93AF-4283-853B-B5DB4DA25740}"/>
              </a:ext>
            </a:extLst>
          </p:cNvPr>
          <p:cNvSpPr>
            <a:spLocks xmlns:a="http://schemas.openxmlformats.org/drawingml/2006/main" noGrp="1"/>
          </p:cNvSpPr>
          <p:nvPr/>
        </p:nvSpPr>
        <p:spPr>
          <a:xfrm xmlns:a="http://schemas.openxmlformats.org/drawingml/2006/main">
            <a:off x="15801975" y="33432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21" name="dp41-v5-qa-detail / n21">
            <a:extLst xmlns:a="http://schemas.openxmlformats.org/drawingml/2006/main">
              <a:ext uri="{FF2B5EF4-FFF2-40B4-BE49-F238E27FC236}">
                <a16:creationId xmlns:a16="http://schemas.microsoft.com/office/drawing/2014/main" id="{1D817D02-4DD9-4437-BC4A-15BF63F8D539}"/>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2" name="dp41-v5-qa-detail / n22">
            <a:extLst xmlns:a="http://schemas.openxmlformats.org/drawingml/2006/main">
              <a:ext uri="{FF2B5EF4-FFF2-40B4-BE49-F238E27FC236}">
                <a16:creationId xmlns:a16="http://schemas.microsoft.com/office/drawing/2014/main" id="{11AB8B1B-6BE3-4C5A-A30F-E5BDE0878BA4}"/>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23" name="dp41-v5-qa-detail / n23">
            <a:extLst xmlns:a="http://schemas.openxmlformats.org/drawingml/2006/main">
              <a:ext uri="{FF2B5EF4-FFF2-40B4-BE49-F238E27FC236}">
                <a16:creationId xmlns:a16="http://schemas.microsoft.com/office/drawing/2014/main" id="{CEEAB85B-A4A0-4F5D-B3BC-777A47A60D28}"/>
              </a:ext>
            </a:extLst>
          </p:cNvPr>
          <p:cNvSpPr>
            <a:spLocks xmlns:a="http://schemas.openxmlformats.org/drawingml/2006/main" noGrp="1"/>
          </p:cNvSpPr>
          <p:nvPr/>
        </p:nvSpPr>
        <p:spPr>
          <a:xfrm xmlns:a="http://schemas.openxmlformats.org/drawingml/2006/main">
            <a:off x="533400" y="40576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≤1초, stop ≤0.1초</a:t>
            </a:r>
          </a:p>
        </p:txBody>
      </p:sp>
      <p:sp>
        <p:nvSpPr>
          <p:cNvPr id="24" name="dp41-v5-qa-detail / n24">
            <a:extLst xmlns:a="http://schemas.openxmlformats.org/drawingml/2006/main">
              <a:ext uri="{FF2B5EF4-FFF2-40B4-BE49-F238E27FC236}">
                <a16:creationId xmlns:a16="http://schemas.microsoft.com/office/drawing/2014/main" id="{8CAFBBEB-1B15-420B-B77A-1E6DE6BD56E8}"/>
              </a:ext>
            </a:extLst>
          </p:cNvPr>
          <p:cNvSpPr>
            <a:spLocks xmlns:a="http://schemas.openxmlformats.org/drawingml/2006/main" noGrp="1"/>
          </p:cNvSpPr>
          <p:nvPr/>
        </p:nvSpPr>
        <p:spPr>
          <a:xfrm xmlns:a="http://schemas.openxmlformats.org/drawingml/2006/main">
            <a:off x="345757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5" name="dp41-v5-qa-detail / n25">
            <a:extLst xmlns:a="http://schemas.openxmlformats.org/drawingml/2006/main">
              <a:ext uri="{FF2B5EF4-FFF2-40B4-BE49-F238E27FC236}">
                <a16:creationId xmlns:a16="http://schemas.microsoft.com/office/drawing/2014/main" id="{03117806-D11F-4A9C-91D2-6CBF24CAD438}"/>
              </a:ext>
            </a:extLst>
          </p:cNvPr>
          <p:cNvSpPr>
            <a:spLocks xmlns:a="http://schemas.openxmlformats.org/drawingml/2006/main" noGrp="1"/>
          </p:cNvSpPr>
          <p:nvPr/>
        </p:nvSpPr>
        <p:spPr>
          <a:xfrm xmlns:a="http://schemas.openxmlformats.org/drawingml/2006/main">
            <a:off x="345757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조회 후 재판단과 실제 첫 반응</a:t>
            </a:r>
          </a:p>
        </p:txBody>
      </p:sp>
      <p:sp>
        <p:nvSpPr>
          <p:cNvPr id="26" name="dp41-v5-qa-detail / n26">
            <a:extLst xmlns:a="http://schemas.openxmlformats.org/drawingml/2006/main">
              <a:ext uri="{FF2B5EF4-FFF2-40B4-BE49-F238E27FC236}">
                <a16:creationId xmlns:a16="http://schemas.microsoft.com/office/drawing/2014/main" id="{3E334E8B-52A5-41AD-AD4F-A39F56F90AE0}"/>
              </a:ext>
            </a:extLst>
          </p:cNvPr>
          <p:cNvSpPr>
            <a:spLocks xmlns:a="http://schemas.openxmlformats.org/drawingml/2006/main" noGrp="1"/>
          </p:cNvSpPr>
          <p:nvPr/>
        </p:nvSpPr>
        <p:spPr>
          <a:xfrm xmlns:a="http://schemas.openxmlformats.org/drawingml/2006/main">
            <a:off x="964882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7" name="dp41-v5-qa-detail / n27">
            <a:extLst xmlns:a="http://schemas.openxmlformats.org/drawingml/2006/main">
              <a:ext uri="{FF2B5EF4-FFF2-40B4-BE49-F238E27FC236}">
                <a16:creationId xmlns:a16="http://schemas.microsoft.com/office/drawing/2014/main" id="{833C0D10-90E5-4B5A-8490-4188220065F9}"/>
              </a:ext>
            </a:extLst>
          </p:cNvPr>
          <p:cNvSpPr>
            <a:spLocks xmlns:a="http://schemas.openxmlformats.org/drawingml/2006/main" noGrp="1"/>
          </p:cNvSpPr>
          <p:nvPr/>
        </p:nvSpPr>
        <p:spPr>
          <a:xfrm xmlns:a="http://schemas.openxmlformats.org/drawingml/2006/main">
            <a:off x="964882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지원 항목의 코드 해결과 추가 해석</a:t>
            </a:r>
          </a:p>
        </p:txBody>
      </p:sp>
      <p:sp>
        <p:nvSpPr>
          <p:cNvPr id="28" name="dp41-v5-qa-detail / n28">
            <a:extLst xmlns:a="http://schemas.openxmlformats.org/drawingml/2006/main">
              <a:ext uri="{FF2B5EF4-FFF2-40B4-BE49-F238E27FC236}">
                <a16:creationId xmlns:a16="http://schemas.microsoft.com/office/drawing/2014/main" id="{A695B8AC-18D4-4BCD-94BC-1E1413437B91}"/>
              </a:ext>
            </a:extLst>
          </p:cNvPr>
          <p:cNvSpPr>
            <a:spLocks xmlns:a="http://schemas.openxmlformats.org/drawingml/2006/main" noGrp="1"/>
          </p:cNvSpPr>
          <p:nvPr/>
        </p:nvSpPr>
        <p:spPr>
          <a:xfrm xmlns:a="http://schemas.openxmlformats.org/drawingml/2006/main">
            <a:off x="15801975" y="37242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29" name="dp41-v5-qa-detail / n29">
            <a:extLst xmlns:a="http://schemas.openxmlformats.org/drawingml/2006/main">
              <a:ext uri="{FF2B5EF4-FFF2-40B4-BE49-F238E27FC236}">
                <a16:creationId xmlns:a16="http://schemas.microsoft.com/office/drawing/2014/main" id="{A753891C-CA7C-4C99-A649-7FD20CDAEC68}"/>
              </a:ext>
            </a:extLst>
          </p:cNvPr>
          <p:cNvSpPr>
            <a:spLocks xmlns:a="http://schemas.openxmlformats.org/drawingml/2006/main" noGrp="1"/>
          </p:cNvSpPr>
          <p:nvPr/>
        </p:nvSpPr>
        <p:spPr>
          <a:xfrm xmlns:a="http://schemas.openxmlformats.org/drawingml/2006/main">
            <a:off x="15801975" y="41052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0.10초</a:t>
            </a:r>
          </a:p>
        </p:txBody>
      </p:sp>
      <p:sp>
        <p:nvSpPr>
          <p:cNvPr id="30" name="dp41-v5-qa-detail / n30">
            <a:extLst xmlns:a="http://schemas.openxmlformats.org/drawingml/2006/main">
              <a:ext uri="{FF2B5EF4-FFF2-40B4-BE49-F238E27FC236}">
                <a16:creationId xmlns:a16="http://schemas.microsoft.com/office/drawing/2014/main" id="{60AA3BF6-60B1-4686-BE89-932723CAFDB5}"/>
              </a:ext>
            </a:extLst>
          </p:cNvPr>
          <p:cNvSpPr>
            <a:spLocks xmlns:a="http://schemas.openxmlformats.org/drawingml/2006/main" noGrp="1"/>
          </p:cNvSpPr>
          <p:nvPr/>
        </p:nvSpPr>
        <p:spPr>
          <a:xfrm xmlns:a="http://schemas.openxmlformats.org/drawingml/2006/main">
            <a:off x="15801975" y="43434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31" name="dp41-v5-qa-detail / n31">
            <a:extLst xmlns:a="http://schemas.openxmlformats.org/drawingml/2006/main">
              <a:ext uri="{FF2B5EF4-FFF2-40B4-BE49-F238E27FC236}">
                <a16:creationId xmlns:a16="http://schemas.microsoft.com/office/drawing/2014/main" id="{FAD9AEF8-F9F3-4F75-A4F5-1E92322F7B45}"/>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 name="dp41-v5-qa-detail / n32">
            <a:extLst xmlns:a="http://schemas.openxmlformats.org/drawingml/2006/main">
              <a:ext uri="{FF2B5EF4-FFF2-40B4-BE49-F238E27FC236}">
                <a16:creationId xmlns:a16="http://schemas.microsoft.com/office/drawing/2014/main" id="{23018098-10C5-4ABF-954D-ACD77D3D66DE}"/>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33" name="dp41-v5-qa-detail / n33">
            <a:extLst xmlns:a="http://schemas.openxmlformats.org/drawingml/2006/main">
              <a:ext uri="{FF2B5EF4-FFF2-40B4-BE49-F238E27FC236}">
                <a16:creationId xmlns:a16="http://schemas.microsoft.com/office/drawing/2014/main" id="{92536FD1-CDC0-49D3-A82E-3DFB89976E88}"/>
              </a:ext>
            </a:extLst>
          </p:cNvPr>
          <p:cNvSpPr>
            <a:spLocks xmlns:a="http://schemas.openxmlformats.org/drawingml/2006/main" noGrp="1"/>
          </p:cNvSpPr>
          <p:nvPr/>
        </p:nvSpPr>
        <p:spPr>
          <a:xfrm xmlns:a="http://schemas.openxmlformats.org/drawingml/2006/main">
            <a:off x="533400" y="505777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≤10초</a:t>
            </a:r>
          </a:p>
        </p:txBody>
      </p:sp>
      <p:sp>
        <p:nvSpPr>
          <p:cNvPr id="34" name="dp41-v5-qa-detail / n34">
            <a:extLst xmlns:a="http://schemas.openxmlformats.org/drawingml/2006/main">
              <a:ext uri="{FF2B5EF4-FFF2-40B4-BE49-F238E27FC236}">
                <a16:creationId xmlns:a16="http://schemas.microsoft.com/office/drawing/2014/main" id="{6F131799-EB0C-4FA9-915C-B519F1E4378B}"/>
              </a:ext>
            </a:extLst>
          </p:cNvPr>
          <p:cNvSpPr>
            <a:spLocks xmlns:a="http://schemas.openxmlformats.org/drawingml/2006/main" noGrp="1"/>
          </p:cNvSpPr>
          <p:nvPr/>
        </p:nvSpPr>
        <p:spPr>
          <a:xfrm xmlns:a="http://schemas.openxmlformats.org/drawingml/2006/main">
            <a:off x="345757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5" name="dp41-v5-qa-detail / n35">
            <a:extLst xmlns:a="http://schemas.openxmlformats.org/drawingml/2006/main">
              <a:ext uri="{FF2B5EF4-FFF2-40B4-BE49-F238E27FC236}">
                <a16:creationId xmlns:a16="http://schemas.microsoft.com/office/drawing/2014/main" id="{1A3AB1B8-A2C2-4EAB-9963-556C87A09575}"/>
              </a:ext>
            </a:extLst>
          </p:cNvPr>
          <p:cNvSpPr>
            <a:spLocks xmlns:a="http://schemas.openxmlformats.org/drawingml/2006/main" noGrp="1"/>
          </p:cNvSpPr>
          <p:nvPr/>
        </p:nvSpPr>
        <p:spPr>
          <a:xfrm xmlns:a="http://schemas.openxmlformats.org/drawingml/2006/main">
            <a:off x="345757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조회와 전체 판단의 반복 경로</a:t>
            </a:r>
          </a:p>
        </p:txBody>
      </p:sp>
      <p:sp>
        <p:nvSpPr>
          <p:cNvPr id="36" name="dp41-v5-qa-detail / n36">
            <a:extLst xmlns:a="http://schemas.openxmlformats.org/drawingml/2006/main">
              <a:ext uri="{FF2B5EF4-FFF2-40B4-BE49-F238E27FC236}">
                <a16:creationId xmlns:a16="http://schemas.microsoft.com/office/drawing/2014/main" id="{87AE9212-D168-4CD6-8522-44C2CE49B86D}"/>
              </a:ext>
            </a:extLst>
          </p:cNvPr>
          <p:cNvSpPr>
            <a:spLocks xmlns:a="http://schemas.openxmlformats.org/drawingml/2006/main" noGrp="1"/>
          </p:cNvSpPr>
          <p:nvPr/>
        </p:nvSpPr>
        <p:spPr>
          <a:xfrm xmlns:a="http://schemas.openxmlformats.org/drawingml/2006/main">
            <a:off x="964882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7" name="dp41-v5-qa-detail / n37">
            <a:extLst xmlns:a="http://schemas.openxmlformats.org/drawingml/2006/main">
              <a:ext uri="{FF2B5EF4-FFF2-40B4-BE49-F238E27FC236}">
                <a16:creationId xmlns:a16="http://schemas.microsoft.com/office/drawing/2014/main" id="{BEF72A28-F5CC-467A-8CD3-D86A66FEEE45}"/>
              </a:ext>
            </a:extLst>
          </p:cNvPr>
          <p:cNvSpPr>
            <a:spLocks xmlns:a="http://schemas.openxmlformats.org/drawingml/2006/main" noGrp="1"/>
          </p:cNvSpPr>
          <p:nvPr/>
        </p:nvSpPr>
        <p:spPr>
          <a:xfrm xmlns:a="http://schemas.openxmlformats.org/drawingml/2006/main">
            <a:off x="964882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항목별 해결과 코드 결합 경로</a:t>
            </a:r>
          </a:p>
        </p:txBody>
      </p:sp>
      <p:sp>
        <p:nvSpPr>
          <p:cNvPr id="38" name="dp41-v5-qa-detail / n38">
            <a:extLst xmlns:a="http://schemas.openxmlformats.org/drawingml/2006/main">
              <a:ext uri="{FF2B5EF4-FFF2-40B4-BE49-F238E27FC236}">
                <a16:creationId xmlns:a16="http://schemas.microsoft.com/office/drawing/2014/main" id="{B0C63B51-D0F4-4BD3-BB13-B778156DAF71}"/>
              </a:ext>
            </a:extLst>
          </p:cNvPr>
          <p:cNvSpPr>
            <a:spLocks xmlns:a="http://schemas.openxmlformats.org/drawingml/2006/main" noGrp="1"/>
          </p:cNvSpPr>
          <p:nvPr/>
        </p:nvSpPr>
        <p:spPr>
          <a:xfrm xmlns:a="http://schemas.openxmlformats.org/drawingml/2006/main">
            <a:off x="15801975" y="47244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39" name="dp41-v5-qa-detail / n39">
            <a:extLst xmlns:a="http://schemas.openxmlformats.org/drawingml/2006/main">
              <a:ext uri="{FF2B5EF4-FFF2-40B4-BE49-F238E27FC236}">
                <a16:creationId xmlns:a16="http://schemas.microsoft.com/office/drawing/2014/main" id="{789C8266-A37B-4E1B-9732-337622BC9CB5}"/>
              </a:ext>
            </a:extLst>
          </p:cNvPr>
          <p:cNvSpPr>
            <a:spLocks xmlns:a="http://schemas.openxmlformats.org/drawingml/2006/main" noGrp="1"/>
          </p:cNvSpPr>
          <p:nvPr/>
        </p:nvSpPr>
        <p:spPr>
          <a:xfrm xmlns:a="http://schemas.openxmlformats.org/drawingml/2006/main">
            <a:off x="15801975" y="510540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0.50초</a:t>
            </a:r>
          </a:p>
        </p:txBody>
      </p:sp>
      <p:sp>
        <p:nvSpPr>
          <p:cNvPr id="40" name="dp41-v5-qa-detail / n40">
            <a:extLst xmlns:a="http://schemas.openxmlformats.org/drawingml/2006/main">
              <a:ext uri="{FF2B5EF4-FFF2-40B4-BE49-F238E27FC236}">
                <a16:creationId xmlns:a16="http://schemas.microsoft.com/office/drawing/2014/main" id="{7AA0AD33-271A-435F-A499-A6D61376514D}"/>
              </a:ext>
            </a:extLst>
          </p:cNvPr>
          <p:cNvSpPr>
            <a:spLocks xmlns:a="http://schemas.openxmlformats.org/drawingml/2006/main" noGrp="1"/>
          </p:cNvSpPr>
          <p:nvPr/>
        </p:nvSpPr>
        <p:spPr>
          <a:xfrm xmlns:a="http://schemas.openxmlformats.org/drawingml/2006/main">
            <a:off x="15801975" y="534352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41" name="dp41-v5-qa-detail / n41">
            <a:extLst xmlns:a="http://schemas.openxmlformats.org/drawingml/2006/main">
              <a:ext uri="{FF2B5EF4-FFF2-40B4-BE49-F238E27FC236}">
                <a16:creationId xmlns:a16="http://schemas.microsoft.com/office/drawing/2014/main" id="{E4460410-FB0F-446D-89C3-1D8DA20314D6}"/>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2" name="dp41-v5-qa-detail / n42">
            <a:extLst xmlns:a="http://schemas.openxmlformats.org/drawingml/2006/main">
              <a:ext uri="{FF2B5EF4-FFF2-40B4-BE49-F238E27FC236}">
                <a16:creationId xmlns:a16="http://schemas.microsoft.com/office/drawing/2014/main" id="{9853EA94-EDF2-4D17-9816-D2ECFAAF67AE}"/>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43" name="dp41-v5-qa-detail / n43">
            <a:extLst xmlns:a="http://schemas.openxmlformats.org/drawingml/2006/main">
              <a:ext uri="{FF2B5EF4-FFF2-40B4-BE49-F238E27FC236}">
                <a16:creationId xmlns:a16="http://schemas.microsoft.com/office/drawing/2014/main" id="{1DFBFFC3-61CB-4A0F-980E-D594917871D7}"/>
              </a:ext>
            </a:extLst>
          </p:cNvPr>
          <p:cNvSpPr>
            <a:spLocks xmlns:a="http://schemas.openxmlformats.org/drawingml/2006/main" noGrp="1"/>
          </p:cNvSpPr>
          <p:nvPr/>
        </p:nvSpPr>
        <p:spPr>
          <a:xfrm xmlns:a="http://schemas.openxmlformats.org/drawingml/2006/main">
            <a:off x="533400" y="605790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≤$0.50/P21</a:t>
            </a:r>
          </a:p>
        </p:txBody>
      </p:sp>
      <p:sp>
        <p:nvSpPr>
          <p:cNvPr id="44" name="dp41-v5-qa-detail / n44">
            <a:extLst xmlns:a="http://schemas.openxmlformats.org/drawingml/2006/main">
              <a:ext uri="{FF2B5EF4-FFF2-40B4-BE49-F238E27FC236}">
                <a16:creationId xmlns:a16="http://schemas.microsoft.com/office/drawing/2014/main" id="{EAD89BA1-DD8F-4D44-B68B-BC088280F17B}"/>
              </a:ext>
            </a:extLst>
          </p:cNvPr>
          <p:cNvSpPr>
            <a:spLocks xmlns:a="http://schemas.openxmlformats.org/drawingml/2006/main" noGrp="1"/>
          </p:cNvSpPr>
          <p:nvPr/>
        </p:nvSpPr>
        <p:spPr>
          <a:xfrm xmlns:a="http://schemas.openxmlformats.org/drawingml/2006/main">
            <a:off x="345757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5" name="dp41-v5-qa-detail / n45">
            <a:extLst xmlns:a="http://schemas.openxmlformats.org/drawingml/2006/main">
              <a:ext uri="{FF2B5EF4-FFF2-40B4-BE49-F238E27FC236}">
                <a16:creationId xmlns:a16="http://schemas.microsoft.com/office/drawing/2014/main" id="{F122833A-6DE3-4CE4-880A-FEE2C2530DDE}"/>
              </a:ext>
            </a:extLst>
          </p:cNvPr>
          <p:cNvSpPr>
            <a:spLocks xmlns:a="http://schemas.openxmlformats.org/drawingml/2006/main" noGrp="1"/>
          </p:cNvSpPr>
          <p:nvPr/>
        </p:nvSpPr>
        <p:spPr>
          <a:xfrm xmlns:a="http://schemas.openxmlformats.org/drawingml/2006/main">
            <a:off x="345757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실제 재판단 token과 폐기 청구</a:t>
            </a:r>
          </a:p>
        </p:txBody>
      </p:sp>
      <p:sp>
        <p:nvSpPr>
          <p:cNvPr id="46" name="dp41-v5-qa-detail / n46">
            <a:extLst xmlns:a="http://schemas.openxmlformats.org/drawingml/2006/main">
              <a:ext uri="{FF2B5EF4-FFF2-40B4-BE49-F238E27FC236}">
                <a16:creationId xmlns:a16="http://schemas.microsoft.com/office/drawing/2014/main" id="{5032F526-9BB0-4F06-8607-777CA7F8D8E1}"/>
              </a:ext>
            </a:extLst>
          </p:cNvPr>
          <p:cNvSpPr>
            <a:spLocks xmlns:a="http://schemas.openxmlformats.org/drawingml/2006/main" noGrp="1"/>
          </p:cNvSpPr>
          <p:nvPr/>
        </p:nvSpPr>
        <p:spPr>
          <a:xfrm xmlns:a="http://schemas.openxmlformats.org/drawingml/2006/main">
            <a:off x="964882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7" name="dp41-v5-qa-detail / n47">
            <a:extLst xmlns:a="http://schemas.openxmlformats.org/drawingml/2006/main">
              <a:ext uri="{FF2B5EF4-FFF2-40B4-BE49-F238E27FC236}">
                <a16:creationId xmlns:a16="http://schemas.microsoft.com/office/drawing/2014/main" id="{5D87B27D-CBD0-4367-B6AD-9DDA7638AB6A}"/>
              </a:ext>
            </a:extLst>
          </p:cNvPr>
          <p:cNvSpPr>
            <a:spLocks xmlns:a="http://schemas.openxmlformats.org/drawingml/2006/main" noGrp="1"/>
          </p:cNvSpPr>
          <p:nvPr/>
        </p:nvSpPr>
        <p:spPr>
          <a:xfrm xmlns:a="http://schemas.openxmlformats.org/drawingml/2006/main">
            <a:off x="964882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부분 해석 호출과 전체 청구</a:t>
            </a:r>
          </a:p>
        </p:txBody>
      </p:sp>
      <p:sp>
        <p:nvSpPr>
          <p:cNvPr id="48" name="dp41-v5-qa-detail / n48">
            <a:extLst xmlns:a="http://schemas.openxmlformats.org/drawingml/2006/main">
              <a:ext uri="{FF2B5EF4-FFF2-40B4-BE49-F238E27FC236}">
                <a16:creationId xmlns:a16="http://schemas.microsoft.com/office/drawing/2014/main" id="{989CA431-0137-498F-A11C-863F34A0068C}"/>
              </a:ext>
            </a:extLst>
          </p:cNvPr>
          <p:cNvSpPr>
            <a:spLocks xmlns:a="http://schemas.openxmlformats.org/drawingml/2006/main" noGrp="1"/>
          </p:cNvSpPr>
          <p:nvPr/>
        </p:nvSpPr>
        <p:spPr>
          <a:xfrm xmlns:a="http://schemas.openxmlformats.org/drawingml/2006/main">
            <a:off x="15801975" y="57245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49" name="dp41-v5-qa-detail / n49">
            <a:extLst xmlns:a="http://schemas.openxmlformats.org/drawingml/2006/main">
              <a:ext uri="{FF2B5EF4-FFF2-40B4-BE49-F238E27FC236}">
                <a16:creationId xmlns:a16="http://schemas.microsoft.com/office/drawing/2014/main" id="{8D7F4842-4C49-4BF5-A426-ACA9F13F7487}"/>
              </a:ext>
            </a:extLst>
          </p:cNvPr>
          <p:cNvSpPr>
            <a:spLocks xmlns:a="http://schemas.openxmlformats.org/drawingml/2006/main" noGrp="1"/>
          </p:cNvSpPr>
          <p:nvPr/>
        </p:nvSpPr>
        <p:spPr>
          <a:xfrm xmlns:a="http://schemas.openxmlformats.org/drawingml/2006/main">
            <a:off x="15801975" y="610552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$0.03/P21</a:t>
            </a:r>
          </a:p>
        </p:txBody>
      </p:sp>
      <p:sp>
        <p:nvSpPr>
          <p:cNvPr id="50" name="dp41-v5-qa-detail / n50">
            <a:extLst xmlns:a="http://schemas.openxmlformats.org/drawingml/2006/main">
              <a:ext uri="{FF2B5EF4-FFF2-40B4-BE49-F238E27FC236}">
                <a16:creationId xmlns:a16="http://schemas.microsoft.com/office/drawing/2014/main" id="{1F375650-F3F5-43A0-B87C-893D0B22E4B1}"/>
              </a:ext>
            </a:extLst>
          </p:cNvPr>
          <p:cNvSpPr>
            <a:spLocks xmlns:a="http://schemas.openxmlformats.org/drawingml/2006/main" noGrp="1"/>
          </p:cNvSpPr>
          <p:nvPr/>
        </p:nvSpPr>
        <p:spPr>
          <a:xfrm xmlns:a="http://schemas.openxmlformats.org/drawingml/2006/main">
            <a:off x="15801975" y="634365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51" name="dp41-v5-qa-detail / n51">
            <a:extLst xmlns:a="http://schemas.openxmlformats.org/drawingml/2006/main">
              <a:ext uri="{FF2B5EF4-FFF2-40B4-BE49-F238E27FC236}">
                <a16:creationId xmlns:a16="http://schemas.microsoft.com/office/drawing/2014/main" id="{0326F995-592C-4EA7-89BB-D8665B0187D0}"/>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52" name="dp41-v5-qa-detail / n52">
            <a:extLst xmlns:a="http://schemas.openxmlformats.org/drawingml/2006/main">
              <a:ext uri="{FF2B5EF4-FFF2-40B4-BE49-F238E27FC236}">
                <a16:creationId xmlns:a16="http://schemas.microsoft.com/office/drawing/2014/main" id="{5FBD2EF8-ABDD-4A7F-90DD-E73B38841A6A}"/>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53" name="dp41-v5-qa-detail / n53">
            <a:extLst xmlns:a="http://schemas.openxmlformats.org/drawingml/2006/main">
              <a:ext uri="{FF2B5EF4-FFF2-40B4-BE49-F238E27FC236}">
                <a16:creationId xmlns:a16="http://schemas.microsoft.com/office/drawing/2014/main" id="{00F9ACB1-AEB8-4DDC-A570-B11B563F78E0}"/>
              </a:ext>
            </a:extLst>
          </p:cNvPr>
          <p:cNvSpPr>
            <a:spLocks xmlns:a="http://schemas.openxmlformats.org/drawingml/2006/main" noGrp="1"/>
          </p:cNvSpPr>
          <p:nvPr/>
        </p:nvSpPr>
        <p:spPr>
          <a:xfrm xmlns:a="http://schemas.openxmlformats.org/drawingml/2006/main">
            <a:off x="533400" y="70580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≤3개, 과제별 ≤5개</a:t>
            </a:r>
          </a:p>
        </p:txBody>
      </p:sp>
      <p:sp>
        <p:nvSpPr>
          <p:cNvPr id="54" name="dp41-v5-qa-detail / n54">
            <a:extLst xmlns:a="http://schemas.openxmlformats.org/drawingml/2006/main">
              <a:ext uri="{FF2B5EF4-FFF2-40B4-BE49-F238E27FC236}">
                <a16:creationId xmlns:a16="http://schemas.microsoft.com/office/drawing/2014/main" id="{CA248064-BDD9-4053-9F5B-1197C5095192}"/>
              </a:ext>
            </a:extLst>
          </p:cNvPr>
          <p:cNvSpPr>
            <a:spLocks xmlns:a="http://schemas.openxmlformats.org/drawingml/2006/main" noGrp="1"/>
          </p:cNvSpPr>
          <p:nvPr/>
        </p:nvSpPr>
        <p:spPr>
          <a:xfrm xmlns:a="http://schemas.openxmlformats.org/drawingml/2006/main">
            <a:off x="345757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5" name="dp41-v5-qa-detail / n55">
            <a:extLst xmlns:a="http://schemas.openxmlformats.org/drawingml/2006/main">
              <a:ext uri="{FF2B5EF4-FFF2-40B4-BE49-F238E27FC236}">
                <a16:creationId xmlns:a16="http://schemas.microsoft.com/office/drawing/2014/main" id="{90063DDA-614C-4769-ADB9-E47903DC7896}"/>
              </a:ext>
            </a:extLst>
          </p:cNvPr>
          <p:cNvSpPr>
            <a:spLocks xmlns:a="http://schemas.openxmlformats.org/drawingml/2006/main" noGrp="1"/>
          </p:cNvSpPr>
          <p:nvPr/>
        </p:nvSpPr>
        <p:spPr>
          <a:xfrm xmlns:a="http://schemas.openxmlformats.org/drawingml/2006/main">
            <a:off x="345757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모델 지침과 검증의 실제 수정</a:t>
            </a:r>
          </a:p>
        </p:txBody>
      </p:sp>
      <p:sp>
        <p:nvSpPr>
          <p:cNvPr id="56" name="dp41-v5-qa-detail / n56">
            <a:extLst xmlns:a="http://schemas.openxmlformats.org/drawingml/2006/main">
              <a:ext uri="{FF2B5EF4-FFF2-40B4-BE49-F238E27FC236}">
                <a16:creationId xmlns:a16="http://schemas.microsoft.com/office/drawing/2014/main" id="{380F6604-581D-42E8-9EB4-15AB78E1D6BC}"/>
              </a:ext>
            </a:extLst>
          </p:cNvPr>
          <p:cNvSpPr>
            <a:spLocks xmlns:a="http://schemas.openxmlformats.org/drawingml/2006/main" noGrp="1"/>
          </p:cNvSpPr>
          <p:nvPr/>
        </p:nvSpPr>
        <p:spPr>
          <a:xfrm xmlns:a="http://schemas.openxmlformats.org/drawingml/2006/main">
            <a:off x="964882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7" name="dp41-v5-qa-detail / n57">
            <a:extLst xmlns:a="http://schemas.openxmlformats.org/drawingml/2006/main">
              <a:ext uri="{FF2B5EF4-FFF2-40B4-BE49-F238E27FC236}">
                <a16:creationId xmlns:a16="http://schemas.microsoft.com/office/drawing/2014/main" id="{3B5FE526-81C0-44A0-BAB1-46AD74B266C3}"/>
              </a:ext>
            </a:extLst>
          </p:cNvPr>
          <p:cNvSpPr>
            <a:spLocks xmlns:a="http://schemas.openxmlformats.org/drawingml/2006/main" noGrp="1"/>
          </p:cNvSpPr>
          <p:nvPr/>
        </p:nvSpPr>
        <p:spPr>
          <a:xfrm xmlns:a="http://schemas.openxmlformats.org/drawingml/2006/main">
            <a:off x="964882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요청 틀과 Engine 규칙의 실제 수정</a:t>
            </a:r>
          </a:p>
        </p:txBody>
      </p:sp>
      <p:sp>
        <p:nvSpPr>
          <p:cNvPr id="58" name="dp41-v5-qa-detail / n58">
            <a:extLst xmlns:a="http://schemas.openxmlformats.org/drawingml/2006/main">
              <a:ext uri="{FF2B5EF4-FFF2-40B4-BE49-F238E27FC236}">
                <a16:creationId xmlns:a16="http://schemas.microsoft.com/office/drawing/2014/main" id="{BC4ABEAE-DDDA-4442-95DB-596A788E9910}"/>
              </a:ext>
            </a:extLst>
          </p:cNvPr>
          <p:cNvSpPr>
            <a:spLocks xmlns:a="http://schemas.openxmlformats.org/drawingml/2006/main" noGrp="1"/>
          </p:cNvSpPr>
          <p:nvPr/>
        </p:nvSpPr>
        <p:spPr>
          <a:xfrm xmlns:a="http://schemas.openxmlformats.org/drawingml/2006/main">
            <a:off x="15801975" y="67246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59" name="dp41-v5-qa-detail / n59">
            <a:extLst xmlns:a="http://schemas.openxmlformats.org/drawingml/2006/main">
              <a:ext uri="{FF2B5EF4-FFF2-40B4-BE49-F238E27FC236}">
                <a16:creationId xmlns:a16="http://schemas.microsoft.com/office/drawing/2014/main" id="{1E62788B-DC90-403F-B1E7-4B86BB02A6DB}"/>
              </a:ext>
            </a:extLst>
          </p:cNvPr>
          <p:cNvSpPr>
            <a:spLocks xmlns:a="http://schemas.openxmlformats.org/drawingml/2006/main" noGrp="1"/>
          </p:cNvSpPr>
          <p:nvPr/>
        </p:nvSpPr>
        <p:spPr>
          <a:xfrm xmlns:a="http://schemas.openxmlformats.org/drawingml/2006/main">
            <a:off x="15801975" y="71056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0.50개</a:t>
            </a:r>
          </a:p>
        </p:txBody>
      </p:sp>
      <p:sp>
        <p:nvSpPr>
          <p:cNvPr id="60" name="dp41-v5-qa-detail / n60">
            <a:extLst xmlns:a="http://schemas.openxmlformats.org/drawingml/2006/main">
              <a:ext uri="{FF2B5EF4-FFF2-40B4-BE49-F238E27FC236}">
                <a16:creationId xmlns:a16="http://schemas.microsoft.com/office/drawing/2014/main" id="{E61B8E10-1120-485E-B464-9FC6F7707515}"/>
              </a:ext>
            </a:extLst>
          </p:cNvPr>
          <p:cNvSpPr>
            <a:spLocks xmlns:a="http://schemas.openxmlformats.org/drawingml/2006/main" noGrp="1"/>
          </p:cNvSpPr>
          <p:nvPr/>
        </p:nvSpPr>
        <p:spPr>
          <a:xfrm xmlns:a="http://schemas.openxmlformats.org/drawingml/2006/main">
            <a:off x="15801975" y="73437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61" name="dp41-v5-qa-detail / n61">
            <a:extLst xmlns:a="http://schemas.openxmlformats.org/drawingml/2006/main">
              <a:ext uri="{FF2B5EF4-FFF2-40B4-BE49-F238E27FC236}">
                <a16:creationId xmlns:a16="http://schemas.microsoft.com/office/drawing/2014/main" id="{9B1DC24A-BBE3-40FA-B4B8-7A06777EB53F}"/>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2" name="dp41-v5-qa-detail / n62">
            <a:extLst xmlns:a="http://schemas.openxmlformats.org/drawingml/2006/main">
              <a:ext uri="{FF2B5EF4-FFF2-40B4-BE49-F238E27FC236}">
                <a16:creationId xmlns:a16="http://schemas.microsoft.com/office/drawing/2014/main" id="{2B2CB187-B566-42B9-9469-384717EEAD79}"/>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63" name="dp41-v5-qa-detail / n63">
            <a:extLst xmlns:a="http://schemas.openxmlformats.org/drawingml/2006/main">
              <a:ext uri="{FF2B5EF4-FFF2-40B4-BE49-F238E27FC236}">
                <a16:creationId xmlns:a16="http://schemas.microsoft.com/office/drawing/2014/main" id="{7AD11CA0-10E1-40B1-B5CE-433620451F68}"/>
              </a:ext>
            </a:extLst>
          </p:cNvPr>
          <p:cNvSpPr>
            <a:spLocks xmlns:a="http://schemas.openxmlformats.org/drawingml/2006/main" noGrp="1"/>
          </p:cNvSpPr>
          <p:nvPr/>
        </p:nvSpPr>
        <p:spPr>
          <a:xfrm xmlns:a="http://schemas.openxmlformats.org/drawingml/2006/main">
            <a:off x="533400" y="80581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commit 최대 ≤4,096MiB</a:t>
            </a:r>
          </a:p>
        </p:txBody>
      </p:sp>
      <p:sp>
        <p:nvSpPr>
          <p:cNvPr id="64" name="dp41-v5-qa-detail / n64">
            <a:extLst xmlns:a="http://schemas.openxmlformats.org/drawingml/2006/main">
              <a:ext uri="{FF2B5EF4-FFF2-40B4-BE49-F238E27FC236}">
                <a16:creationId xmlns:a16="http://schemas.microsoft.com/office/drawing/2014/main" id="{9AC8B7E4-7683-4442-99FA-287F9174EE68}"/>
              </a:ext>
            </a:extLst>
          </p:cNvPr>
          <p:cNvSpPr>
            <a:spLocks xmlns:a="http://schemas.openxmlformats.org/drawingml/2006/main" noGrp="1"/>
          </p:cNvSpPr>
          <p:nvPr/>
        </p:nvSpPr>
        <p:spPr>
          <a:xfrm xmlns:a="http://schemas.openxmlformats.org/drawingml/2006/main">
            <a:off x="345757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1,792MiB (가정)</a:t>
            </a:r>
          </a:p>
        </p:txBody>
      </p:sp>
      <p:sp>
        <p:nvSpPr>
          <p:cNvPr id="65" name="dp41-v5-qa-detail / n65">
            <a:extLst xmlns:a="http://schemas.openxmlformats.org/drawingml/2006/main">
              <a:ext uri="{FF2B5EF4-FFF2-40B4-BE49-F238E27FC236}">
                <a16:creationId xmlns:a16="http://schemas.microsoft.com/office/drawing/2014/main" id="{32D8370C-7BB7-4E4C-8714-6A8F5D71ACA9}"/>
              </a:ext>
            </a:extLst>
          </p:cNvPr>
          <p:cNvSpPr>
            <a:spLocks xmlns:a="http://schemas.openxmlformats.org/drawingml/2006/main" noGrp="1"/>
          </p:cNvSpPr>
          <p:nvPr/>
        </p:nvSpPr>
        <p:spPr>
          <a:xfrm xmlns:a="http://schemas.openxmlformats.org/drawingml/2006/main">
            <a:off x="345757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Context와 조회 buffer의 동시 할당</a:t>
            </a:r>
          </a:p>
        </p:txBody>
      </p:sp>
      <p:sp>
        <p:nvSpPr>
          <p:cNvPr id="66" name="dp41-v5-qa-detail / n66">
            <a:extLst xmlns:a="http://schemas.openxmlformats.org/drawingml/2006/main">
              <a:ext uri="{FF2B5EF4-FFF2-40B4-BE49-F238E27FC236}">
                <a16:creationId xmlns:a16="http://schemas.microsoft.com/office/drawing/2014/main" id="{C3602A92-B5D8-495F-9117-32EDA9452F14}"/>
              </a:ext>
            </a:extLst>
          </p:cNvPr>
          <p:cNvSpPr>
            <a:spLocks xmlns:a="http://schemas.openxmlformats.org/drawingml/2006/main" noGrp="1"/>
          </p:cNvSpPr>
          <p:nvPr/>
        </p:nvSpPr>
        <p:spPr>
          <a:xfrm xmlns:a="http://schemas.openxmlformats.org/drawingml/2006/main">
            <a:off x="964882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1,760MiB (가정)</a:t>
            </a:r>
          </a:p>
        </p:txBody>
      </p:sp>
      <p:sp>
        <p:nvSpPr>
          <p:cNvPr id="67" name="dp41-v5-qa-detail / n67">
            <a:extLst xmlns:a="http://schemas.openxmlformats.org/drawingml/2006/main">
              <a:ext uri="{FF2B5EF4-FFF2-40B4-BE49-F238E27FC236}">
                <a16:creationId xmlns:a16="http://schemas.microsoft.com/office/drawing/2014/main" id="{96839E01-55DB-4232-A00C-0D57B8246353}"/>
              </a:ext>
            </a:extLst>
          </p:cNvPr>
          <p:cNvSpPr>
            <a:spLocks xmlns:a="http://schemas.openxmlformats.org/drawingml/2006/main" noGrp="1"/>
          </p:cNvSpPr>
          <p:nvPr/>
        </p:nvSpPr>
        <p:spPr>
          <a:xfrm xmlns:a="http://schemas.openxmlformats.org/drawingml/2006/main">
            <a:off x="964882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요청 틀과 해결 상태의 동시 할당</a:t>
            </a:r>
          </a:p>
        </p:txBody>
      </p:sp>
      <p:sp>
        <p:nvSpPr>
          <p:cNvPr id="68" name="dp41-v5-qa-detail / n68">
            <a:extLst xmlns:a="http://schemas.openxmlformats.org/drawingml/2006/main">
              <a:ext uri="{FF2B5EF4-FFF2-40B4-BE49-F238E27FC236}">
                <a16:creationId xmlns:a16="http://schemas.microsoft.com/office/drawing/2014/main" id="{08011A11-C50D-4A2C-B15C-C8C4385E39DD}"/>
              </a:ext>
            </a:extLst>
          </p:cNvPr>
          <p:cNvSpPr>
            <a:spLocks xmlns:a="http://schemas.openxmlformats.org/drawingml/2006/main" noGrp="1"/>
          </p:cNvSpPr>
          <p:nvPr/>
        </p:nvSpPr>
        <p:spPr>
          <a:xfrm xmlns:a="http://schemas.openxmlformats.org/drawingml/2006/main">
            <a:off x="15801975" y="77247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69" name="dp41-v5-qa-detail / n69">
            <a:extLst xmlns:a="http://schemas.openxmlformats.org/drawingml/2006/main">
              <a:ext uri="{FF2B5EF4-FFF2-40B4-BE49-F238E27FC236}">
                <a16:creationId xmlns:a16="http://schemas.microsoft.com/office/drawing/2014/main" id="{176FD637-CA98-425C-8AFF-9C4CE27CCF12}"/>
              </a:ext>
            </a:extLst>
          </p:cNvPr>
          <p:cNvSpPr>
            <a:spLocks xmlns:a="http://schemas.openxmlformats.org/drawingml/2006/main" noGrp="1"/>
          </p:cNvSpPr>
          <p:nvPr/>
        </p:nvSpPr>
        <p:spPr>
          <a:xfrm xmlns:a="http://schemas.openxmlformats.org/drawingml/2006/main">
            <a:off x="15801975" y="81057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128MiB</a:t>
            </a:r>
          </a:p>
        </p:txBody>
      </p:sp>
      <p:sp>
        <p:nvSpPr>
          <p:cNvPr id="70" name="dp41-v5-qa-detail / n70">
            <a:extLst xmlns:a="http://schemas.openxmlformats.org/drawingml/2006/main">
              <a:ext uri="{FF2B5EF4-FFF2-40B4-BE49-F238E27FC236}">
                <a16:creationId xmlns:a16="http://schemas.microsoft.com/office/drawing/2014/main" id="{A0E5F905-6D24-470B-A2BF-915A0152564E}"/>
              </a:ext>
            </a:extLst>
          </p:cNvPr>
          <p:cNvSpPr>
            <a:spLocks xmlns:a="http://schemas.openxmlformats.org/drawingml/2006/main" noGrp="1"/>
          </p:cNvSpPr>
          <p:nvPr/>
        </p:nvSpPr>
        <p:spPr>
          <a:xfrm xmlns:a="http://schemas.openxmlformats.org/drawingml/2006/main">
            <a:off x="15801975" y="83439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71" name="dp41-v5-qa-detail / n71">
            <a:extLst xmlns:a="http://schemas.openxmlformats.org/drawingml/2006/main">
              <a:ext uri="{FF2B5EF4-FFF2-40B4-BE49-F238E27FC236}">
                <a16:creationId xmlns:a16="http://schemas.microsoft.com/office/drawing/2014/main" id="{5C507C4A-CEDB-42F2-AAB9-0E45A00D8320}"/>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2" name="dp41-v5-qa-detail / n72">
            <a:extLst xmlns:a="http://schemas.openxmlformats.org/drawingml/2006/main">
              <a:ext uri="{FF2B5EF4-FFF2-40B4-BE49-F238E27FC236}">
                <a16:creationId xmlns:a16="http://schemas.microsoft.com/office/drawing/2014/main" id="{71921989-94F8-4B69-9184-B722DFF2F6D9}"/>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3" name="dp41-v5-qa-detail / n73">
            <a:extLst xmlns:a="http://schemas.openxmlformats.org/drawingml/2006/main">
              <a:ext uri="{FF2B5EF4-FFF2-40B4-BE49-F238E27FC236}">
                <a16:creationId xmlns:a16="http://schemas.microsoft.com/office/drawing/2014/main" id="{1D2D0D86-0F6C-4B78-B0BD-3DEDB7B92720}"/>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4" name="dp41-v5-qa-detail / n74">
            <a:extLst xmlns:a="http://schemas.openxmlformats.org/drawingml/2006/main">
              <a:ext uri="{FF2B5EF4-FFF2-40B4-BE49-F238E27FC236}">
                <a16:creationId xmlns:a16="http://schemas.microsoft.com/office/drawing/2014/main" id="{833C1848-D91C-451F-ABAF-9C497A6C4EE8}"/>
              </a:ext>
            </a:extLst>
          </p:cNvPr>
          <p:cNvSpPr>
            <a:spLocks xmlns:a="http://schemas.openxmlformats.org/drawingml/2006/main" noGrp="1"/>
          </p:cNvSpPr>
          <p:nvPr/>
        </p:nvSpPr>
        <p:spPr>
          <a:xfrm xmlns:a="http://schemas.openxmlformats.org/drawingml/2006/main">
            <a:off x="381000" y="886777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지역 계산 S2-01: A 4.197초 / B 2.398초. 충분한 typed 근거와 2/1호출 가정이며 전체 평균은 아니다.</a:t>
            </a:r>
          </a:p>
        </p:txBody>
      </p:sp>
      <p:sp>
        <p:nvSpPr>
          <p:cNvPr id="75" name="dp41-v5-qa-detail / n75">
            <a:extLst xmlns:a="http://schemas.openxmlformats.org/drawingml/2006/main">
              <a:ext uri="{FF2B5EF4-FFF2-40B4-BE49-F238E27FC236}">
                <a16:creationId xmlns:a16="http://schemas.microsoft.com/office/drawing/2014/main" id="{078F0A7F-8F29-4D45-82E6-0A94D8B6B84B}"/>
              </a:ext>
            </a:extLst>
          </p:cNvPr>
          <p:cNvSpPr>
            <a:spLocks xmlns:a="http://schemas.openxmlformats.org/drawingml/2006/main" noGrp="1"/>
          </p:cNvSpPr>
          <p:nvPr/>
        </p:nvSpPr>
        <p:spPr>
          <a:xfrm xmlns:a="http://schemas.openxmlformats.org/drawingml/2006/main">
            <a:off x="381000" y="922972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P21 공통 비용 예산: 의미 $0.03472 + 신규 audio $0.24512 + 음성 Text $0.07200 = $0.35184. 잔여 $0.14816.</a:t>
            </a:r>
          </a:p>
        </p:txBody>
      </p:sp>
      <p:sp>
        <p:nvSpPr>
          <p:cNvPr id="76" name="dp41-v5-qa-detail / n76">
            <a:extLst xmlns:a="http://schemas.openxmlformats.org/drawingml/2006/main">
              <a:ext uri="{FF2B5EF4-FFF2-40B4-BE49-F238E27FC236}">
                <a16:creationId xmlns:a16="http://schemas.microsoft.com/office/drawing/2014/main" id="{A6BDA7A4-9A6D-434C-8351-8D0F9C38E679}"/>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이력 audio, 추가 생산, 재시도와 폐기는 실제 청구로 추가한다. 전체 후보값·보호 조건 확인 후 등급을 부여한다.</a:t>
            </a:r>
          </a:p>
        </p:txBody>
      </p:sp>
    </p:spTree>
    <p:extLst>
      <p:ext uri="{BB962C8B-B14F-4D97-AF65-F5344CB8AC3E}">
        <p14:creationId xmlns:p14="http://schemas.microsoft.com/office/powerpoint/2010/main" val="349680528"/>
      </p:ext>
    </p:extLst>
  </p:cSld>
</p:sld>
</file>

<file path=ppt/slides/slide2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4-background">
    <p:bg>
      <p:bgPr>
        <a:solidFill>
          <a:srgbClr val="FFFFFF"/>
        </a:solidFill>
      </p:bgPr>
    </p:bg>
    <p:spTree>
      <p:nvGrpSpPr>
        <p:cNvPr id="1" name=""/>
        <p:cNvGrpSpPr/>
        <p:nvPr/>
      </p:nvGrpSpPr>
      <p:grpSpPr>
        <a:xfrm/>
      </p:grpSpPr>
      <p:sp>
        <p:nvSpPr>
          <p:cNvPr id="30" name="dp44-background / title / 1">
            <a:extLst>
              <a:ext uri="{FF2B5EF4-FFF2-40B4-BE49-F238E27FC236}">
                <ns2:creationId id="{DA2B697F-DC99-47E2-986D-47A0B289CF12}"/>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VIA가 처리하는 동안에도,</a:t>
            </a:r>
          </a:p>
        </p:txBody>
      </p:sp>
      <p:sp>
        <p:nvSpPr>
          <p:cNvPr id="2" name="dp44-background / title / 2">
            <a:extLst>
              <a:ext uri="{FF2B5EF4-FFF2-40B4-BE49-F238E27FC236}">
                <ns2:creationId id="{5D52FB0B-EBB7-4B25-8FB0-96E241606FF3}"/>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발화와 Task 결과는 계속 들어옵니다</a:t>
            </a:r>
          </a:p>
        </p:txBody>
      </p:sp>
      <p:sp>
        <p:nvSpPr>
          <p:cNvPr id="3" name="dp44-background / request / 1">
            <a:extLst>
              <a:ext uri="{FF2B5EF4-FFF2-40B4-BE49-F238E27FC236}">
                <ns2:creationId id="{6E3FFBF0-B108-4580-9361-FA1EF95F0152}"/>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a:solidFill>
                  <a:srgbClr val="397C80"/>
                </a:solidFill>
                <a:latin typeface="Apple SD Gothic Neo"/>
                <a:ea typeface="Apple SD Gothic Neo"/>
                <a:cs typeface="Apple SD Gothic Neo"/>
              </a:defRPr>
            </a:pPr>
            <a:r>
              <a:rPr sz="2700" b="1">
                <a:solidFill>
                  <a:srgbClr val="397C80"/>
                </a:solidFill>
                <a:latin typeface="Apple SD Gothic Neo"/>
                <a:ea typeface="Apple SD Gothic Neo"/>
                <a:cs typeface="Apple SD Gothic Neo"/>
              </a:rPr>
              <a:t>“보고서 내용을 설명해주고,</a:t>
            </a:r>
          </a:p>
        </p:txBody>
      </p:sp>
      <p:sp>
        <p:nvSpPr>
          <p:cNvPr id="4" name="dp44-background / request / 2">
            <a:extLst>
              <a:ext uri="{FF2B5EF4-FFF2-40B4-BE49-F238E27FC236}">
                <ns2:creationId id="{3AD6196F-B978-4DD8-B09F-052F293CA923}"/>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a:solidFill>
                  <a:srgbClr val="397C80"/>
                </a:solidFill>
                <a:latin typeface="Apple SD Gothic Neo"/>
                <a:ea typeface="Apple SD Gothic Neo"/>
                <a:cs typeface="Apple SD Gothic Neo"/>
              </a:defRPr>
            </a:pPr>
            <a:r>
              <a:rPr sz="2700" b="1">
                <a:solidFill>
                  <a:srgbClr val="397C80"/>
                </a:solidFill>
                <a:latin typeface="Apple SD Gothic Neo"/>
                <a:ea typeface="Apple SD Gothic Neo"/>
                <a:cs typeface="Apple SD Gothic Neo"/>
              </a:rPr>
              <a:t>내일 팀 회의 안내 메일 초안도 만들어줘.”</a:t>
            </a:r>
          </a:p>
        </p:txBody>
      </p:sp>
      <p:pic>
        <p:nvPicPr>
          <p:cNvPr id="34"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35"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36"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8" name="dp44-background / participant 0 / 1">
            <a:extLst>
              <a:ext uri="{FF2B5EF4-FFF2-40B4-BE49-F238E27FC236}">
                <ns2:creationId id="{3772244C-10D7-4AC8-9D10-F72959F659B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새 사용자 발화</a:t>
            </a:r>
          </a:p>
        </p:txBody>
      </p:sp>
      <p:sp>
        <p:nvSpPr>
          <p:cNvPr id="9" name="dp44-background / participant 1 / 1">
            <a:extLst>
              <a:ext uri="{FF2B5EF4-FFF2-40B4-BE49-F238E27FC236}">
                <ns2:creationId id="{01D5DAC9-B45E-448A-8EA8-FF62C4E56954}"/>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준비 완료</a:t>
            </a:r>
          </a:p>
        </p:txBody>
      </p:sp>
      <p:sp>
        <p:nvSpPr>
          <p:cNvPr id="10" name="dp44-background / participant 2 / 1">
            <a:extLst>
              <a:ext uri="{FF2B5EF4-FFF2-40B4-BE49-F238E27FC236}">
                <ns2:creationId id="{FB3BDD10-7339-4BFE-B801-C12B17F807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Agent의 질문</a:t>
            </a:r>
          </a:p>
        </p:txBody>
      </p:sp>
      <p:sp>
        <p:nvSpPr>
          <p:cNvPr id="11" name="dp44-background / new-speech / 1">
            <a:extLst>
              <a:ext uri="{FF2B5EF4-FFF2-40B4-BE49-F238E27FC236}">
                <ns2:creationId id="{322FCA41-E1CA-4C7A-B2B2-2C9FBFBB333F}"/>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“잠깐, 표부터 설명해줘.”</a:t>
            </a:r>
          </a:p>
        </p:txBody>
      </p:sp>
      <p:sp>
        <p:nvSpPr>
          <p:cNvPr id="12" name="dp44-background / late-preparation / 1">
            <a:extLst>
              <a:ext uri="{FF2B5EF4-FFF2-40B4-BE49-F238E27FC236}">
                <ns2:creationId id="{16FBB36C-711D-4EBB-8FB4-E1038FC83BDC}"/>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이전 보고서 설명이</a:t>
            </a:r>
          </a:p>
        </p:txBody>
      </p:sp>
      <p:sp>
        <p:nvSpPr>
          <p:cNvPr id="13" name="dp44-background / late-preparation / 2">
            <a:extLst>
              <a:ext uri="{FF2B5EF4-FFF2-40B4-BE49-F238E27FC236}">
                <ns2:creationId id="{E73B662D-02C3-4FFA-AAF0-EBFFAE2AE4F2}"/>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늦게 준비됨</a:t>
            </a:r>
          </a:p>
        </p:txBody>
      </p:sp>
      <p:sp>
        <p:nvSpPr>
          <p:cNvPr id="14" name="dp44-background / agent-question / 1">
            <a:extLst>
              <a:ext uri="{FF2B5EF4-FFF2-40B4-BE49-F238E27FC236}">
                <ns2:creationId id="{327519EB-065E-4A27-B540-0478071CD60C}"/>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“회의 안내 메일의</a:t>
            </a:r>
          </a:p>
        </p:txBody>
      </p:sp>
      <p:sp>
        <p:nvSpPr>
          <p:cNvPr id="15" name="dp44-background / agent-question / 2">
            <a:extLst>
              <a:ext uri="{FF2B5EF4-FFF2-40B4-BE49-F238E27FC236}">
                <ns2:creationId id="{E3F48536-355E-4E4B-8460-BDA7907BF912}"/>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수신자는 누구인가요?”</a:t>
            </a:r>
          </a:p>
        </p:txBody>
      </p:sp>
      <p:sp>
        <p:nvSpPr>
          <p:cNvPr id="16" name="dp44-background / arrival 0">
            <a:extLst>
              <a:ext uri="{FF2B5EF4-FFF2-40B4-BE49-F238E27FC236}">
                <ns2:creationId id="{973B7B3B-5F1E-457A-BEBE-F3C4736CB63D}"/>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7" name="dp44-background / arrival 0 / arrow">
            <a:extLst>
              <a:ext uri="{FF2B5EF4-FFF2-40B4-BE49-F238E27FC236}">
                <ns2:creationId id="{5531EEAA-2579-46A5-A05B-17512F05B4EC}"/>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8" name="dp44-background / arrival 1">
            <a:extLst>
              <a:ext uri="{FF2B5EF4-FFF2-40B4-BE49-F238E27FC236}">
                <ns2:creationId id="{98FC3464-FAD4-444E-8381-B14A675B9246}"/>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19" name="dp44-background / arrival 1 / arrow">
            <a:extLst>
              <a:ext uri="{FF2B5EF4-FFF2-40B4-BE49-F238E27FC236}">
                <ns2:creationId id="{9F43C67E-5DCB-4352-973C-AF53922E7079}"/>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0" name="dp44-background / arrival 2">
            <a:extLst>
              <a:ext uri="{FF2B5EF4-FFF2-40B4-BE49-F238E27FC236}">
                <ns2:creationId id="{E5F60653-439B-4233-8B7F-696F02630FBE}"/>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1" name="dp44-background / arrival 2 / arrow">
            <a:extLst>
              <a:ext uri="{FF2B5EF4-FFF2-40B4-BE49-F238E27FC236}">
                <ns2:creationId id="{18728F62-F117-4FA9-BA73-5068B5EA4F49}"/>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2" name="dp44-background / event-join">
            <a:extLst>
              <a:ext uri="{FF2B5EF4-FFF2-40B4-BE49-F238E27FC236}">
                <ns2:creationId id="{8E579331-1B50-4111-9C5F-64B7DF98FCF3}"/>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3" name="dp44-background / continuation">
            <a:extLst>
              <a:ext uri="{FF2B5EF4-FFF2-40B4-BE49-F238E27FC236}">
                <ns2:creationId id="{33F945B1-4F19-4647-A478-4D945C8F2B0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4" name="dp44-background / continuation / arrow">
            <a:extLst>
              <a:ext uri="{FF2B5EF4-FFF2-40B4-BE49-F238E27FC236}">
                <ns2:creationId id="{90B815AE-242E-45CC-9592-A067C597918C}"/>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5" name="dp44-background / via-continuation / 1">
            <a:extLst>
              <a:ext uri="{FF2B5EF4-FFF2-40B4-BE49-F238E27FC236}">
                <ns2:creationId id="{A187847D-A833-4A6E-A90D-31372F07963E}"/>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새 입력 처리, 유효한 응답과 질문 연결, 실제 전달 뒤 후속 처리</a:t>
            </a:r>
          </a:p>
        </p:txBody>
      </p:sp>
      <p:sp>
        <p:nvSpPr>
          <p:cNvPr id="26" name="dp44-background / user-benefit / 1">
            <a:extLst>
              <a:ext uri="{FF2B5EF4-FFF2-40B4-BE49-F238E27FC236}">
                <ns2:creationId id="{13D138BA-0848-4A11-8032-491E9345922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말을 이어가고, Task 질문과 결과도 같은 대화에서 받습니다</a:t>
            </a:r>
          </a:p>
        </p:txBody>
      </p:sp>
      <p:sp>
        <p:nvSpPr>
          <p:cNvPr id="27" name="dp44-background / challenge-divider">
            <a:extLst>
              <a:ext uri="{FF2B5EF4-FFF2-40B4-BE49-F238E27FC236}">
                <ns2:creationId id="{A8496255-4DB7-4527-80A6-D64249E88D45}"/>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8" name="dp44-background / design-challenge / 1">
            <a:extLst>
              <a:ext uri="{FF2B5EF4-FFF2-40B4-BE49-F238E27FC236}">
                <ns2:creationId id="{418438E4-2BB7-4341-8DB9-69107F369C8D}"/>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사용자 입력과 Task 알림, 내부 처리 완료가 서로 다른 시점에 도착해도,</a:t>
            </a:r>
          </a:p>
        </p:txBody>
      </p:sp>
      <p:sp>
        <p:nvSpPr>
          <p:cNvPr id="29" name="dp44-background / design-challenge / 2">
            <a:extLst>
              <a:ext uri="{FF2B5EF4-FFF2-40B4-BE49-F238E27FC236}">
                <ns2:creationId id="{1726AB9C-A113-45ED-B3E6-149F07FE52A4}"/>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입력을 계속 받으며 후속 처리와 대기, 응답 전달을 이어가는 실행 구조</a:t>
            </a:r>
          </a:p>
        </p:txBody>
      </p:sp>
    </p:spTree>
    <p:extLst>
      <p:ext uri="{BB962C8B-B14F-4D97-AF65-F5344CB8AC3E}">
        <p14:creationId val="464077372"/>
      </p:ext>
    </p:extLst>
  </p:cSld>
</p:sld>
</file>

<file path=ppt/slides/slide25.xml><?xml version="1.0" encoding="utf-8"?>
<p:sld xmlns:p="http://schemas.openxmlformats.org/presentationml/2006/main">
  <p:cSld name="dp44-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266" name="dp44-comparison / n1">
            <a:extLst xmlns:a="http://schemas.openxmlformats.org/drawingml/2006/main">
              <a:ext uri="{FF2B5EF4-FFF2-40B4-BE49-F238E27FC236}">
                <a16:creationId xmlns:a16="http://schemas.microsoft.com/office/drawing/2014/main" id="{28EA9F52-1E1E-46B3-AB7E-EA0049CA93C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4-comparison / n2 / text 1">
            <a:extLst xmlns:a="http://schemas.openxmlformats.org/drawingml/2006/main">
              <a:ext uri="{FF2B5EF4-FFF2-40B4-BE49-F238E27FC236}">
                <a16:creationId xmlns:a16="http://schemas.microsoft.com/office/drawing/2014/main" id="{D8FE90D5-FEBE-43A0-A8D6-1B1E6D9924B8}"/>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4-comparison / n3 / text 1">
            <a:extLst xmlns:a="http://schemas.openxmlformats.org/drawingml/2006/main">
              <a:ext uri="{FF2B5EF4-FFF2-40B4-BE49-F238E27FC236}">
                <a16:creationId xmlns:a16="http://schemas.microsoft.com/office/drawing/2014/main" id="{1C41AC4C-F52E-4EE9-9EB4-133214BE4D1A}"/>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4-comparison / n4 / text 1">
            <a:extLst xmlns:a="http://schemas.openxmlformats.org/drawingml/2006/main">
              <a:ext uri="{FF2B5EF4-FFF2-40B4-BE49-F238E27FC236}">
                <a16:creationId xmlns:a16="http://schemas.microsoft.com/office/drawing/2014/main" id="{8932F990-9AB2-45D0-B8D3-109B9F93B08A}"/>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04-44. VIA 지속 입력과 Task 알림의 후속 실행 구조</a:t>
            </a:r>
          </a:p>
        </p:txBody>
      </p:sp>
      <p:sp>
        <p:nvSpPr>
          <p:cNvPr id="5" name="dp44-comparison / n5 / path">
            <a:extLst xmlns:a="http://schemas.openxmlformats.org/drawingml/2006/main">
              <a:ext uri="{FF2B5EF4-FFF2-40B4-BE49-F238E27FC236}">
                <a16:creationId xmlns:a16="http://schemas.microsoft.com/office/drawing/2014/main" id="{46EF9FB6-D606-4C34-94ED-835E9D197E22}"/>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4-comparison / n6 / text 1">
            <a:extLst xmlns:a="http://schemas.openxmlformats.org/drawingml/2006/main">
              <a:ext uri="{FF2B5EF4-FFF2-40B4-BE49-F238E27FC236}">
                <a16:creationId xmlns:a16="http://schemas.microsoft.com/office/drawing/2014/main" id="{FF0FF530-561E-486A-95FE-1CA2C884B090}"/>
              </a:ext>
            </a:extLst>
          </p:cNvPr>
          <p:cNvSpPr>
            <a:spLocks xmlns:a="http://schemas.openxmlformats.org/drawingml/2006/main" noGrp="1"/>
          </p:cNvSpPr>
          <p:nvPr/>
        </p:nvSpPr>
        <p:spPr>
          <a:xfrm xmlns:a="http://schemas.openxmlformats.org/drawingml/2006/main">
            <a:off x="381000" y="1333500"/>
            <a:ext cx="175260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8232E"/>
                </a:solidFill>
                <a:latin typeface="Apple SD Gothic Neo"/>
                <a:ea typeface="Apple SD Gothic Neo"/>
                <a:cs typeface="Apple SD Gothic Neo"/>
              </a:defRPr>
            </a:pPr>
            <a:r>
              <a:rPr sz="1650" b="0">
                <a:solidFill>
                  <a:srgbClr val="18232E"/>
                </a:solidFill>
                <a:latin typeface="Apple SD Gothic Neo"/>
                <a:ea typeface="Apple SD Gothic Neo"/>
                <a:cs typeface="Apple SD Gothic Neo"/>
              </a:rPr>
              <a:t>“잠깐, 표부터 설명해줘.” + 메일 수신자 질문 도착 + 이전 응답 준비가 늦게 완료</a:t>
            </a:r>
          </a:p>
        </p:txBody>
      </p:sp>
      <p:sp>
        <p:nvSpPr>
          <p:cNvPr id="7" name="dp44-comparison / n7 / text 1">
            <a:extLst xmlns:a="http://schemas.openxmlformats.org/drawingml/2006/main">
              <a:ext uri="{FF2B5EF4-FFF2-40B4-BE49-F238E27FC236}">
                <a16:creationId xmlns:a16="http://schemas.microsoft.com/office/drawing/2014/main" id="{0FB8BD09-7DD5-4522-86F7-B13B43F20043}"/>
              </a:ext>
            </a:extLst>
          </p:cNvPr>
          <p:cNvSpPr>
            <a:spLocks xmlns:a="http://schemas.openxmlformats.org/drawingml/2006/main" noGrp="1"/>
          </p:cNvSpPr>
          <p:nvPr/>
        </p:nvSpPr>
        <p:spPr>
          <a:xfrm xmlns:a="http://schemas.openxmlformats.org/drawingml/2006/main">
            <a:off x="381000" y="1628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계속 입력 수신 / 로컬 VAD와 즉시 음성 중단 / 클라우드 음성 / 의미 모델 / 같은 Request / Task / 실제 전달 원본</a:t>
            </a:r>
          </a:p>
        </p:txBody>
      </p:sp>
      <p:sp>
        <p:nvSpPr>
          <p:cNvPr id="8" name="dp44-comparison / n8">
            <a:extLst xmlns:a="http://schemas.openxmlformats.org/drawingml/2006/main">
              <a:ext uri="{FF2B5EF4-FFF2-40B4-BE49-F238E27FC236}">
                <a16:creationId xmlns:a16="http://schemas.microsoft.com/office/drawing/2014/main" id="{59D7D188-1E9C-462A-82E4-BDC486FC41FE}"/>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4-comparison / n9 / text 1">
            <a:extLst xmlns:a="http://schemas.openxmlformats.org/drawingml/2006/main">
              <a:ext uri="{FF2B5EF4-FFF2-40B4-BE49-F238E27FC236}">
                <a16:creationId xmlns:a16="http://schemas.microsoft.com/office/drawing/2014/main" id="{B557DF49-F6B9-433D-88E3-5678AE8D8028}"/>
              </a:ext>
            </a:extLst>
          </p:cNvPr>
          <p:cNvSpPr>
            <a:spLocks xmlns:a="http://schemas.openxmlformats.org/drawingml/2006/main" noGrp="1"/>
          </p:cNvSpPr>
          <p:nvPr/>
        </p:nvSpPr>
        <p:spPr>
          <a:xfrm xmlns:a="http://schemas.openxmlformats.org/drawingml/2006/main">
            <a:off x="148590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중앙에서 완료 회수와 다음 실행 지시</a:t>
            </a:r>
          </a:p>
        </p:txBody>
      </p:sp>
      <p:sp>
        <p:nvSpPr>
          <p:cNvPr id="10" name="dp44-comparison / n10 / text 1">
            <a:extLst xmlns:a="http://schemas.openxmlformats.org/drawingml/2006/main">
              <a:ext uri="{FF2B5EF4-FFF2-40B4-BE49-F238E27FC236}">
                <a16:creationId xmlns:a16="http://schemas.microsoft.com/office/drawing/2014/main" id="{1D17C6FE-8EA9-4F9F-BA5C-C24E1924AF99}"/>
              </a:ext>
            </a:extLst>
          </p:cNvPr>
          <p:cNvSpPr>
            <a:spLocks xmlns:a="http://schemas.openxmlformats.org/drawingml/2006/main" noGrp="1"/>
          </p:cNvSpPr>
          <p:nvPr/>
        </p:nvSpPr>
        <p:spPr>
          <a:xfrm xmlns:a="http://schemas.openxmlformats.org/drawingml/2006/main">
            <a:off x="977265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연결된 단계가 입력과 조건으로 실행</a:t>
            </a:r>
          </a:p>
        </p:txBody>
      </p:sp>
      <p:sp>
        <p:nvSpPr>
          <p:cNvPr id="11" name="dp44-comparison / n11 / path">
            <a:extLst xmlns:a="http://schemas.openxmlformats.org/drawingml/2006/main">
              <a:ext uri="{FF2B5EF4-FFF2-40B4-BE49-F238E27FC236}">
                <a16:creationId xmlns:a16="http://schemas.microsoft.com/office/drawing/2014/main" id="{BDEF00E7-944D-428A-84F2-4147DD0FC343}"/>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4-comparison / n12 / path">
            <a:extLst xmlns:a="http://schemas.openxmlformats.org/drawingml/2006/main">
              <a:ext uri="{FF2B5EF4-FFF2-40B4-BE49-F238E27FC236}">
                <a16:creationId xmlns:a16="http://schemas.microsoft.com/office/drawing/2014/main" id="{3E982AC4-9CEF-4E3C-A57D-40693AAC36FB}"/>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4-comparison / n13 / text 1">
            <a:extLst xmlns:a="http://schemas.openxmlformats.org/drawingml/2006/main">
              <a:ext uri="{FF2B5EF4-FFF2-40B4-BE49-F238E27FC236}">
                <a16:creationId xmlns:a16="http://schemas.microsoft.com/office/drawing/2014/main" id="{ABEC5052-D556-4564-82A0-32A161408E49}"/>
              </a:ext>
            </a:extLst>
          </p:cNvPr>
          <p:cNvSpPr>
            <a:spLocks xmlns:a="http://schemas.openxmlformats.org/drawingml/2006/main" noGrp="1"/>
          </p:cNvSpPr>
          <p:nvPr/>
        </p:nvSpPr>
        <p:spPr>
          <a:xfrm xmlns:a="http://schemas.openxmlformats.org/drawingml/2006/main">
            <a:off x="400050" y="7724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후속 처리: source / 권한 / 입력 세대 검사 → Publication Control → Interaction Manager 실제 표시/재생 → receipt</a:t>
            </a:r>
          </a:p>
        </p:txBody>
      </p:sp>
      <p:sp>
        <p:nvSpPr>
          <p:cNvPr id="14" name="dp44-comparison / n14 / text 1">
            <a:extLst xmlns:a="http://schemas.openxmlformats.org/drawingml/2006/main">
              <a:ext uri="{FF2B5EF4-FFF2-40B4-BE49-F238E27FC236}">
                <a16:creationId xmlns:a16="http://schemas.microsoft.com/office/drawing/2014/main" id="{AB311A21-8F6F-4AE6-A0C9-0125B6E13CA3}"/>
              </a:ext>
            </a:extLst>
          </p:cNvPr>
          <p:cNvSpPr>
            <a:spLocks xmlns:a="http://schemas.openxmlformats.org/drawingml/2006/main" noGrp="1"/>
          </p:cNvSpPr>
          <p:nvPr/>
        </p:nvSpPr>
        <p:spPr>
          <a:xfrm xmlns:a="http://schemas.openxmlformats.org/drawingml/2006/main">
            <a:off x="400050" y="80010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확인 질문은 별도 admission으로 현재 입력 해소를 기다리지 않고 제시 / 발화 시작은 업무 취소 완료가 아님</a:t>
            </a:r>
          </a:p>
        </p:txBody>
      </p:sp>
      <p:sp>
        <p:nvSpPr>
          <p:cNvPr id="267" name="dp44-v5-summary / n1">
            <a:extLst xmlns:a="http://schemas.openxmlformats.org/drawingml/2006/main">
              <a:ext uri="{FF2B5EF4-FFF2-40B4-BE49-F238E27FC236}">
                <a16:creationId xmlns:a16="http://schemas.microsoft.com/office/drawing/2014/main" id="{396F1435-6C3E-4386-A051-C4A9901EA5E7}"/>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68" name="dp44-v5-summary / n2">
            <a:extLst xmlns:a="http://schemas.openxmlformats.org/drawingml/2006/main">
              <a:ext uri="{FF2B5EF4-FFF2-40B4-BE49-F238E27FC236}">
                <a16:creationId xmlns:a16="http://schemas.microsoft.com/office/drawing/2014/main" id="{9E6B5009-53EB-45DE-8803-FB5F600F7E55}"/>
              </a:ext>
            </a:extLst>
          </p:cNvPr>
          <p:cNvSpPr>
            <a:spLocks xmlns:a="http://schemas.openxmlformats.org/drawingml/2006/main" noGrp="1"/>
          </p:cNvSpPr>
          <p:nvPr/>
        </p:nvSpPr>
        <p:spPr>
          <a:xfrm xmlns:a="http://schemas.openxmlformats.org/drawingml/2006/main">
            <a:off x="400050" y="83534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269" name="dp44-v5-summary / n3">
            <a:extLst xmlns:a="http://schemas.openxmlformats.org/drawingml/2006/main">
              <a:ext uri="{FF2B5EF4-FFF2-40B4-BE49-F238E27FC236}">
                <a16:creationId xmlns:a16="http://schemas.microsoft.com/office/drawing/2014/main" id="{046E5F71-4C01-47B4-A047-A3C2806FC556}"/>
              </a:ext>
            </a:extLst>
          </p:cNvPr>
          <p:cNvSpPr>
            <a:spLocks xmlns:a="http://schemas.openxmlformats.org/drawingml/2006/main" noGrp="1"/>
          </p:cNvSpPr>
          <p:nvPr/>
        </p:nvSpPr>
        <p:spPr>
          <a:xfrm xmlns:a="http://schemas.openxmlformats.org/drawingml/2006/main">
            <a:off x="2857500" y="8353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[현재성 검사와 올바른 후속 지시]</a:t>
            </a:r>
          </a:p>
        </p:txBody>
      </p:sp>
      <p:sp>
        <p:nvSpPr>
          <p:cNvPr id="270" name="dp44-v5-summary / n4">
            <a:extLst xmlns:a="http://schemas.openxmlformats.org/drawingml/2006/main">
              <a:ext uri="{FF2B5EF4-FFF2-40B4-BE49-F238E27FC236}">
                <a16:creationId xmlns:a16="http://schemas.microsoft.com/office/drawing/2014/main" id="{C2FCDD12-530C-42C1-9FE2-9C8F7422D541}"/>
              </a:ext>
            </a:extLst>
          </p:cNvPr>
          <p:cNvSpPr>
            <a:spLocks xmlns:a="http://schemas.openxmlformats.org/drawingml/2006/main" noGrp="1"/>
          </p:cNvSpPr>
          <p:nvPr/>
        </p:nvSpPr>
        <p:spPr>
          <a:xfrm xmlns:a="http://schemas.openxmlformats.org/drawingml/2006/main">
            <a:off x="10001250" y="83534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[window와 Join의 현재성 검사]</a:t>
            </a:r>
          </a:p>
        </p:txBody>
      </p:sp>
      <p:sp>
        <p:nvSpPr>
          <p:cNvPr id="271" name="dp44-v5-summary / n5">
            <a:extLst xmlns:a="http://schemas.openxmlformats.org/drawingml/2006/main">
              <a:ext uri="{FF2B5EF4-FFF2-40B4-BE49-F238E27FC236}">
                <a16:creationId xmlns:a16="http://schemas.microsoft.com/office/drawing/2014/main" id="{289D93AF-3988-4D6A-848F-D281F7D01FE7}"/>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72" name="dp44-v5-summary / n6">
            <a:extLst xmlns:a="http://schemas.openxmlformats.org/drawingml/2006/main">
              <a:ext uri="{FF2B5EF4-FFF2-40B4-BE49-F238E27FC236}">
                <a16:creationId xmlns:a16="http://schemas.microsoft.com/office/drawing/2014/main" id="{68B1D873-6746-4AB4-A4E9-7941FDCF4E09}"/>
              </a:ext>
            </a:extLst>
          </p:cNvPr>
          <p:cNvSpPr>
            <a:spLocks xmlns:a="http://schemas.openxmlformats.org/drawingml/2006/main" noGrp="1"/>
          </p:cNvSpPr>
          <p:nvPr/>
        </p:nvSpPr>
        <p:spPr>
          <a:xfrm xmlns:a="http://schemas.openxmlformats.org/drawingml/2006/main">
            <a:off x="400050" y="85915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273" name="dp44-v5-summary / n7">
            <a:extLst xmlns:a="http://schemas.openxmlformats.org/drawingml/2006/main">
              <a:ext uri="{FF2B5EF4-FFF2-40B4-BE49-F238E27FC236}">
                <a16:creationId xmlns:a16="http://schemas.microsoft.com/office/drawing/2014/main" id="{FCE90C6C-FE0B-42FC-815E-94111FC6B971}"/>
              </a:ext>
            </a:extLst>
          </p:cNvPr>
          <p:cNvSpPr>
            <a:spLocks xmlns:a="http://schemas.openxmlformats.org/drawingml/2006/main" noGrp="1"/>
          </p:cNvSpPr>
          <p:nvPr/>
        </p:nvSpPr>
        <p:spPr>
          <a:xfrm xmlns:a="http://schemas.openxmlformats.org/drawingml/2006/main">
            <a:off x="2857500" y="85915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[중앙 queue와 회수 대기]</a:t>
            </a:r>
          </a:p>
        </p:txBody>
      </p:sp>
      <p:sp>
        <p:nvSpPr>
          <p:cNvPr id="274" name="dp44-v5-summary / n8">
            <a:extLst xmlns:a="http://schemas.openxmlformats.org/drawingml/2006/main">
              <a:ext uri="{FF2B5EF4-FFF2-40B4-BE49-F238E27FC236}">
                <a16:creationId xmlns:a16="http://schemas.microsoft.com/office/drawing/2014/main" id="{F4AE6133-195A-4C2F-88B7-EE29F32FE37D}"/>
              </a:ext>
            </a:extLst>
          </p:cNvPr>
          <p:cNvSpPr>
            <a:spLocks xmlns:a="http://schemas.openxmlformats.org/drawingml/2006/main" noGrp="1"/>
          </p:cNvSpPr>
          <p:nvPr/>
        </p:nvSpPr>
        <p:spPr>
          <a:xfrm xmlns:a="http://schemas.openxmlformats.org/drawingml/2006/main">
            <a:off x="10001250" y="85915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[credit와 Stage 및 Join 대기]</a:t>
            </a:r>
          </a:p>
        </p:txBody>
      </p:sp>
      <p:sp>
        <p:nvSpPr>
          <p:cNvPr id="275" name="dp44-v5-summary / n9">
            <a:extLst xmlns:a="http://schemas.openxmlformats.org/drawingml/2006/main">
              <a:ext uri="{FF2B5EF4-FFF2-40B4-BE49-F238E27FC236}">
                <a16:creationId xmlns:a16="http://schemas.microsoft.com/office/drawing/2014/main" id="{36B44860-5BDE-44BA-957B-A735521C7D63}"/>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76" name="dp44-v5-summary / n10">
            <a:extLst xmlns:a="http://schemas.openxmlformats.org/drawingml/2006/main">
              <a:ext uri="{FF2B5EF4-FFF2-40B4-BE49-F238E27FC236}">
                <a16:creationId xmlns:a16="http://schemas.microsoft.com/office/drawing/2014/main" id="{1A52E580-4EAD-45ED-A2E3-743F6850616C}"/>
              </a:ext>
            </a:extLst>
          </p:cNvPr>
          <p:cNvSpPr>
            <a:spLocks xmlns:a="http://schemas.openxmlformats.org/drawingml/2006/main" noGrp="1"/>
          </p:cNvSpPr>
          <p:nvPr/>
        </p:nvSpPr>
        <p:spPr>
          <a:xfrm xmlns:a="http://schemas.openxmlformats.org/drawingml/2006/main">
            <a:off x="400050" y="88296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277" name="dp44-v5-summary / n11">
            <a:extLst xmlns:a="http://schemas.openxmlformats.org/drawingml/2006/main">
              <a:ext uri="{FF2B5EF4-FFF2-40B4-BE49-F238E27FC236}">
                <a16:creationId xmlns:a16="http://schemas.microsoft.com/office/drawing/2014/main" id="{E01A8073-DFA6-4A64-BF01-DD0B5B831F7A}"/>
              </a:ext>
            </a:extLst>
          </p:cNvPr>
          <p:cNvSpPr>
            <a:spLocks xmlns:a="http://schemas.openxmlformats.org/drawingml/2006/main" noGrp="1"/>
          </p:cNvSpPr>
          <p:nvPr/>
        </p:nvSpPr>
        <p:spPr>
          <a:xfrm xmlns:a="http://schemas.openxmlformats.org/drawingml/2006/main">
            <a:off x="2857500" y="88296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[완료 회수와 다음 실행의 연결]</a:t>
            </a:r>
          </a:p>
        </p:txBody>
      </p:sp>
      <p:sp>
        <p:nvSpPr>
          <p:cNvPr id="278" name="dp44-v5-summary / n12">
            <a:extLst xmlns:a="http://schemas.openxmlformats.org/drawingml/2006/main">
              <a:ext uri="{FF2B5EF4-FFF2-40B4-BE49-F238E27FC236}">
                <a16:creationId xmlns:a16="http://schemas.microsoft.com/office/drawing/2014/main" id="{A5C04DDC-0B3A-4FE5-A64A-BE96BD3F439E}"/>
              </a:ext>
            </a:extLst>
          </p:cNvPr>
          <p:cNvSpPr>
            <a:spLocks xmlns:a="http://schemas.openxmlformats.org/drawingml/2006/main" noGrp="1"/>
          </p:cNvSpPr>
          <p:nvPr/>
        </p:nvSpPr>
        <p:spPr>
          <a:xfrm xmlns:a="http://schemas.openxmlformats.org/drawingml/2006/main">
            <a:off x="10001250" y="882967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[Stage 활성화와 publication Join]</a:t>
            </a:r>
          </a:p>
        </p:txBody>
      </p:sp>
      <p:sp>
        <p:nvSpPr>
          <p:cNvPr id="279" name="dp44-v5-summary / n13">
            <a:extLst xmlns:a="http://schemas.openxmlformats.org/drawingml/2006/main">
              <a:ext uri="{FF2B5EF4-FFF2-40B4-BE49-F238E27FC236}">
                <a16:creationId xmlns:a16="http://schemas.microsoft.com/office/drawing/2014/main" id="{1DCDE5A1-0195-41D1-B54B-A0DF157F2DF0}"/>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80" name="dp44-v5-summary / n14">
            <a:extLst xmlns:a="http://schemas.openxmlformats.org/drawingml/2006/main">
              <a:ext uri="{FF2B5EF4-FFF2-40B4-BE49-F238E27FC236}">
                <a16:creationId xmlns:a16="http://schemas.microsoft.com/office/drawing/2014/main" id="{8523C676-A43A-44CE-A258-2924E3EB62B5}"/>
              </a:ext>
            </a:extLst>
          </p:cNvPr>
          <p:cNvSpPr>
            <a:spLocks xmlns:a="http://schemas.openxmlformats.org/drawingml/2006/main" noGrp="1"/>
          </p:cNvSpPr>
          <p:nvPr/>
        </p:nvSpPr>
        <p:spPr>
          <a:xfrm xmlns:a="http://schemas.openxmlformats.org/drawingml/2006/main">
            <a:off x="400050" y="90678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281" name="dp44-v5-summary / n15">
            <a:extLst xmlns:a="http://schemas.openxmlformats.org/drawingml/2006/main">
              <a:ext uri="{FF2B5EF4-FFF2-40B4-BE49-F238E27FC236}">
                <a16:creationId xmlns:a16="http://schemas.microsoft.com/office/drawing/2014/main" id="{D8523886-F786-4280-9BAA-6217614F6446}"/>
              </a:ext>
            </a:extLst>
          </p:cNvPr>
          <p:cNvSpPr>
            <a:spLocks xmlns:a="http://schemas.openxmlformats.org/drawingml/2006/main" noGrp="1"/>
          </p:cNvSpPr>
          <p:nvPr/>
        </p:nvSpPr>
        <p:spPr>
          <a:xfrm xmlns:a="http://schemas.openxmlformats.org/drawingml/2006/main">
            <a:off x="2857500" y="9067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[실제 호출과 retry 및 폐기 청구]</a:t>
            </a:r>
          </a:p>
        </p:txBody>
      </p:sp>
      <p:sp>
        <p:nvSpPr>
          <p:cNvPr id="282" name="dp44-v5-summary / n16">
            <a:extLst xmlns:a="http://schemas.openxmlformats.org/drawingml/2006/main">
              <a:ext uri="{FF2B5EF4-FFF2-40B4-BE49-F238E27FC236}">
                <a16:creationId xmlns:a16="http://schemas.microsoft.com/office/drawing/2014/main" id="{0D20DAF6-984D-4A1B-BB1D-BB45C039925B}"/>
              </a:ext>
            </a:extLst>
          </p:cNvPr>
          <p:cNvSpPr>
            <a:spLocks xmlns:a="http://schemas.openxmlformats.org/drawingml/2006/main" noGrp="1"/>
          </p:cNvSpPr>
          <p:nvPr/>
        </p:nvSpPr>
        <p:spPr>
          <a:xfrm xmlns:a="http://schemas.openxmlformats.org/drawingml/2006/main">
            <a:off x="10001250" y="906780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[실제 호출과 retry 및 폐기 청구]</a:t>
            </a:r>
          </a:p>
        </p:txBody>
      </p:sp>
      <p:sp>
        <p:nvSpPr>
          <p:cNvPr id="283" name="dp44-v5-summary / n17">
            <a:extLst xmlns:a="http://schemas.openxmlformats.org/drawingml/2006/main">
              <a:ext uri="{FF2B5EF4-FFF2-40B4-BE49-F238E27FC236}">
                <a16:creationId xmlns:a16="http://schemas.microsoft.com/office/drawing/2014/main" id="{7DFFBE34-8135-4DF4-ABB7-21E96135119E}"/>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84" name="dp44-v5-summary / n18">
            <a:extLst xmlns:a="http://schemas.openxmlformats.org/drawingml/2006/main">
              <a:ext uri="{FF2B5EF4-FFF2-40B4-BE49-F238E27FC236}">
                <a16:creationId xmlns:a16="http://schemas.microsoft.com/office/drawing/2014/main" id="{9D7242E7-A55C-45AD-809B-973ECC48AF1C}"/>
              </a:ext>
            </a:extLst>
          </p:cNvPr>
          <p:cNvSpPr>
            <a:spLocks xmlns:a="http://schemas.openxmlformats.org/drawingml/2006/main" noGrp="1"/>
          </p:cNvSpPr>
          <p:nvPr/>
        </p:nvSpPr>
        <p:spPr>
          <a:xfrm xmlns:a="http://schemas.openxmlformats.org/drawingml/2006/main">
            <a:off x="400050" y="93059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285" name="dp44-v5-summary / n19">
            <a:extLst xmlns:a="http://schemas.openxmlformats.org/drawingml/2006/main">
              <a:ext uri="{FF2B5EF4-FFF2-40B4-BE49-F238E27FC236}">
                <a16:creationId xmlns:a16="http://schemas.microsoft.com/office/drawing/2014/main" id="{0B20B4F9-B4D7-4799-A378-34EF876F0CEB}"/>
              </a:ext>
            </a:extLst>
          </p:cNvPr>
          <p:cNvSpPr>
            <a:spLocks xmlns:a="http://schemas.openxmlformats.org/drawingml/2006/main" noGrp="1"/>
          </p:cNvSpPr>
          <p:nvPr/>
        </p:nvSpPr>
        <p:spPr>
          <a:xfrm xmlns:a="http://schemas.openxmlformats.org/drawingml/2006/main">
            <a:off x="2857500" y="93059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[후속 규칙과 사건 계약의 수정]</a:t>
            </a:r>
          </a:p>
        </p:txBody>
      </p:sp>
      <p:sp>
        <p:nvSpPr>
          <p:cNvPr id="286" name="dp44-v5-summary / n20">
            <a:extLst xmlns:a="http://schemas.openxmlformats.org/drawingml/2006/main">
              <a:ext uri="{FF2B5EF4-FFF2-40B4-BE49-F238E27FC236}">
                <a16:creationId xmlns:a16="http://schemas.microsoft.com/office/drawing/2014/main" id="{02DD9AE1-1B81-4AD7-B44B-464604008507}"/>
              </a:ext>
            </a:extLst>
          </p:cNvPr>
          <p:cNvSpPr>
            <a:spLocks xmlns:a="http://schemas.openxmlformats.org/drawingml/2006/main" noGrp="1"/>
          </p:cNvSpPr>
          <p:nvPr/>
        </p:nvSpPr>
        <p:spPr>
          <a:xfrm xmlns:a="http://schemas.openxmlformats.org/drawingml/2006/main">
            <a:off x="10001250" y="93059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[단계와 Join 계약의 실제 수정]</a:t>
            </a:r>
          </a:p>
        </p:txBody>
      </p:sp>
      <p:sp>
        <p:nvSpPr>
          <p:cNvPr id="287" name="dp44-v5-summary / n21">
            <a:extLst xmlns:a="http://schemas.openxmlformats.org/drawingml/2006/main">
              <a:ext uri="{FF2B5EF4-FFF2-40B4-BE49-F238E27FC236}">
                <a16:creationId xmlns:a16="http://schemas.microsoft.com/office/drawing/2014/main" id="{4A9E00F5-C2C1-40AD-9FE1-4A6FD484B099}"/>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88" name="dp44-v5-summary / n22">
            <a:extLst xmlns:a="http://schemas.openxmlformats.org/drawingml/2006/main">
              <a:ext uri="{FF2B5EF4-FFF2-40B4-BE49-F238E27FC236}">
                <a16:creationId xmlns:a16="http://schemas.microsoft.com/office/drawing/2014/main" id="{6645C46D-6093-4C7B-A699-2DEE875A295D}"/>
              </a:ext>
            </a:extLst>
          </p:cNvPr>
          <p:cNvSpPr>
            <a:spLocks xmlns:a="http://schemas.openxmlformats.org/drawingml/2006/main" noGrp="1"/>
          </p:cNvSpPr>
          <p:nvPr/>
        </p:nvSpPr>
        <p:spPr>
          <a:xfrm xmlns:a="http://schemas.openxmlformats.org/drawingml/2006/main">
            <a:off x="400050" y="95440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289" name="dp44-v5-summary / n23">
            <a:extLst xmlns:a="http://schemas.openxmlformats.org/drawingml/2006/main">
              <a:ext uri="{FF2B5EF4-FFF2-40B4-BE49-F238E27FC236}">
                <a16:creationId xmlns:a16="http://schemas.microsoft.com/office/drawing/2014/main" id="{05D05CC5-F7F0-4E92-B556-547867D1FE2C}"/>
              </a:ext>
            </a:extLst>
          </p:cNvPr>
          <p:cNvSpPr>
            <a:spLocks xmlns:a="http://schemas.openxmlformats.org/drawingml/2006/main" noGrp="1"/>
          </p:cNvSpPr>
          <p:nvPr/>
        </p:nvSpPr>
        <p:spPr>
          <a:xfrm xmlns:a="http://schemas.openxmlformats.org/drawingml/2006/main">
            <a:off x="2857500" y="95440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1,792MiB  [중앙 진행 상태와 실행 대기열]</a:t>
            </a:r>
          </a:p>
        </p:txBody>
      </p:sp>
      <p:sp>
        <p:nvSpPr>
          <p:cNvPr id="290" name="dp44-v5-summary / n24">
            <a:extLst xmlns:a="http://schemas.openxmlformats.org/drawingml/2006/main">
              <a:ext uri="{FF2B5EF4-FFF2-40B4-BE49-F238E27FC236}">
                <a16:creationId xmlns:a16="http://schemas.microsoft.com/office/drawing/2014/main" id="{EE88734C-BE42-48B6-A813-62832A7A75DA}"/>
              </a:ext>
            </a:extLst>
          </p:cNvPr>
          <p:cNvSpPr>
            <a:spLocks xmlns:a="http://schemas.openxmlformats.org/drawingml/2006/main" noGrp="1"/>
          </p:cNvSpPr>
          <p:nvPr/>
        </p:nvSpPr>
        <p:spPr>
          <a:xfrm xmlns:a="http://schemas.openxmlformats.org/drawingml/2006/main">
            <a:off x="10001250" y="95440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1,840MiB  [window와 credit 및 envelope copy]</a:t>
            </a:r>
          </a:p>
        </p:txBody>
      </p:sp>
      <p:sp>
        <p:nvSpPr>
          <p:cNvPr id="291" name="dp44-v5-summary / n25">
            <a:extLst xmlns:a="http://schemas.openxmlformats.org/drawingml/2006/main">
              <a:ext uri="{FF2B5EF4-FFF2-40B4-BE49-F238E27FC236}">
                <a16:creationId xmlns:a16="http://schemas.microsoft.com/office/drawing/2014/main" id="{177584E4-7C26-43CC-90A5-4D4EE6DB7EA0}"/>
              </a:ext>
            </a:extLst>
          </p:cNvPr>
          <p:cNvSpPr>
            <a:spLocks xmlns:a="http://schemas.openxmlformats.org/drawingml/2006/main" noGrp="1"/>
          </p:cNvSpPr>
          <p:nvPr/>
        </p:nvSpPr>
        <p:spPr>
          <a:xfrm xmlns:a="http://schemas.openxmlformats.org/drawingml/2006/main">
            <a:off x="381000" y="9810750"/>
            <a:ext cx="175260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P21 비용 예산 소계 $0.35184, 잔여 $0.14816. 후보별 전체 청구와 목표 판정은 평가 전.</a:t>
            </a:r>
          </a:p>
        </p:txBody>
      </p:sp>
      <p:sp>
        <p:nvSpPr>
          <p:cNvPr id="292" name="dp44-v5-summary / n26">
            <a:extLst xmlns:a="http://schemas.openxmlformats.org/drawingml/2006/main">
              <a:ext uri="{FF2B5EF4-FFF2-40B4-BE49-F238E27FC236}">
                <a16:creationId xmlns:a16="http://schemas.microsoft.com/office/drawing/2014/main" id="{5BFDE993-08F6-4B0B-B415-0A650BFE656C}"/>
              </a:ext>
            </a:extLst>
          </p:cNvPr>
          <p:cNvSpPr>
            <a:spLocks xmlns:a="http://schemas.openxmlformats.org/drawingml/2006/main" noGrp="1"/>
          </p:cNvSpPr>
          <p:nvPr/>
        </p:nvSpPr>
        <p:spPr>
          <a:xfrm xmlns:a="http://schemas.openxmlformats.org/drawingml/2006/main">
            <a:off x="381000" y="100679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ASR-QA-v6 / P21 기준 / 미실측은 0점이 아님 / 메모리는 예산 가정 / 지역 계산은 다음 장</a:t>
            </a:r>
          </a:p>
        </p:txBody>
      </p:sp>
      <p:sp>
        <p:nvSpPr>
          <p:cNvPr id="41" name="dp44-comparison / legend_continuation_0">
            <a:extLst xmlns:a="http://schemas.openxmlformats.org/drawingml/2006/main">
              <a:ext uri="{FF2B5EF4-FFF2-40B4-BE49-F238E27FC236}">
                <a16:creationId xmlns:a16="http://schemas.microsoft.com/office/drawing/2014/main" id="{15518DFA-8989-4E95-ACD7-FA670AC3ED65}"/>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4-comparison / legend_continuation_1 / text 1">
            <a:extLst xmlns:a="http://schemas.openxmlformats.org/drawingml/2006/main">
              <a:ext uri="{FF2B5EF4-FFF2-40B4-BE49-F238E27FC236}">
                <a16:creationId xmlns:a16="http://schemas.microsoft.com/office/drawing/2014/main" id="{A2AD2E74-D43F-4EDB-AE67-0DC05EDD76D9}"/>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4-comparison / legend_continuation_2">
            <a:extLst xmlns:a="http://schemas.openxmlformats.org/drawingml/2006/main">
              <a:ext uri="{FF2B5EF4-FFF2-40B4-BE49-F238E27FC236}">
                <a16:creationId xmlns:a16="http://schemas.microsoft.com/office/drawing/2014/main" id="{0A5C9E66-6249-4AE1-8A11-8B38E5D503A4}"/>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4-comparison / legend_continuation_3 / text 1">
            <a:extLst xmlns:a="http://schemas.openxmlformats.org/drawingml/2006/main">
              <a:ext uri="{FF2B5EF4-FFF2-40B4-BE49-F238E27FC236}">
                <a16:creationId xmlns:a16="http://schemas.microsoft.com/office/drawing/2014/main" id="{7128053D-304D-45CC-80A4-929726EFD944}"/>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4-comparison / legend_continuation_4 / text 1">
            <a:extLst xmlns:a="http://schemas.openxmlformats.org/drawingml/2006/main">
              <a:ext uri="{FF2B5EF4-FFF2-40B4-BE49-F238E27FC236}">
                <a16:creationId xmlns:a16="http://schemas.microsoft.com/office/drawing/2014/main" id="{CA8EE084-F777-4C1D-8293-DF70087184AB}"/>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4-comparison / legend_continuation_5">
            <a:extLst xmlns:a="http://schemas.openxmlformats.org/drawingml/2006/main">
              <a:ext uri="{FF2B5EF4-FFF2-40B4-BE49-F238E27FC236}">
                <a16:creationId xmlns:a16="http://schemas.microsoft.com/office/drawing/2014/main" id="{D34AA399-BC8E-4FEB-B95E-60B49EC43882}"/>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4-comparison / legend_continuation_6 / text 1">
            <a:extLst xmlns:a="http://schemas.openxmlformats.org/drawingml/2006/main">
              <a:ext uri="{FF2B5EF4-FFF2-40B4-BE49-F238E27FC236}">
                <a16:creationId xmlns:a16="http://schemas.microsoft.com/office/drawing/2014/main" id="{8126E048-00C7-4B07-A982-6D22A4800066}"/>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4-comparison / legend_continuation_7 / text 1">
            <a:extLst xmlns:a="http://schemas.openxmlformats.org/drawingml/2006/main">
              <a:ext uri="{FF2B5EF4-FFF2-40B4-BE49-F238E27FC236}">
                <a16:creationId xmlns:a16="http://schemas.microsoft.com/office/drawing/2014/main" id="{ECDAB91D-4AAC-40C5-8FD5-D938F1F55F49}"/>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4-comparison / legend_continuation_8">
            <a:extLst xmlns:a="http://schemas.openxmlformats.org/drawingml/2006/main">
              <a:ext uri="{FF2B5EF4-FFF2-40B4-BE49-F238E27FC236}">
                <a16:creationId xmlns:a16="http://schemas.microsoft.com/office/drawing/2014/main" id="{438E98DD-94EB-44B0-9E55-EE593CE4AD8A}"/>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4-comparison / legend_continuation_8 / fold">
            <a:extLst xmlns:a="http://schemas.openxmlformats.org/drawingml/2006/main">
              <a:ext uri="{FF2B5EF4-FFF2-40B4-BE49-F238E27FC236}">
                <a16:creationId xmlns:a16="http://schemas.microsoft.com/office/drawing/2014/main" id="{F84461E6-D200-4A60-8714-46C3134BBA7E}"/>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4-comparison / legend_continuation_9 / text 1">
            <a:extLst xmlns:a="http://schemas.openxmlformats.org/drawingml/2006/main">
              <a:ext uri="{FF2B5EF4-FFF2-40B4-BE49-F238E27FC236}">
                <a16:creationId xmlns:a16="http://schemas.microsoft.com/office/drawing/2014/main" id="{D2B1EA49-6512-4CA4-8FE9-A769E1493DC6}"/>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4-comparison / legend_continuation_10 / text 1">
            <a:extLst xmlns:a="http://schemas.openxmlformats.org/drawingml/2006/main">
              <a:ext uri="{FF2B5EF4-FFF2-40B4-BE49-F238E27FC236}">
                <a16:creationId xmlns:a16="http://schemas.microsoft.com/office/drawing/2014/main" id="{D634E017-610B-425F-8A14-D30740FF057A}"/>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4-comparison / legend_continuation_11">
            <a:extLst xmlns:a="http://schemas.openxmlformats.org/drawingml/2006/main">
              <a:ext uri="{FF2B5EF4-FFF2-40B4-BE49-F238E27FC236}">
                <a16:creationId xmlns:a16="http://schemas.microsoft.com/office/drawing/2014/main" id="{903B6DB6-67FE-4876-88BB-DDF616AED52F}"/>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4-comparison / legend_continuation_12 / text 1">
            <a:extLst xmlns:a="http://schemas.openxmlformats.org/drawingml/2006/main">
              <a:ext uri="{FF2B5EF4-FFF2-40B4-BE49-F238E27FC236}">
                <a16:creationId xmlns:a16="http://schemas.microsoft.com/office/drawing/2014/main" id="{43764D8F-AD59-4304-ABA6-8915776F373A}"/>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4-comparison / legend_continuation_13 / text 1">
            <a:extLst xmlns:a="http://schemas.openxmlformats.org/drawingml/2006/main">
              <a:ext uri="{FF2B5EF4-FFF2-40B4-BE49-F238E27FC236}">
                <a16:creationId xmlns:a16="http://schemas.microsoft.com/office/drawing/2014/main" id="{084FDD09-734F-4646-89BB-F4B14541FC2D}"/>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4-comparison / legend_continuation_14">
            <a:extLst xmlns:a="http://schemas.openxmlformats.org/drawingml/2006/main">
              <a:ext uri="{FF2B5EF4-FFF2-40B4-BE49-F238E27FC236}">
                <a16:creationId xmlns:a16="http://schemas.microsoft.com/office/drawing/2014/main" id="{33FF9B74-108E-47BC-AD9D-BEE0A0BC183A}"/>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4-comparison / legend_continuation_15 / text 1">
            <a:extLst xmlns:a="http://schemas.openxmlformats.org/drawingml/2006/main">
              <a:ext uri="{FF2B5EF4-FFF2-40B4-BE49-F238E27FC236}">
                <a16:creationId xmlns:a16="http://schemas.microsoft.com/office/drawing/2014/main" id="{CC9282DD-6B08-4D10-AF07-2FA44B600146}"/>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4-comparison / legend_continuation_16 / text 1">
            <a:extLst xmlns:a="http://schemas.openxmlformats.org/drawingml/2006/main">
              <a:ext uri="{FF2B5EF4-FFF2-40B4-BE49-F238E27FC236}">
                <a16:creationId xmlns:a16="http://schemas.microsoft.com/office/drawing/2014/main" id="{FDE4FBF0-3595-446B-84E9-11FDB9A40673}"/>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4-comparison / legend_continuation_17">
            <a:extLst xmlns:a="http://schemas.openxmlformats.org/drawingml/2006/main">
              <a:ext uri="{FF2B5EF4-FFF2-40B4-BE49-F238E27FC236}">
                <a16:creationId xmlns:a16="http://schemas.microsoft.com/office/drawing/2014/main" id="{B8041E81-84D4-4B87-B90D-702B33C0FF6A}"/>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4-comparison / legend_continuation_18 / text 1">
            <a:extLst xmlns:a="http://schemas.openxmlformats.org/drawingml/2006/main">
              <a:ext uri="{FF2B5EF4-FFF2-40B4-BE49-F238E27FC236}">
                <a16:creationId xmlns:a16="http://schemas.microsoft.com/office/drawing/2014/main" id="{658917A0-4F25-4726-89A1-B17AEEE6F7B2}"/>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4-comparison / legend_continuation_19 / text 1">
            <a:extLst xmlns:a="http://schemas.openxmlformats.org/drawingml/2006/main">
              <a:ext uri="{FF2B5EF4-FFF2-40B4-BE49-F238E27FC236}">
                <a16:creationId xmlns:a16="http://schemas.microsoft.com/office/drawing/2014/main" id="{919316E0-F80B-4AA9-ABE1-9B7EF13B8539}"/>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4-comparison / legend_continuation_20 / path">
            <a:extLst xmlns:a="http://schemas.openxmlformats.org/drawingml/2006/main">
              <a:ext uri="{FF2B5EF4-FFF2-40B4-BE49-F238E27FC236}">
                <a16:creationId xmlns:a16="http://schemas.microsoft.com/office/drawing/2014/main" id="{D7C812E8-69C3-4102-AD7D-6A92B940D2B5}"/>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4-comparison / legend_continuation_20 / arrow">
            <a:extLst xmlns:a="http://schemas.openxmlformats.org/drawingml/2006/main">
              <a:ext uri="{FF2B5EF4-FFF2-40B4-BE49-F238E27FC236}">
                <a16:creationId xmlns:a16="http://schemas.microsoft.com/office/drawing/2014/main" id="{F8DA7D5F-1087-4D5D-95FC-9F8A69B48A96}"/>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4-comparison / legend_continuation_21 / text 1">
            <a:extLst xmlns:a="http://schemas.openxmlformats.org/drawingml/2006/main">
              <a:ext uri="{FF2B5EF4-FFF2-40B4-BE49-F238E27FC236}">
                <a16:creationId xmlns:a16="http://schemas.microsoft.com/office/drawing/2014/main" id="{9637013E-01DD-4E27-AF3E-0155ABA8BA8C}"/>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4-comparison / legend_continuation_22 / path">
            <a:extLst xmlns:a="http://schemas.openxmlformats.org/drawingml/2006/main">
              <a:ext uri="{FF2B5EF4-FFF2-40B4-BE49-F238E27FC236}">
                <a16:creationId xmlns:a16="http://schemas.microsoft.com/office/drawing/2014/main" id="{CC57AA60-8A84-4140-943C-CD1DF2831337}"/>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4-comparison / legend_continuation_22 / arrow">
            <a:extLst xmlns:a="http://schemas.openxmlformats.org/drawingml/2006/main">
              <a:ext uri="{FF2B5EF4-FFF2-40B4-BE49-F238E27FC236}">
                <a16:creationId xmlns:a16="http://schemas.microsoft.com/office/drawing/2014/main" id="{AD92B89A-6528-4A5B-960E-C8F47D433398}"/>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4-comparison / legend_continuation_23 / text 1">
            <a:extLst xmlns:a="http://schemas.openxmlformats.org/drawingml/2006/main">
              <a:ext uri="{FF2B5EF4-FFF2-40B4-BE49-F238E27FC236}">
                <a16:creationId xmlns:a16="http://schemas.microsoft.com/office/drawing/2014/main" id="{E4D1A82C-9758-48C3-ADC4-6EDA6F97AF5D}"/>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4-comparison / legend_continuation_24 / text 1">
            <a:extLst xmlns:a="http://schemas.openxmlformats.org/drawingml/2006/main">
              <a:ext uri="{FF2B5EF4-FFF2-40B4-BE49-F238E27FC236}">
                <a16:creationId xmlns:a16="http://schemas.microsoft.com/office/drawing/2014/main" id="{E124DF9F-5502-411F-AE6F-690045D3CA5F}"/>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4-comparison / legend_continuation_25">
            <a:extLst xmlns:a="http://schemas.openxmlformats.org/drawingml/2006/main">
              <a:ext uri="{FF2B5EF4-FFF2-40B4-BE49-F238E27FC236}">
                <a16:creationId xmlns:a16="http://schemas.microsoft.com/office/drawing/2014/main" id="{5F835607-3428-49A4-BE9E-FBF70BCD1B3B}"/>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4-comparison / legend_continuation_26 / text 1">
            <a:extLst xmlns:a="http://schemas.openxmlformats.org/drawingml/2006/main">
              <a:ext uri="{FF2B5EF4-FFF2-40B4-BE49-F238E27FC236}">
                <a16:creationId xmlns:a16="http://schemas.microsoft.com/office/drawing/2014/main" id="{92B16CEF-4312-4E20-9A47-3568BF907C49}"/>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4-comparison / legend_continuation_27 / text 1">
            <a:extLst xmlns:a="http://schemas.openxmlformats.org/drawingml/2006/main">
              <a:ext uri="{FF2B5EF4-FFF2-40B4-BE49-F238E27FC236}">
                <a16:creationId xmlns:a16="http://schemas.microsoft.com/office/drawing/2014/main" id="{33F3E6A8-C1BD-4D9A-B822-B10C6C431234}"/>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4-comparison / legend_continuation_28">
            <a:extLst xmlns:a="http://schemas.openxmlformats.org/drawingml/2006/main">
              <a:ext uri="{FF2B5EF4-FFF2-40B4-BE49-F238E27FC236}">
                <a16:creationId xmlns:a16="http://schemas.microsoft.com/office/drawing/2014/main" id="{2843F478-94FA-4799-9136-7837D847BF8A}"/>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4-comparison / legend_continuation_29 / text 1">
            <a:extLst xmlns:a="http://schemas.openxmlformats.org/drawingml/2006/main">
              <a:ext uri="{FF2B5EF4-FFF2-40B4-BE49-F238E27FC236}">
                <a16:creationId xmlns:a16="http://schemas.microsoft.com/office/drawing/2014/main" id="{C49D5525-4FC1-4DE7-99D4-30EDAC8DE74D}"/>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4-comparison / legend_continuation_30 / text 1">
            <a:extLst xmlns:a="http://schemas.openxmlformats.org/drawingml/2006/main">
              <a:ext uri="{FF2B5EF4-FFF2-40B4-BE49-F238E27FC236}">
                <a16:creationId xmlns:a16="http://schemas.microsoft.com/office/drawing/2014/main" id="{AABA1A0F-D519-4E2E-B22E-AA08E5FCDA2E}"/>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4-comparison / n72">
            <a:extLst xmlns:a="http://schemas.openxmlformats.org/drawingml/2006/main">
              <a:ext uri="{FF2B5EF4-FFF2-40B4-BE49-F238E27FC236}">
                <a16:creationId xmlns:a16="http://schemas.microsoft.com/office/drawing/2014/main" id="{15DFDBDB-FF71-4311-AD1F-65DFCD8A5E75}"/>
              </a:ext>
            </a:extLst>
          </p:cNvPr>
          <p:cNvSpPr>
            <a:spLocks xmlns:a="http://schemas.openxmlformats.org/drawingml/2006/main" noGrp="1"/>
          </p:cNvSpPr>
          <p:nvPr/>
        </p:nvSpPr>
        <p:spPr>
          <a:xfrm xmlns:a="http://schemas.openxmlformats.org/drawingml/2006/main">
            <a:off x="1666875" y="240982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6" name="dp44-comparison / n73 / text 1">
            <a:extLst xmlns:a="http://schemas.openxmlformats.org/drawingml/2006/main">
              <a:ext uri="{FF2B5EF4-FFF2-40B4-BE49-F238E27FC236}">
                <a16:creationId xmlns:a16="http://schemas.microsoft.com/office/drawing/2014/main" id="{2F190DAF-6B0A-4B34-9427-52BE7BEACCB1}"/>
              </a:ext>
            </a:extLst>
          </p:cNvPr>
          <p:cNvSpPr>
            <a:spLocks xmlns:a="http://schemas.openxmlformats.org/drawingml/2006/main" noGrp="1"/>
          </p:cNvSpPr>
          <p:nvPr/>
        </p:nvSpPr>
        <p:spPr>
          <a:xfrm xmlns:a="http://schemas.openxmlformats.org/drawingml/2006/main">
            <a:off x="1752600" y="2460308"/>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77" name="dp44-comparison / n74">
            <a:extLst xmlns:a="http://schemas.openxmlformats.org/drawingml/2006/main">
              <a:ext uri="{FF2B5EF4-FFF2-40B4-BE49-F238E27FC236}">
                <a16:creationId xmlns:a16="http://schemas.microsoft.com/office/drawing/2014/main" id="{2C93C853-1843-4B3B-B318-DFB0E3980FE3}"/>
              </a:ext>
            </a:extLst>
          </p:cNvPr>
          <p:cNvSpPr>
            <a:spLocks xmlns:a="http://schemas.openxmlformats.org/drawingml/2006/main" noGrp="1"/>
          </p:cNvSpPr>
          <p:nvPr/>
        </p:nvSpPr>
        <p:spPr>
          <a:xfrm xmlns:a="http://schemas.openxmlformats.org/drawingml/2006/main">
            <a:off x="6334125" y="2409825"/>
            <a:ext cx="2857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4-comparison / n75 / text 1">
            <a:extLst xmlns:a="http://schemas.openxmlformats.org/drawingml/2006/main">
              <a:ext uri="{FF2B5EF4-FFF2-40B4-BE49-F238E27FC236}">
                <a16:creationId xmlns:a16="http://schemas.microsoft.com/office/drawing/2014/main" id="{235B6575-472A-4A77-B69C-A503E39069EB}"/>
              </a:ext>
            </a:extLst>
          </p:cNvPr>
          <p:cNvSpPr>
            <a:spLocks xmlns:a="http://schemas.openxmlformats.org/drawingml/2006/main" noGrp="1"/>
          </p:cNvSpPr>
          <p:nvPr/>
        </p:nvSpPr>
        <p:spPr>
          <a:xfrm xmlns:a="http://schemas.openxmlformats.org/drawingml/2006/main">
            <a:off x="6419850" y="2460308"/>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79" name="dp44-comparison / n80">
            <a:extLst xmlns:a="http://schemas.openxmlformats.org/drawingml/2006/main">
              <a:ext uri="{FF2B5EF4-FFF2-40B4-BE49-F238E27FC236}">
                <a16:creationId xmlns:a16="http://schemas.microsoft.com/office/drawing/2014/main" id="{3D540F2A-75F3-4E38-A0C2-84C80D780642}"/>
              </a:ext>
            </a:extLst>
          </p:cNvPr>
          <p:cNvSpPr>
            <a:spLocks xmlns:a="http://schemas.openxmlformats.org/drawingml/2006/main" noGrp="1"/>
          </p:cNvSpPr>
          <p:nvPr/>
        </p:nvSpPr>
        <p:spPr>
          <a:xfrm xmlns:a="http://schemas.openxmlformats.org/drawingml/2006/main">
            <a:off x="1571625" y="3076575"/>
            <a:ext cx="7715250" cy="1409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0" name="dp44-comparison / n81 / text 1">
            <a:extLst xmlns:a="http://schemas.openxmlformats.org/drawingml/2006/main">
              <a:ext uri="{FF2B5EF4-FFF2-40B4-BE49-F238E27FC236}">
                <a16:creationId xmlns:a16="http://schemas.microsoft.com/office/drawing/2014/main" id="{01D5FA91-287A-4F05-A72B-759DA489634A}"/>
              </a:ext>
            </a:extLst>
          </p:cNvPr>
          <p:cNvSpPr>
            <a:spLocks xmlns:a="http://schemas.openxmlformats.org/drawingml/2006/main" noGrp="1"/>
          </p:cNvSpPr>
          <p:nvPr/>
        </p:nvSpPr>
        <p:spPr>
          <a:xfrm xmlns:a="http://schemas.openxmlformats.org/drawingml/2006/main">
            <a:off x="1695450" y="3171825"/>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81" name="dp44-comparison / n82">
            <a:extLst xmlns:a="http://schemas.openxmlformats.org/drawingml/2006/main">
              <a:ext uri="{FF2B5EF4-FFF2-40B4-BE49-F238E27FC236}">
                <a16:creationId xmlns:a16="http://schemas.microsoft.com/office/drawing/2014/main" id="{F20EB0F5-E85D-47BB-8E78-10CCF7857C3C}"/>
              </a:ext>
            </a:extLst>
          </p:cNvPr>
          <p:cNvSpPr>
            <a:spLocks xmlns:a="http://schemas.openxmlformats.org/drawingml/2006/main" noGrp="1"/>
          </p:cNvSpPr>
          <p:nvPr/>
        </p:nvSpPr>
        <p:spPr>
          <a:xfrm xmlns:a="http://schemas.openxmlformats.org/drawingml/2006/main">
            <a:off x="1857375" y="3476625"/>
            <a:ext cx="2714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82" name="dp44-comparison / n83 / text 1">
            <a:extLst xmlns:a="http://schemas.openxmlformats.org/drawingml/2006/main">
              <a:ext uri="{FF2B5EF4-FFF2-40B4-BE49-F238E27FC236}">
                <a16:creationId xmlns:a16="http://schemas.microsoft.com/office/drawing/2014/main" id="{C5C8012C-670F-45E7-A1CC-0EC842913CC8}"/>
              </a:ext>
            </a:extLst>
          </p:cNvPr>
          <p:cNvSpPr>
            <a:spLocks xmlns:a="http://schemas.openxmlformats.org/drawingml/2006/main" noGrp="1"/>
          </p:cNvSpPr>
          <p:nvPr/>
        </p:nvSpPr>
        <p:spPr>
          <a:xfrm xmlns:a="http://schemas.openxmlformats.org/drawingml/2006/main">
            <a:off x="1943100" y="3549491"/>
            <a:ext cx="25431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Dialogue Dispatcher</a:t>
            </a:r>
          </a:p>
        </p:txBody>
      </p:sp>
      <p:sp>
        <p:nvSpPr>
          <p:cNvPr id="83" name="dp44-comparison / n84">
            <a:extLst xmlns:a="http://schemas.openxmlformats.org/drawingml/2006/main">
              <a:ext uri="{FF2B5EF4-FFF2-40B4-BE49-F238E27FC236}">
                <a16:creationId xmlns:a16="http://schemas.microsoft.com/office/drawing/2014/main" id="{56EE499D-8F51-4DA4-B83E-C982B71E8D78}"/>
              </a:ext>
            </a:extLst>
          </p:cNvPr>
          <p:cNvSpPr>
            <a:spLocks xmlns:a="http://schemas.openxmlformats.org/drawingml/2006/main" noGrp="1"/>
          </p:cNvSpPr>
          <p:nvPr/>
        </p:nvSpPr>
        <p:spPr>
          <a:xfrm xmlns:a="http://schemas.openxmlformats.org/drawingml/2006/main">
            <a:off x="5857875" y="3476625"/>
            <a:ext cx="3095625" cy="3810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84" name="dp44-comparison / n85 / text 1">
            <a:extLst xmlns:a="http://schemas.openxmlformats.org/drawingml/2006/main">
              <a:ext uri="{FF2B5EF4-FFF2-40B4-BE49-F238E27FC236}">
                <a16:creationId xmlns:a16="http://schemas.microsoft.com/office/drawing/2014/main" id="{D0F33FB9-F249-481A-9AA4-2B5D38963EA6}"/>
              </a:ext>
            </a:extLst>
          </p:cNvPr>
          <p:cNvSpPr>
            <a:spLocks xmlns:a="http://schemas.openxmlformats.org/drawingml/2006/main" noGrp="1"/>
          </p:cNvSpPr>
          <p:nvPr/>
        </p:nvSpPr>
        <p:spPr>
          <a:xfrm xmlns:a="http://schemas.openxmlformats.org/drawingml/2006/main">
            <a:off x="5943600" y="3569970"/>
            <a:ext cx="292417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Dialogue Progress State</a:t>
            </a:r>
          </a:p>
        </p:txBody>
      </p:sp>
      <p:sp>
        <p:nvSpPr>
          <p:cNvPr id="85" name="dp44-comparison / n86 / path">
            <a:extLst xmlns:a="http://schemas.openxmlformats.org/drawingml/2006/main">
              <a:ext uri="{FF2B5EF4-FFF2-40B4-BE49-F238E27FC236}">
                <a16:creationId xmlns:a16="http://schemas.microsoft.com/office/drawing/2014/main" id="{07AFC67B-CD7C-456D-86C2-5B784396ADBD}"/>
              </a:ext>
            </a:extLst>
          </p:cNvPr>
          <p:cNvSpPr>
            <a:spLocks xmlns:a="http://schemas.openxmlformats.org/drawingml/2006/main" noGrp="1"/>
          </p:cNvSpPr>
          <p:nvPr/>
        </p:nvSpPr>
        <p:spPr>
          <a:xfrm xmlns:a="http://schemas.openxmlformats.org/drawingml/2006/main">
            <a:off x="2952750" y="2733675"/>
            <a:ext cx="261938" cy="742950"/>
          </a:xfrm>
          <a:custGeom xmlns:a="http://schemas.openxmlformats.org/drawingml/2006/main">
            <a:pathLst>
              <a:path w="261938" h="742950">
                <a:moveTo>
                  <a:pt x="0" y="0"/>
                </a:moveTo>
                <a:lnTo>
                  <a:pt x="0" y="257175"/>
                </a:lnTo>
                <a:lnTo>
                  <a:pt x="261938" y="257175"/>
                </a:lnTo>
                <a:lnTo>
                  <a:pt x="261938" y="742950"/>
                </a:lnTo>
              </a:path>
            </a:pathLst>
          </a:custGeom>
          <a:noFill xmlns:a="http://schemas.openxmlformats.org/drawingml/2006/main"/>
          <a:ln xmlns:a="http://schemas.openxmlformats.org/drawingml/2006/main" w="10478">
            <a:solidFill>
              <a:srgbClr val="000000"/>
            </a:solidFill>
            <a:prstDash val="solid"/>
          </a:ln>
        </p:spPr>
      </p:sp>
      <p:sp>
        <p:nvSpPr>
          <p:cNvPr id="86" name="dp44-comparison / n86 / arrow">
            <a:extLst xmlns:a="http://schemas.openxmlformats.org/drawingml/2006/main">
              <a:ext uri="{FF2B5EF4-FFF2-40B4-BE49-F238E27FC236}">
                <a16:creationId xmlns:a16="http://schemas.microsoft.com/office/drawing/2014/main" id="{5A4DE3A8-A2B5-4A5A-A30D-48A7CC34DE06}"/>
              </a:ext>
            </a:extLst>
          </p:cNvPr>
          <p:cNvSpPr>
            <a:spLocks xmlns:a="http://schemas.openxmlformats.org/drawingml/2006/main" noGrp="1"/>
          </p:cNvSpPr>
          <p:nvPr/>
        </p:nvSpPr>
        <p:spPr>
          <a:xfrm xmlns:a="http://schemas.openxmlformats.org/drawingml/2006/main">
            <a:off x="318116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7" name="dp44-comparison / n87 / path">
            <a:extLst xmlns:a="http://schemas.openxmlformats.org/drawingml/2006/main">
              <a:ext uri="{FF2B5EF4-FFF2-40B4-BE49-F238E27FC236}">
                <a16:creationId xmlns:a16="http://schemas.microsoft.com/office/drawing/2014/main" id="{63F4EB99-3D39-45EC-A14A-7BBE2859924C}"/>
              </a:ext>
            </a:extLst>
          </p:cNvPr>
          <p:cNvSpPr>
            <a:spLocks xmlns:a="http://schemas.openxmlformats.org/drawingml/2006/main" noGrp="1"/>
          </p:cNvSpPr>
          <p:nvPr/>
        </p:nvSpPr>
        <p:spPr>
          <a:xfrm xmlns:a="http://schemas.openxmlformats.org/drawingml/2006/main">
            <a:off x="4071938" y="2733675"/>
            <a:ext cx="3690938" cy="742950"/>
          </a:xfrm>
          <a:custGeom xmlns:a="http://schemas.openxmlformats.org/drawingml/2006/main">
            <a:pathLst>
              <a:path w="3690938" h="742950">
                <a:moveTo>
                  <a:pt x="3690938" y="0"/>
                </a:moveTo>
                <a:lnTo>
                  <a:pt x="3690938" y="228600"/>
                </a:lnTo>
                <a:lnTo>
                  <a:pt x="0" y="228600"/>
                </a:lnTo>
                <a:lnTo>
                  <a:pt x="0" y="742950"/>
                </a:lnTo>
              </a:path>
            </a:pathLst>
          </a:custGeom>
          <a:noFill xmlns:a="http://schemas.openxmlformats.org/drawingml/2006/main"/>
          <a:ln xmlns:a="http://schemas.openxmlformats.org/drawingml/2006/main" w="10478">
            <a:solidFill>
              <a:srgbClr val="000000"/>
            </a:solidFill>
            <a:prstDash val="solid"/>
          </a:ln>
        </p:spPr>
      </p:sp>
      <p:sp>
        <p:nvSpPr>
          <p:cNvPr id="88" name="dp44-comparison / n87 / arrow">
            <a:extLst xmlns:a="http://schemas.openxmlformats.org/drawingml/2006/main">
              <a:ext uri="{FF2B5EF4-FFF2-40B4-BE49-F238E27FC236}">
                <a16:creationId xmlns:a16="http://schemas.microsoft.com/office/drawing/2014/main" id="{4D07F4BC-5AA8-46D4-B983-BB6D37DF0D8C}"/>
              </a:ext>
            </a:extLst>
          </p:cNvPr>
          <p:cNvSpPr>
            <a:spLocks xmlns:a="http://schemas.openxmlformats.org/drawingml/2006/main" noGrp="1"/>
          </p:cNvSpPr>
          <p:nvPr/>
        </p:nvSpPr>
        <p:spPr>
          <a:xfrm xmlns:a="http://schemas.openxmlformats.org/drawingml/2006/main">
            <a:off x="40384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9" name="dp44-comparison / n88 / path">
            <a:extLst xmlns:a="http://schemas.openxmlformats.org/drawingml/2006/main">
              <a:ext uri="{FF2B5EF4-FFF2-40B4-BE49-F238E27FC236}">
                <a16:creationId xmlns:a16="http://schemas.microsoft.com/office/drawing/2014/main" id="{C238EB93-2C45-473B-AF59-C72BAA63D014}"/>
              </a:ext>
            </a:extLst>
          </p:cNvPr>
          <p:cNvSpPr>
            <a:spLocks xmlns:a="http://schemas.openxmlformats.org/drawingml/2006/main" noGrp="1"/>
          </p:cNvSpPr>
          <p:nvPr/>
        </p:nvSpPr>
        <p:spPr>
          <a:xfrm xmlns:a="http://schemas.openxmlformats.org/drawingml/2006/main">
            <a:off x="4572000" y="3667125"/>
            <a:ext cx="1285875" cy="953"/>
          </a:xfrm>
          <a:custGeom xmlns:a="http://schemas.openxmlformats.org/drawingml/2006/main">
            <a:pathLst>
              <a:path w="1285875" h="953">
                <a:moveTo>
                  <a:pt x="0" y="0"/>
                </a:moveTo>
                <a:lnTo>
                  <a:pt x="1285875" y="0"/>
                </a:lnTo>
              </a:path>
            </a:pathLst>
          </a:custGeom>
          <a:noFill xmlns:a="http://schemas.openxmlformats.org/drawingml/2006/main"/>
          <a:ln xmlns:a="http://schemas.openxmlformats.org/drawingml/2006/main" w="10478">
            <a:solidFill>
              <a:srgbClr val="B8753F"/>
            </a:solidFill>
            <a:prstDash val="solid"/>
          </a:ln>
        </p:spPr>
      </p:sp>
      <p:sp>
        <p:nvSpPr>
          <p:cNvPr id="90" name="dp44-comparison / n88 / arrow">
            <a:extLst xmlns:a="http://schemas.openxmlformats.org/drawingml/2006/main">
              <a:ext uri="{FF2B5EF4-FFF2-40B4-BE49-F238E27FC236}">
                <a16:creationId xmlns:a16="http://schemas.microsoft.com/office/drawing/2014/main" id="{DC168270-9152-4F6F-BF66-E96CCFB84225}"/>
              </a:ext>
            </a:extLst>
          </p:cNvPr>
          <p:cNvSpPr>
            <a:spLocks xmlns:a="http://schemas.openxmlformats.org/drawingml/2006/main" noGrp="1"/>
          </p:cNvSpPr>
          <p:nvPr/>
        </p:nvSpPr>
        <p:spPr>
          <a:xfrm xmlns:a="http://schemas.openxmlformats.org/drawingml/2006/main">
            <a:off x="5790819" y="36335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91" name="dp44-comparison / n89 / path">
            <a:extLst xmlns:a="http://schemas.openxmlformats.org/drawingml/2006/main">
              <a:ext uri="{FF2B5EF4-FFF2-40B4-BE49-F238E27FC236}">
                <a16:creationId xmlns:a16="http://schemas.microsoft.com/office/drawing/2014/main" id="{5C8E9CDD-8B3B-4395-95CC-7FBD6F82A3B2}"/>
              </a:ext>
            </a:extLst>
          </p:cNvPr>
          <p:cNvSpPr>
            <a:spLocks xmlns:a="http://schemas.openxmlformats.org/drawingml/2006/main" noGrp="1"/>
          </p:cNvSpPr>
          <p:nvPr/>
        </p:nvSpPr>
        <p:spPr>
          <a:xfrm xmlns:a="http://schemas.openxmlformats.org/drawingml/2006/main">
            <a:off x="4572000" y="3752850"/>
            <a:ext cx="1285875" cy="180975"/>
          </a:xfrm>
          <a:custGeom xmlns:a="http://schemas.openxmlformats.org/drawingml/2006/main">
            <a:pathLst>
              <a:path w="1285875" h="180975">
                <a:moveTo>
                  <a:pt x="1285875" y="0"/>
                </a:moveTo>
                <a:lnTo>
                  <a:pt x="1123950" y="0"/>
                </a:lnTo>
                <a:lnTo>
                  <a:pt x="1123950" y="180975"/>
                </a:lnTo>
                <a:lnTo>
                  <a:pt x="152400" y="180975"/>
                </a:lnTo>
                <a:lnTo>
                  <a:pt x="152400" y="0"/>
                </a:lnTo>
                <a:lnTo>
                  <a:pt x="0" y="0"/>
                </a:lnTo>
              </a:path>
            </a:pathLst>
          </a:custGeom>
          <a:noFill xmlns:a="http://schemas.openxmlformats.org/drawingml/2006/main"/>
          <a:ln xmlns:a="http://schemas.openxmlformats.org/drawingml/2006/main" w="10478">
            <a:solidFill>
              <a:srgbClr val="B8753F"/>
            </a:solidFill>
            <a:prstDash val="dash"/>
          </a:ln>
        </p:spPr>
      </p:sp>
      <p:sp>
        <p:nvSpPr>
          <p:cNvPr id="92" name="dp44-comparison / n89 / arrow">
            <a:extLst xmlns:a="http://schemas.openxmlformats.org/drawingml/2006/main">
              <a:ext uri="{FF2B5EF4-FFF2-40B4-BE49-F238E27FC236}">
                <a16:creationId xmlns:a16="http://schemas.microsoft.com/office/drawing/2014/main" id="{1540F4A0-5C77-40C6-9433-AA99D37B0B18}"/>
              </a:ext>
            </a:extLst>
          </p:cNvPr>
          <p:cNvSpPr>
            <a:spLocks xmlns:a="http://schemas.openxmlformats.org/drawingml/2006/main" noGrp="1"/>
          </p:cNvSpPr>
          <p:nvPr/>
        </p:nvSpPr>
        <p:spPr>
          <a:xfrm xmlns:a="http://schemas.openxmlformats.org/drawingml/2006/main">
            <a:off x="4572000" y="37193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93" name="dp44-comparison / n94">
            <a:extLst xmlns:a="http://schemas.openxmlformats.org/drawingml/2006/main">
              <a:ext uri="{FF2B5EF4-FFF2-40B4-BE49-F238E27FC236}">
                <a16:creationId xmlns:a16="http://schemas.microsoft.com/office/drawing/2014/main" id="{E5DAFD93-0FA4-496F-9B48-A4A6264B080B}"/>
              </a:ext>
            </a:extLst>
          </p:cNvPr>
          <p:cNvSpPr>
            <a:spLocks xmlns:a="http://schemas.openxmlformats.org/drawingml/2006/main" noGrp="1"/>
          </p:cNvSpPr>
          <p:nvPr/>
        </p:nvSpPr>
        <p:spPr>
          <a:xfrm xmlns:a="http://schemas.openxmlformats.org/drawingml/2006/main">
            <a:off x="1666875" y="4762500"/>
            <a:ext cx="2238375" cy="314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4" name="dp44-comparison / n95 / text 1">
            <a:extLst xmlns:a="http://schemas.openxmlformats.org/drawingml/2006/main">
              <a:ext uri="{FF2B5EF4-FFF2-40B4-BE49-F238E27FC236}">
                <a16:creationId xmlns:a16="http://schemas.microsoft.com/office/drawing/2014/main" id="{6EAF981D-4755-4BB9-B7B8-027CD40082C4}"/>
              </a:ext>
            </a:extLst>
          </p:cNvPr>
          <p:cNvSpPr>
            <a:spLocks xmlns:a="http://schemas.openxmlformats.org/drawingml/2006/main" noGrp="1"/>
          </p:cNvSpPr>
          <p:nvPr/>
        </p:nvSpPr>
        <p:spPr>
          <a:xfrm xmlns:a="http://schemas.openxmlformats.org/drawingml/2006/main">
            <a:off x="1752600" y="4814411"/>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95" name="dp44-comparison / n96">
            <a:extLst xmlns:a="http://schemas.openxmlformats.org/drawingml/2006/main">
              <a:ext uri="{FF2B5EF4-FFF2-40B4-BE49-F238E27FC236}">
                <a16:creationId xmlns:a16="http://schemas.microsoft.com/office/drawing/2014/main" id="{54085AE1-FC2B-440C-B60D-ED95F7FED801}"/>
              </a:ext>
            </a:extLst>
          </p:cNvPr>
          <p:cNvSpPr>
            <a:spLocks xmlns:a="http://schemas.openxmlformats.org/drawingml/2006/main" noGrp="1"/>
          </p:cNvSpPr>
          <p:nvPr/>
        </p:nvSpPr>
        <p:spPr>
          <a:xfrm xmlns:a="http://schemas.openxmlformats.org/drawingml/2006/main">
            <a:off x="4286250" y="4705350"/>
            <a:ext cx="5000625" cy="1495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6" name="dp44-comparison / n97 / text 1">
            <a:extLst xmlns:a="http://schemas.openxmlformats.org/drawingml/2006/main">
              <a:ext uri="{FF2B5EF4-FFF2-40B4-BE49-F238E27FC236}">
                <a16:creationId xmlns:a16="http://schemas.microsoft.com/office/drawing/2014/main" id="{5E08C237-38F5-4D7A-B5CD-7635868B5818}"/>
              </a:ext>
            </a:extLst>
          </p:cNvPr>
          <p:cNvSpPr>
            <a:spLocks xmlns:a="http://schemas.openxmlformats.org/drawingml/2006/main" noGrp="1"/>
          </p:cNvSpPr>
          <p:nvPr/>
        </p:nvSpPr>
        <p:spPr>
          <a:xfrm xmlns:a="http://schemas.openxmlformats.org/drawingml/2006/main">
            <a:off x="4410075" y="4800600"/>
            <a:ext cx="4752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97" name="dp44-comparison / n98">
            <a:extLst xmlns:a="http://schemas.openxmlformats.org/drawingml/2006/main">
              <a:ext uri="{FF2B5EF4-FFF2-40B4-BE49-F238E27FC236}">
                <a16:creationId xmlns:a16="http://schemas.microsoft.com/office/drawing/2014/main" id="{59FE2CBD-1A5D-4257-AD12-DA22793CBA62}"/>
              </a:ext>
            </a:extLst>
          </p:cNvPr>
          <p:cNvSpPr>
            <a:spLocks xmlns:a="http://schemas.openxmlformats.org/drawingml/2006/main" noGrp="1"/>
          </p:cNvSpPr>
          <p:nvPr/>
        </p:nvSpPr>
        <p:spPr>
          <a:xfrm xmlns:a="http://schemas.openxmlformats.org/drawingml/2006/main">
            <a:off x="4476750" y="5095875"/>
            <a:ext cx="219075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98" name="dp44-comparison / n99 / text 1">
            <a:extLst xmlns:a="http://schemas.openxmlformats.org/drawingml/2006/main">
              <a:ext uri="{FF2B5EF4-FFF2-40B4-BE49-F238E27FC236}">
                <a16:creationId xmlns:a16="http://schemas.microsoft.com/office/drawing/2014/main" id="{76DC92B9-77E4-4D02-968F-BD984E92B6B6}"/>
              </a:ext>
            </a:extLst>
          </p:cNvPr>
          <p:cNvSpPr>
            <a:spLocks xmlns:a="http://schemas.openxmlformats.org/drawingml/2006/main" noGrp="1"/>
          </p:cNvSpPr>
          <p:nvPr/>
        </p:nvSpPr>
        <p:spPr>
          <a:xfrm xmlns:a="http://schemas.openxmlformats.org/drawingml/2006/main">
            <a:off x="4562475" y="5147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Composer</a:t>
            </a:r>
          </a:p>
        </p:txBody>
      </p:sp>
      <p:sp>
        <p:nvSpPr>
          <p:cNvPr id="99" name="dp44-comparison / n100 / path">
            <a:extLst xmlns:a="http://schemas.openxmlformats.org/drawingml/2006/main">
              <a:ext uri="{FF2B5EF4-FFF2-40B4-BE49-F238E27FC236}">
                <a16:creationId xmlns:a16="http://schemas.microsoft.com/office/drawing/2014/main" id="{E5C6F2DD-756D-445D-8078-056AC5072494}"/>
              </a:ext>
            </a:extLst>
          </p:cNvPr>
          <p:cNvSpPr>
            <a:spLocks xmlns:a="http://schemas.openxmlformats.org/drawingml/2006/main" noGrp="1"/>
          </p:cNvSpPr>
          <p:nvPr/>
        </p:nvSpPr>
        <p:spPr>
          <a:xfrm xmlns:a="http://schemas.openxmlformats.org/drawingml/2006/main">
            <a:off x="1571625" y="3667125"/>
            <a:ext cx="1214438" cy="1095375"/>
          </a:xfrm>
          <a:custGeom xmlns:a="http://schemas.openxmlformats.org/drawingml/2006/main">
            <a:pathLst>
              <a:path w="1214438" h="1095375">
                <a:moveTo>
                  <a:pt x="285750" y="0"/>
                </a:moveTo>
                <a:lnTo>
                  <a:pt x="0" y="0"/>
                </a:lnTo>
                <a:lnTo>
                  <a:pt x="0" y="981075"/>
                </a:lnTo>
                <a:lnTo>
                  <a:pt x="1214438" y="981075"/>
                </a:lnTo>
                <a:lnTo>
                  <a:pt x="1214438" y="1095375"/>
                </a:lnTo>
              </a:path>
            </a:pathLst>
          </a:custGeom>
          <a:noFill xmlns:a="http://schemas.openxmlformats.org/drawingml/2006/main"/>
          <a:ln xmlns:a="http://schemas.openxmlformats.org/drawingml/2006/main" w="10478">
            <a:solidFill>
              <a:srgbClr val="000000"/>
            </a:solidFill>
            <a:prstDash val="solid"/>
          </a:ln>
        </p:spPr>
      </p:sp>
      <p:sp>
        <p:nvSpPr>
          <p:cNvPr id="100" name="dp44-comparison / n100 / arrow">
            <a:extLst xmlns:a="http://schemas.openxmlformats.org/drawingml/2006/main">
              <a:ext uri="{FF2B5EF4-FFF2-40B4-BE49-F238E27FC236}">
                <a16:creationId xmlns:a16="http://schemas.microsoft.com/office/drawing/2014/main" id="{3ABF2A07-00CC-481D-8BCC-6E82F83081F2}"/>
              </a:ext>
            </a:extLst>
          </p:cNvPr>
          <p:cNvSpPr>
            <a:spLocks xmlns:a="http://schemas.openxmlformats.org/drawingml/2006/main" noGrp="1"/>
          </p:cNvSpPr>
          <p:nvPr/>
        </p:nvSpPr>
        <p:spPr>
          <a:xfrm xmlns:a="http://schemas.openxmlformats.org/drawingml/2006/main">
            <a:off x="2752535" y="4695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1" name="dp44-comparison / n101 / path">
            <a:extLst xmlns:a="http://schemas.openxmlformats.org/drawingml/2006/main">
              <a:ext uri="{FF2B5EF4-FFF2-40B4-BE49-F238E27FC236}">
                <a16:creationId xmlns:a16="http://schemas.microsoft.com/office/drawing/2014/main" id="{9757DFEA-F21A-4D57-814A-A4625B70FBCC}"/>
              </a:ext>
            </a:extLst>
          </p:cNvPr>
          <p:cNvSpPr>
            <a:spLocks xmlns:a="http://schemas.openxmlformats.org/drawingml/2006/main" noGrp="1"/>
          </p:cNvSpPr>
          <p:nvPr/>
        </p:nvSpPr>
        <p:spPr>
          <a:xfrm xmlns:a="http://schemas.openxmlformats.org/drawingml/2006/main">
            <a:off x="1476375" y="3762375"/>
            <a:ext cx="381000" cy="1157288"/>
          </a:xfrm>
          <a:custGeom xmlns:a="http://schemas.openxmlformats.org/drawingml/2006/main">
            <a:pathLst>
              <a:path w="381000" h="1157288">
                <a:moveTo>
                  <a:pt x="190500" y="1157288"/>
                </a:moveTo>
                <a:lnTo>
                  <a:pt x="0" y="1157288"/>
                </a:lnTo>
                <a:lnTo>
                  <a:pt x="0" y="0"/>
                </a:lnTo>
                <a:lnTo>
                  <a:pt x="381000" y="0"/>
                </a:lnTo>
              </a:path>
            </a:pathLst>
          </a:custGeom>
          <a:noFill xmlns:a="http://schemas.openxmlformats.org/drawingml/2006/main"/>
          <a:ln xmlns:a="http://schemas.openxmlformats.org/drawingml/2006/main" w="10478">
            <a:solidFill>
              <a:srgbClr val="B8753F"/>
            </a:solidFill>
            <a:prstDash val="dash"/>
          </a:ln>
        </p:spPr>
      </p:sp>
      <p:sp>
        <p:nvSpPr>
          <p:cNvPr id="102" name="dp44-comparison / n101 / arrow">
            <a:extLst xmlns:a="http://schemas.openxmlformats.org/drawingml/2006/main">
              <a:ext uri="{FF2B5EF4-FFF2-40B4-BE49-F238E27FC236}">
                <a16:creationId xmlns:a16="http://schemas.microsoft.com/office/drawing/2014/main" id="{87674683-6381-472B-A80F-1FD63153DCFD}"/>
              </a:ext>
            </a:extLst>
          </p:cNvPr>
          <p:cNvSpPr>
            <a:spLocks xmlns:a="http://schemas.openxmlformats.org/drawingml/2006/main" noGrp="1"/>
          </p:cNvSpPr>
          <p:nvPr/>
        </p:nvSpPr>
        <p:spPr>
          <a:xfrm xmlns:a="http://schemas.openxmlformats.org/drawingml/2006/main">
            <a:off x="1790319"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3" name="dp44-comparison / n104">
            <a:extLst xmlns:a="http://schemas.openxmlformats.org/drawingml/2006/main">
              <a:ext uri="{FF2B5EF4-FFF2-40B4-BE49-F238E27FC236}">
                <a16:creationId xmlns:a16="http://schemas.microsoft.com/office/drawing/2014/main" id="{C74FF008-02F7-4AFC-9DEE-7E98EC4DAED0}"/>
              </a:ext>
            </a:extLst>
          </p:cNvPr>
          <p:cNvSpPr>
            <a:spLocks xmlns:a="http://schemas.openxmlformats.org/drawingml/2006/main" noGrp="1"/>
          </p:cNvSpPr>
          <p:nvPr/>
        </p:nvSpPr>
        <p:spPr>
          <a:xfrm xmlns:a="http://schemas.openxmlformats.org/drawingml/2006/main">
            <a:off x="7000875" y="5095875"/>
            <a:ext cx="209550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104" name="dp44-comparison / n105 / text 1">
            <a:extLst xmlns:a="http://schemas.openxmlformats.org/drawingml/2006/main">
              <a:ext uri="{FF2B5EF4-FFF2-40B4-BE49-F238E27FC236}">
                <a16:creationId xmlns:a16="http://schemas.microsoft.com/office/drawing/2014/main" id="{549C54A7-3FB1-4240-B804-7E2598C917AD}"/>
              </a:ext>
            </a:extLst>
          </p:cNvPr>
          <p:cNvSpPr>
            <a:spLocks xmlns:a="http://schemas.openxmlformats.org/drawingml/2006/main" noGrp="1"/>
          </p:cNvSpPr>
          <p:nvPr/>
        </p:nvSpPr>
        <p:spPr>
          <a:xfrm xmlns:a="http://schemas.openxmlformats.org/drawingml/2006/main">
            <a:off x="7086600" y="5153978"/>
            <a:ext cx="1924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Publication Control</a:t>
            </a:r>
          </a:p>
        </p:txBody>
      </p:sp>
      <p:sp>
        <p:nvSpPr>
          <p:cNvPr id="105" name="dp44-comparison / n106 / path">
            <a:extLst xmlns:a="http://schemas.openxmlformats.org/drawingml/2006/main">
              <a:ext uri="{FF2B5EF4-FFF2-40B4-BE49-F238E27FC236}">
                <a16:creationId xmlns:a16="http://schemas.microsoft.com/office/drawing/2014/main" id="{E20959EE-0C9C-4A08-B184-FCA63409EF06}"/>
              </a:ext>
            </a:extLst>
          </p:cNvPr>
          <p:cNvSpPr>
            <a:spLocks xmlns:a="http://schemas.openxmlformats.org/drawingml/2006/main" noGrp="1"/>
          </p:cNvSpPr>
          <p:nvPr/>
        </p:nvSpPr>
        <p:spPr>
          <a:xfrm xmlns:a="http://schemas.openxmlformats.org/drawingml/2006/main">
            <a:off x="3405188" y="3857625"/>
            <a:ext cx="2166938" cy="1238250"/>
          </a:xfrm>
          <a:custGeom xmlns:a="http://schemas.openxmlformats.org/drawingml/2006/main">
            <a:pathLst>
              <a:path w="2166938" h="1238250">
                <a:moveTo>
                  <a:pt x="0" y="0"/>
                </a:moveTo>
                <a:lnTo>
                  <a:pt x="0" y="704850"/>
                </a:lnTo>
                <a:lnTo>
                  <a:pt x="2166938" y="704850"/>
                </a:lnTo>
                <a:lnTo>
                  <a:pt x="2166938" y="1238250"/>
                </a:lnTo>
              </a:path>
            </a:pathLst>
          </a:custGeom>
          <a:noFill xmlns:a="http://schemas.openxmlformats.org/drawingml/2006/main"/>
          <a:ln xmlns:a="http://schemas.openxmlformats.org/drawingml/2006/main" w="10478">
            <a:solidFill>
              <a:srgbClr val="B8753F"/>
            </a:solidFill>
            <a:prstDash val="solid"/>
          </a:ln>
        </p:spPr>
      </p:sp>
      <p:sp>
        <p:nvSpPr>
          <p:cNvPr id="106" name="dp44-comparison / n106 / arrow">
            <a:extLst xmlns:a="http://schemas.openxmlformats.org/drawingml/2006/main">
              <a:ext uri="{FF2B5EF4-FFF2-40B4-BE49-F238E27FC236}">
                <a16:creationId xmlns:a16="http://schemas.microsoft.com/office/drawing/2014/main" id="{1019EB6F-C1C7-4AB2-B1FB-D2D4F53941B6}"/>
              </a:ext>
            </a:extLst>
          </p:cNvPr>
          <p:cNvSpPr>
            <a:spLocks xmlns:a="http://schemas.openxmlformats.org/drawingml/2006/main" noGrp="1"/>
          </p:cNvSpPr>
          <p:nvPr/>
        </p:nvSpPr>
        <p:spPr>
          <a:xfrm xmlns:a="http://schemas.openxmlformats.org/drawingml/2006/main">
            <a:off x="553859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07" name="dp44-comparison / n107 / path">
            <a:extLst xmlns:a="http://schemas.openxmlformats.org/drawingml/2006/main">
              <a:ext uri="{FF2B5EF4-FFF2-40B4-BE49-F238E27FC236}">
                <a16:creationId xmlns:a16="http://schemas.microsoft.com/office/drawing/2014/main" id="{2D8A9412-4A3F-4B57-812E-1AD2B04A4E78}"/>
              </a:ext>
            </a:extLst>
          </p:cNvPr>
          <p:cNvSpPr>
            <a:spLocks xmlns:a="http://schemas.openxmlformats.org/drawingml/2006/main" noGrp="1"/>
          </p:cNvSpPr>
          <p:nvPr/>
        </p:nvSpPr>
        <p:spPr>
          <a:xfrm xmlns:a="http://schemas.openxmlformats.org/drawingml/2006/main">
            <a:off x="4572000" y="3752850"/>
            <a:ext cx="1333500" cy="1343025"/>
          </a:xfrm>
          <a:custGeom xmlns:a="http://schemas.openxmlformats.org/drawingml/2006/main">
            <a:pathLst>
              <a:path w="1333500" h="1343025">
                <a:moveTo>
                  <a:pt x="1333500" y="1343025"/>
                </a:moveTo>
                <a:lnTo>
                  <a:pt x="1333500" y="857250"/>
                </a:lnTo>
                <a:lnTo>
                  <a:pt x="95250" y="857250"/>
                </a:lnTo>
                <a:lnTo>
                  <a:pt x="95250" y="0"/>
                </a:lnTo>
                <a:lnTo>
                  <a:pt x="0" y="0"/>
                </a:lnTo>
              </a:path>
            </a:pathLst>
          </a:custGeom>
          <a:noFill xmlns:a="http://schemas.openxmlformats.org/drawingml/2006/main"/>
          <a:ln xmlns:a="http://schemas.openxmlformats.org/drawingml/2006/main" w="10478">
            <a:solidFill>
              <a:srgbClr val="B8753F"/>
            </a:solidFill>
            <a:prstDash val="dash"/>
          </a:ln>
        </p:spPr>
      </p:sp>
      <p:sp>
        <p:nvSpPr>
          <p:cNvPr id="108" name="dp44-comparison / n107 / arrow">
            <a:extLst xmlns:a="http://schemas.openxmlformats.org/drawingml/2006/main">
              <a:ext uri="{FF2B5EF4-FFF2-40B4-BE49-F238E27FC236}">
                <a16:creationId xmlns:a16="http://schemas.microsoft.com/office/drawing/2014/main" id="{F9A5F577-B303-4D27-9B4E-B918813A9931}"/>
              </a:ext>
            </a:extLst>
          </p:cNvPr>
          <p:cNvSpPr>
            <a:spLocks xmlns:a="http://schemas.openxmlformats.org/drawingml/2006/main" noGrp="1"/>
          </p:cNvSpPr>
          <p:nvPr/>
        </p:nvSpPr>
        <p:spPr>
          <a:xfrm xmlns:a="http://schemas.openxmlformats.org/drawingml/2006/main">
            <a:off x="4572000" y="37193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109" name="dp44-comparison / n108 / path">
            <a:extLst xmlns:a="http://schemas.openxmlformats.org/drawingml/2006/main">
              <a:ext uri="{FF2B5EF4-FFF2-40B4-BE49-F238E27FC236}">
                <a16:creationId xmlns:a16="http://schemas.microsoft.com/office/drawing/2014/main" id="{1D48D584-2428-4EC8-950A-A3744CC88274}"/>
              </a:ext>
            </a:extLst>
          </p:cNvPr>
          <p:cNvSpPr>
            <a:spLocks xmlns:a="http://schemas.openxmlformats.org/drawingml/2006/main" noGrp="1"/>
          </p:cNvSpPr>
          <p:nvPr/>
        </p:nvSpPr>
        <p:spPr>
          <a:xfrm xmlns:a="http://schemas.openxmlformats.org/drawingml/2006/main">
            <a:off x="4572000" y="3600450"/>
            <a:ext cx="3476625" cy="1495425"/>
          </a:xfrm>
          <a:custGeom xmlns:a="http://schemas.openxmlformats.org/drawingml/2006/main">
            <a:pathLst>
              <a:path w="3476625" h="1495425">
                <a:moveTo>
                  <a:pt x="0" y="0"/>
                </a:moveTo>
                <a:lnTo>
                  <a:pt x="238125" y="0"/>
                </a:lnTo>
                <a:lnTo>
                  <a:pt x="238125" y="923925"/>
                </a:lnTo>
                <a:lnTo>
                  <a:pt x="3476625" y="923925"/>
                </a:lnTo>
                <a:lnTo>
                  <a:pt x="3476625" y="1495425"/>
                </a:lnTo>
              </a:path>
            </a:pathLst>
          </a:custGeom>
          <a:noFill xmlns:a="http://schemas.openxmlformats.org/drawingml/2006/main"/>
          <a:ln xmlns:a="http://schemas.openxmlformats.org/drawingml/2006/main" w="10478">
            <a:solidFill>
              <a:srgbClr val="B8753F"/>
            </a:solidFill>
            <a:prstDash val="solid"/>
          </a:ln>
        </p:spPr>
      </p:sp>
      <p:sp>
        <p:nvSpPr>
          <p:cNvPr id="110" name="dp44-comparison / n108 / arrow">
            <a:extLst xmlns:a="http://schemas.openxmlformats.org/drawingml/2006/main">
              <a:ext uri="{FF2B5EF4-FFF2-40B4-BE49-F238E27FC236}">
                <a16:creationId xmlns:a16="http://schemas.microsoft.com/office/drawing/2014/main" id="{20BA9F2C-98EF-41B3-90B2-59E001380CFC}"/>
              </a:ext>
            </a:extLst>
          </p:cNvPr>
          <p:cNvSpPr>
            <a:spLocks xmlns:a="http://schemas.openxmlformats.org/drawingml/2006/main" noGrp="1"/>
          </p:cNvSpPr>
          <p:nvPr/>
        </p:nvSpPr>
        <p:spPr>
          <a:xfrm xmlns:a="http://schemas.openxmlformats.org/drawingml/2006/main">
            <a:off x="801509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11" name="dp44-comparison / n117 / path">
            <a:extLst xmlns:a="http://schemas.openxmlformats.org/drawingml/2006/main">
              <a:ext uri="{FF2B5EF4-FFF2-40B4-BE49-F238E27FC236}">
                <a16:creationId xmlns:a16="http://schemas.microsoft.com/office/drawing/2014/main" id="{4AA20794-7287-4648-8ACA-94577A24582B}"/>
              </a:ext>
            </a:extLst>
          </p:cNvPr>
          <p:cNvSpPr>
            <a:spLocks xmlns:a="http://schemas.openxmlformats.org/drawingml/2006/main" noGrp="1"/>
          </p:cNvSpPr>
          <p:nvPr/>
        </p:nvSpPr>
        <p:spPr>
          <a:xfrm xmlns:a="http://schemas.openxmlformats.org/drawingml/2006/main">
            <a:off x="1571625" y="63341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12" name="dp44-comparison / n120">
            <a:extLst xmlns:a="http://schemas.openxmlformats.org/drawingml/2006/main">
              <a:ext uri="{FF2B5EF4-FFF2-40B4-BE49-F238E27FC236}">
                <a16:creationId xmlns:a16="http://schemas.microsoft.com/office/drawing/2014/main" id="{2A73AE59-2365-483A-85A4-F4F989DF678C}"/>
              </a:ext>
            </a:extLst>
          </p:cNvPr>
          <p:cNvSpPr>
            <a:spLocks xmlns:a="http://schemas.openxmlformats.org/drawingml/2006/main" noGrp="1"/>
          </p:cNvSpPr>
          <p:nvPr/>
        </p:nvSpPr>
        <p:spPr>
          <a:xfrm xmlns:a="http://schemas.openxmlformats.org/drawingml/2006/main">
            <a:off x="166687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3" name="dp44-comparison / n121 / text 1">
            <a:extLst xmlns:a="http://schemas.openxmlformats.org/drawingml/2006/main">
              <a:ext uri="{FF2B5EF4-FFF2-40B4-BE49-F238E27FC236}">
                <a16:creationId xmlns:a16="http://schemas.microsoft.com/office/drawing/2014/main" id="{9324B292-3506-4B5D-B5EF-4FD4CCCF5A8F}"/>
              </a:ext>
            </a:extLst>
          </p:cNvPr>
          <p:cNvSpPr>
            <a:spLocks xmlns:a="http://schemas.openxmlformats.org/drawingml/2006/main" noGrp="1"/>
          </p:cNvSpPr>
          <p:nvPr/>
        </p:nvSpPr>
        <p:spPr>
          <a:xfrm xmlns:a="http://schemas.openxmlformats.org/drawingml/2006/main">
            <a:off x="175260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Meaning1 완료</a:t>
            </a:r>
          </a:p>
        </p:txBody>
      </p:sp>
      <p:sp>
        <p:nvSpPr>
          <p:cNvPr id="114" name="dp44-comparison / n122">
            <a:extLst xmlns:a="http://schemas.openxmlformats.org/drawingml/2006/main">
              <a:ext uri="{FF2B5EF4-FFF2-40B4-BE49-F238E27FC236}">
                <a16:creationId xmlns:a16="http://schemas.microsoft.com/office/drawing/2014/main" id="{A5BDFA0E-7F1C-4659-8C72-2F51CD3625E4}"/>
              </a:ext>
            </a:extLst>
          </p:cNvPr>
          <p:cNvSpPr>
            <a:spLocks xmlns:a="http://schemas.openxmlformats.org/drawingml/2006/main" noGrp="1"/>
          </p:cNvSpPr>
          <p:nvPr/>
        </p:nvSpPr>
        <p:spPr>
          <a:xfrm xmlns:a="http://schemas.openxmlformats.org/drawingml/2006/main">
            <a:off x="433387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5" name="dp44-comparison / n123 / text 1">
            <a:extLst xmlns:a="http://schemas.openxmlformats.org/drawingml/2006/main">
              <a:ext uri="{FF2B5EF4-FFF2-40B4-BE49-F238E27FC236}">
                <a16:creationId xmlns:a16="http://schemas.microsoft.com/office/drawing/2014/main" id="{7A83E60D-B824-4351-8ACB-B39AFAED12CE}"/>
              </a:ext>
            </a:extLst>
          </p:cNvPr>
          <p:cNvSpPr>
            <a:spLocks xmlns:a="http://schemas.openxmlformats.org/drawingml/2006/main" noGrp="1"/>
          </p:cNvSpPr>
          <p:nvPr/>
        </p:nvSpPr>
        <p:spPr>
          <a:xfrm xmlns:a="http://schemas.openxmlformats.org/drawingml/2006/main">
            <a:off x="441960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Dispatcher: 준비 지시</a:t>
            </a:r>
          </a:p>
        </p:txBody>
      </p:sp>
      <p:sp>
        <p:nvSpPr>
          <p:cNvPr id="116" name="dp44-comparison / n124 / path">
            <a:extLst xmlns:a="http://schemas.openxmlformats.org/drawingml/2006/main">
              <a:ext uri="{FF2B5EF4-FFF2-40B4-BE49-F238E27FC236}">
                <a16:creationId xmlns:a16="http://schemas.microsoft.com/office/drawing/2014/main" id="{BEB0450F-B375-4293-BAB3-85B0EFCCD3A7}"/>
              </a:ext>
            </a:extLst>
          </p:cNvPr>
          <p:cNvSpPr>
            <a:spLocks xmlns:a="http://schemas.openxmlformats.org/drawingml/2006/main" noGrp="1"/>
          </p:cNvSpPr>
          <p:nvPr/>
        </p:nvSpPr>
        <p:spPr>
          <a:xfrm xmlns:a="http://schemas.openxmlformats.org/drawingml/2006/main">
            <a:off x="390525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17" name="dp44-comparison / n124 / arrow">
            <a:extLst xmlns:a="http://schemas.openxmlformats.org/drawingml/2006/main">
              <a:ext uri="{FF2B5EF4-FFF2-40B4-BE49-F238E27FC236}">
                <a16:creationId xmlns:a16="http://schemas.microsoft.com/office/drawing/2014/main" id="{689AA964-C0A8-422B-A032-23A0640C0443}"/>
              </a:ext>
            </a:extLst>
          </p:cNvPr>
          <p:cNvSpPr>
            <a:spLocks xmlns:a="http://schemas.openxmlformats.org/drawingml/2006/main" noGrp="1"/>
          </p:cNvSpPr>
          <p:nvPr/>
        </p:nvSpPr>
        <p:spPr>
          <a:xfrm xmlns:a="http://schemas.openxmlformats.org/drawingml/2006/main">
            <a:off x="426681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18" name="dp44-comparison / n125">
            <a:extLst xmlns:a="http://schemas.openxmlformats.org/drawingml/2006/main">
              <a:ext uri="{FF2B5EF4-FFF2-40B4-BE49-F238E27FC236}">
                <a16:creationId xmlns:a16="http://schemas.microsoft.com/office/drawing/2014/main" id="{255D470D-4BB1-4866-BB60-90E42B5C841E}"/>
              </a:ext>
            </a:extLst>
          </p:cNvPr>
          <p:cNvSpPr>
            <a:spLocks xmlns:a="http://schemas.openxmlformats.org/drawingml/2006/main" noGrp="1"/>
          </p:cNvSpPr>
          <p:nvPr/>
        </p:nvSpPr>
        <p:spPr>
          <a:xfrm xmlns:a="http://schemas.openxmlformats.org/drawingml/2006/main">
            <a:off x="7000875" y="66198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9" name="dp44-comparison / n126 / text 1">
            <a:extLst xmlns:a="http://schemas.openxmlformats.org/drawingml/2006/main">
              <a:ext uri="{FF2B5EF4-FFF2-40B4-BE49-F238E27FC236}">
                <a16:creationId xmlns:a16="http://schemas.microsoft.com/office/drawing/2014/main" id="{75550A39-1F58-48DC-98F0-FF08CD824B3D}"/>
              </a:ext>
            </a:extLst>
          </p:cNvPr>
          <p:cNvSpPr>
            <a:spLocks xmlns:a="http://schemas.openxmlformats.org/drawingml/2006/main" noGrp="1"/>
          </p:cNvSpPr>
          <p:nvPr/>
        </p:nvSpPr>
        <p:spPr>
          <a:xfrm xmlns:a="http://schemas.openxmlformats.org/drawingml/2006/main">
            <a:off x="7086600" y="66555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후보 반환</a:t>
            </a:r>
          </a:p>
        </p:txBody>
      </p:sp>
      <p:sp>
        <p:nvSpPr>
          <p:cNvPr id="120" name="dp44-comparison / n127 / path">
            <a:extLst xmlns:a="http://schemas.openxmlformats.org/drawingml/2006/main">
              <a:ext uri="{FF2B5EF4-FFF2-40B4-BE49-F238E27FC236}">
                <a16:creationId xmlns:a16="http://schemas.microsoft.com/office/drawing/2014/main" id="{600AFC5A-8581-4044-9392-4CDFCACB1714}"/>
              </a:ext>
            </a:extLst>
          </p:cNvPr>
          <p:cNvSpPr>
            <a:spLocks xmlns:a="http://schemas.openxmlformats.org/drawingml/2006/main" noGrp="1"/>
          </p:cNvSpPr>
          <p:nvPr/>
        </p:nvSpPr>
        <p:spPr>
          <a:xfrm xmlns:a="http://schemas.openxmlformats.org/drawingml/2006/main">
            <a:off x="657225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1" name="dp44-comparison / n127 / arrow">
            <a:extLst xmlns:a="http://schemas.openxmlformats.org/drawingml/2006/main">
              <a:ext uri="{FF2B5EF4-FFF2-40B4-BE49-F238E27FC236}">
                <a16:creationId xmlns:a16="http://schemas.microsoft.com/office/drawing/2014/main" id="{1716F717-241B-4169-860D-949C09339B74}"/>
              </a:ext>
            </a:extLst>
          </p:cNvPr>
          <p:cNvSpPr>
            <a:spLocks xmlns:a="http://schemas.openxmlformats.org/drawingml/2006/main" noGrp="1"/>
          </p:cNvSpPr>
          <p:nvPr/>
        </p:nvSpPr>
        <p:spPr>
          <a:xfrm xmlns:a="http://schemas.openxmlformats.org/drawingml/2006/main">
            <a:off x="693381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22" name="dp44-comparison / n128 / path">
            <a:extLst xmlns:a="http://schemas.openxmlformats.org/drawingml/2006/main">
              <a:ext uri="{FF2B5EF4-FFF2-40B4-BE49-F238E27FC236}">
                <a16:creationId xmlns:a16="http://schemas.microsoft.com/office/drawing/2014/main" id="{FCE4A217-CEF3-488B-9F63-F25770D2DBDA}"/>
              </a:ext>
            </a:extLst>
          </p:cNvPr>
          <p:cNvSpPr>
            <a:spLocks xmlns:a="http://schemas.openxmlformats.org/drawingml/2006/main" noGrp="1"/>
          </p:cNvSpPr>
          <p:nvPr/>
        </p:nvSpPr>
        <p:spPr>
          <a:xfrm xmlns:a="http://schemas.openxmlformats.org/drawingml/2006/main">
            <a:off x="5453063" y="6877050"/>
            <a:ext cx="2643188" cy="133350"/>
          </a:xfrm>
          <a:custGeom xmlns:a="http://schemas.openxmlformats.org/drawingml/2006/main">
            <a:pathLst>
              <a:path w="2643188" h="133350">
                <a:moveTo>
                  <a:pt x="2643188" y="0"/>
                </a:moveTo>
                <a:lnTo>
                  <a:pt x="2643188" y="133350"/>
                </a:lnTo>
                <a:lnTo>
                  <a:pt x="0" y="133350"/>
                </a:lnTo>
                <a:lnTo>
                  <a:pt x="0" y="0"/>
                </a:lnTo>
              </a:path>
            </a:pathLst>
          </a:custGeom>
          <a:noFill xmlns:a="http://schemas.openxmlformats.org/drawingml/2006/main"/>
          <a:ln xmlns:a="http://schemas.openxmlformats.org/drawingml/2006/main" w="10478">
            <a:solidFill>
              <a:srgbClr val="B8753F"/>
            </a:solidFill>
            <a:prstDash val="dash"/>
          </a:ln>
        </p:spPr>
      </p:sp>
      <p:sp>
        <p:nvSpPr>
          <p:cNvPr id="123" name="dp44-comparison / n128 / arrow">
            <a:extLst xmlns:a="http://schemas.openxmlformats.org/drawingml/2006/main">
              <a:ext uri="{FF2B5EF4-FFF2-40B4-BE49-F238E27FC236}">
                <a16:creationId xmlns:a16="http://schemas.microsoft.com/office/drawing/2014/main" id="{CAC2C121-5ADB-4BA1-974A-6DB137034128}"/>
              </a:ext>
            </a:extLst>
          </p:cNvPr>
          <p:cNvSpPr>
            <a:spLocks xmlns:a="http://schemas.openxmlformats.org/drawingml/2006/main" noGrp="1"/>
          </p:cNvSpPr>
          <p:nvPr/>
        </p:nvSpPr>
        <p:spPr>
          <a:xfrm xmlns:a="http://schemas.openxmlformats.org/drawingml/2006/main">
            <a:off x="5419535" y="68770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124" name="dp44-comparison / n133">
            <a:extLst xmlns:a="http://schemas.openxmlformats.org/drawingml/2006/main">
              <a:ext uri="{FF2B5EF4-FFF2-40B4-BE49-F238E27FC236}">
                <a16:creationId xmlns:a16="http://schemas.microsoft.com/office/drawing/2014/main" id="{9FA6D584-48AD-45EA-AB31-2E20B68A3660}"/>
              </a:ext>
            </a:extLst>
          </p:cNvPr>
          <p:cNvSpPr>
            <a:spLocks xmlns:a="http://schemas.openxmlformats.org/drawingml/2006/main" noGrp="1"/>
          </p:cNvSpPr>
          <p:nvPr/>
        </p:nvSpPr>
        <p:spPr>
          <a:xfrm xmlns:a="http://schemas.openxmlformats.org/drawingml/2006/main">
            <a:off x="166687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4-comparison / n134 / text 1">
            <a:extLst xmlns:a="http://schemas.openxmlformats.org/drawingml/2006/main">
              <a:ext uri="{FF2B5EF4-FFF2-40B4-BE49-F238E27FC236}">
                <a16:creationId xmlns:a16="http://schemas.microsoft.com/office/drawing/2014/main" id="{5D6B766A-BFE6-45EF-948A-39BA09C6E8AF}"/>
              </a:ext>
            </a:extLst>
          </p:cNvPr>
          <p:cNvSpPr>
            <a:spLocks xmlns:a="http://schemas.openxmlformats.org/drawingml/2006/main" noGrp="1"/>
          </p:cNvSpPr>
          <p:nvPr/>
        </p:nvSpPr>
        <p:spPr>
          <a:xfrm xmlns:a="http://schemas.openxmlformats.org/drawingml/2006/main">
            <a:off x="175260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옛 응답 준비 완료</a:t>
            </a:r>
          </a:p>
        </p:txBody>
      </p:sp>
      <p:sp>
        <p:nvSpPr>
          <p:cNvPr id="126" name="dp44-comparison / n135">
            <a:extLst xmlns:a="http://schemas.openxmlformats.org/drawingml/2006/main">
              <a:ext uri="{FF2B5EF4-FFF2-40B4-BE49-F238E27FC236}">
                <a16:creationId xmlns:a16="http://schemas.microsoft.com/office/drawing/2014/main" id="{076BA1D1-CF14-4AF9-AFA9-7FE81F39DEB4}"/>
              </a:ext>
            </a:extLst>
          </p:cNvPr>
          <p:cNvSpPr>
            <a:spLocks xmlns:a="http://schemas.openxmlformats.org/drawingml/2006/main" noGrp="1"/>
          </p:cNvSpPr>
          <p:nvPr/>
        </p:nvSpPr>
        <p:spPr>
          <a:xfrm xmlns:a="http://schemas.openxmlformats.org/drawingml/2006/main">
            <a:off x="433387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7" name="dp44-comparison / n136 / text 1">
            <a:extLst xmlns:a="http://schemas.openxmlformats.org/drawingml/2006/main">
              <a:ext uri="{FF2B5EF4-FFF2-40B4-BE49-F238E27FC236}">
                <a16:creationId xmlns:a16="http://schemas.microsoft.com/office/drawing/2014/main" id="{68093A64-A595-4B36-ABB9-3AB956308C36}"/>
              </a:ext>
            </a:extLst>
          </p:cNvPr>
          <p:cNvSpPr>
            <a:spLocks xmlns:a="http://schemas.openxmlformats.org/drawingml/2006/main" noGrp="1"/>
          </p:cNvSpPr>
          <p:nvPr/>
        </p:nvSpPr>
        <p:spPr>
          <a:xfrm xmlns:a="http://schemas.openxmlformats.org/drawingml/2006/main">
            <a:off x="441960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Dispatcher: 현재성 검사</a:t>
            </a:r>
          </a:p>
        </p:txBody>
      </p:sp>
      <p:sp>
        <p:nvSpPr>
          <p:cNvPr id="128" name="dp44-comparison / n137 / path">
            <a:extLst xmlns:a="http://schemas.openxmlformats.org/drawingml/2006/main">
              <a:ext uri="{FF2B5EF4-FFF2-40B4-BE49-F238E27FC236}">
                <a16:creationId xmlns:a16="http://schemas.microsoft.com/office/drawing/2014/main" id="{51CEE340-B020-45CA-BFE4-455A61A79743}"/>
              </a:ext>
            </a:extLst>
          </p:cNvPr>
          <p:cNvSpPr>
            <a:spLocks xmlns:a="http://schemas.openxmlformats.org/drawingml/2006/main" noGrp="1"/>
          </p:cNvSpPr>
          <p:nvPr/>
        </p:nvSpPr>
        <p:spPr>
          <a:xfrm xmlns:a="http://schemas.openxmlformats.org/drawingml/2006/main">
            <a:off x="390525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9" name="dp44-comparison / n137 / arrow">
            <a:extLst xmlns:a="http://schemas.openxmlformats.org/drawingml/2006/main">
              <a:ext uri="{FF2B5EF4-FFF2-40B4-BE49-F238E27FC236}">
                <a16:creationId xmlns:a16="http://schemas.microsoft.com/office/drawing/2014/main" id="{EDE2A47F-CCE5-4453-8A83-B6E51DD17396}"/>
              </a:ext>
            </a:extLst>
          </p:cNvPr>
          <p:cNvSpPr>
            <a:spLocks xmlns:a="http://schemas.openxmlformats.org/drawingml/2006/main" noGrp="1"/>
          </p:cNvSpPr>
          <p:nvPr/>
        </p:nvSpPr>
        <p:spPr>
          <a:xfrm xmlns:a="http://schemas.openxmlformats.org/drawingml/2006/main">
            <a:off x="426681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0" name="dp44-comparison / n138">
            <a:extLst xmlns:a="http://schemas.openxmlformats.org/drawingml/2006/main">
              <a:ext uri="{FF2B5EF4-FFF2-40B4-BE49-F238E27FC236}">
                <a16:creationId xmlns:a16="http://schemas.microsoft.com/office/drawing/2014/main" id="{81D74A20-6555-4483-861D-B29C1E555AFF}"/>
              </a:ext>
            </a:extLst>
          </p:cNvPr>
          <p:cNvSpPr>
            <a:spLocks xmlns:a="http://schemas.openxmlformats.org/drawingml/2006/main" noGrp="1"/>
          </p:cNvSpPr>
          <p:nvPr/>
        </p:nvSpPr>
        <p:spPr>
          <a:xfrm xmlns:a="http://schemas.openxmlformats.org/drawingml/2006/main">
            <a:off x="7000875" y="7286625"/>
            <a:ext cx="2190750"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1" name="dp44-comparison / n139 / text 1">
            <a:extLst xmlns:a="http://schemas.openxmlformats.org/drawingml/2006/main">
              <a:ext uri="{FF2B5EF4-FFF2-40B4-BE49-F238E27FC236}">
                <a16:creationId xmlns:a16="http://schemas.microsoft.com/office/drawing/2014/main" id="{41F9B045-4BF4-48F6-8BB3-7E071A8DE41D}"/>
              </a:ext>
            </a:extLst>
          </p:cNvPr>
          <p:cNvSpPr>
            <a:spLocks xmlns:a="http://schemas.openxmlformats.org/drawingml/2006/main" noGrp="1"/>
          </p:cNvSpPr>
          <p:nvPr/>
        </p:nvSpPr>
        <p:spPr>
          <a:xfrm xmlns:a="http://schemas.openxmlformats.org/drawingml/2006/main">
            <a:off x="7086600" y="7317581"/>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중앙에서 무효 후보 폐기</a:t>
            </a:r>
          </a:p>
        </p:txBody>
      </p:sp>
      <p:sp>
        <p:nvSpPr>
          <p:cNvPr id="132" name="dp44-comparison / n140 / path">
            <a:extLst xmlns:a="http://schemas.openxmlformats.org/drawingml/2006/main">
              <a:ext uri="{FF2B5EF4-FFF2-40B4-BE49-F238E27FC236}">
                <a16:creationId xmlns:a16="http://schemas.microsoft.com/office/drawing/2014/main" id="{0B4E10BF-794E-4D5D-8B25-008EA91BE57F}"/>
              </a:ext>
            </a:extLst>
          </p:cNvPr>
          <p:cNvSpPr>
            <a:spLocks xmlns:a="http://schemas.openxmlformats.org/drawingml/2006/main" noGrp="1"/>
          </p:cNvSpPr>
          <p:nvPr/>
        </p:nvSpPr>
        <p:spPr>
          <a:xfrm xmlns:a="http://schemas.openxmlformats.org/drawingml/2006/main">
            <a:off x="657225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3" name="dp44-comparison / n140 / arrow">
            <a:extLst xmlns:a="http://schemas.openxmlformats.org/drawingml/2006/main">
              <a:ext uri="{FF2B5EF4-FFF2-40B4-BE49-F238E27FC236}">
                <a16:creationId xmlns:a16="http://schemas.microsoft.com/office/drawing/2014/main" id="{6BA7D571-F631-4604-9368-1E529C4218B1}"/>
              </a:ext>
            </a:extLst>
          </p:cNvPr>
          <p:cNvSpPr>
            <a:spLocks xmlns:a="http://schemas.openxmlformats.org/drawingml/2006/main" noGrp="1"/>
          </p:cNvSpPr>
          <p:nvPr/>
        </p:nvSpPr>
        <p:spPr>
          <a:xfrm xmlns:a="http://schemas.openxmlformats.org/drawingml/2006/main">
            <a:off x="693381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4" name="dp44-comparison / n76">
            <a:extLst xmlns:a="http://schemas.openxmlformats.org/drawingml/2006/main">
              <a:ext uri="{FF2B5EF4-FFF2-40B4-BE49-F238E27FC236}">
                <a16:creationId xmlns:a16="http://schemas.microsoft.com/office/drawing/2014/main" id="{8B96C399-B3AF-448D-A6E6-BA22D366FFF0}"/>
              </a:ext>
            </a:extLst>
          </p:cNvPr>
          <p:cNvSpPr>
            <a:spLocks xmlns:a="http://schemas.openxmlformats.org/drawingml/2006/main" noGrp="1"/>
          </p:cNvSpPr>
          <p:nvPr/>
        </p:nvSpPr>
        <p:spPr>
          <a:xfrm xmlns:a="http://schemas.openxmlformats.org/drawingml/2006/main">
            <a:off x="1647825" y="2771775"/>
            <a:ext cx="243935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5" name="dp44-comparison / n77 / text 1">
            <a:extLst xmlns:a="http://schemas.openxmlformats.org/drawingml/2006/main">
              <a:ext uri="{FF2B5EF4-FFF2-40B4-BE49-F238E27FC236}">
                <a16:creationId xmlns:a16="http://schemas.microsoft.com/office/drawing/2014/main" id="{AD7319D6-3D0A-4927-A647-EE963FCF9AE4}"/>
              </a:ext>
            </a:extLst>
          </p:cNvPr>
          <p:cNvSpPr>
            <a:spLocks xmlns:a="http://schemas.openxmlformats.org/drawingml/2006/main" noGrp="1"/>
          </p:cNvSpPr>
          <p:nvPr/>
        </p:nvSpPr>
        <p:spPr>
          <a:xfrm xmlns:a="http://schemas.openxmlformats.org/drawingml/2006/main">
            <a:off x="1666875" y="2781300"/>
            <a:ext cx="39052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“잠깐, 표부터 설명해줘”</a:t>
            </a:r>
          </a:p>
        </p:txBody>
      </p:sp>
      <p:sp>
        <p:nvSpPr>
          <p:cNvPr id="136" name="dp44-comparison / n78">
            <a:extLst xmlns:a="http://schemas.openxmlformats.org/drawingml/2006/main">
              <a:ext uri="{FF2B5EF4-FFF2-40B4-BE49-F238E27FC236}">
                <a16:creationId xmlns:a16="http://schemas.microsoft.com/office/drawing/2014/main" id="{6DF8254E-063B-4B42-A9E7-A2E1E6F46805}"/>
              </a:ext>
            </a:extLst>
          </p:cNvPr>
          <p:cNvSpPr>
            <a:spLocks xmlns:a="http://schemas.openxmlformats.org/drawingml/2006/main" noGrp="1"/>
          </p:cNvSpPr>
          <p:nvPr/>
        </p:nvSpPr>
        <p:spPr>
          <a:xfrm xmlns:a="http://schemas.openxmlformats.org/drawingml/2006/main">
            <a:off x="6315075" y="2771775"/>
            <a:ext cx="255651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7" name="dp44-comparison / n79 / text 1">
            <a:extLst xmlns:a="http://schemas.openxmlformats.org/drawingml/2006/main">
              <a:ext uri="{FF2B5EF4-FFF2-40B4-BE49-F238E27FC236}">
                <a16:creationId xmlns:a16="http://schemas.microsoft.com/office/drawing/2014/main" id="{342B9FCD-BFA7-481C-9452-4310E887930F}"/>
              </a:ext>
            </a:extLst>
          </p:cNvPr>
          <p:cNvSpPr>
            <a:spLocks xmlns:a="http://schemas.openxmlformats.org/drawingml/2006/main" noGrp="1"/>
          </p:cNvSpPr>
          <p:nvPr/>
        </p:nvSpPr>
        <p:spPr>
          <a:xfrm xmlns:a="http://schemas.openxmlformats.org/drawingml/2006/main">
            <a:off x="6334125" y="2781300"/>
            <a:ext cx="304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Task1 메일 / Question1 수신자 질문</a:t>
            </a:r>
          </a:p>
        </p:txBody>
      </p:sp>
      <p:sp>
        <p:nvSpPr>
          <p:cNvPr id="138" name="dp44-comparison / n90">
            <a:extLst xmlns:a="http://schemas.openxmlformats.org/drawingml/2006/main">
              <a:ext uri="{FF2B5EF4-FFF2-40B4-BE49-F238E27FC236}">
                <a16:creationId xmlns:a16="http://schemas.microsoft.com/office/drawing/2014/main" id="{4762F7B9-81FD-466D-AE39-F3FD734B52B3}"/>
              </a:ext>
            </a:extLst>
          </p:cNvPr>
          <p:cNvSpPr>
            <a:spLocks xmlns:a="http://schemas.openxmlformats.org/drawingml/2006/main" noGrp="1"/>
          </p:cNvSpPr>
          <p:nvPr/>
        </p:nvSpPr>
        <p:spPr>
          <a:xfrm xmlns:a="http://schemas.openxmlformats.org/drawingml/2006/main">
            <a:off x="1838325" y="4038600"/>
            <a:ext cx="2650808"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9" name="dp44-comparison / n91 / text 1">
            <a:extLst xmlns:a="http://schemas.openxmlformats.org/drawingml/2006/main">
              <a:ext uri="{FF2B5EF4-FFF2-40B4-BE49-F238E27FC236}">
                <a16:creationId xmlns:a16="http://schemas.microsoft.com/office/drawing/2014/main" id="{01964BD2-84F8-4D2B-8A6A-6E4337A34722}"/>
              </a:ext>
            </a:extLst>
          </p:cNvPr>
          <p:cNvSpPr>
            <a:spLocks xmlns:a="http://schemas.openxmlformats.org/drawingml/2006/main" noGrp="1"/>
          </p:cNvSpPr>
          <p:nvPr/>
        </p:nvSpPr>
        <p:spPr>
          <a:xfrm xmlns:a="http://schemas.openxmlformats.org/drawingml/2006/main">
            <a:off x="1857375" y="4048125"/>
            <a:ext cx="37147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000000"/>
                </a:solidFill>
                <a:latin typeface="Apple SD Gothic Neo"/>
                <a:ea typeface="Apple SD Gothic Neo"/>
                <a:cs typeface="Apple SD Gothic Neo"/>
              </a:defRPr>
            </a:pPr>
            <a:r>
              <a:rPr sz="1275" b="0">
                <a:solidFill>
                  <a:srgbClr val="000000"/>
                </a:solidFill>
                <a:latin typeface="Apple SD Gothic Neo"/>
                <a:ea typeface="Apple SD Gothic Neo"/>
                <a:cs typeface="Apple SD Gothic Neo"/>
              </a:rPr>
              <a:t>다음 실행 지시와 완료 결과 회수</a:t>
            </a:r>
          </a:p>
        </p:txBody>
      </p:sp>
      <p:sp>
        <p:nvSpPr>
          <p:cNvPr id="140" name="dp44-comparison / n92">
            <a:extLst xmlns:a="http://schemas.openxmlformats.org/drawingml/2006/main">
              <a:ext uri="{FF2B5EF4-FFF2-40B4-BE49-F238E27FC236}">
                <a16:creationId xmlns:a16="http://schemas.microsoft.com/office/drawing/2014/main" id="{6F1F653B-5442-48E7-871E-C2EC626FAEE5}"/>
              </a:ext>
            </a:extLst>
          </p:cNvPr>
          <p:cNvSpPr>
            <a:spLocks xmlns:a="http://schemas.openxmlformats.org/drawingml/2006/main" noGrp="1"/>
          </p:cNvSpPr>
          <p:nvPr/>
        </p:nvSpPr>
        <p:spPr>
          <a:xfrm xmlns:a="http://schemas.openxmlformats.org/drawingml/2006/main">
            <a:off x="5857875" y="3943350"/>
            <a:ext cx="3095625" cy="438150"/>
          </a:xfrm>
          <a:custGeom xmlns:a="http://schemas.openxmlformats.org/drawingml/2006/main">
            <a:pathLst>
              <a:path w="3095625" h="438150">
                <a:moveTo>
                  <a:pt x="0" y="0"/>
                </a:moveTo>
                <a:lnTo>
                  <a:pt x="2924175" y="0"/>
                </a:lnTo>
                <a:lnTo>
                  <a:pt x="3095625" y="171450"/>
                </a:lnTo>
                <a:lnTo>
                  <a:pt x="3095625" y="438150"/>
                </a:lnTo>
                <a:lnTo>
                  <a:pt x="0" y="43815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41" name="dp44-comparison / n92 / fold">
            <a:extLst xmlns:a="http://schemas.openxmlformats.org/drawingml/2006/main">
              <a:ext uri="{FF2B5EF4-FFF2-40B4-BE49-F238E27FC236}">
                <a16:creationId xmlns:a16="http://schemas.microsoft.com/office/drawing/2014/main" id="{5BB8092B-9AA2-4760-A347-C74047F9161A}"/>
              </a:ext>
            </a:extLst>
          </p:cNvPr>
          <p:cNvSpPr>
            <a:spLocks xmlns:a="http://schemas.openxmlformats.org/drawingml/2006/main" noGrp="1"/>
          </p:cNvSpPr>
          <p:nvPr/>
        </p:nvSpPr>
        <p:spPr>
          <a:xfrm xmlns:a="http://schemas.openxmlformats.org/drawingml/2006/main">
            <a:off x="8782050" y="39433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42" name="dp44-comparison / n93 / text 1">
            <a:extLst xmlns:a="http://schemas.openxmlformats.org/drawingml/2006/main">
              <a:ext uri="{FF2B5EF4-FFF2-40B4-BE49-F238E27FC236}">
                <a16:creationId xmlns:a16="http://schemas.microsoft.com/office/drawing/2014/main" id="{B7B5A5E4-AA30-4460-9C90-1EE6844E0924}"/>
              </a:ext>
            </a:extLst>
          </p:cNvPr>
          <p:cNvSpPr>
            <a:spLocks xmlns:a="http://schemas.openxmlformats.org/drawingml/2006/main" noGrp="1"/>
          </p:cNvSpPr>
          <p:nvPr/>
        </p:nvSpPr>
        <p:spPr>
          <a:xfrm xmlns:a="http://schemas.openxmlformats.org/drawingml/2006/main">
            <a:off x="5953125" y="4000500"/>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Input1 / Job1: 표 설명 준비</a:t>
            </a:r>
          </a:p>
        </p:txBody>
      </p:sp>
      <p:sp>
        <p:nvSpPr>
          <p:cNvPr id="143" name="dp44-comparison / n93 / text 2">
            <a:extLst xmlns:a="http://schemas.openxmlformats.org/drawingml/2006/main">
              <a:ext uri="{FF2B5EF4-FFF2-40B4-BE49-F238E27FC236}">
                <a16:creationId xmlns:a16="http://schemas.microsoft.com/office/drawing/2014/main" id="{DF43B1D7-0819-4611-8C9C-2464592CD208}"/>
              </a:ext>
            </a:extLst>
          </p:cNvPr>
          <p:cNvSpPr>
            <a:spLocks xmlns:a="http://schemas.openxmlformats.org/drawingml/2006/main" noGrp="1"/>
          </p:cNvSpPr>
          <p:nvPr/>
        </p:nvSpPr>
        <p:spPr>
          <a:xfrm xmlns:a="http://schemas.openxmlformats.org/drawingml/2006/main">
            <a:off x="5953125" y="4120515"/>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next:PREPARE_RESPONSE / waiting:Meaning1</a:t>
            </a:r>
          </a:p>
        </p:txBody>
      </p:sp>
      <p:sp>
        <p:nvSpPr>
          <p:cNvPr id="144" name="dp44-comparison / n93 / text 3">
            <a:extLst xmlns:a="http://schemas.openxmlformats.org/drawingml/2006/main">
              <a:ext uri="{FF2B5EF4-FFF2-40B4-BE49-F238E27FC236}">
                <a16:creationId xmlns:a16="http://schemas.microsoft.com/office/drawing/2014/main" id="{F389071F-1D48-4C62-A97C-3DE1A4C8E72D}"/>
              </a:ext>
            </a:extLst>
          </p:cNvPr>
          <p:cNvSpPr>
            <a:spLocks xmlns:a="http://schemas.openxmlformats.org/drawingml/2006/main" noGrp="1"/>
          </p:cNvSpPr>
          <p:nvPr/>
        </p:nvSpPr>
        <p:spPr>
          <a:xfrm xmlns:a="http://schemas.openxmlformats.org/drawingml/2006/main">
            <a:off x="5953125" y="4240530"/>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이전 Input0의 Candidate0: 무효</a:t>
            </a:r>
          </a:p>
        </p:txBody>
      </p:sp>
      <p:sp>
        <p:nvSpPr>
          <p:cNvPr id="145" name="dp44-comparison / n102">
            <a:extLst xmlns:a="http://schemas.openxmlformats.org/drawingml/2006/main">
              <a:ext uri="{FF2B5EF4-FFF2-40B4-BE49-F238E27FC236}">
                <a16:creationId xmlns:a16="http://schemas.microsoft.com/office/drawing/2014/main" id="{4DEA1FCC-E3E6-452E-B9E1-8734FA5BFE54}"/>
              </a:ext>
            </a:extLst>
          </p:cNvPr>
          <p:cNvSpPr>
            <a:spLocks xmlns:a="http://schemas.openxmlformats.org/drawingml/2006/main" noGrp="1"/>
          </p:cNvSpPr>
          <p:nvPr/>
        </p:nvSpPr>
        <p:spPr>
          <a:xfrm xmlns:a="http://schemas.openxmlformats.org/drawingml/2006/main">
            <a:off x="1647825" y="5133975"/>
            <a:ext cx="1505141"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4-comparison / n103 / text 1">
            <a:extLst xmlns:a="http://schemas.openxmlformats.org/drawingml/2006/main">
              <a:ext uri="{FF2B5EF4-FFF2-40B4-BE49-F238E27FC236}">
                <a16:creationId xmlns:a16="http://schemas.microsoft.com/office/drawing/2014/main" id="{AC98AE58-552B-4AF7-948A-56451BB3EBD4}"/>
              </a:ext>
            </a:extLst>
          </p:cNvPr>
          <p:cNvSpPr>
            <a:spLocks xmlns:a="http://schemas.openxmlformats.org/drawingml/2006/main" noGrp="1"/>
          </p:cNvSpPr>
          <p:nvPr/>
        </p:nvSpPr>
        <p:spPr>
          <a:xfrm xmlns:a="http://schemas.openxmlformats.org/drawingml/2006/main">
            <a:off x="1666875" y="5143500"/>
            <a:ext cx="22383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이해 완료: Meaning1</a:t>
            </a:r>
          </a:p>
        </p:txBody>
      </p:sp>
      <p:sp>
        <p:nvSpPr>
          <p:cNvPr id="147" name="dp44-comparison / n109">
            <a:extLst xmlns:a="http://schemas.openxmlformats.org/drawingml/2006/main">
              <a:ext uri="{FF2B5EF4-FFF2-40B4-BE49-F238E27FC236}">
                <a16:creationId xmlns:a16="http://schemas.microsoft.com/office/drawing/2014/main" id="{4476FF5D-D9FB-4BA8-997C-2C3BC4357EEB}"/>
              </a:ext>
            </a:extLst>
          </p:cNvPr>
          <p:cNvSpPr>
            <a:spLocks xmlns:a="http://schemas.openxmlformats.org/drawingml/2006/main" noGrp="1"/>
          </p:cNvSpPr>
          <p:nvPr/>
        </p:nvSpPr>
        <p:spPr>
          <a:xfrm xmlns:a="http://schemas.openxmlformats.org/drawingml/2006/main">
            <a:off x="5029200" y="4381500"/>
            <a:ext cx="229133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4-comparison / n110 / text 1">
            <a:extLst xmlns:a="http://schemas.openxmlformats.org/drawingml/2006/main">
              <a:ext uri="{FF2B5EF4-FFF2-40B4-BE49-F238E27FC236}">
                <a16:creationId xmlns:a16="http://schemas.microsoft.com/office/drawing/2014/main" id="{E1A8C03C-399D-4850-889D-F07D8156409F}"/>
              </a:ext>
            </a:extLst>
          </p:cNvPr>
          <p:cNvSpPr>
            <a:spLocks xmlns:a="http://schemas.openxmlformats.org/drawingml/2006/main" noGrp="1"/>
          </p:cNvSpPr>
          <p:nvPr/>
        </p:nvSpPr>
        <p:spPr>
          <a:xfrm xmlns:a="http://schemas.openxmlformats.org/drawingml/2006/main">
            <a:off x="5048250" y="4391025"/>
            <a:ext cx="39052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② 중앙의 준비 지시 / ③ 준비 결과 회수</a:t>
            </a:r>
          </a:p>
        </p:txBody>
      </p:sp>
      <p:sp>
        <p:nvSpPr>
          <p:cNvPr id="149" name="dp44-comparison / n111">
            <a:extLst xmlns:a="http://schemas.openxmlformats.org/drawingml/2006/main">
              <a:ext uri="{FF2B5EF4-FFF2-40B4-BE49-F238E27FC236}">
                <a16:creationId xmlns:a16="http://schemas.microsoft.com/office/drawing/2014/main" id="{3D943B5B-1165-4EE3-BE10-7259BEA4723C}"/>
              </a:ext>
            </a:extLst>
          </p:cNvPr>
          <p:cNvSpPr>
            <a:spLocks xmlns:a="http://schemas.openxmlformats.org/drawingml/2006/main" noGrp="1"/>
          </p:cNvSpPr>
          <p:nvPr/>
        </p:nvSpPr>
        <p:spPr>
          <a:xfrm xmlns:a="http://schemas.openxmlformats.org/drawingml/2006/main">
            <a:off x="1666875" y="5362575"/>
            <a:ext cx="2238375" cy="685800"/>
          </a:xfrm>
          <a:custGeom xmlns:a="http://schemas.openxmlformats.org/drawingml/2006/main">
            <a:pathLst>
              <a:path w="2238375" h="685800">
                <a:moveTo>
                  <a:pt x="0" y="0"/>
                </a:moveTo>
                <a:lnTo>
                  <a:pt x="2066925" y="0"/>
                </a:lnTo>
                <a:lnTo>
                  <a:pt x="2238375" y="171450"/>
                </a:lnTo>
                <a:lnTo>
                  <a:pt x="2238375" y="685800"/>
                </a:lnTo>
                <a:lnTo>
                  <a:pt x="0" y="685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0" name="dp44-comparison / n111 / fold">
            <a:extLst xmlns:a="http://schemas.openxmlformats.org/drawingml/2006/main">
              <a:ext uri="{FF2B5EF4-FFF2-40B4-BE49-F238E27FC236}">
                <a16:creationId xmlns:a16="http://schemas.microsoft.com/office/drawing/2014/main" id="{B0B5F7D4-DC4F-4E16-B8AF-A7DCC49904CB}"/>
              </a:ext>
            </a:extLst>
          </p:cNvPr>
          <p:cNvSpPr>
            <a:spLocks xmlns:a="http://schemas.openxmlformats.org/drawingml/2006/main" noGrp="1"/>
          </p:cNvSpPr>
          <p:nvPr/>
        </p:nvSpPr>
        <p:spPr>
          <a:xfrm xmlns:a="http://schemas.openxmlformats.org/drawingml/2006/main">
            <a:off x="3733800" y="53625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51" name="dp44-comparison / n112 / text 1">
            <a:extLst xmlns:a="http://schemas.openxmlformats.org/drawingml/2006/main">
              <a:ext uri="{FF2B5EF4-FFF2-40B4-BE49-F238E27FC236}">
                <a16:creationId xmlns:a16="http://schemas.microsoft.com/office/drawing/2014/main" id="{98B04D6F-9B02-44B5-9692-16FCBDD9FC96}"/>
              </a:ext>
            </a:extLst>
          </p:cNvPr>
          <p:cNvSpPr>
            <a:spLocks xmlns:a="http://schemas.openxmlformats.org/drawingml/2006/main" noGrp="1"/>
          </p:cNvSpPr>
          <p:nvPr/>
        </p:nvSpPr>
        <p:spPr>
          <a:xfrm xmlns:a="http://schemas.openxmlformats.org/drawingml/2006/main">
            <a:off x="1762125" y="541972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준비 완료: Candidate1</a:t>
            </a:r>
          </a:p>
        </p:txBody>
      </p:sp>
      <p:sp>
        <p:nvSpPr>
          <p:cNvPr id="152" name="dp44-comparison / n112 / text 2">
            <a:extLst xmlns:a="http://schemas.openxmlformats.org/drawingml/2006/main">
              <a:ext uri="{FF2B5EF4-FFF2-40B4-BE49-F238E27FC236}">
                <a16:creationId xmlns:a16="http://schemas.microsoft.com/office/drawing/2014/main" id="{C593192F-F99C-4914-AF69-40457822F16A}"/>
              </a:ext>
            </a:extLst>
          </p:cNvPr>
          <p:cNvSpPr>
            <a:spLocks xmlns:a="http://schemas.openxmlformats.org/drawingml/2006/main" noGrp="1"/>
          </p:cNvSpPr>
          <p:nvPr/>
        </p:nvSpPr>
        <p:spPr>
          <a:xfrm xmlns:a="http://schemas.openxmlformats.org/drawingml/2006/main">
            <a:off x="1762125" y="554545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input_ref:Input1</a:t>
            </a:r>
          </a:p>
        </p:txBody>
      </p:sp>
      <p:sp>
        <p:nvSpPr>
          <p:cNvPr id="153" name="dp44-comparison / n112 / text 3">
            <a:extLst xmlns:a="http://schemas.openxmlformats.org/drawingml/2006/main">
              <a:ext uri="{FF2B5EF4-FFF2-40B4-BE49-F238E27FC236}">
                <a16:creationId xmlns:a16="http://schemas.microsoft.com/office/drawing/2014/main" id="{B162789D-C675-4450-8042-E4DDA05B60AA}"/>
              </a:ext>
            </a:extLst>
          </p:cNvPr>
          <p:cNvSpPr>
            <a:spLocks xmlns:a="http://schemas.openxmlformats.org/drawingml/2006/main" noGrp="1"/>
          </p:cNvSpPr>
          <p:nvPr/>
        </p:nvSpPr>
        <p:spPr>
          <a:xfrm xmlns:a="http://schemas.openxmlformats.org/drawingml/2006/main">
            <a:off x="1762125" y="567118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content_ref:표 설명</a:t>
            </a:r>
          </a:p>
        </p:txBody>
      </p:sp>
      <p:sp>
        <p:nvSpPr>
          <p:cNvPr id="154" name="dp44-comparison / n112 / text 4">
            <a:extLst xmlns:a="http://schemas.openxmlformats.org/drawingml/2006/main">
              <a:ext uri="{FF2B5EF4-FFF2-40B4-BE49-F238E27FC236}">
                <a16:creationId xmlns:a16="http://schemas.microsoft.com/office/drawing/2014/main" id="{37902A9A-B9E7-4E92-A8A7-CC14CD17CB79}"/>
              </a:ext>
            </a:extLst>
          </p:cNvPr>
          <p:cNvSpPr>
            <a:spLocks xmlns:a="http://schemas.openxmlformats.org/drawingml/2006/main" noGrp="1"/>
          </p:cNvSpPr>
          <p:nvPr/>
        </p:nvSpPr>
        <p:spPr>
          <a:xfrm xmlns:a="http://schemas.openxmlformats.org/drawingml/2006/main">
            <a:off x="1762125" y="579691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 후보도 Dispatcher로 반환</a:t>
            </a:r>
          </a:p>
        </p:txBody>
      </p:sp>
      <p:sp>
        <p:nvSpPr>
          <p:cNvPr id="155" name="dp44-comparison / n113">
            <a:extLst xmlns:a="http://schemas.openxmlformats.org/drawingml/2006/main">
              <a:ext uri="{FF2B5EF4-FFF2-40B4-BE49-F238E27FC236}">
                <a16:creationId xmlns:a16="http://schemas.microsoft.com/office/drawing/2014/main" id="{39C20D61-AEB0-4BC2-A351-D2501F146D2D}"/>
              </a:ext>
            </a:extLst>
          </p:cNvPr>
          <p:cNvSpPr>
            <a:spLocks xmlns:a="http://schemas.openxmlformats.org/drawingml/2006/main" noGrp="1"/>
          </p:cNvSpPr>
          <p:nvPr/>
        </p:nvSpPr>
        <p:spPr>
          <a:xfrm xmlns:a="http://schemas.openxmlformats.org/drawingml/2006/main">
            <a:off x="4600575" y="5610225"/>
            <a:ext cx="2676144"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6" name="dp44-comparison / n114 / text 1">
            <a:extLst xmlns:a="http://schemas.openxmlformats.org/drawingml/2006/main">
              <a:ext uri="{FF2B5EF4-FFF2-40B4-BE49-F238E27FC236}">
                <a16:creationId xmlns:a16="http://schemas.microsoft.com/office/drawing/2014/main" id="{6117B7EE-DE99-473B-991E-3398A8DBCB6B}"/>
              </a:ext>
            </a:extLst>
          </p:cNvPr>
          <p:cNvSpPr>
            <a:spLocks xmlns:a="http://schemas.openxmlformats.org/drawingml/2006/main" noGrp="1"/>
          </p:cNvSpPr>
          <p:nvPr/>
        </p:nvSpPr>
        <p:spPr>
          <a:xfrm xmlns:a="http://schemas.openxmlformats.org/drawingml/2006/main">
            <a:off x="4619625" y="5619750"/>
            <a:ext cx="4286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④ 현재성 검사 후 중앙의 게시 지시</a:t>
            </a:r>
          </a:p>
        </p:txBody>
      </p:sp>
      <p:sp>
        <p:nvSpPr>
          <p:cNvPr id="157" name="dp44-comparison / n115">
            <a:extLst xmlns:a="http://schemas.openxmlformats.org/drawingml/2006/main">
              <a:ext uri="{FF2B5EF4-FFF2-40B4-BE49-F238E27FC236}">
                <a16:creationId xmlns:a16="http://schemas.microsoft.com/office/drawing/2014/main" id="{A1832BD6-56EC-4054-A329-95BC1D4B395C}"/>
              </a:ext>
            </a:extLst>
          </p:cNvPr>
          <p:cNvSpPr>
            <a:spLocks xmlns:a="http://schemas.openxmlformats.org/drawingml/2006/main" noGrp="1"/>
          </p:cNvSpPr>
          <p:nvPr/>
        </p:nvSpPr>
        <p:spPr>
          <a:xfrm xmlns:a="http://schemas.openxmlformats.org/drawingml/2006/main">
            <a:off x="4600575" y="5876925"/>
            <a:ext cx="271576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8" name="dp44-comparison / n116 / text 1">
            <a:extLst xmlns:a="http://schemas.openxmlformats.org/drawingml/2006/main">
              <a:ext uri="{FF2B5EF4-FFF2-40B4-BE49-F238E27FC236}">
                <a16:creationId xmlns:a16="http://schemas.microsoft.com/office/drawing/2014/main" id="{A927384E-A576-43D6-973A-823A471424E3}"/>
              </a:ext>
            </a:extLst>
          </p:cNvPr>
          <p:cNvSpPr>
            <a:spLocks xmlns:a="http://schemas.openxmlformats.org/drawingml/2006/main" noGrp="1"/>
          </p:cNvSpPr>
          <p:nvPr/>
        </p:nvSpPr>
        <p:spPr>
          <a:xfrm xmlns:a="http://schemas.openxmlformats.org/drawingml/2006/main">
            <a:off x="4619625" y="5886450"/>
            <a:ext cx="4286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완료마다 다음 실행을 중앙에서 결정</a:t>
            </a:r>
          </a:p>
        </p:txBody>
      </p:sp>
      <p:sp>
        <p:nvSpPr>
          <p:cNvPr id="159" name="dp44-comparison / n118">
            <a:extLst xmlns:a="http://schemas.openxmlformats.org/drawingml/2006/main">
              <a:ext uri="{FF2B5EF4-FFF2-40B4-BE49-F238E27FC236}">
                <a16:creationId xmlns:a16="http://schemas.microsoft.com/office/drawing/2014/main" id="{3ADE1531-9C70-444F-BBCC-3517C170832E}"/>
              </a:ext>
            </a:extLst>
          </p:cNvPr>
          <p:cNvSpPr>
            <a:spLocks xmlns:a="http://schemas.openxmlformats.org/drawingml/2006/main" noGrp="1"/>
          </p:cNvSpPr>
          <p:nvPr/>
        </p:nvSpPr>
        <p:spPr>
          <a:xfrm xmlns:a="http://schemas.openxmlformats.org/drawingml/2006/main">
            <a:off x="1647825" y="6381750"/>
            <a:ext cx="282854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0" name="dp44-comparison / n119 / text 1">
            <a:extLst xmlns:a="http://schemas.openxmlformats.org/drawingml/2006/main">
              <a:ext uri="{FF2B5EF4-FFF2-40B4-BE49-F238E27FC236}">
                <a16:creationId xmlns:a16="http://schemas.microsoft.com/office/drawing/2014/main" id="{A37D5ABB-6C3E-41D2-A902-F1ADB45A10C5}"/>
              </a:ext>
            </a:extLst>
          </p:cNvPr>
          <p:cNvSpPr>
            <a:spLocks xmlns:a="http://schemas.openxmlformats.org/drawingml/2006/main" noGrp="1"/>
          </p:cNvSpPr>
          <p:nvPr/>
        </p:nvSpPr>
        <p:spPr>
          <a:xfrm xmlns:a="http://schemas.openxmlformats.org/drawingml/2006/main">
            <a:off x="1666875" y="63912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완료 결과의 다음 처리</a:t>
            </a:r>
          </a:p>
        </p:txBody>
      </p:sp>
      <p:sp>
        <p:nvSpPr>
          <p:cNvPr id="161" name="dp44-comparison / n129">
            <a:extLst xmlns:a="http://schemas.openxmlformats.org/drawingml/2006/main">
              <a:ext uri="{FF2B5EF4-FFF2-40B4-BE49-F238E27FC236}">
                <a16:creationId xmlns:a16="http://schemas.microsoft.com/office/drawing/2014/main" id="{9AA02521-9784-4760-AC8F-446D82A99500}"/>
              </a:ext>
            </a:extLst>
          </p:cNvPr>
          <p:cNvSpPr>
            <a:spLocks xmlns:a="http://schemas.openxmlformats.org/drawingml/2006/main" noGrp="1"/>
          </p:cNvSpPr>
          <p:nvPr/>
        </p:nvSpPr>
        <p:spPr>
          <a:xfrm xmlns:a="http://schemas.openxmlformats.org/drawingml/2006/main">
            <a:off x="5524500" y="6877050"/>
            <a:ext cx="16541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2" name="dp44-comparison / n130 / text 1">
            <a:extLst xmlns:a="http://schemas.openxmlformats.org/drawingml/2006/main">
              <a:ext uri="{FF2B5EF4-FFF2-40B4-BE49-F238E27FC236}">
                <a16:creationId xmlns:a16="http://schemas.microsoft.com/office/drawing/2014/main" id="{4FA8D865-3168-49CC-BBC5-DE76E0F0BDC4}"/>
              </a:ext>
            </a:extLst>
          </p:cNvPr>
          <p:cNvSpPr>
            <a:spLocks xmlns:a="http://schemas.openxmlformats.org/drawingml/2006/main" noGrp="1"/>
          </p:cNvSpPr>
          <p:nvPr/>
        </p:nvSpPr>
        <p:spPr>
          <a:xfrm xmlns:a="http://schemas.openxmlformats.org/drawingml/2006/main">
            <a:off x="5543550" y="6886575"/>
            <a:ext cx="3667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중앙 회수 뒤 검사 / 게시 지시</a:t>
            </a:r>
          </a:p>
        </p:txBody>
      </p:sp>
      <p:sp>
        <p:nvSpPr>
          <p:cNvPr id="163" name="dp44-comparison / n131">
            <a:extLst xmlns:a="http://schemas.openxmlformats.org/drawingml/2006/main">
              <a:ext uri="{FF2B5EF4-FFF2-40B4-BE49-F238E27FC236}">
                <a16:creationId xmlns:a16="http://schemas.microsoft.com/office/drawing/2014/main" id="{1DCBA8D2-8090-41B2-B2F3-3FE16F7BD68B}"/>
              </a:ext>
            </a:extLst>
          </p:cNvPr>
          <p:cNvSpPr>
            <a:spLocks xmlns:a="http://schemas.openxmlformats.org/drawingml/2006/main" noGrp="1"/>
          </p:cNvSpPr>
          <p:nvPr/>
        </p:nvSpPr>
        <p:spPr>
          <a:xfrm xmlns:a="http://schemas.openxmlformats.org/drawingml/2006/main">
            <a:off x="1647825" y="7105650"/>
            <a:ext cx="2790444"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4" name="dp44-comparison / n132 / text 1">
            <a:extLst xmlns:a="http://schemas.openxmlformats.org/drawingml/2006/main">
              <a:ext uri="{FF2B5EF4-FFF2-40B4-BE49-F238E27FC236}">
                <a16:creationId xmlns:a16="http://schemas.microsoft.com/office/drawing/2014/main" id="{0976EC3B-2A12-4635-A3AD-9288016C8AF9}"/>
              </a:ext>
            </a:extLst>
          </p:cNvPr>
          <p:cNvSpPr>
            <a:spLocks xmlns:a="http://schemas.openxmlformats.org/drawingml/2006/main" noGrp="1"/>
          </p:cNvSpPr>
          <p:nvPr/>
        </p:nvSpPr>
        <p:spPr>
          <a:xfrm xmlns:a="http://schemas.openxmlformats.org/drawingml/2006/main">
            <a:off x="1666875" y="711517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늦은 Candidate0 / 이미 새 Input1 처리 중</a:t>
            </a:r>
          </a:p>
        </p:txBody>
      </p:sp>
      <p:sp>
        <p:nvSpPr>
          <p:cNvPr id="165" name="dp44-comparison / n141">
            <a:extLst xmlns:a="http://schemas.openxmlformats.org/drawingml/2006/main">
              <a:ext uri="{FF2B5EF4-FFF2-40B4-BE49-F238E27FC236}">
                <a16:creationId xmlns:a16="http://schemas.microsoft.com/office/drawing/2014/main" id="{4D427726-F38C-4D52-BB91-BC85FB69CCA2}"/>
              </a:ext>
            </a:extLst>
          </p:cNvPr>
          <p:cNvSpPr>
            <a:spLocks xmlns:a="http://schemas.openxmlformats.org/drawingml/2006/main" noGrp="1"/>
          </p:cNvSpPr>
          <p:nvPr/>
        </p:nvSpPr>
        <p:spPr>
          <a:xfrm xmlns:a="http://schemas.openxmlformats.org/drawingml/2006/main">
            <a:off x="9953625" y="240982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66" name="dp44-comparison / n142 / text 1">
            <a:extLst xmlns:a="http://schemas.openxmlformats.org/drawingml/2006/main">
              <a:ext uri="{FF2B5EF4-FFF2-40B4-BE49-F238E27FC236}">
                <a16:creationId xmlns:a16="http://schemas.microsoft.com/office/drawing/2014/main" id="{6A5544BF-97AD-483C-B98B-562FAF084B94}"/>
              </a:ext>
            </a:extLst>
          </p:cNvPr>
          <p:cNvSpPr>
            <a:spLocks xmlns:a="http://schemas.openxmlformats.org/drawingml/2006/main" noGrp="1"/>
          </p:cNvSpPr>
          <p:nvPr/>
        </p:nvSpPr>
        <p:spPr>
          <a:xfrm xmlns:a="http://schemas.openxmlformats.org/drawingml/2006/main">
            <a:off x="10039350" y="2460308"/>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67" name="dp44-comparison / n143">
            <a:extLst xmlns:a="http://schemas.openxmlformats.org/drawingml/2006/main">
              <a:ext uri="{FF2B5EF4-FFF2-40B4-BE49-F238E27FC236}">
                <a16:creationId xmlns:a16="http://schemas.microsoft.com/office/drawing/2014/main" id="{4BB1BCAB-1653-479A-9C78-4769643B6375}"/>
              </a:ext>
            </a:extLst>
          </p:cNvPr>
          <p:cNvSpPr>
            <a:spLocks xmlns:a="http://schemas.openxmlformats.org/drawingml/2006/main" noGrp="1"/>
          </p:cNvSpPr>
          <p:nvPr/>
        </p:nvSpPr>
        <p:spPr>
          <a:xfrm xmlns:a="http://schemas.openxmlformats.org/drawingml/2006/main">
            <a:off x="14620875" y="2409825"/>
            <a:ext cx="2857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68" name="dp44-comparison / n144 / text 1">
            <a:extLst xmlns:a="http://schemas.openxmlformats.org/drawingml/2006/main">
              <a:ext uri="{FF2B5EF4-FFF2-40B4-BE49-F238E27FC236}">
                <a16:creationId xmlns:a16="http://schemas.microsoft.com/office/drawing/2014/main" id="{E8642A01-C275-43D0-BF1E-4CFCB3246C5C}"/>
              </a:ext>
            </a:extLst>
          </p:cNvPr>
          <p:cNvSpPr>
            <a:spLocks xmlns:a="http://schemas.openxmlformats.org/drawingml/2006/main" noGrp="1"/>
          </p:cNvSpPr>
          <p:nvPr/>
        </p:nvSpPr>
        <p:spPr>
          <a:xfrm xmlns:a="http://schemas.openxmlformats.org/drawingml/2006/main">
            <a:off x="14706600" y="2460308"/>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169" name="dp44-comparison / n149">
            <a:extLst xmlns:a="http://schemas.openxmlformats.org/drawingml/2006/main">
              <a:ext uri="{FF2B5EF4-FFF2-40B4-BE49-F238E27FC236}">
                <a16:creationId xmlns:a16="http://schemas.microsoft.com/office/drawing/2014/main" id="{CBDA552E-DB0D-4330-A804-00A0B58F822D}"/>
              </a:ext>
            </a:extLst>
          </p:cNvPr>
          <p:cNvSpPr>
            <a:spLocks xmlns:a="http://schemas.openxmlformats.org/drawingml/2006/main" noGrp="1"/>
          </p:cNvSpPr>
          <p:nvPr/>
        </p:nvSpPr>
        <p:spPr>
          <a:xfrm xmlns:a="http://schemas.openxmlformats.org/drawingml/2006/main">
            <a:off x="9858375" y="3076575"/>
            <a:ext cx="7715250" cy="1409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0" name="dp44-comparison / n150 / text 1">
            <a:extLst xmlns:a="http://schemas.openxmlformats.org/drawingml/2006/main">
              <a:ext uri="{FF2B5EF4-FFF2-40B4-BE49-F238E27FC236}">
                <a16:creationId xmlns:a16="http://schemas.microsoft.com/office/drawing/2014/main" id="{285A8F16-A6E4-43DB-8B6A-C42959AFFF1F}"/>
              </a:ext>
            </a:extLst>
          </p:cNvPr>
          <p:cNvSpPr>
            <a:spLocks xmlns:a="http://schemas.openxmlformats.org/drawingml/2006/main" noGrp="1"/>
          </p:cNvSpPr>
          <p:nvPr/>
        </p:nvSpPr>
        <p:spPr>
          <a:xfrm xmlns:a="http://schemas.openxmlformats.org/drawingml/2006/main">
            <a:off x="9982200" y="3171825"/>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171" name="dp44-comparison / n151">
            <a:extLst xmlns:a="http://schemas.openxmlformats.org/drawingml/2006/main">
              <a:ext uri="{FF2B5EF4-FFF2-40B4-BE49-F238E27FC236}">
                <a16:creationId xmlns:a16="http://schemas.microsoft.com/office/drawing/2014/main" id="{A9381B15-9907-4301-BDD3-7B2715915DF1}"/>
              </a:ext>
            </a:extLst>
          </p:cNvPr>
          <p:cNvSpPr>
            <a:spLocks xmlns:a="http://schemas.openxmlformats.org/drawingml/2006/main" noGrp="1"/>
          </p:cNvSpPr>
          <p:nvPr/>
        </p:nvSpPr>
        <p:spPr>
          <a:xfrm xmlns:a="http://schemas.openxmlformats.org/drawingml/2006/main">
            <a:off x="10144125" y="3476625"/>
            <a:ext cx="2714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72" name="dp44-comparison / n152 / text 1">
            <a:extLst xmlns:a="http://schemas.openxmlformats.org/drawingml/2006/main">
              <a:ext uri="{FF2B5EF4-FFF2-40B4-BE49-F238E27FC236}">
                <a16:creationId xmlns:a16="http://schemas.microsoft.com/office/drawing/2014/main" id="{747280F2-879E-46DB-A7BE-0296ECDD9BE2}"/>
              </a:ext>
            </a:extLst>
          </p:cNvPr>
          <p:cNvSpPr>
            <a:spLocks xmlns:a="http://schemas.openxmlformats.org/drawingml/2006/main" noGrp="1"/>
          </p:cNvSpPr>
          <p:nvPr/>
        </p:nvSpPr>
        <p:spPr>
          <a:xfrm xmlns:a="http://schemas.openxmlformats.org/drawingml/2006/main">
            <a:off x="10229850" y="3555683"/>
            <a:ext cx="2543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Input Resolution Stage</a:t>
            </a:r>
          </a:p>
        </p:txBody>
      </p:sp>
      <p:sp>
        <p:nvSpPr>
          <p:cNvPr id="173" name="dp44-comparison / n153">
            <a:extLst xmlns:a="http://schemas.openxmlformats.org/drawingml/2006/main">
              <a:ext uri="{FF2B5EF4-FFF2-40B4-BE49-F238E27FC236}">
                <a16:creationId xmlns:a16="http://schemas.microsoft.com/office/drawing/2014/main" id="{66CCBFF4-6922-491F-8360-0AD31E9D7BA9}"/>
              </a:ext>
            </a:extLst>
          </p:cNvPr>
          <p:cNvSpPr>
            <a:spLocks xmlns:a="http://schemas.openxmlformats.org/drawingml/2006/main" noGrp="1"/>
          </p:cNvSpPr>
          <p:nvPr/>
        </p:nvSpPr>
        <p:spPr>
          <a:xfrm xmlns:a="http://schemas.openxmlformats.org/drawingml/2006/main">
            <a:off x="14144625" y="3476625"/>
            <a:ext cx="3095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74" name="dp44-comparison / n154 / text 1">
            <a:extLst xmlns:a="http://schemas.openxmlformats.org/drawingml/2006/main">
              <a:ext uri="{FF2B5EF4-FFF2-40B4-BE49-F238E27FC236}">
                <a16:creationId xmlns:a16="http://schemas.microsoft.com/office/drawing/2014/main" id="{E421329F-C238-40AC-88EF-A93293C1E1B8}"/>
              </a:ext>
            </a:extLst>
          </p:cNvPr>
          <p:cNvSpPr>
            <a:spLocks xmlns:a="http://schemas.openxmlformats.org/drawingml/2006/main" noGrp="1"/>
          </p:cNvSpPr>
          <p:nvPr/>
        </p:nvSpPr>
        <p:spPr>
          <a:xfrm xmlns:a="http://schemas.openxmlformats.org/drawingml/2006/main">
            <a:off x="14230350" y="3549491"/>
            <a:ext cx="29241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Task Notice Stage</a:t>
            </a:r>
          </a:p>
        </p:txBody>
      </p:sp>
      <p:sp>
        <p:nvSpPr>
          <p:cNvPr id="175" name="dp44-comparison / n155">
            <a:extLst xmlns:a="http://schemas.openxmlformats.org/drawingml/2006/main">
              <a:ext uri="{FF2B5EF4-FFF2-40B4-BE49-F238E27FC236}">
                <a16:creationId xmlns:a16="http://schemas.microsoft.com/office/drawing/2014/main" id="{4B518160-D28E-4B36-952F-097617CC4086}"/>
              </a:ext>
            </a:extLst>
          </p:cNvPr>
          <p:cNvSpPr>
            <a:spLocks xmlns:a="http://schemas.openxmlformats.org/drawingml/2006/main" noGrp="1"/>
          </p:cNvSpPr>
          <p:nvPr/>
        </p:nvSpPr>
        <p:spPr>
          <a:xfrm xmlns:a="http://schemas.openxmlformats.org/drawingml/2006/main">
            <a:off x="10144125" y="4000500"/>
            <a:ext cx="2714625" cy="3238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76" name="dp44-comparison / n156 / text 1">
            <a:extLst xmlns:a="http://schemas.openxmlformats.org/drawingml/2006/main">
              <a:ext uri="{FF2B5EF4-FFF2-40B4-BE49-F238E27FC236}">
                <a16:creationId xmlns:a16="http://schemas.microsoft.com/office/drawing/2014/main" id="{00A12E8E-E4FD-45B1-A3E8-137673F7AA71}"/>
              </a:ext>
            </a:extLst>
          </p:cNvPr>
          <p:cNvSpPr>
            <a:spLocks xmlns:a="http://schemas.openxmlformats.org/drawingml/2006/main" noGrp="1"/>
          </p:cNvSpPr>
          <p:nvPr/>
        </p:nvSpPr>
        <p:spPr>
          <a:xfrm xmlns:a="http://schemas.openxmlformats.org/drawingml/2006/main">
            <a:off x="10229850" y="4070985"/>
            <a:ext cx="25431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Input Window</a:t>
            </a:r>
          </a:p>
        </p:txBody>
      </p:sp>
      <p:sp>
        <p:nvSpPr>
          <p:cNvPr id="177" name="dp44-comparison / n157">
            <a:extLst xmlns:a="http://schemas.openxmlformats.org/drawingml/2006/main">
              <a:ext uri="{FF2B5EF4-FFF2-40B4-BE49-F238E27FC236}">
                <a16:creationId xmlns:a16="http://schemas.microsoft.com/office/drawing/2014/main" id="{91EC9FA7-7426-4DFF-BEB7-F654CCA3DC88}"/>
              </a:ext>
            </a:extLst>
          </p:cNvPr>
          <p:cNvSpPr>
            <a:spLocks xmlns:a="http://schemas.openxmlformats.org/drawingml/2006/main" noGrp="1"/>
          </p:cNvSpPr>
          <p:nvPr/>
        </p:nvSpPr>
        <p:spPr>
          <a:xfrm xmlns:a="http://schemas.openxmlformats.org/drawingml/2006/main">
            <a:off x="14144625" y="4000500"/>
            <a:ext cx="3095625" cy="3238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78" name="dp44-comparison / n158 / text 1">
            <a:extLst xmlns:a="http://schemas.openxmlformats.org/drawingml/2006/main">
              <a:ext uri="{FF2B5EF4-FFF2-40B4-BE49-F238E27FC236}">
                <a16:creationId xmlns:a16="http://schemas.microsoft.com/office/drawing/2014/main" id="{19906768-3893-4697-8E4A-78D84CF78926}"/>
              </a:ext>
            </a:extLst>
          </p:cNvPr>
          <p:cNvSpPr>
            <a:spLocks xmlns:a="http://schemas.openxmlformats.org/drawingml/2006/main" noGrp="1"/>
          </p:cNvSpPr>
          <p:nvPr/>
        </p:nvSpPr>
        <p:spPr>
          <a:xfrm xmlns:a="http://schemas.openxmlformats.org/drawingml/2006/main">
            <a:off x="14230350" y="4070985"/>
            <a:ext cx="29241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Notice Window</a:t>
            </a:r>
          </a:p>
        </p:txBody>
      </p:sp>
      <p:sp>
        <p:nvSpPr>
          <p:cNvPr id="179" name="dp44-comparison / n159 / path">
            <a:extLst xmlns:a="http://schemas.openxmlformats.org/drawingml/2006/main">
              <a:ext uri="{FF2B5EF4-FFF2-40B4-BE49-F238E27FC236}">
                <a16:creationId xmlns:a16="http://schemas.microsoft.com/office/drawing/2014/main" id="{E2CE5732-7492-4381-AB27-32FAD518D416}"/>
              </a:ext>
            </a:extLst>
          </p:cNvPr>
          <p:cNvSpPr>
            <a:spLocks xmlns:a="http://schemas.openxmlformats.org/drawingml/2006/main" noGrp="1"/>
          </p:cNvSpPr>
          <p:nvPr/>
        </p:nvSpPr>
        <p:spPr>
          <a:xfrm xmlns:a="http://schemas.openxmlformats.org/drawingml/2006/main">
            <a:off x="11239500" y="2733675"/>
            <a:ext cx="261938" cy="742950"/>
          </a:xfrm>
          <a:custGeom xmlns:a="http://schemas.openxmlformats.org/drawingml/2006/main">
            <a:pathLst>
              <a:path w="261938" h="742950">
                <a:moveTo>
                  <a:pt x="0" y="0"/>
                </a:moveTo>
                <a:lnTo>
                  <a:pt x="0" y="257175"/>
                </a:lnTo>
                <a:lnTo>
                  <a:pt x="261938" y="257175"/>
                </a:lnTo>
                <a:lnTo>
                  <a:pt x="261938" y="742950"/>
                </a:lnTo>
              </a:path>
            </a:pathLst>
          </a:custGeom>
          <a:noFill xmlns:a="http://schemas.openxmlformats.org/drawingml/2006/main"/>
          <a:ln xmlns:a="http://schemas.openxmlformats.org/drawingml/2006/main" w="10478">
            <a:solidFill>
              <a:srgbClr val="000000"/>
            </a:solidFill>
            <a:prstDash val="solid"/>
          </a:ln>
        </p:spPr>
      </p:sp>
      <p:sp>
        <p:nvSpPr>
          <p:cNvPr id="180" name="dp44-comparison / n159 / arrow">
            <a:extLst xmlns:a="http://schemas.openxmlformats.org/drawingml/2006/main">
              <a:ext uri="{FF2B5EF4-FFF2-40B4-BE49-F238E27FC236}">
                <a16:creationId xmlns:a16="http://schemas.microsoft.com/office/drawing/2014/main" id="{F36D5160-C506-4167-9F2B-4FFC3017E64F}"/>
              </a:ext>
            </a:extLst>
          </p:cNvPr>
          <p:cNvSpPr>
            <a:spLocks xmlns:a="http://schemas.openxmlformats.org/drawingml/2006/main" noGrp="1"/>
          </p:cNvSpPr>
          <p:nvPr/>
        </p:nvSpPr>
        <p:spPr>
          <a:xfrm xmlns:a="http://schemas.openxmlformats.org/drawingml/2006/main">
            <a:off x="114679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1" name="dp44-comparison / n160 / path">
            <a:extLst xmlns:a="http://schemas.openxmlformats.org/drawingml/2006/main">
              <a:ext uri="{FF2B5EF4-FFF2-40B4-BE49-F238E27FC236}">
                <a16:creationId xmlns:a16="http://schemas.microsoft.com/office/drawing/2014/main" id="{65F49B0E-487C-4D93-BB2F-7FF2341DF703}"/>
              </a:ext>
            </a:extLst>
          </p:cNvPr>
          <p:cNvSpPr>
            <a:spLocks xmlns:a="http://schemas.openxmlformats.org/drawingml/2006/main" noGrp="1"/>
          </p:cNvSpPr>
          <p:nvPr/>
        </p:nvSpPr>
        <p:spPr>
          <a:xfrm xmlns:a="http://schemas.openxmlformats.org/drawingml/2006/main">
            <a:off x="15692438" y="2733675"/>
            <a:ext cx="357188" cy="742950"/>
          </a:xfrm>
          <a:custGeom xmlns:a="http://schemas.openxmlformats.org/drawingml/2006/main">
            <a:pathLst>
              <a:path w="357188" h="742950">
                <a:moveTo>
                  <a:pt x="357188" y="0"/>
                </a:moveTo>
                <a:lnTo>
                  <a:pt x="357188" y="257175"/>
                </a:lnTo>
                <a:lnTo>
                  <a:pt x="0" y="257175"/>
                </a:lnTo>
                <a:lnTo>
                  <a:pt x="0" y="742950"/>
                </a:lnTo>
              </a:path>
            </a:pathLst>
          </a:custGeom>
          <a:noFill xmlns:a="http://schemas.openxmlformats.org/drawingml/2006/main"/>
          <a:ln xmlns:a="http://schemas.openxmlformats.org/drawingml/2006/main" w="10478">
            <a:solidFill>
              <a:srgbClr val="000000"/>
            </a:solidFill>
            <a:prstDash val="solid"/>
          </a:ln>
        </p:spPr>
      </p:sp>
      <p:sp>
        <p:nvSpPr>
          <p:cNvPr id="182" name="dp44-comparison / n160 / arrow">
            <a:extLst xmlns:a="http://schemas.openxmlformats.org/drawingml/2006/main">
              <a:ext uri="{FF2B5EF4-FFF2-40B4-BE49-F238E27FC236}">
                <a16:creationId xmlns:a16="http://schemas.microsoft.com/office/drawing/2014/main" id="{FBE2C610-008B-420C-B08D-0AEED44D2DC7}"/>
              </a:ext>
            </a:extLst>
          </p:cNvPr>
          <p:cNvSpPr>
            <a:spLocks xmlns:a="http://schemas.openxmlformats.org/drawingml/2006/main" noGrp="1"/>
          </p:cNvSpPr>
          <p:nvPr/>
        </p:nvSpPr>
        <p:spPr>
          <a:xfrm xmlns:a="http://schemas.openxmlformats.org/drawingml/2006/main">
            <a:off x="156589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3" name="dp44-comparison / n161 / path">
            <a:extLst xmlns:a="http://schemas.openxmlformats.org/drawingml/2006/main">
              <a:ext uri="{FF2B5EF4-FFF2-40B4-BE49-F238E27FC236}">
                <a16:creationId xmlns:a16="http://schemas.microsoft.com/office/drawing/2014/main" id="{D754F83A-1937-48C7-95AE-5A0B6ECF6BB7}"/>
              </a:ext>
            </a:extLst>
          </p:cNvPr>
          <p:cNvSpPr>
            <a:spLocks xmlns:a="http://schemas.openxmlformats.org/drawingml/2006/main" noGrp="1"/>
          </p:cNvSpPr>
          <p:nvPr/>
        </p:nvSpPr>
        <p:spPr>
          <a:xfrm xmlns:a="http://schemas.openxmlformats.org/drawingml/2006/main">
            <a:off x="11501438" y="3857625"/>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0478">
            <a:solidFill>
              <a:srgbClr val="000000"/>
            </a:solidFill>
            <a:prstDash val="solid"/>
          </a:ln>
        </p:spPr>
      </p:sp>
      <p:sp>
        <p:nvSpPr>
          <p:cNvPr id="184" name="dp44-comparison / n161 / arrow">
            <a:extLst xmlns:a="http://schemas.openxmlformats.org/drawingml/2006/main">
              <a:ext uri="{FF2B5EF4-FFF2-40B4-BE49-F238E27FC236}">
                <a16:creationId xmlns:a16="http://schemas.microsoft.com/office/drawing/2014/main" id="{4BA208BB-C3D3-4976-AEF7-3219BD54B3F5}"/>
              </a:ext>
            </a:extLst>
          </p:cNvPr>
          <p:cNvSpPr>
            <a:spLocks xmlns:a="http://schemas.openxmlformats.org/drawingml/2006/main" noGrp="1"/>
          </p:cNvSpPr>
          <p:nvPr/>
        </p:nvSpPr>
        <p:spPr>
          <a:xfrm xmlns:a="http://schemas.openxmlformats.org/drawingml/2006/main">
            <a:off x="11467910" y="3933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5" name="dp44-comparison / n162 / path">
            <a:extLst xmlns:a="http://schemas.openxmlformats.org/drawingml/2006/main">
              <a:ext uri="{FF2B5EF4-FFF2-40B4-BE49-F238E27FC236}">
                <a16:creationId xmlns:a16="http://schemas.microsoft.com/office/drawing/2014/main" id="{D126C24B-4439-4751-A410-33751667877C}"/>
              </a:ext>
            </a:extLst>
          </p:cNvPr>
          <p:cNvSpPr>
            <a:spLocks xmlns:a="http://schemas.openxmlformats.org/drawingml/2006/main" noGrp="1"/>
          </p:cNvSpPr>
          <p:nvPr/>
        </p:nvSpPr>
        <p:spPr>
          <a:xfrm xmlns:a="http://schemas.openxmlformats.org/drawingml/2006/main">
            <a:off x="15692438" y="3857625"/>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0478">
            <a:solidFill>
              <a:srgbClr val="000000"/>
            </a:solidFill>
            <a:prstDash val="solid"/>
          </a:ln>
        </p:spPr>
      </p:sp>
      <p:sp>
        <p:nvSpPr>
          <p:cNvPr id="186" name="dp44-comparison / n162 / arrow">
            <a:extLst xmlns:a="http://schemas.openxmlformats.org/drawingml/2006/main">
              <a:ext uri="{FF2B5EF4-FFF2-40B4-BE49-F238E27FC236}">
                <a16:creationId xmlns:a16="http://schemas.microsoft.com/office/drawing/2014/main" id="{114B9279-324E-4559-9F65-55D459E60374}"/>
              </a:ext>
            </a:extLst>
          </p:cNvPr>
          <p:cNvSpPr>
            <a:spLocks xmlns:a="http://schemas.openxmlformats.org/drawingml/2006/main" noGrp="1"/>
          </p:cNvSpPr>
          <p:nvPr/>
        </p:nvSpPr>
        <p:spPr>
          <a:xfrm xmlns:a="http://schemas.openxmlformats.org/drawingml/2006/main">
            <a:off x="15658910" y="3933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7" name="dp44-comparison / n167">
            <a:extLst xmlns:a="http://schemas.openxmlformats.org/drawingml/2006/main">
              <a:ext uri="{FF2B5EF4-FFF2-40B4-BE49-F238E27FC236}">
                <a16:creationId xmlns:a16="http://schemas.microsoft.com/office/drawing/2014/main" id="{055145A9-E3D0-4D81-9A9A-5428BE14A0A9}"/>
              </a:ext>
            </a:extLst>
          </p:cNvPr>
          <p:cNvSpPr>
            <a:spLocks xmlns:a="http://schemas.openxmlformats.org/drawingml/2006/main" noGrp="1"/>
          </p:cNvSpPr>
          <p:nvPr/>
        </p:nvSpPr>
        <p:spPr>
          <a:xfrm xmlns:a="http://schemas.openxmlformats.org/drawingml/2006/main">
            <a:off x="9953625" y="4762500"/>
            <a:ext cx="2238375" cy="314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8" name="dp44-comparison / n168 / text 1">
            <a:extLst xmlns:a="http://schemas.openxmlformats.org/drawingml/2006/main">
              <a:ext uri="{FF2B5EF4-FFF2-40B4-BE49-F238E27FC236}">
                <a16:creationId xmlns:a16="http://schemas.microsoft.com/office/drawing/2014/main" id="{18B233D1-B0D2-411B-A71F-34380506A747}"/>
              </a:ext>
            </a:extLst>
          </p:cNvPr>
          <p:cNvSpPr>
            <a:spLocks xmlns:a="http://schemas.openxmlformats.org/drawingml/2006/main" noGrp="1"/>
          </p:cNvSpPr>
          <p:nvPr/>
        </p:nvSpPr>
        <p:spPr>
          <a:xfrm xmlns:a="http://schemas.openxmlformats.org/drawingml/2006/main">
            <a:off x="10039350" y="4814411"/>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189" name="dp44-comparison / n169">
            <a:extLst xmlns:a="http://schemas.openxmlformats.org/drawingml/2006/main">
              <a:ext uri="{FF2B5EF4-FFF2-40B4-BE49-F238E27FC236}">
                <a16:creationId xmlns:a16="http://schemas.microsoft.com/office/drawing/2014/main" id="{36454058-E979-4F12-A86C-3D3875C12E3D}"/>
              </a:ext>
            </a:extLst>
          </p:cNvPr>
          <p:cNvSpPr>
            <a:spLocks xmlns:a="http://schemas.openxmlformats.org/drawingml/2006/main" noGrp="1"/>
          </p:cNvSpPr>
          <p:nvPr/>
        </p:nvSpPr>
        <p:spPr>
          <a:xfrm xmlns:a="http://schemas.openxmlformats.org/drawingml/2006/main">
            <a:off x="12573000" y="4705350"/>
            <a:ext cx="5000625" cy="1495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0" name="dp44-comparison / n170 / text 1">
            <a:extLst xmlns:a="http://schemas.openxmlformats.org/drawingml/2006/main">
              <a:ext uri="{FF2B5EF4-FFF2-40B4-BE49-F238E27FC236}">
                <a16:creationId xmlns:a16="http://schemas.microsoft.com/office/drawing/2014/main" id="{43F90AE8-0DEC-4BA0-986D-1BBD05D2031F}"/>
              </a:ext>
            </a:extLst>
          </p:cNvPr>
          <p:cNvSpPr>
            <a:spLocks xmlns:a="http://schemas.openxmlformats.org/drawingml/2006/main" noGrp="1"/>
          </p:cNvSpPr>
          <p:nvPr/>
        </p:nvSpPr>
        <p:spPr>
          <a:xfrm xmlns:a="http://schemas.openxmlformats.org/drawingml/2006/main">
            <a:off x="12696825" y="4800600"/>
            <a:ext cx="4752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191" name="dp44-comparison / n171">
            <a:extLst xmlns:a="http://schemas.openxmlformats.org/drawingml/2006/main">
              <a:ext uri="{FF2B5EF4-FFF2-40B4-BE49-F238E27FC236}">
                <a16:creationId xmlns:a16="http://schemas.microsoft.com/office/drawing/2014/main" id="{5E3DAC1D-1470-479A-9E82-703275B87746}"/>
              </a:ext>
            </a:extLst>
          </p:cNvPr>
          <p:cNvSpPr>
            <a:spLocks xmlns:a="http://schemas.openxmlformats.org/drawingml/2006/main" noGrp="1"/>
          </p:cNvSpPr>
          <p:nvPr/>
        </p:nvSpPr>
        <p:spPr>
          <a:xfrm xmlns:a="http://schemas.openxmlformats.org/drawingml/2006/main">
            <a:off x="12763500" y="5095875"/>
            <a:ext cx="219075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192" name="dp44-comparison / n172 / text 1">
            <a:extLst xmlns:a="http://schemas.openxmlformats.org/drawingml/2006/main">
              <a:ext uri="{FF2B5EF4-FFF2-40B4-BE49-F238E27FC236}">
                <a16:creationId xmlns:a16="http://schemas.microsoft.com/office/drawing/2014/main" id="{4103D816-EFDC-449A-885A-E043A0806160}"/>
              </a:ext>
            </a:extLst>
          </p:cNvPr>
          <p:cNvSpPr>
            <a:spLocks xmlns:a="http://schemas.openxmlformats.org/drawingml/2006/main" noGrp="1"/>
          </p:cNvSpPr>
          <p:nvPr/>
        </p:nvSpPr>
        <p:spPr>
          <a:xfrm xmlns:a="http://schemas.openxmlformats.org/drawingml/2006/main">
            <a:off x="12849225" y="5147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Composer</a:t>
            </a:r>
          </a:p>
        </p:txBody>
      </p:sp>
      <p:sp>
        <p:nvSpPr>
          <p:cNvPr id="193" name="dp44-comparison / n173 / path">
            <a:extLst xmlns:a="http://schemas.openxmlformats.org/drawingml/2006/main">
              <a:ext uri="{FF2B5EF4-FFF2-40B4-BE49-F238E27FC236}">
                <a16:creationId xmlns:a16="http://schemas.microsoft.com/office/drawing/2014/main" id="{10E3A90F-FBA4-45EF-A2A8-F209E884CAEB}"/>
              </a:ext>
            </a:extLst>
          </p:cNvPr>
          <p:cNvSpPr>
            <a:spLocks xmlns:a="http://schemas.openxmlformats.org/drawingml/2006/main" noGrp="1"/>
          </p:cNvSpPr>
          <p:nvPr/>
        </p:nvSpPr>
        <p:spPr>
          <a:xfrm xmlns:a="http://schemas.openxmlformats.org/drawingml/2006/main">
            <a:off x="9858375" y="3667125"/>
            <a:ext cx="1214438" cy="1095375"/>
          </a:xfrm>
          <a:custGeom xmlns:a="http://schemas.openxmlformats.org/drawingml/2006/main">
            <a:pathLst>
              <a:path w="1214438" h="1095375">
                <a:moveTo>
                  <a:pt x="285750" y="0"/>
                </a:moveTo>
                <a:lnTo>
                  <a:pt x="0" y="0"/>
                </a:lnTo>
                <a:lnTo>
                  <a:pt x="0" y="981075"/>
                </a:lnTo>
                <a:lnTo>
                  <a:pt x="1214438" y="981075"/>
                </a:lnTo>
                <a:lnTo>
                  <a:pt x="1214438" y="1095375"/>
                </a:lnTo>
              </a:path>
            </a:pathLst>
          </a:custGeom>
          <a:noFill xmlns:a="http://schemas.openxmlformats.org/drawingml/2006/main"/>
          <a:ln xmlns:a="http://schemas.openxmlformats.org/drawingml/2006/main" w="10478">
            <a:solidFill>
              <a:srgbClr val="000000"/>
            </a:solidFill>
            <a:prstDash val="solid"/>
          </a:ln>
        </p:spPr>
      </p:sp>
      <p:sp>
        <p:nvSpPr>
          <p:cNvPr id="194" name="dp44-comparison / n173 / arrow">
            <a:extLst xmlns:a="http://schemas.openxmlformats.org/drawingml/2006/main">
              <a:ext uri="{FF2B5EF4-FFF2-40B4-BE49-F238E27FC236}">
                <a16:creationId xmlns:a16="http://schemas.microsoft.com/office/drawing/2014/main" id="{D2D936A9-590E-4619-AA37-D4951550A7A4}"/>
              </a:ext>
            </a:extLst>
          </p:cNvPr>
          <p:cNvSpPr>
            <a:spLocks xmlns:a="http://schemas.openxmlformats.org/drawingml/2006/main" noGrp="1"/>
          </p:cNvSpPr>
          <p:nvPr/>
        </p:nvSpPr>
        <p:spPr>
          <a:xfrm xmlns:a="http://schemas.openxmlformats.org/drawingml/2006/main">
            <a:off x="11039285" y="4695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95" name="dp44-comparison / n174 / path">
            <a:extLst xmlns:a="http://schemas.openxmlformats.org/drawingml/2006/main">
              <a:ext uri="{FF2B5EF4-FFF2-40B4-BE49-F238E27FC236}">
                <a16:creationId xmlns:a16="http://schemas.microsoft.com/office/drawing/2014/main" id="{1319C798-B255-40C0-A450-1438BDA53B59}"/>
              </a:ext>
            </a:extLst>
          </p:cNvPr>
          <p:cNvSpPr>
            <a:spLocks xmlns:a="http://schemas.openxmlformats.org/drawingml/2006/main" noGrp="1"/>
          </p:cNvSpPr>
          <p:nvPr/>
        </p:nvSpPr>
        <p:spPr>
          <a:xfrm xmlns:a="http://schemas.openxmlformats.org/drawingml/2006/main">
            <a:off x="9763125" y="3762375"/>
            <a:ext cx="381000" cy="1157288"/>
          </a:xfrm>
          <a:custGeom xmlns:a="http://schemas.openxmlformats.org/drawingml/2006/main">
            <a:pathLst>
              <a:path w="381000" h="1157288">
                <a:moveTo>
                  <a:pt x="190500" y="1157288"/>
                </a:moveTo>
                <a:lnTo>
                  <a:pt x="0" y="1157288"/>
                </a:lnTo>
                <a:lnTo>
                  <a:pt x="0" y="0"/>
                </a:lnTo>
                <a:lnTo>
                  <a:pt x="381000" y="0"/>
                </a:lnTo>
              </a:path>
            </a:pathLst>
          </a:custGeom>
          <a:noFill xmlns:a="http://schemas.openxmlformats.org/drawingml/2006/main"/>
          <a:ln xmlns:a="http://schemas.openxmlformats.org/drawingml/2006/main" w="10478">
            <a:solidFill>
              <a:srgbClr val="B8753F"/>
            </a:solidFill>
            <a:prstDash val="dash"/>
          </a:ln>
        </p:spPr>
      </p:sp>
      <p:sp>
        <p:nvSpPr>
          <p:cNvPr id="196" name="dp44-comparison / n174 / arrow">
            <a:extLst xmlns:a="http://schemas.openxmlformats.org/drawingml/2006/main">
              <a:ext uri="{FF2B5EF4-FFF2-40B4-BE49-F238E27FC236}">
                <a16:creationId xmlns:a16="http://schemas.microsoft.com/office/drawing/2014/main" id="{3E925FDF-D2FF-4088-B76A-D438013C8206}"/>
              </a:ext>
            </a:extLst>
          </p:cNvPr>
          <p:cNvSpPr>
            <a:spLocks xmlns:a="http://schemas.openxmlformats.org/drawingml/2006/main" noGrp="1"/>
          </p:cNvSpPr>
          <p:nvPr/>
        </p:nvSpPr>
        <p:spPr>
          <a:xfrm xmlns:a="http://schemas.openxmlformats.org/drawingml/2006/main">
            <a:off x="10077069"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97" name="dp44-comparison / n177">
            <a:extLst xmlns:a="http://schemas.openxmlformats.org/drawingml/2006/main">
              <a:ext uri="{FF2B5EF4-FFF2-40B4-BE49-F238E27FC236}">
                <a16:creationId xmlns:a16="http://schemas.microsoft.com/office/drawing/2014/main" id="{30366BDF-7D3A-4C91-9D59-0CFDB544F181}"/>
              </a:ext>
            </a:extLst>
          </p:cNvPr>
          <p:cNvSpPr>
            <a:spLocks xmlns:a="http://schemas.openxmlformats.org/drawingml/2006/main" noGrp="1"/>
          </p:cNvSpPr>
          <p:nvPr/>
        </p:nvSpPr>
        <p:spPr>
          <a:xfrm xmlns:a="http://schemas.openxmlformats.org/drawingml/2006/main">
            <a:off x="15287625" y="5095875"/>
            <a:ext cx="2095500" cy="314325"/>
          </a:xfrm>
          <a:prstGeom xmlns:a="http://schemas.openxmlformats.org/drawingml/2006/main" prst="roundRect">
            <a:avLst>
              <a:gd name="adj" fmla="val 24242"/>
            </a:avLst>
          </a:prstGeom>
          <a:solidFill xmlns:a="http://schemas.openxmlformats.org/drawingml/2006/main">
            <a:srgbClr val="FFF0DD"/>
          </a:solidFill>
          <a:ln xmlns:a="http://schemas.openxmlformats.org/drawingml/2006/main" w="17145">
            <a:solidFill>
              <a:srgbClr val="B8753F"/>
            </a:solidFill>
            <a:prstDash val="solid"/>
          </a:ln>
        </p:spPr>
      </p:sp>
      <p:sp>
        <p:nvSpPr>
          <p:cNvPr id="198" name="dp44-comparison / n178 / text 1">
            <a:extLst xmlns:a="http://schemas.openxmlformats.org/drawingml/2006/main">
              <a:ext uri="{FF2B5EF4-FFF2-40B4-BE49-F238E27FC236}">
                <a16:creationId xmlns:a16="http://schemas.microsoft.com/office/drawing/2014/main" id="{EC62D0DC-E885-40E8-B6C2-DED23D29A234}"/>
              </a:ext>
            </a:extLst>
          </p:cNvPr>
          <p:cNvSpPr>
            <a:spLocks xmlns:a="http://schemas.openxmlformats.org/drawingml/2006/main" noGrp="1"/>
          </p:cNvSpPr>
          <p:nvPr/>
        </p:nvSpPr>
        <p:spPr>
          <a:xfrm xmlns:a="http://schemas.openxmlformats.org/drawingml/2006/main">
            <a:off x="15373350" y="5141595"/>
            <a:ext cx="1924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Publication Join</a:t>
            </a:r>
          </a:p>
        </p:txBody>
      </p:sp>
      <p:sp>
        <p:nvSpPr>
          <p:cNvPr id="199" name="dp44-comparison / n179">
            <a:extLst xmlns:a="http://schemas.openxmlformats.org/drawingml/2006/main">
              <a:ext uri="{FF2B5EF4-FFF2-40B4-BE49-F238E27FC236}">
                <a16:creationId xmlns:a16="http://schemas.microsoft.com/office/drawing/2014/main" id="{E8B0C5AA-9214-4188-87AF-7289F1C2D4C2}"/>
              </a:ext>
            </a:extLst>
          </p:cNvPr>
          <p:cNvSpPr>
            <a:spLocks xmlns:a="http://schemas.openxmlformats.org/drawingml/2006/main" noGrp="1"/>
          </p:cNvSpPr>
          <p:nvPr/>
        </p:nvSpPr>
        <p:spPr>
          <a:xfrm xmlns:a="http://schemas.openxmlformats.org/drawingml/2006/main">
            <a:off x="15287625" y="5657850"/>
            <a:ext cx="2095500" cy="3619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200" name="dp44-comparison / n180 / text 1">
            <a:extLst xmlns:a="http://schemas.openxmlformats.org/drawingml/2006/main">
              <a:ext uri="{FF2B5EF4-FFF2-40B4-BE49-F238E27FC236}">
                <a16:creationId xmlns:a16="http://schemas.microsoft.com/office/drawing/2014/main" id="{D4F3B9D6-E6F2-499E-831E-327218B3F5E5}"/>
              </a:ext>
            </a:extLst>
          </p:cNvPr>
          <p:cNvSpPr>
            <a:spLocks xmlns:a="http://schemas.openxmlformats.org/drawingml/2006/main" noGrp="1"/>
          </p:cNvSpPr>
          <p:nvPr/>
        </p:nvSpPr>
        <p:spPr>
          <a:xfrm xmlns:a="http://schemas.openxmlformats.org/drawingml/2006/main">
            <a:off x="15373350" y="5764530"/>
            <a:ext cx="1924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75" b="0">
                <a:solidFill>
                  <a:srgbClr val="18232E"/>
                </a:solidFill>
                <a:latin typeface="Apple SD Gothic Neo"/>
                <a:ea typeface="Apple SD Gothic Neo"/>
                <a:cs typeface="Apple SD Gothic Neo"/>
              </a:defRPr>
            </a:pPr>
            <a:r>
              <a:rPr sz="975" b="0">
                <a:solidFill>
                  <a:srgbClr val="18232E"/>
                </a:solidFill>
                <a:latin typeface="Apple SD Gothic Neo"/>
                <a:ea typeface="Apple SD Gothic Neo"/>
                <a:cs typeface="Apple SD Gothic Neo"/>
              </a:rPr>
              <a:t>Publication Window</a:t>
            </a:r>
          </a:p>
        </p:txBody>
      </p:sp>
      <p:sp>
        <p:nvSpPr>
          <p:cNvPr id="201" name="dp44-comparison / n181">
            <a:extLst xmlns:a="http://schemas.openxmlformats.org/drawingml/2006/main">
              <a:ext uri="{FF2B5EF4-FFF2-40B4-BE49-F238E27FC236}">
                <a16:creationId xmlns:a16="http://schemas.microsoft.com/office/drawing/2014/main" id="{95A0B312-09E6-4834-8E32-A1853138637A}"/>
              </a:ext>
            </a:extLst>
          </p:cNvPr>
          <p:cNvSpPr>
            <a:spLocks xmlns:a="http://schemas.openxmlformats.org/drawingml/2006/main" noGrp="1"/>
          </p:cNvSpPr>
          <p:nvPr/>
        </p:nvSpPr>
        <p:spPr>
          <a:xfrm xmlns:a="http://schemas.openxmlformats.org/drawingml/2006/main">
            <a:off x="12763500" y="5762625"/>
            <a:ext cx="21907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0000"/>
            </a:solidFill>
            <a:prstDash val="solid"/>
          </a:ln>
        </p:spPr>
      </p:sp>
      <p:sp>
        <p:nvSpPr>
          <p:cNvPr id="202" name="dp44-comparison / n182 / text 1">
            <a:extLst xmlns:a="http://schemas.openxmlformats.org/drawingml/2006/main">
              <a:ext uri="{FF2B5EF4-FFF2-40B4-BE49-F238E27FC236}">
                <a16:creationId xmlns:a16="http://schemas.microsoft.com/office/drawing/2014/main" id="{2F046F5B-3A7D-4054-919B-1C84A1B3B95D}"/>
              </a:ext>
            </a:extLst>
          </p:cNvPr>
          <p:cNvSpPr>
            <a:spLocks xmlns:a="http://schemas.openxmlformats.org/drawingml/2006/main" noGrp="1"/>
          </p:cNvSpPr>
          <p:nvPr/>
        </p:nvSpPr>
        <p:spPr>
          <a:xfrm xmlns:a="http://schemas.openxmlformats.org/drawingml/2006/main">
            <a:off x="12849225" y="5796915"/>
            <a:ext cx="2019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Publication Control</a:t>
            </a:r>
          </a:p>
        </p:txBody>
      </p:sp>
      <p:sp>
        <p:nvSpPr>
          <p:cNvPr id="203" name="dp44-comparison / n183 / path">
            <a:extLst xmlns:a="http://schemas.openxmlformats.org/drawingml/2006/main">
              <a:ext uri="{FF2B5EF4-FFF2-40B4-BE49-F238E27FC236}">
                <a16:creationId xmlns:a16="http://schemas.microsoft.com/office/drawing/2014/main" id="{02E0F7D3-4D1C-4CE2-8858-AEB66E2135FF}"/>
              </a:ext>
            </a:extLst>
          </p:cNvPr>
          <p:cNvSpPr>
            <a:spLocks xmlns:a="http://schemas.openxmlformats.org/drawingml/2006/main" noGrp="1"/>
          </p:cNvSpPr>
          <p:nvPr/>
        </p:nvSpPr>
        <p:spPr>
          <a:xfrm xmlns:a="http://schemas.openxmlformats.org/drawingml/2006/main">
            <a:off x="12496800" y="3752850"/>
            <a:ext cx="457200" cy="1500188"/>
          </a:xfrm>
          <a:custGeom xmlns:a="http://schemas.openxmlformats.org/drawingml/2006/main">
            <a:pathLst>
              <a:path w="457200" h="1500188">
                <a:moveTo>
                  <a:pt x="361950" y="0"/>
                </a:moveTo>
                <a:lnTo>
                  <a:pt x="457200" y="0"/>
                </a:lnTo>
                <a:lnTo>
                  <a:pt x="457200" y="819150"/>
                </a:lnTo>
                <a:lnTo>
                  <a:pt x="0" y="819150"/>
                </a:lnTo>
                <a:lnTo>
                  <a:pt x="0" y="1500188"/>
                </a:lnTo>
                <a:lnTo>
                  <a:pt x="266700" y="1500188"/>
                </a:lnTo>
              </a:path>
            </a:pathLst>
          </a:custGeom>
          <a:noFill xmlns:a="http://schemas.openxmlformats.org/drawingml/2006/main"/>
          <a:ln xmlns:a="http://schemas.openxmlformats.org/drawingml/2006/main" w="10478">
            <a:solidFill>
              <a:srgbClr val="B8753F"/>
            </a:solidFill>
            <a:prstDash val="solid"/>
          </a:ln>
        </p:spPr>
      </p:sp>
      <p:sp>
        <p:nvSpPr>
          <p:cNvPr id="204" name="dp44-comparison / n183 / arrow">
            <a:extLst xmlns:a="http://schemas.openxmlformats.org/drawingml/2006/main">
              <a:ext uri="{FF2B5EF4-FFF2-40B4-BE49-F238E27FC236}">
                <a16:creationId xmlns:a16="http://schemas.microsoft.com/office/drawing/2014/main" id="{6C0B3E39-CB4A-4736-BDE2-79FCEF2E740B}"/>
              </a:ext>
            </a:extLst>
          </p:cNvPr>
          <p:cNvSpPr>
            <a:spLocks xmlns:a="http://schemas.openxmlformats.org/drawingml/2006/main" noGrp="1"/>
          </p:cNvSpPr>
          <p:nvPr/>
        </p:nvSpPr>
        <p:spPr>
          <a:xfrm xmlns:a="http://schemas.openxmlformats.org/drawingml/2006/main">
            <a:off x="12696444" y="52195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5" name="dp44-comparison / n184 / path">
            <a:extLst xmlns:a="http://schemas.openxmlformats.org/drawingml/2006/main">
              <a:ext uri="{FF2B5EF4-FFF2-40B4-BE49-F238E27FC236}">
                <a16:creationId xmlns:a16="http://schemas.microsoft.com/office/drawing/2014/main" id="{B2EA0316-1E6F-4D98-8367-AF2E16930489}"/>
              </a:ext>
            </a:extLst>
          </p:cNvPr>
          <p:cNvSpPr>
            <a:spLocks xmlns:a="http://schemas.openxmlformats.org/drawingml/2006/main" noGrp="1"/>
          </p:cNvSpPr>
          <p:nvPr/>
        </p:nvSpPr>
        <p:spPr>
          <a:xfrm xmlns:a="http://schemas.openxmlformats.org/drawingml/2006/main">
            <a:off x="14192250" y="3667125"/>
            <a:ext cx="3476625" cy="1428750"/>
          </a:xfrm>
          <a:custGeom xmlns:a="http://schemas.openxmlformats.org/drawingml/2006/main">
            <a:pathLst>
              <a:path w="3476625" h="1428750">
                <a:moveTo>
                  <a:pt x="3048000" y="0"/>
                </a:moveTo>
                <a:lnTo>
                  <a:pt x="3476625" y="0"/>
                </a:lnTo>
                <a:lnTo>
                  <a:pt x="3476625" y="923925"/>
                </a:lnTo>
                <a:lnTo>
                  <a:pt x="0" y="923925"/>
                </a:lnTo>
                <a:lnTo>
                  <a:pt x="0" y="1428750"/>
                </a:lnTo>
              </a:path>
            </a:pathLst>
          </a:custGeom>
          <a:noFill xmlns:a="http://schemas.openxmlformats.org/drawingml/2006/main"/>
          <a:ln xmlns:a="http://schemas.openxmlformats.org/drawingml/2006/main" w="10478">
            <a:solidFill>
              <a:srgbClr val="B8753F"/>
            </a:solidFill>
            <a:prstDash val="solid"/>
          </a:ln>
        </p:spPr>
      </p:sp>
      <p:sp>
        <p:nvSpPr>
          <p:cNvPr id="206" name="dp44-comparison / n184 / arrow">
            <a:extLst xmlns:a="http://schemas.openxmlformats.org/drawingml/2006/main">
              <a:ext uri="{FF2B5EF4-FFF2-40B4-BE49-F238E27FC236}">
                <a16:creationId xmlns:a16="http://schemas.microsoft.com/office/drawing/2014/main" id="{C9A1FC25-71DC-4CC9-B655-82FE7AACD192}"/>
              </a:ext>
            </a:extLst>
          </p:cNvPr>
          <p:cNvSpPr>
            <a:spLocks xmlns:a="http://schemas.openxmlformats.org/drawingml/2006/main" noGrp="1"/>
          </p:cNvSpPr>
          <p:nvPr/>
        </p:nvSpPr>
        <p:spPr>
          <a:xfrm xmlns:a="http://schemas.openxmlformats.org/drawingml/2006/main">
            <a:off x="14158722"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07" name="dp44-comparison / n185 / path">
            <a:extLst xmlns:a="http://schemas.openxmlformats.org/drawingml/2006/main">
              <a:ext uri="{FF2B5EF4-FFF2-40B4-BE49-F238E27FC236}">
                <a16:creationId xmlns:a16="http://schemas.microsoft.com/office/drawing/2014/main" id="{730868AB-B6EE-4F18-8FD8-7E21C75E4D5A}"/>
              </a:ext>
            </a:extLst>
          </p:cNvPr>
          <p:cNvSpPr>
            <a:spLocks xmlns:a="http://schemas.openxmlformats.org/drawingml/2006/main" noGrp="1"/>
          </p:cNvSpPr>
          <p:nvPr/>
        </p:nvSpPr>
        <p:spPr>
          <a:xfrm xmlns:a="http://schemas.openxmlformats.org/drawingml/2006/main">
            <a:off x="14954250" y="5253038"/>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B8753F"/>
            </a:solidFill>
            <a:prstDash val="solid"/>
          </a:ln>
        </p:spPr>
      </p:sp>
      <p:sp>
        <p:nvSpPr>
          <p:cNvPr id="208" name="dp44-comparison / n185 / arrow">
            <a:extLst xmlns:a="http://schemas.openxmlformats.org/drawingml/2006/main">
              <a:ext uri="{FF2B5EF4-FFF2-40B4-BE49-F238E27FC236}">
                <a16:creationId xmlns:a16="http://schemas.microsoft.com/office/drawing/2014/main" id="{5DE40595-95C5-45D2-A1A0-B11F0513F305}"/>
              </a:ext>
            </a:extLst>
          </p:cNvPr>
          <p:cNvSpPr>
            <a:spLocks xmlns:a="http://schemas.openxmlformats.org/drawingml/2006/main" noGrp="1"/>
          </p:cNvSpPr>
          <p:nvPr/>
        </p:nvSpPr>
        <p:spPr>
          <a:xfrm xmlns:a="http://schemas.openxmlformats.org/drawingml/2006/main">
            <a:off x="15220569" y="52195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9" name="dp44-comparison / n186 / path">
            <a:extLst xmlns:a="http://schemas.openxmlformats.org/drawingml/2006/main">
              <a:ext uri="{FF2B5EF4-FFF2-40B4-BE49-F238E27FC236}">
                <a16:creationId xmlns:a16="http://schemas.microsoft.com/office/drawing/2014/main" id="{DDF1645D-2EAF-442F-A6DF-75328A3A2973}"/>
              </a:ext>
            </a:extLst>
          </p:cNvPr>
          <p:cNvSpPr>
            <a:spLocks xmlns:a="http://schemas.openxmlformats.org/drawingml/2006/main" noGrp="1"/>
          </p:cNvSpPr>
          <p:nvPr/>
        </p:nvSpPr>
        <p:spPr>
          <a:xfrm xmlns:a="http://schemas.openxmlformats.org/drawingml/2006/main">
            <a:off x="12858750" y="3600450"/>
            <a:ext cx="3476625" cy="1495425"/>
          </a:xfrm>
          <a:custGeom xmlns:a="http://schemas.openxmlformats.org/drawingml/2006/main">
            <a:pathLst>
              <a:path w="3476625" h="1495425">
                <a:moveTo>
                  <a:pt x="0" y="0"/>
                </a:moveTo>
                <a:lnTo>
                  <a:pt x="238125" y="0"/>
                </a:lnTo>
                <a:lnTo>
                  <a:pt x="238125" y="933450"/>
                </a:lnTo>
                <a:lnTo>
                  <a:pt x="3476625" y="933450"/>
                </a:lnTo>
                <a:lnTo>
                  <a:pt x="3476625" y="1495425"/>
                </a:lnTo>
              </a:path>
            </a:pathLst>
          </a:custGeom>
          <a:noFill xmlns:a="http://schemas.openxmlformats.org/drawingml/2006/main"/>
          <a:ln xmlns:a="http://schemas.openxmlformats.org/drawingml/2006/main" w="10478">
            <a:solidFill>
              <a:srgbClr val="B8753F"/>
            </a:solidFill>
            <a:prstDash val="solid"/>
          </a:ln>
        </p:spPr>
      </p:sp>
      <p:sp>
        <p:nvSpPr>
          <p:cNvPr id="210" name="dp44-comparison / n186 / arrow">
            <a:extLst xmlns:a="http://schemas.openxmlformats.org/drawingml/2006/main">
              <a:ext uri="{FF2B5EF4-FFF2-40B4-BE49-F238E27FC236}">
                <a16:creationId xmlns:a16="http://schemas.microsoft.com/office/drawing/2014/main" id="{D31E595D-4307-4302-A1BD-EB1C2B52979F}"/>
              </a:ext>
            </a:extLst>
          </p:cNvPr>
          <p:cNvSpPr>
            <a:spLocks xmlns:a="http://schemas.openxmlformats.org/drawingml/2006/main" noGrp="1"/>
          </p:cNvSpPr>
          <p:nvPr/>
        </p:nvSpPr>
        <p:spPr>
          <a:xfrm xmlns:a="http://schemas.openxmlformats.org/drawingml/2006/main">
            <a:off x="1630184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1" name="dp44-comparison / n189 / path">
            <a:extLst xmlns:a="http://schemas.openxmlformats.org/drawingml/2006/main">
              <a:ext uri="{FF2B5EF4-FFF2-40B4-BE49-F238E27FC236}">
                <a16:creationId xmlns:a16="http://schemas.microsoft.com/office/drawing/2014/main" id="{9D91FB67-AEAF-4E15-9718-B0E9E47EFDED}"/>
              </a:ext>
            </a:extLst>
          </p:cNvPr>
          <p:cNvSpPr>
            <a:spLocks xmlns:a="http://schemas.openxmlformats.org/drawingml/2006/main" noGrp="1"/>
          </p:cNvSpPr>
          <p:nvPr/>
        </p:nvSpPr>
        <p:spPr>
          <a:xfrm xmlns:a="http://schemas.openxmlformats.org/drawingml/2006/main">
            <a:off x="16764000" y="5410200"/>
            <a:ext cx="953" cy="247650"/>
          </a:xfrm>
          <a:custGeom xmlns:a="http://schemas.openxmlformats.org/drawingml/2006/main">
            <a:pathLst>
              <a:path w="953" h="247650">
                <a:moveTo>
                  <a:pt x="0" y="0"/>
                </a:moveTo>
                <a:lnTo>
                  <a:pt x="0" y="247650"/>
                </a:lnTo>
              </a:path>
            </a:pathLst>
          </a:custGeom>
          <a:noFill xmlns:a="http://schemas.openxmlformats.org/drawingml/2006/main"/>
          <a:ln xmlns:a="http://schemas.openxmlformats.org/drawingml/2006/main" w="10478">
            <a:solidFill>
              <a:srgbClr val="B8753F"/>
            </a:solidFill>
            <a:prstDash val="solid"/>
          </a:ln>
        </p:spPr>
      </p:sp>
      <p:sp>
        <p:nvSpPr>
          <p:cNvPr id="212" name="dp44-comparison / n189 / arrow">
            <a:extLst xmlns:a="http://schemas.openxmlformats.org/drawingml/2006/main">
              <a:ext uri="{FF2B5EF4-FFF2-40B4-BE49-F238E27FC236}">
                <a16:creationId xmlns:a16="http://schemas.microsoft.com/office/drawing/2014/main" id="{A3954C7E-CAC9-499B-9130-EC2F5DC99685}"/>
              </a:ext>
            </a:extLst>
          </p:cNvPr>
          <p:cNvSpPr>
            <a:spLocks xmlns:a="http://schemas.openxmlformats.org/drawingml/2006/main" noGrp="1"/>
          </p:cNvSpPr>
          <p:nvPr/>
        </p:nvSpPr>
        <p:spPr>
          <a:xfrm xmlns:a="http://schemas.openxmlformats.org/drawingml/2006/main">
            <a:off x="16730472" y="5590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3" name="dp44-comparison / n190 / path">
            <a:extLst xmlns:a="http://schemas.openxmlformats.org/drawingml/2006/main">
              <a:ext uri="{FF2B5EF4-FFF2-40B4-BE49-F238E27FC236}">
                <a16:creationId xmlns:a16="http://schemas.microsoft.com/office/drawing/2014/main" id="{CF9D8F12-64A5-4E33-B112-34444EFC7845}"/>
              </a:ext>
            </a:extLst>
          </p:cNvPr>
          <p:cNvSpPr>
            <a:spLocks xmlns:a="http://schemas.openxmlformats.org/drawingml/2006/main" noGrp="1"/>
          </p:cNvSpPr>
          <p:nvPr/>
        </p:nvSpPr>
        <p:spPr>
          <a:xfrm xmlns:a="http://schemas.openxmlformats.org/drawingml/2006/main">
            <a:off x="13858875" y="5410200"/>
            <a:ext cx="2047875" cy="352425"/>
          </a:xfrm>
          <a:custGeom xmlns:a="http://schemas.openxmlformats.org/drawingml/2006/main">
            <a:pathLst>
              <a:path w="2047875" h="352425">
                <a:moveTo>
                  <a:pt x="2047875" y="0"/>
                </a:moveTo>
                <a:lnTo>
                  <a:pt x="2047875" y="133350"/>
                </a:lnTo>
                <a:lnTo>
                  <a:pt x="0" y="133350"/>
                </a:lnTo>
                <a:lnTo>
                  <a:pt x="0" y="352425"/>
                </a:lnTo>
              </a:path>
            </a:pathLst>
          </a:custGeom>
          <a:noFill xmlns:a="http://schemas.openxmlformats.org/drawingml/2006/main"/>
          <a:ln xmlns:a="http://schemas.openxmlformats.org/drawingml/2006/main" w="10478">
            <a:solidFill>
              <a:srgbClr val="B8753F"/>
            </a:solidFill>
            <a:prstDash val="solid"/>
          </a:ln>
        </p:spPr>
      </p:sp>
      <p:sp>
        <p:nvSpPr>
          <p:cNvPr id="214" name="dp44-comparison / n190 / arrow">
            <a:extLst xmlns:a="http://schemas.openxmlformats.org/drawingml/2006/main">
              <a:ext uri="{FF2B5EF4-FFF2-40B4-BE49-F238E27FC236}">
                <a16:creationId xmlns:a16="http://schemas.microsoft.com/office/drawing/2014/main" id="{D03EF4C5-8D7B-4717-BFEC-D804D86C38D2}"/>
              </a:ext>
            </a:extLst>
          </p:cNvPr>
          <p:cNvSpPr>
            <a:spLocks xmlns:a="http://schemas.openxmlformats.org/drawingml/2006/main" noGrp="1"/>
          </p:cNvSpPr>
          <p:nvPr/>
        </p:nvSpPr>
        <p:spPr>
          <a:xfrm xmlns:a="http://schemas.openxmlformats.org/drawingml/2006/main">
            <a:off x="13825347" y="5695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5" name="dp44-comparison / n199 / path">
            <a:extLst xmlns:a="http://schemas.openxmlformats.org/drawingml/2006/main">
              <a:ext uri="{FF2B5EF4-FFF2-40B4-BE49-F238E27FC236}">
                <a16:creationId xmlns:a16="http://schemas.microsoft.com/office/drawing/2014/main" id="{BFAE381C-3754-45D0-8571-025D26F74FCA}"/>
              </a:ext>
            </a:extLst>
          </p:cNvPr>
          <p:cNvSpPr>
            <a:spLocks xmlns:a="http://schemas.openxmlformats.org/drawingml/2006/main" noGrp="1"/>
          </p:cNvSpPr>
          <p:nvPr/>
        </p:nvSpPr>
        <p:spPr>
          <a:xfrm xmlns:a="http://schemas.openxmlformats.org/drawingml/2006/main">
            <a:off x="9858375" y="63341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16" name="dp44-comparison / n202">
            <a:extLst xmlns:a="http://schemas.openxmlformats.org/drawingml/2006/main">
              <a:ext uri="{FF2B5EF4-FFF2-40B4-BE49-F238E27FC236}">
                <a16:creationId xmlns:a16="http://schemas.microsoft.com/office/drawing/2014/main" id="{390B3CA6-15A8-43D4-A702-33B082A843B6}"/>
              </a:ext>
            </a:extLst>
          </p:cNvPr>
          <p:cNvSpPr>
            <a:spLocks xmlns:a="http://schemas.openxmlformats.org/drawingml/2006/main" noGrp="1"/>
          </p:cNvSpPr>
          <p:nvPr/>
        </p:nvSpPr>
        <p:spPr>
          <a:xfrm xmlns:a="http://schemas.openxmlformats.org/drawingml/2006/main">
            <a:off x="995362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7" name="dp44-comparison / n203 / text 1">
            <a:extLst xmlns:a="http://schemas.openxmlformats.org/drawingml/2006/main">
              <a:ext uri="{FF2B5EF4-FFF2-40B4-BE49-F238E27FC236}">
                <a16:creationId xmlns:a16="http://schemas.microsoft.com/office/drawing/2014/main" id="{85E34A2C-EFF1-4752-8560-015EFC80FECE}"/>
              </a:ext>
            </a:extLst>
          </p:cNvPr>
          <p:cNvSpPr>
            <a:spLocks xmlns:a="http://schemas.openxmlformats.org/drawingml/2006/main" noGrp="1"/>
          </p:cNvSpPr>
          <p:nvPr/>
        </p:nvSpPr>
        <p:spPr>
          <a:xfrm xmlns:a="http://schemas.openxmlformats.org/drawingml/2006/main">
            <a:off x="1003935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Meaning1 완료</a:t>
            </a:r>
          </a:p>
        </p:txBody>
      </p:sp>
      <p:sp>
        <p:nvSpPr>
          <p:cNvPr id="218" name="dp44-comparison / n204">
            <a:extLst xmlns:a="http://schemas.openxmlformats.org/drawingml/2006/main">
              <a:ext uri="{FF2B5EF4-FFF2-40B4-BE49-F238E27FC236}">
                <a16:creationId xmlns:a16="http://schemas.microsoft.com/office/drawing/2014/main" id="{48757CEC-27CD-4F5C-845B-8A17A43A07B3}"/>
              </a:ext>
            </a:extLst>
          </p:cNvPr>
          <p:cNvSpPr>
            <a:spLocks xmlns:a="http://schemas.openxmlformats.org/drawingml/2006/main" noGrp="1"/>
          </p:cNvSpPr>
          <p:nvPr/>
        </p:nvSpPr>
        <p:spPr>
          <a:xfrm xmlns:a="http://schemas.openxmlformats.org/drawingml/2006/main">
            <a:off x="1262062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9" name="dp44-comparison / n205 / text 1">
            <a:extLst xmlns:a="http://schemas.openxmlformats.org/drawingml/2006/main">
              <a:ext uri="{FF2B5EF4-FFF2-40B4-BE49-F238E27FC236}">
                <a16:creationId xmlns:a16="http://schemas.microsoft.com/office/drawing/2014/main" id="{06A4A7F9-DC6E-4739-86F8-62FA6C6278E5}"/>
              </a:ext>
            </a:extLst>
          </p:cNvPr>
          <p:cNvSpPr>
            <a:spLocks xmlns:a="http://schemas.openxmlformats.org/drawingml/2006/main" noGrp="1"/>
          </p:cNvSpPr>
          <p:nvPr/>
        </p:nvSpPr>
        <p:spPr>
          <a:xfrm xmlns:a="http://schemas.openxmlformats.org/drawingml/2006/main">
            <a:off x="1270635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후보 생산</a:t>
            </a:r>
          </a:p>
        </p:txBody>
      </p:sp>
      <p:sp>
        <p:nvSpPr>
          <p:cNvPr id="220" name="dp44-comparison / n206 / path">
            <a:extLst xmlns:a="http://schemas.openxmlformats.org/drawingml/2006/main">
              <a:ext uri="{FF2B5EF4-FFF2-40B4-BE49-F238E27FC236}">
                <a16:creationId xmlns:a16="http://schemas.microsoft.com/office/drawing/2014/main" id="{20F8F83E-E357-46F4-9458-D2A63531DEFB}"/>
              </a:ext>
            </a:extLst>
          </p:cNvPr>
          <p:cNvSpPr>
            <a:spLocks xmlns:a="http://schemas.openxmlformats.org/drawingml/2006/main" noGrp="1"/>
          </p:cNvSpPr>
          <p:nvPr/>
        </p:nvSpPr>
        <p:spPr>
          <a:xfrm xmlns:a="http://schemas.openxmlformats.org/drawingml/2006/main">
            <a:off x="1219200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1" name="dp44-comparison / n206 / arrow">
            <a:extLst xmlns:a="http://schemas.openxmlformats.org/drawingml/2006/main">
              <a:ext uri="{FF2B5EF4-FFF2-40B4-BE49-F238E27FC236}">
                <a16:creationId xmlns:a16="http://schemas.microsoft.com/office/drawing/2014/main" id="{581184C5-556A-4643-AEB1-A3EFB29DFF44}"/>
              </a:ext>
            </a:extLst>
          </p:cNvPr>
          <p:cNvSpPr>
            <a:spLocks xmlns:a="http://schemas.openxmlformats.org/drawingml/2006/main" noGrp="1"/>
          </p:cNvSpPr>
          <p:nvPr/>
        </p:nvSpPr>
        <p:spPr>
          <a:xfrm xmlns:a="http://schemas.openxmlformats.org/drawingml/2006/main">
            <a:off x="1255356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2" name="dp44-comparison / n207">
            <a:extLst xmlns:a="http://schemas.openxmlformats.org/drawingml/2006/main">
              <a:ext uri="{FF2B5EF4-FFF2-40B4-BE49-F238E27FC236}">
                <a16:creationId xmlns:a16="http://schemas.microsoft.com/office/drawing/2014/main" id="{A728C120-4C5F-44E6-AF0B-E7E2FA9215E4}"/>
              </a:ext>
            </a:extLst>
          </p:cNvPr>
          <p:cNvSpPr>
            <a:spLocks xmlns:a="http://schemas.openxmlformats.org/drawingml/2006/main" noGrp="1"/>
          </p:cNvSpPr>
          <p:nvPr/>
        </p:nvSpPr>
        <p:spPr>
          <a:xfrm xmlns:a="http://schemas.openxmlformats.org/drawingml/2006/main">
            <a:off x="15287625" y="66198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3" name="dp44-comparison / n208 / text 1">
            <a:extLst xmlns:a="http://schemas.openxmlformats.org/drawingml/2006/main">
              <a:ext uri="{FF2B5EF4-FFF2-40B4-BE49-F238E27FC236}">
                <a16:creationId xmlns:a16="http://schemas.microsoft.com/office/drawing/2014/main" id="{4639490A-69C0-4EE4-8572-CEAF7357884E}"/>
              </a:ext>
            </a:extLst>
          </p:cNvPr>
          <p:cNvSpPr>
            <a:spLocks xmlns:a="http://schemas.openxmlformats.org/drawingml/2006/main" noGrp="1"/>
          </p:cNvSpPr>
          <p:nvPr/>
        </p:nvSpPr>
        <p:spPr>
          <a:xfrm xmlns:a="http://schemas.openxmlformats.org/drawingml/2006/main">
            <a:off x="15373350" y="66555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Join: 조건 검사 후 게시</a:t>
            </a:r>
          </a:p>
        </p:txBody>
      </p:sp>
      <p:sp>
        <p:nvSpPr>
          <p:cNvPr id="224" name="dp44-comparison / n209 / path">
            <a:extLst xmlns:a="http://schemas.openxmlformats.org/drawingml/2006/main">
              <a:ext uri="{FF2B5EF4-FFF2-40B4-BE49-F238E27FC236}">
                <a16:creationId xmlns:a16="http://schemas.microsoft.com/office/drawing/2014/main" id="{4ED6DA26-523D-41B1-8847-E2CB2910618A}"/>
              </a:ext>
            </a:extLst>
          </p:cNvPr>
          <p:cNvSpPr>
            <a:spLocks xmlns:a="http://schemas.openxmlformats.org/drawingml/2006/main" noGrp="1"/>
          </p:cNvSpPr>
          <p:nvPr/>
        </p:nvSpPr>
        <p:spPr>
          <a:xfrm xmlns:a="http://schemas.openxmlformats.org/drawingml/2006/main">
            <a:off x="1485900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5" name="dp44-comparison / n209 / arrow">
            <a:extLst xmlns:a="http://schemas.openxmlformats.org/drawingml/2006/main">
              <a:ext uri="{FF2B5EF4-FFF2-40B4-BE49-F238E27FC236}">
                <a16:creationId xmlns:a16="http://schemas.microsoft.com/office/drawing/2014/main" id="{ABF98DF5-A4FE-4A87-AEF8-02D511937857}"/>
              </a:ext>
            </a:extLst>
          </p:cNvPr>
          <p:cNvSpPr>
            <a:spLocks xmlns:a="http://schemas.openxmlformats.org/drawingml/2006/main" noGrp="1"/>
          </p:cNvSpPr>
          <p:nvPr/>
        </p:nvSpPr>
        <p:spPr>
          <a:xfrm xmlns:a="http://schemas.openxmlformats.org/drawingml/2006/main">
            <a:off x="1522056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6" name="dp44-comparison / n214">
            <a:extLst xmlns:a="http://schemas.openxmlformats.org/drawingml/2006/main">
              <a:ext uri="{FF2B5EF4-FFF2-40B4-BE49-F238E27FC236}">
                <a16:creationId xmlns:a16="http://schemas.microsoft.com/office/drawing/2014/main" id="{DD08E3B5-C032-4F28-9102-C0576E242A03}"/>
              </a:ext>
            </a:extLst>
          </p:cNvPr>
          <p:cNvSpPr>
            <a:spLocks xmlns:a="http://schemas.openxmlformats.org/drawingml/2006/main" noGrp="1"/>
          </p:cNvSpPr>
          <p:nvPr/>
        </p:nvSpPr>
        <p:spPr>
          <a:xfrm xmlns:a="http://schemas.openxmlformats.org/drawingml/2006/main">
            <a:off x="995362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7" name="dp44-comparison / n215 / text 1">
            <a:extLst xmlns:a="http://schemas.openxmlformats.org/drawingml/2006/main">
              <a:ext uri="{FF2B5EF4-FFF2-40B4-BE49-F238E27FC236}">
                <a16:creationId xmlns:a16="http://schemas.microsoft.com/office/drawing/2014/main" id="{15B90F8B-E3DE-4B2F-AC0B-DE585508D256}"/>
              </a:ext>
            </a:extLst>
          </p:cNvPr>
          <p:cNvSpPr>
            <a:spLocks xmlns:a="http://schemas.openxmlformats.org/drawingml/2006/main" noGrp="1"/>
          </p:cNvSpPr>
          <p:nvPr/>
        </p:nvSpPr>
        <p:spPr>
          <a:xfrm xmlns:a="http://schemas.openxmlformats.org/drawingml/2006/main">
            <a:off x="1003935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옛 응답 준비 완료</a:t>
            </a:r>
          </a:p>
        </p:txBody>
      </p:sp>
      <p:sp>
        <p:nvSpPr>
          <p:cNvPr id="228" name="dp44-comparison / n216">
            <a:extLst xmlns:a="http://schemas.openxmlformats.org/drawingml/2006/main">
              <a:ext uri="{FF2B5EF4-FFF2-40B4-BE49-F238E27FC236}">
                <a16:creationId xmlns:a16="http://schemas.microsoft.com/office/drawing/2014/main" id="{4781A5E8-2D59-4D0B-B899-F8DB56BD6AA4}"/>
              </a:ext>
            </a:extLst>
          </p:cNvPr>
          <p:cNvSpPr>
            <a:spLocks xmlns:a="http://schemas.openxmlformats.org/drawingml/2006/main" noGrp="1"/>
          </p:cNvSpPr>
          <p:nvPr/>
        </p:nvSpPr>
        <p:spPr>
          <a:xfrm xmlns:a="http://schemas.openxmlformats.org/drawingml/2006/main">
            <a:off x="1262062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9" name="dp44-comparison / n217 / text 1">
            <a:extLst xmlns:a="http://schemas.openxmlformats.org/drawingml/2006/main">
              <a:ext uri="{FF2B5EF4-FFF2-40B4-BE49-F238E27FC236}">
                <a16:creationId xmlns:a16="http://schemas.microsoft.com/office/drawing/2014/main" id="{B1284759-8764-40E8-B65A-D14A7FB562FF}"/>
              </a:ext>
            </a:extLst>
          </p:cNvPr>
          <p:cNvSpPr>
            <a:spLocks xmlns:a="http://schemas.openxmlformats.org/drawingml/2006/main" noGrp="1"/>
          </p:cNvSpPr>
          <p:nvPr/>
        </p:nvSpPr>
        <p:spPr>
          <a:xfrm xmlns:a="http://schemas.openxmlformats.org/drawingml/2006/main">
            <a:off x="1270635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Join: 현재 입력 조건 검사</a:t>
            </a:r>
          </a:p>
        </p:txBody>
      </p:sp>
      <p:sp>
        <p:nvSpPr>
          <p:cNvPr id="230" name="dp44-comparison / n218 / path">
            <a:extLst xmlns:a="http://schemas.openxmlformats.org/drawingml/2006/main">
              <a:ext uri="{FF2B5EF4-FFF2-40B4-BE49-F238E27FC236}">
                <a16:creationId xmlns:a16="http://schemas.microsoft.com/office/drawing/2014/main" id="{BC691165-0BB0-4B31-9821-125902DD2D1F}"/>
              </a:ext>
            </a:extLst>
          </p:cNvPr>
          <p:cNvSpPr>
            <a:spLocks xmlns:a="http://schemas.openxmlformats.org/drawingml/2006/main" noGrp="1"/>
          </p:cNvSpPr>
          <p:nvPr/>
        </p:nvSpPr>
        <p:spPr>
          <a:xfrm xmlns:a="http://schemas.openxmlformats.org/drawingml/2006/main">
            <a:off x="1219200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1" name="dp44-comparison / n218 / arrow">
            <a:extLst xmlns:a="http://schemas.openxmlformats.org/drawingml/2006/main">
              <a:ext uri="{FF2B5EF4-FFF2-40B4-BE49-F238E27FC236}">
                <a16:creationId xmlns:a16="http://schemas.microsoft.com/office/drawing/2014/main" id="{94707A04-F833-4D5C-B18F-5D7B90068898}"/>
              </a:ext>
            </a:extLst>
          </p:cNvPr>
          <p:cNvSpPr>
            <a:spLocks xmlns:a="http://schemas.openxmlformats.org/drawingml/2006/main" noGrp="1"/>
          </p:cNvSpPr>
          <p:nvPr/>
        </p:nvSpPr>
        <p:spPr>
          <a:xfrm xmlns:a="http://schemas.openxmlformats.org/drawingml/2006/main">
            <a:off x="1255356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2" name="dp44-comparison / n219">
            <a:extLst xmlns:a="http://schemas.openxmlformats.org/drawingml/2006/main">
              <a:ext uri="{FF2B5EF4-FFF2-40B4-BE49-F238E27FC236}">
                <a16:creationId xmlns:a16="http://schemas.microsoft.com/office/drawing/2014/main" id="{FF149AFC-4483-4170-BBE3-769598011F58}"/>
              </a:ext>
            </a:extLst>
          </p:cNvPr>
          <p:cNvSpPr>
            <a:spLocks xmlns:a="http://schemas.openxmlformats.org/drawingml/2006/main" noGrp="1"/>
          </p:cNvSpPr>
          <p:nvPr/>
        </p:nvSpPr>
        <p:spPr>
          <a:xfrm xmlns:a="http://schemas.openxmlformats.org/drawingml/2006/main">
            <a:off x="15287625" y="7286625"/>
            <a:ext cx="2190750"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3" name="dp44-comparison / n220 / text 1">
            <a:extLst xmlns:a="http://schemas.openxmlformats.org/drawingml/2006/main">
              <a:ext uri="{FF2B5EF4-FFF2-40B4-BE49-F238E27FC236}">
                <a16:creationId xmlns:a16="http://schemas.microsoft.com/office/drawing/2014/main" id="{6C60BE3A-3F6E-45A1-BAF2-27274773E741}"/>
              </a:ext>
            </a:extLst>
          </p:cNvPr>
          <p:cNvSpPr>
            <a:spLocks xmlns:a="http://schemas.openxmlformats.org/drawingml/2006/main" noGrp="1"/>
          </p:cNvSpPr>
          <p:nvPr/>
        </p:nvSpPr>
        <p:spPr>
          <a:xfrm xmlns:a="http://schemas.openxmlformats.org/drawingml/2006/main">
            <a:off x="15373350" y="7317581"/>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Publication Window에서 폐기</a:t>
            </a:r>
          </a:p>
        </p:txBody>
      </p:sp>
      <p:sp>
        <p:nvSpPr>
          <p:cNvPr id="234" name="dp44-comparison / n221 / path">
            <a:extLst xmlns:a="http://schemas.openxmlformats.org/drawingml/2006/main">
              <a:ext uri="{FF2B5EF4-FFF2-40B4-BE49-F238E27FC236}">
                <a16:creationId xmlns:a16="http://schemas.microsoft.com/office/drawing/2014/main" id="{6DE4F2FD-B8B6-4102-8E28-9CA845C7244F}"/>
              </a:ext>
            </a:extLst>
          </p:cNvPr>
          <p:cNvSpPr>
            <a:spLocks xmlns:a="http://schemas.openxmlformats.org/drawingml/2006/main" noGrp="1"/>
          </p:cNvSpPr>
          <p:nvPr/>
        </p:nvSpPr>
        <p:spPr>
          <a:xfrm xmlns:a="http://schemas.openxmlformats.org/drawingml/2006/main">
            <a:off x="1485900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5" name="dp44-comparison / n221 / arrow">
            <a:extLst xmlns:a="http://schemas.openxmlformats.org/drawingml/2006/main">
              <a:ext uri="{FF2B5EF4-FFF2-40B4-BE49-F238E27FC236}">
                <a16:creationId xmlns:a16="http://schemas.microsoft.com/office/drawing/2014/main" id="{D2D67F8C-C729-469C-9567-DE1B807AD253}"/>
              </a:ext>
            </a:extLst>
          </p:cNvPr>
          <p:cNvSpPr>
            <a:spLocks xmlns:a="http://schemas.openxmlformats.org/drawingml/2006/main" noGrp="1"/>
          </p:cNvSpPr>
          <p:nvPr/>
        </p:nvSpPr>
        <p:spPr>
          <a:xfrm xmlns:a="http://schemas.openxmlformats.org/drawingml/2006/main">
            <a:off x="1522056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6" name="dp44-comparison / n145">
            <a:extLst xmlns:a="http://schemas.openxmlformats.org/drawingml/2006/main">
              <a:ext uri="{FF2B5EF4-FFF2-40B4-BE49-F238E27FC236}">
                <a16:creationId xmlns:a16="http://schemas.microsoft.com/office/drawing/2014/main" id="{012AED2C-D09F-468B-A4C0-9CE4B86B47FB}"/>
              </a:ext>
            </a:extLst>
          </p:cNvPr>
          <p:cNvSpPr>
            <a:spLocks xmlns:a="http://schemas.openxmlformats.org/drawingml/2006/main" noGrp="1"/>
          </p:cNvSpPr>
          <p:nvPr/>
        </p:nvSpPr>
        <p:spPr>
          <a:xfrm xmlns:a="http://schemas.openxmlformats.org/drawingml/2006/main">
            <a:off x="9934575" y="2771775"/>
            <a:ext cx="243935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7" name="dp44-comparison / n146 / text 1">
            <a:extLst xmlns:a="http://schemas.openxmlformats.org/drawingml/2006/main">
              <a:ext uri="{FF2B5EF4-FFF2-40B4-BE49-F238E27FC236}">
                <a16:creationId xmlns:a16="http://schemas.microsoft.com/office/drawing/2014/main" id="{148079F7-7843-4FD9-9ADE-119B21CAD976}"/>
              </a:ext>
            </a:extLst>
          </p:cNvPr>
          <p:cNvSpPr>
            <a:spLocks xmlns:a="http://schemas.openxmlformats.org/drawingml/2006/main" noGrp="1"/>
          </p:cNvSpPr>
          <p:nvPr/>
        </p:nvSpPr>
        <p:spPr>
          <a:xfrm xmlns:a="http://schemas.openxmlformats.org/drawingml/2006/main">
            <a:off x="9953625" y="2781300"/>
            <a:ext cx="39052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“잠깐, 표부터 설명해줘”</a:t>
            </a:r>
          </a:p>
        </p:txBody>
      </p:sp>
      <p:sp>
        <p:nvSpPr>
          <p:cNvPr id="238" name="dp44-comparison / n147">
            <a:extLst xmlns:a="http://schemas.openxmlformats.org/drawingml/2006/main">
              <a:ext uri="{FF2B5EF4-FFF2-40B4-BE49-F238E27FC236}">
                <a16:creationId xmlns:a16="http://schemas.microsoft.com/office/drawing/2014/main" id="{2B395979-EAB9-4744-878B-2F7AAD7C2BA8}"/>
              </a:ext>
            </a:extLst>
          </p:cNvPr>
          <p:cNvSpPr>
            <a:spLocks xmlns:a="http://schemas.openxmlformats.org/drawingml/2006/main" noGrp="1"/>
          </p:cNvSpPr>
          <p:nvPr/>
        </p:nvSpPr>
        <p:spPr>
          <a:xfrm xmlns:a="http://schemas.openxmlformats.org/drawingml/2006/main">
            <a:off x="14601825" y="2771775"/>
            <a:ext cx="255651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9" name="dp44-comparison / n148 / text 1">
            <a:extLst xmlns:a="http://schemas.openxmlformats.org/drawingml/2006/main">
              <a:ext uri="{FF2B5EF4-FFF2-40B4-BE49-F238E27FC236}">
                <a16:creationId xmlns:a16="http://schemas.microsoft.com/office/drawing/2014/main" id="{F4B6459C-C43C-4DB5-A058-7BA13F10DFA0}"/>
              </a:ext>
            </a:extLst>
          </p:cNvPr>
          <p:cNvSpPr>
            <a:spLocks xmlns:a="http://schemas.openxmlformats.org/drawingml/2006/main" noGrp="1"/>
          </p:cNvSpPr>
          <p:nvPr/>
        </p:nvSpPr>
        <p:spPr>
          <a:xfrm xmlns:a="http://schemas.openxmlformats.org/drawingml/2006/main">
            <a:off x="14620875" y="2781300"/>
            <a:ext cx="304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Task1 메일 / Question1 수신자 질문</a:t>
            </a:r>
          </a:p>
        </p:txBody>
      </p:sp>
      <p:sp>
        <p:nvSpPr>
          <p:cNvPr id="240" name="dp44-comparison / n163">
            <a:extLst xmlns:a="http://schemas.openxmlformats.org/drawingml/2006/main">
              <a:ext uri="{FF2B5EF4-FFF2-40B4-BE49-F238E27FC236}">
                <a16:creationId xmlns:a16="http://schemas.microsoft.com/office/drawing/2014/main" id="{D49FD6C3-6574-4A14-B13C-347B8523F838}"/>
              </a:ext>
            </a:extLst>
          </p:cNvPr>
          <p:cNvSpPr>
            <a:spLocks xmlns:a="http://schemas.openxmlformats.org/drawingml/2006/main" noGrp="1"/>
          </p:cNvSpPr>
          <p:nvPr/>
        </p:nvSpPr>
        <p:spPr>
          <a:xfrm xmlns:a="http://schemas.openxmlformats.org/drawingml/2006/main">
            <a:off x="10125075" y="3886200"/>
            <a:ext cx="139636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1" name="dp44-comparison / n164 / text 1">
            <a:extLst xmlns:a="http://schemas.openxmlformats.org/drawingml/2006/main">
              <a:ext uri="{FF2B5EF4-FFF2-40B4-BE49-F238E27FC236}">
                <a16:creationId xmlns:a16="http://schemas.microsoft.com/office/drawing/2014/main" id="{CEAFA764-94B2-40CC-B769-F7008FCB1B25}"/>
              </a:ext>
            </a:extLst>
          </p:cNvPr>
          <p:cNvSpPr>
            <a:spLocks xmlns:a="http://schemas.openxmlformats.org/drawingml/2006/main" noGrp="1"/>
          </p:cNvSpPr>
          <p:nvPr/>
        </p:nvSpPr>
        <p:spPr>
          <a:xfrm xmlns:a="http://schemas.openxmlformats.org/drawingml/2006/main">
            <a:off x="10144125" y="3895725"/>
            <a:ext cx="2857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Input1 / Job1 / 현재 입력</a:t>
            </a:r>
          </a:p>
        </p:txBody>
      </p:sp>
      <p:sp>
        <p:nvSpPr>
          <p:cNvPr id="242" name="dp44-comparison / n165">
            <a:extLst xmlns:a="http://schemas.openxmlformats.org/drawingml/2006/main">
              <a:ext uri="{FF2B5EF4-FFF2-40B4-BE49-F238E27FC236}">
                <a16:creationId xmlns:a16="http://schemas.microsoft.com/office/drawing/2014/main" id="{D4942946-897E-4D93-9B6D-9466942701D8}"/>
              </a:ext>
            </a:extLst>
          </p:cNvPr>
          <p:cNvSpPr>
            <a:spLocks xmlns:a="http://schemas.openxmlformats.org/drawingml/2006/main" noGrp="1"/>
          </p:cNvSpPr>
          <p:nvPr/>
        </p:nvSpPr>
        <p:spPr>
          <a:xfrm xmlns:a="http://schemas.openxmlformats.org/drawingml/2006/main">
            <a:off x="14125575" y="3886200"/>
            <a:ext cx="186309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3" name="dp44-comparison / n166 / text 1">
            <a:extLst xmlns:a="http://schemas.openxmlformats.org/drawingml/2006/main">
              <a:ext uri="{FF2B5EF4-FFF2-40B4-BE49-F238E27FC236}">
                <a16:creationId xmlns:a16="http://schemas.microsoft.com/office/drawing/2014/main" id="{861920FC-805A-4892-A369-D5C4AADF2317}"/>
              </a:ext>
            </a:extLst>
          </p:cNvPr>
          <p:cNvSpPr>
            <a:spLocks xmlns:a="http://schemas.openxmlformats.org/drawingml/2006/main" noGrp="1"/>
          </p:cNvSpPr>
          <p:nvPr/>
        </p:nvSpPr>
        <p:spPr>
          <a:xfrm xmlns:a="http://schemas.openxmlformats.org/drawingml/2006/main">
            <a:off x="14144625" y="3895725"/>
            <a:ext cx="30956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Task1 / Question1 / 정보 변경 확인</a:t>
            </a:r>
          </a:p>
        </p:txBody>
      </p:sp>
      <p:sp>
        <p:nvSpPr>
          <p:cNvPr id="244" name="dp44-comparison / n175">
            <a:extLst xmlns:a="http://schemas.openxmlformats.org/drawingml/2006/main">
              <a:ext uri="{FF2B5EF4-FFF2-40B4-BE49-F238E27FC236}">
                <a16:creationId xmlns:a16="http://schemas.microsoft.com/office/drawing/2014/main" id="{3512A24D-C5B2-49FF-B2BC-B62DAD352F8F}"/>
              </a:ext>
            </a:extLst>
          </p:cNvPr>
          <p:cNvSpPr>
            <a:spLocks xmlns:a="http://schemas.openxmlformats.org/drawingml/2006/main" noGrp="1"/>
          </p:cNvSpPr>
          <p:nvPr/>
        </p:nvSpPr>
        <p:spPr>
          <a:xfrm xmlns:a="http://schemas.openxmlformats.org/drawingml/2006/main">
            <a:off x="9934575" y="5133975"/>
            <a:ext cx="1505141"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5" name="dp44-comparison / n176 / text 1">
            <a:extLst xmlns:a="http://schemas.openxmlformats.org/drawingml/2006/main">
              <a:ext uri="{FF2B5EF4-FFF2-40B4-BE49-F238E27FC236}">
                <a16:creationId xmlns:a16="http://schemas.microsoft.com/office/drawing/2014/main" id="{82ED31AD-78BA-42DC-B96E-02B58175F9ED}"/>
              </a:ext>
            </a:extLst>
          </p:cNvPr>
          <p:cNvSpPr>
            <a:spLocks xmlns:a="http://schemas.openxmlformats.org/drawingml/2006/main" noGrp="1"/>
          </p:cNvSpPr>
          <p:nvPr/>
        </p:nvSpPr>
        <p:spPr>
          <a:xfrm xmlns:a="http://schemas.openxmlformats.org/drawingml/2006/main">
            <a:off x="9953625" y="5143500"/>
            <a:ext cx="22383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이해 완료: Meaning1</a:t>
            </a:r>
          </a:p>
        </p:txBody>
      </p:sp>
      <p:sp>
        <p:nvSpPr>
          <p:cNvPr id="246" name="dp44-comparison / n187">
            <a:extLst xmlns:a="http://schemas.openxmlformats.org/drawingml/2006/main">
              <a:ext uri="{FF2B5EF4-FFF2-40B4-BE49-F238E27FC236}">
                <a16:creationId xmlns:a16="http://schemas.microsoft.com/office/drawing/2014/main" id="{BEE7DB8A-9FE8-4EEC-96D2-119E9A959736}"/>
              </a:ext>
            </a:extLst>
          </p:cNvPr>
          <p:cNvSpPr>
            <a:spLocks xmlns:a="http://schemas.openxmlformats.org/drawingml/2006/main" noGrp="1"/>
          </p:cNvSpPr>
          <p:nvPr/>
        </p:nvSpPr>
        <p:spPr>
          <a:xfrm xmlns:a="http://schemas.openxmlformats.org/drawingml/2006/main">
            <a:off x="13325475" y="4381500"/>
            <a:ext cx="2886266"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7" name="dp44-comparison / n188 / text 1">
            <a:extLst xmlns:a="http://schemas.openxmlformats.org/drawingml/2006/main">
              <a:ext uri="{FF2B5EF4-FFF2-40B4-BE49-F238E27FC236}">
                <a16:creationId xmlns:a16="http://schemas.microsoft.com/office/drawing/2014/main" id="{C4EC1B60-C825-48B7-9773-2238E579ECD0}"/>
              </a:ext>
            </a:extLst>
          </p:cNvPr>
          <p:cNvSpPr>
            <a:spLocks xmlns:a="http://schemas.openxmlformats.org/drawingml/2006/main" noGrp="1"/>
          </p:cNvSpPr>
          <p:nvPr/>
        </p:nvSpPr>
        <p:spPr>
          <a:xfrm xmlns:a="http://schemas.openxmlformats.org/drawingml/2006/main">
            <a:off x="13344525" y="4391025"/>
            <a:ext cx="40862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Meaning1 / NoticeReady / 입력 해소 또는 질문 허용</a:t>
            </a:r>
          </a:p>
        </p:txBody>
      </p:sp>
      <p:sp>
        <p:nvSpPr>
          <p:cNvPr id="248" name="dp44-comparison / n191">
            <a:extLst xmlns:a="http://schemas.openxmlformats.org/drawingml/2006/main">
              <a:ext uri="{FF2B5EF4-FFF2-40B4-BE49-F238E27FC236}">
                <a16:creationId xmlns:a16="http://schemas.microsoft.com/office/drawing/2014/main" id="{394BB0E6-B7D8-4B73-B849-76001E21FD74}"/>
              </a:ext>
            </a:extLst>
          </p:cNvPr>
          <p:cNvSpPr>
            <a:spLocks xmlns:a="http://schemas.openxmlformats.org/drawingml/2006/main" noGrp="1"/>
          </p:cNvSpPr>
          <p:nvPr/>
        </p:nvSpPr>
        <p:spPr>
          <a:xfrm xmlns:a="http://schemas.openxmlformats.org/drawingml/2006/main">
            <a:off x="12934950" y="544830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9" name="dp44-comparison / n192 / text 1">
            <a:extLst xmlns:a="http://schemas.openxmlformats.org/drawingml/2006/main">
              <a:ext uri="{FF2B5EF4-FFF2-40B4-BE49-F238E27FC236}">
                <a16:creationId xmlns:a16="http://schemas.microsoft.com/office/drawing/2014/main" id="{8BE347DD-DE75-4EFC-B38F-A1D6CB598362}"/>
              </a:ext>
            </a:extLst>
          </p:cNvPr>
          <p:cNvSpPr>
            <a:spLocks xmlns:a="http://schemas.openxmlformats.org/drawingml/2006/main" noGrp="1"/>
          </p:cNvSpPr>
          <p:nvPr/>
        </p:nvSpPr>
        <p:spPr>
          <a:xfrm xmlns:a="http://schemas.openxmlformats.org/drawingml/2006/main">
            <a:off x="12954000" y="5457825"/>
            <a:ext cx="20002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Candidate1</a:t>
            </a:r>
          </a:p>
        </p:txBody>
      </p:sp>
      <p:sp>
        <p:nvSpPr>
          <p:cNvPr id="250" name="dp44-comparison / n193">
            <a:extLst xmlns:a="http://schemas.openxmlformats.org/drawingml/2006/main">
              <a:ext uri="{FF2B5EF4-FFF2-40B4-BE49-F238E27FC236}">
                <a16:creationId xmlns:a16="http://schemas.microsoft.com/office/drawing/2014/main" id="{B176834C-0970-4F45-B001-9A182FD95B92}"/>
              </a:ext>
            </a:extLst>
          </p:cNvPr>
          <p:cNvSpPr>
            <a:spLocks xmlns:a="http://schemas.openxmlformats.org/drawingml/2006/main" noGrp="1"/>
          </p:cNvSpPr>
          <p:nvPr/>
        </p:nvSpPr>
        <p:spPr>
          <a:xfrm xmlns:a="http://schemas.openxmlformats.org/drawingml/2006/main">
            <a:off x="9953625" y="5362575"/>
            <a:ext cx="2238375" cy="685800"/>
          </a:xfrm>
          <a:custGeom xmlns:a="http://schemas.openxmlformats.org/drawingml/2006/main">
            <a:pathLst>
              <a:path w="2238375" h="685800">
                <a:moveTo>
                  <a:pt x="0" y="0"/>
                </a:moveTo>
                <a:lnTo>
                  <a:pt x="2066925" y="0"/>
                </a:lnTo>
                <a:lnTo>
                  <a:pt x="2238375" y="171450"/>
                </a:lnTo>
                <a:lnTo>
                  <a:pt x="2238375" y="685800"/>
                </a:lnTo>
                <a:lnTo>
                  <a:pt x="0" y="685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51" name="dp44-comparison / n193 / fold">
            <a:extLst xmlns:a="http://schemas.openxmlformats.org/drawingml/2006/main">
              <a:ext uri="{FF2B5EF4-FFF2-40B4-BE49-F238E27FC236}">
                <a16:creationId xmlns:a16="http://schemas.microsoft.com/office/drawing/2014/main" id="{317A893F-A524-4436-B990-28F9066032A4}"/>
              </a:ext>
            </a:extLst>
          </p:cNvPr>
          <p:cNvSpPr>
            <a:spLocks xmlns:a="http://schemas.openxmlformats.org/drawingml/2006/main" noGrp="1"/>
          </p:cNvSpPr>
          <p:nvPr/>
        </p:nvSpPr>
        <p:spPr>
          <a:xfrm xmlns:a="http://schemas.openxmlformats.org/drawingml/2006/main">
            <a:off x="12020550" y="53625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52" name="dp44-comparison / n194 / text 1">
            <a:extLst xmlns:a="http://schemas.openxmlformats.org/drawingml/2006/main">
              <a:ext uri="{FF2B5EF4-FFF2-40B4-BE49-F238E27FC236}">
                <a16:creationId xmlns:a16="http://schemas.microsoft.com/office/drawing/2014/main" id="{A3F4CA02-2EE3-4EB6-AC3B-D0D5DE3D71B6}"/>
              </a:ext>
            </a:extLst>
          </p:cNvPr>
          <p:cNvSpPr>
            <a:spLocks xmlns:a="http://schemas.openxmlformats.org/drawingml/2006/main" noGrp="1"/>
          </p:cNvSpPr>
          <p:nvPr/>
        </p:nvSpPr>
        <p:spPr>
          <a:xfrm xmlns:a="http://schemas.openxmlformats.org/drawingml/2006/main">
            <a:off x="10048875" y="5419725"/>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단계 출력: Candidate1</a:t>
            </a:r>
          </a:p>
        </p:txBody>
      </p:sp>
      <p:sp>
        <p:nvSpPr>
          <p:cNvPr id="253" name="dp44-comparison / n194 / text 2">
            <a:extLst xmlns:a="http://schemas.openxmlformats.org/drawingml/2006/main">
              <a:ext uri="{FF2B5EF4-FFF2-40B4-BE49-F238E27FC236}">
                <a16:creationId xmlns:a16="http://schemas.microsoft.com/office/drawing/2014/main" id="{C4F79300-AE3D-4CA3-B038-FFC6A83E3F43}"/>
              </a:ext>
            </a:extLst>
          </p:cNvPr>
          <p:cNvSpPr>
            <a:spLocks xmlns:a="http://schemas.openxmlformats.org/drawingml/2006/main" noGrp="1"/>
          </p:cNvSpPr>
          <p:nvPr/>
        </p:nvSpPr>
        <p:spPr>
          <a:xfrm xmlns:a="http://schemas.openxmlformats.org/drawingml/2006/main">
            <a:off x="10048875" y="5539740"/>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input_ref:Input1 / required_refs</a:t>
            </a:r>
          </a:p>
        </p:txBody>
      </p:sp>
      <p:sp>
        <p:nvSpPr>
          <p:cNvPr id="254" name="dp44-comparison / n194 / text 3">
            <a:extLst xmlns:a="http://schemas.openxmlformats.org/drawingml/2006/main">
              <a:ext uri="{FF2B5EF4-FFF2-40B4-BE49-F238E27FC236}">
                <a16:creationId xmlns:a16="http://schemas.microsoft.com/office/drawing/2014/main" id="{1265FED0-0441-418B-BB91-8E1D2AE027F4}"/>
              </a:ext>
            </a:extLst>
          </p:cNvPr>
          <p:cNvSpPr>
            <a:spLocks xmlns:a="http://schemas.openxmlformats.org/drawingml/2006/main" noGrp="1"/>
          </p:cNvSpPr>
          <p:nvPr/>
        </p:nvSpPr>
        <p:spPr>
          <a:xfrm xmlns:a="http://schemas.openxmlformats.org/drawingml/2006/main">
            <a:off x="10048875" y="5659755"/>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입력과 정보 조건 충족: ELIGIBLE</a:t>
            </a:r>
          </a:p>
        </p:txBody>
      </p:sp>
      <p:sp>
        <p:nvSpPr>
          <p:cNvPr id="255" name="dp44-comparison / n194 / text 4">
            <a:extLst xmlns:a="http://schemas.openxmlformats.org/drawingml/2006/main">
              <a:ext uri="{FF2B5EF4-FFF2-40B4-BE49-F238E27FC236}">
                <a16:creationId xmlns:a16="http://schemas.microsoft.com/office/drawing/2014/main" id="{34D80C48-E8F0-4A20-939E-8DF05342EEA1}"/>
              </a:ext>
            </a:extLst>
          </p:cNvPr>
          <p:cNvSpPr>
            <a:spLocks xmlns:a="http://schemas.openxmlformats.org/drawingml/2006/main" noGrp="1"/>
          </p:cNvSpPr>
          <p:nvPr/>
        </p:nvSpPr>
        <p:spPr>
          <a:xfrm xmlns:a="http://schemas.openxmlformats.org/drawingml/2006/main">
            <a:off x="10048875" y="5779770"/>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부족: 대기 / 옛 후보: DISCARDED</a:t>
            </a:r>
          </a:p>
        </p:txBody>
      </p:sp>
      <p:sp>
        <p:nvSpPr>
          <p:cNvPr id="256" name="dp44-comparison / n195">
            <a:extLst xmlns:a="http://schemas.openxmlformats.org/drawingml/2006/main">
              <a:ext uri="{FF2B5EF4-FFF2-40B4-BE49-F238E27FC236}">
                <a16:creationId xmlns:a16="http://schemas.microsoft.com/office/drawing/2014/main" id="{BE0F721E-237D-4C1D-B07C-EA3FB21D16D1}"/>
              </a:ext>
            </a:extLst>
          </p:cNvPr>
          <p:cNvSpPr>
            <a:spLocks xmlns:a="http://schemas.openxmlformats.org/drawingml/2006/main" noGrp="1"/>
          </p:cNvSpPr>
          <p:nvPr/>
        </p:nvSpPr>
        <p:spPr>
          <a:xfrm xmlns:a="http://schemas.openxmlformats.org/drawingml/2006/main">
            <a:off x="15268575" y="5438775"/>
            <a:ext cx="182689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7" name="dp44-comparison / n196 / text 1">
            <a:extLst xmlns:a="http://schemas.openxmlformats.org/drawingml/2006/main">
              <a:ext uri="{FF2B5EF4-FFF2-40B4-BE49-F238E27FC236}">
                <a16:creationId xmlns:a16="http://schemas.microsoft.com/office/drawing/2014/main" id="{17FAEDF0-9901-4925-924A-44A905F1FB57}"/>
              </a:ext>
            </a:extLst>
          </p:cNvPr>
          <p:cNvSpPr>
            <a:spLocks xmlns:a="http://schemas.openxmlformats.org/drawingml/2006/main" noGrp="1"/>
          </p:cNvSpPr>
          <p:nvPr/>
        </p:nvSpPr>
        <p:spPr>
          <a:xfrm xmlns:a="http://schemas.openxmlformats.org/drawingml/2006/main">
            <a:off x="15287625" y="5448300"/>
            <a:ext cx="2095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후보 + 해당 입력 / 정보 / 전달 상태</a:t>
            </a:r>
          </a:p>
        </p:txBody>
      </p:sp>
      <p:sp>
        <p:nvSpPr>
          <p:cNvPr id="258" name="dp44-comparison / n197">
            <a:extLst xmlns:a="http://schemas.openxmlformats.org/drawingml/2006/main">
              <a:ext uri="{FF2B5EF4-FFF2-40B4-BE49-F238E27FC236}">
                <a16:creationId xmlns:a16="http://schemas.microsoft.com/office/drawing/2014/main" id="{43D09EC8-C676-4E00-8EC3-81F64EA6140B}"/>
              </a:ext>
            </a:extLst>
          </p:cNvPr>
          <p:cNvSpPr>
            <a:spLocks xmlns:a="http://schemas.openxmlformats.org/drawingml/2006/main" noGrp="1"/>
          </p:cNvSpPr>
          <p:nvPr/>
        </p:nvSpPr>
        <p:spPr>
          <a:xfrm xmlns:a="http://schemas.openxmlformats.org/drawingml/2006/main">
            <a:off x="12934950" y="6057900"/>
            <a:ext cx="27965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9" name="dp44-comparison / n198 / text 1">
            <a:extLst xmlns:a="http://schemas.openxmlformats.org/drawingml/2006/main">
              <a:ext uri="{FF2B5EF4-FFF2-40B4-BE49-F238E27FC236}">
                <a16:creationId xmlns:a16="http://schemas.microsoft.com/office/drawing/2014/main" id="{5249CB9E-F032-4336-9A21-AA79536FB281}"/>
              </a:ext>
            </a:extLst>
          </p:cNvPr>
          <p:cNvSpPr>
            <a:spLocks xmlns:a="http://schemas.openxmlformats.org/drawingml/2006/main" noGrp="1"/>
          </p:cNvSpPr>
          <p:nvPr/>
        </p:nvSpPr>
        <p:spPr>
          <a:xfrm xmlns:a="http://schemas.openxmlformats.org/drawingml/2006/main">
            <a:off x="12954000" y="6067425"/>
            <a:ext cx="4381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조건 충족 시 게시 단계 활성화 / 중앙 회수 없음</a:t>
            </a:r>
          </a:p>
        </p:txBody>
      </p:sp>
      <p:sp>
        <p:nvSpPr>
          <p:cNvPr id="260" name="dp44-comparison / n200">
            <a:extLst xmlns:a="http://schemas.openxmlformats.org/drawingml/2006/main">
              <a:ext uri="{FF2B5EF4-FFF2-40B4-BE49-F238E27FC236}">
                <a16:creationId xmlns:a16="http://schemas.microsoft.com/office/drawing/2014/main" id="{5D00DB23-85E1-4EDC-BCA4-C02279BBE757}"/>
              </a:ext>
            </a:extLst>
          </p:cNvPr>
          <p:cNvSpPr>
            <a:spLocks xmlns:a="http://schemas.openxmlformats.org/drawingml/2006/main" noGrp="1"/>
          </p:cNvSpPr>
          <p:nvPr/>
        </p:nvSpPr>
        <p:spPr>
          <a:xfrm xmlns:a="http://schemas.openxmlformats.org/drawingml/2006/main">
            <a:off x="9934575" y="6381750"/>
            <a:ext cx="282854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1" name="dp44-comparison / n201 / text 1">
            <a:extLst xmlns:a="http://schemas.openxmlformats.org/drawingml/2006/main">
              <a:ext uri="{FF2B5EF4-FFF2-40B4-BE49-F238E27FC236}">
                <a16:creationId xmlns:a16="http://schemas.microsoft.com/office/drawing/2014/main" id="{3E1BE21D-61BC-4D13-B209-4679E3025013}"/>
              </a:ext>
            </a:extLst>
          </p:cNvPr>
          <p:cNvSpPr>
            <a:spLocks xmlns:a="http://schemas.openxmlformats.org/drawingml/2006/main" noGrp="1"/>
          </p:cNvSpPr>
          <p:nvPr/>
        </p:nvSpPr>
        <p:spPr>
          <a:xfrm xmlns:a="http://schemas.openxmlformats.org/drawingml/2006/main">
            <a:off x="9953625" y="63912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완료 결과의 다음 처리</a:t>
            </a:r>
          </a:p>
        </p:txBody>
      </p:sp>
      <p:sp>
        <p:nvSpPr>
          <p:cNvPr id="262" name="dp44-comparison / n210">
            <a:extLst xmlns:a="http://schemas.openxmlformats.org/drawingml/2006/main">
              <a:ext uri="{FF2B5EF4-FFF2-40B4-BE49-F238E27FC236}">
                <a16:creationId xmlns:a16="http://schemas.microsoft.com/office/drawing/2014/main" id="{0F8FB0C4-6C03-4DAF-8B0C-2358638ED991}"/>
              </a:ext>
            </a:extLst>
          </p:cNvPr>
          <p:cNvSpPr>
            <a:spLocks xmlns:a="http://schemas.openxmlformats.org/drawingml/2006/main" noGrp="1"/>
          </p:cNvSpPr>
          <p:nvPr/>
        </p:nvSpPr>
        <p:spPr>
          <a:xfrm xmlns:a="http://schemas.openxmlformats.org/drawingml/2006/main">
            <a:off x="12649200" y="6924675"/>
            <a:ext cx="29954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3" name="dp44-comparison / n211 / text 1">
            <a:extLst xmlns:a="http://schemas.openxmlformats.org/drawingml/2006/main">
              <a:ext uri="{FF2B5EF4-FFF2-40B4-BE49-F238E27FC236}">
                <a16:creationId xmlns:a16="http://schemas.microsoft.com/office/drawing/2014/main" id="{841673A6-CFA6-493B-A404-BEB051204918}"/>
              </a:ext>
            </a:extLst>
          </p:cNvPr>
          <p:cNvSpPr>
            <a:spLocks xmlns:a="http://schemas.openxmlformats.org/drawingml/2006/main" noGrp="1"/>
          </p:cNvSpPr>
          <p:nvPr/>
        </p:nvSpPr>
        <p:spPr>
          <a:xfrm xmlns:a="http://schemas.openxmlformats.org/drawingml/2006/main">
            <a:off x="12668250" y="6934200"/>
            <a:ext cx="4762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알림 후보도 같은 Join으로 연결 / 입력별 상태 유지</a:t>
            </a:r>
          </a:p>
        </p:txBody>
      </p:sp>
      <p:sp>
        <p:nvSpPr>
          <p:cNvPr id="264" name="dp44-comparison / n212">
            <a:extLst xmlns:a="http://schemas.openxmlformats.org/drawingml/2006/main">
              <a:ext uri="{FF2B5EF4-FFF2-40B4-BE49-F238E27FC236}">
                <a16:creationId xmlns:a16="http://schemas.microsoft.com/office/drawing/2014/main" id="{8B309A13-5447-4F81-824C-5AB915CAFFF2}"/>
              </a:ext>
            </a:extLst>
          </p:cNvPr>
          <p:cNvSpPr>
            <a:spLocks xmlns:a="http://schemas.openxmlformats.org/drawingml/2006/main" noGrp="1"/>
          </p:cNvSpPr>
          <p:nvPr/>
        </p:nvSpPr>
        <p:spPr>
          <a:xfrm xmlns:a="http://schemas.openxmlformats.org/drawingml/2006/main">
            <a:off x="9934575" y="7105650"/>
            <a:ext cx="2790444"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5" name="dp44-comparison / n213 / text 1">
            <a:extLst xmlns:a="http://schemas.openxmlformats.org/drawingml/2006/main">
              <a:ext uri="{FF2B5EF4-FFF2-40B4-BE49-F238E27FC236}">
                <a16:creationId xmlns:a16="http://schemas.microsoft.com/office/drawing/2014/main" id="{EB07B714-044F-4872-AFFD-6811839125E5}"/>
              </a:ext>
            </a:extLst>
          </p:cNvPr>
          <p:cNvSpPr>
            <a:spLocks xmlns:a="http://schemas.openxmlformats.org/drawingml/2006/main" noGrp="1"/>
          </p:cNvSpPr>
          <p:nvPr/>
        </p:nvSpPr>
        <p:spPr>
          <a:xfrm xmlns:a="http://schemas.openxmlformats.org/drawingml/2006/main">
            <a:off x="9953625" y="711517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늦은 Candidate0 / 이미 새 Input1 처리 중</a:t>
            </a:r>
          </a:p>
        </p:txBody>
      </p:sp>
    </p:spTree>
    <p:extLst>
      <p:ext uri="{BB962C8B-B14F-4D97-AF65-F5344CB8AC3E}">
        <p14:creationId xmlns:p14="http://schemas.microsoft.com/office/powerpoint/2010/main" val="663736752"/>
      </p:ext>
    </p:extLst>
  </p:cSld>
</p:sld>
</file>

<file path=ppt/slides/slide26.xml><?xml version="1.0" encoding="utf-8"?>
<p:sld xmlns:p="http://schemas.openxmlformats.org/presentationml/2006/main">
  <p:cSld name="dp44-qa">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dp44-v5-qa-detail / n1">
            <a:extLst xmlns:a="http://schemas.openxmlformats.org/drawingml/2006/main">
              <a:ext uri="{FF2B5EF4-FFF2-40B4-BE49-F238E27FC236}">
                <a16:creationId xmlns:a16="http://schemas.microsoft.com/office/drawing/2014/main" id="{5BAC7E72-ED38-44C7-8E76-B32CA89F9124}"/>
              </a:ext>
            </a:extLst>
          </p:cNvPr>
          <p:cNvSpPr>
            <a:spLocks xmlns:a="http://schemas.openxmlformats.org/drawingml/2006/main" noGrp="1"/>
          </p:cNvSpPr>
          <p:nvPr/>
        </p:nvSpPr>
        <p:spPr>
          <a:xfrm xmlns:a="http://schemas.openxmlformats.org/drawingml/2006/main">
            <a:off x="381000" y="209550"/>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ASR-QA-v6</a:t>
            </a:r>
          </a:p>
        </p:txBody>
      </p:sp>
      <p:sp>
        <p:nvSpPr>
          <p:cNvPr id="2" name="dp44-v5-qa-detail / n2">
            <a:extLst xmlns:a="http://schemas.openxmlformats.org/drawingml/2006/main">
              <a:ext uri="{FF2B5EF4-FFF2-40B4-BE49-F238E27FC236}">
                <a16:creationId xmlns:a16="http://schemas.microsoft.com/office/drawing/2014/main" id="{63001A70-052A-40CC-B8E0-2DFCC8B42A07}"/>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04-44. 중앙 후속 지시와 단계별 실행 연결 / ASR-QA 평가</a:t>
            </a:r>
          </a:p>
        </p:txBody>
      </p:sp>
      <p:sp>
        <p:nvSpPr>
          <p:cNvPr id="3" name="dp44-v5-qa-detail / n3">
            <a:extLst xmlns:a="http://schemas.openxmlformats.org/drawingml/2006/main">
              <a:ext uri="{FF2B5EF4-FFF2-40B4-BE49-F238E27FC236}">
                <a16:creationId xmlns:a16="http://schemas.microsoft.com/office/drawing/2014/main" id="{3472E015-68DA-4C56-8CC0-BED59432E709}"/>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4-v5-qa-detail / n4">
            <a:extLst xmlns:a="http://schemas.openxmlformats.org/drawingml/2006/main">
              <a:ext uri="{FF2B5EF4-FFF2-40B4-BE49-F238E27FC236}">
                <a16:creationId xmlns:a16="http://schemas.microsoft.com/office/drawing/2014/main" id="{C814F336-D42B-477A-A6C8-5D9E41CEEFCE}"/>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P21 전체 5회: 630개 채점 조건, 135반응, 95요청 처리. 비용과 메모리는 전체 활동을 포함한다.</a:t>
            </a:r>
          </a:p>
        </p:txBody>
      </p:sp>
      <p:sp>
        <p:nvSpPr>
          <p:cNvPr id="5" name="dp44-v5-qa-detail / n5">
            <a:extLst xmlns:a="http://schemas.openxmlformats.org/drawingml/2006/main">
              <a:ext uri="{FF2B5EF4-FFF2-40B4-BE49-F238E27FC236}">
                <a16:creationId xmlns:a16="http://schemas.microsoft.com/office/drawing/2014/main" id="{AC82426D-1B2F-4CEB-B69F-53E627A36BA5}"/>
              </a:ext>
            </a:extLst>
          </p:cNvPr>
          <p:cNvSpPr>
            <a:spLocks xmlns:a="http://schemas.openxmlformats.org/drawingml/2006/main" noGrp="1"/>
          </p:cNvSpPr>
          <p:nvPr/>
        </p:nvSpPr>
        <p:spPr>
          <a:xfrm xmlns:a="http://schemas.openxmlformats.org/drawingml/2006/main">
            <a:off x="381000" y="1762125"/>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A/B 전체 값과 0–6점 등급은 평가 전. 아래 지역 계산과 메모리 예산은 작성자 가정이다.</a:t>
            </a:r>
          </a:p>
        </p:txBody>
      </p:sp>
      <p:sp>
        <p:nvSpPr>
          <p:cNvPr id="6" name="dp44-v5-qa-detail / n6">
            <a:extLst xmlns:a="http://schemas.openxmlformats.org/drawingml/2006/main">
              <a:ext uri="{FF2B5EF4-FFF2-40B4-BE49-F238E27FC236}">
                <a16:creationId xmlns:a16="http://schemas.microsoft.com/office/drawing/2014/main" id="{C40CC6A5-FDED-47E4-AA8C-A3B591A08822}"/>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7" name="dp44-v5-qa-detail / n7">
            <a:extLst xmlns:a="http://schemas.openxmlformats.org/drawingml/2006/main">
              <a:ext uri="{FF2B5EF4-FFF2-40B4-BE49-F238E27FC236}">
                <a16:creationId xmlns:a16="http://schemas.microsoft.com/office/drawing/2014/main" id="{03AD35FE-CDDB-410B-B736-DF97A8D4ADC2}"/>
              </a:ext>
            </a:extLst>
          </p:cNvPr>
          <p:cNvSpPr>
            <a:spLocks xmlns:a="http://schemas.openxmlformats.org/drawingml/2006/main" noGrp="1"/>
          </p:cNvSpPr>
          <p:nvPr/>
        </p:nvSpPr>
        <p:spPr>
          <a:xfrm xmlns:a="http://schemas.openxmlformats.org/drawingml/2006/main">
            <a:off x="533400" y="2238375"/>
            <a:ext cx="25146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8" name="dp44-v5-qa-detail / n8">
            <a:extLst xmlns:a="http://schemas.openxmlformats.org/drawingml/2006/main">
              <a:ext uri="{FF2B5EF4-FFF2-40B4-BE49-F238E27FC236}">
                <a16:creationId xmlns:a16="http://schemas.microsoft.com/office/drawing/2014/main" id="{72862600-3A44-424F-83A0-DE1F0A77FE7D}"/>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중앙에서 다음 실행 지시</a:t>
            </a:r>
          </a:p>
        </p:txBody>
      </p:sp>
      <p:sp>
        <p:nvSpPr>
          <p:cNvPr id="9" name="dp44-v5-qa-detail / n9">
            <a:extLst xmlns:a="http://schemas.openxmlformats.org/drawingml/2006/main">
              <a:ext uri="{FF2B5EF4-FFF2-40B4-BE49-F238E27FC236}">
                <a16:creationId xmlns:a16="http://schemas.microsoft.com/office/drawing/2014/main" id="{32F70264-CCF6-4A17-A9F8-33082E6A673E}"/>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연결된 단계가 조건으로 실행</a:t>
            </a:r>
          </a:p>
        </p:txBody>
      </p:sp>
      <p:sp>
        <p:nvSpPr>
          <p:cNvPr id="10" name="dp44-v5-qa-detail / n10">
            <a:extLst xmlns:a="http://schemas.openxmlformats.org/drawingml/2006/main">
              <a:ext uri="{FF2B5EF4-FFF2-40B4-BE49-F238E27FC236}">
                <a16:creationId xmlns:a16="http://schemas.microsoft.com/office/drawing/2014/main" id="{0BDB6D1D-40EC-479C-AA81-629C6A2DCD2A}"/>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차이 판단</a:t>
            </a:r>
          </a:p>
        </p:txBody>
      </p:sp>
      <p:sp>
        <p:nvSpPr>
          <p:cNvPr id="11" name="dp44-v5-qa-detail / n11">
            <a:extLst xmlns:a="http://schemas.openxmlformats.org/drawingml/2006/main">
              <a:ext uri="{FF2B5EF4-FFF2-40B4-BE49-F238E27FC236}">
                <a16:creationId xmlns:a16="http://schemas.microsoft.com/office/drawing/2014/main" id="{A58DDFEB-9E24-492E-AC66-D6A939B0534A}"/>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 name="dp44-v5-qa-detail / n12">
            <a:extLst xmlns:a="http://schemas.openxmlformats.org/drawingml/2006/main">
              <a:ext uri="{FF2B5EF4-FFF2-40B4-BE49-F238E27FC236}">
                <a16:creationId xmlns:a16="http://schemas.microsoft.com/office/drawing/2014/main" id="{6AC67BEE-7F38-432E-A95F-A94E6BB3D051}"/>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13" name="dp44-v5-qa-detail / n13">
            <a:extLst xmlns:a="http://schemas.openxmlformats.org/drawingml/2006/main">
              <a:ext uri="{FF2B5EF4-FFF2-40B4-BE49-F238E27FC236}">
                <a16:creationId xmlns:a16="http://schemas.microsoft.com/office/drawing/2014/main" id="{65A9B487-E4B7-4E84-AC9B-C3FB9D92E966}"/>
              </a:ext>
            </a:extLst>
          </p:cNvPr>
          <p:cNvSpPr>
            <a:spLocks xmlns:a="http://schemas.openxmlformats.org/drawingml/2006/main" noGrp="1"/>
          </p:cNvSpPr>
          <p:nvPr/>
        </p:nvSpPr>
        <p:spPr>
          <a:xfrm xmlns:a="http://schemas.openxmlformats.org/drawingml/2006/main">
            <a:off x="533400" y="30575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≥98%, 618/630</a:t>
            </a:r>
          </a:p>
        </p:txBody>
      </p:sp>
      <p:sp>
        <p:nvSpPr>
          <p:cNvPr id="14" name="dp44-v5-qa-detail / n14">
            <a:extLst xmlns:a="http://schemas.openxmlformats.org/drawingml/2006/main">
              <a:ext uri="{FF2B5EF4-FFF2-40B4-BE49-F238E27FC236}">
                <a16:creationId xmlns:a16="http://schemas.microsoft.com/office/drawing/2014/main" id="{227A4BBF-2F5E-4210-994C-9135901F1447}"/>
              </a:ext>
            </a:extLst>
          </p:cNvPr>
          <p:cNvSpPr>
            <a:spLocks xmlns:a="http://schemas.openxmlformats.org/drawingml/2006/main" noGrp="1"/>
          </p:cNvSpPr>
          <p:nvPr/>
        </p:nvSpPr>
        <p:spPr>
          <a:xfrm xmlns:a="http://schemas.openxmlformats.org/drawingml/2006/main">
            <a:off x="345757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5" name="dp44-v5-qa-detail / n15">
            <a:extLst xmlns:a="http://schemas.openxmlformats.org/drawingml/2006/main">
              <a:ext uri="{FF2B5EF4-FFF2-40B4-BE49-F238E27FC236}">
                <a16:creationId xmlns:a16="http://schemas.microsoft.com/office/drawing/2014/main" id="{4AC3F92B-DE9C-41CC-B827-DB00EE1C53B2}"/>
              </a:ext>
            </a:extLst>
          </p:cNvPr>
          <p:cNvSpPr>
            <a:spLocks xmlns:a="http://schemas.openxmlformats.org/drawingml/2006/main" noGrp="1"/>
          </p:cNvSpPr>
          <p:nvPr/>
        </p:nvSpPr>
        <p:spPr>
          <a:xfrm xmlns:a="http://schemas.openxmlformats.org/drawingml/2006/main">
            <a:off x="345757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현재성 검사와 올바른 후속 지시</a:t>
            </a:r>
          </a:p>
        </p:txBody>
      </p:sp>
      <p:sp>
        <p:nvSpPr>
          <p:cNvPr id="16" name="dp44-v5-qa-detail / n16">
            <a:extLst xmlns:a="http://schemas.openxmlformats.org/drawingml/2006/main">
              <a:ext uri="{FF2B5EF4-FFF2-40B4-BE49-F238E27FC236}">
                <a16:creationId xmlns:a16="http://schemas.microsoft.com/office/drawing/2014/main" id="{B92EBD59-ED0E-43A5-A972-F53800C08FA5}"/>
              </a:ext>
            </a:extLst>
          </p:cNvPr>
          <p:cNvSpPr>
            <a:spLocks xmlns:a="http://schemas.openxmlformats.org/drawingml/2006/main" noGrp="1"/>
          </p:cNvSpPr>
          <p:nvPr/>
        </p:nvSpPr>
        <p:spPr>
          <a:xfrm xmlns:a="http://schemas.openxmlformats.org/drawingml/2006/main">
            <a:off x="964882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7" name="dp44-v5-qa-detail / n17">
            <a:extLst xmlns:a="http://schemas.openxmlformats.org/drawingml/2006/main">
              <a:ext uri="{FF2B5EF4-FFF2-40B4-BE49-F238E27FC236}">
                <a16:creationId xmlns:a16="http://schemas.microsoft.com/office/drawing/2014/main" id="{6921F257-FBF9-492F-955F-48240C66AD7E}"/>
              </a:ext>
            </a:extLst>
          </p:cNvPr>
          <p:cNvSpPr>
            <a:spLocks xmlns:a="http://schemas.openxmlformats.org/drawingml/2006/main" noGrp="1"/>
          </p:cNvSpPr>
          <p:nvPr/>
        </p:nvSpPr>
        <p:spPr>
          <a:xfrm xmlns:a="http://schemas.openxmlformats.org/drawingml/2006/main">
            <a:off x="964882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window와 Join의 현재성 검사</a:t>
            </a:r>
          </a:p>
        </p:txBody>
      </p:sp>
      <p:sp>
        <p:nvSpPr>
          <p:cNvPr id="18" name="dp44-v5-qa-detail / n18">
            <a:extLst xmlns:a="http://schemas.openxmlformats.org/drawingml/2006/main">
              <a:ext uri="{FF2B5EF4-FFF2-40B4-BE49-F238E27FC236}">
                <a16:creationId xmlns:a16="http://schemas.microsoft.com/office/drawing/2014/main" id="{6AFDB98E-18CA-4CD5-A29D-F3088D9E24B1}"/>
              </a:ext>
            </a:extLst>
          </p:cNvPr>
          <p:cNvSpPr>
            <a:spLocks xmlns:a="http://schemas.openxmlformats.org/drawingml/2006/main" noGrp="1"/>
          </p:cNvSpPr>
          <p:nvPr/>
        </p:nvSpPr>
        <p:spPr>
          <a:xfrm xmlns:a="http://schemas.openxmlformats.org/drawingml/2006/main">
            <a:off x="15801975" y="27241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19" name="dp44-v5-qa-detail / n19">
            <a:extLst xmlns:a="http://schemas.openxmlformats.org/drawingml/2006/main">
              <a:ext uri="{FF2B5EF4-FFF2-40B4-BE49-F238E27FC236}">
                <a16:creationId xmlns:a16="http://schemas.microsoft.com/office/drawing/2014/main" id="{5DD5D5B4-4285-4B53-9F58-DAA46A6F8256}"/>
              </a:ext>
            </a:extLst>
          </p:cNvPr>
          <p:cNvSpPr>
            <a:spLocks xmlns:a="http://schemas.openxmlformats.org/drawingml/2006/main" noGrp="1"/>
          </p:cNvSpPr>
          <p:nvPr/>
        </p:nvSpPr>
        <p:spPr>
          <a:xfrm xmlns:a="http://schemas.openxmlformats.org/drawingml/2006/main">
            <a:off x="15801975" y="31051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1%p</a:t>
            </a:r>
          </a:p>
        </p:txBody>
      </p:sp>
      <p:sp>
        <p:nvSpPr>
          <p:cNvPr id="20" name="dp44-v5-qa-detail / n20">
            <a:extLst xmlns:a="http://schemas.openxmlformats.org/drawingml/2006/main">
              <a:ext uri="{FF2B5EF4-FFF2-40B4-BE49-F238E27FC236}">
                <a16:creationId xmlns:a16="http://schemas.microsoft.com/office/drawing/2014/main" id="{48D2025D-2671-480F-9536-2E9ECD40344F}"/>
              </a:ext>
            </a:extLst>
          </p:cNvPr>
          <p:cNvSpPr>
            <a:spLocks xmlns:a="http://schemas.openxmlformats.org/drawingml/2006/main" noGrp="1"/>
          </p:cNvSpPr>
          <p:nvPr/>
        </p:nvSpPr>
        <p:spPr>
          <a:xfrm xmlns:a="http://schemas.openxmlformats.org/drawingml/2006/main">
            <a:off x="15801975" y="33432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21" name="dp44-v5-qa-detail / n21">
            <a:extLst xmlns:a="http://schemas.openxmlformats.org/drawingml/2006/main">
              <a:ext uri="{FF2B5EF4-FFF2-40B4-BE49-F238E27FC236}">
                <a16:creationId xmlns:a16="http://schemas.microsoft.com/office/drawing/2014/main" id="{9CC2EE3E-A64A-47DE-8EE0-F74C6196482C}"/>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2" name="dp44-v5-qa-detail / n22">
            <a:extLst xmlns:a="http://schemas.openxmlformats.org/drawingml/2006/main">
              <a:ext uri="{FF2B5EF4-FFF2-40B4-BE49-F238E27FC236}">
                <a16:creationId xmlns:a16="http://schemas.microsoft.com/office/drawing/2014/main" id="{58CCD97D-F57F-4BFC-A262-007E103638EE}"/>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23" name="dp44-v5-qa-detail / n23">
            <a:extLst xmlns:a="http://schemas.openxmlformats.org/drawingml/2006/main">
              <a:ext uri="{FF2B5EF4-FFF2-40B4-BE49-F238E27FC236}">
                <a16:creationId xmlns:a16="http://schemas.microsoft.com/office/drawing/2014/main" id="{864118FF-53D1-42B2-B733-8ACC47A0F0DA}"/>
              </a:ext>
            </a:extLst>
          </p:cNvPr>
          <p:cNvSpPr>
            <a:spLocks xmlns:a="http://schemas.openxmlformats.org/drawingml/2006/main" noGrp="1"/>
          </p:cNvSpPr>
          <p:nvPr/>
        </p:nvSpPr>
        <p:spPr>
          <a:xfrm xmlns:a="http://schemas.openxmlformats.org/drawingml/2006/main">
            <a:off x="533400" y="40576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≤1초, stop ≤0.1초</a:t>
            </a:r>
          </a:p>
        </p:txBody>
      </p:sp>
      <p:sp>
        <p:nvSpPr>
          <p:cNvPr id="24" name="dp44-v5-qa-detail / n24">
            <a:extLst xmlns:a="http://schemas.openxmlformats.org/drawingml/2006/main">
              <a:ext uri="{FF2B5EF4-FFF2-40B4-BE49-F238E27FC236}">
                <a16:creationId xmlns:a16="http://schemas.microsoft.com/office/drawing/2014/main" id="{055EF714-8A2A-4475-8CBE-76BE94999136}"/>
              </a:ext>
            </a:extLst>
          </p:cNvPr>
          <p:cNvSpPr>
            <a:spLocks xmlns:a="http://schemas.openxmlformats.org/drawingml/2006/main" noGrp="1"/>
          </p:cNvSpPr>
          <p:nvPr/>
        </p:nvSpPr>
        <p:spPr>
          <a:xfrm xmlns:a="http://schemas.openxmlformats.org/drawingml/2006/main">
            <a:off x="345757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5" name="dp44-v5-qa-detail / n25">
            <a:extLst xmlns:a="http://schemas.openxmlformats.org/drawingml/2006/main">
              <a:ext uri="{FF2B5EF4-FFF2-40B4-BE49-F238E27FC236}">
                <a16:creationId xmlns:a16="http://schemas.microsoft.com/office/drawing/2014/main" id="{3B475389-17AA-442A-A6E9-495788561581}"/>
              </a:ext>
            </a:extLst>
          </p:cNvPr>
          <p:cNvSpPr>
            <a:spLocks xmlns:a="http://schemas.openxmlformats.org/drawingml/2006/main" noGrp="1"/>
          </p:cNvSpPr>
          <p:nvPr/>
        </p:nvSpPr>
        <p:spPr>
          <a:xfrm xmlns:a="http://schemas.openxmlformats.org/drawingml/2006/main">
            <a:off x="345757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중앙 queue와 회수 대기</a:t>
            </a:r>
          </a:p>
        </p:txBody>
      </p:sp>
      <p:sp>
        <p:nvSpPr>
          <p:cNvPr id="26" name="dp44-v5-qa-detail / n26">
            <a:extLst xmlns:a="http://schemas.openxmlformats.org/drawingml/2006/main">
              <a:ext uri="{FF2B5EF4-FFF2-40B4-BE49-F238E27FC236}">
                <a16:creationId xmlns:a16="http://schemas.microsoft.com/office/drawing/2014/main" id="{BC5D581A-0674-4918-B680-4BBDAE40A7FB}"/>
              </a:ext>
            </a:extLst>
          </p:cNvPr>
          <p:cNvSpPr>
            <a:spLocks xmlns:a="http://schemas.openxmlformats.org/drawingml/2006/main" noGrp="1"/>
          </p:cNvSpPr>
          <p:nvPr/>
        </p:nvSpPr>
        <p:spPr>
          <a:xfrm xmlns:a="http://schemas.openxmlformats.org/drawingml/2006/main">
            <a:off x="964882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7" name="dp44-v5-qa-detail / n27">
            <a:extLst xmlns:a="http://schemas.openxmlformats.org/drawingml/2006/main">
              <a:ext uri="{FF2B5EF4-FFF2-40B4-BE49-F238E27FC236}">
                <a16:creationId xmlns:a16="http://schemas.microsoft.com/office/drawing/2014/main" id="{7EE33099-6F3C-4251-B479-AA841A816EF7}"/>
              </a:ext>
            </a:extLst>
          </p:cNvPr>
          <p:cNvSpPr>
            <a:spLocks xmlns:a="http://schemas.openxmlformats.org/drawingml/2006/main" noGrp="1"/>
          </p:cNvSpPr>
          <p:nvPr/>
        </p:nvSpPr>
        <p:spPr>
          <a:xfrm xmlns:a="http://schemas.openxmlformats.org/drawingml/2006/main">
            <a:off x="964882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credit와 Stage 및 Join 대기</a:t>
            </a:r>
          </a:p>
        </p:txBody>
      </p:sp>
      <p:sp>
        <p:nvSpPr>
          <p:cNvPr id="28" name="dp44-v5-qa-detail / n28">
            <a:extLst xmlns:a="http://schemas.openxmlformats.org/drawingml/2006/main">
              <a:ext uri="{FF2B5EF4-FFF2-40B4-BE49-F238E27FC236}">
                <a16:creationId xmlns:a16="http://schemas.microsoft.com/office/drawing/2014/main" id="{C95AED90-22CD-46D4-BDDA-670678D9854A}"/>
              </a:ext>
            </a:extLst>
          </p:cNvPr>
          <p:cNvSpPr>
            <a:spLocks xmlns:a="http://schemas.openxmlformats.org/drawingml/2006/main" noGrp="1"/>
          </p:cNvSpPr>
          <p:nvPr/>
        </p:nvSpPr>
        <p:spPr>
          <a:xfrm xmlns:a="http://schemas.openxmlformats.org/drawingml/2006/main">
            <a:off x="15801975" y="37242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29" name="dp44-v5-qa-detail / n29">
            <a:extLst xmlns:a="http://schemas.openxmlformats.org/drawingml/2006/main">
              <a:ext uri="{FF2B5EF4-FFF2-40B4-BE49-F238E27FC236}">
                <a16:creationId xmlns:a16="http://schemas.microsoft.com/office/drawing/2014/main" id="{ECFDE78C-A74F-4E9A-AD5E-B2E862DC8DA6}"/>
              </a:ext>
            </a:extLst>
          </p:cNvPr>
          <p:cNvSpPr>
            <a:spLocks xmlns:a="http://schemas.openxmlformats.org/drawingml/2006/main" noGrp="1"/>
          </p:cNvSpPr>
          <p:nvPr/>
        </p:nvSpPr>
        <p:spPr>
          <a:xfrm xmlns:a="http://schemas.openxmlformats.org/drawingml/2006/main">
            <a:off x="15801975" y="41052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0.10초</a:t>
            </a:r>
          </a:p>
        </p:txBody>
      </p:sp>
      <p:sp>
        <p:nvSpPr>
          <p:cNvPr id="30" name="dp44-v5-qa-detail / n30">
            <a:extLst xmlns:a="http://schemas.openxmlformats.org/drawingml/2006/main">
              <a:ext uri="{FF2B5EF4-FFF2-40B4-BE49-F238E27FC236}">
                <a16:creationId xmlns:a16="http://schemas.microsoft.com/office/drawing/2014/main" id="{425B0040-F664-44A3-AADE-641AFDE58245}"/>
              </a:ext>
            </a:extLst>
          </p:cNvPr>
          <p:cNvSpPr>
            <a:spLocks xmlns:a="http://schemas.openxmlformats.org/drawingml/2006/main" noGrp="1"/>
          </p:cNvSpPr>
          <p:nvPr/>
        </p:nvSpPr>
        <p:spPr>
          <a:xfrm xmlns:a="http://schemas.openxmlformats.org/drawingml/2006/main">
            <a:off x="15801975" y="43434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31" name="dp44-v5-qa-detail / n31">
            <a:extLst xmlns:a="http://schemas.openxmlformats.org/drawingml/2006/main">
              <a:ext uri="{FF2B5EF4-FFF2-40B4-BE49-F238E27FC236}">
                <a16:creationId xmlns:a16="http://schemas.microsoft.com/office/drawing/2014/main" id="{E40D985F-900F-4FAA-9EFE-BA627AD7BF5C}"/>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 name="dp44-v5-qa-detail / n32">
            <a:extLst xmlns:a="http://schemas.openxmlformats.org/drawingml/2006/main">
              <a:ext uri="{FF2B5EF4-FFF2-40B4-BE49-F238E27FC236}">
                <a16:creationId xmlns:a16="http://schemas.microsoft.com/office/drawing/2014/main" id="{FF113011-6473-4949-9CD0-313FD50BC33F}"/>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33" name="dp44-v5-qa-detail / n33">
            <a:extLst xmlns:a="http://schemas.openxmlformats.org/drawingml/2006/main">
              <a:ext uri="{FF2B5EF4-FFF2-40B4-BE49-F238E27FC236}">
                <a16:creationId xmlns:a16="http://schemas.microsoft.com/office/drawing/2014/main" id="{44ED9A88-6535-4143-B3C7-AA6D58E1A534}"/>
              </a:ext>
            </a:extLst>
          </p:cNvPr>
          <p:cNvSpPr>
            <a:spLocks xmlns:a="http://schemas.openxmlformats.org/drawingml/2006/main" noGrp="1"/>
          </p:cNvSpPr>
          <p:nvPr/>
        </p:nvSpPr>
        <p:spPr>
          <a:xfrm xmlns:a="http://schemas.openxmlformats.org/drawingml/2006/main">
            <a:off x="533400" y="505777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≤10초</a:t>
            </a:r>
          </a:p>
        </p:txBody>
      </p:sp>
      <p:sp>
        <p:nvSpPr>
          <p:cNvPr id="34" name="dp44-v5-qa-detail / n34">
            <a:extLst xmlns:a="http://schemas.openxmlformats.org/drawingml/2006/main">
              <a:ext uri="{FF2B5EF4-FFF2-40B4-BE49-F238E27FC236}">
                <a16:creationId xmlns:a16="http://schemas.microsoft.com/office/drawing/2014/main" id="{D2232C35-39C3-462F-BD49-1EDD80B65EA8}"/>
              </a:ext>
            </a:extLst>
          </p:cNvPr>
          <p:cNvSpPr>
            <a:spLocks xmlns:a="http://schemas.openxmlformats.org/drawingml/2006/main" noGrp="1"/>
          </p:cNvSpPr>
          <p:nvPr/>
        </p:nvSpPr>
        <p:spPr>
          <a:xfrm xmlns:a="http://schemas.openxmlformats.org/drawingml/2006/main">
            <a:off x="345757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5" name="dp44-v5-qa-detail / n35">
            <a:extLst xmlns:a="http://schemas.openxmlformats.org/drawingml/2006/main">
              <a:ext uri="{FF2B5EF4-FFF2-40B4-BE49-F238E27FC236}">
                <a16:creationId xmlns:a16="http://schemas.microsoft.com/office/drawing/2014/main" id="{67133127-2F03-42E4-B317-B5FF9619EED8}"/>
              </a:ext>
            </a:extLst>
          </p:cNvPr>
          <p:cNvSpPr>
            <a:spLocks xmlns:a="http://schemas.openxmlformats.org/drawingml/2006/main" noGrp="1"/>
          </p:cNvSpPr>
          <p:nvPr/>
        </p:nvSpPr>
        <p:spPr>
          <a:xfrm xmlns:a="http://schemas.openxmlformats.org/drawingml/2006/main">
            <a:off x="345757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완료 회수와 다음 실행의 연결</a:t>
            </a:r>
          </a:p>
        </p:txBody>
      </p:sp>
      <p:sp>
        <p:nvSpPr>
          <p:cNvPr id="36" name="dp44-v5-qa-detail / n36">
            <a:extLst xmlns:a="http://schemas.openxmlformats.org/drawingml/2006/main">
              <a:ext uri="{FF2B5EF4-FFF2-40B4-BE49-F238E27FC236}">
                <a16:creationId xmlns:a16="http://schemas.microsoft.com/office/drawing/2014/main" id="{1E3FDE92-3F0A-4FAB-BADC-C4679AD9D22C}"/>
              </a:ext>
            </a:extLst>
          </p:cNvPr>
          <p:cNvSpPr>
            <a:spLocks xmlns:a="http://schemas.openxmlformats.org/drawingml/2006/main" noGrp="1"/>
          </p:cNvSpPr>
          <p:nvPr/>
        </p:nvSpPr>
        <p:spPr>
          <a:xfrm xmlns:a="http://schemas.openxmlformats.org/drawingml/2006/main">
            <a:off x="964882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7" name="dp44-v5-qa-detail / n37">
            <a:extLst xmlns:a="http://schemas.openxmlformats.org/drawingml/2006/main">
              <a:ext uri="{FF2B5EF4-FFF2-40B4-BE49-F238E27FC236}">
                <a16:creationId xmlns:a16="http://schemas.microsoft.com/office/drawing/2014/main" id="{F0FB1C53-1031-49C9-8671-B39B79C2C454}"/>
              </a:ext>
            </a:extLst>
          </p:cNvPr>
          <p:cNvSpPr>
            <a:spLocks xmlns:a="http://schemas.openxmlformats.org/drawingml/2006/main" noGrp="1"/>
          </p:cNvSpPr>
          <p:nvPr/>
        </p:nvSpPr>
        <p:spPr>
          <a:xfrm xmlns:a="http://schemas.openxmlformats.org/drawingml/2006/main">
            <a:off x="964882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Stage 활성화와 publication Join</a:t>
            </a:r>
          </a:p>
        </p:txBody>
      </p:sp>
      <p:sp>
        <p:nvSpPr>
          <p:cNvPr id="38" name="dp44-v5-qa-detail / n38">
            <a:extLst xmlns:a="http://schemas.openxmlformats.org/drawingml/2006/main">
              <a:ext uri="{FF2B5EF4-FFF2-40B4-BE49-F238E27FC236}">
                <a16:creationId xmlns:a16="http://schemas.microsoft.com/office/drawing/2014/main" id="{83064FC9-B1DC-496E-AD5C-2EF64B4466AD}"/>
              </a:ext>
            </a:extLst>
          </p:cNvPr>
          <p:cNvSpPr>
            <a:spLocks xmlns:a="http://schemas.openxmlformats.org/drawingml/2006/main" noGrp="1"/>
          </p:cNvSpPr>
          <p:nvPr/>
        </p:nvSpPr>
        <p:spPr>
          <a:xfrm xmlns:a="http://schemas.openxmlformats.org/drawingml/2006/main">
            <a:off x="15801975" y="47244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39" name="dp44-v5-qa-detail / n39">
            <a:extLst xmlns:a="http://schemas.openxmlformats.org/drawingml/2006/main">
              <a:ext uri="{FF2B5EF4-FFF2-40B4-BE49-F238E27FC236}">
                <a16:creationId xmlns:a16="http://schemas.microsoft.com/office/drawing/2014/main" id="{C870FBA8-AFFE-48D9-B660-CAAD9A0F853D}"/>
              </a:ext>
            </a:extLst>
          </p:cNvPr>
          <p:cNvSpPr>
            <a:spLocks xmlns:a="http://schemas.openxmlformats.org/drawingml/2006/main" noGrp="1"/>
          </p:cNvSpPr>
          <p:nvPr/>
        </p:nvSpPr>
        <p:spPr>
          <a:xfrm xmlns:a="http://schemas.openxmlformats.org/drawingml/2006/main">
            <a:off x="15801975" y="510540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0.50초</a:t>
            </a:r>
          </a:p>
        </p:txBody>
      </p:sp>
      <p:sp>
        <p:nvSpPr>
          <p:cNvPr id="40" name="dp44-v5-qa-detail / n40">
            <a:extLst xmlns:a="http://schemas.openxmlformats.org/drawingml/2006/main">
              <a:ext uri="{FF2B5EF4-FFF2-40B4-BE49-F238E27FC236}">
                <a16:creationId xmlns:a16="http://schemas.microsoft.com/office/drawing/2014/main" id="{394BB954-926C-4424-B51B-37DC545E8E8D}"/>
              </a:ext>
            </a:extLst>
          </p:cNvPr>
          <p:cNvSpPr>
            <a:spLocks xmlns:a="http://schemas.openxmlformats.org/drawingml/2006/main" noGrp="1"/>
          </p:cNvSpPr>
          <p:nvPr/>
        </p:nvSpPr>
        <p:spPr>
          <a:xfrm xmlns:a="http://schemas.openxmlformats.org/drawingml/2006/main">
            <a:off x="15801975" y="534352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41" name="dp44-v5-qa-detail / n41">
            <a:extLst xmlns:a="http://schemas.openxmlformats.org/drawingml/2006/main">
              <a:ext uri="{FF2B5EF4-FFF2-40B4-BE49-F238E27FC236}">
                <a16:creationId xmlns:a16="http://schemas.microsoft.com/office/drawing/2014/main" id="{AF064DF1-59A5-43E8-870D-A639363803D6}"/>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2" name="dp44-v5-qa-detail / n42">
            <a:extLst xmlns:a="http://schemas.openxmlformats.org/drawingml/2006/main">
              <a:ext uri="{FF2B5EF4-FFF2-40B4-BE49-F238E27FC236}">
                <a16:creationId xmlns:a16="http://schemas.microsoft.com/office/drawing/2014/main" id="{7CF1F32A-1EEF-4101-81F1-61D39F4D44C2}"/>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43" name="dp44-v5-qa-detail / n43">
            <a:extLst xmlns:a="http://schemas.openxmlformats.org/drawingml/2006/main">
              <a:ext uri="{FF2B5EF4-FFF2-40B4-BE49-F238E27FC236}">
                <a16:creationId xmlns:a16="http://schemas.microsoft.com/office/drawing/2014/main" id="{FF2309D1-D690-45E0-BA4F-F541524AFF45}"/>
              </a:ext>
            </a:extLst>
          </p:cNvPr>
          <p:cNvSpPr>
            <a:spLocks xmlns:a="http://schemas.openxmlformats.org/drawingml/2006/main" noGrp="1"/>
          </p:cNvSpPr>
          <p:nvPr/>
        </p:nvSpPr>
        <p:spPr>
          <a:xfrm xmlns:a="http://schemas.openxmlformats.org/drawingml/2006/main">
            <a:off x="533400" y="605790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≤$0.50/P21</a:t>
            </a:r>
          </a:p>
        </p:txBody>
      </p:sp>
      <p:sp>
        <p:nvSpPr>
          <p:cNvPr id="44" name="dp44-v5-qa-detail / n44">
            <a:extLst xmlns:a="http://schemas.openxmlformats.org/drawingml/2006/main">
              <a:ext uri="{FF2B5EF4-FFF2-40B4-BE49-F238E27FC236}">
                <a16:creationId xmlns:a16="http://schemas.microsoft.com/office/drawing/2014/main" id="{E7F99501-E2EC-4A65-8257-10074B011AB7}"/>
              </a:ext>
            </a:extLst>
          </p:cNvPr>
          <p:cNvSpPr>
            <a:spLocks xmlns:a="http://schemas.openxmlformats.org/drawingml/2006/main" noGrp="1"/>
          </p:cNvSpPr>
          <p:nvPr/>
        </p:nvSpPr>
        <p:spPr>
          <a:xfrm xmlns:a="http://schemas.openxmlformats.org/drawingml/2006/main">
            <a:off x="345757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5" name="dp44-v5-qa-detail / n45">
            <a:extLst xmlns:a="http://schemas.openxmlformats.org/drawingml/2006/main">
              <a:ext uri="{FF2B5EF4-FFF2-40B4-BE49-F238E27FC236}">
                <a16:creationId xmlns:a16="http://schemas.microsoft.com/office/drawing/2014/main" id="{C8FC41FD-08BF-4EC6-BD7C-1915CA2E1B2F}"/>
              </a:ext>
            </a:extLst>
          </p:cNvPr>
          <p:cNvSpPr>
            <a:spLocks xmlns:a="http://schemas.openxmlformats.org/drawingml/2006/main" noGrp="1"/>
          </p:cNvSpPr>
          <p:nvPr/>
        </p:nvSpPr>
        <p:spPr>
          <a:xfrm xmlns:a="http://schemas.openxmlformats.org/drawingml/2006/main">
            <a:off x="345757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실제 호출과 retry 및 폐기 청구</a:t>
            </a:r>
          </a:p>
        </p:txBody>
      </p:sp>
      <p:sp>
        <p:nvSpPr>
          <p:cNvPr id="46" name="dp44-v5-qa-detail / n46">
            <a:extLst xmlns:a="http://schemas.openxmlformats.org/drawingml/2006/main">
              <a:ext uri="{FF2B5EF4-FFF2-40B4-BE49-F238E27FC236}">
                <a16:creationId xmlns:a16="http://schemas.microsoft.com/office/drawing/2014/main" id="{77E8946B-A3D4-4A8C-A9E2-FEDCC67915BA}"/>
              </a:ext>
            </a:extLst>
          </p:cNvPr>
          <p:cNvSpPr>
            <a:spLocks xmlns:a="http://schemas.openxmlformats.org/drawingml/2006/main" noGrp="1"/>
          </p:cNvSpPr>
          <p:nvPr/>
        </p:nvSpPr>
        <p:spPr>
          <a:xfrm xmlns:a="http://schemas.openxmlformats.org/drawingml/2006/main">
            <a:off x="964882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7" name="dp44-v5-qa-detail / n47">
            <a:extLst xmlns:a="http://schemas.openxmlformats.org/drawingml/2006/main">
              <a:ext uri="{FF2B5EF4-FFF2-40B4-BE49-F238E27FC236}">
                <a16:creationId xmlns:a16="http://schemas.microsoft.com/office/drawing/2014/main" id="{10D1417A-1F33-46AA-BFD6-318ADE209AE1}"/>
              </a:ext>
            </a:extLst>
          </p:cNvPr>
          <p:cNvSpPr>
            <a:spLocks xmlns:a="http://schemas.openxmlformats.org/drawingml/2006/main" noGrp="1"/>
          </p:cNvSpPr>
          <p:nvPr/>
        </p:nvSpPr>
        <p:spPr>
          <a:xfrm xmlns:a="http://schemas.openxmlformats.org/drawingml/2006/main">
            <a:off x="964882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실제 호출과 retry 및 폐기 청구</a:t>
            </a:r>
          </a:p>
        </p:txBody>
      </p:sp>
      <p:sp>
        <p:nvSpPr>
          <p:cNvPr id="48" name="dp44-v5-qa-detail / n48">
            <a:extLst xmlns:a="http://schemas.openxmlformats.org/drawingml/2006/main">
              <a:ext uri="{FF2B5EF4-FFF2-40B4-BE49-F238E27FC236}">
                <a16:creationId xmlns:a16="http://schemas.microsoft.com/office/drawing/2014/main" id="{EED160D1-2ED7-4562-92BD-A3BC1CF7DD85}"/>
              </a:ext>
            </a:extLst>
          </p:cNvPr>
          <p:cNvSpPr>
            <a:spLocks xmlns:a="http://schemas.openxmlformats.org/drawingml/2006/main" noGrp="1"/>
          </p:cNvSpPr>
          <p:nvPr/>
        </p:nvSpPr>
        <p:spPr>
          <a:xfrm xmlns:a="http://schemas.openxmlformats.org/drawingml/2006/main">
            <a:off x="15801975" y="57245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49" name="dp44-v5-qa-detail / n49">
            <a:extLst xmlns:a="http://schemas.openxmlformats.org/drawingml/2006/main">
              <a:ext uri="{FF2B5EF4-FFF2-40B4-BE49-F238E27FC236}">
                <a16:creationId xmlns:a16="http://schemas.microsoft.com/office/drawing/2014/main" id="{43683345-A2D1-4B96-9C61-0C96483ECFE5}"/>
              </a:ext>
            </a:extLst>
          </p:cNvPr>
          <p:cNvSpPr>
            <a:spLocks xmlns:a="http://schemas.openxmlformats.org/drawingml/2006/main" noGrp="1"/>
          </p:cNvSpPr>
          <p:nvPr/>
        </p:nvSpPr>
        <p:spPr>
          <a:xfrm xmlns:a="http://schemas.openxmlformats.org/drawingml/2006/main">
            <a:off x="15801975" y="610552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$0.03/P21</a:t>
            </a:r>
          </a:p>
        </p:txBody>
      </p:sp>
      <p:sp>
        <p:nvSpPr>
          <p:cNvPr id="50" name="dp44-v5-qa-detail / n50">
            <a:extLst xmlns:a="http://schemas.openxmlformats.org/drawingml/2006/main">
              <a:ext uri="{FF2B5EF4-FFF2-40B4-BE49-F238E27FC236}">
                <a16:creationId xmlns:a16="http://schemas.microsoft.com/office/drawing/2014/main" id="{C56445F0-A320-45C7-8BBC-E1E490418423}"/>
              </a:ext>
            </a:extLst>
          </p:cNvPr>
          <p:cNvSpPr>
            <a:spLocks xmlns:a="http://schemas.openxmlformats.org/drawingml/2006/main" noGrp="1"/>
          </p:cNvSpPr>
          <p:nvPr/>
        </p:nvSpPr>
        <p:spPr>
          <a:xfrm xmlns:a="http://schemas.openxmlformats.org/drawingml/2006/main">
            <a:off x="15801975" y="634365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51" name="dp44-v5-qa-detail / n51">
            <a:extLst xmlns:a="http://schemas.openxmlformats.org/drawingml/2006/main">
              <a:ext uri="{FF2B5EF4-FFF2-40B4-BE49-F238E27FC236}">
                <a16:creationId xmlns:a16="http://schemas.microsoft.com/office/drawing/2014/main" id="{C61037A0-CB34-4CA5-862F-253A8E4728B4}"/>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52" name="dp44-v5-qa-detail / n52">
            <a:extLst xmlns:a="http://schemas.openxmlformats.org/drawingml/2006/main">
              <a:ext uri="{FF2B5EF4-FFF2-40B4-BE49-F238E27FC236}">
                <a16:creationId xmlns:a16="http://schemas.microsoft.com/office/drawing/2014/main" id="{83DBD071-5C67-4FAE-98AA-5151D76DABD8}"/>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53" name="dp44-v5-qa-detail / n53">
            <a:extLst xmlns:a="http://schemas.openxmlformats.org/drawingml/2006/main">
              <a:ext uri="{FF2B5EF4-FFF2-40B4-BE49-F238E27FC236}">
                <a16:creationId xmlns:a16="http://schemas.microsoft.com/office/drawing/2014/main" id="{D6F7F2FF-5C06-455C-9F74-BB6007208EDF}"/>
              </a:ext>
            </a:extLst>
          </p:cNvPr>
          <p:cNvSpPr>
            <a:spLocks xmlns:a="http://schemas.openxmlformats.org/drawingml/2006/main" noGrp="1"/>
          </p:cNvSpPr>
          <p:nvPr/>
        </p:nvSpPr>
        <p:spPr>
          <a:xfrm xmlns:a="http://schemas.openxmlformats.org/drawingml/2006/main">
            <a:off x="533400" y="70580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≤3개, 과제별 ≤5개</a:t>
            </a:r>
          </a:p>
        </p:txBody>
      </p:sp>
      <p:sp>
        <p:nvSpPr>
          <p:cNvPr id="54" name="dp44-v5-qa-detail / n54">
            <a:extLst xmlns:a="http://schemas.openxmlformats.org/drawingml/2006/main">
              <a:ext uri="{FF2B5EF4-FFF2-40B4-BE49-F238E27FC236}">
                <a16:creationId xmlns:a16="http://schemas.microsoft.com/office/drawing/2014/main" id="{1EECA6AD-0410-4E9C-B19F-E67898735CF2}"/>
              </a:ext>
            </a:extLst>
          </p:cNvPr>
          <p:cNvSpPr>
            <a:spLocks xmlns:a="http://schemas.openxmlformats.org/drawingml/2006/main" noGrp="1"/>
          </p:cNvSpPr>
          <p:nvPr/>
        </p:nvSpPr>
        <p:spPr>
          <a:xfrm xmlns:a="http://schemas.openxmlformats.org/drawingml/2006/main">
            <a:off x="345757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5" name="dp44-v5-qa-detail / n55">
            <a:extLst xmlns:a="http://schemas.openxmlformats.org/drawingml/2006/main">
              <a:ext uri="{FF2B5EF4-FFF2-40B4-BE49-F238E27FC236}">
                <a16:creationId xmlns:a16="http://schemas.microsoft.com/office/drawing/2014/main" id="{57FBBC1A-A0FD-4A8B-826B-BEFE7008E21A}"/>
              </a:ext>
            </a:extLst>
          </p:cNvPr>
          <p:cNvSpPr>
            <a:spLocks xmlns:a="http://schemas.openxmlformats.org/drawingml/2006/main" noGrp="1"/>
          </p:cNvSpPr>
          <p:nvPr/>
        </p:nvSpPr>
        <p:spPr>
          <a:xfrm xmlns:a="http://schemas.openxmlformats.org/drawingml/2006/main">
            <a:off x="345757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후속 규칙과 사건 계약의 수정</a:t>
            </a:r>
          </a:p>
        </p:txBody>
      </p:sp>
      <p:sp>
        <p:nvSpPr>
          <p:cNvPr id="56" name="dp44-v5-qa-detail / n56">
            <a:extLst xmlns:a="http://schemas.openxmlformats.org/drawingml/2006/main">
              <a:ext uri="{FF2B5EF4-FFF2-40B4-BE49-F238E27FC236}">
                <a16:creationId xmlns:a16="http://schemas.microsoft.com/office/drawing/2014/main" id="{A0824304-FB74-4A6D-8F36-4A113DACD205}"/>
              </a:ext>
            </a:extLst>
          </p:cNvPr>
          <p:cNvSpPr>
            <a:spLocks xmlns:a="http://schemas.openxmlformats.org/drawingml/2006/main" noGrp="1"/>
          </p:cNvSpPr>
          <p:nvPr/>
        </p:nvSpPr>
        <p:spPr>
          <a:xfrm xmlns:a="http://schemas.openxmlformats.org/drawingml/2006/main">
            <a:off x="964882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7" name="dp44-v5-qa-detail / n57">
            <a:extLst xmlns:a="http://schemas.openxmlformats.org/drawingml/2006/main">
              <a:ext uri="{FF2B5EF4-FFF2-40B4-BE49-F238E27FC236}">
                <a16:creationId xmlns:a16="http://schemas.microsoft.com/office/drawing/2014/main" id="{F6F3FF26-0042-4987-9F40-9B5F80C2D03F}"/>
              </a:ext>
            </a:extLst>
          </p:cNvPr>
          <p:cNvSpPr>
            <a:spLocks xmlns:a="http://schemas.openxmlformats.org/drawingml/2006/main" noGrp="1"/>
          </p:cNvSpPr>
          <p:nvPr/>
        </p:nvSpPr>
        <p:spPr>
          <a:xfrm xmlns:a="http://schemas.openxmlformats.org/drawingml/2006/main">
            <a:off x="964882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단계와 Join 계약의 실제 수정</a:t>
            </a:r>
          </a:p>
        </p:txBody>
      </p:sp>
      <p:sp>
        <p:nvSpPr>
          <p:cNvPr id="58" name="dp44-v5-qa-detail / n58">
            <a:extLst xmlns:a="http://schemas.openxmlformats.org/drawingml/2006/main">
              <a:ext uri="{FF2B5EF4-FFF2-40B4-BE49-F238E27FC236}">
                <a16:creationId xmlns:a16="http://schemas.microsoft.com/office/drawing/2014/main" id="{968EF13F-A449-46D4-B942-EB7A5EB64339}"/>
              </a:ext>
            </a:extLst>
          </p:cNvPr>
          <p:cNvSpPr>
            <a:spLocks xmlns:a="http://schemas.openxmlformats.org/drawingml/2006/main" noGrp="1"/>
          </p:cNvSpPr>
          <p:nvPr/>
        </p:nvSpPr>
        <p:spPr>
          <a:xfrm xmlns:a="http://schemas.openxmlformats.org/drawingml/2006/main">
            <a:off x="15801975" y="67246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59" name="dp44-v5-qa-detail / n59">
            <a:extLst xmlns:a="http://schemas.openxmlformats.org/drawingml/2006/main">
              <a:ext uri="{FF2B5EF4-FFF2-40B4-BE49-F238E27FC236}">
                <a16:creationId xmlns:a16="http://schemas.microsoft.com/office/drawing/2014/main" id="{402D16F0-CD62-4213-B715-454B213CFB56}"/>
              </a:ext>
            </a:extLst>
          </p:cNvPr>
          <p:cNvSpPr>
            <a:spLocks xmlns:a="http://schemas.openxmlformats.org/drawingml/2006/main" noGrp="1"/>
          </p:cNvSpPr>
          <p:nvPr/>
        </p:nvSpPr>
        <p:spPr>
          <a:xfrm xmlns:a="http://schemas.openxmlformats.org/drawingml/2006/main">
            <a:off x="15801975" y="71056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0.50개</a:t>
            </a:r>
          </a:p>
        </p:txBody>
      </p:sp>
      <p:sp>
        <p:nvSpPr>
          <p:cNvPr id="60" name="dp44-v5-qa-detail / n60">
            <a:extLst xmlns:a="http://schemas.openxmlformats.org/drawingml/2006/main">
              <a:ext uri="{FF2B5EF4-FFF2-40B4-BE49-F238E27FC236}">
                <a16:creationId xmlns:a16="http://schemas.microsoft.com/office/drawing/2014/main" id="{B64C6C79-6BAD-45B4-BB1A-722F584A8A44}"/>
              </a:ext>
            </a:extLst>
          </p:cNvPr>
          <p:cNvSpPr>
            <a:spLocks xmlns:a="http://schemas.openxmlformats.org/drawingml/2006/main" noGrp="1"/>
          </p:cNvSpPr>
          <p:nvPr/>
        </p:nvSpPr>
        <p:spPr>
          <a:xfrm xmlns:a="http://schemas.openxmlformats.org/drawingml/2006/main">
            <a:off x="15801975" y="73437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61" name="dp44-v5-qa-detail / n61">
            <a:extLst xmlns:a="http://schemas.openxmlformats.org/drawingml/2006/main">
              <a:ext uri="{FF2B5EF4-FFF2-40B4-BE49-F238E27FC236}">
                <a16:creationId xmlns:a16="http://schemas.microsoft.com/office/drawing/2014/main" id="{B315C34C-AB6E-46FF-ADEB-5C0F6DCC2B77}"/>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2" name="dp44-v5-qa-detail / n62">
            <a:extLst xmlns:a="http://schemas.openxmlformats.org/drawingml/2006/main">
              <a:ext uri="{FF2B5EF4-FFF2-40B4-BE49-F238E27FC236}">
                <a16:creationId xmlns:a16="http://schemas.microsoft.com/office/drawing/2014/main" id="{DAD95C97-1F78-48E9-A471-CF8A5133B930}"/>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63" name="dp44-v5-qa-detail / n63">
            <a:extLst xmlns:a="http://schemas.openxmlformats.org/drawingml/2006/main">
              <a:ext uri="{FF2B5EF4-FFF2-40B4-BE49-F238E27FC236}">
                <a16:creationId xmlns:a16="http://schemas.microsoft.com/office/drawing/2014/main" id="{E144F5B2-41E5-4E6C-B4A4-3EFAB7178528}"/>
              </a:ext>
            </a:extLst>
          </p:cNvPr>
          <p:cNvSpPr>
            <a:spLocks xmlns:a="http://schemas.openxmlformats.org/drawingml/2006/main" noGrp="1"/>
          </p:cNvSpPr>
          <p:nvPr/>
        </p:nvSpPr>
        <p:spPr>
          <a:xfrm xmlns:a="http://schemas.openxmlformats.org/drawingml/2006/main">
            <a:off x="533400" y="80581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commit 최대 ≤4,096MiB</a:t>
            </a:r>
          </a:p>
        </p:txBody>
      </p:sp>
      <p:sp>
        <p:nvSpPr>
          <p:cNvPr id="64" name="dp44-v5-qa-detail / n64">
            <a:extLst xmlns:a="http://schemas.openxmlformats.org/drawingml/2006/main">
              <a:ext uri="{FF2B5EF4-FFF2-40B4-BE49-F238E27FC236}">
                <a16:creationId xmlns:a16="http://schemas.microsoft.com/office/drawing/2014/main" id="{136530F9-0296-4EE8-9FF0-1E7B690B7554}"/>
              </a:ext>
            </a:extLst>
          </p:cNvPr>
          <p:cNvSpPr>
            <a:spLocks xmlns:a="http://schemas.openxmlformats.org/drawingml/2006/main" noGrp="1"/>
          </p:cNvSpPr>
          <p:nvPr/>
        </p:nvSpPr>
        <p:spPr>
          <a:xfrm xmlns:a="http://schemas.openxmlformats.org/drawingml/2006/main">
            <a:off x="345757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1,792MiB (가정)</a:t>
            </a:r>
          </a:p>
        </p:txBody>
      </p:sp>
      <p:sp>
        <p:nvSpPr>
          <p:cNvPr id="65" name="dp44-v5-qa-detail / n65">
            <a:extLst xmlns:a="http://schemas.openxmlformats.org/drawingml/2006/main">
              <a:ext uri="{FF2B5EF4-FFF2-40B4-BE49-F238E27FC236}">
                <a16:creationId xmlns:a16="http://schemas.microsoft.com/office/drawing/2014/main" id="{8F66B9A2-DC05-41E1-97DF-8DE013A563C1}"/>
              </a:ext>
            </a:extLst>
          </p:cNvPr>
          <p:cNvSpPr>
            <a:spLocks xmlns:a="http://schemas.openxmlformats.org/drawingml/2006/main" noGrp="1"/>
          </p:cNvSpPr>
          <p:nvPr/>
        </p:nvSpPr>
        <p:spPr>
          <a:xfrm xmlns:a="http://schemas.openxmlformats.org/drawingml/2006/main">
            <a:off x="345757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중앙 진행 상태와 실행 대기열</a:t>
            </a:r>
          </a:p>
        </p:txBody>
      </p:sp>
      <p:sp>
        <p:nvSpPr>
          <p:cNvPr id="66" name="dp44-v5-qa-detail / n66">
            <a:extLst xmlns:a="http://schemas.openxmlformats.org/drawingml/2006/main">
              <a:ext uri="{FF2B5EF4-FFF2-40B4-BE49-F238E27FC236}">
                <a16:creationId xmlns:a16="http://schemas.microsoft.com/office/drawing/2014/main" id="{EA7F0B05-6A33-4BD1-99C5-44C0F2F2E997}"/>
              </a:ext>
            </a:extLst>
          </p:cNvPr>
          <p:cNvSpPr>
            <a:spLocks xmlns:a="http://schemas.openxmlformats.org/drawingml/2006/main" noGrp="1"/>
          </p:cNvSpPr>
          <p:nvPr/>
        </p:nvSpPr>
        <p:spPr>
          <a:xfrm xmlns:a="http://schemas.openxmlformats.org/drawingml/2006/main">
            <a:off x="964882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1,840MiB (가정)</a:t>
            </a:r>
          </a:p>
        </p:txBody>
      </p:sp>
      <p:sp>
        <p:nvSpPr>
          <p:cNvPr id="67" name="dp44-v5-qa-detail / n67">
            <a:extLst xmlns:a="http://schemas.openxmlformats.org/drawingml/2006/main">
              <a:ext uri="{FF2B5EF4-FFF2-40B4-BE49-F238E27FC236}">
                <a16:creationId xmlns:a16="http://schemas.microsoft.com/office/drawing/2014/main" id="{646B2835-2040-4B40-812E-006606674C8A}"/>
              </a:ext>
            </a:extLst>
          </p:cNvPr>
          <p:cNvSpPr>
            <a:spLocks xmlns:a="http://schemas.openxmlformats.org/drawingml/2006/main" noGrp="1"/>
          </p:cNvSpPr>
          <p:nvPr/>
        </p:nvSpPr>
        <p:spPr>
          <a:xfrm xmlns:a="http://schemas.openxmlformats.org/drawingml/2006/main">
            <a:off x="964882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window와 credit 및 envelope copy</a:t>
            </a:r>
          </a:p>
        </p:txBody>
      </p:sp>
      <p:sp>
        <p:nvSpPr>
          <p:cNvPr id="68" name="dp44-v5-qa-detail / n68">
            <a:extLst xmlns:a="http://schemas.openxmlformats.org/drawingml/2006/main">
              <a:ext uri="{FF2B5EF4-FFF2-40B4-BE49-F238E27FC236}">
                <a16:creationId xmlns:a16="http://schemas.microsoft.com/office/drawing/2014/main" id="{F21BC9E9-1F2D-42A1-9975-C0F6781A0F23}"/>
              </a:ext>
            </a:extLst>
          </p:cNvPr>
          <p:cNvSpPr>
            <a:spLocks xmlns:a="http://schemas.openxmlformats.org/drawingml/2006/main" noGrp="1"/>
          </p:cNvSpPr>
          <p:nvPr/>
        </p:nvSpPr>
        <p:spPr>
          <a:xfrm xmlns:a="http://schemas.openxmlformats.org/drawingml/2006/main">
            <a:off x="15801975" y="77247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69" name="dp44-v5-qa-detail / n69">
            <a:extLst xmlns:a="http://schemas.openxmlformats.org/drawingml/2006/main">
              <a:ext uri="{FF2B5EF4-FFF2-40B4-BE49-F238E27FC236}">
                <a16:creationId xmlns:a16="http://schemas.microsoft.com/office/drawing/2014/main" id="{526B1B18-E4CA-4CB2-974F-1A97A9F23048}"/>
              </a:ext>
            </a:extLst>
          </p:cNvPr>
          <p:cNvSpPr>
            <a:spLocks xmlns:a="http://schemas.openxmlformats.org/drawingml/2006/main" noGrp="1"/>
          </p:cNvSpPr>
          <p:nvPr/>
        </p:nvSpPr>
        <p:spPr>
          <a:xfrm xmlns:a="http://schemas.openxmlformats.org/drawingml/2006/main">
            <a:off x="15801975" y="81057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128MiB</a:t>
            </a:r>
          </a:p>
        </p:txBody>
      </p:sp>
      <p:sp>
        <p:nvSpPr>
          <p:cNvPr id="70" name="dp44-v5-qa-detail / n70">
            <a:extLst xmlns:a="http://schemas.openxmlformats.org/drawingml/2006/main">
              <a:ext uri="{FF2B5EF4-FFF2-40B4-BE49-F238E27FC236}">
                <a16:creationId xmlns:a16="http://schemas.microsoft.com/office/drawing/2014/main" id="{14FBD837-90A8-43C0-B4A3-E1E75CAE30D8}"/>
              </a:ext>
            </a:extLst>
          </p:cNvPr>
          <p:cNvSpPr>
            <a:spLocks xmlns:a="http://schemas.openxmlformats.org/drawingml/2006/main" noGrp="1"/>
          </p:cNvSpPr>
          <p:nvPr/>
        </p:nvSpPr>
        <p:spPr>
          <a:xfrm xmlns:a="http://schemas.openxmlformats.org/drawingml/2006/main">
            <a:off x="15801975" y="83439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71" name="dp44-v5-qa-detail / n71">
            <a:extLst xmlns:a="http://schemas.openxmlformats.org/drawingml/2006/main">
              <a:ext uri="{FF2B5EF4-FFF2-40B4-BE49-F238E27FC236}">
                <a16:creationId xmlns:a16="http://schemas.microsoft.com/office/drawing/2014/main" id="{CC4B4C12-48F8-4BE9-914F-2C44A6178E05}"/>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2" name="dp44-v5-qa-detail / n72">
            <a:extLst xmlns:a="http://schemas.openxmlformats.org/drawingml/2006/main">
              <a:ext uri="{FF2B5EF4-FFF2-40B4-BE49-F238E27FC236}">
                <a16:creationId xmlns:a16="http://schemas.microsoft.com/office/drawing/2014/main" id="{86CFD645-9475-48E1-B2A6-0FBC774FC731}"/>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3" name="dp44-v5-qa-detail / n73">
            <a:extLst xmlns:a="http://schemas.openxmlformats.org/drawingml/2006/main">
              <a:ext uri="{FF2B5EF4-FFF2-40B4-BE49-F238E27FC236}">
                <a16:creationId xmlns:a16="http://schemas.microsoft.com/office/drawing/2014/main" id="{9D95C4F9-C664-4BA8-BD37-8EEF0ED074AF}"/>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4" name="dp44-v5-qa-detail / n74">
            <a:extLst xmlns:a="http://schemas.openxmlformats.org/drawingml/2006/main">
              <a:ext uri="{FF2B5EF4-FFF2-40B4-BE49-F238E27FC236}">
                <a16:creationId xmlns:a16="http://schemas.microsoft.com/office/drawing/2014/main" id="{2AEB324B-541D-46D1-9618-D7A966618EA4}"/>
              </a:ext>
            </a:extLst>
          </p:cNvPr>
          <p:cNvSpPr>
            <a:spLocks xmlns:a="http://schemas.openxmlformats.org/drawingml/2006/main" noGrp="1"/>
          </p:cNvSpPr>
          <p:nvPr/>
        </p:nvSpPr>
        <p:spPr>
          <a:xfrm xmlns:a="http://schemas.openxmlformats.org/drawingml/2006/main">
            <a:off x="381000" y="886777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지역 계산 S5-04: 전이 6회 A 0.060초 / B 0.050초. 실제 queue와 음성 차례 비용은 별도다.</a:t>
            </a:r>
          </a:p>
        </p:txBody>
      </p:sp>
      <p:sp>
        <p:nvSpPr>
          <p:cNvPr id="75" name="dp44-v5-qa-detail / n75">
            <a:extLst xmlns:a="http://schemas.openxmlformats.org/drawingml/2006/main">
              <a:ext uri="{FF2B5EF4-FFF2-40B4-BE49-F238E27FC236}">
                <a16:creationId xmlns:a16="http://schemas.microsoft.com/office/drawing/2014/main" id="{0F507A23-01EC-4E13-B9C8-8B3AD9FE1FDF}"/>
              </a:ext>
            </a:extLst>
          </p:cNvPr>
          <p:cNvSpPr>
            <a:spLocks xmlns:a="http://schemas.openxmlformats.org/drawingml/2006/main" noGrp="1"/>
          </p:cNvSpPr>
          <p:nvPr/>
        </p:nvSpPr>
        <p:spPr>
          <a:xfrm xmlns:a="http://schemas.openxmlformats.org/drawingml/2006/main">
            <a:off x="381000" y="922972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P21 공통 비용 예산: 의미 $0.03472 + 신규 audio $0.24512 + 음성 Text $0.07200 = $0.35184. 잔여 $0.14816.</a:t>
            </a:r>
          </a:p>
        </p:txBody>
      </p:sp>
      <p:sp>
        <p:nvSpPr>
          <p:cNvPr id="76" name="dp44-v5-qa-detail / n76">
            <a:extLst xmlns:a="http://schemas.openxmlformats.org/drawingml/2006/main">
              <a:ext uri="{FF2B5EF4-FFF2-40B4-BE49-F238E27FC236}">
                <a16:creationId xmlns:a16="http://schemas.microsoft.com/office/drawing/2014/main" id="{49B1163A-09C3-4F87-8F61-D810D0719FEC}"/>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이력 audio, 추가 생산, 재시도와 폐기는 실제 청구로 추가한다. 전체 후보값·보호 조건 확인 후 등급을 부여한다.</a:t>
            </a:r>
          </a:p>
        </p:txBody>
      </p:sp>
    </p:spTree>
    <p:extLst>
      <p:ext uri="{BB962C8B-B14F-4D97-AF65-F5344CB8AC3E}">
        <p14:creationId xmlns:p14="http://schemas.microsoft.com/office/powerpoint/2010/main" val="1713456358"/>
      </p:ext>
    </p:extLst>
  </p:cSld>
</p:sld>
</file>

<file path=ppt/slides/slide2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5-background">
    <p:bg>
      <p:bgPr>
        <a:solidFill>
          <a:srgbClr val="FFFFFF"/>
        </a:solidFill>
      </p:bgPr>
    </p:bg>
    <p:spTree>
      <p:nvGrpSpPr>
        <p:cNvPr id="1" name=""/>
        <p:cNvGrpSpPr/>
        <p:nvPr/>
      </p:nvGrpSpPr>
      <p:grpSpPr>
        <a:xfrm/>
      </p:grpSpPr>
      <p:sp>
        <p:nvSpPr>
          <p:cNvPr id="27" name="dp45-background / title / 1">
            <a:extLst>
              <a:ext uri="{FF2B5EF4-FFF2-40B4-BE49-F238E27FC236}">
                <ns2:creationId id="{2BC78B4B-6818-406C-B813-2C328D735E49}"/>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이전 설명과 여러 Agent의 결과를,</a:t>
            </a:r>
          </a:p>
        </p:txBody>
      </p:sp>
      <p:sp>
        <p:nvSpPr>
          <p:cNvPr id="2" name="dp45-background / title / 2">
            <a:extLst>
              <a:ext uri="{FF2B5EF4-FFF2-40B4-BE49-F238E27FC236}">
                <ns2:creationId id="{608853CF-1913-449E-91EF-126B496AD672}"/>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Request에 함께 활용하는 VIA</a:t>
            </a:r>
          </a:p>
        </p:txBody>
      </p:sp>
      <p:sp>
        <p:nvSpPr>
          <p:cNvPr id="3" name="dp45-background / request / 1">
            <a:extLst>
              <a:ext uri="{FF2B5EF4-FFF2-40B4-BE49-F238E27FC236}">
                <ns2:creationId id="{A5CF8480-6DE0-4E72-ADF2-DA3DFCD75FFF}"/>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“지난번 네가 설명한 평가 기준으로,</a:t>
            </a:r>
          </a:p>
        </p:txBody>
      </p:sp>
      <p:sp>
        <p:nvSpPr>
          <p:cNvPr id="4" name="dp45-background / request / 2">
            <a:extLst>
              <a:ext uri="{FF2B5EF4-FFF2-40B4-BE49-F238E27FC236}">
                <ns2:creationId id="{E8E5101F-F87B-401C-A461-33BDDCD5CDB2}"/>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제품 비교와 견적 결과를 함께 써서 제안서를 만들어줘.”</a:t>
            </a:r>
          </a:p>
        </p:txBody>
      </p:sp>
      <p:pic>
        <p:nvPicPr>
          <p:cNvPr id="31"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32"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33"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8" name="dp45-background / participant 0 / 1">
            <a:extLst>
              <a:ext uri="{FF2B5EF4-FFF2-40B4-BE49-F238E27FC236}">
                <ns2:creationId id="{9D45AFCE-0880-4198-A1DA-5D156DBDF7E1}"/>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서로 다른 과거 기록</a:t>
            </a:r>
          </a:p>
        </p:txBody>
      </p:sp>
      <p:sp>
        <p:nvSpPr>
          <p:cNvPr id="9" name="dp45-background / participant 1 / 1">
            <a:extLst>
              <a:ext uri="{FF2B5EF4-FFF2-40B4-BE49-F238E27FC236}">
                <ns2:creationId id="{A9CD5550-417B-46E8-B6FA-BA359127B2D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맥락 연결</a:t>
            </a:r>
          </a:p>
        </p:txBody>
      </p:sp>
      <p:sp>
        <p:nvSpPr>
          <p:cNvPr id="10" name="dp45-background / participant 2 / 1">
            <a:extLst>
              <a:ext uri="{FF2B5EF4-FFF2-40B4-BE49-F238E27FC236}">
                <ns2:creationId id="{E745BF85-A65E-40A7-8F04-722C61B37F50}"/>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새 Task를 수행하는 Agent</a:t>
            </a:r>
          </a:p>
        </p:txBody>
      </p:sp>
      <p:sp>
        <p:nvSpPr>
          <p:cNvPr id="11" name="dp45-background / evidence-to-via">
            <a:extLst>
              <a:ext uri="{FF2B5EF4-FFF2-40B4-BE49-F238E27FC236}">
                <ns2:creationId id="{8CC2C518-0338-4D2F-95A9-EFB8B92058C2}"/>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5-background / evidence-to-via / arrow">
            <a:extLst>
              <a:ext uri="{FF2B5EF4-FFF2-40B4-BE49-F238E27FC236}">
                <ns2:creationId id="{3D046910-4FC4-437B-A3EF-AD8F9A090EBD}"/>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5-background / via-to-agent">
            <a:extLst>
              <a:ext uri="{FF2B5EF4-FFF2-40B4-BE49-F238E27FC236}">
                <ns2:creationId id="{BA721D73-F2F8-42F1-B700-3EE1C0784CE0}"/>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5-background / via-to-agent / arrow">
            <a:extLst>
              <a:ext uri="{FF2B5EF4-FFF2-40B4-BE49-F238E27FC236}">
                <ns2:creationId id="{28E3ABD6-6998-45F8-BF00-81BA209D9C32}"/>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5-background / past-records / 1">
            <a:extLst>
              <a:ext uri="{FF2B5EF4-FFF2-40B4-BE49-F238E27FC236}">
                <ns2:creationId id="{CD3BE1AC-3EEC-4F0C-B767-F971440DA4A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VIA가 설명한 평가 기준</a:t>
            </a:r>
          </a:p>
        </p:txBody>
      </p:sp>
      <p:sp>
        <p:nvSpPr>
          <p:cNvPr id="16" name="dp45-background / past-records / 2">
            <a:extLst>
              <a:ext uri="{FF2B5EF4-FFF2-40B4-BE49-F238E27FC236}">
                <ns2:creationId id="{9F30F7CB-82C1-4593-81C5-2A8B7ACADDF9}"/>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제품 조사 Agent의 비교 결과</a:t>
            </a:r>
          </a:p>
        </p:txBody>
      </p:sp>
      <p:sp>
        <p:nvSpPr>
          <p:cNvPr id="17" name="dp45-background / past-records / 3">
            <a:extLst>
              <a:ext uri="{FF2B5EF4-FFF2-40B4-BE49-F238E27FC236}">
                <ns2:creationId id="{51DA65E0-C635-402B-8747-93E7C18E7E8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견적 Agent의 견적 결과</a:t>
            </a:r>
          </a:p>
        </p:txBody>
      </p:sp>
      <p:sp>
        <p:nvSpPr>
          <p:cNvPr id="18" name="dp45-background / context / 1">
            <a:extLst>
              <a:ext uri="{FF2B5EF4-FFF2-40B4-BE49-F238E27FC236}">
                <ns2:creationId id="{67E12E21-89B3-4C22-B73D-99AFAAB913C9}"/>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관련 기록, 실제 전달 범위 확인</a:t>
            </a:r>
          </a:p>
        </p:txBody>
      </p:sp>
      <p:sp>
        <p:nvSpPr>
          <p:cNvPr id="19" name="dp45-background / context / 2">
            <a:extLst>
              <a:ext uri="{FF2B5EF4-FFF2-40B4-BE49-F238E27FC236}">
                <ns2:creationId id="{7E757AC0-E8D0-4B7B-AC53-8D9FA7C60634}"/>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필요한 발췌, 결과 참조 연결</a:t>
            </a:r>
          </a:p>
        </p:txBody>
      </p:sp>
      <p:sp>
        <p:nvSpPr>
          <p:cNvPr id="20" name="dp45-background / context / 3">
            <a:extLst>
              <a:ext uri="{FF2B5EF4-FFF2-40B4-BE49-F238E27FC236}">
                <ns2:creationId id="{289FE650-E1A9-4904-A46F-88FF60EE11C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이번 Request에 필요한 맥락 제공</a:t>
            </a:r>
          </a:p>
        </p:txBody>
      </p:sp>
      <p:sp>
        <p:nvSpPr>
          <p:cNvPr id="21" name="dp45-background / domain-work / 1">
            <a:extLst>
              <a:ext uri="{FF2B5EF4-FFF2-40B4-BE49-F238E27FC236}">
                <ns2:creationId id="{3ECE4081-3A17-40EF-A93F-793374F0C1D0}"/>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a:solidFill>
                  <a:srgbClr val="202B30"/>
                </a:solidFill>
                <a:latin typeface="Apple SD Gothic Neo"/>
                <a:ea typeface="Apple SD Gothic Neo"/>
                <a:cs typeface="Apple SD Gothic Neo"/>
              </a:defRPr>
            </a:pPr>
            <a:r>
              <a:rPr sz="2100" b="0">
                <a:solidFill>
                  <a:srgbClr val="202B30"/>
                </a:solidFill>
                <a:latin typeface="Apple SD Gothic Neo"/>
                <a:ea typeface="Apple SD Gothic Neo"/>
                <a:cs typeface="Apple SD Gothic Neo"/>
              </a:rPr>
              <a:t>평가 기준을 적용해 자료 분석</a:t>
            </a:r>
          </a:p>
        </p:txBody>
      </p:sp>
      <p:sp>
        <p:nvSpPr>
          <p:cNvPr id="22" name="dp45-background / domain-work / 2">
            <a:extLst>
              <a:ext uri="{FF2B5EF4-FFF2-40B4-BE49-F238E27FC236}">
                <ns2:creationId id="{1D746C4C-8437-472B-9966-0E357A7A46CC}"/>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a:solidFill>
                  <a:srgbClr val="202B30"/>
                </a:solidFill>
                <a:latin typeface="Apple SD Gothic Neo"/>
                <a:ea typeface="Apple SD Gothic Neo"/>
                <a:cs typeface="Apple SD Gothic Neo"/>
              </a:defRPr>
            </a:pPr>
            <a:r>
              <a:rPr sz="2100" b="0">
                <a:solidFill>
                  <a:srgbClr val="202B30"/>
                </a:solidFill>
                <a:latin typeface="Apple SD Gothic Neo"/>
                <a:ea typeface="Apple SD Gothic Neo"/>
                <a:cs typeface="Apple SD Gothic Neo"/>
              </a:rPr>
              <a:t>새 제안서 작성</a:t>
            </a:r>
          </a:p>
        </p:txBody>
      </p:sp>
      <p:sp>
        <p:nvSpPr>
          <p:cNvPr id="23" name="dp45-background / user-benefit / 1">
            <a:extLst>
              <a:ext uri="{FF2B5EF4-FFF2-40B4-BE49-F238E27FC236}">
                <ns2:creationId id="{DF95B438-4532-4305-A56F-56CF60810CCD}"/>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이전 설명과 여러 Task의 결과를 다시 모아 전달할 필요가 없습니다</a:t>
            </a:r>
          </a:p>
        </p:txBody>
      </p:sp>
      <p:sp>
        <p:nvSpPr>
          <p:cNvPr id="24" name="dp45-background / challenge-divider">
            <a:extLst>
              <a:ext uri="{FF2B5EF4-FFF2-40B4-BE49-F238E27FC236}">
                <ns2:creationId id="{7569077A-DED2-4E7A-B91E-5DEECE68641B}"/>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5" name="dp45-background / design-challenge / 1">
            <a:extLst>
              <a:ext uri="{FF2B5EF4-FFF2-40B4-BE49-F238E27FC236}">
                <ns2:creationId id="{DF16BB4B-3C3F-4C79-B52C-C50DE745A0EC}"/>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과거 대화와 여러 Task에 흩어진 정보 중 현재 Request에 필요한 내용을 찾아,</a:t>
            </a:r>
          </a:p>
        </p:txBody>
      </p:sp>
      <p:sp>
        <p:nvSpPr>
          <p:cNvPr id="26" name="dp45-background / design-challenge / 2">
            <a:extLst>
              <a:ext uri="{FF2B5EF4-FFF2-40B4-BE49-F238E27FC236}">
                <ns2:creationId id="{2C0BEF4A-3494-4C0B-A5EB-BEAFCD8AE07E}"/>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정정 이력과 실제 전달 내용을 반영해 제공하는 맥락 관리 구조</a:t>
            </a:r>
          </a:p>
        </p:txBody>
      </p:sp>
    </p:spTree>
    <p:extLst>
      <p:ext uri="{BB962C8B-B14F-4D97-AF65-F5344CB8AC3E}">
        <p14:creationId val="331947025"/>
      </p:ext>
    </p:extLst>
  </p:cSld>
</p:sld>
</file>

<file path=ppt/slides/slide28.xml><?xml version="1.0" encoding="utf-8"?>
<p:sld xmlns:p="http://schemas.openxmlformats.org/presentationml/2006/main">
  <p:cSld name="dp45-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304" name="dp45-comparison / n1">
            <a:extLst xmlns:a="http://schemas.openxmlformats.org/drawingml/2006/main">
              <a:ext uri="{FF2B5EF4-FFF2-40B4-BE49-F238E27FC236}">
                <a16:creationId xmlns:a16="http://schemas.microsoft.com/office/drawing/2014/main" id="{E1BCBBC5-DF86-41AD-9756-7530D0E71F5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5-comparison / n2 / text 1">
            <a:extLst xmlns:a="http://schemas.openxmlformats.org/drawingml/2006/main">
              <a:ext uri="{FF2B5EF4-FFF2-40B4-BE49-F238E27FC236}">
                <a16:creationId xmlns:a16="http://schemas.microsoft.com/office/drawing/2014/main" id="{F3820487-2C7E-449E-947A-24FDE7146385}"/>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5-comparison / n3 / text 1">
            <a:extLst xmlns:a="http://schemas.openxmlformats.org/drawingml/2006/main">
              <a:ext uri="{FF2B5EF4-FFF2-40B4-BE49-F238E27FC236}">
                <a16:creationId xmlns:a16="http://schemas.microsoft.com/office/drawing/2014/main" id="{680B980E-0939-4BDB-9098-0C07EFE13A4B}"/>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5-comparison / n4 / text 1">
            <a:extLst xmlns:a="http://schemas.openxmlformats.org/drawingml/2006/main">
              <a:ext uri="{FF2B5EF4-FFF2-40B4-BE49-F238E27FC236}">
                <a16:creationId xmlns:a16="http://schemas.microsoft.com/office/drawing/2014/main" id="{DE078271-D5AB-4E3B-9A29-4935B8B3C684}"/>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04-45. VIA 과거 정보의 Request별 구성과 공통 생산 및 조회</a:t>
            </a:r>
          </a:p>
        </p:txBody>
      </p:sp>
      <p:sp>
        <p:nvSpPr>
          <p:cNvPr id="5" name="dp45-comparison / n5 / path">
            <a:extLst xmlns:a="http://schemas.openxmlformats.org/drawingml/2006/main">
              <a:ext uri="{FF2B5EF4-FFF2-40B4-BE49-F238E27FC236}">
                <a16:creationId xmlns:a16="http://schemas.microsoft.com/office/drawing/2014/main" id="{4557CE31-8ACB-4E23-A7CA-4E13FC548E2E}"/>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5-comparison / n6 / text 1">
            <a:extLst xmlns:a="http://schemas.openxmlformats.org/drawingml/2006/main">
              <a:ext uri="{FF2B5EF4-FFF2-40B4-BE49-F238E27FC236}">
                <a16:creationId xmlns:a16="http://schemas.microsoft.com/office/drawing/2014/main" id="{719D88DA-42F4-4794-9DF4-FC26DF5C25E3}"/>
              </a:ext>
            </a:extLst>
          </p:cNvPr>
          <p:cNvSpPr>
            <a:spLocks xmlns:a="http://schemas.openxmlformats.org/drawingml/2006/main" noGrp="1"/>
          </p:cNvSpPr>
          <p:nvPr/>
        </p:nvSpPr>
        <p:spPr>
          <a:xfrm xmlns:a="http://schemas.openxmlformats.org/drawingml/2006/main">
            <a:off x="381000" y="1304925"/>
            <a:ext cx="17526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“지난번 네가 설명한 평가 기준에 맞춰, 앞서 조사한 제품 비교 결과와 받아둔 견적을 이번 제안서에 반영해줘.”</a:t>
            </a:r>
          </a:p>
        </p:txBody>
      </p:sp>
      <p:sp>
        <p:nvSpPr>
          <p:cNvPr id="7" name="dp45-comparison / n7 / text 1">
            <a:extLst xmlns:a="http://schemas.openxmlformats.org/drawingml/2006/main">
              <a:ext uri="{FF2B5EF4-FFF2-40B4-BE49-F238E27FC236}">
                <a16:creationId xmlns:a16="http://schemas.microsoft.com/office/drawing/2014/main" id="{3FF8F708-7464-4469-86CA-A0587DFE3519}"/>
              </a:ext>
            </a:extLst>
          </p:cNvPr>
          <p:cNvSpPr>
            <a:spLocks xmlns:a="http://schemas.openxmlformats.org/drawingml/2006/main" noGrp="1"/>
          </p:cNvSpPr>
          <p:nvPr/>
        </p:nvSpPr>
        <p:spPr>
          <a:xfrm xmlns:a="http://schemas.openxmlformats.org/drawingml/2006/main">
            <a:off x="381000" y="16002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VIA가 실제 설명한 내용 + 제품 조사와 견적의 결과 / 현재 제안서 업무 연결은 해석 결과 / 로컬 VIA + 클라우드 모델</a:t>
            </a:r>
          </a:p>
        </p:txBody>
      </p:sp>
      <p:sp>
        <p:nvSpPr>
          <p:cNvPr id="8" name="dp45-comparison / n8">
            <a:extLst xmlns:a="http://schemas.openxmlformats.org/drawingml/2006/main">
              <a:ext uri="{FF2B5EF4-FFF2-40B4-BE49-F238E27FC236}">
                <a16:creationId xmlns:a16="http://schemas.microsoft.com/office/drawing/2014/main" id="{4E1CCC2D-04AF-4B29-B92C-C052344E9A78}"/>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5-comparison / n9 / text 1">
            <a:extLst xmlns:a="http://schemas.openxmlformats.org/drawingml/2006/main">
              <a:ext uri="{FF2B5EF4-FFF2-40B4-BE49-F238E27FC236}">
                <a16:creationId xmlns:a16="http://schemas.microsoft.com/office/drawing/2014/main" id="{45DC2BF9-3872-4FBF-80D1-CA4E2C022C81}"/>
              </a:ext>
            </a:extLst>
          </p:cNvPr>
          <p:cNvSpPr>
            <a:spLocks xmlns:a="http://schemas.openxmlformats.org/drawingml/2006/main" noGrp="1"/>
          </p:cNvSpPr>
          <p:nvPr/>
        </p:nvSpPr>
        <p:spPr>
          <a:xfrm xmlns:a="http://schemas.openxmlformats.org/drawingml/2006/main">
            <a:off x="1485900" y="1962150"/>
            <a:ext cx="798195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A 원본 서비스 조합형</a:t>
            </a:r>
          </a:p>
        </p:txBody>
      </p:sp>
      <p:sp>
        <p:nvSpPr>
          <p:cNvPr id="10" name="dp45-comparison / n10 / text 1">
            <a:extLst xmlns:a="http://schemas.openxmlformats.org/drawingml/2006/main">
              <a:ext uri="{FF2B5EF4-FFF2-40B4-BE49-F238E27FC236}">
                <a16:creationId xmlns:a16="http://schemas.microsoft.com/office/drawing/2014/main" id="{8AAC3C03-C7E4-47C8-82A6-D17D48AC8F21}"/>
              </a:ext>
            </a:extLst>
          </p:cNvPr>
          <p:cNvSpPr>
            <a:spLocks xmlns:a="http://schemas.openxmlformats.org/drawingml/2006/main" noGrp="1"/>
          </p:cNvSpPr>
          <p:nvPr/>
        </p:nvSpPr>
        <p:spPr>
          <a:xfrm xmlns:a="http://schemas.openxmlformats.org/drawingml/2006/main">
            <a:off x="9772650" y="1962150"/>
            <a:ext cx="798195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B 공통 파생 기억 저장소형</a:t>
            </a:r>
          </a:p>
        </p:txBody>
      </p:sp>
      <p:sp>
        <p:nvSpPr>
          <p:cNvPr id="11" name="dp45-comparison / n11 / path">
            <a:extLst xmlns:a="http://schemas.openxmlformats.org/drawingml/2006/main">
              <a:ext uri="{FF2B5EF4-FFF2-40B4-BE49-F238E27FC236}">
                <a16:creationId xmlns:a16="http://schemas.microsoft.com/office/drawing/2014/main" id="{8A6C861D-6F6E-4E41-BE84-4FB30EC9C466}"/>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5-comparison / n12 / path">
            <a:extLst xmlns:a="http://schemas.openxmlformats.org/drawingml/2006/main">
              <a:ext uri="{FF2B5EF4-FFF2-40B4-BE49-F238E27FC236}">
                <a16:creationId xmlns:a16="http://schemas.microsoft.com/office/drawing/2014/main" id="{0C14A470-130F-4C02-B0E0-1AEA6F27EDCF}"/>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5-comparison / n13 / text 1">
            <a:extLst xmlns:a="http://schemas.openxmlformats.org/drawingml/2006/main">
              <a:ext uri="{FF2B5EF4-FFF2-40B4-BE49-F238E27FC236}">
                <a16:creationId xmlns:a16="http://schemas.microsoft.com/office/drawing/2014/main" id="{301E5772-F68A-40F3-BEBB-95C20C48137A}"/>
              </a:ext>
            </a:extLst>
          </p:cNvPr>
          <p:cNvSpPr>
            <a:spLocks xmlns:a="http://schemas.openxmlformats.org/drawingml/2006/main" noGrp="1"/>
          </p:cNvSpPr>
          <p:nvPr/>
        </p:nvSpPr>
        <p:spPr>
          <a:xfrm xmlns:a="http://schemas.openxmlformats.org/drawingml/2006/main">
            <a:off x="381000" y="7705725"/>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PARTIAL: 실제 전달한 예외 문구 한 구간과 결과 참조의 예시 / 기준 전체의 완전 추출을 뜻하지 않음 / 과거 게시와 현재 의미 채택은 별개</a:t>
            </a:r>
          </a:p>
        </p:txBody>
      </p:sp>
      <p:sp>
        <p:nvSpPr>
          <p:cNvPr id="14" name="dp45-comparison / n14 / text 1">
            <a:extLst xmlns:a="http://schemas.openxmlformats.org/drawingml/2006/main">
              <a:ext uri="{FF2B5EF4-FFF2-40B4-BE49-F238E27FC236}">
                <a16:creationId xmlns:a16="http://schemas.microsoft.com/office/drawing/2014/main" id="{14AD77A4-F4B7-43BD-B53F-E5AEACB57C5E}"/>
              </a:ext>
            </a:extLst>
          </p:cNvPr>
          <p:cNvSpPr>
            <a:spLocks xmlns:a="http://schemas.openxmlformats.org/drawingml/2006/main" noGrp="1"/>
          </p:cNvSpPr>
          <p:nvPr/>
        </p:nvSpPr>
        <p:spPr>
          <a:xfrm xmlns:a="http://schemas.openxmlformats.org/drawingml/2006/main">
            <a:off x="381000" y="7981950"/>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첫 요청 / 준비된 반복 조회 / 정정 직후 / 표현 밖 관계를 구분. A의 유효 관계 cache와 부분 갱신도 허용한다.</a:t>
            </a:r>
          </a:p>
        </p:txBody>
      </p:sp>
      <p:sp>
        <p:nvSpPr>
          <p:cNvPr id="305" name="dp45-v5-summary / n1">
            <a:extLst xmlns:a="http://schemas.openxmlformats.org/drawingml/2006/main">
              <a:ext uri="{FF2B5EF4-FFF2-40B4-BE49-F238E27FC236}">
                <a16:creationId xmlns:a16="http://schemas.microsoft.com/office/drawing/2014/main" id="{D4EA064B-9BAC-4B2A-B125-2DDCCF109CE3}"/>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6" name="dp45-v5-summary / n2">
            <a:extLst xmlns:a="http://schemas.openxmlformats.org/drawingml/2006/main">
              <a:ext uri="{FF2B5EF4-FFF2-40B4-BE49-F238E27FC236}">
                <a16:creationId xmlns:a16="http://schemas.microsoft.com/office/drawing/2014/main" id="{FFA8F87D-763B-471A-A92D-3A54F041D436}"/>
              </a:ext>
            </a:extLst>
          </p:cNvPr>
          <p:cNvSpPr>
            <a:spLocks xmlns:a="http://schemas.openxmlformats.org/drawingml/2006/main" noGrp="1"/>
          </p:cNvSpPr>
          <p:nvPr/>
        </p:nvSpPr>
        <p:spPr>
          <a:xfrm xmlns:a="http://schemas.openxmlformats.org/drawingml/2006/main">
            <a:off x="400050" y="83534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307" name="dp45-v5-summary / n3">
            <a:extLst xmlns:a="http://schemas.openxmlformats.org/drawingml/2006/main">
              <a:ext uri="{FF2B5EF4-FFF2-40B4-BE49-F238E27FC236}">
                <a16:creationId xmlns:a16="http://schemas.microsoft.com/office/drawing/2014/main" id="{9D202C4B-925F-4FEA-963F-EED87566F99E}"/>
              </a:ext>
            </a:extLst>
          </p:cNvPr>
          <p:cNvSpPr>
            <a:spLocks xmlns:a="http://schemas.openxmlformats.org/drawingml/2006/main" noGrp="1"/>
          </p:cNvSpPr>
          <p:nvPr/>
        </p:nvSpPr>
        <p:spPr>
          <a:xfrm xmlns:a="http://schemas.openxmlformats.org/drawingml/2006/main">
            <a:off x="2857500" y="8353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[원문과 유효 cache의 조건 보존]</a:t>
            </a:r>
          </a:p>
        </p:txBody>
      </p:sp>
      <p:sp>
        <p:nvSpPr>
          <p:cNvPr id="308" name="dp45-v5-summary / n4">
            <a:extLst xmlns:a="http://schemas.openxmlformats.org/drawingml/2006/main">
              <a:ext uri="{FF2B5EF4-FFF2-40B4-BE49-F238E27FC236}">
                <a16:creationId xmlns:a16="http://schemas.microsoft.com/office/drawing/2014/main" id="{5E3F5AC9-9EF1-4891-AD86-8C546E5C94C2}"/>
              </a:ext>
            </a:extLst>
          </p:cNvPr>
          <p:cNvSpPr>
            <a:spLocks xmlns:a="http://schemas.openxmlformats.org/drawingml/2006/main" noGrp="1"/>
          </p:cNvSpPr>
          <p:nvPr/>
        </p:nvSpPr>
        <p:spPr>
          <a:xfrm xmlns:a="http://schemas.openxmlformats.org/drawingml/2006/main">
            <a:off x="10001250" y="83534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[게시 관계의 coverage와 예외 보존]</a:t>
            </a:r>
          </a:p>
        </p:txBody>
      </p:sp>
      <p:sp>
        <p:nvSpPr>
          <p:cNvPr id="309" name="dp45-v5-summary / n5">
            <a:extLst xmlns:a="http://schemas.openxmlformats.org/drawingml/2006/main">
              <a:ext uri="{FF2B5EF4-FFF2-40B4-BE49-F238E27FC236}">
                <a16:creationId xmlns:a16="http://schemas.microsoft.com/office/drawing/2014/main" id="{411ED8AC-EA95-4B8D-B0BE-E0286E14D2A4}"/>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0" name="dp45-v5-summary / n6">
            <a:extLst xmlns:a="http://schemas.openxmlformats.org/drawingml/2006/main">
              <a:ext uri="{FF2B5EF4-FFF2-40B4-BE49-F238E27FC236}">
                <a16:creationId xmlns:a16="http://schemas.microsoft.com/office/drawing/2014/main" id="{AC17D3EF-C50C-4227-9D39-7CD47822E2E5}"/>
              </a:ext>
            </a:extLst>
          </p:cNvPr>
          <p:cNvSpPr>
            <a:spLocks xmlns:a="http://schemas.openxmlformats.org/drawingml/2006/main" noGrp="1"/>
          </p:cNvSpPr>
          <p:nvPr/>
        </p:nvSpPr>
        <p:spPr>
          <a:xfrm xmlns:a="http://schemas.openxmlformats.org/drawingml/2006/main">
            <a:off x="400050" y="85915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311" name="dp45-v5-summary / n7">
            <a:extLst xmlns:a="http://schemas.openxmlformats.org/drawingml/2006/main">
              <a:ext uri="{FF2B5EF4-FFF2-40B4-BE49-F238E27FC236}">
                <a16:creationId xmlns:a16="http://schemas.microsoft.com/office/drawing/2014/main" id="{3B059090-DF17-4BC2-AC58-0994D0CC0736}"/>
              </a:ext>
            </a:extLst>
          </p:cNvPr>
          <p:cNvSpPr>
            <a:spLocks xmlns:a="http://schemas.openxmlformats.org/drawingml/2006/main" noGrp="1"/>
          </p:cNvSpPr>
          <p:nvPr/>
        </p:nvSpPr>
        <p:spPr>
          <a:xfrm xmlns:a="http://schemas.openxmlformats.org/drawingml/2006/main">
            <a:off x="2857500" y="85915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[최초 조합과 재사용 cache 대기]</a:t>
            </a:r>
          </a:p>
        </p:txBody>
      </p:sp>
      <p:sp>
        <p:nvSpPr>
          <p:cNvPr id="312" name="dp45-v5-summary / n8">
            <a:extLst xmlns:a="http://schemas.openxmlformats.org/drawingml/2006/main">
              <a:ext uri="{FF2B5EF4-FFF2-40B4-BE49-F238E27FC236}">
                <a16:creationId xmlns:a16="http://schemas.microsoft.com/office/drawing/2014/main" id="{35F96B96-DDB9-4142-A123-91596EB921CE}"/>
              </a:ext>
            </a:extLst>
          </p:cNvPr>
          <p:cNvSpPr>
            <a:spLocks xmlns:a="http://schemas.openxmlformats.org/drawingml/2006/main" noGrp="1"/>
          </p:cNvSpPr>
          <p:nvPr/>
        </p:nvSpPr>
        <p:spPr>
          <a:xfrm xmlns:a="http://schemas.openxmlformats.org/drawingml/2006/main">
            <a:off x="10001250" y="85915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[준비된 조회와 미게시 backfill 대기]</a:t>
            </a:r>
          </a:p>
        </p:txBody>
      </p:sp>
      <p:sp>
        <p:nvSpPr>
          <p:cNvPr id="313" name="dp45-v5-summary / n9">
            <a:extLst xmlns:a="http://schemas.openxmlformats.org/drawingml/2006/main">
              <a:ext uri="{FF2B5EF4-FFF2-40B4-BE49-F238E27FC236}">
                <a16:creationId xmlns:a16="http://schemas.microsoft.com/office/drawing/2014/main" id="{CA05DA6A-8F2E-48A1-B9C5-96E60DA0AB15}"/>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4" name="dp45-v5-summary / n10">
            <a:extLst xmlns:a="http://schemas.openxmlformats.org/drawingml/2006/main">
              <a:ext uri="{FF2B5EF4-FFF2-40B4-BE49-F238E27FC236}">
                <a16:creationId xmlns:a16="http://schemas.microsoft.com/office/drawing/2014/main" id="{CD241364-3072-426B-925C-5FA99D4DF722}"/>
              </a:ext>
            </a:extLst>
          </p:cNvPr>
          <p:cNvSpPr>
            <a:spLocks xmlns:a="http://schemas.openxmlformats.org/drawingml/2006/main" noGrp="1"/>
          </p:cNvSpPr>
          <p:nvPr/>
        </p:nvSpPr>
        <p:spPr>
          <a:xfrm xmlns:a="http://schemas.openxmlformats.org/drawingml/2006/main">
            <a:off x="400050" y="88296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315" name="dp45-v5-summary / n11">
            <a:extLst xmlns:a="http://schemas.openxmlformats.org/drawingml/2006/main">
              <a:ext uri="{FF2B5EF4-FFF2-40B4-BE49-F238E27FC236}">
                <a16:creationId xmlns:a16="http://schemas.microsoft.com/office/drawing/2014/main" id="{912AD28A-7C0A-4AF7-A851-01CAC5CF3A13}"/>
              </a:ext>
            </a:extLst>
          </p:cNvPr>
          <p:cNvSpPr>
            <a:spLocks xmlns:a="http://schemas.openxmlformats.org/drawingml/2006/main" noGrp="1"/>
          </p:cNvSpPr>
          <p:nvPr/>
        </p:nvSpPr>
        <p:spPr>
          <a:xfrm xmlns:a="http://schemas.openxmlformats.org/drawingml/2006/main">
            <a:off x="2857500" y="88296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[첫 사용과 반복 및 갱신 후 조합]</a:t>
            </a:r>
          </a:p>
        </p:txBody>
      </p:sp>
      <p:sp>
        <p:nvSpPr>
          <p:cNvPr id="316" name="dp45-v5-summary / n12">
            <a:extLst xmlns:a="http://schemas.openxmlformats.org/drawingml/2006/main">
              <a:ext uri="{FF2B5EF4-FFF2-40B4-BE49-F238E27FC236}">
                <a16:creationId xmlns:a16="http://schemas.microsoft.com/office/drawing/2014/main" id="{F54913EB-9767-4B28-8C6D-E497B651A2A8}"/>
              </a:ext>
            </a:extLst>
          </p:cNvPr>
          <p:cNvSpPr>
            <a:spLocks xmlns:a="http://schemas.openxmlformats.org/drawingml/2006/main" noGrp="1"/>
          </p:cNvSpPr>
          <p:nvPr/>
        </p:nvSpPr>
        <p:spPr>
          <a:xfrm xmlns:a="http://schemas.openxmlformats.org/drawingml/2006/main">
            <a:off x="10001250" y="882967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[조회와 원문검증 및 동기 backfill]</a:t>
            </a:r>
          </a:p>
        </p:txBody>
      </p:sp>
      <p:sp>
        <p:nvSpPr>
          <p:cNvPr id="317" name="dp45-v5-summary / n13">
            <a:extLst xmlns:a="http://schemas.openxmlformats.org/drawingml/2006/main">
              <a:ext uri="{FF2B5EF4-FFF2-40B4-BE49-F238E27FC236}">
                <a16:creationId xmlns:a16="http://schemas.microsoft.com/office/drawing/2014/main" id="{8909F820-D94F-479F-A14A-CCEE4E74CBA2}"/>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8" name="dp45-v5-summary / n14">
            <a:extLst xmlns:a="http://schemas.openxmlformats.org/drawingml/2006/main">
              <a:ext uri="{FF2B5EF4-FFF2-40B4-BE49-F238E27FC236}">
                <a16:creationId xmlns:a16="http://schemas.microsoft.com/office/drawing/2014/main" id="{091DA110-8769-488C-BBA1-A025AD712D7D}"/>
              </a:ext>
            </a:extLst>
          </p:cNvPr>
          <p:cNvSpPr>
            <a:spLocks xmlns:a="http://schemas.openxmlformats.org/drawingml/2006/main" noGrp="1"/>
          </p:cNvSpPr>
          <p:nvPr/>
        </p:nvSpPr>
        <p:spPr>
          <a:xfrm xmlns:a="http://schemas.openxmlformats.org/drawingml/2006/main">
            <a:off x="400050" y="90678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319" name="dp45-v5-summary / n15">
            <a:extLst xmlns:a="http://schemas.openxmlformats.org/drawingml/2006/main">
              <a:ext uri="{FF2B5EF4-FFF2-40B4-BE49-F238E27FC236}">
                <a16:creationId xmlns:a16="http://schemas.microsoft.com/office/drawing/2014/main" id="{B6584A14-E021-4BA9-9BE6-36C43B8B005B}"/>
              </a:ext>
            </a:extLst>
          </p:cNvPr>
          <p:cNvSpPr>
            <a:spLocks xmlns:a="http://schemas.openxmlformats.org/drawingml/2006/main" noGrp="1"/>
          </p:cNvSpPr>
          <p:nvPr/>
        </p:nvSpPr>
        <p:spPr>
          <a:xfrm xmlns:a="http://schemas.openxmlformats.org/drawingml/2006/main">
            <a:off x="2857500" y="9067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[cache miss와 실제 추가 해석 청구]</a:t>
            </a:r>
          </a:p>
        </p:txBody>
      </p:sp>
      <p:sp>
        <p:nvSpPr>
          <p:cNvPr id="320" name="dp45-v5-summary / n16">
            <a:extLst xmlns:a="http://schemas.openxmlformats.org/drawingml/2006/main">
              <a:ext uri="{FF2B5EF4-FFF2-40B4-BE49-F238E27FC236}">
                <a16:creationId xmlns:a16="http://schemas.microsoft.com/office/drawing/2014/main" id="{241DDEEC-DFE1-40F9-8097-A2ED77EDB0A5}"/>
              </a:ext>
            </a:extLst>
          </p:cNvPr>
          <p:cNvSpPr>
            <a:spLocks xmlns:a="http://schemas.openxmlformats.org/drawingml/2006/main" noGrp="1"/>
          </p:cNvSpPr>
          <p:nvPr/>
        </p:nvSpPr>
        <p:spPr>
          <a:xfrm xmlns:a="http://schemas.openxmlformats.org/drawingml/2006/main">
            <a:off x="10001250" y="906780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[초기와 미사용 갱신 및 철회 청구]</a:t>
            </a:r>
          </a:p>
        </p:txBody>
      </p:sp>
      <p:sp>
        <p:nvSpPr>
          <p:cNvPr id="321" name="dp45-v5-summary / n17">
            <a:extLst xmlns:a="http://schemas.openxmlformats.org/drawingml/2006/main">
              <a:ext uri="{FF2B5EF4-FFF2-40B4-BE49-F238E27FC236}">
                <a16:creationId xmlns:a16="http://schemas.microsoft.com/office/drawing/2014/main" id="{5AE138C9-DD16-4263-9A78-C31D74554EF9}"/>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2" name="dp45-v5-summary / n18">
            <a:extLst xmlns:a="http://schemas.openxmlformats.org/drawingml/2006/main">
              <a:ext uri="{FF2B5EF4-FFF2-40B4-BE49-F238E27FC236}">
                <a16:creationId xmlns:a16="http://schemas.microsoft.com/office/drawing/2014/main" id="{BB50C27A-0F16-4269-839E-93438EE068B8}"/>
              </a:ext>
            </a:extLst>
          </p:cNvPr>
          <p:cNvSpPr>
            <a:spLocks xmlns:a="http://schemas.openxmlformats.org/drawingml/2006/main" noGrp="1"/>
          </p:cNvSpPr>
          <p:nvPr/>
        </p:nvSpPr>
        <p:spPr>
          <a:xfrm xmlns:a="http://schemas.openxmlformats.org/drawingml/2006/main">
            <a:off x="400050" y="93059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323" name="dp45-v5-summary / n19">
            <a:extLst xmlns:a="http://schemas.openxmlformats.org/drawingml/2006/main">
              <a:ext uri="{FF2B5EF4-FFF2-40B4-BE49-F238E27FC236}">
                <a16:creationId xmlns:a16="http://schemas.microsoft.com/office/drawing/2014/main" id="{58EC372C-B508-4815-96B1-020147887448}"/>
              </a:ext>
            </a:extLst>
          </p:cNvPr>
          <p:cNvSpPr>
            <a:spLocks xmlns:a="http://schemas.openxmlformats.org/drawingml/2006/main" noGrp="1"/>
          </p:cNvSpPr>
          <p:nvPr/>
        </p:nvSpPr>
        <p:spPr>
          <a:xfrm xmlns:a="http://schemas.openxmlformats.org/drawingml/2006/main">
            <a:off x="2857500" y="93059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[조합과 cache의 철회 처리 수정]</a:t>
            </a:r>
          </a:p>
        </p:txBody>
      </p:sp>
      <p:sp>
        <p:nvSpPr>
          <p:cNvPr id="324" name="dp45-v5-summary / n20">
            <a:extLst xmlns:a="http://schemas.openxmlformats.org/drawingml/2006/main">
              <a:ext uri="{FF2B5EF4-FFF2-40B4-BE49-F238E27FC236}">
                <a16:creationId xmlns:a16="http://schemas.microsoft.com/office/drawing/2014/main" id="{04D46C24-52F1-4A14-8253-FBCC08355924}"/>
              </a:ext>
            </a:extLst>
          </p:cNvPr>
          <p:cNvSpPr>
            <a:spLocks xmlns:a="http://schemas.openxmlformats.org/drawingml/2006/main" noGrp="1"/>
          </p:cNvSpPr>
          <p:nvPr/>
        </p:nvSpPr>
        <p:spPr>
          <a:xfrm xmlns:a="http://schemas.openxmlformats.org/drawingml/2006/main">
            <a:off x="10001250" y="93059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[생산자와 조회자의 철회 처리 수정]</a:t>
            </a:r>
          </a:p>
        </p:txBody>
      </p:sp>
      <p:sp>
        <p:nvSpPr>
          <p:cNvPr id="325" name="dp45-v5-summary / n21">
            <a:extLst xmlns:a="http://schemas.openxmlformats.org/drawingml/2006/main">
              <a:ext uri="{FF2B5EF4-FFF2-40B4-BE49-F238E27FC236}">
                <a16:creationId xmlns:a16="http://schemas.microsoft.com/office/drawing/2014/main" id="{D2739DC9-D644-4B55-8255-B374E0A15614}"/>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6" name="dp45-v5-summary / n22">
            <a:extLst xmlns:a="http://schemas.openxmlformats.org/drawingml/2006/main">
              <a:ext uri="{FF2B5EF4-FFF2-40B4-BE49-F238E27FC236}">
                <a16:creationId xmlns:a16="http://schemas.microsoft.com/office/drawing/2014/main" id="{90D65D04-063D-43D0-A21E-5802A3974B34}"/>
              </a:ext>
            </a:extLst>
          </p:cNvPr>
          <p:cNvSpPr>
            <a:spLocks xmlns:a="http://schemas.openxmlformats.org/drawingml/2006/main" noGrp="1"/>
          </p:cNvSpPr>
          <p:nvPr/>
        </p:nvSpPr>
        <p:spPr>
          <a:xfrm xmlns:a="http://schemas.openxmlformats.org/drawingml/2006/main">
            <a:off x="400050" y="95440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327" name="dp45-v5-summary / n23">
            <a:extLst xmlns:a="http://schemas.openxmlformats.org/drawingml/2006/main">
              <a:ext uri="{FF2B5EF4-FFF2-40B4-BE49-F238E27FC236}">
                <a16:creationId xmlns:a16="http://schemas.microsoft.com/office/drawing/2014/main" id="{0BB912E4-A139-46F0-894F-323C22346319}"/>
              </a:ext>
            </a:extLst>
          </p:cNvPr>
          <p:cNvSpPr>
            <a:spLocks xmlns:a="http://schemas.openxmlformats.org/drawingml/2006/main" noGrp="1"/>
          </p:cNvSpPr>
          <p:nvPr/>
        </p:nvSpPr>
        <p:spPr>
          <a:xfrm xmlns:a="http://schemas.openxmlformats.org/drawingml/2006/main">
            <a:off x="2857500" y="95440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1,792MiB  [원문 Context와 선택 cache]</a:t>
            </a:r>
          </a:p>
        </p:txBody>
      </p:sp>
      <p:sp>
        <p:nvSpPr>
          <p:cNvPr id="328" name="dp45-v5-summary / n24">
            <a:extLst xmlns:a="http://schemas.openxmlformats.org/drawingml/2006/main">
              <a:ext uri="{FF2B5EF4-FFF2-40B4-BE49-F238E27FC236}">
                <a16:creationId xmlns:a16="http://schemas.microsoft.com/office/drawing/2014/main" id="{00FA2D21-AB7D-451B-B33B-3AF7BB7E297B}"/>
              </a:ext>
            </a:extLst>
          </p:cNvPr>
          <p:cNvSpPr>
            <a:spLocks xmlns:a="http://schemas.openxmlformats.org/drawingml/2006/main" noGrp="1"/>
          </p:cNvSpPr>
          <p:nvPr/>
        </p:nvSpPr>
        <p:spPr>
          <a:xfrm xmlns:a="http://schemas.openxmlformats.org/drawingml/2006/main">
            <a:off x="10001250" y="95440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1,920MiB  [관계 index와 생산 상태 및 원문]</a:t>
            </a:r>
          </a:p>
        </p:txBody>
      </p:sp>
      <p:sp>
        <p:nvSpPr>
          <p:cNvPr id="329" name="dp45-v5-summary / n25">
            <a:extLst xmlns:a="http://schemas.openxmlformats.org/drawingml/2006/main">
              <a:ext uri="{FF2B5EF4-FFF2-40B4-BE49-F238E27FC236}">
                <a16:creationId xmlns:a16="http://schemas.microsoft.com/office/drawing/2014/main" id="{B8795731-DC89-44BF-82BE-4FD199401D96}"/>
              </a:ext>
            </a:extLst>
          </p:cNvPr>
          <p:cNvSpPr>
            <a:spLocks xmlns:a="http://schemas.openxmlformats.org/drawingml/2006/main" noGrp="1"/>
          </p:cNvSpPr>
          <p:nvPr/>
        </p:nvSpPr>
        <p:spPr>
          <a:xfrm xmlns:a="http://schemas.openxmlformats.org/drawingml/2006/main">
            <a:off x="381000" y="9810750"/>
            <a:ext cx="175260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P21 비용 예산 소계 $0.35184, 잔여 $0.14816. 후보별 전체 청구와 목표 판정은 평가 전.</a:t>
            </a:r>
          </a:p>
        </p:txBody>
      </p:sp>
      <p:sp>
        <p:nvSpPr>
          <p:cNvPr id="330" name="dp45-v5-summary / n26">
            <a:extLst xmlns:a="http://schemas.openxmlformats.org/drawingml/2006/main">
              <a:ext uri="{FF2B5EF4-FFF2-40B4-BE49-F238E27FC236}">
                <a16:creationId xmlns:a16="http://schemas.microsoft.com/office/drawing/2014/main" id="{A5C57EC2-A8AB-4D43-8C61-7EE512D05EB6}"/>
              </a:ext>
            </a:extLst>
          </p:cNvPr>
          <p:cNvSpPr>
            <a:spLocks xmlns:a="http://schemas.openxmlformats.org/drawingml/2006/main" noGrp="1"/>
          </p:cNvSpPr>
          <p:nvPr/>
        </p:nvSpPr>
        <p:spPr>
          <a:xfrm xmlns:a="http://schemas.openxmlformats.org/drawingml/2006/main">
            <a:off x="381000" y="100679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ASR-QA-v6 / P21 기준 / 미실측은 0점이 아님 / 메모리는 예산 가정 / 지역 계산은 다음 장</a:t>
            </a:r>
          </a:p>
        </p:txBody>
      </p:sp>
      <p:sp>
        <p:nvSpPr>
          <p:cNvPr id="41" name="dp45-comparison / legend_continuation_0">
            <a:extLst xmlns:a="http://schemas.openxmlformats.org/drawingml/2006/main">
              <a:ext uri="{FF2B5EF4-FFF2-40B4-BE49-F238E27FC236}">
                <a16:creationId xmlns:a16="http://schemas.microsoft.com/office/drawing/2014/main" id="{9C4B664D-D444-4BC7-B0D6-8AEF8132B3D8}"/>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5-comparison / legend_continuation_1 / text 1">
            <a:extLst xmlns:a="http://schemas.openxmlformats.org/drawingml/2006/main">
              <a:ext uri="{FF2B5EF4-FFF2-40B4-BE49-F238E27FC236}">
                <a16:creationId xmlns:a16="http://schemas.microsoft.com/office/drawing/2014/main" id="{F6040DA5-6766-46D3-898D-6556F9C25230}"/>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5-comparison / legend_continuation_2">
            <a:extLst xmlns:a="http://schemas.openxmlformats.org/drawingml/2006/main">
              <a:ext uri="{FF2B5EF4-FFF2-40B4-BE49-F238E27FC236}">
                <a16:creationId xmlns:a16="http://schemas.microsoft.com/office/drawing/2014/main" id="{6067826F-FC35-41F1-9EEA-16A922316E98}"/>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5-comparison / legend_continuation_3 / text 1">
            <a:extLst xmlns:a="http://schemas.openxmlformats.org/drawingml/2006/main">
              <a:ext uri="{FF2B5EF4-FFF2-40B4-BE49-F238E27FC236}">
                <a16:creationId xmlns:a16="http://schemas.microsoft.com/office/drawing/2014/main" id="{F940EF61-C6BA-47CD-8349-50C9C6C83F68}"/>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5-comparison / legend_continuation_4 / text 1">
            <a:extLst xmlns:a="http://schemas.openxmlformats.org/drawingml/2006/main">
              <a:ext uri="{FF2B5EF4-FFF2-40B4-BE49-F238E27FC236}">
                <a16:creationId xmlns:a16="http://schemas.microsoft.com/office/drawing/2014/main" id="{8459572A-12F2-4B32-B1D4-B70F9F18C56C}"/>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5-comparison / legend_continuation_5">
            <a:extLst xmlns:a="http://schemas.openxmlformats.org/drawingml/2006/main">
              <a:ext uri="{FF2B5EF4-FFF2-40B4-BE49-F238E27FC236}">
                <a16:creationId xmlns:a16="http://schemas.microsoft.com/office/drawing/2014/main" id="{9B99842E-F88D-4006-B22B-A57AA5BBC15C}"/>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5-comparison / legend_continuation_6 / text 1">
            <a:extLst xmlns:a="http://schemas.openxmlformats.org/drawingml/2006/main">
              <a:ext uri="{FF2B5EF4-FFF2-40B4-BE49-F238E27FC236}">
                <a16:creationId xmlns:a16="http://schemas.microsoft.com/office/drawing/2014/main" id="{749CE019-96E9-433D-8D38-420033E3B35F}"/>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5-comparison / legend_continuation_7 / text 1">
            <a:extLst xmlns:a="http://schemas.openxmlformats.org/drawingml/2006/main">
              <a:ext uri="{FF2B5EF4-FFF2-40B4-BE49-F238E27FC236}">
                <a16:creationId xmlns:a16="http://schemas.microsoft.com/office/drawing/2014/main" id="{A26ECB5D-7AE4-42BD-AD5F-DE59151AF709}"/>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5-comparison / legend_continuation_8">
            <a:extLst xmlns:a="http://schemas.openxmlformats.org/drawingml/2006/main">
              <a:ext uri="{FF2B5EF4-FFF2-40B4-BE49-F238E27FC236}">
                <a16:creationId xmlns:a16="http://schemas.microsoft.com/office/drawing/2014/main" id="{F9B7818B-B2C9-4F43-A1D9-A345C4E7FB7C}"/>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5-comparison / legend_continuation_8 / fold">
            <a:extLst xmlns:a="http://schemas.openxmlformats.org/drawingml/2006/main">
              <a:ext uri="{FF2B5EF4-FFF2-40B4-BE49-F238E27FC236}">
                <a16:creationId xmlns:a16="http://schemas.microsoft.com/office/drawing/2014/main" id="{6A2DC598-18FE-44D6-826F-E3F32DEE6369}"/>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5-comparison / legend_continuation_9 / text 1">
            <a:extLst xmlns:a="http://schemas.openxmlformats.org/drawingml/2006/main">
              <a:ext uri="{FF2B5EF4-FFF2-40B4-BE49-F238E27FC236}">
                <a16:creationId xmlns:a16="http://schemas.microsoft.com/office/drawing/2014/main" id="{7C59A7E7-B1D0-4F2F-A8D5-E39CF1C9FCE9}"/>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5-comparison / legend_continuation_10 / text 1">
            <a:extLst xmlns:a="http://schemas.openxmlformats.org/drawingml/2006/main">
              <a:ext uri="{FF2B5EF4-FFF2-40B4-BE49-F238E27FC236}">
                <a16:creationId xmlns:a16="http://schemas.microsoft.com/office/drawing/2014/main" id="{DF3AD842-9DBB-40B5-8159-7E5CBCF44355}"/>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5-comparison / legend_continuation_11">
            <a:extLst xmlns:a="http://schemas.openxmlformats.org/drawingml/2006/main">
              <a:ext uri="{FF2B5EF4-FFF2-40B4-BE49-F238E27FC236}">
                <a16:creationId xmlns:a16="http://schemas.microsoft.com/office/drawing/2014/main" id="{06A3214A-6E8B-4C37-9A5E-54DF4395B3D1}"/>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5-comparison / legend_continuation_12 / text 1">
            <a:extLst xmlns:a="http://schemas.openxmlformats.org/drawingml/2006/main">
              <a:ext uri="{FF2B5EF4-FFF2-40B4-BE49-F238E27FC236}">
                <a16:creationId xmlns:a16="http://schemas.microsoft.com/office/drawing/2014/main" id="{99A96383-C66B-409B-A0D9-EAE082A889BF}"/>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5-comparison / legend_continuation_13 / text 1">
            <a:extLst xmlns:a="http://schemas.openxmlformats.org/drawingml/2006/main">
              <a:ext uri="{FF2B5EF4-FFF2-40B4-BE49-F238E27FC236}">
                <a16:creationId xmlns:a16="http://schemas.microsoft.com/office/drawing/2014/main" id="{7C0CE6FF-7DCC-48E7-9314-5556A09947E7}"/>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5-comparison / legend_continuation_14">
            <a:extLst xmlns:a="http://schemas.openxmlformats.org/drawingml/2006/main">
              <a:ext uri="{FF2B5EF4-FFF2-40B4-BE49-F238E27FC236}">
                <a16:creationId xmlns:a16="http://schemas.microsoft.com/office/drawing/2014/main" id="{A0051BEC-CAD5-416A-B223-2B7ADCE2E507}"/>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5-comparison / legend_continuation_15 / text 1">
            <a:extLst xmlns:a="http://schemas.openxmlformats.org/drawingml/2006/main">
              <a:ext uri="{FF2B5EF4-FFF2-40B4-BE49-F238E27FC236}">
                <a16:creationId xmlns:a16="http://schemas.microsoft.com/office/drawing/2014/main" id="{B79E5CFA-6773-4595-81EC-D9FF7EF37BC4}"/>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5-comparison / legend_continuation_16 / text 1">
            <a:extLst xmlns:a="http://schemas.openxmlformats.org/drawingml/2006/main">
              <a:ext uri="{FF2B5EF4-FFF2-40B4-BE49-F238E27FC236}">
                <a16:creationId xmlns:a16="http://schemas.microsoft.com/office/drawing/2014/main" id="{76959A61-0B29-41A2-99F5-5B12CBAD5C0F}"/>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5-comparison / legend_continuation_17">
            <a:extLst xmlns:a="http://schemas.openxmlformats.org/drawingml/2006/main">
              <a:ext uri="{FF2B5EF4-FFF2-40B4-BE49-F238E27FC236}">
                <a16:creationId xmlns:a16="http://schemas.microsoft.com/office/drawing/2014/main" id="{AD5825EF-8259-4EFD-908D-D5B57314F3B3}"/>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5-comparison / legend_continuation_18 / text 1">
            <a:extLst xmlns:a="http://schemas.openxmlformats.org/drawingml/2006/main">
              <a:ext uri="{FF2B5EF4-FFF2-40B4-BE49-F238E27FC236}">
                <a16:creationId xmlns:a16="http://schemas.microsoft.com/office/drawing/2014/main" id="{4BBD1DF9-4F93-4453-A6BA-6DA8846A9CE6}"/>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5-comparison / legend_continuation_19 / text 1">
            <a:extLst xmlns:a="http://schemas.openxmlformats.org/drawingml/2006/main">
              <a:ext uri="{FF2B5EF4-FFF2-40B4-BE49-F238E27FC236}">
                <a16:creationId xmlns:a16="http://schemas.microsoft.com/office/drawing/2014/main" id="{D9C483BC-6BD6-418C-A531-40016459E995}"/>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5-comparison / legend_continuation_20 / path">
            <a:extLst xmlns:a="http://schemas.openxmlformats.org/drawingml/2006/main">
              <a:ext uri="{FF2B5EF4-FFF2-40B4-BE49-F238E27FC236}">
                <a16:creationId xmlns:a16="http://schemas.microsoft.com/office/drawing/2014/main" id="{844F7EA7-2281-4D35-A5BB-1750CE149AE5}"/>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5-comparison / legend_continuation_20 / arrow">
            <a:extLst xmlns:a="http://schemas.openxmlformats.org/drawingml/2006/main">
              <a:ext uri="{FF2B5EF4-FFF2-40B4-BE49-F238E27FC236}">
                <a16:creationId xmlns:a16="http://schemas.microsoft.com/office/drawing/2014/main" id="{446AE336-7F9B-430A-B559-F1D32EDFA2AF}"/>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5-comparison / legend_continuation_21 / text 1">
            <a:extLst xmlns:a="http://schemas.openxmlformats.org/drawingml/2006/main">
              <a:ext uri="{FF2B5EF4-FFF2-40B4-BE49-F238E27FC236}">
                <a16:creationId xmlns:a16="http://schemas.microsoft.com/office/drawing/2014/main" id="{986E9A34-39D8-4D43-A561-4BAF6C183EAA}"/>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5-comparison / legend_continuation_22 / path">
            <a:extLst xmlns:a="http://schemas.openxmlformats.org/drawingml/2006/main">
              <a:ext uri="{FF2B5EF4-FFF2-40B4-BE49-F238E27FC236}">
                <a16:creationId xmlns:a16="http://schemas.microsoft.com/office/drawing/2014/main" id="{DF96F52B-4496-4F22-9802-B457657D88D1}"/>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5-comparison / legend_continuation_22 / arrow">
            <a:extLst xmlns:a="http://schemas.openxmlformats.org/drawingml/2006/main">
              <a:ext uri="{FF2B5EF4-FFF2-40B4-BE49-F238E27FC236}">
                <a16:creationId xmlns:a16="http://schemas.microsoft.com/office/drawing/2014/main" id="{3F83018E-A48E-4FF4-BEDE-5BE0A853F241}"/>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5-comparison / legend_continuation_23 / text 1">
            <a:extLst xmlns:a="http://schemas.openxmlformats.org/drawingml/2006/main">
              <a:ext uri="{FF2B5EF4-FFF2-40B4-BE49-F238E27FC236}">
                <a16:creationId xmlns:a16="http://schemas.microsoft.com/office/drawing/2014/main" id="{F8881E7C-681B-4AA5-9132-86695694CCDE}"/>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5-comparison / legend_continuation_24 / text 1">
            <a:extLst xmlns:a="http://schemas.openxmlformats.org/drawingml/2006/main">
              <a:ext uri="{FF2B5EF4-FFF2-40B4-BE49-F238E27FC236}">
                <a16:creationId xmlns:a16="http://schemas.microsoft.com/office/drawing/2014/main" id="{336D6C12-8F72-4AF1-8596-EA07E569E44E}"/>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5-comparison / legend_continuation_25">
            <a:extLst xmlns:a="http://schemas.openxmlformats.org/drawingml/2006/main">
              <a:ext uri="{FF2B5EF4-FFF2-40B4-BE49-F238E27FC236}">
                <a16:creationId xmlns:a16="http://schemas.microsoft.com/office/drawing/2014/main" id="{A1D5678D-835C-4EED-B16E-97D1BE8086FE}"/>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5-comparison / legend_continuation_26 / text 1">
            <a:extLst xmlns:a="http://schemas.openxmlformats.org/drawingml/2006/main">
              <a:ext uri="{FF2B5EF4-FFF2-40B4-BE49-F238E27FC236}">
                <a16:creationId xmlns:a16="http://schemas.microsoft.com/office/drawing/2014/main" id="{203CC53E-9E99-40E5-8047-1523DE84F0AC}"/>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5-comparison / legend_continuation_27 / text 1">
            <a:extLst xmlns:a="http://schemas.openxmlformats.org/drawingml/2006/main">
              <a:ext uri="{FF2B5EF4-FFF2-40B4-BE49-F238E27FC236}">
                <a16:creationId xmlns:a16="http://schemas.microsoft.com/office/drawing/2014/main" id="{D415AF75-1B81-40AB-8226-E2D720C87E9A}"/>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5-comparison / legend_continuation_28">
            <a:extLst xmlns:a="http://schemas.openxmlformats.org/drawingml/2006/main">
              <a:ext uri="{FF2B5EF4-FFF2-40B4-BE49-F238E27FC236}">
                <a16:creationId xmlns:a16="http://schemas.microsoft.com/office/drawing/2014/main" id="{BD7E38DE-0267-43B3-B646-2DB1611BF3B8}"/>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5-comparison / legend_continuation_29 / text 1">
            <a:extLst xmlns:a="http://schemas.openxmlformats.org/drawingml/2006/main">
              <a:ext uri="{FF2B5EF4-FFF2-40B4-BE49-F238E27FC236}">
                <a16:creationId xmlns:a16="http://schemas.microsoft.com/office/drawing/2014/main" id="{F564EB89-5B7A-4AAB-B70B-9E44115DABCB}"/>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5-comparison / legend_continuation_30 / text 1">
            <a:extLst xmlns:a="http://schemas.openxmlformats.org/drawingml/2006/main">
              <a:ext uri="{FF2B5EF4-FFF2-40B4-BE49-F238E27FC236}">
                <a16:creationId xmlns:a16="http://schemas.microsoft.com/office/drawing/2014/main" id="{37896095-FA61-4971-A7BC-5999024AF08D}"/>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5-comparison / n72">
            <a:extLst xmlns:a="http://schemas.openxmlformats.org/drawingml/2006/main">
              <a:ext uri="{FF2B5EF4-FFF2-40B4-BE49-F238E27FC236}">
                <a16:creationId xmlns:a16="http://schemas.microsoft.com/office/drawing/2014/main" id="{EDBB8967-FD66-4E9E-B26E-D21496D69EEA}"/>
              </a:ext>
            </a:extLst>
          </p:cNvPr>
          <p:cNvSpPr>
            <a:spLocks xmlns:a="http://schemas.openxmlformats.org/drawingml/2006/main" noGrp="1"/>
          </p:cNvSpPr>
          <p:nvPr/>
        </p:nvSpPr>
        <p:spPr>
          <a:xfrm xmlns:a="http://schemas.openxmlformats.org/drawingml/2006/main">
            <a:off x="1666875" y="2409825"/>
            <a:ext cx="23812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6" name="dp45-comparison / n73 / text 1">
            <a:extLst xmlns:a="http://schemas.openxmlformats.org/drawingml/2006/main">
              <a:ext uri="{FF2B5EF4-FFF2-40B4-BE49-F238E27FC236}">
                <a16:creationId xmlns:a16="http://schemas.microsoft.com/office/drawing/2014/main" id="{6AE6E6EB-6D0E-4FAF-A359-A3E841E45BB8}"/>
              </a:ext>
            </a:extLst>
          </p:cNvPr>
          <p:cNvSpPr>
            <a:spLocks xmlns:a="http://schemas.openxmlformats.org/drawingml/2006/main" noGrp="1"/>
          </p:cNvSpPr>
          <p:nvPr/>
        </p:nvSpPr>
        <p:spPr>
          <a:xfrm xmlns:a="http://schemas.openxmlformats.org/drawingml/2006/main">
            <a:off x="1752600" y="2456974"/>
            <a:ext cx="2209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77" name="dp45-comparison / n74">
            <a:extLst xmlns:a="http://schemas.openxmlformats.org/drawingml/2006/main">
              <a:ext uri="{FF2B5EF4-FFF2-40B4-BE49-F238E27FC236}">
                <a16:creationId xmlns:a16="http://schemas.microsoft.com/office/drawing/2014/main" id="{B881AE6B-F1CC-4C91-81D3-64F8C1002B30}"/>
              </a:ext>
            </a:extLst>
          </p:cNvPr>
          <p:cNvSpPr>
            <a:spLocks xmlns:a="http://schemas.openxmlformats.org/drawingml/2006/main" noGrp="1"/>
          </p:cNvSpPr>
          <p:nvPr/>
        </p:nvSpPr>
        <p:spPr>
          <a:xfrm xmlns:a="http://schemas.openxmlformats.org/drawingml/2006/main">
            <a:off x="4572000" y="2409825"/>
            <a:ext cx="22383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5-comparison / n75 / text 1">
            <a:extLst xmlns:a="http://schemas.openxmlformats.org/drawingml/2006/main">
              <a:ext uri="{FF2B5EF4-FFF2-40B4-BE49-F238E27FC236}">
                <a16:creationId xmlns:a16="http://schemas.microsoft.com/office/drawing/2014/main" id="{6F95E305-E8C6-41A9-A268-B0B295869025}"/>
              </a:ext>
            </a:extLst>
          </p:cNvPr>
          <p:cNvSpPr>
            <a:spLocks xmlns:a="http://schemas.openxmlformats.org/drawingml/2006/main" noGrp="1"/>
          </p:cNvSpPr>
          <p:nvPr/>
        </p:nvSpPr>
        <p:spPr>
          <a:xfrm xmlns:a="http://schemas.openxmlformats.org/drawingml/2006/main">
            <a:off x="4657725" y="2456974"/>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Manager</a:t>
            </a:r>
          </a:p>
        </p:txBody>
      </p:sp>
      <p:sp>
        <p:nvSpPr>
          <p:cNvPr id="79" name="dp45-comparison / n76">
            <a:extLst xmlns:a="http://schemas.openxmlformats.org/drawingml/2006/main">
              <a:ext uri="{FF2B5EF4-FFF2-40B4-BE49-F238E27FC236}">
                <a16:creationId xmlns:a16="http://schemas.microsoft.com/office/drawing/2014/main" id="{29FFA2A9-4E94-4EAA-A7F7-00C06F0CD3A8}"/>
              </a:ext>
            </a:extLst>
          </p:cNvPr>
          <p:cNvSpPr>
            <a:spLocks xmlns:a="http://schemas.openxmlformats.org/drawingml/2006/main" noGrp="1"/>
          </p:cNvSpPr>
          <p:nvPr/>
        </p:nvSpPr>
        <p:spPr>
          <a:xfrm xmlns:a="http://schemas.openxmlformats.org/drawingml/2006/main">
            <a:off x="7096125" y="2409825"/>
            <a:ext cx="2190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0" name="dp45-comparison / n77 / text 1">
            <a:extLst xmlns:a="http://schemas.openxmlformats.org/drawingml/2006/main">
              <a:ext uri="{FF2B5EF4-FFF2-40B4-BE49-F238E27FC236}">
                <a16:creationId xmlns:a16="http://schemas.microsoft.com/office/drawing/2014/main" id="{795AA238-0EDD-4DEE-A01C-700065189F3D}"/>
              </a:ext>
            </a:extLst>
          </p:cNvPr>
          <p:cNvSpPr>
            <a:spLocks xmlns:a="http://schemas.openxmlformats.org/drawingml/2006/main" noGrp="1"/>
          </p:cNvSpPr>
          <p:nvPr/>
        </p:nvSpPr>
        <p:spPr>
          <a:xfrm xmlns:a="http://schemas.openxmlformats.org/drawingml/2006/main">
            <a:off x="7181850" y="2450783"/>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81" name="dp45-comparison / n88">
            <a:extLst xmlns:a="http://schemas.openxmlformats.org/drawingml/2006/main">
              <a:ext uri="{FF2B5EF4-FFF2-40B4-BE49-F238E27FC236}">
                <a16:creationId xmlns:a16="http://schemas.microsoft.com/office/drawing/2014/main" id="{862E52BA-81D8-4D83-849D-7B83456D1F2C}"/>
              </a:ext>
            </a:extLst>
          </p:cNvPr>
          <p:cNvSpPr>
            <a:spLocks xmlns:a="http://schemas.openxmlformats.org/drawingml/2006/main" noGrp="1"/>
          </p:cNvSpPr>
          <p:nvPr/>
        </p:nvSpPr>
        <p:spPr>
          <a:xfrm xmlns:a="http://schemas.openxmlformats.org/drawingml/2006/main">
            <a:off x="1571625" y="3276600"/>
            <a:ext cx="7715250" cy="27051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2" name="dp45-comparison / n89 / text 1">
            <a:extLst xmlns:a="http://schemas.openxmlformats.org/drawingml/2006/main">
              <a:ext uri="{FF2B5EF4-FFF2-40B4-BE49-F238E27FC236}">
                <a16:creationId xmlns:a16="http://schemas.microsoft.com/office/drawing/2014/main" id="{77E66E14-8BEA-4853-860A-FFBDB90BC006}"/>
              </a:ext>
            </a:extLst>
          </p:cNvPr>
          <p:cNvSpPr>
            <a:spLocks xmlns:a="http://schemas.openxmlformats.org/drawingml/2006/main" noGrp="1"/>
          </p:cNvSpPr>
          <p:nvPr/>
        </p:nvSpPr>
        <p:spPr>
          <a:xfrm xmlns:a="http://schemas.openxmlformats.org/drawingml/2006/main">
            <a:off x="1695450" y="337185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Context Manager</a:t>
            </a:r>
          </a:p>
        </p:txBody>
      </p:sp>
      <p:sp>
        <p:nvSpPr>
          <p:cNvPr id="83" name="dp45-comparison / n90">
            <a:extLst xmlns:a="http://schemas.openxmlformats.org/drawingml/2006/main">
              <a:ext uri="{FF2B5EF4-FFF2-40B4-BE49-F238E27FC236}">
                <a16:creationId xmlns:a16="http://schemas.microsoft.com/office/drawing/2014/main" id="{79DAEF86-897A-4228-8FA2-997CC4CCCAE6}"/>
              </a:ext>
            </a:extLst>
          </p:cNvPr>
          <p:cNvSpPr>
            <a:spLocks xmlns:a="http://schemas.openxmlformats.org/drawingml/2006/main" noGrp="1"/>
          </p:cNvSpPr>
          <p:nvPr/>
        </p:nvSpPr>
        <p:spPr>
          <a:xfrm xmlns:a="http://schemas.openxmlformats.org/drawingml/2006/main">
            <a:off x="1857375" y="375285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84" name="dp45-comparison / n91 / text 1">
            <a:extLst xmlns:a="http://schemas.openxmlformats.org/drawingml/2006/main">
              <a:ext uri="{FF2B5EF4-FFF2-40B4-BE49-F238E27FC236}">
                <a16:creationId xmlns:a16="http://schemas.microsoft.com/office/drawing/2014/main" id="{96388BE6-5002-4E1C-BA98-BCAC4860C7DF}"/>
              </a:ext>
            </a:extLst>
          </p:cNvPr>
          <p:cNvSpPr>
            <a:spLocks xmlns:a="http://schemas.openxmlformats.org/drawingml/2006/main" noGrp="1"/>
          </p:cNvSpPr>
          <p:nvPr/>
        </p:nvSpPr>
        <p:spPr>
          <a:xfrm xmlns:a="http://schemas.openxmlformats.org/drawingml/2006/main">
            <a:off x="1943100" y="381619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Context Composer</a:t>
            </a:r>
          </a:p>
        </p:txBody>
      </p:sp>
      <p:sp>
        <p:nvSpPr>
          <p:cNvPr id="85" name="dp45-comparison / n92">
            <a:extLst xmlns:a="http://schemas.openxmlformats.org/drawingml/2006/main">
              <a:ext uri="{FF2B5EF4-FFF2-40B4-BE49-F238E27FC236}">
                <a16:creationId xmlns:a16="http://schemas.microsoft.com/office/drawing/2014/main" id="{2F20C446-9F14-48CE-B5A7-DDDCE550DC1D}"/>
              </a:ext>
            </a:extLst>
          </p:cNvPr>
          <p:cNvSpPr>
            <a:spLocks xmlns:a="http://schemas.openxmlformats.org/drawingml/2006/main" noGrp="1"/>
          </p:cNvSpPr>
          <p:nvPr/>
        </p:nvSpPr>
        <p:spPr>
          <a:xfrm xmlns:a="http://schemas.openxmlformats.org/drawingml/2006/main">
            <a:off x="1857375" y="5191125"/>
            <a:ext cx="2571750" cy="38100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6" name="dp45-comparison / n93 / text 1">
            <a:extLst xmlns:a="http://schemas.openxmlformats.org/drawingml/2006/main">
              <a:ext uri="{FF2B5EF4-FFF2-40B4-BE49-F238E27FC236}">
                <a16:creationId xmlns:a16="http://schemas.microsoft.com/office/drawing/2014/main" id="{D10F3AD2-369D-42AA-AB19-EC3AF7BFF682}"/>
              </a:ext>
            </a:extLst>
          </p:cNvPr>
          <p:cNvSpPr>
            <a:spLocks xmlns:a="http://schemas.openxmlformats.org/drawingml/2006/main" noGrp="1"/>
          </p:cNvSpPr>
          <p:nvPr/>
        </p:nvSpPr>
        <p:spPr>
          <a:xfrm xmlns:a="http://schemas.openxmlformats.org/drawingml/2006/main">
            <a:off x="1943100" y="5284470"/>
            <a:ext cx="2400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Source View Cache</a:t>
            </a:r>
          </a:p>
        </p:txBody>
      </p:sp>
      <p:sp>
        <p:nvSpPr>
          <p:cNvPr id="87" name="dp45-comparison / n94">
            <a:extLst xmlns:a="http://schemas.openxmlformats.org/drawingml/2006/main">
              <a:ext uri="{FF2B5EF4-FFF2-40B4-BE49-F238E27FC236}">
                <a16:creationId xmlns:a16="http://schemas.microsoft.com/office/drawing/2014/main" id="{66C9334E-81EC-42D8-A104-C2914EAB28CF}"/>
              </a:ext>
            </a:extLst>
          </p:cNvPr>
          <p:cNvSpPr>
            <a:spLocks xmlns:a="http://schemas.openxmlformats.org/drawingml/2006/main" noGrp="1"/>
          </p:cNvSpPr>
          <p:nvPr/>
        </p:nvSpPr>
        <p:spPr>
          <a:xfrm xmlns:a="http://schemas.openxmlformats.org/drawingml/2006/main">
            <a:off x="5953125" y="5191125"/>
            <a:ext cx="2952750" cy="3810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88" name="dp45-comparison / n95 / text 1">
            <a:extLst xmlns:a="http://schemas.openxmlformats.org/drawingml/2006/main">
              <a:ext uri="{FF2B5EF4-FFF2-40B4-BE49-F238E27FC236}">
                <a16:creationId xmlns:a16="http://schemas.microsoft.com/office/drawing/2014/main" id="{81C4F0A7-8150-497E-9E4E-C95863D3C15D}"/>
              </a:ext>
            </a:extLst>
          </p:cNvPr>
          <p:cNvSpPr>
            <a:spLocks xmlns:a="http://schemas.openxmlformats.org/drawingml/2006/main" noGrp="1"/>
          </p:cNvSpPr>
          <p:nvPr/>
        </p:nvSpPr>
        <p:spPr>
          <a:xfrm xmlns:a="http://schemas.openxmlformats.org/drawingml/2006/main">
            <a:off x="6038850" y="5284470"/>
            <a:ext cx="2781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Request Evidence Set</a:t>
            </a:r>
          </a:p>
        </p:txBody>
      </p:sp>
      <p:sp>
        <p:nvSpPr>
          <p:cNvPr id="89" name="dp45-comparison / n96 / path">
            <a:extLst xmlns:a="http://schemas.openxmlformats.org/drawingml/2006/main">
              <a:ext uri="{FF2B5EF4-FFF2-40B4-BE49-F238E27FC236}">
                <a16:creationId xmlns:a16="http://schemas.microsoft.com/office/drawing/2014/main" id="{D7B359DB-756C-4FCD-8CF3-ECEF169F02EC}"/>
              </a:ext>
            </a:extLst>
          </p:cNvPr>
          <p:cNvSpPr>
            <a:spLocks xmlns:a="http://schemas.openxmlformats.org/drawingml/2006/main" noGrp="1"/>
          </p:cNvSpPr>
          <p:nvPr/>
        </p:nvSpPr>
        <p:spPr>
          <a:xfrm xmlns:a="http://schemas.openxmlformats.org/drawingml/2006/main">
            <a:off x="3905250" y="2714625"/>
            <a:ext cx="2762250" cy="1038225"/>
          </a:xfrm>
          <a:custGeom xmlns:a="http://schemas.openxmlformats.org/drawingml/2006/main">
            <a:pathLst>
              <a:path w="2762250" h="1038225">
                <a:moveTo>
                  <a:pt x="0" y="1038225"/>
                </a:moveTo>
                <a:lnTo>
                  <a:pt x="0" y="419100"/>
                </a:lnTo>
                <a:lnTo>
                  <a:pt x="2762250" y="419100"/>
                </a:lnTo>
                <a:lnTo>
                  <a:pt x="2762250" y="0"/>
                </a:lnTo>
              </a:path>
            </a:pathLst>
          </a:custGeom>
          <a:noFill xmlns:a="http://schemas.openxmlformats.org/drawingml/2006/main"/>
          <a:ln xmlns:a="http://schemas.openxmlformats.org/drawingml/2006/main" w="10478">
            <a:solidFill>
              <a:srgbClr val="000000"/>
            </a:solidFill>
            <a:prstDash val="solid"/>
          </a:ln>
        </p:spPr>
      </p:sp>
      <p:sp>
        <p:nvSpPr>
          <p:cNvPr id="90" name="dp45-comparison / n96 / arrow">
            <a:extLst xmlns:a="http://schemas.openxmlformats.org/drawingml/2006/main">
              <a:ext uri="{FF2B5EF4-FFF2-40B4-BE49-F238E27FC236}">
                <a16:creationId xmlns:a16="http://schemas.microsoft.com/office/drawing/2014/main" id="{040CD6EA-226B-4805-A7D6-6B1BC6FF0AFA}"/>
              </a:ext>
            </a:extLst>
          </p:cNvPr>
          <p:cNvSpPr>
            <a:spLocks xmlns:a="http://schemas.openxmlformats.org/drawingml/2006/main" noGrp="1"/>
          </p:cNvSpPr>
          <p:nvPr/>
        </p:nvSpPr>
        <p:spPr>
          <a:xfrm xmlns:a="http://schemas.openxmlformats.org/drawingml/2006/main">
            <a:off x="6633972"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91" name="dp45-comparison / n97 / path">
            <a:extLst xmlns:a="http://schemas.openxmlformats.org/drawingml/2006/main">
              <a:ext uri="{FF2B5EF4-FFF2-40B4-BE49-F238E27FC236}">
                <a16:creationId xmlns:a16="http://schemas.microsoft.com/office/drawing/2014/main" id="{44877ABE-E164-4CC3-912B-E485B03FAEC5}"/>
              </a:ext>
            </a:extLst>
          </p:cNvPr>
          <p:cNvSpPr>
            <a:spLocks xmlns:a="http://schemas.openxmlformats.org/drawingml/2006/main" noGrp="1"/>
          </p:cNvSpPr>
          <p:nvPr/>
        </p:nvSpPr>
        <p:spPr>
          <a:xfrm xmlns:a="http://schemas.openxmlformats.org/drawingml/2006/main">
            <a:off x="3943350" y="2714625"/>
            <a:ext cx="2762250" cy="1038225"/>
          </a:xfrm>
          <a:custGeom xmlns:a="http://schemas.openxmlformats.org/drawingml/2006/main">
            <a:pathLst>
              <a:path w="2762250" h="1038225">
                <a:moveTo>
                  <a:pt x="2762250" y="0"/>
                </a:moveTo>
                <a:lnTo>
                  <a:pt x="2762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92" name="dp45-comparison / n97 / arrow">
            <a:extLst xmlns:a="http://schemas.openxmlformats.org/drawingml/2006/main">
              <a:ext uri="{FF2B5EF4-FFF2-40B4-BE49-F238E27FC236}">
                <a16:creationId xmlns:a16="http://schemas.microsoft.com/office/drawing/2014/main" id="{5C6352C2-826B-4565-B6A6-2EFEC030D618}"/>
              </a:ext>
            </a:extLst>
          </p:cNvPr>
          <p:cNvSpPr>
            <a:spLocks xmlns:a="http://schemas.openxmlformats.org/drawingml/2006/main" noGrp="1"/>
          </p:cNvSpPr>
          <p:nvPr/>
        </p:nvSpPr>
        <p:spPr>
          <a:xfrm xmlns:a="http://schemas.openxmlformats.org/drawingml/2006/main">
            <a:off x="390982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3" name="dp45-comparison / n98 / path">
            <a:extLst xmlns:a="http://schemas.openxmlformats.org/drawingml/2006/main">
              <a:ext uri="{FF2B5EF4-FFF2-40B4-BE49-F238E27FC236}">
                <a16:creationId xmlns:a16="http://schemas.microsoft.com/office/drawing/2014/main" id="{6B9219C0-D27F-4A5A-A9CD-027D8471AB13}"/>
              </a:ext>
            </a:extLst>
          </p:cNvPr>
          <p:cNvSpPr>
            <a:spLocks xmlns:a="http://schemas.openxmlformats.org/drawingml/2006/main" noGrp="1"/>
          </p:cNvSpPr>
          <p:nvPr/>
        </p:nvSpPr>
        <p:spPr>
          <a:xfrm xmlns:a="http://schemas.openxmlformats.org/drawingml/2006/main">
            <a:off x="4143375" y="2714625"/>
            <a:ext cx="5048250" cy="1038225"/>
          </a:xfrm>
          <a:custGeom xmlns:a="http://schemas.openxmlformats.org/drawingml/2006/main">
            <a:pathLst>
              <a:path w="5048250" h="1038225">
                <a:moveTo>
                  <a:pt x="0" y="1038225"/>
                </a:moveTo>
                <a:lnTo>
                  <a:pt x="0" y="419100"/>
                </a:lnTo>
                <a:lnTo>
                  <a:pt x="5048250" y="419100"/>
                </a:lnTo>
                <a:lnTo>
                  <a:pt x="5048250" y="0"/>
                </a:lnTo>
              </a:path>
            </a:pathLst>
          </a:custGeom>
          <a:noFill xmlns:a="http://schemas.openxmlformats.org/drawingml/2006/main"/>
          <a:ln xmlns:a="http://schemas.openxmlformats.org/drawingml/2006/main" w="10478">
            <a:solidFill>
              <a:srgbClr val="000000"/>
            </a:solidFill>
            <a:prstDash val="solid"/>
          </a:ln>
        </p:spPr>
      </p:sp>
      <p:sp>
        <p:nvSpPr>
          <p:cNvPr id="94" name="dp45-comparison / n98 / arrow">
            <a:extLst xmlns:a="http://schemas.openxmlformats.org/drawingml/2006/main">
              <a:ext uri="{FF2B5EF4-FFF2-40B4-BE49-F238E27FC236}">
                <a16:creationId xmlns:a16="http://schemas.microsoft.com/office/drawing/2014/main" id="{D6A7B91D-FD3B-4409-B67D-12A586BA9293}"/>
              </a:ext>
            </a:extLst>
          </p:cNvPr>
          <p:cNvSpPr>
            <a:spLocks xmlns:a="http://schemas.openxmlformats.org/drawingml/2006/main" noGrp="1"/>
          </p:cNvSpPr>
          <p:nvPr/>
        </p:nvSpPr>
        <p:spPr>
          <a:xfrm xmlns:a="http://schemas.openxmlformats.org/drawingml/2006/main">
            <a:off x="9158097"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95" name="dp45-comparison / n99 / path">
            <a:extLst xmlns:a="http://schemas.openxmlformats.org/drawingml/2006/main">
              <a:ext uri="{FF2B5EF4-FFF2-40B4-BE49-F238E27FC236}">
                <a16:creationId xmlns:a16="http://schemas.microsoft.com/office/drawing/2014/main" id="{6420D9D8-2A99-42A6-9C2F-CA31A1DFDFDC}"/>
              </a:ext>
            </a:extLst>
          </p:cNvPr>
          <p:cNvSpPr>
            <a:spLocks xmlns:a="http://schemas.openxmlformats.org/drawingml/2006/main" noGrp="1"/>
          </p:cNvSpPr>
          <p:nvPr/>
        </p:nvSpPr>
        <p:spPr>
          <a:xfrm xmlns:a="http://schemas.openxmlformats.org/drawingml/2006/main">
            <a:off x="4181475" y="2714625"/>
            <a:ext cx="5048250" cy="1038225"/>
          </a:xfrm>
          <a:custGeom xmlns:a="http://schemas.openxmlformats.org/drawingml/2006/main">
            <a:pathLst>
              <a:path w="5048250" h="1038225">
                <a:moveTo>
                  <a:pt x="5048250" y="0"/>
                </a:moveTo>
                <a:lnTo>
                  <a:pt x="5048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96" name="dp45-comparison / n99 / arrow">
            <a:extLst xmlns:a="http://schemas.openxmlformats.org/drawingml/2006/main">
              <a:ext uri="{FF2B5EF4-FFF2-40B4-BE49-F238E27FC236}">
                <a16:creationId xmlns:a16="http://schemas.microsoft.com/office/drawing/2014/main" id="{8768FD56-5C1E-4BC1-853A-01629EF8F678}"/>
              </a:ext>
            </a:extLst>
          </p:cNvPr>
          <p:cNvSpPr>
            <a:spLocks xmlns:a="http://schemas.openxmlformats.org/drawingml/2006/main" noGrp="1"/>
          </p:cNvSpPr>
          <p:nvPr/>
        </p:nvSpPr>
        <p:spPr>
          <a:xfrm xmlns:a="http://schemas.openxmlformats.org/drawingml/2006/main">
            <a:off x="414794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7" name="dp45-comparison / n102 / path">
            <a:extLst xmlns:a="http://schemas.openxmlformats.org/drawingml/2006/main">
              <a:ext uri="{FF2B5EF4-FFF2-40B4-BE49-F238E27FC236}">
                <a16:creationId xmlns:a16="http://schemas.microsoft.com/office/drawing/2014/main" id="{D09D7D16-3F15-4ACF-8E7B-03901D8E0BC7}"/>
              </a:ext>
            </a:extLst>
          </p:cNvPr>
          <p:cNvSpPr>
            <a:spLocks xmlns:a="http://schemas.openxmlformats.org/drawingml/2006/main" noGrp="1"/>
          </p:cNvSpPr>
          <p:nvPr/>
        </p:nvSpPr>
        <p:spPr>
          <a:xfrm xmlns:a="http://schemas.openxmlformats.org/drawingml/2006/main">
            <a:off x="2905125" y="4114800"/>
            <a:ext cx="953" cy="1076325"/>
          </a:xfrm>
          <a:custGeom xmlns:a="http://schemas.openxmlformats.org/drawingml/2006/main">
            <a:pathLst>
              <a:path w="953" h="1076325">
                <a:moveTo>
                  <a:pt x="0" y="0"/>
                </a:moveTo>
                <a:lnTo>
                  <a:pt x="0" y="1076325"/>
                </a:lnTo>
              </a:path>
            </a:pathLst>
          </a:custGeom>
          <a:noFill xmlns:a="http://schemas.openxmlformats.org/drawingml/2006/main"/>
          <a:ln xmlns:a="http://schemas.openxmlformats.org/drawingml/2006/main" w="10478">
            <a:solidFill>
              <a:srgbClr val="000000"/>
            </a:solidFill>
            <a:prstDash val="solid"/>
          </a:ln>
        </p:spPr>
      </p:sp>
      <p:sp>
        <p:nvSpPr>
          <p:cNvPr id="98" name="dp45-comparison / n102 / arrow">
            <a:extLst xmlns:a="http://schemas.openxmlformats.org/drawingml/2006/main">
              <a:ext uri="{FF2B5EF4-FFF2-40B4-BE49-F238E27FC236}">
                <a16:creationId xmlns:a16="http://schemas.microsoft.com/office/drawing/2014/main" id="{176FFC31-762A-4B05-A625-83A58C062811}"/>
              </a:ext>
            </a:extLst>
          </p:cNvPr>
          <p:cNvSpPr>
            <a:spLocks xmlns:a="http://schemas.openxmlformats.org/drawingml/2006/main" noGrp="1"/>
          </p:cNvSpPr>
          <p:nvPr/>
        </p:nvSpPr>
        <p:spPr>
          <a:xfrm xmlns:a="http://schemas.openxmlformats.org/drawingml/2006/main">
            <a:off x="2871597" y="51240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9" name="dp45-comparison / n103 / path">
            <a:extLst xmlns:a="http://schemas.openxmlformats.org/drawingml/2006/main">
              <a:ext uri="{FF2B5EF4-FFF2-40B4-BE49-F238E27FC236}">
                <a16:creationId xmlns:a16="http://schemas.microsoft.com/office/drawing/2014/main" id="{9C710B6D-FE7B-4867-AB9C-99674C47017E}"/>
              </a:ext>
            </a:extLst>
          </p:cNvPr>
          <p:cNvSpPr>
            <a:spLocks xmlns:a="http://schemas.openxmlformats.org/drawingml/2006/main" noGrp="1"/>
          </p:cNvSpPr>
          <p:nvPr/>
        </p:nvSpPr>
        <p:spPr>
          <a:xfrm xmlns:a="http://schemas.openxmlformats.org/drawingml/2006/main">
            <a:off x="3381375" y="4114800"/>
            <a:ext cx="953" cy="1076325"/>
          </a:xfrm>
          <a:custGeom xmlns:a="http://schemas.openxmlformats.org/drawingml/2006/main">
            <a:pathLst>
              <a:path w="953" h="1076325">
                <a:moveTo>
                  <a:pt x="0" y="1076325"/>
                </a:moveTo>
                <a:lnTo>
                  <a:pt x="0" y="0"/>
                </a:lnTo>
              </a:path>
            </a:pathLst>
          </a:custGeom>
          <a:noFill xmlns:a="http://schemas.openxmlformats.org/drawingml/2006/main"/>
          <a:ln xmlns:a="http://schemas.openxmlformats.org/drawingml/2006/main" w="10478">
            <a:solidFill>
              <a:srgbClr val="000000"/>
            </a:solidFill>
            <a:prstDash val="dash"/>
          </a:ln>
        </p:spPr>
      </p:sp>
      <p:sp>
        <p:nvSpPr>
          <p:cNvPr id="100" name="dp45-comparison / n103 / arrow">
            <a:extLst xmlns:a="http://schemas.openxmlformats.org/drawingml/2006/main">
              <a:ext uri="{FF2B5EF4-FFF2-40B4-BE49-F238E27FC236}">
                <a16:creationId xmlns:a16="http://schemas.microsoft.com/office/drawing/2014/main" id="{7A0B15AC-4112-4424-B315-703914DAFC18}"/>
              </a:ext>
            </a:extLst>
          </p:cNvPr>
          <p:cNvSpPr>
            <a:spLocks xmlns:a="http://schemas.openxmlformats.org/drawingml/2006/main" noGrp="1"/>
          </p:cNvSpPr>
          <p:nvPr/>
        </p:nvSpPr>
        <p:spPr>
          <a:xfrm xmlns:a="http://schemas.openxmlformats.org/drawingml/2006/main">
            <a:off x="3347847" y="41148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01" name="dp45-comparison / n108 / path">
            <a:extLst xmlns:a="http://schemas.openxmlformats.org/drawingml/2006/main">
              <a:ext uri="{FF2B5EF4-FFF2-40B4-BE49-F238E27FC236}">
                <a16:creationId xmlns:a16="http://schemas.microsoft.com/office/drawing/2014/main" id="{F4EC5E1A-2A74-42ED-A4C2-7A3EDF03708C}"/>
              </a:ext>
            </a:extLst>
          </p:cNvPr>
          <p:cNvSpPr>
            <a:spLocks xmlns:a="http://schemas.openxmlformats.org/drawingml/2006/main" noGrp="1"/>
          </p:cNvSpPr>
          <p:nvPr/>
        </p:nvSpPr>
        <p:spPr>
          <a:xfrm xmlns:a="http://schemas.openxmlformats.org/drawingml/2006/main">
            <a:off x="4429125" y="3933825"/>
            <a:ext cx="3000375" cy="1257300"/>
          </a:xfrm>
          <a:custGeom xmlns:a="http://schemas.openxmlformats.org/drawingml/2006/main">
            <a:pathLst>
              <a:path w="3000375" h="1257300">
                <a:moveTo>
                  <a:pt x="0" y="0"/>
                </a:moveTo>
                <a:lnTo>
                  <a:pt x="381000" y="0"/>
                </a:lnTo>
                <a:lnTo>
                  <a:pt x="381000" y="1181100"/>
                </a:lnTo>
                <a:lnTo>
                  <a:pt x="3000375" y="1181100"/>
                </a:lnTo>
                <a:lnTo>
                  <a:pt x="3000375" y="1257300"/>
                </a:lnTo>
              </a:path>
            </a:pathLst>
          </a:custGeom>
          <a:noFill xmlns:a="http://schemas.openxmlformats.org/drawingml/2006/main"/>
          <a:ln xmlns:a="http://schemas.openxmlformats.org/drawingml/2006/main" w="10478">
            <a:solidFill>
              <a:srgbClr val="B8753F"/>
            </a:solidFill>
            <a:prstDash val="solid"/>
          </a:ln>
        </p:spPr>
      </p:sp>
      <p:sp>
        <p:nvSpPr>
          <p:cNvPr id="102" name="dp45-comparison / n108 / arrow">
            <a:extLst xmlns:a="http://schemas.openxmlformats.org/drawingml/2006/main">
              <a:ext uri="{FF2B5EF4-FFF2-40B4-BE49-F238E27FC236}">
                <a16:creationId xmlns:a16="http://schemas.microsoft.com/office/drawing/2014/main" id="{E12143EE-16A5-42C1-9BBB-30992D3FFA4E}"/>
              </a:ext>
            </a:extLst>
          </p:cNvPr>
          <p:cNvSpPr>
            <a:spLocks xmlns:a="http://schemas.openxmlformats.org/drawingml/2006/main" noGrp="1"/>
          </p:cNvSpPr>
          <p:nvPr/>
        </p:nvSpPr>
        <p:spPr>
          <a:xfrm xmlns:a="http://schemas.openxmlformats.org/drawingml/2006/main">
            <a:off x="7395972" y="51240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03" name="dp45-comparison / n109 / path">
            <a:extLst xmlns:a="http://schemas.openxmlformats.org/drawingml/2006/main">
              <a:ext uri="{FF2B5EF4-FFF2-40B4-BE49-F238E27FC236}">
                <a16:creationId xmlns:a16="http://schemas.microsoft.com/office/drawing/2014/main" id="{151130CB-2D1B-4EA1-A1C4-782B311685BE}"/>
              </a:ext>
            </a:extLst>
          </p:cNvPr>
          <p:cNvSpPr>
            <a:spLocks xmlns:a="http://schemas.openxmlformats.org/drawingml/2006/main" noGrp="1"/>
          </p:cNvSpPr>
          <p:nvPr/>
        </p:nvSpPr>
        <p:spPr>
          <a:xfrm xmlns:a="http://schemas.openxmlformats.org/drawingml/2006/main">
            <a:off x="4429125" y="4029075"/>
            <a:ext cx="3143250" cy="1162050"/>
          </a:xfrm>
          <a:custGeom xmlns:a="http://schemas.openxmlformats.org/drawingml/2006/main">
            <a:pathLst>
              <a:path w="3143250" h="1162050">
                <a:moveTo>
                  <a:pt x="3143250" y="1162050"/>
                </a:moveTo>
                <a:lnTo>
                  <a:pt x="3143250" y="1038225"/>
                </a:lnTo>
                <a:lnTo>
                  <a:pt x="476250" y="1038225"/>
                </a:lnTo>
                <a:lnTo>
                  <a:pt x="476250" y="0"/>
                </a:lnTo>
                <a:lnTo>
                  <a:pt x="0" y="0"/>
                </a:lnTo>
              </a:path>
            </a:pathLst>
          </a:custGeom>
          <a:noFill xmlns:a="http://schemas.openxmlformats.org/drawingml/2006/main"/>
          <a:ln xmlns:a="http://schemas.openxmlformats.org/drawingml/2006/main" w="10478">
            <a:solidFill>
              <a:srgbClr val="B8753F"/>
            </a:solidFill>
            <a:prstDash val="dash"/>
          </a:ln>
        </p:spPr>
      </p:sp>
      <p:sp>
        <p:nvSpPr>
          <p:cNvPr id="104" name="dp45-comparison / n109 / arrow">
            <a:extLst xmlns:a="http://schemas.openxmlformats.org/drawingml/2006/main">
              <a:ext uri="{FF2B5EF4-FFF2-40B4-BE49-F238E27FC236}">
                <a16:creationId xmlns:a16="http://schemas.microsoft.com/office/drawing/2014/main" id="{87EFDF25-C509-4CC0-969A-2436C22B7E4E}"/>
              </a:ext>
            </a:extLst>
          </p:cNvPr>
          <p:cNvSpPr>
            <a:spLocks xmlns:a="http://schemas.openxmlformats.org/drawingml/2006/main" noGrp="1"/>
          </p:cNvSpPr>
          <p:nvPr/>
        </p:nvSpPr>
        <p:spPr>
          <a:xfrm xmlns:a="http://schemas.openxmlformats.org/drawingml/2006/main">
            <a:off x="4429125" y="39955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105" name="dp45-comparison / n116 / path">
            <a:extLst xmlns:a="http://schemas.openxmlformats.org/drawingml/2006/main">
              <a:ext uri="{FF2B5EF4-FFF2-40B4-BE49-F238E27FC236}">
                <a16:creationId xmlns:a16="http://schemas.microsoft.com/office/drawing/2014/main" id="{FF0719B1-BB45-47FB-89B0-8D4854BFB652}"/>
              </a:ext>
            </a:extLst>
          </p:cNvPr>
          <p:cNvSpPr>
            <a:spLocks xmlns:a="http://schemas.openxmlformats.org/drawingml/2006/main" noGrp="1"/>
          </p:cNvSpPr>
          <p:nvPr/>
        </p:nvSpPr>
        <p:spPr>
          <a:xfrm xmlns:a="http://schemas.openxmlformats.org/drawingml/2006/main">
            <a:off x="1447800" y="2562225"/>
            <a:ext cx="409575" cy="1371600"/>
          </a:xfrm>
          <a:custGeom xmlns:a="http://schemas.openxmlformats.org/drawingml/2006/main">
            <a:pathLst>
              <a:path w="409575" h="1371600">
                <a:moveTo>
                  <a:pt x="219075" y="0"/>
                </a:moveTo>
                <a:lnTo>
                  <a:pt x="0" y="0"/>
                </a:lnTo>
                <a:lnTo>
                  <a:pt x="0" y="1371600"/>
                </a:lnTo>
                <a:lnTo>
                  <a:pt x="409575" y="1371600"/>
                </a:lnTo>
              </a:path>
            </a:pathLst>
          </a:custGeom>
          <a:noFill xmlns:a="http://schemas.openxmlformats.org/drawingml/2006/main"/>
          <a:ln xmlns:a="http://schemas.openxmlformats.org/drawingml/2006/main" w="10478">
            <a:solidFill>
              <a:srgbClr val="B8753F"/>
            </a:solidFill>
            <a:prstDash val="solid"/>
          </a:ln>
        </p:spPr>
      </p:sp>
      <p:sp>
        <p:nvSpPr>
          <p:cNvPr id="106" name="dp45-comparison / n116 / arrow">
            <a:extLst xmlns:a="http://schemas.openxmlformats.org/drawingml/2006/main">
              <a:ext uri="{FF2B5EF4-FFF2-40B4-BE49-F238E27FC236}">
                <a16:creationId xmlns:a16="http://schemas.microsoft.com/office/drawing/2014/main" id="{53690F01-1478-4A61-863E-43C72B6D4413}"/>
              </a:ext>
            </a:extLst>
          </p:cNvPr>
          <p:cNvSpPr>
            <a:spLocks xmlns:a="http://schemas.openxmlformats.org/drawingml/2006/main" noGrp="1"/>
          </p:cNvSpPr>
          <p:nvPr/>
        </p:nvSpPr>
        <p:spPr>
          <a:xfrm xmlns:a="http://schemas.openxmlformats.org/drawingml/2006/main">
            <a:off x="1790319" y="39002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7" name="dp45-comparison / n117 / path">
            <a:extLst xmlns:a="http://schemas.openxmlformats.org/drawingml/2006/main">
              <a:ext uri="{FF2B5EF4-FFF2-40B4-BE49-F238E27FC236}">
                <a16:creationId xmlns:a16="http://schemas.microsoft.com/office/drawing/2014/main" id="{4D371327-C6F6-4508-9137-AFE2DBE350BF}"/>
              </a:ext>
            </a:extLst>
          </p:cNvPr>
          <p:cNvSpPr>
            <a:spLocks xmlns:a="http://schemas.openxmlformats.org/drawingml/2006/main" noGrp="1"/>
          </p:cNvSpPr>
          <p:nvPr/>
        </p:nvSpPr>
        <p:spPr>
          <a:xfrm xmlns:a="http://schemas.openxmlformats.org/drawingml/2006/main">
            <a:off x="1524000" y="2638425"/>
            <a:ext cx="333375" cy="1381125"/>
          </a:xfrm>
          <a:custGeom xmlns:a="http://schemas.openxmlformats.org/drawingml/2006/main">
            <a:pathLst>
              <a:path w="333375" h="1381125">
                <a:moveTo>
                  <a:pt x="333375" y="1381125"/>
                </a:moveTo>
                <a:lnTo>
                  <a:pt x="0" y="1381125"/>
                </a:lnTo>
                <a:lnTo>
                  <a:pt x="0" y="0"/>
                </a:lnTo>
                <a:lnTo>
                  <a:pt x="142875" y="0"/>
                </a:lnTo>
              </a:path>
            </a:pathLst>
          </a:custGeom>
          <a:noFill xmlns:a="http://schemas.openxmlformats.org/drawingml/2006/main"/>
          <a:ln xmlns:a="http://schemas.openxmlformats.org/drawingml/2006/main" w="10478">
            <a:solidFill>
              <a:srgbClr val="B8753F"/>
            </a:solidFill>
            <a:prstDash val="dash"/>
          </a:ln>
        </p:spPr>
      </p:sp>
      <p:sp>
        <p:nvSpPr>
          <p:cNvPr id="108" name="dp45-comparison / n117 / arrow">
            <a:extLst xmlns:a="http://schemas.openxmlformats.org/drawingml/2006/main">
              <a:ext uri="{FF2B5EF4-FFF2-40B4-BE49-F238E27FC236}">
                <a16:creationId xmlns:a16="http://schemas.microsoft.com/office/drawing/2014/main" id="{36F7B903-B03F-4E76-9045-B10328BF6E11}"/>
              </a:ext>
            </a:extLst>
          </p:cNvPr>
          <p:cNvSpPr>
            <a:spLocks xmlns:a="http://schemas.openxmlformats.org/drawingml/2006/main" noGrp="1"/>
          </p:cNvSpPr>
          <p:nvPr/>
        </p:nvSpPr>
        <p:spPr>
          <a:xfrm xmlns:a="http://schemas.openxmlformats.org/drawingml/2006/main">
            <a:off x="1599819" y="26048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9" name="dp45-comparison / n120">
            <a:extLst xmlns:a="http://schemas.openxmlformats.org/drawingml/2006/main">
              <a:ext uri="{FF2B5EF4-FFF2-40B4-BE49-F238E27FC236}">
                <a16:creationId xmlns:a16="http://schemas.microsoft.com/office/drawing/2014/main" id="{B4A43EE1-C5F2-42F1-8C78-1899D2B5C494}"/>
              </a:ext>
            </a:extLst>
          </p:cNvPr>
          <p:cNvSpPr>
            <a:spLocks xmlns:a="http://schemas.openxmlformats.org/drawingml/2006/main" noGrp="1"/>
          </p:cNvSpPr>
          <p:nvPr/>
        </p:nvSpPr>
        <p:spPr>
          <a:xfrm xmlns:a="http://schemas.openxmlformats.org/drawingml/2006/main">
            <a:off x="1857375" y="6076950"/>
            <a:ext cx="2571750" cy="2381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0" name="dp45-comparison / n121 / text 1">
            <a:extLst xmlns:a="http://schemas.openxmlformats.org/drawingml/2006/main">
              <a:ext uri="{FF2B5EF4-FFF2-40B4-BE49-F238E27FC236}">
                <a16:creationId xmlns:a16="http://schemas.microsoft.com/office/drawing/2014/main" id="{7A94E2CC-C1EB-4B20-84DB-1B9F27A0ACE8}"/>
              </a:ext>
            </a:extLst>
          </p:cNvPr>
          <p:cNvSpPr>
            <a:spLocks xmlns:a="http://schemas.openxmlformats.org/drawingml/2006/main" noGrp="1"/>
          </p:cNvSpPr>
          <p:nvPr/>
        </p:nvSpPr>
        <p:spPr>
          <a:xfrm xmlns:a="http://schemas.openxmlformats.org/drawingml/2006/main">
            <a:off x="1943100" y="6096953"/>
            <a:ext cx="2400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Model Access</a:t>
            </a:r>
          </a:p>
        </p:txBody>
      </p:sp>
      <p:sp>
        <p:nvSpPr>
          <p:cNvPr id="111" name="dp45-comparison / n122">
            <a:extLst xmlns:a="http://schemas.openxmlformats.org/drawingml/2006/main">
              <a:ext uri="{FF2B5EF4-FFF2-40B4-BE49-F238E27FC236}">
                <a16:creationId xmlns:a16="http://schemas.microsoft.com/office/drawing/2014/main" id="{D6A8F2B5-DA06-478B-8EAC-411EBE14467E}"/>
              </a:ext>
            </a:extLst>
          </p:cNvPr>
          <p:cNvSpPr>
            <a:spLocks xmlns:a="http://schemas.openxmlformats.org/drawingml/2006/main" noGrp="1"/>
          </p:cNvSpPr>
          <p:nvPr/>
        </p:nvSpPr>
        <p:spPr>
          <a:xfrm xmlns:a="http://schemas.openxmlformats.org/drawingml/2006/main">
            <a:off x="6334125" y="6076950"/>
            <a:ext cx="2857500" cy="23812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112" name="dp45-comparison / n123 / text 1">
            <a:extLst xmlns:a="http://schemas.openxmlformats.org/drawingml/2006/main">
              <a:ext uri="{FF2B5EF4-FFF2-40B4-BE49-F238E27FC236}">
                <a16:creationId xmlns:a16="http://schemas.microsoft.com/office/drawing/2014/main" id="{784E6D1E-C5A8-4CC3-A4B7-F269B80E3379}"/>
              </a:ext>
            </a:extLst>
          </p:cNvPr>
          <p:cNvSpPr>
            <a:spLocks xmlns:a="http://schemas.openxmlformats.org/drawingml/2006/main" noGrp="1"/>
          </p:cNvSpPr>
          <p:nvPr/>
        </p:nvSpPr>
        <p:spPr>
          <a:xfrm xmlns:a="http://schemas.openxmlformats.org/drawingml/2006/main">
            <a:off x="6419850" y="6096953"/>
            <a:ext cx="2686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클라우드 의미 LLM</a:t>
            </a:r>
          </a:p>
        </p:txBody>
      </p:sp>
      <p:sp>
        <p:nvSpPr>
          <p:cNvPr id="113" name="dp45-comparison / n124 / path">
            <a:extLst xmlns:a="http://schemas.openxmlformats.org/drawingml/2006/main">
              <a:ext uri="{FF2B5EF4-FFF2-40B4-BE49-F238E27FC236}">
                <a16:creationId xmlns:a16="http://schemas.microsoft.com/office/drawing/2014/main" id="{E3D8BEDD-5129-4F40-BFB2-0E4E662B646B}"/>
              </a:ext>
            </a:extLst>
          </p:cNvPr>
          <p:cNvSpPr>
            <a:spLocks xmlns:a="http://schemas.openxmlformats.org/drawingml/2006/main" noGrp="1"/>
          </p:cNvSpPr>
          <p:nvPr/>
        </p:nvSpPr>
        <p:spPr>
          <a:xfrm xmlns:a="http://schemas.openxmlformats.org/drawingml/2006/main">
            <a:off x="1638300" y="3933825"/>
            <a:ext cx="219075" cy="2262188"/>
          </a:xfrm>
          <a:custGeom xmlns:a="http://schemas.openxmlformats.org/drawingml/2006/main">
            <a:pathLst>
              <a:path w="219075" h="2262188">
                <a:moveTo>
                  <a:pt x="219075" y="0"/>
                </a:moveTo>
                <a:lnTo>
                  <a:pt x="0" y="0"/>
                </a:lnTo>
                <a:lnTo>
                  <a:pt x="0" y="2262188"/>
                </a:lnTo>
                <a:lnTo>
                  <a:pt x="219075" y="2262188"/>
                </a:lnTo>
              </a:path>
            </a:pathLst>
          </a:custGeom>
          <a:noFill xmlns:a="http://schemas.openxmlformats.org/drawingml/2006/main"/>
          <a:ln xmlns:a="http://schemas.openxmlformats.org/drawingml/2006/main" w="10478">
            <a:solidFill>
              <a:srgbClr val="000000"/>
            </a:solidFill>
            <a:prstDash val="solid"/>
          </a:ln>
        </p:spPr>
      </p:sp>
      <p:sp>
        <p:nvSpPr>
          <p:cNvPr id="114" name="dp45-comparison / n124 / arrow">
            <a:extLst xmlns:a="http://schemas.openxmlformats.org/drawingml/2006/main">
              <a:ext uri="{FF2B5EF4-FFF2-40B4-BE49-F238E27FC236}">
                <a16:creationId xmlns:a16="http://schemas.microsoft.com/office/drawing/2014/main" id="{879A7D0F-F6C9-4F53-B2E8-5C1B8D80500C}"/>
              </a:ext>
            </a:extLst>
          </p:cNvPr>
          <p:cNvSpPr>
            <a:spLocks xmlns:a="http://schemas.openxmlformats.org/drawingml/2006/main" noGrp="1"/>
          </p:cNvSpPr>
          <p:nvPr/>
        </p:nvSpPr>
        <p:spPr>
          <a:xfrm xmlns:a="http://schemas.openxmlformats.org/drawingml/2006/main">
            <a:off x="1790319" y="61624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5" name="dp45-comparison / n125 / path">
            <a:extLst xmlns:a="http://schemas.openxmlformats.org/drawingml/2006/main">
              <a:ext uri="{FF2B5EF4-FFF2-40B4-BE49-F238E27FC236}">
                <a16:creationId xmlns:a16="http://schemas.microsoft.com/office/drawing/2014/main" id="{78AA5789-6A21-4255-B8EB-625C964AC4C9}"/>
              </a:ext>
            </a:extLst>
          </p:cNvPr>
          <p:cNvSpPr>
            <a:spLocks xmlns:a="http://schemas.openxmlformats.org/drawingml/2006/main" noGrp="1"/>
          </p:cNvSpPr>
          <p:nvPr/>
        </p:nvSpPr>
        <p:spPr>
          <a:xfrm xmlns:a="http://schemas.openxmlformats.org/drawingml/2006/main">
            <a:off x="1714500" y="4029075"/>
            <a:ext cx="142875" cy="2224088"/>
          </a:xfrm>
          <a:custGeom xmlns:a="http://schemas.openxmlformats.org/drawingml/2006/main">
            <a:pathLst>
              <a:path w="142875" h="2224088">
                <a:moveTo>
                  <a:pt x="142875" y="2224088"/>
                </a:moveTo>
                <a:lnTo>
                  <a:pt x="0" y="2224088"/>
                </a:lnTo>
                <a:lnTo>
                  <a:pt x="0" y="0"/>
                </a:lnTo>
                <a:lnTo>
                  <a:pt x="142875" y="0"/>
                </a:lnTo>
              </a:path>
            </a:pathLst>
          </a:custGeom>
          <a:noFill xmlns:a="http://schemas.openxmlformats.org/drawingml/2006/main"/>
          <a:ln xmlns:a="http://schemas.openxmlformats.org/drawingml/2006/main" w="10478">
            <a:solidFill>
              <a:srgbClr val="000000"/>
            </a:solidFill>
            <a:prstDash val="dash"/>
          </a:ln>
        </p:spPr>
      </p:sp>
      <p:sp>
        <p:nvSpPr>
          <p:cNvPr id="116" name="dp45-comparison / n125 / arrow">
            <a:extLst xmlns:a="http://schemas.openxmlformats.org/drawingml/2006/main">
              <a:ext uri="{FF2B5EF4-FFF2-40B4-BE49-F238E27FC236}">
                <a16:creationId xmlns:a16="http://schemas.microsoft.com/office/drawing/2014/main" id="{9252D5C7-3FAD-44B2-85AE-D5F2D500E7B7}"/>
              </a:ext>
            </a:extLst>
          </p:cNvPr>
          <p:cNvSpPr>
            <a:spLocks xmlns:a="http://schemas.openxmlformats.org/drawingml/2006/main" noGrp="1"/>
          </p:cNvSpPr>
          <p:nvPr/>
        </p:nvSpPr>
        <p:spPr>
          <a:xfrm xmlns:a="http://schemas.openxmlformats.org/drawingml/2006/main">
            <a:off x="1790319" y="39955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7" name="dp45-comparison / n126 / path">
            <a:extLst xmlns:a="http://schemas.openxmlformats.org/drawingml/2006/main">
              <a:ext uri="{FF2B5EF4-FFF2-40B4-BE49-F238E27FC236}">
                <a16:creationId xmlns:a16="http://schemas.microsoft.com/office/drawing/2014/main" id="{8DB03CD2-36B1-4913-9B7F-08F9F61845B3}"/>
              </a:ext>
            </a:extLst>
          </p:cNvPr>
          <p:cNvSpPr>
            <a:spLocks xmlns:a="http://schemas.openxmlformats.org/drawingml/2006/main" noGrp="1"/>
          </p:cNvSpPr>
          <p:nvPr/>
        </p:nvSpPr>
        <p:spPr>
          <a:xfrm xmlns:a="http://schemas.openxmlformats.org/drawingml/2006/main">
            <a:off x="4429125" y="6157913"/>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118" name="dp45-comparison / n126 / arrow">
            <a:extLst xmlns:a="http://schemas.openxmlformats.org/drawingml/2006/main">
              <a:ext uri="{FF2B5EF4-FFF2-40B4-BE49-F238E27FC236}">
                <a16:creationId xmlns:a16="http://schemas.microsoft.com/office/drawing/2014/main" id="{41F501EB-D5CB-47AC-A1B2-DEC83D392A58}"/>
              </a:ext>
            </a:extLst>
          </p:cNvPr>
          <p:cNvSpPr>
            <a:spLocks xmlns:a="http://schemas.openxmlformats.org/drawingml/2006/main" noGrp="1"/>
          </p:cNvSpPr>
          <p:nvPr/>
        </p:nvSpPr>
        <p:spPr>
          <a:xfrm xmlns:a="http://schemas.openxmlformats.org/drawingml/2006/main">
            <a:off x="6267069" y="61243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9" name="dp45-comparison / n127 / path">
            <a:extLst xmlns:a="http://schemas.openxmlformats.org/drawingml/2006/main">
              <a:ext uri="{FF2B5EF4-FFF2-40B4-BE49-F238E27FC236}">
                <a16:creationId xmlns:a16="http://schemas.microsoft.com/office/drawing/2014/main" id="{F314221A-781F-47EF-8B76-CE33BF7CFCC5}"/>
              </a:ext>
            </a:extLst>
          </p:cNvPr>
          <p:cNvSpPr>
            <a:spLocks xmlns:a="http://schemas.openxmlformats.org/drawingml/2006/main" noGrp="1"/>
          </p:cNvSpPr>
          <p:nvPr/>
        </p:nvSpPr>
        <p:spPr>
          <a:xfrm xmlns:a="http://schemas.openxmlformats.org/drawingml/2006/main">
            <a:off x="4429125" y="6243638"/>
            <a:ext cx="1905000" cy="953"/>
          </a:xfrm>
          <a:custGeom xmlns:a="http://schemas.openxmlformats.org/drawingml/2006/main">
            <a:pathLst>
              <a:path w="1905000" h="953">
                <a:moveTo>
                  <a:pt x="1905000" y="0"/>
                </a:moveTo>
                <a:lnTo>
                  <a:pt x="0" y="0"/>
                </a:lnTo>
              </a:path>
            </a:pathLst>
          </a:custGeom>
          <a:noFill xmlns:a="http://schemas.openxmlformats.org/drawingml/2006/main"/>
          <a:ln xmlns:a="http://schemas.openxmlformats.org/drawingml/2006/main" w="10478">
            <a:solidFill>
              <a:srgbClr val="000000"/>
            </a:solidFill>
            <a:prstDash val="dash"/>
          </a:ln>
        </p:spPr>
      </p:sp>
      <p:sp>
        <p:nvSpPr>
          <p:cNvPr id="120" name="dp45-comparison / n127 / arrow">
            <a:extLst xmlns:a="http://schemas.openxmlformats.org/drawingml/2006/main">
              <a:ext uri="{FF2B5EF4-FFF2-40B4-BE49-F238E27FC236}">
                <a16:creationId xmlns:a16="http://schemas.microsoft.com/office/drawing/2014/main" id="{56079DA8-0ED8-4C67-8DD7-332EAF0455B5}"/>
              </a:ext>
            </a:extLst>
          </p:cNvPr>
          <p:cNvSpPr>
            <a:spLocks xmlns:a="http://schemas.openxmlformats.org/drawingml/2006/main" noGrp="1"/>
          </p:cNvSpPr>
          <p:nvPr/>
        </p:nvSpPr>
        <p:spPr>
          <a:xfrm xmlns:a="http://schemas.openxmlformats.org/drawingml/2006/main">
            <a:off x="4429125" y="621011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21" name="dp45-comparison / n130 / path">
            <a:extLst xmlns:a="http://schemas.openxmlformats.org/drawingml/2006/main">
              <a:ext uri="{FF2B5EF4-FFF2-40B4-BE49-F238E27FC236}">
                <a16:creationId xmlns:a16="http://schemas.microsoft.com/office/drawing/2014/main" id="{C874EBF8-D9CB-42D9-ACD7-A1C1641D50D9}"/>
              </a:ext>
            </a:extLst>
          </p:cNvPr>
          <p:cNvSpPr>
            <a:spLocks xmlns:a="http://schemas.openxmlformats.org/drawingml/2006/main" noGrp="1"/>
          </p:cNvSpPr>
          <p:nvPr/>
        </p:nvSpPr>
        <p:spPr>
          <a:xfrm xmlns:a="http://schemas.openxmlformats.org/drawingml/2006/main">
            <a:off x="1571625" y="64484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22" name="dp45-comparison / n133">
            <a:extLst xmlns:a="http://schemas.openxmlformats.org/drawingml/2006/main">
              <a:ext uri="{FF2B5EF4-FFF2-40B4-BE49-F238E27FC236}">
                <a16:creationId xmlns:a16="http://schemas.microsoft.com/office/drawing/2014/main" id="{F0EC092A-497C-480F-96C4-CF3129A6E74F}"/>
              </a:ext>
            </a:extLst>
          </p:cNvPr>
          <p:cNvSpPr>
            <a:spLocks xmlns:a="http://schemas.openxmlformats.org/drawingml/2006/main" noGrp="1"/>
          </p:cNvSpPr>
          <p:nvPr/>
        </p:nvSpPr>
        <p:spPr>
          <a:xfrm xmlns:a="http://schemas.openxmlformats.org/drawingml/2006/main">
            <a:off x="166687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3" name="dp45-comparison / n134 / text 1">
            <a:extLst xmlns:a="http://schemas.openxmlformats.org/drawingml/2006/main">
              <a:ext uri="{FF2B5EF4-FFF2-40B4-BE49-F238E27FC236}">
                <a16:creationId xmlns:a16="http://schemas.microsoft.com/office/drawing/2014/main" id="{37A701A3-DDCC-477D-AC01-6D1E253DC08F}"/>
              </a:ext>
            </a:extLst>
          </p:cNvPr>
          <p:cNvSpPr>
            <a:spLocks xmlns:a="http://schemas.openxmlformats.org/drawingml/2006/main" noGrp="1"/>
          </p:cNvSpPr>
          <p:nvPr/>
        </p:nvSpPr>
        <p:spPr>
          <a:xfrm xmlns:a="http://schemas.openxmlformats.org/drawingml/2006/main">
            <a:off x="175260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Query1 도착</a:t>
            </a:r>
          </a:p>
        </p:txBody>
      </p:sp>
      <p:sp>
        <p:nvSpPr>
          <p:cNvPr id="124" name="dp45-comparison / n135">
            <a:extLst xmlns:a="http://schemas.openxmlformats.org/drawingml/2006/main">
              <a:ext uri="{FF2B5EF4-FFF2-40B4-BE49-F238E27FC236}">
                <a16:creationId xmlns:a16="http://schemas.microsoft.com/office/drawing/2014/main" id="{5D89E3F5-15D9-4A97-A61F-03D6436B7A96}"/>
              </a:ext>
            </a:extLst>
          </p:cNvPr>
          <p:cNvSpPr>
            <a:spLocks xmlns:a="http://schemas.openxmlformats.org/drawingml/2006/main" noGrp="1"/>
          </p:cNvSpPr>
          <p:nvPr/>
        </p:nvSpPr>
        <p:spPr>
          <a:xfrm xmlns:a="http://schemas.openxmlformats.org/drawingml/2006/main">
            <a:off x="433387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5-comparison / n136 / text 1">
            <a:extLst xmlns:a="http://schemas.openxmlformats.org/drawingml/2006/main">
              <a:ext uri="{FF2B5EF4-FFF2-40B4-BE49-F238E27FC236}">
                <a16:creationId xmlns:a16="http://schemas.microsoft.com/office/drawing/2014/main" id="{CBEAB143-237A-4F75-9C91-094BDA851CD2}"/>
              </a:ext>
            </a:extLst>
          </p:cNvPr>
          <p:cNvSpPr>
            <a:spLocks xmlns:a="http://schemas.openxmlformats.org/drawingml/2006/main" noGrp="1"/>
          </p:cNvSpPr>
          <p:nvPr/>
        </p:nvSpPr>
        <p:spPr>
          <a:xfrm xmlns:a="http://schemas.openxmlformats.org/drawingml/2006/main">
            <a:off x="441960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원본 조회 / 결합</a:t>
            </a:r>
          </a:p>
        </p:txBody>
      </p:sp>
      <p:sp>
        <p:nvSpPr>
          <p:cNvPr id="126" name="dp45-comparison / n137 / path">
            <a:extLst xmlns:a="http://schemas.openxmlformats.org/drawingml/2006/main">
              <a:ext uri="{FF2B5EF4-FFF2-40B4-BE49-F238E27FC236}">
                <a16:creationId xmlns:a16="http://schemas.microsoft.com/office/drawing/2014/main" id="{007A54D2-DE75-48F8-8EDC-4B383EE2A4C9}"/>
              </a:ext>
            </a:extLst>
          </p:cNvPr>
          <p:cNvSpPr>
            <a:spLocks xmlns:a="http://schemas.openxmlformats.org/drawingml/2006/main" noGrp="1"/>
          </p:cNvSpPr>
          <p:nvPr/>
        </p:nvSpPr>
        <p:spPr>
          <a:xfrm xmlns:a="http://schemas.openxmlformats.org/drawingml/2006/main">
            <a:off x="390525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7" name="dp45-comparison / n137 / arrow">
            <a:extLst xmlns:a="http://schemas.openxmlformats.org/drawingml/2006/main">
              <a:ext uri="{FF2B5EF4-FFF2-40B4-BE49-F238E27FC236}">
                <a16:creationId xmlns:a16="http://schemas.microsoft.com/office/drawing/2014/main" id="{68DDC289-3778-4126-AC58-E276320D10B9}"/>
              </a:ext>
            </a:extLst>
          </p:cNvPr>
          <p:cNvSpPr>
            <a:spLocks xmlns:a="http://schemas.openxmlformats.org/drawingml/2006/main" noGrp="1"/>
          </p:cNvSpPr>
          <p:nvPr/>
        </p:nvSpPr>
        <p:spPr>
          <a:xfrm xmlns:a="http://schemas.openxmlformats.org/drawingml/2006/main">
            <a:off x="426681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28" name="dp45-comparison / n138">
            <a:extLst xmlns:a="http://schemas.openxmlformats.org/drawingml/2006/main">
              <a:ext uri="{FF2B5EF4-FFF2-40B4-BE49-F238E27FC236}">
                <a16:creationId xmlns:a16="http://schemas.microsoft.com/office/drawing/2014/main" id="{4DA388E7-4005-4FFA-BEE5-E30FDAF1AACE}"/>
              </a:ext>
            </a:extLst>
          </p:cNvPr>
          <p:cNvSpPr>
            <a:spLocks xmlns:a="http://schemas.openxmlformats.org/drawingml/2006/main" noGrp="1"/>
          </p:cNvSpPr>
          <p:nvPr/>
        </p:nvSpPr>
        <p:spPr>
          <a:xfrm xmlns:a="http://schemas.openxmlformats.org/drawingml/2006/main">
            <a:off x="7000875" y="671512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9" name="dp45-comparison / n139 / text 1">
            <a:extLst xmlns:a="http://schemas.openxmlformats.org/drawingml/2006/main">
              <a:ext uri="{FF2B5EF4-FFF2-40B4-BE49-F238E27FC236}">
                <a16:creationId xmlns:a16="http://schemas.microsoft.com/office/drawing/2014/main" id="{D982A7BB-D79A-4239-962D-968190245BB7}"/>
              </a:ext>
            </a:extLst>
          </p:cNvPr>
          <p:cNvSpPr>
            <a:spLocks xmlns:a="http://schemas.openxmlformats.org/drawingml/2006/main" noGrp="1"/>
          </p:cNvSpPr>
          <p:nvPr/>
        </p:nvSpPr>
        <p:spPr>
          <a:xfrm xmlns:a="http://schemas.openxmlformats.org/drawingml/2006/main">
            <a:off x="7086600" y="675084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Bundle1을 caller에 반환</a:t>
            </a:r>
          </a:p>
        </p:txBody>
      </p:sp>
      <p:sp>
        <p:nvSpPr>
          <p:cNvPr id="130" name="dp45-comparison / n140 / path">
            <a:extLst xmlns:a="http://schemas.openxmlformats.org/drawingml/2006/main">
              <a:ext uri="{FF2B5EF4-FFF2-40B4-BE49-F238E27FC236}">
                <a16:creationId xmlns:a16="http://schemas.microsoft.com/office/drawing/2014/main" id="{F7186A59-D65C-4922-94DD-ABF60E50B024}"/>
              </a:ext>
            </a:extLst>
          </p:cNvPr>
          <p:cNvSpPr>
            <a:spLocks xmlns:a="http://schemas.openxmlformats.org/drawingml/2006/main" noGrp="1"/>
          </p:cNvSpPr>
          <p:nvPr/>
        </p:nvSpPr>
        <p:spPr>
          <a:xfrm xmlns:a="http://schemas.openxmlformats.org/drawingml/2006/main">
            <a:off x="657225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1" name="dp45-comparison / n140 / arrow">
            <a:extLst xmlns:a="http://schemas.openxmlformats.org/drawingml/2006/main">
              <a:ext uri="{FF2B5EF4-FFF2-40B4-BE49-F238E27FC236}">
                <a16:creationId xmlns:a16="http://schemas.microsoft.com/office/drawing/2014/main" id="{3BD6635A-54D6-4D17-AFCF-A447511EB969}"/>
              </a:ext>
            </a:extLst>
          </p:cNvPr>
          <p:cNvSpPr>
            <a:spLocks xmlns:a="http://schemas.openxmlformats.org/drawingml/2006/main" noGrp="1"/>
          </p:cNvSpPr>
          <p:nvPr/>
        </p:nvSpPr>
        <p:spPr>
          <a:xfrm xmlns:a="http://schemas.openxmlformats.org/drawingml/2006/main">
            <a:off x="693381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2" name="dp45-comparison / n141">
            <a:extLst xmlns:a="http://schemas.openxmlformats.org/drawingml/2006/main">
              <a:ext uri="{FF2B5EF4-FFF2-40B4-BE49-F238E27FC236}">
                <a16:creationId xmlns:a16="http://schemas.microsoft.com/office/drawing/2014/main" id="{472CA240-B40A-4429-A613-17D75E69B73A}"/>
              </a:ext>
            </a:extLst>
          </p:cNvPr>
          <p:cNvSpPr>
            <a:spLocks xmlns:a="http://schemas.openxmlformats.org/drawingml/2006/main" noGrp="1"/>
          </p:cNvSpPr>
          <p:nvPr/>
        </p:nvSpPr>
        <p:spPr>
          <a:xfrm xmlns:a="http://schemas.openxmlformats.org/drawingml/2006/main">
            <a:off x="166687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3" name="dp45-comparison / n142 / text 1">
            <a:extLst xmlns:a="http://schemas.openxmlformats.org/drawingml/2006/main">
              <a:ext uri="{FF2B5EF4-FFF2-40B4-BE49-F238E27FC236}">
                <a16:creationId xmlns:a16="http://schemas.microsoft.com/office/drawing/2014/main" id="{A5382BC6-C601-4799-BCB2-5DFDA78EEA5D}"/>
              </a:ext>
            </a:extLst>
          </p:cNvPr>
          <p:cNvSpPr>
            <a:spLocks xmlns:a="http://schemas.openxmlformats.org/drawingml/2006/main" noGrp="1"/>
          </p:cNvSpPr>
          <p:nvPr/>
        </p:nvSpPr>
        <p:spPr>
          <a:xfrm xmlns:a="http://schemas.openxmlformats.org/drawingml/2006/main">
            <a:off x="175260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같은 정보 반복 요청</a:t>
            </a:r>
          </a:p>
        </p:txBody>
      </p:sp>
      <p:sp>
        <p:nvSpPr>
          <p:cNvPr id="134" name="dp45-comparison / n143">
            <a:extLst xmlns:a="http://schemas.openxmlformats.org/drawingml/2006/main">
              <a:ext uri="{FF2B5EF4-FFF2-40B4-BE49-F238E27FC236}">
                <a16:creationId xmlns:a16="http://schemas.microsoft.com/office/drawing/2014/main" id="{BB5D0B0C-3040-44CC-B6AD-CD39051F7AC9}"/>
              </a:ext>
            </a:extLst>
          </p:cNvPr>
          <p:cNvSpPr>
            <a:spLocks xmlns:a="http://schemas.openxmlformats.org/drawingml/2006/main" noGrp="1"/>
          </p:cNvSpPr>
          <p:nvPr/>
        </p:nvSpPr>
        <p:spPr>
          <a:xfrm xmlns:a="http://schemas.openxmlformats.org/drawingml/2006/main">
            <a:off x="433387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5" name="dp45-comparison / n144 / text 1">
            <a:extLst xmlns:a="http://schemas.openxmlformats.org/drawingml/2006/main">
              <a:ext uri="{FF2B5EF4-FFF2-40B4-BE49-F238E27FC236}">
                <a16:creationId xmlns:a16="http://schemas.microsoft.com/office/drawing/2014/main" id="{25BA42F5-904B-43F4-8633-C66B6957F441}"/>
              </a:ext>
            </a:extLst>
          </p:cNvPr>
          <p:cNvSpPr>
            <a:spLocks xmlns:a="http://schemas.openxmlformats.org/drawingml/2006/main" noGrp="1"/>
          </p:cNvSpPr>
          <p:nvPr/>
        </p:nvSpPr>
        <p:spPr>
          <a:xfrm xmlns:a="http://schemas.openxmlformats.org/drawingml/2006/main">
            <a:off x="441960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유효 cache / 부분 갱신</a:t>
            </a:r>
          </a:p>
        </p:txBody>
      </p:sp>
      <p:sp>
        <p:nvSpPr>
          <p:cNvPr id="136" name="dp45-comparison / n145 / path">
            <a:extLst xmlns:a="http://schemas.openxmlformats.org/drawingml/2006/main">
              <a:ext uri="{FF2B5EF4-FFF2-40B4-BE49-F238E27FC236}">
                <a16:creationId xmlns:a16="http://schemas.microsoft.com/office/drawing/2014/main" id="{EDEE15F6-05C0-49D7-97E5-A938B9B29EA8}"/>
              </a:ext>
            </a:extLst>
          </p:cNvPr>
          <p:cNvSpPr>
            <a:spLocks xmlns:a="http://schemas.openxmlformats.org/drawingml/2006/main" noGrp="1"/>
          </p:cNvSpPr>
          <p:nvPr/>
        </p:nvSpPr>
        <p:spPr>
          <a:xfrm xmlns:a="http://schemas.openxmlformats.org/drawingml/2006/main">
            <a:off x="390525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7" name="dp45-comparison / n145 / arrow">
            <a:extLst xmlns:a="http://schemas.openxmlformats.org/drawingml/2006/main">
              <a:ext uri="{FF2B5EF4-FFF2-40B4-BE49-F238E27FC236}">
                <a16:creationId xmlns:a16="http://schemas.microsoft.com/office/drawing/2014/main" id="{10E667E3-9D1E-473B-B71F-52A2E433388E}"/>
              </a:ext>
            </a:extLst>
          </p:cNvPr>
          <p:cNvSpPr>
            <a:spLocks xmlns:a="http://schemas.openxmlformats.org/drawingml/2006/main" noGrp="1"/>
          </p:cNvSpPr>
          <p:nvPr/>
        </p:nvSpPr>
        <p:spPr>
          <a:xfrm xmlns:a="http://schemas.openxmlformats.org/drawingml/2006/main">
            <a:off x="426681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8" name="dp45-comparison / n146">
            <a:extLst xmlns:a="http://schemas.openxmlformats.org/drawingml/2006/main">
              <a:ext uri="{FF2B5EF4-FFF2-40B4-BE49-F238E27FC236}">
                <a16:creationId xmlns:a16="http://schemas.microsoft.com/office/drawing/2014/main" id="{FE5EFB4D-1217-460D-B041-1C28BD0BF38D}"/>
              </a:ext>
            </a:extLst>
          </p:cNvPr>
          <p:cNvSpPr>
            <a:spLocks xmlns:a="http://schemas.openxmlformats.org/drawingml/2006/main" noGrp="1"/>
          </p:cNvSpPr>
          <p:nvPr/>
        </p:nvSpPr>
        <p:spPr>
          <a:xfrm xmlns:a="http://schemas.openxmlformats.org/drawingml/2006/main">
            <a:off x="7000875" y="72580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9" name="dp45-comparison / n147 / text 1">
            <a:extLst xmlns:a="http://schemas.openxmlformats.org/drawingml/2006/main">
              <a:ext uri="{FF2B5EF4-FFF2-40B4-BE49-F238E27FC236}">
                <a16:creationId xmlns:a16="http://schemas.microsoft.com/office/drawing/2014/main" id="{0DB54A58-7804-4EBB-86F0-D8214944BE57}"/>
              </a:ext>
            </a:extLst>
          </p:cNvPr>
          <p:cNvSpPr>
            <a:spLocks xmlns:a="http://schemas.openxmlformats.org/drawingml/2006/main" noGrp="1"/>
          </p:cNvSpPr>
          <p:nvPr/>
        </p:nvSpPr>
        <p:spPr>
          <a:xfrm xmlns:a="http://schemas.openxmlformats.org/drawingml/2006/main">
            <a:off x="7086600" y="7293769"/>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목적의 묶음 구성</a:t>
            </a:r>
          </a:p>
        </p:txBody>
      </p:sp>
      <p:sp>
        <p:nvSpPr>
          <p:cNvPr id="140" name="dp45-comparison / n148 / path">
            <a:extLst xmlns:a="http://schemas.openxmlformats.org/drawingml/2006/main">
              <a:ext uri="{FF2B5EF4-FFF2-40B4-BE49-F238E27FC236}">
                <a16:creationId xmlns:a16="http://schemas.microsoft.com/office/drawing/2014/main" id="{67B105CE-472D-4222-827A-45BD046FA1FA}"/>
              </a:ext>
            </a:extLst>
          </p:cNvPr>
          <p:cNvSpPr>
            <a:spLocks xmlns:a="http://schemas.openxmlformats.org/drawingml/2006/main" noGrp="1"/>
          </p:cNvSpPr>
          <p:nvPr/>
        </p:nvSpPr>
        <p:spPr>
          <a:xfrm xmlns:a="http://schemas.openxmlformats.org/drawingml/2006/main">
            <a:off x="657225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41" name="dp45-comparison / n148 / arrow">
            <a:extLst xmlns:a="http://schemas.openxmlformats.org/drawingml/2006/main">
              <a:ext uri="{FF2B5EF4-FFF2-40B4-BE49-F238E27FC236}">
                <a16:creationId xmlns:a16="http://schemas.microsoft.com/office/drawing/2014/main" id="{53A64EA1-8751-4888-94BC-61CF49AF359F}"/>
              </a:ext>
            </a:extLst>
          </p:cNvPr>
          <p:cNvSpPr>
            <a:spLocks xmlns:a="http://schemas.openxmlformats.org/drawingml/2006/main" noGrp="1"/>
          </p:cNvSpPr>
          <p:nvPr/>
        </p:nvSpPr>
        <p:spPr>
          <a:xfrm xmlns:a="http://schemas.openxmlformats.org/drawingml/2006/main">
            <a:off x="693381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42" name="dp45-comparison / n78">
            <a:extLst xmlns:a="http://schemas.openxmlformats.org/drawingml/2006/main">
              <a:ext uri="{FF2B5EF4-FFF2-40B4-BE49-F238E27FC236}">
                <a16:creationId xmlns:a16="http://schemas.microsoft.com/office/drawing/2014/main" id="{3E202C2C-1727-4C45-9ED0-F9EC21E9C126}"/>
              </a:ext>
            </a:extLst>
          </p:cNvPr>
          <p:cNvSpPr>
            <a:spLocks xmlns:a="http://schemas.openxmlformats.org/drawingml/2006/main" noGrp="1"/>
          </p:cNvSpPr>
          <p:nvPr/>
        </p:nvSpPr>
        <p:spPr>
          <a:xfrm xmlns:a="http://schemas.openxmlformats.org/drawingml/2006/main">
            <a:off x="1647825" y="2771775"/>
            <a:ext cx="198062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3" name="dp45-comparison / n79 / text 1">
            <a:extLst xmlns:a="http://schemas.openxmlformats.org/drawingml/2006/main">
              <a:ext uri="{FF2B5EF4-FFF2-40B4-BE49-F238E27FC236}">
                <a16:creationId xmlns:a16="http://schemas.microsoft.com/office/drawing/2014/main" id="{8BDBB50E-791C-47F4-8C64-1A7043D1FB2B}"/>
              </a:ext>
            </a:extLst>
          </p:cNvPr>
          <p:cNvSpPr>
            <a:spLocks xmlns:a="http://schemas.openxmlformats.org/drawingml/2006/main" noGrp="1"/>
          </p:cNvSpPr>
          <p:nvPr/>
        </p:nvSpPr>
        <p:spPr>
          <a:xfrm xmlns:a="http://schemas.openxmlformats.org/drawingml/2006/main">
            <a:off x="1666875" y="2781300"/>
            <a:ext cx="2667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Query1: 평가 기준과 과거 결과</a:t>
            </a:r>
          </a:p>
        </p:txBody>
      </p:sp>
      <p:sp>
        <p:nvSpPr>
          <p:cNvPr id="144" name="dp45-comparison / n80">
            <a:extLst xmlns:a="http://schemas.openxmlformats.org/drawingml/2006/main">
              <a:ext uri="{FF2B5EF4-FFF2-40B4-BE49-F238E27FC236}">
                <a16:creationId xmlns:a16="http://schemas.microsoft.com/office/drawing/2014/main" id="{9D1277BD-8E23-42AD-9895-EEB3822CA42D}"/>
              </a:ext>
            </a:extLst>
          </p:cNvPr>
          <p:cNvSpPr>
            <a:spLocks xmlns:a="http://schemas.openxmlformats.org/drawingml/2006/main" noGrp="1"/>
          </p:cNvSpPr>
          <p:nvPr/>
        </p:nvSpPr>
        <p:spPr>
          <a:xfrm xmlns:a="http://schemas.openxmlformats.org/drawingml/2006/main">
            <a:off x="4600575" y="2762250"/>
            <a:ext cx="17312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 name="dp45-comparison / n81 / text 1">
            <a:extLst xmlns:a="http://schemas.openxmlformats.org/drawingml/2006/main">
              <a:ext uri="{FF2B5EF4-FFF2-40B4-BE49-F238E27FC236}">
                <a16:creationId xmlns:a16="http://schemas.microsoft.com/office/drawing/2014/main" id="{F8C85EFE-2AEE-4666-BDED-29092DD1EB44}"/>
              </a:ext>
            </a:extLst>
          </p:cNvPr>
          <p:cNvSpPr>
            <a:spLocks xmlns:a="http://schemas.openxmlformats.org/drawingml/2006/main" noGrp="1"/>
          </p:cNvSpPr>
          <p:nvPr/>
        </p:nvSpPr>
        <p:spPr>
          <a:xfrm xmlns:a="http://schemas.openxmlformats.org/drawingml/2006/main">
            <a:off x="4619625" y="2771775"/>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설명 원문 / 실제 전달한 범위</a:t>
            </a:r>
          </a:p>
        </p:txBody>
      </p:sp>
      <p:sp>
        <p:nvSpPr>
          <p:cNvPr id="146" name="dp45-comparison / n82">
            <a:extLst xmlns:a="http://schemas.openxmlformats.org/drawingml/2006/main">
              <a:ext uri="{FF2B5EF4-FFF2-40B4-BE49-F238E27FC236}">
                <a16:creationId xmlns:a16="http://schemas.microsoft.com/office/drawing/2014/main" id="{ED7B4DD0-430C-4752-BC3E-610C3BE1198C}"/>
              </a:ext>
            </a:extLst>
          </p:cNvPr>
          <p:cNvSpPr>
            <a:spLocks xmlns:a="http://schemas.openxmlformats.org/drawingml/2006/main" noGrp="1"/>
          </p:cNvSpPr>
          <p:nvPr/>
        </p:nvSpPr>
        <p:spPr>
          <a:xfrm xmlns:a="http://schemas.openxmlformats.org/drawingml/2006/main">
            <a:off x="7124700" y="2762250"/>
            <a:ext cx="182270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7" name="dp45-comparison / n83 / text 1">
            <a:extLst xmlns:a="http://schemas.openxmlformats.org/drawingml/2006/main">
              <a:ext uri="{FF2B5EF4-FFF2-40B4-BE49-F238E27FC236}">
                <a16:creationId xmlns:a16="http://schemas.microsoft.com/office/drawing/2014/main" id="{87132FDA-890C-46F2-BAFC-3257F4F1C8B6}"/>
              </a:ext>
            </a:extLst>
          </p:cNvPr>
          <p:cNvSpPr>
            <a:spLocks xmlns:a="http://schemas.openxmlformats.org/drawingml/2006/main" noGrp="1"/>
          </p:cNvSpPr>
          <p:nvPr/>
        </p:nvSpPr>
        <p:spPr>
          <a:xfrm xmlns:a="http://schemas.openxmlformats.org/drawingml/2006/main">
            <a:off x="7143750" y="2771775"/>
            <a:ext cx="2095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제품 조사 / Task2 견적</a:t>
            </a:r>
          </a:p>
        </p:txBody>
      </p:sp>
      <p:sp>
        <p:nvSpPr>
          <p:cNvPr id="148" name="dp45-comparison / n84">
            <a:extLst xmlns:a="http://schemas.openxmlformats.org/drawingml/2006/main">
              <a:ext uri="{FF2B5EF4-FFF2-40B4-BE49-F238E27FC236}">
                <a16:creationId xmlns:a16="http://schemas.microsoft.com/office/drawing/2014/main" id="{90041367-3042-4B3F-B375-80A25876DBD5}"/>
              </a:ext>
            </a:extLst>
          </p:cNvPr>
          <p:cNvSpPr>
            <a:spLocks xmlns:a="http://schemas.openxmlformats.org/drawingml/2006/main" noGrp="1"/>
          </p:cNvSpPr>
          <p:nvPr/>
        </p:nvSpPr>
        <p:spPr>
          <a:xfrm xmlns:a="http://schemas.openxmlformats.org/drawingml/2006/main">
            <a:off x="4600575" y="2924175"/>
            <a:ext cx="12077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9" name="dp45-comparison / n85 / text 1">
            <a:extLst xmlns:a="http://schemas.openxmlformats.org/drawingml/2006/main">
              <a:ext uri="{FF2B5EF4-FFF2-40B4-BE49-F238E27FC236}">
                <a16:creationId xmlns:a16="http://schemas.microsoft.com/office/drawing/2014/main" id="{3069C894-36AC-4C3B-A23A-E99D22BE8ECA}"/>
              </a:ext>
            </a:extLst>
          </p:cNvPr>
          <p:cNvSpPr>
            <a:spLocks xmlns:a="http://schemas.openxmlformats.org/drawingml/2006/main" noGrp="1"/>
          </p:cNvSpPr>
          <p:nvPr/>
        </p:nvSpPr>
        <p:spPr>
          <a:xfrm xmlns:a="http://schemas.openxmlformats.org/drawingml/2006/main">
            <a:off x="4619625" y="2933700"/>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“가격이 같은 경우…”</a:t>
            </a:r>
          </a:p>
        </p:txBody>
      </p:sp>
      <p:sp>
        <p:nvSpPr>
          <p:cNvPr id="150" name="dp45-comparison / n86">
            <a:extLst xmlns:a="http://schemas.openxmlformats.org/drawingml/2006/main">
              <a:ext uri="{FF2B5EF4-FFF2-40B4-BE49-F238E27FC236}">
                <a16:creationId xmlns:a16="http://schemas.microsoft.com/office/drawing/2014/main" id="{9ADCD626-953A-4138-972E-4740121D13DE}"/>
              </a:ext>
            </a:extLst>
          </p:cNvPr>
          <p:cNvSpPr>
            <a:spLocks xmlns:a="http://schemas.openxmlformats.org/drawingml/2006/main" noGrp="1"/>
          </p:cNvSpPr>
          <p:nvPr/>
        </p:nvSpPr>
        <p:spPr>
          <a:xfrm xmlns:a="http://schemas.openxmlformats.org/drawingml/2006/main">
            <a:off x="7124700" y="2924175"/>
            <a:ext cx="17316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1" name="dp45-comparison / n87 / text 1">
            <a:extLst xmlns:a="http://schemas.openxmlformats.org/drawingml/2006/main">
              <a:ext uri="{FF2B5EF4-FFF2-40B4-BE49-F238E27FC236}">
                <a16:creationId xmlns:a16="http://schemas.microsoft.com/office/drawing/2014/main" id="{959D0887-1517-4890-B298-C959D041F385}"/>
              </a:ext>
            </a:extLst>
          </p:cNvPr>
          <p:cNvSpPr>
            <a:spLocks xmlns:a="http://schemas.openxmlformats.org/drawingml/2006/main" noGrp="1"/>
          </p:cNvSpPr>
          <p:nvPr/>
        </p:nvSpPr>
        <p:spPr>
          <a:xfrm xmlns:a="http://schemas.openxmlformats.org/drawingml/2006/main">
            <a:off x="7143750" y="2933700"/>
            <a:ext cx="20955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제품 결과 개정 2 / 견적 개정 1</a:t>
            </a:r>
          </a:p>
        </p:txBody>
      </p:sp>
      <p:sp>
        <p:nvSpPr>
          <p:cNvPr id="152" name="dp45-comparison / n100">
            <a:extLst xmlns:a="http://schemas.openxmlformats.org/drawingml/2006/main">
              <a:ext uri="{FF2B5EF4-FFF2-40B4-BE49-F238E27FC236}">
                <a16:creationId xmlns:a16="http://schemas.microsoft.com/office/drawing/2014/main" id="{C8658861-1FEF-486D-9A69-FA6BE95BB68F}"/>
              </a:ext>
            </a:extLst>
          </p:cNvPr>
          <p:cNvSpPr>
            <a:spLocks xmlns:a="http://schemas.openxmlformats.org/drawingml/2006/main" noGrp="1"/>
          </p:cNvSpPr>
          <p:nvPr/>
        </p:nvSpPr>
        <p:spPr>
          <a:xfrm xmlns:a="http://schemas.openxmlformats.org/drawingml/2006/main">
            <a:off x="5457825" y="3362325"/>
            <a:ext cx="2281809"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3" name="dp45-comparison / n101 / text 1">
            <a:extLst xmlns:a="http://schemas.openxmlformats.org/drawingml/2006/main">
              <a:ext uri="{FF2B5EF4-FFF2-40B4-BE49-F238E27FC236}">
                <a16:creationId xmlns:a16="http://schemas.microsoft.com/office/drawing/2014/main" id="{0C5B1B96-99F5-45D4-BA3B-C1E88A8D1EC6}"/>
              </a:ext>
            </a:extLst>
          </p:cNvPr>
          <p:cNvSpPr>
            <a:spLocks xmlns:a="http://schemas.openxmlformats.org/drawingml/2006/main" noGrp="1"/>
          </p:cNvSpPr>
          <p:nvPr/>
        </p:nvSpPr>
        <p:spPr>
          <a:xfrm xmlns:a="http://schemas.openxmlformats.org/drawingml/2006/main">
            <a:off x="5476875" y="3371850"/>
            <a:ext cx="35242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② Query에 맞춘 원본 읽기 / 반환</a:t>
            </a:r>
          </a:p>
        </p:txBody>
      </p:sp>
      <p:sp>
        <p:nvSpPr>
          <p:cNvPr id="154" name="dp45-comparison / n104">
            <a:extLst xmlns:a="http://schemas.openxmlformats.org/drawingml/2006/main">
              <a:ext uri="{FF2B5EF4-FFF2-40B4-BE49-F238E27FC236}">
                <a16:creationId xmlns:a16="http://schemas.microsoft.com/office/drawing/2014/main" id="{8CDAC728-89C9-4B2C-8993-6F9B526CB5B0}"/>
              </a:ext>
            </a:extLst>
          </p:cNvPr>
          <p:cNvSpPr>
            <a:spLocks xmlns:a="http://schemas.openxmlformats.org/drawingml/2006/main" noGrp="1"/>
          </p:cNvSpPr>
          <p:nvPr/>
        </p:nvSpPr>
        <p:spPr>
          <a:xfrm xmlns:a="http://schemas.openxmlformats.org/drawingml/2006/main">
            <a:off x="1933575" y="4314825"/>
            <a:ext cx="212426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5" name="dp45-comparison / n105 / text 1">
            <a:extLst xmlns:a="http://schemas.openxmlformats.org/drawingml/2006/main">
              <a:ext uri="{FF2B5EF4-FFF2-40B4-BE49-F238E27FC236}">
                <a16:creationId xmlns:a16="http://schemas.microsoft.com/office/drawing/2014/main" id="{7F7E0A97-EA67-45E2-8970-E9F43A846CB5}"/>
              </a:ext>
            </a:extLst>
          </p:cNvPr>
          <p:cNvSpPr>
            <a:spLocks xmlns:a="http://schemas.openxmlformats.org/drawingml/2006/main" noGrp="1"/>
          </p:cNvSpPr>
          <p:nvPr/>
        </p:nvSpPr>
        <p:spPr>
          <a:xfrm xmlns:a="http://schemas.openxmlformats.org/drawingml/2006/main">
            <a:off x="1952625" y="4324350"/>
            <a:ext cx="2524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③ 원본 확인 / 유효 cache 재사용</a:t>
            </a:r>
          </a:p>
        </p:txBody>
      </p:sp>
      <p:sp>
        <p:nvSpPr>
          <p:cNvPr id="156" name="dp45-comparison / n106">
            <a:extLst xmlns:a="http://schemas.openxmlformats.org/drawingml/2006/main">
              <a:ext uri="{FF2B5EF4-FFF2-40B4-BE49-F238E27FC236}">
                <a16:creationId xmlns:a16="http://schemas.microsoft.com/office/drawing/2014/main" id="{E8F35412-F623-4314-B063-FA2392D90E8A}"/>
              </a:ext>
            </a:extLst>
          </p:cNvPr>
          <p:cNvSpPr>
            <a:spLocks xmlns:a="http://schemas.openxmlformats.org/drawingml/2006/main" noGrp="1"/>
          </p:cNvSpPr>
          <p:nvPr/>
        </p:nvSpPr>
        <p:spPr>
          <a:xfrm xmlns:a="http://schemas.openxmlformats.org/drawingml/2006/main">
            <a:off x="1933575" y="4533900"/>
            <a:ext cx="218865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7" name="dp45-comparison / n107 / text 1">
            <a:extLst xmlns:a="http://schemas.openxmlformats.org/drawingml/2006/main">
              <a:ext uri="{FF2B5EF4-FFF2-40B4-BE49-F238E27FC236}">
                <a16:creationId xmlns:a16="http://schemas.microsoft.com/office/drawing/2014/main" id="{C0E8F7E1-6DB3-43A8-9CD8-8E91E1E3F314}"/>
              </a:ext>
            </a:extLst>
          </p:cNvPr>
          <p:cNvSpPr>
            <a:spLocks xmlns:a="http://schemas.openxmlformats.org/drawingml/2006/main" noGrp="1"/>
          </p:cNvSpPr>
          <p:nvPr/>
        </p:nvSpPr>
        <p:spPr>
          <a:xfrm xmlns:a="http://schemas.openxmlformats.org/drawingml/2006/main">
            <a:off x="1952625" y="4543425"/>
            <a:ext cx="2524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필요한 원본 추가 조회 / 부분 갱신</a:t>
            </a:r>
          </a:p>
        </p:txBody>
      </p:sp>
      <p:sp>
        <p:nvSpPr>
          <p:cNvPr id="158" name="dp45-comparison / n110">
            <a:extLst xmlns:a="http://schemas.openxmlformats.org/drawingml/2006/main">
              <a:ext uri="{FF2B5EF4-FFF2-40B4-BE49-F238E27FC236}">
                <a16:creationId xmlns:a16="http://schemas.microsoft.com/office/drawing/2014/main" id="{A7F7F74B-257B-4942-BB25-321DAEF0D63E}"/>
              </a:ext>
            </a:extLst>
          </p:cNvPr>
          <p:cNvSpPr>
            <a:spLocks xmlns:a="http://schemas.openxmlformats.org/drawingml/2006/main" noGrp="1"/>
          </p:cNvSpPr>
          <p:nvPr/>
        </p:nvSpPr>
        <p:spPr>
          <a:xfrm xmlns:a="http://schemas.openxmlformats.org/drawingml/2006/main">
            <a:off x="5191125" y="3752850"/>
            <a:ext cx="3714750" cy="1123950"/>
          </a:xfrm>
          <a:custGeom xmlns:a="http://schemas.openxmlformats.org/drawingml/2006/main">
            <a:pathLst>
              <a:path w="3714750" h="1123950">
                <a:moveTo>
                  <a:pt x="0" y="0"/>
                </a:moveTo>
                <a:lnTo>
                  <a:pt x="3543300" y="0"/>
                </a:lnTo>
                <a:lnTo>
                  <a:pt x="3714750" y="171450"/>
                </a:lnTo>
                <a:lnTo>
                  <a:pt x="3714750" y="1123950"/>
                </a:lnTo>
                <a:lnTo>
                  <a:pt x="0" y="112395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9" name="dp45-comparison / n110 / fold">
            <a:extLst xmlns:a="http://schemas.openxmlformats.org/drawingml/2006/main">
              <a:ext uri="{FF2B5EF4-FFF2-40B4-BE49-F238E27FC236}">
                <a16:creationId xmlns:a16="http://schemas.microsoft.com/office/drawing/2014/main" id="{30ACA1F8-9326-42E4-9E93-704E237D8C54}"/>
              </a:ext>
            </a:extLst>
          </p:cNvPr>
          <p:cNvSpPr>
            <a:spLocks xmlns:a="http://schemas.openxmlformats.org/drawingml/2006/main" noGrp="1"/>
          </p:cNvSpPr>
          <p:nvPr/>
        </p:nvSpPr>
        <p:spPr>
          <a:xfrm xmlns:a="http://schemas.openxmlformats.org/drawingml/2006/main">
            <a:off x="8734425" y="37528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0" name="dp45-comparison / n111 / text 1">
            <a:extLst xmlns:a="http://schemas.openxmlformats.org/drawingml/2006/main">
              <a:ext uri="{FF2B5EF4-FFF2-40B4-BE49-F238E27FC236}">
                <a16:creationId xmlns:a16="http://schemas.microsoft.com/office/drawing/2014/main" id="{3F03EBA6-5E9A-48E2-B7D4-4F1B1D257AF1}"/>
              </a:ext>
            </a:extLst>
          </p:cNvPr>
          <p:cNvSpPr>
            <a:spLocks xmlns:a="http://schemas.openxmlformats.org/drawingml/2006/main" noGrp="1"/>
          </p:cNvSpPr>
          <p:nvPr/>
        </p:nvSpPr>
        <p:spPr>
          <a:xfrm xmlns:a="http://schemas.openxmlformats.org/drawingml/2006/main">
            <a:off x="5286375" y="381000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Query의 Bundle1 / Receipt1 (필드 축약)</a:t>
            </a:r>
          </a:p>
        </p:txBody>
      </p:sp>
      <p:sp>
        <p:nvSpPr>
          <p:cNvPr id="161" name="dp45-comparison / n111 / text 2">
            <a:extLst xmlns:a="http://schemas.openxmlformats.org/drawingml/2006/main">
              <a:ext uri="{FF2B5EF4-FFF2-40B4-BE49-F238E27FC236}">
                <a16:creationId xmlns:a16="http://schemas.microsoft.com/office/drawing/2014/main" id="{BDA3D480-8086-47FD-B1F0-322427FEA11A}"/>
              </a:ext>
            </a:extLst>
          </p:cNvPr>
          <p:cNvSpPr>
            <a:spLocks xmlns:a="http://schemas.openxmlformats.org/drawingml/2006/main" noGrp="1"/>
          </p:cNvSpPr>
          <p:nvPr/>
        </p:nvSpPr>
        <p:spPr>
          <a:xfrm xmlns:a="http://schemas.openxmlformats.org/drawingml/2006/main">
            <a:off x="5286375" y="393573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status:PARTIAL / acquisition:OWNER_COMPOSITION</a:t>
            </a:r>
          </a:p>
        </p:txBody>
      </p:sp>
      <p:sp>
        <p:nvSpPr>
          <p:cNvPr id="162" name="dp45-comparison / n111 / text 3">
            <a:extLst xmlns:a="http://schemas.openxmlformats.org/drawingml/2006/main">
              <a:ext uri="{FF2B5EF4-FFF2-40B4-BE49-F238E27FC236}">
                <a16:creationId xmlns:a16="http://schemas.microsoft.com/office/drawing/2014/main" id="{063E124D-2233-4D04-B65A-A1B17DEDEEB7}"/>
              </a:ext>
            </a:extLst>
          </p:cNvPr>
          <p:cNvSpPr>
            <a:spLocks xmlns:a="http://schemas.openxmlformats.org/drawingml/2006/main" noGrp="1"/>
          </p:cNvSpPr>
          <p:nvPr/>
        </p:nvSpPr>
        <p:spPr>
          <a:xfrm xmlns:a="http://schemas.openxmlformats.org/drawingml/2006/main">
            <a:off x="5286375" y="406146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evidence: 실제 전달한 예외 문구 발췌</a:t>
            </a:r>
          </a:p>
        </p:txBody>
      </p:sp>
      <p:sp>
        <p:nvSpPr>
          <p:cNvPr id="163" name="dp45-comparison / n111 / text 4">
            <a:extLst xmlns:a="http://schemas.openxmlformats.org/drawingml/2006/main">
              <a:ext uri="{FF2B5EF4-FFF2-40B4-BE49-F238E27FC236}">
                <a16:creationId xmlns:a16="http://schemas.microsoft.com/office/drawing/2014/main" id="{1A9725DE-14E6-49A6-828C-8015106471C6}"/>
              </a:ext>
            </a:extLst>
          </p:cNvPr>
          <p:cNvSpPr>
            <a:spLocks xmlns:a="http://schemas.openxmlformats.org/drawingml/2006/main" noGrp="1"/>
          </p:cNvSpPr>
          <p:nvPr/>
        </p:nvSpPr>
        <p:spPr>
          <a:xfrm xmlns:a="http://schemas.openxmlformats.org/drawingml/2006/main">
            <a:off x="5286375" y="418719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  “가격이 같은 경우 유지보수 기간을 우선합니다.”</a:t>
            </a:r>
          </a:p>
        </p:txBody>
      </p:sp>
      <p:sp>
        <p:nvSpPr>
          <p:cNvPr id="164" name="dp45-comparison / n111 / text 5">
            <a:extLst xmlns:a="http://schemas.openxmlformats.org/drawingml/2006/main">
              <a:ext uri="{FF2B5EF4-FFF2-40B4-BE49-F238E27FC236}">
                <a16:creationId xmlns:a16="http://schemas.microsoft.com/office/drawing/2014/main" id="{7F9E5CA6-C10F-4F9A-9A60-5769FEAC9F0F}"/>
              </a:ext>
            </a:extLst>
          </p:cNvPr>
          <p:cNvSpPr>
            <a:spLocks xmlns:a="http://schemas.openxmlformats.org/drawingml/2006/main" noGrp="1"/>
          </p:cNvSpPr>
          <p:nvPr/>
        </p:nvSpPr>
        <p:spPr>
          <a:xfrm xmlns:a="http://schemas.openxmlformats.org/drawingml/2006/main">
            <a:off x="5286375" y="431292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  Task1 → 제품 비교 결과 / Task2 → 견적 결과</a:t>
            </a:r>
          </a:p>
        </p:txBody>
      </p:sp>
      <p:sp>
        <p:nvSpPr>
          <p:cNvPr id="165" name="dp45-comparison / n111 / text 6">
            <a:extLst xmlns:a="http://schemas.openxmlformats.org/drawingml/2006/main">
              <a:ext uri="{FF2B5EF4-FFF2-40B4-BE49-F238E27FC236}">
                <a16:creationId xmlns:a16="http://schemas.microsoft.com/office/drawing/2014/main" id="{48F36C0C-EFBA-41AB-8279-2A5D54C400A4}"/>
              </a:ext>
            </a:extLst>
          </p:cNvPr>
          <p:cNvSpPr>
            <a:spLocks xmlns:a="http://schemas.openxmlformats.org/drawingml/2006/main" noGrp="1"/>
          </p:cNvSpPr>
          <p:nvPr/>
        </p:nvSpPr>
        <p:spPr>
          <a:xfrm xmlns:a="http://schemas.openxmlformats.org/drawingml/2006/main">
            <a:off x="5286375" y="443865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checked_revisions / read_ranges: 원본 확인 범위</a:t>
            </a:r>
          </a:p>
        </p:txBody>
      </p:sp>
      <p:sp>
        <p:nvSpPr>
          <p:cNvPr id="166" name="dp45-comparison / n112">
            <a:extLst xmlns:a="http://schemas.openxmlformats.org/drawingml/2006/main">
              <a:ext uri="{FF2B5EF4-FFF2-40B4-BE49-F238E27FC236}">
                <a16:creationId xmlns:a16="http://schemas.microsoft.com/office/drawing/2014/main" id="{FFF3ABEC-203F-482B-9BE6-1600B3DB6AEB}"/>
              </a:ext>
            </a:extLst>
          </p:cNvPr>
          <p:cNvSpPr>
            <a:spLocks xmlns:a="http://schemas.openxmlformats.org/drawingml/2006/main" noGrp="1"/>
          </p:cNvSpPr>
          <p:nvPr/>
        </p:nvSpPr>
        <p:spPr>
          <a:xfrm xmlns:a="http://schemas.openxmlformats.org/drawingml/2006/main">
            <a:off x="1838325" y="5686425"/>
            <a:ext cx="243782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7" name="dp45-comparison / n113 / text 1">
            <a:extLst xmlns:a="http://schemas.openxmlformats.org/drawingml/2006/main">
              <a:ext uri="{FF2B5EF4-FFF2-40B4-BE49-F238E27FC236}">
                <a16:creationId xmlns:a16="http://schemas.microsoft.com/office/drawing/2014/main" id="{95182870-BDF8-40C1-88F2-49DFDCFBB87A}"/>
              </a:ext>
            </a:extLst>
          </p:cNvPr>
          <p:cNvSpPr>
            <a:spLocks xmlns:a="http://schemas.openxmlformats.org/drawingml/2006/main" noGrp="1"/>
          </p:cNvSpPr>
          <p:nvPr/>
        </p:nvSpPr>
        <p:spPr>
          <a:xfrm xmlns:a="http://schemas.openxmlformats.org/drawingml/2006/main">
            <a:off x="1857375" y="5695950"/>
            <a:ext cx="2905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선택 cache는 재사용 / 구성 책임은 이번 조회</a:t>
            </a:r>
          </a:p>
        </p:txBody>
      </p:sp>
      <p:sp>
        <p:nvSpPr>
          <p:cNvPr id="168" name="dp45-comparison / n114">
            <a:extLst xmlns:a="http://schemas.openxmlformats.org/drawingml/2006/main">
              <a:ext uri="{FF2B5EF4-FFF2-40B4-BE49-F238E27FC236}">
                <a16:creationId xmlns:a16="http://schemas.microsoft.com/office/drawing/2014/main" id="{6DC12ECF-98F3-4301-A930-046071AC65B5}"/>
              </a:ext>
            </a:extLst>
          </p:cNvPr>
          <p:cNvSpPr>
            <a:spLocks xmlns:a="http://schemas.openxmlformats.org/drawingml/2006/main" noGrp="1"/>
          </p:cNvSpPr>
          <p:nvPr/>
        </p:nvSpPr>
        <p:spPr>
          <a:xfrm xmlns:a="http://schemas.openxmlformats.org/drawingml/2006/main">
            <a:off x="5934075" y="5686425"/>
            <a:ext cx="21107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9" name="dp45-comparison / n115 / text 1">
            <a:extLst xmlns:a="http://schemas.openxmlformats.org/drawingml/2006/main">
              <a:ext uri="{FF2B5EF4-FFF2-40B4-BE49-F238E27FC236}">
                <a16:creationId xmlns:a16="http://schemas.microsoft.com/office/drawing/2014/main" id="{1C286DD8-8893-4D4F-9585-A23D5DEF9B42}"/>
              </a:ext>
            </a:extLst>
          </p:cNvPr>
          <p:cNvSpPr>
            <a:spLocks xmlns:a="http://schemas.openxmlformats.org/drawingml/2006/main" noGrp="1"/>
          </p:cNvSpPr>
          <p:nvPr/>
        </p:nvSpPr>
        <p:spPr>
          <a:xfrm xmlns:a="http://schemas.openxmlformats.org/drawingml/2006/main">
            <a:off x="5953125" y="5695950"/>
            <a:ext cx="2952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이번 Query 수명의 발췌와 결과 참조</a:t>
            </a:r>
          </a:p>
        </p:txBody>
      </p:sp>
      <p:sp>
        <p:nvSpPr>
          <p:cNvPr id="170" name="dp45-comparison / n118">
            <a:extLst xmlns:a="http://schemas.openxmlformats.org/drawingml/2006/main">
              <a:ext uri="{FF2B5EF4-FFF2-40B4-BE49-F238E27FC236}">
                <a16:creationId xmlns:a16="http://schemas.microsoft.com/office/drawing/2014/main" id="{31185756-7320-416C-8869-E1FA5E1FD6D9}"/>
              </a:ext>
            </a:extLst>
          </p:cNvPr>
          <p:cNvSpPr>
            <a:spLocks xmlns:a="http://schemas.openxmlformats.org/drawingml/2006/main" noGrp="1"/>
          </p:cNvSpPr>
          <p:nvPr/>
        </p:nvSpPr>
        <p:spPr>
          <a:xfrm xmlns:a="http://schemas.openxmlformats.org/drawingml/2006/main">
            <a:off x="1838325" y="3619500"/>
            <a:ext cx="76390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1" name="dp45-comparison / n119 / text 1">
            <a:extLst xmlns:a="http://schemas.openxmlformats.org/drawingml/2006/main">
              <a:ext uri="{FF2B5EF4-FFF2-40B4-BE49-F238E27FC236}">
                <a16:creationId xmlns:a16="http://schemas.microsoft.com/office/drawing/2014/main" id="{79B79BF2-8639-4B84-808A-80086055857E}"/>
              </a:ext>
            </a:extLst>
          </p:cNvPr>
          <p:cNvSpPr>
            <a:spLocks xmlns:a="http://schemas.openxmlformats.org/drawingml/2006/main" noGrp="1"/>
          </p:cNvSpPr>
          <p:nvPr/>
        </p:nvSpPr>
        <p:spPr>
          <a:xfrm xmlns:a="http://schemas.openxmlformats.org/drawingml/2006/main">
            <a:off x="1857375" y="3629025"/>
            <a:ext cx="2857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① 현재 Query1</a:t>
            </a:r>
          </a:p>
        </p:txBody>
      </p:sp>
      <p:sp>
        <p:nvSpPr>
          <p:cNvPr id="172" name="dp45-comparison / n128">
            <a:extLst xmlns:a="http://schemas.openxmlformats.org/drawingml/2006/main">
              <a:ext uri="{FF2B5EF4-FFF2-40B4-BE49-F238E27FC236}">
                <a16:creationId xmlns:a16="http://schemas.microsoft.com/office/drawing/2014/main" id="{D402C0D0-8B86-4EE8-966A-B1B827101C73}"/>
              </a:ext>
            </a:extLst>
          </p:cNvPr>
          <p:cNvSpPr>
            <a:spLocks xmlns:a="http://schemas.openxmlformats.org/drawingml/2006/main" noGrp="1"/>
          </p:cNvSpPr>
          <p:nvPr/>
        </p:nvSpPr>
        <p:spPr>
          <a:xfrm xmlns:a="http://schemas.openxmlformats.org/drawingml/2006/main">
            <a:off x="4648200" y="6057900"/>
            <a:ext cx="130625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3" name="dp45-comparison / n129 / text 1">
            <a:extLst xmlns:a="http://schemas.openxmlformats.org/drawingml/2006/main">
              <a:ext uri="{FF2B5EF4-FFF2-40B4-BE49-F238E27FC236}">
                <a16:creationId xmlns:a16="http://schemas.microsoft.com/office/drawing/2014/main" id="{FB447984-92AA-417F-9BE7-A5146B58BB0C}"/>
              </a:ext>
            </a:extLst>
          </p:cNvPr>
          <p:cNvSpPr>
            <a:spLocks xmlns:a="http://schemas.openxmlformats.org/drawingml/2006/main" noGrp="1"/>
          </p:cNvSpPr>
          <p:nvPr/>
        </p:nvSpPr>
        <p:spPr>
          <a:xfrm xmlns:a="http://schemas.openxmlformats.org/drawingml/2006/main">
            <a:off x="4667250" y="6067425"/>
            <a:ext cx="1571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필요한 과거 의미만 가공</a:t>
            </a:r>
          </a:p>
        </p:txBody>
      </p:sp>
      <p:sp>
        <p:nvSpPr>
          <p:cNvPr id="174" name="dp45-comparison / n131">
            <a:extLst xmlns:a="http://schemas.openxmlformats.org/drawingml/2006/main">
              <a:ext uri="{FF2B5EF4-FFF2-40B4-BE49-F238E27FC236}">
                <a16:creationId xmlns:a16="http://schemas.microsoft.com/office/drawing/2014/main" id="{1E22CE64-775D-40A9-A7ED-6F284180425B}"/>
              </a:ext>
            </a:extLst>
          </p:cNvPr>
          <p:cNvSpPr>
            <a:spLocks xmlns:a="http://schemas.openxmlformats.org/drawingml/2006/main" noGrp="1"/>
          </p:cNvSpPr>
          <p:nvPr/>
        </p:nvSpPr>
        <p:spPr>
          <a:xfrm xmlns:a="http://schemas.openxmlformats.org/drawingml/2006/main">
            <a:off x="1647825" y="64770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5" name="dp45-comparison / n132 / text 1">
            <a:extLst xmlns:a="http://schemas.openxmlformats.org/drawingml/2006/main">
              <a:ext uri="{FF2B5EF4-FFF2-40B4-BE49-F238E27FC236}">
                <a16:creationId xmlns:a16="http://schemas.microsoft.com/office/drawing/2014/main" id="{00FBEE2D-6878-40E3-B236-75D6CE772EB9}"/>
              </a:ext>
            </a:extLst>
          </p:cNvPr>
          <p:cNvSpPr>
            <a:spLocks xmlns:a="http://schemas.openxmlformats.org/drawingml/2006/main" noGrp="1"/>
          </p:cNvSpPr>
          <p:nvPr/>
        </p:nvSpPr>
        <p:spPr>
          <a:xfrm xmlns:a="http://schemas.openxmlformats.org/drawingml/2006/main">
            <a:off x="1666875" y="648652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생산 시점과 조회 경로</a:t>
            </a:r>
          </a:p>
        </p:txBody>
      </p:sp>
      <p:sp>
        <p:nvSpPr>
          <p:cNvPr id="176" name="dp45-comparison / n149">
            <a:extLst xmlns:a="http://schemas.openxmlformats.org/drawingml/2006/main">
              <a:ext uri="{FF2B5EF4-FFF2-40B4-BE49-F238E27FC236}">
                <a16:creationId xmlns:a16="http://schemas.microsoft.com/office/drawing/2014/main" id="{22FA2199-284A-4516-AE30-652A0C487A6D}"/>
              </a:ext>
            </a:extLst>
          </p:cNvPr>
          <p:cNvSpPr>
            <a:spLocks xmlns:a="http://schemas.openxmlformats.org/drawingml/2006/main" noGrp="1"/>
          </p:cNvSpPr>
          <p:nvPr/>
        </p:nvSpPr>
        <p:spPr>
          <a:xfrm xmlns:a="http://schemas.openxmlformats.org/drawingml/2006/main">
            <a:off x="1647825" y="7058025"/>
            <a:ext cx="261137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7" name="dp45-comparison / n150 / text 1">
            <a:extLst xmlns:a="http://schemas.openxmlformats.org/drawingml/2006/main">
              <a:ext uri="{FF2B5EF4-FFF2-40B4-BE49-F238E27FC236}">
                <a16:creationId xmlns:a16="http://schemas.microsoft.com/office/drawing/2014/main" id="{4B4F357C-09DF-47BD-94A7-A3762F6C2C37}"/>
              </a:ext>
            </a:extLst>
          </p:cNvPr>
          <p:cNvSpPr>
            <a:spLocks xmlns:a="http://schemas.openxmlformats.org/drawingml/2006/main" noGrp="1"/>
          </p:cNvSpPr>
          <p:nvPr/>
        </p:nvSpPr>
        <p:spPr>
          <a:xfrm xmlns:a="http://schemas.openxmlformats.org/drawingml/2006/main">
            <a:off x="1666875" y="7067550"/>
            <a:ext cx="7524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A의 cache 허용 / Request별 구성 책임 유지</a:t>
            </a:r>
          </a:p>
        </p:txBody>
      </p:sp>
      <p:sp>
        <p:nvSpPr>
          <p:cNvPr id="178" name="dp45-comparison / n151">
            <a:extLst xmlns:a="http://schemas.openxmlformats.org/drawingml/2006/main">
              <a:ext uri="{FF2B5EF4-FFF2-40B4-BE49-F238E27FC236}">
                <a16:creationId xmlns:a16="http://schemas.microsoft.com/office/drawing/2014/main" id="{3AAC4F77-261A-4D58-8812-4CF4AF6B0631}"/>
              </a:ext>
            </a:extLst>
          </p:cNvPr>
          <p:cNvSpPr>
            <a:spLocks xmlns:a="http://schemas.openxmlformats.org/drawingml/2006/main" noGrp="1"/>
          </p:cNvSpPr>
          <p:nvPr/>
        </p:nvSpPr>
        <p:spPr>
          <a:xfrm xmlns:a="http://schemas.openxmlformats.org/drawingml/2006/main">
            <a:off x="9953625" y="2409825"/>
            <a:ext cx="23812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9" name="dp45-comparison / n152 / text 1">
            <a:extLst xmlns:a="http://schemas.openxmlformats.org/drawingml/2006/main">
              <a:ext uri="{FF2B5EF4-FFF2-40B4-BE49-F238E27FC236}">
                <a16:creationId xmlns:a16="http://schemas.microsoft.com/office/drawing/2014/main" id="{1C381424-25F1-49E2-AAB8-BAE1C9229B74}"/>
              </a:ext>
            </a:extLst>
          </p:cNvPr>
          <p:cNvSpPr>
            <a:spLocks xmlns:a="http://schemas.openxmlformats.org/drawingml/2006/main" noGrp="1"/>
          </p:cNvSpPr>
          <p:nvPr/>
        </p:nvSpPr>
        <p:spPr>
          <a:xfrm xmlns:a="http://schemas.openxmlformats.org/drawingml/2006/main">
            <a:off x="10039350" y="2456974"/>
            <a:ext cx="2209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180" name="dp45-comparison / n153">
            <a:extLst xmlns:a="http://schemas.openxmlformats.org/drawingml/2006/main">
              <a:ext uri="{FF2B5EF4-FFF2-40B4-BE49-F238E27FC236}">
                <a16:creationId xmlns:a16="http://schemas.microsoft.com/office/drawing/2014/main" id="{75A275FE-19ED-4794-BD4A-37F6A7D88CB9}"/>
              </a:ext>
            </a:extLst>
          </p:cNvPr>
          <p:cNvSpPr>
            <a:spLocks xmlns:a="http://schemas.openxmlformats.org/drawingml/2006/main" noGrp="1"/>
          </p:cNvSpPr>
          <p:nvPr/>
        </p:nvSpPr>
        <p:spPr>
          <a:xfrm xmlns:a="http://schemas.openxmlformats.org/drawingml/2006/main">
            <a:off x="12858750" y="2409825"/>
            <a:ext cx="22383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1" name="dp45-comparison / n154 / text 1">
            <a:extLst xmlns:a="http://schemas.openxmlformats.org/drawingml/2006/main">
              <a:ext uri="{FF2B5EF4-FFF2-40B4-BE49-F238E27FC236}">
                <a16:creationId xmlns:a16="http://schemas.microsoft.com/office/drawing/2014/main" id="{E78C03FF-625D-42AB-9A04-3F5112736B84}"/>
              </a:ext>
            </a:extLst>
          </p:cNvPr>
          <p:cNvSpPr>
            <a:spLocks xmlns:a="http://schemas.openxmlformats.org/drawingml/2006/main" noGrp="1"/>
          </p:cNvSpPr>
          <p:nvPr/>
        </p:nvSpPr>
        <p:spPr>
          <a:xfrm xmlns:a="http://schemas.openxmlformats.org/drawingml/2006/main">
            <a:off x="12944475" y="2456974"/>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Manager</a:t>
            </a:r>
          </a:p>
        </p:txBody>
      </p:sp>
      <p:sp>
        <p:nvSpPr>
          <p:cNvPr id="182" name="dp45-comparison / n155">
            <a:extLst xmlns:a="http://schemas.openxmlformats.org/drawingml/2006/main">
              <a:ext uri="{FF2B5EF4-FFF2-40B4-BE49-F238E27FC236}">
                <a16:creationId xmlns:a16="http://schemas.microsoft.com/office/drawing/2014/main" id="{D44AAB4E-E63A-4FA9-B9FD-8354C03F2A30}"/>
              </a:ext>
            </a:extLst>
          </p:cNvPr>
          <p:cNvSpPr>
            <a:spLocks xmlns:a="http://schemas.openxmlformats.org/drawingml/2006/main" noGrp="1"/>
          </p:cNvSpPr>
          <p:nvPr/>
        </p:nvSpPr>
        <p:spPr>
          <a:xfrm xmlns:a="http://schemas.openxmlformats.org/drawingml/2006/main">
            <a:off x="15382875" y="2409825"/>
            <a:ext cx="2190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3" name="dp45-comparison / n156 / text 1">
            <a:extLst xmlns:a="http://schemas.openxmlformats.org/drawingml/2006/main">
              <a:ext uri="{FF2B5EF4-FFF2-40B4-BE49-F238E27FC236}">
                <a16:creationId xmlns:a16="http://schemas.microsoft.com/office/drawing/2014/main" id="{FC7FFFEA-0A9D-4F4D-9F59-880F78885DE6}"/>
              </a:ext>
            </a:extLst>
          </p:cNvPr>
          <p:cNvSpPr>
            <a:spLocks xmlns:a="http://schemas.openxmlformats.org/drawingml/2006/main" noGrp="1"/>
          </p:cNvSpPr>
          <p:nvPr/>
        </p:nvSpPr>
        <p:spPr>
          <a:xfrm xmlns:a="http://schemas.openxmlformats.org/drawingml/2006/main">
            <a:off x="15468600" y="2450783"/>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184" name="dp45-comparison / n167">
            <a:extLst xmlns:a="http://schemas.openxmlformats.org/drawingml/2006/main">
              <a:ext uri="{FF2B5EF4-FFF2-40B4-BE49-F238E27FC236}">
                <a16:creationId xmlns:a16="http://schemas.microsoft.com/office/drawing/2014/main" id="{78088C89-2527-4970-A523-D3E9062B679A}"/>
              </a:ext>
            </a:extLst>
          </p:cNvPr>
          <p:cNvSpPr>
            <a:spLocks xmlns:a="http://schemas.openxmlformats.org/drawingml/2006/main" noGrp="1"/>
          </p:cNvSpPr>
          <p:nvPr/>
        </p:nvSpPr>
        <p:spPr>
          <a:xfrm xmlns:a="http://schemas.openxmlformats.org/drawingml/2006/main">
            <a:off x="9858375" y="3276600"/>
            <a:ext cx="7715250" cy="27051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5" name="dp45-comparison / n168 / text 1">
            <a:extLst xmlns:a="http://schemas.openxmlformats.org/drawingml/2006/main">
              <a:ext uri="{FF2B5EF4-FFF2-40B4-BE49-F238E27FC236}">
                <a16:creationId xmlns:a16="http://schemas.microsoft.com/office/drawing/2014/main" id="{40C3921E-E9F6-4AC8-87E6-2495FFE6E9A3}"/>
              </a:ext>
            </a:extLst>
          </p:cNvPr>
          <p:cNvSpPr>
            <a:spLocks xmlns:a="http://schemas.openxmlformats.org/drawingml/2006/main" noGrp="1"/>
          </p:cNvSpPr>
          <p:nvPr/>
        </p:nvSpPr>
        <p:spPr>
          <a:xfrm xmlns:a="http://schemas.openxmlformats.org/drawingml/2006/main">
            <a:off x="9982200" y="337185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Context Manager</a:t>
            </a:r>
          </a:p>
        </p:txBody>
      </p:sp>
      <p:sp>
        <p:nvSpPr>
          <p:cNvPr id="186" name="dp45-comparison / n169">
            <a:extLst xmlns:a="http://schemas.openxmlformats.org/drawingml/2006/main">
              <a:ext uri="{FF2B5EF4-FFF2-40B4-BE49-F238E27FC236}">
                <a16:creationId xmlns:a16="http://schemas.microsoft.com/office/drawing/2014/main" id="{7FB73FB7-47F8-4E5F-9C68-22AC622AD2BA}"/>
              </a:ext>
            </a:extLst>
          </p:cNvPr>
          <p:cNvSpPr>
            <a:spLocks xmlns:a="http://schemas.openxmlformats.org/drawingml/2006/main" noGrp="1"/>
          </p:cNvSpPr>
          <p:nvPr/>
        </p:nvSpPr>
        <p:spPr>
          <a:xfrm xmlns:a="http://schemas.openxmlformats.org/drawingml/2006/main">
            <a:off x="10144125" y="375285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187" name="dp45-comparison / n170 / text 1">
            <a:extLst xmlns:a="http://schemas.openxmlformats.org/drawingml/2006/main">
              <a:ext uri="{FF2B5EF4-FFF2-40B4-BE49-F238E27FC236}">
                <a16:creationId xmlns:a16="http://schemas.microsoft.com/office/drawing/2014/main" id="{E1659267-0448-4A7D-A67F-394489045947}"/>
              </a:ext>
            </a:extLst>
          </p:cNvPr>
          <p:cNvSpPr>
            <a:spLocks xmlns:a="http://schemas.openxmlformats.org/drawingml/2006/main" noGrp="1"/>
          </p:cNvSpPr>
          <p:nvPr/>
        </p:nvSpPr>
        <p:spPr>
          <a:xfrm xmlns:a="http://schemas.openxmlformats.org/drawingml/2006/main">
            <a:off x="10229850" y="381619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Memory Publisher</a:t>
            </a:r>
          </a:p>
        </p:txBody>
      </p:sp>
      <p:sp>
        <p:nvSpPr>
          <p:cNvPr id="188" name="dp45-comparison / n171">
            <a:extLst xmlns:a="http://schemas.openxmlformats.org/drawingml/2006/main">
              <a:ext uri="{FF2B5EF4-FFF2-40B4-BE49-F238E27FC236}">
                <a16:creationId xmlns:a16="http://schemas.microsoft.com/office/drawing/2014/main" id="{3630E5B6-A2B6-443B-BD9B-562DB85544C8}"/>
              </a:ext>
            </a:extLst>
          </p:cNvPr>
          <p:cNvSpPr>
            <a:spLocks xmlns:a="http://schemas.openxmlformats.org/drawingml/2006/main" noGrp="1"/>
          </p:cNvSpPr>
          <p:nvPr/>
        </p:nvSpPr>
        <p:spPr>
          <a:xfrm xmlns:a="http://schemas.openxmlformats.org/drawingml/2006/main">
            <a:off x="14239875" y="3752850"/>
            <a:ext cx="2952750" cy="4000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89" name="dp45-comparison / n172 / text 1">
            <a:extLst xmlns:a="http://schemas.openxmlformats.org/drawingml/2006/main">
              <a:ext uri="{FF2B5EF4-FFF2-40B4-BE49-F238E27FC236}">
                <a16:creationId xmlns:a16="http://schemas.microsoft.com/office/drawing/2014/main" id="{08FCD77D-CF25-47AF-ADE4-C4C72C9EEFDC}"/>
              </a:ext>
            </a:extLst>
          </p:cNvPr>
          <p:cNvSpPr>
            <a:spLocks xmlns:a="http://schemas.openxmlformats.org/drawingml/2006/main" noGrp="1"/>
          </p:cNvSpPr>
          <p:nvPr/>
        </p:nvSpPr>
        <p:spPr>
          <a:xfrm xmlns:a="http://schemas.openxmlformats.org/drawingml/2006/main">
            <a:off x="14325600" y="3867150"/>
            <a:ext cx="2781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Episodic Memory Repository</a:t>
            </a:r>
          </a:p>
        </p:txBody>
      </p:sp>
      <p:sp>
        <p:nvSpPr>
          <p:cNvPr id="190" name="dp45-comparison / n173">
            <a:extLst xmlns:a="http://schemas.openxmlformats.org/drawingml/2006/main">
              <a:ext uri="{FF2B5EF4-FFF2-40B4-BE49-F238E27FC236}">
                <a16:creationId xmlns:a16="http://schemas.microsoft.com/office/drawing/2014/main" id="{03CB6A18-63F3-4E66-B82E-A8499B0F1A96}"/>
              </a:ext>
            </a:extLst>
          </p:cNvPr>
          <p:cNvSpPr>
            <a:spLocks xmlns:a="http://schemas.openxmlformats.org/drawingml/2006/main" noGrp="1"/>
          </p:cNvSpPr>
          <p:nvPr/>
        </p:nvSpPr>
        <p:spPr>
          <a:xfrm xmlns:a="http://schemas.openxmlformats.org/drawingml/2006/main">
            <a:off x="10144125" y="521970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191" name="dp45-comparison / n174 / text 1">
            <a:extLst xmlns:a="http://schemas.openxmlformats.org/drawingml/2006/main">
              <a:ext uri="{FF2B5EF4-FFF2-40B4-BE49-F238E27FC236}">
                <a16:creationId xmlns:a16="http://schemas.microsoft.com/office/drawing/2014/main" id="{3B04A098-87F5-4B44-9516-436D67D98766}"/>
              </a:ext>
            </a:extLst>
          </p:cNvPr>
          <p:cNvSpPr>
            <a:spLocks xmlns:a="http://schemas.openxmlformats.org/drawingml/2006/main" noGrp="1"/>
          </p:cNvSpPr>
          <p:nvPr/>
        </p:nvSpPr>
        <p:spPr>
          <a:xfrm xmlns:a="http://schemas.openxmlformats.org/drawingml/2006/main">
            <a:off x="10229850" y="528304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Evidence Reader</a:t>
            </a:r>
          </a:p>
        </p:txBody>
      </p:sp>
      <p:sp>
        <p:nvSpPr>
          <p:cNvPr id="192" name="dp45-comparison / n175">
            <a:extLst xmlns:a="http://schemas.openxmlformats.org/drawingml/2006/main">
              <a:ext uri="{FF2B5EF4-FFF2-40B4-BE49-F238E27FC236}">
                <a16:creationId xmlns:a16="http://schemas.microsoft.com/office/drawing/2014/main" id="{54A14F51-6160-4F8C-B592-50B2C3F40FDA}"/>
              </a:ext>
            </a:extLst>
          </p:cNvPr>
          <p:cNvSpPr>
            <a:spLocks xmlns:a="http://schemas.openxmlformats.org/drawingml/2006/main" noGrp="1"/>
          </p:cNvSpPr>
          <p:nvPr/>
        </p:nvSpPr>
        <p:spPr>
          <a:xfrm xmlns:a="http://schemas.openxmlformats.org/drawingml/2006/main">
            <a:off x="14239875" y="5476875"/>
            <a:ext cx="2952750" cy="314325"/>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93" name="dp45-comparison / n176 / text 1">
            <a:extLst xmlns:a="http://schemas.openxmlformats.org/drawingml/2006/main">
              <a:ext uri="{FF2B5EF4-FFF2-40B4-BE49-F238E27FC236}">
                <a16:creationId xmlns:a16="http://schemas.microsoft.com/office/drawing/2014/main" id="{33385F3A-3232-4C76-89C4-B5410FF7F0E7}"/>
              </a:ext>
            </a:extLst>
          </p:cNvPr>
          <p:cNvSpPr>
            <a:spLocks xmlns:a="http://schemas.openxmlformats.org/drawingml/2006/main" noGrp="1"/>
          </p:cNvSpPr>
          <p:nvPr/>
        </p:nvSpPr>
        <p:spPr>
          <a:xfrm xmlns:a="http://schemas.openxmlformats.org/drawingml/2006/main">
            <a:off x="14325600" y="5542598"/>
            <a:ext cx="2781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Coverage State</a:t>
            </a:r>
          </a:p>
        </p:txBody>
      </p:sp>
      <p:sp>
        <p:nvSpPr>
          <p:cNvPr id="194" name="dp45-comparison / n177 / path">
            <a:extLst xmlns:a="http://schemas.openxmlformats.org/drawingml/2006/main">
              <a:ext uri="{FF2B5EF4-FFF2-40B4-BE49-F238E27FC236}">
                <a16:creationId xmlns:a16="http://schemas.microsoft.com/office/drawing/2014/main" id="{1023F68E-F8F0-4A04-848D-EE39D1D39F9D}"/>
              </a:ext>
            </a:extLst>
          </p:cNvPr>
          <p:cNvSpPr>
            <a:spLocks xmlns:a="http://schemas.openxmlformats.org/drawingml/2006/main" noGrp="1"/>
          </p:cNvSpPr>
          <p:nvPr/>
        </p:nvSpPr>
        <p:spPr>
          <a:xfrm xmlns:a="http://schemas.openxmlformats.org/drawingml/2006/main">
            <a:off x="12115800" y="2714625"/>
            <a:ext cx="2762250" cy="1038225"/>
          </a:xfrm>
          <a:custGeom xmlns:a="http://schemas.openxmlformats.org/drawingml/2006/main">
            <a:pathLst>
              <a:path w="2762250" h="1038225">
                <a:moveTo>
                  <a:pt x="2762250" y="0"/>
                </a:moveTo>
                <a:lnTo>
                  <a:pt x="2762250" y="352425"/>
                </a:lnTo>
                <a:lnTo>
                  <a:pt x="0" y="352425"/>
                </a:lnTo>
                <a:lnTo>
                  <a:pt x="0" y="1038225"/>
                </a:lnTo>
              </a:path>
            </a:pathLst>
          </a:custGeom>
          <a:noFill xmlns:a="http://schemas.openxmlformats.org/drawingml/2006/main"/>
          <a:ln xmlns:a="http://schemas.openxmlformats.org/drawingml/2006/main" w="10478">
            <a:solidFill>
              <a:srgbClr val="B8753F"/>
            </a:solidFill>
            <a:prstDash val="solid"/>
          </a:ln>
        </p:spPr>
      </p:sp>
      <p:sp>
        <p:nvSpPr>
          <p:cNvPr id="195" name="dp45-comparison / n177 / arrow">
            <a:extLst xmlns:a="http://schemas.openxmlformats.org/drawingml/2006/main">
              <a:ext uri="{FF2B5EF4-FFF2-40B4-BE49-F238E27FC236}">
                <a16:creationId xmlns:a16="http://schemas.microsoft.com/office/drawing/2014/main" id="{DBF0F14C-44E3-40B7-8461-8789250D1704}"/>
              </a:ext>
            </a:extLst>
          </p:cNvPr>
          <p:cNvSpPr>
            <a:spLocks xmlns:a="http://schemas.openxmlformats.org/drawingml/2006/main" noGrp="1"/>
          </p:cNvSpPr>
          <p:nvPr/>
        </p:nvSpPr>
        <p:spPr>
          <a:xfrm xmlns:a="http://schemas.openxmlformats.org/drawingml/2006/main">
            <a:off x="1208227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96" name="dp45-comparison / n178 / path">
            <a:extLst xmlns:a="http://schemas.openxmlformats.org/drawingml/2006/main">
              <a:ext uri="{FF2B5EF4-FFF2-40B4-BE49-F238E27FC236}">
                <a16:creationId xmlns:a16="http://schemas.microsoft.com/office/drawing/2014/main" id="{F8F96BCD-F5F0-4553-84C4-791A643EF29E}"/>
              </a:ext>
            </a:extLst>
          </p:cNvPr>
          <p:cNvSpPr>
            <a:spLocks xmlns:a="http://schemas.openxmlformats.org/drawingml/2006/main" noGrp="1"/>
          </p:cNvSpPr>
          <p:nvPr/>
        </p:nvSpPr>
        <p:spPr>
          <a:xfrm xmlns:a="http://schemas.openxmlformats.org/drawingml/2006/main">
            <a:off x="12192000" y="2714625"/>
            <a:ext cx="2762250" cy="1038225"/>
          </a:xfrm>
          <a:custGeom xmlns:a="http://schemas.openxmlformats.org/drawingml/2006/main">
            <a:pathLst>
              <a:path w="2762250" h="1038225">
                <a:moveTo>
                  <a:pt x="0" y="1038225"/>
                </a:moveTo>
                <a:lnTo>
                  <a:pt x="0" y="419100"/>
                </a:lnTo>
                <a:lnTo>
                  <a:pt x="2762250" y="419100"/>
                </a:lnTo>
                <a:lnTo>
                  <a:pt x="2762250" y="0"/>
                </a:lnTo>
              </a:path>
            </a:pathLst>
          </a:custGeom>
          <a:noFill xmlns:a="http://schemas.openxmlformats.org/drawingml/2006/main"/>
          <a:ln xmlns:a="http://schemas.openxmlformats.org/drawingml/2006/main" w="10478">
            <a:solidFill>
              <a:srgbClr val="000000"/>
            </a:solidFill>
            <a:prstDash val="solid"/>
          </a:ln>
        </p:spPr>
      </p:sp>
      <p:sp>
        <p:nvSpPr>
          <p:cNvPr id="197" name="dp45-comparison / n178 / arrow">
            <a:extLst xmlns:a="http://schemas.openxmlformats.org/drawingml/2006/main">
              <a:ext uri="{FF2B5EF4-FFF2-40B4-BE49-F238E27FC236}">
                <a16:creationId xmlns:a16="http://schemas.microsoft.com/office/drawing/2014/main" id="{CE3DD192-A4EB-444B-B54C-4C77F7C7508B}"/>
              </a:ext>
            </a:extLst>
          </p:cNvPr>
          <p:cNvSpPr>
            <a:spLocks xmlns:a="http://schemas.openxmlformats.org/drawingml/2006/main" noGrp="1"/>
          </p:cNvSpPr>
          <p:nvPr/>
        </p:nvSpPr>
        <p:spPr>
          <a:xfrm xmlns:a="http://schemas.openxmlformats.org/drawingml/2006/main">
            <a:off x="14920722"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98" name="dp45-comparison / n179 / path">
            <a:extLst xmlns:a="http://schemas.openxmlformats.org/drawingml/2006/main">
              <a:ext uri="{FF2B5EF4-FFF2-40B4-BE49-F238E27FC236}">
                <a16:creationId xmlns:a16="http://schemas.microsoft.com/office/drawing/2014/main" id="{35922650-623D-4C26-B281-D2B9CD34DA72}"/>
              </a:ext>
            </a:extLst>
          </p:cNvPr>
          <p:cNvSpPr>
            <a:spLocks xmlns:a="http://schemas.openxmlformats.org/drawingml/2006/main" noGrp="1"/>
          </p:cNvSpPr>
          <p:nvPr/>
        </p:nvSpPr>
        <p:spPr>
          <a:xfrm xmlns:a="http://schemas.openxmlformats.org/drawingml/2006/main">
            <a:off x="12230100" y="2714625"/>
            <a:ext cx="2762250" cy="1038225"/>
          </a:xfrm>
          <a:custGeom xmlns:a="http://schemas.openxmlformats.org/drawingml/2006/main">
            <a:pathLst>
              <a:path w="2762250" h="1038225">
                <a:moveTo>
                  <a:pt x="2762250" y="0"/>
                </a:moveTo>
                <a:lnTo>
                  <a:pt x="2762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199" name="dp45-comparison / n179 / arrow">
            <a:extLst xmlns:a="http://schemas.openxmlformats.org/drawingml/2006/main">
              <a:ext uri="{FF2B5EF4-FFF2-40B4-BE49-F238E27FC236}">
                <a16:creationId xmlns:a16="http://schemas.microsoft.com/office/drawing/2014/main" id="{FC8D935E-B63E-456C-84D9-7CE18EE980A6}"/>
              </a:ext>
            </a:extLst>
          </p:cNvPr>
          <p:cNvSpPr>
            <a:spLocks xmlns:a="http://schemas.openxmlformats.org/drawingml/2006/main" noGrp="1"/>
          </p:cNvSpPr>
          <p:nvPr/>
        </p:nvSpPr>
        <p:spPr>
          <a:xfrm xmlns:a="http://schemas.openxmlformats.org/drawingml/2006/main">
            <a:off x="1219657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00" name="dp45-comparison / n180 / path">
            <a:extLst xmlns:a="http://schemas.openxmlformats.org/drawingml/2006/main">
              <a:ext uri="{FF2B5EF4-FFF2-40B4-BE49-F238E27FC236}">
                <a16:creationId xmlns:a16="http://schemas.microsoft.com/office/drawing/2014/main" id="{433668F0-8FE9-483F-BA62-63B563293A4D}"/>
              </a:ext>
            </a:extLst>
          </p:cNvPr>
          <p:cNvSpPr>
            <a:spLocks xmlns:a="http://schemas.openxmlformats.org/drawingml/2006/main" noGrp="1"/>
          </p:cNvSpPr>
          <p:nvPr/>
        </p:nvSpPr>
        <p:spPr>
          <a:xfrm xmlns:a="http://schemas.openxmlformats.org/drawingml/2006/main">
            <a:off x="12353925" y="2714625"/>
            <a:ext cx="5048250" cy="1038225"/>
          </a:xfrm>
          <a:custGeom xmlns:a="http://schemas.openxmlformats.org/drawingml/2006/main">
            <a:pathLst>
              <a:path w="5048250" h="1038225">
                <a:moveTo>
                  <a:pt x="5048250" y="0"/>
                </a:moveTo>
                <a:lnTo>
                  <a:pt x="5048250" y="352425"/>
                </a:lnTo>
                <a:lnTo>
                  <a:pt x="0" y="352425"/>
                </a:lnTo>
                <a:lnTo>
                  <a:pt x="0" y="1038225"/>
                </a:lnTo>
              </a:path>
            </a:pathLst>
          </a:custGeom>
          <a:noFill xmlns:a="http://schemas.openxmlformats.org/drawingml/2006/main"/>
          <a:ln xmlns:a="http://schemas.openxmlformats.org/drawingml/2006/main" w="10478">
            <a:solidFill>
              <a:srgbClr val="B8753F"/>
            </a:solidFill>
            <a:prstDash val="solid"/>
          </a:ln>
        </p:spPr>
      </p:sp>
      <p:sp>
        <p:nvSpPr>
          <p:cNvPr id="201" name="dp45-comparison / n180 / arrow">
            <a:extLst xmlns:a="http://schemas.openxmlformats.org/drawingml/2006/main">
              <a:ext uri="{FF2B5EF4-FFF2-40B4-BE49-F238E27FC236}">
                <a16:creationId xmlns:a16="http://schemas.microsoft.com/office/drawing/2014/main" id="{FB81B58B-9E2C-40CC-A1B2-04F1FB89A795}"/>
              </a:ext>
            </a:extLst>
          </p:cNvPr>
          <p:cNvSpPr>
            <a:spLocks xmlns:a="http://schemas.openxmlformats.org/drawingml/2006/main" noGrp="1"/>
          </p:cNvSpPr>
          <p:nvPr/>
        </p:nvSpPr>
        <p:spPr>
          <a:xfrm xmlns:a="http://schemas.openxmlformats.org/drawingml/2006/main">
            <a:off x="1232039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02" name="dp45-comparison / n181 / path">
            <a:extLst xmlns:a="http://schemas.openxmlformats.org/drawingml/2006/main">
              <a:ext uri="{FF2B5EF4-FFF2-40B4-BE49-F238E27FC236}">
                <a16:creationId xmlns:a16="http://schemas.microsoft.com/office/drawing/2014/main" id="{BDDA27AE-8311-4B17-879E-8656DC5E8703}"/>
              </a:ext>
            </a:extLst>
          </p:cNvPr>
          <p:cNvSpPr>
            <a:spLocks xmlns:a="http://schemas.openxmlformats.org/drawingml/2006/main" noGrp="1"/>
          </p:cNvSpPr>
          <p:nvPr/>
        </p:nvSpPr>
        <p:spPr>
          <a:xfrm xmlns:a="http://schemas.openxmlformats.org/drawingml/2006/main">
            <a:off x="12430125" y="2714625"/>
            <a:ext cx="5048250" cy="1038225"/>
          </a:xfrm>
          <a:custGeom xmlns:a="http://schemas.openxmlformats.org/drawingml/2006/main">
            <a:pathLst>
              <a:path w="5048250" h="1038225">
                <a:moveTo>
                  <a:pt x="0" y="1038225"/>
                </a:moveTo>
                <a:lnTo>
                  <a:pt x="0" y="419100"/>
                </a:lnTo>
                <a:lnTo>
                  <a:pt x="5048250" y="419100"/>
                </a:lnTo>
                <a:lnTo>
                  <a:pt x="5048250" y="0"/>
                </a:lnTo>
              </a:path>
            </a:pathLst>
          </a:custGeom>
          <a:noFill xmlns:a="http://schemas.openxmlformats.org/drawingml/2006/main"/>
          <a:ln xmlns:a="http://schemas.openxmlformats.org/drawingml/2006/main" w="10478">
            <a:solidFill>
              <a:srgbClr val="000000"/>
            </a:solidFill>
            <a:prstDash val="solid"/>
          </a:ln>
        </p:spPr>
      </p:sp>
      <p:sp>
        <p:nvSpPr>
          <p:cNvPr id="203" name="dp45-comparison / n181 / arrow">
            <a:extLst xmlns:a="http://schemas.openxmlformats.org/drawingml/2006/main">
              <a:ext uri="{FF2B5EF4-FFF2-40B4-BE49-F238E27FC236}">
                <a16:creationId xmlns:a16="http://schemas.microsoft.com/office/drawing/2014/main" id="{736EFD4B-A71E-4795-86FE-1685A0C6AC56}"/>
              </a:ext>
            </a:extLst>
          </p:cNvPr>
          <p:cNvSpPr>
            <a:spLocks xmlns:a="http://schemas.openxmlformats.org/drawingml/2006/main" noGrp="1"/>
          </p:cNvSpPr>
          <p:nvPr/>
        </p:nvSpPr>
        <p:spPr>
          <a:xfrm xmlns:a="http://schemas.openxmlformats.org/drawingml/2006/main">
            <a:off x="17444847"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04" name="dp45-comparison / n182 / path">
            <a:extLst xmlns:a="http://schemas.openxmlformats.org/drawingml/2006/main">
              <a:ext uri="{FF2B5EF4-FFF2-40B4-BE49-F238E27FC236}">
                <a16:creationId xmlns:a16="http://schemas.microsoft.com/office/drawing/2014/main" id="{7A761DF2-47B9-407D-B43D-56AF0D7824A7}"/>
              </a:ext>
            </a:extLst>
          </p:cNvPr>
          <p:cNvSpPr>
            <a:spLocks xmlns:a="http://schemas.openxmlformats.org/drawingml/2006/main" noGrp="1"/>
          </p:cNvSpPr>
          <p:nvPr/>
        </p:nvSpPr>
        <p:spPr>
          <a:xfrm xmlns:a="http://schemas.openxmlformats.org/drawingml/2006/main">
            <a:off x="12468225" y="2714625"/>
            <a:ext cx="5048250" cy="1038225"/>
          </a:xfrm>
          <a:custGeom xmlns:a="http://schemas.openxmlformats.org/drawingml/2006/main">
            <a:pathLst>
              <a:path w="5048250" h="1038225">
                <a:moveTo>
                  <a:pt x="5048250" y="0"/>
                </a:moveTo>
                <a:lnTo>
                  <a:pt x="5048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205" name="dp45-comparison / n182 / arrow">
            <a:extLst xmlns:a="http://schemas.openxmlformats.org/drawingml/2006/main">
              <a:ext uri="{FF2B5EF4-FFF2-40B4-BE49-F238E27FC236}">
                <a16:creationId xmlns:a16="http://schemas.microsoft.com/office/drawing/2014/main" id="{D8077D7D-3DC6-4CCB-B3A2-D0E862928863}"/>
              </a:ext>
            </a:extLst>
          </p:cNvPr>
          <p:cNvSpPr>
            <a:spLocks xmlns:a="http://schemas.openxmlformats.org/drawingml/2006/main" noGrp="1"/>
          </p:cNvSpPr>
          <p:nvPr/>
        </p:nvSpPr>
        <p:spPr>
          <a:xfrm xmlns:a="http://schemas.openxmlformats.org/drawingml/2006/main">
            <a:off x="1243469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06" name="dp45-comparison / n185 / path">
            <a:extLst xmlns:a="http://schemas.openxmlformats.org/drawingml/2006/main">
              <a:ext uri="{FF2B5EF4-FFF2-40B4-BE49-F238E27FC236}">
                <a16:creationId xmlns:a16="http://schemas.microsoft.com/office/drawing/2014/main" id="{A98D6180-5F01-4301-B0AE-5B05C350B0E6}"/>
              </a:ext>
            </a:extLst>
          </p:cNvPr>
          <p:cNvSpPr>
            <a:spLocks xmlns:a="http://schemas.openxmlformats.org/drawingml/2006/main" noGrp="1"/>
          </p:cNvSpPr>
          <p:nvPr/>
        </p:nvSpPr>
        <p:spPr>
          <a:xfrm xmlns:a="http://schemas.openxmlformats.org/drawingml/2006/main">
            <a:off x="12715875" y="3895725"/>
            <a:ext cx="1524000" cy="953"/>
          </a:xfrm>
          <a:custGeom xmlns:a="http://schemas.openxmlformats.org/drawingml/2006/main">
            <a:pathLst>
              <a:path w="1524000" h="953">
                <a:moveTo>
                  <a:pt x="0" y="0"/>
                </a:moveTo>
                <a:lnTo>
                  <a:pt x="1524000" y="0"/>
                </a:lnTo>
              </a:path>
            </a:pathLst>
          </a:custGeom>
          <a:noFill xmlns:a="http://schemas.openxmlformats.org/drawingml/2006/main"/>
          <a:ln xmlns:a="http://schemas.openxmlformats.org/drawingml/2006/main" w="10478">
            <a:solidFill>
              <a:srgbClr val="B8753F"/>
            </a:solidFill>
            <a:prstDash val="solid"/>
          </a:ln>
        </p:spPr>
      </p:sp>
      <p:sp>
        <p:nvSpPr>
          <p:cNvPr id="207" name="dp45-comparison / n185 / arrow">
            <a:extLst xmlns:a="http://schemas.openxmlformats.org/drawingml/2006/main">
              <a:ext uri="{FF2B5EF4-FFF2-40B4-BE49-F238E27FC236}">
                <a16:creationId xmlns:a16="http://schemas.microsoft.com/office/drawing/2014/main" id="{DC8959A3-1C83-4BF7-A83E-E7F5D2111ED4}"/>
              </a:ext>
            </a:extLst>
          </p:cNvPr>
          <p:cNvSpPr>
            <a:spLocks xmlns:a="http://schemas.openxmlformats.org/drawingml/2006/main" noGrp="1"/>
          </p:cNvSpPr>
          <p:nvPr/>
        </p:nvSpPr>
        <p:spPr>
          <a:xfrm xmlns:a="http://schemas.openxmlformats.org/drawingml/2006/main">
            <a:off x="14172819" y="38621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8" name="dp45-comparison / n186 / path">
            <a:extLst xmlns:a="http://schemas.openxmlformats.org/drawingml/2006/main">
              <a:ext uri="{FF2B5EF4-FFF2-40B4-BE49-F238E27FC236}">
                <a16:creationId xmlns:a16="http://schemas.microsoft.com/office/drawing/2014/main" id="{597F743D-9071-4FA4-B9D5-3B1B6EBBD289}"/>
              </a:ext>
            </a:extLst>
          </p:cNvPr>
          <p:cNvSpPr>
            <a:spLocks xmlns:a="http://schemas.openxmlformats.org/drawingml/2006/main" noGrp="1"/>
          </p:cNvSpPr>
          <p:nvPr/>
        </p:nvSpPr>
        <p:spPr>
          <a:xfrm xmlns:a="http://schemas.openxmlformats.org/drawingml/2006/main">
            <a:off x="12715875" y="4029075"/>
            <a:ext cx="1524000" cy="1528763"/>
          </a:xfrm>
          <a:custGeom xmlns:a="http://schemas.openxmlformats.org/drawingml/2006/main">
            <a:pathLst>
              <a:path w="1524000" h="1528763">
                <a:moveTo>
                  <a:pt x="0" y="0"/>
                </a:moveTo>
                <a:lnTo>
                  <a:pt x="1314450" y="0"/>
                </a:lnTo>
                <a:lnTo>
                  <a:pt x="1314450" y="1528763"/>
                </a:lnTo>
                <a:lnTo>
                  <a:pt x="1524000" y="1528763"/>
                </a:lnTo>
              </a:path>
            </a:pathLst>
          </a:custGeom>
          <a:noFill xmlns:a="http://schemas.openxmlformats.org/drawingml/2006/main"/>
          <a:ln xmlns:a="http://schemas.openxmlformats.org/drawingml/2006/main" w="10478">
            <a:solidFill>
              <a:srgbClr val="B8753F"/>
            </a:solidFill>
            <a:prstDash val="solid"/>
          </a:ln>
        </p:spPr>
      </p:sp>
      <p:sp>
        <p:nvSpPr>
          <p:cNvPr id="209" name="dp45-comparison / n186 / arrow">
            <a:extLst xmlns:a="http://schemas.openxmlformats.org/drawingml/2006/main">
              <a:ext uri="{FF2B5EF4-FFF2-40B4-BE49-F238E27FC236}">
                <a16:creationId xmlns:a16="http://schemas.microsoft.com/office/drawing/2014/main" id="{0C3CBCDD-B39F-41F1-8027-79533E3376AD}"/>
              </a:ext>
            </a:extLst>
          </p:cNvPr>
          <p:cNvSpPr>
            <a:spLocks xmlns:a="http://schemas.openxmlformats.org/drawingml/2006/main" noGrp="1"/>
          </p:cNvSpPr>
          <p:nvPr/>
        </p:nvSpPr>
        <p:spPr>
          <a:xfrm xmlns:a="http://schemas.openxmlformats.org/drawingml/2006/main">
            <a:off x="14172819" y="55243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10" name="dp45-comparison / n189 / path">
            <a:extLst xmlns:a="http://schemas.openxmlformats.org/drawingml/2006/main">
              <a:ext uri="{FF2B5EF4-FFF2-40B4-BE49-F238E27FC236}">
                <a16:creationId xmlns:a16="http://schemas.microsoft.com/office/drawing/2014/main" id="{7AA900C7-A8B1-4AD9-9DE9-5EA78540E419}"/>
              </a:ext>
            </a:extLst>
          </p:cNvPr>
          <p:cNvSpPr>
            <a:spLocks xmlns:a="http://schemas.openxmlformats.org/drawingml/2006/main" noGrp="1"/>
          </p:cNvSpPr>
          <p:nvPr/>
        </p:nvSpPr>
        <p:spPr>
          <a:xfrm xmlns:a="http://schemas.openxmlformats.org/drawingml/2006/main">
            <a:off x="12715875" y="4152900"/>
            <a:ext cx="3000375" cy="1171575"/>
          </a:xfrm>
          <a:custGeom xmlns:a="http://schemas.openxmlformats.org/drawingml/2006/main">
            <a:pathLst>
              <a:path w="3000375" h="1171575">
                <a:moveTo>
                  <a:pt x="0" y="1171575"/>
                </a:moveTo>
                <a:lnTo>
                  <a:pt x="857250" y="1171575"/>
                </a:lnTo>
                <a:lnTo>
                  <a:pt x="857250" y="66675"/>
                </a:lnTo>
                <a:lnTo>
                  <a:pt x="3000375" y="66675"/>
                </a:lnTo>
                <a:lnTo>
                  <a:pt x="3000375" y="0"/>
                </a:lnTo>
              </a:path>
            </a:pathLst>
          </a:custGeom>
          <a:noFill xmlns:a="http://schemas.openxmlformats.org/drawingml/2006/main"/>
          <a:ln xmlns:a="http://schemas.openxmlformats.org/drawingml/2006/main" w="10478">
            <a:solidFill>
              <a:srgbClr val="B8753F"/>
            </a:solidFill>
            <a:prstDash val="solid"/>
          </a:ln>
        </p:spPr>
      </p:sp>
      <p:sp>
        <p:nvSpPr>
          <p:cNvPr id="211" name="dp45-comparison / n189 / arrow">
            <a:extLst xmlns:a="http://schemas.openxmlformats.org/drawingml/2006/main">
              <a:ext uri="{FF2B5EF4-FFF2-40B4-BE49-F238E27FC236}">
                <a16:creationId xmlns:a16="http://schemas.microsoft.com/office/drawing/2014/main" id="{5CBA2286-6C90-4C0C-8D0C-CD0DA26251E3}"/>
              </a:ext>
            </a:extLst>
          </p:cNvPr>
          <p:cNvSpPr>
            <a:spLocks xmlns:a="http://schemas.openxmlformats.org/drawingml/2006/main" noGrp="1"/>
          </p:cNvSpPr>
          <p:nvPr/>
        </p:nvSpPr>
        <p:spPr>
          <a:xfrm xmlns:a="http://schemas.openxmlformats.org/drawingml/2006/main">
            <a:off x="15682722" y="41529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12" name="dp45-comparison / n190 / path">
            <a:extLst xmlns:a="http://schemas.openxmlformats.org/drawingml/2006/main">
              <a:ext uri="{FF2B5EF4-FFF2-40B4-BE49-F238E27FC236}">
                <a16:creationId xmlns:a16="http://schemas.microsoft.com/office/drawing/2014/main" id="{D19E32D2-4E3C-4E7D-84EE-85ADEB561A99}"/>
              </a:ext>
            </a:extLst>
          </p:cNvPr>
          <p:cNvSpPr>
            <a:spLocks xmlns:a="http://schemas.openxmlformats.org/drawingml/2006/main" noGrp="1"/>
          </p:cNvSpPr>
          <p:nvPr/>
        </p:nvSpPr>
        <p:spPr>
          <a:xfrm xmlns:a="http://schemas.openxmlformats.org/drawingml/2006/main">
            <a:off x="12715875" y="4152900"/>
            <a:ext cx="3143250" cy="1285875"/>
          </a:xfrm>
          <a:custGeom xmlns:a="http://schemas.openxmlformats.org/drawingml/2006/main">
            <a:pathLst>
              <a:path w="3143250" h="1285875">
                <a:moveTo>
                  <a:pt x="3143250" y="0"/>
                </a:moveTo>
                <a:lnTo>
                  <a:pt x="3143250" y="104775"/>
                </a:lnTo>
                <a:lnTo>
                  <a:pt x="952500" y="104775"/>
                </a:lnTo>
                <a:lnTo>
                  <a:pt x="952500" y="1285875"/>
                </a:lnTo>
                <a:lnTo>
                  <a:pt x="0" y="1285875"/>
                </a:lnTo>
              </a:path>
            </a:pathLst>
          </a:custGeom>
          <a:noFill xmlns:a="http://schemas.openxmlformats.org/drawingml/2006/main"/>
          <a:ln xmlns:a="http://schemas.openxmlformats.org/drawingml/2006/main" w="10478">
            <a:solidFill>
              <a:srgbClr val="B8753F"/>
            </a:solidFill>
            <a:prstDash val="dash"/>
          </a:ln>
        </p:spPr>
      </p:sp>
      <p:sp>
        <p:nvSpPr>
          <p:cNvPr id="213" name="dp45-comparison / n190 / arrow">
            <a:extLst xmlns:a="http://schemas.openxmlformats.org/drawingml/2006/main">
              <a:ext uri="{FF2B5EF4-FFF2-40B4-BE49-F238E27FC236}">
                <a16:creationId xmlns:a16="http://schemas.microsoft.com/office/drawing/2014/main" id="{E518A6B3-C942-491E-B82C-866E7F1146D1}"/>
              </a:ext>
            </a:extLst>
          </p:cNvPr>
          <p:cNvSpPr>
            <a:spLocks xmlns:a="http://schemas.openxmlformats.org/drawingml/2006/main" noGrp="1"/>
          </p:cNvSpPr>
          <p:nvPr/>
        </p:nvSpPr>
        <p:spPr>
          <a:xfrm xmlns:a="http://schemas.openxmlformats.org/drawingml/2006/main">
            <a:off x="12715875" y="54052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4" name="dp45-comparison / n191 / path">
            <a:extLst xmlns:a="http://schemas.openxmlformats.org/drawingml/2006/main">
              <a:ext uri="{FF2B5EF4-FFF2-40B4-BE49-F238E27FC236}">
                <a16:creationId xmlns:a16="http://schemas.microsoft.com/office/drawing/2014/main" id="{00BD20F5-AD72-4872-AF55-D305D05AA1F5}"/>
              </a:ext>
            </a:extLst>
          </p:cNvPr>
          <p:cNvSpPr>
            <a:spLocks xmlns:a="http://schemas.openxmlformats.org/drawingml/2006/main" noGrp="1"/>
          </p:cNvSpPr>
          <p:nvPr/>
        </p:nvSpPr>
        <p:spPr>
          <a:xfrm xmlns:a="http://schemas.openxmlformats.org/drawingml/2006/main">
            <a:off x="12715875" y="5524500"/>
            <a:ext cx="1524000" cy="109538"/>
          </a:xfrm>
          <a:custGeom xmlns:a="http://schemas.openxmlformats.org/drawingml/2006/main">
            <a:pathLst>
              <a:path w="1524000" h="109538">
                <a:moveTo>
                  <a:pt x="1524000" y="109538"/>
                </a:moveTo>
                <a:lnTo>
                  <a:pt x="285750" y="109538"/>
                </a:lnTo>
                <a:lnTo>
                  <a:pt x="285750" y="0"/>
                </a:lnTo>
                <a:lnTo>
                  <a:pt x="0" y="0"/>
                </a:lnTo>
              </a:path>
            </a:pathLst>
          </a:custGeom>
          <a:noFill xmlns:a="http://schemas.openxmlformats.org/drawingml/2006/main"/>
          <a:ln xmlns:a="http://schemas.openxmlformats.org/drawingml/2006/main" w="10478">
            <a:solidFill>
              <a:srgbClr val="B8753F"/>
            </a:solidFill>
            <a:prstDash val="dash"/>
          </a:ln>
        </p:spPr>
      </p:sp>
      <p:sp>
        <p:nvSpPr>
          <p:cNvPr id="215" name="dp45-comparison / n191 / arrow">
            <a:extLst xmlns:a="http://schemas.openxmlformats.org/drawingml/2006/main">
              <a:ext uri="{FF2B5EF4-FFF2-40B4-BE49-F238E27FC236}">
                <a16:creationId xmlns:a16="http://schemas.microsoft.com/office/drawing/2014/main" id="{F233A73F-1BF2-412D-BF47-05A01ABFBCAB}"/>
              </a:ext>
            </a:extLst>
          </p:cNvPr>
          <p:cNvSpPr>
            <a:spLocks xmlns:a="http://schemas.openxmlformats.org/drawingml/2006/main" noGrp="1"/>
          </p:cNvSpPr>
          <p:nvPr/>
        </p:nvSpPr>
        <p:spPr>
          <a:xfrm xmlns:a="http://schemas.openxmlformats.org/drawingml/2006/main">
            <a:off x="12715875" y="54909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6" name="dp45-comparison / n192 / path">
            <a:extLst xmlns:a="http://schemas.openxmlformats.org/drawingml/2006/main">
              <a:ext uri="{FF2B5EF4-FFF2-40B4-BE49-F238E27FC236}">
                <a16:creationId xmlns:a16="http://schemas.microsoft.com/office/drawing/2014/main" id="{095C4C56-9C45-49F0-A7ED-8C709BCF8AF7}"/>
              </a:ext>
            </a:extLst>
          </p:cNvPr>
          <p:cNvSpPr>
            <a:spLocks xmlns:a="http://schemas.openxmlformats.org/drawingml/2006/main" noGrp="1"/>
          </p:cNvSpPr>
          <p:nvPr/>
        </p:nvSpPr>
        <p:spPr>
          <a:xfrm xmlns:a="http://schemas.openxmlformats.org/drawingml/2006/main">
            <a:off x="11191875" y="4114800"/>
            <a:ext cx="953" cy="1104900"/>
          </a:xfrm>
          <a:custGeom xmlns:a="http://schemas.openxmlformats.org/drawingml/2006/main">
            <a:pathLst>
              <a:path w="953" h="1104900">
                <a:moveTo>
                  <a:pt x="0" y="1104900"/>
                </a:moveTo>
                <a:lnTo>
                  <a:pt x="0" y="0"/>
                </a:lnTo>
              </a:path>
            </a:pathLst>
          </a:custGeom>
          <a:noFill xmlns:a="http://schemas.openxmlformats.org/drawingml/2006/main"/>
          <a:ln xmlns:a="http://schemas.openxmlformats.org/drawingml/2006/main" w="10478">
            <a:solidFill>
              <a:srgbClr val="B8753F"/>
            </a:solidFill>
            <a:prstDash val="solid"/>
          </a:ln>
        </p:spPr>
      </p:sp>
      <p:sp>
        <p:nvSpPr>
          <p:cNvPr id="217" name="dp45-comparison / n192 / arrow">
            <a:extLst xmlns:a="http://schemas.openxmlformats.org/drawingml/2006/main">
              <a:ext uri="{FF2B5EF4-FFF2-40B4-BE49-F238E27FC236}">
                <a16:creationId xmlns:a16="http://schemas.microsoft.com/office/drawing/2014/main" id="{2A768A63-0E93-47A7-8C41-97FAFAD4BBA6}"/>
              </a:ext>
            </a:extLst>
          </p:cNvPr>
          <p:cNvSpPr>
            <a:spLocks xmlns:a="http://schemas.openxmlformats.org/drawingml/2006/main" noGrp="1"/>
          </p:cNvSpPr>
          <p:nvPr/>
        </p:nvSpPr>
        <p:spPr>
          <a:xfrm xmlns:a="http://schemas.openxmlformats.org/drawingml/2006/main">
            <a:off x="11158347" y="41148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18" name="dp45-comparison / n193 / path">
            <a:extLst xmlns:a="http://schemas.openxmlformats.org/drawingml/2006/main">
              <a:ext uri="{FF2B5EF4-FFF2-40B4-BE49-F238E27FC236}">
                <a16:creationId xmlns:a16="http://schemas.microsoft.com/office/drawing/2014/main" id="{5D1CC04B-9F9E-4D84-8E84-7AACC0CF9F64}"/>
              </a:ext>
            </a:extLst>
          </p:cNvPr>
          <p:cNvSpPr>
            <a:spLocks xmlns:a="http://schemas.openxmlformats.org/drawingml/2006/main" noGrp="1"/>
          </p:cNvSpPr>
          <p:nvPr/>
        </p:nvSpPr>
        <p:spPr>
          <a:xfrm xmlns:a="http://schemas.openxmlformats.org/drawingml/2006/main">
            <a:off x="11668125" y="4114800"/>
            <a:ext cx="953" cy="1104900"/>
          </a:xfrm>
          <a:custGeom xmlns:a="http://schemas.openxmlformats.org/drawingml/2006/main">
            <a:pathLst>
              <a:path w="953" h="1104900">
                <a:moveTo>
                  <a:pt x="0" y="0"/>
                </a:moveTo>
                <a:lnTo>
                  <a:pt x="0" y="1104900"/>
                </a:lnTo>
              </a:path>
            </a:pathLst>
          </a:custGeom>
          <a:noFill xmlns:a="http://schemas.openxmlformats.org/drawingml/2006/main"/>
          <a:ln xmlns:a="http://schemas.openxmlformats.org/drawingml/2006/main" w="10478">
            <a:solidFill>
              <a:srgbClr val="B8753F"/>
            </a:solidFill>
            <a:prstDash val="dash"/>
          </a:ln>
        </p:spPr>
      </p:sp>
      <p:sp>
        <p:nvSpPr>
          <p:cNvPr id="219" name="dp45-comparison / n193 / arrow">
            <a:extLst xmlns:a="http://schemas.openxmlformats.org/drawingml/2006/main">
              <a:ext uri="{FF2B5EF4-FFF2-40B4-BE49-F238E27FC236}">
                <a16:creationId xmlns:a16="http://schemas.microsoft.com/office/drawing/2014/main" id="{4C90461C-19A2-428E-B049-E5615E7B3A9A}"/>
              </a:ext>
            </a:extLst>
          </p:cNvPr>
          <p:cNvSpPr>
            <a:spLocks xmlns:a="http://schemas.openxmlformats.org/drawingml/2006/main" noGrp="1"/>
          </p:cNvSpPr>
          <p:nvPr/>
        </p:nvSpPr>
        <p:spPr>
          <a:xfrm xmlns:a="http://schemas.openxmlformats.org/drawingml/2006/main">
            <a:off x="11634597" y="51526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20" name="dp45-comparison / n202 / path">
            <a:extLst xmlns:a="http://schemas.openxmlformats.org/drawingml/2006/main">
              <a:ext uri="{FF2B5EF4-FFF2-40B4-BE49-F238E27FC236}">
                <a16:creationId xmlns:a16="http://schemas.microsoft.com/office/drawing/2014/main" id="{63865D14-93F8-45DF-9E56-E0B322E45DCF}"/>
              </a:ext>
            </a:extLst>
          </p:cNvPr>
          <p:cNvSpPr>
            <a:spLocks xmlns:a="http://schemas.openxmlformats.org/drawingml/2006/main" noGrp="1"/>
          </p:cNvSpPr>
          <p:nvPr/>
        </p:nvSpPr>
        <p:spPr>
          <a:xfrm xmlns:a="http://schemas.openxmlformats.org/drawingml/2006/main">
            <a:off x="12382500" y="2638425"/>
            <a:ext cx="5324475" cy="3267075"/>
          </a:xfrm>
          <a:custGeom xmlns:a="http://schemas.openxmlformats.org/drawingml/2006/main">
            <a:pathLst>
              <a:path w="5324475" h="3267075">
                <a:moveTo>
                  <a:pt x="0" y="2943225"/>
                </a:moveTo>
                <a:lnTo>
                  <a:pt x="0" y="3267075"/>
                </a:lnTo>
                <a:lnTo>
                  <a:pt x="5324475" y="3267075"/>
                </a:lnTo>
                <a:lnTo>
                  <a:pt x="5324475" y="0"/>
                </a:lnTo>
                <a:lnTo>
                  <a:pt x="5191125" y="0"/>
                </a:lnTo>
              </a:path>
            </a:pathLst>
          </a:custGeom>
          <a:noFill xmlns:a="http://schemas.openxmlformats.org/drawingml/2006/main"/>
          <a:ln xmlns:a="http://schemas.openxmlformats.org/drawingml/2006/main" w="10478">
            <a:solidFill>
              <a:srgbClr val="000000"/>
            </a:solidFill>
            <a:prstDash val="solid"/>
          </a:ln>
        </p:spPr>
      </p:sp>
      <p:sp>
        <p:nvSpPr>
          <p:cNvPr id="221" name="dp45-comparison / n202 / arrow">
            <a:extLst xmlns:a="http://schemas.openxmlformats.org/drawingml/2006/main">
              <a:ext uri="{FF2B5EF4-FFF2-40B4-BE49-F238E27FC236}">
                <a16:creationId xmlns:a16="http://schemas.microsoft.com/office/drawing/2014/main" id="{2A34CAEA-57A7-40B5-ACFD-31759006C4F6}"/>
              </a:ext>
            </a:extLst>
          </p:cNvPr>
          <p:cNvSpPr>
            <a:spLocks xmlns:a="http://schemas.openxmlformats.org/drawingml/2006/main" noGrp="1"/>
          </p:cNvSpPr>
          <p:nvPr/>
        </p:nvSpPr>
        <p:spPr>
          <a:xfrm xmlns:a="http://schemas.openxmlformats.org/drawingml/2006/main">
            <a:off x="17573625" y="26048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22" name="dp45-comparison / n203 / path">
            <a:extLst xmlns:a="http://schemas.openxmlformats.org/drawingml/2006/main">
              <a:ext uri="{FF2B5EF4-FFF2-40B4-BE49-F238E27FC236}">
                <a16:creationId xmlns:a16="http://schemas.microsoft.com/office/drawing/2014/main" id="{EB82A643-B04D-4D3D-B6C1-2C0B22D528EB}"/>
              </a:ext>
            </a:extLst>
          </p:cNvPr>
          <p:cNvSpPr>
            <a:spLocks xmlns:a="http://schemas.openxmlformats.org/drawingml/2006/main" noGrp="1"/>
          </p:cNvSpPr>
          <p:nvPr/>
        </p:nvSpPr>
        <p:spPr>
          <a:xfrm xmlns:a="http://schemas.openxmlformats.org/drawingml/2006/main">
            <a:off x="12430125" y="2686050"/>
            <a:ext cx="5324475" cy="3248025"/>
          </a:xfrm>
          <a:custGeom xmlns:a="http://schemas.openxmlformats.org/drawingml/2006/main">
            <a:pathLst>
              <a:path w="5324475" h="3248025">
                <a:moveTo>
                  <a:pt x="5143500" y="0"/>
                </a:moveTo>
                <a:lnTo>
                  <a:pt x="5324475" y="0"/>
                </a:lnTo>
                <a:lnTo>
                  <a:pt x="5324475" y="3248025"/>
                </a:lnTo>
                <a:lnTo>
                  <a:pt x="0" y="3248025"/>
                </a:lnTo>
                <a:lnTo>
                  <a:pt x="0" y="2895600"/>
                </a:lnTo>
              </a:path>
            </a:pathLst>
          </a:custGeom>
          <a:noFill xmlns:a="http://schemas.openxmlformats.org/drawingml/2006/main"/>
          <a:ln xmlns:a="http://schemas.openxmlformats.org/drawingml/2006/main" w="10478">
            <a:solidFill>
              <a:srgbClr val="000000"/>
            </a:solidFill>
            <a:prstDash val="dash"/>
          </a:ln>
        </p:spPr>
      </p:sp>
      <p:sp>
        <p:nvSpPr>
          <p:cNvPr id="223" name="dp45-comparison / n203 / arrow">
            <a:extLst xmlns:a="http://schemas.openxmlformats.org/drawingml/2006/main">
              <a:ext uri="{FF2B5EF4-FFF2-40B4-BE49-F238E27FC236}">
                <a16:creationId xmlns:a16="http://schemas.microsoft.com/office/drawing/2014/main" id="{85B0722D-FA22-4DCA-9ECA-FBEA879B3D1C}"/>
              </a:ext>
            </a:extLst>
          </p:cNvPr>
          <p:cNvSpPr>
            <a:spLocks xmlns:a="http://schemas.openxmlformats.org/drawingml/2006/main" noGrp="1"/>
          </p:cNvSpPr>
          <p:nvPr/>
        </p:nvSpPr>
        <p:spPr>
          <a:xfrm xmlns:a="http://schemas.openxmlformats.org/drawingml/2006/main">
            <a:off x="12396597" y="55816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24" name="dp45-comparison / n204 / path">
            <a:extLst xmlns:a="http://schemas.openxmlformats.org/drawingml/2006/main">
              <a:ext uri="{FF2B5EF4-FFF2-40B4-BE49-F238E27FC236}">
                <a16:creationId xmlns:a16="http://schemas.microsoft.com/office/drawing/2014/main" id="{A95858D1-8FD8-49E9-A972-9E42005F5FD4}"/>
              </a:ext>
            </a:extLst>
          </p:cNvPr>
          <p:cNvSpPr>
            <a:spLocks xmlns:a="http://schemas.openxmlformats.org/drawingml/2006/main" noGrp="1"/>
          </p:cNvSpPr>
          <p:nvPr/>
        </p:nvSpPr>
        <p:spPr>
          <a:xfrm xmlns:a="http://schemas.openxmlformats.org/drawingml/2006/main">
            <a:off x="12715875" y="2714625"/>
            <a:ext cx="4886325" cy="2590800"/>
          </a:xfrm>
          <a:custGeom xmlns:a="http://schemas.openxmlformats.org/drawingml/2006/main">
            <a:pathLst>
              <a:path w="4886325" h="2590800">
                <a:moveTo>
                  <a:pt x="0" y="2590800"/>
                </a:moveTo>
                <a:lnTo>
                  <a:pt x="4886325" y="2590800"/>
                </a:lnTo>
                <a:lnTo>
                  <a:pt x="4886325" y="419100"/>
                </a:lnTo>
                <a:lnTo>
                  <a:pt x="2309813" y="419100"/>
                </a:lnTo>
                <a:lnTo>
                  <a:pt x="2309813" y="0"/>
                </a:lnTo>
              </a:path>
            </a:pathLst>
          </a:custGeom>
          <a:noFill xmlns:a="http://schemas.openxmlformats.org/drawingml/2006/main"/>
          <a:ln xmlns:a="http://schemas.openxmlformats.org/drawingml/2006/main" w="10478">
            <a:solidFill>
              <a:srgbClr val="000000"/>
            </a:solidFill>
            <a:prstDash val="solid"/>
          </a:ln>
        </p:spPr>
      </p:sp>
      <p:sp>
        <p:nvSpPr>
          <p:cNvPr id="225" name="dp45-comparison / n204 / arrow">
            <a:extLst xmlns:a="http://schemas.openxmlformats.org/drawingml/2006/main">
              <a:ext uri="{FF2B5EF4-FFF2-40B4-BE49-F238E27FC236}">
                <a16:creationId xmlns:a16="http://schemas.microsoft.com/office/drawing/2014/main" id="{09B88E48-32E4-417B-8F1A-44399DB17EF0}"/>
              </a:ext>
            </a:extLst>
          </p:cNvPr>
          <p:cNvSpPr>
            <a:spLocks xmlns:a="http://schemas.openxmlformats.org/drawingml/2006/main" noGrp="1"/>
          </p:cNvSpPr>
          <p:nvPr/>
        </p:nvSpPr>
        <p:spPr>
          <a:xfrm xmlns:a="http://schemas.openxmlformats.org/drawingml/2006/main">
            <a:off x="14992160"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26" name="dp45-comparison / n205 / path">
            <a:extLst xmlns:a="http://schemas.openxmlformats.org/drawingml/2006/main">
              <a:ext uri="{FF2B5EF4-FFF2-40B4-BE49-F238E27FC236}">
                <a16:creationId xmlns:a16="http://schemas.microsoft.com/office/drawing/2014/main" id="{C03A3D60-B455-49C7-BD3B-AE304FBDF597}"/>
              </a:ext>
            </a:extLst>
          </p:cNvPr>
          <p:cNvSpPr>
            <a:spLocks xmlns:a="http://schemas.openxmlformats.org/drawingml/2006/main" noGrp="1"/>
          </p:cNvSpPr>
          <p:nvPr/>
        </p:nvSpPr>
        <p:spPr>
          <a:xfrm xmlns:a="http://schemas.openxmlformats.org/drawingml/2006/main">
            <a:off x="12715875" y="2714625"/>
            <a:ext cx="4924425" cy="2628900"/>
          </a:xfrm>
          <a:custGeom xmlns:a="http://schemas.openxmlformats.org/drawingml/2006/main">
            <a:pathLst>
              <a:path w="4924425" h="2628900">
                <a:moveTo>
                  <a:pt x="2347913" y="0"/>
                </a:moveTo>
                <a:lnTo>
                  <a:pt x="2347913" y="457200"/>
                </a:lnTo>
                <a:lnTo>
                  <a:pt x="4924425" y="457200"/>
                </a:lnTo>
                <a:lnTo>
                  <a:pt x="4924425" y="2628900"/>
                </a:lnTo>
                <a:lnTo>
                  <a:pt x="0" y="2628900"/>
                </a:lnTo>
              </a:path>
            </a:pathLst>
          </a:custGeom>
          <a:noFill xmlns:a="http://schemas.openxmlformats.org/drawingml/2006/main"/>
          <a:ln xmlns:a="http://schemas.openxmlformats.org/drawingml/2006/main" w="10478">
            <a:solidFill>
              <a:srgbClr val="000000"/>
            </a:solidFill>
            <a:prstDash val="dash"/>
          </a:ln>
        </p:spPr>
      </p:sp>
      <p:sp>
        <p:nvSpPr>
          <p:cNvPr id="227" name="dp45-comparison / n205 / arrow">
            <a:extLst xmlns:a="http://schemas.openxmlformats.org/drawingml/2006/main">
              <a:ext uri="{FF2B5EF4-FFF2-40B4-BE49-F238E27FC236}">
                <a16:creationId xmlns:a16="http://schemas.microsoft.com/office/drawing/2014/main" id="{9D6B43B4-74CB-4777-A441-8A865FF59AD9}"/>
              </a:ext>
            </a:extLst>
          </p:cNvPr>
          <p:cNvSpPr>
            <a:spLocks xmlns:a="http://schemas.openxmlformats.org/drawingml/2006/main" noGrp="1"/>
          </p:cNvSpPr>
          <p:nvPr/>
        </p:nvSpPr>
        <p:spPr>
          <a:xfrm xmlns:a="http://schemas.openxmlformats.org/drawingml/2006/main">
            <a:off x="12715875" y="53099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28" name="dp45-comparison / n208 / path">
            <a:extLst xmlns:a="http://schemas.openxmlformats.org/drawingml/2006/main">
              <a:ext uri="{FF2B5EF4-FFF2-40B4-BE49-F238E27FC236}">
                <a16:creationId xmlns:a16="http://schemas.microsoft.com/office/drawing/2014/main" id="{4D0DF3E6-6C1D-4943-8EF5-CC7A64BAEC1B}"/>
              </a:ext>
            </a:extLst>
          </p:cNvPr>
          <p:cNvSpPr>
            <a:spLocks xmlns:a="http://schemas.openxmlformats.org/drawingml/2006/main" noGrp="1"/>
          </p:cNvSpPr>
          <p:nvPr/>
        </p:nvSpPr>
        <p:spPr>
          <a:xfrm xmlns:a="http://schemas.openxmlformats.org/drawingml/2006/main">
            <a:off x="9734550" y="2562225"/>
            <a:ext cx="409575" cy="2838450"/>
          </a:xfrm>
          <a:custGeom xmlns:a="http://schemas.openxmlformats.org/drawingml/2006/main">
            <a:pathLst>
              <a:path w="409575" h="2838450">
                <a:moveTo>
                  <a:pt x="219075" y="0"/>
                </a:moveTo>
                <a:lnTo>
                  <a:pt x="0" y="0"/>
                </a:lnTo>
                <a:lnTo>
                  <a:pt x="0" y="2838450"/>
                </a:lnTo>
                <a:lnTo>
                  <a:pt x="409575" y="2838450"/>
                </a:lnTo>
              </a:path>
            </a:pathLst>
          </a:custGeom>
          <a:noFill xmlns:a="http://schemas.openxmlformats.org/drawingml/2006/main"/>
          <a:ln xmlns:a="http://schemas.openxmlformats.org/drawingml/2006/main" w="10478">
            <a:solidFill>
              <a:srgbClr val="B8753F"/>
            </a:solidFill>
            <a:prstDash val="solid"/>
          </a:ln>
        </p:spPr>
      </p:sp>
      <p:sp>
        <p:nvSpPr>
          <p:cNvPr id="229" name="dp45-comparison / n208 / arrow">
            <a:extLst xmlns:a="http://schemas.openxmlformats.org/drawingml/2006/main">
              <a:ext uri="{FF2B5EF4-FFF2-40B4-BE49-F238E27FC236}">
                <a16:creationId xmlns:a16="http://schemas.microsoft.com/office/drawing/2014/main" id="{55E4401C-4004-4F05-AFBD-B31EA32C8397}"/>
              </a:ext>
            </a:extLst>
          </p:cNvPr>
          <p:cNvSpPr>
            <a:spLocks xmlns:a="http://schemas.openxmlformats.org/drawingml/2006/main" noGrp="1"/>
          </p:cNvSpPr>
          <p:nvPr/>
        </p:nvSpPr>
        <p:spPr>
          <a:xfrm xmlns:a="http://schemas.openxmlformats.org/drawingml/2006/main">
            <a:off x="10077069" y="53671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0" name="dp45-comparison / n209 / path">
            <a:extLst xmlns:a="http://schemas.openxmlformats.org/drawingml/2006/main">
              <a:ext uri="{FF2B5EF4-FFF2-40B4-BE49-F238E27FC236}">
                <a16:creationId xmlns:a16="http://schemas.microsoft.com/office/drawing/2014/main" id="{B32A822C-72BD-4CE3-985E-C52213C01F09}"/>
              </a:ext>
            </a:extLst>
          </p:cNvPr>
          <p:cNvSpPr>
            <a:spLocks xmlns:a="http://schemas.openxmlformats.org/drawingml/2006/main" noGrp="1"/>
          </p:cNvSpPr>
          <p:nvPr/>
        </p:nvSpPr>
        <p:spPr>
          <a:xfrm xmlns:a="http://schemas.openxmlformats.org/drawingml/2006/main">
            <a:off x="9810750" y="2638425"/>
            <a:ext cx="333375" cy="2847975"/>
          </a:xfrm>
          <a:custGeom xmlns:a="http://schemas.openxmlformats.org/drawingml/2006/main">
            <a:pathLst>
              <a:path w="333375" h="2847975">
                <a:moveTo>
                  <a:pt x="333375" y="2847975"/>
                </a:moveTo>
                <a:lnTo>
                  <a:pt x="0" y="2847975"/>
                </a:lnTo>
                <a:lnTo>
                  <a:pt x="0" y="0"/>
                </a:lnTo>
                <a:lnTo>
                  <a:pt x="142875" y="0"/>
                </a:lnTo>
              </a:path>
            </a:pathLst>
          </a:custGeom>
          <a:noFill xmlns:a="http://schemas.openxmlformats.org/drawingml/2006/main"/>
          <a:ln xmlns:a="http://schemas.openxmlformats.org/drawingml/2006/main" w="10478">
            <a:solidFill>
              <a:srgbClr val="B8753F"/>
            </a:solidFill>
            <a:prstDash val="dash"/>
          </a:ln>
        </p:spPr>
      </p:sp>
      <p:sp>
        <p:nvSpPr>
          <p:cNvPr id="231" name="dp45-comparison / n209 / arrow">
            <a:extLst xmlns:a="http://schemas.openxmlformats.org/drawingml/2006/main">
              <a:ext uri="{FF2B5EF4-FFF2-40B4-BE49-F238E27FC236}">
                <a16:creationId xmlns:a16="http://schemas.microsoft.com/office/drawing/2014/main" id="{F049A37E-6203-4AF2-8455-299BC01929C6}"/>
              </a:ext>
            </a:extLst>
          </p:cNvPr>
          <p:cNvSpPr>
            <a:spLocks xmlns:a="http://schemas.openxmlformats.org/drawingml/2006/main" noGrp="1"/>
          </p:cNvSpPr>
          <p:nvPr/>
        </p:nvSpPr>
        <p:spPr>
          <a:xfrm xmlns:a="http://schemas.openxmlformats.org/drawingml/2006/main">
            <a:off x="9886569" y="26048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2" name="dp45-comparison / n212">
            <a:extLst xmlns:a="http://schemas.openxmlformats.org/drawingml/2006/main">
              <a:ext uri="{FF2B5EF4-FFF2-40B4-BE49-F238E27FC236}">
                <a16:creationId xmlns:a16="http://schemas.microsoft.com/office/drawing/2014/main" id="{B8507AA3-E08C-4DB0-BBA8-E85F4DD19480}"/>
              </a:ext>
            </a:extLst>
          </p:cNvPr>
          <p:cNvSpPr>
            <a:spLocks xmlns:a="http://schemas.openxmlformats.org/drawingml/2006/main" noGrp="1"/>
          </p:cNvSpPr>
          <p:nvPr/>
        </p:nvSpPr>
        <p:spPr>
          <a:xfrm xmlns:a="http://schemas.openxmlformats.org/drawingml/2006/main">
            <a:off x="10144125" y="6076950"/>
            <a:ext cx="2571750" cy="2381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3" name="dp45-comparison / n213 / text 1">
            <a:extLst xmlns:a="http://schemas.openxmlformats.org/drawingml/2006/main">
              <a:ext uri="{FF2B5EF4-FFF2-40B4-BE49-F238E27FC236}">
                <a16:creationId xmlns:a16="http://schemas.microsoft.com/office/drawing/2014/main" id="{69AB35BB-30F9-4358-A519-150216F714D7}"/>
              </a:ext>
            </a:extLst>
          </p:cNvPr>
          <p:cNvSpPr>
            <a:spLocks xmlns:a="http://schemas.openxmlformats.org/drawingml/2006/main" noGrp="1"/>
          </p:cNvSpPr>
          <p:nvPr/>
        </p:nvSpPr>
        <p:spPr>
          <a:xfrm xmlns:a="http://schemas.openxmlformats.org/drawingml/2006/main">
            <a:off x="10229850" y="6096953"/>
            <a:ext cx="2400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Model Access</a:t>
            </a:r>
          </a:p>
        </p:txBody>
      </p:sp>
      <p:sp>
        <p:nvSpPr>
          <p:cNvPr id="234" name="dp45-comparison / n214">
            <a:extLst xmlns:a="http://schemas.openxmlformats.org/drawingml/2006/main">
              <a:ext uri="{FF2B5EF4-FFF2-40B4-BE49-F238E27FC236}">
                <a16:creationId xmlns:a16="http://schemas.microsoft.com/office/drawing/2014/main" id="{8EB1AE35-67F3-4C39-9B34-8F1A11F63B19}"/>
              </a:ext>
            </a:extLst>
          </p:cNvPr>
          <p:cNvSpPr>
            <a:spLocks xmlns:a="http://schemas.openxmlformats.org/drawingml/2006/main" noGrp="1"/>
          </p:cNvSpPr>
          <p:nvPr/>
        </p:nvSpPr>
        <p:spPr>
          <a:xfrm xmlns:a="http://schemas.openxmlformats.org/drawingml/2006/main">
            <a:off x="14620875" y="6076950"/>
            <a:ext cx="2857500" cy="23812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235" name="dp45-comparison / n215 / text 1">
            <a:extLst xmlns:a="http://schemas.openxmlformats.org/drawingml/2006/main">
              <a:ext uri="{FF2B5EF4-FFF2-40B4-BE49-F238E27FC236}">
                <a16:creationId xmlns:a16="http://schemas.microsoft.com/office/drawing/2014/main" id="{DB359A28-252A-41D7-B00A-6DECC4A18DDC}"/>
              </a:ext>
            </a:extLst>
          </p:cNvPr>
          <p:cNvSpPr>
            <a:spLocks xmlns:a="http://schemas.openxmlformats.org/drawingml/2006/main" noGrp="1"/>
          </p:cNvSpPr>
          <p:nvPr/>
        </p:nvSpPr>
        <p:spPr>
          <a:xfrm xmlns:a="http://schemas.openxmlformats.org/drawingml/2006/main">
            <a:off x="14706600" y="6096953"/>
            <a:ext cx="2686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클라우드 의미 LLM</a:t>
            </a:r>
          </a:p>
        </p:txBody>
      </p:sp>
      <p:sp>
        <p:nvSpPr>
          <p:cNvPr id="236" name="dp45-comparison / n216 / path">
            <a:extLst xmlns:a="http://schemas.openxmlformats.org/drawingml/2006/main">
              <a:ext uri="{FF2B5EF4-FFF2-40B4-BE49-F238E27FC236}">
                <a16:creationId xmlns:a16="http://schemas.microsoft.com/office/drawing/2014/main" id="{EFECFF52-C903-469A-BFB0-DF9F141A9494}"/>
              </a:ext>
            </a:extLst>
          </p:cNvPr>
          <p:cNvSpPr>
            <a:spLocks xmlns:a="http://schemas.openxmlformats.org/drawingml/2006/main" noGrp="1"/>
          </p:cNvSpPr>
          <p:nvPr/>
        </p:nvSpPr>
        <p:spPr>
          <a:xfrm xmlns:a="http://schemas.openxmlformats.org/drawingml/2006/main">
            <a:off x="9925050" y="3933825"/>
            <a:ext cx="219075" cy="2262188"/>
          </a:xfrm>
          <a:custGeom xmlns:a="http://schemas.openxmlformats.org/drawingml/2006/main">
            <a:pathLst>
              <a:path w="219075" h="2262188">
                <a:moveTo>
                  <a:pt x="219075" y="0"/>
                </a:moveTo>
                <a:lnTo>
                  <a:pt x="0" y="0"/>
                </a:lnTo>
                <a:lnTo>
                  <a:pt x="0" y="2262188"/>
                </a:lnTo>
                <a:lnTo>
                  <a:pt x="219075" y="2262188"/>
                </a:lnTo>
              </a:path>
            </a:pathLst>
          </a:custGeom>
          <a:noFill xmlns:a="http://schemas.openxmlformats.org/drawingml/2006/main"/>
          <a:ln xmlns:a="http://schemas.openxmlformats.org/drawingml/2006/main" w="10478">
            <a:solidFill>
              <a:srgbClr val="000000"/>
            </a:solidFill>
            <a:prstDash val="solid"/>
          </a:ln>
        </p:spPr>
      </p:sp>
      <p:sp>
        <p:nvSpPr>
          <p:cNvPr id="237" name="dp45-comparison / n216 / arrow">
            <a:extLst xmlns:a="http://schemas.openxmlformats.org/drawingml/2006/main">
              <a:ext uri="{FF2B5EF4-FFF2-40B4-BE49-F238E27FC236}">
                <a16:creationId xmlns:a16="http://schemas.microsoft.com/office/drawing/2014/main" id="{634BB9AE-F4B7-4AFE-BC57-EB281B2DD0A4}"/>
              </a:ext>
            </a:extLst>
          </p:cNvPr>
          <p:cNvSpPr>
            <a:spLocks xmlns:a="http://schemas.openxmlformats.org/drawingml/2006/main" noGrp="1"/>
          </p:cNvSpPr>
          <p:nvPr/>
        </p:nvSpPr>
        <p:spPr>
          <a:xfrm xmlns:a="http://schemas.openxmlformats.org/drawingml/2006/main">
            <a:off x="10077069" y="61624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38" name="dp45-comparison / n217 / path">
            <a:extLst xmlns:a="http://schemas.openxmlformats.org/drawingml/2006/main">
              <a:ext uri="{FF2B5EF4-FFF2-40B4-BE49-F238E27FC236}">
                <a16:creationId xmlns:a16="http://schemas.microsoft.com/office/drawing/2014/main" id="{6B037651-72F9-4133-806D-992A6D33C883}"/>
              </a:ext>
            </a:extLst>
          </p:cNvPr>
          <p:cNvSpPr>
            <a:spLocks xmlns:a="http://schemas.openxmlformats.org/drawingml/2006/main" noGrp="1"/>
          </p:cNvSpPr>
          <p:nvPr/>
        </p:nvSpPr>
        <p:spPr>
          <a:xfrm xmlns:a="http://schemas.openxmlformats.org/drawingml/2006/main">
            <a:off x="10001250" y="4029075"/>
            <a:ext cx="142875" cy="2224088"/>
          </a:xfrm>
          <a:custGeom xmlns:a="http://schemas.openxmlformats.org/drawingml/2006/main">
            <a:pathLst>
              <a:path w="142875" h="2224088">
                <a:moveTo>
                  <a:pt x="142875" y="2224088"/>
                </a:moveTo>
                <a:lnTo>
                  <a:pt x="0" y="2224088"/>
                </a:lnTo>
                <a:lnTo>
                  <a:pt x="0" y="0"/>
                </a:lnTo>
                <a:lnTo>
                  <a:pt x="142875" y="0"/>
                </a:lnTo>
              </a:path>
            </a:pathLst>
          </a:custGeom>
          <a:noFill xmlns:a="http://schemas.openxmlformats.org/drawingml/2006/main"/>
          <a:ln xmlns:a="http://schemas.openxmlformats.org/drawingml/2006/main" w="10478">
            <a:solidFill>
              <a:srgbClr val="000000"/>
            </a:solidFill>
            <a:prstDash val="dash"/>
          </a:ln>
        </p:spPr>
      </p:sp>
      <p:sp>
        <p:nvSpPr>
          <p:cNvPr id="239" name="dp45-comparison / n217 / arrow">
            <a:extLst xmlns:a="http://schemas.openxmlformats.org/drawingml/2006/main">
              <a:ext uri="{FF2B5EF4-FFF2-40B4-BE49-F238E27FC236}">
                <a16:creationId xmlns:a16="http://schemas.microsoft.com/office/drawing/2014/main" id="{F576800E-1843-48F1-9A36-18C89B1FA6B2}"/>
              </a:ext>
            </a:extLst>
          </p:cNvPr>
          <p:cNvSpPr>
            <a:spLocks xmlns:a="http://schemas.openxmlformats.org/drawingml/2006/main" noGrp="1"/>
          </p:cNvSpPr>
          <p:nvPr/>
        </p:nvSpPr>
        <p:spPr>
          <a:xfrm xmlns:a="http://schemas.openxmlformats.org/drawingml/2006/main">
            <a:off x="10077069" y="39955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40" name="dp45-comparison / n218 / path">
            <a:extLst xmlns:a="http://schemas.openxmlformats.org/drawingml/2006/main">
              <a:ext uri="{FF2B5EF4-FFF2-40B4-BE49-F238E27FC236}">
                <a16:creationId xmlns:a16="http://schemas.microsoft.com/office/drawing/2014/main" id="{27803556-5FED-4E35-866F-FBF43C7CE703}"/>
              </a:ext>
            </a:extLst>
          </p:cNvPr>
          <p:cNvSpPr>
            <a:spLocks xmlns:a="http://schemas.openxmlformats.org/drawingml/2006/main" noGrp="1"/>
          </p:cNvSpPr>
          <p:nvPr/>
        </p:nvSpPr>
        <p:spPr>
          <a:xfrm xmlns:a="http://schemas.openxmlformats.org/drawingml/2006/main">
            <a:off x="12715875" y="6157913"/>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241" name="dp45-comparison / n218 / arrow">
            <a:extLst xmlns:a="http://schemas.openxmlformats.org/drawingml/2006/main">
              <a:ext uri="{FF2B5EF4-FFF2-40B4-BE49-F238E27FC236}">
                <a16:creationId xmlns:a16="http://schemas.microsoft.com/office/drawing/2014/main" id="{6E51AB4A-262D-46DE-83CC-4ED8689F3455}"/>
              </a:ext>
            </a:extLst>
          </p:cNvPr>
          <p:cNvSpPr>
            <a:spLocks xmlns:a="http://schemas.openxmlformats.org/drawingml/2006/main" noGrp="1"/>
          </p:cNvSpPr>
          <p:nvPr/>
        </p:nvSpPr>
        <p:spPr>
          <a:xfrm xmlns:a="http://schemas.openxmlformats.org/drawingml/2006/main">
            <a:off x="14553819" y="61243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42" name="dp45-comparison / n219 / path">
            <a:extLst xmlns:a="http://schemas.openxmlformats.org/drawingml/2006/main">
              <a:ext uri="{FF2B5EF4-FFF2-40B4-BE49-F238E27FC236}">
                <a16:creationId xmlns:a16="http://schemas.microsoft.com/office/drawing/2014/main" id="{ABF69102-5539-4EF9-9CF2-693D9B962DF3}"/>
              </a:ext>
            </a:extLst>
          </p:cNvPr>
          <p:cNvSpPr>
            <a:spLocks xmlns:a="http://schemas.openxmlformats.org/drawingml/2006/main" noGrp="1"/>
          </p:cNvSpPr>
          <p:nvPr/>
        </p:nvSpPr>
        <p:spPr>
          <a:xfrm xmlns:a="http://schemas.openxmlformats.org/drawingml/2006/main">
            <a:off x="12715875" y="6243638"/>
            <a:ext cx="1905000" cy="953"/>
          </a:xfrm>
          <a:custGeom xmlns:a="http://schemas.openxmlformats.org/drawingml/2006/main">
            <a:pathLst>
              <a:path w="1905000" h="953">
                <a:moveTo>
                  <a:pt x="1905000" y="0"/>
                </a:moveTo>
                <a:lnTo>
                  <a:pt x="0" y="0"/>
                </a:lnTo>
              </a:path>
            </a:pathLst>
          </a:custGeom>
          <a:noFill xmlns:a="http://schemas.openxmlformats.org/drawingml/2006/main"/>
          <a:ln xmlns:a="http://schemas.openxmlformats.org/drawingml/2006/main" w="10478">
            <a:solidFill>
              <a:srgbClr val="000000"/>
            </a:solidFill>
            <a:prstDash val="dash"/>
          </a:ln>
        </p:spPr>
      </p:sp>
      <p:sp>
        <p:nvSpPr>
          <p:cNvPr id="243" name="dp45-comparison / n219 / arrow">
            <a:extLst xmlns:a="http://schemas.openxmlformats.org/drawingml/2006/main">
              <a:ext uri="{FF2B5EF4-FFF2-40B4-BE49-F238E27FC236}">
                <a16:creationId xmlns:a16="http://schemas.microsoft.com/office/drawing/2014/main" id="{F1373230-205D-4BA4-BE3D-3A4AFA2B15BD}"/>
              </a:ext>
            </a:extLst>
          </p:cNvPr>
          <p:cNvSpPr>
            <a:spLocks xmlns:a="http://schemas.openxmlformats.org/drawingml/2006/main" noGrp="1"/>
          </p:cNvSpPr>
          <p:nvPr/>
        </p:nvSpPr>
        <p:spPr>
          <a:xfrm xmlns:a="http://schemas.openxmlformats.org/drawingml/2006/main">
            <a:off x="12715875" y="621011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4" name="dp45-comparison / n222 / path">
            <a:extLst xmlns:a="http://schemas.openxmlformats.org/drawingml/2006/main">
              <a:ext uri="{FF2B5EF4-FFF2-40B4-BE49-F238E27FC236}">
                <a16:creationId xmlns:a16="http://schemas.microsoft.com/office/drawing/2014/main" id="{6388FA69-D568-4ED5-ABE6-748AED1085A9}"/>
              </a:ext>
            </a:extLst>
          </p:cNvPr>
          <p:cNvSpPr>
            <a:spLocks xmlns:a="http://schemas.openxmlformats.org/drawingml/2006/main" noGrp="1"/>
          </p:cNvSpPr>
          <p:nvPr/>
        </p:nvSpPr>
        <p:spPr>
          <a:xfrm xmlns:a="http://schemas.openxmlformats.org/drawingml/2006/main">
            <a:off x="9858375" y="64484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45" name="dp45-comparison / n225">
            <a:extLst xmlns:a="http://schemas.openxmlformats.org/drawingml/2006/main">
              <a:ext uri="{FF2B5EF4-FFF2-40B4-BE49-F238E27FC236}">
                <a16:creationId xmlns:a16="http://schemas.microsoft.com/office/drawing/2014/main" id="{DA8481A1-009F-4AD5-BB1E-FA5F55014C0C}"/>
              </a:ext>
            </a:extLst>
          </p:cNvPr>
          <p:cNvSpPr>
            <a:spLocks xmlns:a="http://schemas.openxmlformats.org/drawingml/2006/main" noGrp="1"/>
          </p:cNvSpPr>
          <p:nvPr/>
        </p:nvSpPr>
        <p:spPr>
          <a:xfrm xmlns:a="http://schemas.openxmlformats.org/drawingml/2006/main">
            <a:off x="995362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6" name="dp45-comparison / n226 / text 1">
            <a:extLst xmlns:a="http://schemas.openxmlformats.org/drawingml/2006/main">
              <a:ext uri="{FF2B5EF4-FFF2-40B4-BE49-F238E27FC236}">
                <a16:creationId xmlns:a16="http://schemas.microsoft.com/office/drawing/2014/main" id="{DDF49C3A-6401-4C26-A4C5-A4A8E275A0A1}"/>
              </a:ext>
            </a:extLst>
          </p:cNvPr>
          <p:cNvSpPr>
            <a:spLocks xmlns:a="http://schemas.openxmlformats.org/drawingml/2006/main" noGrp="1"/>
          </p:cNvSpPr>
          <p:nvPr/>
        </p:nvSpPr>
        <p:spPr>
          <a:xfrm xmlns:a="http://schemas.openxmlformats.org/drawingml/2006/main">
            <a:off x="1003935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원본 변경 또는 생산 요청</a:t>
            </a:r>
          </a:p>
        </p:txBody>
      </p:sp>
      <p:sp>
        <p:nvSpPr>
          <p:cNvPr id="247" name="dp45-comparison / n227">
            <a:extLst xmlns:a="http://schemas.openxmlformats.org/drawingml/2006/main">
              <a:ext uri="{FF2B5EF4-FFF2-40B4-BE49-F238E27FC236}">
                <a16:creationId xmlns:a16="http://schemas.microsoft.com/office/drawing/2014/main" id="{6E62BD2C-30EE-4283-8B96-0943EC1E9FF2}"/>
              </a:ext>
            </a:extLst>
          </p:cNvPr>
          <p:cNvSpPr>
            <a:spLocks xmlns:a="http://schemas.openxmlformats.org/drawingml/2006/main" noGrp="1"/>
          </p:cNvSpPr>
          <p:nvPr/>
        </p:nvSpPr>
        <p:spPr>
          <a:xfrm xmlns:a="http://schemas.openxmlformats.org/drawingml/2006/main">
            <a:off x="1262062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8" name="dp45-comparison / n228 / text 1">
            <a:extLst xmlns:a="http://schemas.openxmlformats.org/drawingml/2006/main">
              <a:ext uri="{FF2B5EF4-FFF2-40B4-BE49-F238E27FC236}">
                <a16:creationId xmlns:a16="http://schemas.microsoft.com/office/drawing/2014/main" id="{3BCE481D-2BCE-4154-BA8F-6928B8AA24D5}"/>
              </a:ext>
            </a:extLst>
          </p:cNvPr>
          <p:cNvSpPr>
            <a:spLocks xmlns:a="http://schemas.openxmlformats.org/drawingml/2006/main" noGrp="1"/>
          </p:cNvSpPr>
          <p:nvPr/>
        </p:nvSpPr>
        <p:spPr>
          <a:xfrm xmlns:a="http://schemas.openxmlformats.org/drawingml/2006/main">
            <a:off x="1270635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Publisher: 공통 관계 게시</a:t>
            </a:r>
          </a:p>
        </p:txBody>
      </p:sp>
      <p:sp>
        <p:nvSpPr>
          <p:cNvPr id="249" name="dp45-comparison / n229 / path">
            <a:extLst xmlns:a="http://schemas.openxmlformats.org/drawingml/2006/main">
              <a:ext uri="{FF2B5EF4-FFF2-40B4-BE49-F238E27FC236}">
                <a16:creationId xmlns:a16="http://schemas.microsoft.com/office/drawing/2014/main" id="{56448189-5A14-44A0-9662-28626EA3CEDC}"/>
              </a:ext>
            </a:extLst>
          </p:cNvPr>
          <p:cNvSpPr>
            <a:spLocks xmlns:a="http://schemas.openxmlformats.org/drawingml/2006/main" noGrp="1"/>
          </p:cNvSpPr>
          <p:nvPr/>
        </p:nvSpPr>
        <p:spPr>
          <a:xfrm xmlns:a="http://schemas.openxmlformats.org/drawingml/2006/main">
            <a:off x="1219200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50" name="dp45-comparison / n229 / arrow">
            <a:extLst xmlns:a="http://schemas.openxmlformats.org/drawingml/2006/main">
              <a:ext uri="{FF2B5EF4-FFF2-40B4-BE49-F238E27FC236}">
                <a16:creationId xmlns:a16="http://schemas.microsoft.com/office/drawing/2014/main" id="{62CCFE01-627A-4496-B4CA-54769C5698C4}"/>
              </a:ext>
            </a:extLst>
          </p:cNvPr>
          <p:cNvSpPr>
            <a:spLocks xmlns:a="http://schemas.openxmlformats.org/drawingml/2006/main" noGrp="1"/>
          </p:cNvSpPr>
          <p:nvPr/>
        </p:nvSpPr>
        <p:spPr>
          <a:xfrm xmlns:a="http://schemas.openxmlformats.org/drawingml/2006/main">
            <a:off x="1255356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51" name="dp45-comparison / n230">
            <a:extLst xmlns:a="http://schemas.openxmlformats.org/drawingml/2006/main">
              <a:ext uri="{FF2B5EF4-FFF2-40B4-BE49-F238E27FC236}">
                <a16:creationId xmlns:a16="http://schemas.microsoft.com/office/drawing/2014/main" id="{9AC9E401-690C-4CE6-9AAC-EBA117D90FDC}"/>
              </a:ext>
            </a:extLst>
          </p:cNvPr>
          <p:cNvSpPr>
            <a:spLocks xmlns:a="http://schemas.openxmlformats.org/drawingml/2006/main" noGrp="1"/>
          </p:cNvSpPr>
          <p:nvPr/>
        </p:nvSpPr>
        <p:spPr>
          <a:xfrm xmlns:a="http://schemas.openxmlformats.org/drawingml/2006/main">
            <a:off x="15287625" y="671512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2" name="dp45-comparison / n231 / text 1">
            <a:extLst xmlns:a="http://schemas.openxmlformats.org/drawingml/2006/main">
              <a:ext uri="{FF2B5EF4-FFF2-40B4-BE49-F238E27FC236}">
                <a16:creationId xmlns:a16="http://schemas.microsoft.com/office/drawing/2014/main" id="{93BD9FD7-3F43-43AD-B1A7-F61257F85E5D}"/>
              </a:ext>
            </a:extLst>
          </p:cNvPr>
          <p:cNvSpPr>
            <a:spLocks xmlns:a="http://schemas.openxmlformats.org/drawingml/2006/main" noGrp="1"/>
          </p:cNvSpPr>
          <p:nvPr/>
        </p:nvSpPr>
        <p:spPr>
          <a:xfrm xmlns:a="http://schemas.openxmlformats.org/drawingml/2006/main">
            <a:off x="15373350" y="675084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Repository와 Coverage 유지</a:t>
            </a:r>
          </a:p>
        </p:txBody>
      </p:sp>
      <p:sp>
        <p:nvSpPr>
          <p:cNvPr id="253" name="dp45-comparison / n232 / path">
            <a:extLst xmlns:a="http://schemas.openxmlformats.org/drawingml/2006/main">
              <a:ext uri="{FF2B5EF4-FFF2-40B4-BE49-F238E27FC236}">
                <a16:creationId xmlns:a16="http://schemas.microsoft.com/office/drawing/2014/main" id="{3D1B6973-4024-4A5E-BB19-3BC73E88C851}"/>
              </a:ext>
            </a:extLst>
          </p:cNvPr>
          <p:cNvSpPr>
            <a:spLocks xmlns:a="http://schemas.openxmlformats.org/drawingml/2006/main" noGrp="1"/>
          </p:cNvSpPr>
          <p:nvPr/>
        </p:nvSpPr>
        <p:spPr>
          <a:xfrm xmlns:a="http://schemas.openxmlformats.org/drawingml/2006/main">
            <a:off x="1485900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54" name="dp45-comparison / n232 / arrow">
            <a:extLst xmlns:a="http://schemas.openxmlformats.org/drawingml/2006/main">
              <a:ext uri="{FF2B5EF4-FFF2-40B4-BE49-F238E27FC236}">
                <a16:creationId xmlns:a16="http://schemas.microsoft.com/office/drawing/2014/main" id="{4206A140-B754-44B0-BC0A-F4CF661D4860}"/>
              </a:ext>
            </a:extLst>
          </p:cNvPr>
          <p:cNvSpPr>
            <a:spLocks xmlns:a="http://schemas.openxmlformats.org/drawingml/2006/main" noGrp="1"/>
          </p:cNvSpPr>
          <p:nvPr/>
        </p:nvSpPr>
        <p:spPr>
          <a:xfrm xmlns:a="http://schemas.openxmlformats.org/drawingml/2006/main">
            <a:off x="1522056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55" name="dp45-comparison / n233">
            <a:extLst xmlns:a="http://schemas.openxmlformats.org/drawingml/2006/main">
              <a:ext uri="{FF2B5EF4-FFF2-40B4-BE49-F238E27FC236}">
                <a16:creationId xmlns:a16="http://schemas.microsoft.com/office/drawing/2014/main" id="{ADB9EE68-2BCA-4882-94C7-53FAB82F2802}"/>
              </a:ext>
            </a:extLst>
          </p:cNvPr>
          <p:cNvSpPr>
            <a:spLocks xmlns:a="http://schemas.openxmlformats.org/drawingml/2006/main" noGrp="1"/>
          </p:cNvSpPr>
          <p:nvPr/>
        </p:nvSpPr>
        <p:spPr>
          <a:xfrm xmlns:a="http://schemas.openxmlformats.org/drawingml/2006/main">
            <a:off x="995362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6" name="dp45-comparison / n234 / text 1">
            <a:extLst xmlns:a="http://schemas.openxmlformats.org/drawingml/2006/main">
              <a:ext uri="{FF2B5EF4-FFF2-40B4-BE49-F238E27FC236}">
                <a16:creationId xmlns:a16="http://schemas.microsoft.com/office/drawing/2014/main" id="{81338FAE-330A-4843-BFD8-37AFDE5611FF}"/>
              </a:ext>
            </a:extLst>
          </p:cNvPr>
          <p:cNvSpPr>
            <a:spLocks xmlns:a="http://schemas.openxmlformats.org/drawingml/2006/main" noGrp="1"/>
          </p:cNvSpPr>
          <p:nvPr/>
        </p:nvSpPr>
        <p:spPr>
          <a:xfrm xmlns:a="http://schemas.openxmlformats.org/drawingml/2006/main">
            <a:off x="1003935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Query1 도착</a:t>
            </a:r>
          </a:p>
        </p:txBody>
      </p:sp>
      <p:sp>
        <p:nvSpPr>
          <p:cNvPr id="257" name="dp45-comparison / n235">
            <a:extLst xmlns:a="http://schemas.openxmlformats.org/drawingml/2006/main">
              <a:ext uri="{FF2B5EF4-FFF2-40B4-BE49-F238E27FC236}">
                <a16:creationId xmlns:a16="http://schemas.microsoft.com/office/drawing/2014/main" id="{3316044F-E899-4B31-A040-3DC82405EE87}"/>
              </a:ext>
            </a:extLst>
          </p:cNvPr>
          <p:cNvSpPr>
            <a:spLocks xmlns:a="http://schemas.openxmlformats.org/drawingml/2006/main" noGrp="1"/>
          </p:cNvSpPr>
          <p:nvPr/>
        </p:nvSpPr>
        <p:spPr>
          <a:xfrm xmlns:a="http://schemas.openxmlformats.org/drawingml/2006/main">
            <a:off x="1262062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8" name="dp45-comparison / n236 / text 1">
            <a:extLst xmlns:a="http://schemas.openxmlformats.org/drawingml/2006/main">
              <a:ext uri="{FF2B5EF4-FFF2-40B4-BE49-F238E27FC236}">
                <a16:creationId xmlns:a16="http://schemas.microsoft.com/office/drawing/2014/main" id="{C88F8816-EBF5-487D-8025-570190860D90}"/>
              </a:ext>
            </a:extLst>
          </p:cNvPr>
          <p:cNvSpPr>
            <a:spLocks xmlns:a="http://schemas.openxmlformats.org/drawingml/2006/main" noGrp="1"/>
          </p:cNvSpPr>
          <p:nvPr/>
        </p:nvSpPr>
        <p:spPr>
          <a:xfrm xmlns:a="http://schemas.openxmlformats.org/drawingml/2006/main">
            <a:off x="1270635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Reader: 게시 관계 읽기</a:t>
            </a:r>
          </a:p>
        </p:txBody>
      </p:sp>
      <p:sp>
        <p:nvSpPr>
          <p:cNvPr id="259" name="dp45-comparison / n237 / path">
            <a:extLst xmlns:a="http://schemas.openxmlformats.org/drawingml/2006/main">
              <a:ext uri="{FF2B5EF4-FFF2-40B4-BE49-F238E27FC236}">
                <a16:creationId xmlns:a16="http://schemas.microsoft.com/office/drawing/2014/main" id="{70BC3753-0DE9-49C4-836E-F32EE275EF50}"/>
              </a:ext>
            </a:extLst>
          </p:cNvPr>
          <p:cNvSpPr>
            <a:spLocks xmlns:a="http://schemas.openxmlformats.org/drawingml/2006/main" noGrp="1"/>
          </p:cNvSpPr>
          <p:nvPr/>
        </p:nvSpPr>
        <p:spPr>
          <a:xfrm xmlns:a="http://schemas.openxmlformats.org/drawingml/2006/main">
            <a:off x="1219200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60" name="dp45-comparison / n237 / arrow">
            <a:extLst xmlns:a="http://schemas.openxmlformats.org/drawingml/2006/main">
              <a:ext uri="{FF2B5EF4-FFF2-40B4-BE49-F238E27FC236}">
                <a16:creationId xmlns:a16="http://schemas.microsoft.com/office/drawing/2014/main" id="{182BB609-691E-494C-ACFF-3AC762D4DA7C}"/>
              </a:ext>
            </a:extLst>
          </p:cNvPr>
          <p:cNvSpPr>
            <a:spLocks xmlns:a="http://schemas.openxmlformats.org/drawingml/2006/main" noGrp="1"/>
          </p:cNvSpPr>
          <p:nvPr/>
        </p:nvSpPr>
        <p:spPr>
          <a:xfrm xmlns:a="http://schemas.openxmlformats.org/drawingml/2006/main">
            <a:off x="1255356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61" name="dp45-comparison / n238">
            <a:extLst xmlns:a="http://schemas.openxmlformats.org/drawingml/2006/main">
              <a:ext uri="{FF2B5EF4-FFF2-40B4-BE49-F238E27FC236}">
                <a16:creationId xmlns:a16="http://schemas.microsoft.com/office/drawing/2014/main" id="{5EDE5EEC-F85F-4677-9E39-9399C313B776}"/>
              </a:ext>
            </a:extLst>
          </p:cNvPr>
          <p:cNvSpPr>
            <a:spLocks xmlns:a="http://schemas.openxmlformats.org/drawingml/2006/main" noGrp="1"/>
          </p:cNvSpPr>
          <p:nvPr/>
        </p:nvSpPr>
        <p:spPr>
          <a:xfrm xmlns:a="http://schemas.openxmlformats.org/drawingml/2006/main">
            <a:off x="15287625" y="72580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62" name="dp45-comparison / n239 / text 1">
            <a:extLst xmlns:a="http://schemas.openxmlformats.org/drawingml/2006/main">
              <a:ext uri="{FF2B5EF4-FFF2-40B4-BE49-F238E27FC236}">
                <a16:creationId xmlns:a16="http://schemas.microsoft.com/office/drawing/2014/main" id="{B64BEDFE-D9E0-4844-9057-C8C7CD2FE7AF}"/>
              </a:ext>
            </a:extLst>
          </p:cNvPr>
          <p:cNvSpPr>
            <a:spLocks xmlns:a="http://schemas.openxmlformats.org/drawingml/2006/main" noGrp="1"/>
          </p:cNvSpPr>
          <p:nvPr/>
        </p:nvSpPr>
        <p:spPr>
          <a:xfrm xmlns:a="http://schemas.openxmlformats.org/drawingml/2006/main">
            <a:off x="15373350" y="7293769"/>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원본 확인 후 Bundle1 반환</a:t>
            </a:r>
          </a:p>
        </p:txBody>
      </p:sp>
      <p:sp>
        <p:nvSpPr>
          <p:cNvPr id="263" name="dp45-comparison / n240 / path">
            <a:extLst xmlns:a="http://schemas.openxmlformats.org/drawingml/2006/main">
              <a:ext uri="{FF2B5EF4-FFF2-40B4-BE49-F238E27FC236}">
                <a16:creationId xmlns:a16="http://schemas.microsoft.com/office/drawing/2014/main" id="{EBDB35FA-C596-433B-9AF5-4899BA92E3B1}"/>
              </a:ext>
            </a:extLst>
          </p:cNvPr>
          <p:cNvSpPr>
            <a:spLocks xmlns:a="http://schemas.openxmlformats.org/drawingml/2006/main" noGrp="1"/>
          </p:cNvSpPr>
          <p:nvPr/>
        </p:nvSpPr>
        <p:spPr>
          <a:xfrm xmlns:a="http://schemas.openxmlformats.org/drawingml/2006/main">
            <a:off x="1485900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64" name="dp45-comparison / n240 / arrow">
            <a:extLst xmlns:a="http://schemas.openxmlformats.org/drawingml/2006/main">
              <a:ext uri="{FF2B5EF4-FFF2-40B4-BE49-F238E27FC236}">
                <a16:creationId xmlns:a16="http://schemas.microsoft.com/office/drawing/2014/main" id="{83248224-6B67-4A77-9300-59A83747CA63}"/>
              </a:ext>
            </a:extLst>
          </p:cNvPr>
          <p:cNvSpPr>
            <a:spLocks xmlns:a="http://schemas.openxmlformats.org/drawingml/2006/main" noGrp="1"/>
          </p:cNvSpPr>
          <p:nvPr/>
        </p:nvSpPr>
        <p:spPr>
          <a:xfrm xmlns:a="http://schemas.openxmlformats.org/drawingml/2006/main">
            <a:off x="1522056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65" name="dp45-comparison / n157">
            <a:extLst xmlns:a="http://schemas.openxmlformats.org/drawingml/2006/main">
              <a:ext uri="{FF2B5EF4-FFF2-40B4-BE49-F238E27FC236}">
                <a16:creationId xmlns:a16="http://schemas.microsoft.com/office/drawing/2014/main" id="{6B7AA8B3-5E58-483E-B086-8966EC13CFC1}"/>
              </a:ext>
            </a:extLst>
          </p:cNvPr>
          <p:cNvSpPr>
            <a:spLocks xmlns:a="http://schemas.openxmlformats.org/drawingml/2006/main" noGrp="1"/>
          </p:cNvSpPr>
          <p:nvPr/>
        </p:nvSpPr>
        <p:spPr>
          <a:xfrm xmlns:a="http://schemas.openxmlformats.org/drawingml/2006/main">
            <a:off x="9934575" y="2771775"/>
            <a:ext cx="198062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6" name="dp45-comparison / n158 / text 1">
            <a:extLst xmlns:a="http://schemas.openxmlformats.org/drawingml/2006/main">
              <a:ext uri="{FF2B5EF4-FFF2-40B4-BE49-F238E27FC236}">
                <a16:creationId xmlns:a16="http://schemas.microsoft.com/office/drawing/2014/main" id="{19ED1C59-986C-449E-8163-4AA6352A9FF7}"/>
              </a:ext>
            </a:extLst>
          </p:cNvPr>
          <p:cNvSpPr>
            <a:spLocks xmlns:a="http://schemas.openxmlformats.org/drawingml/2006/main" noGrp="1"/>
          </p:cNvSpPr>
          <p:nvPr/>
        </p:nvSpPr>
        <p:spPr>
          <a:xfrm xmlns:a="http://schemas.openxmlformats.org/drawingml/2006/main">
            <a:off x="9953625" y="2781300"/>
            <a:ext cx="2667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Query1: 평가 기준과 과거 결과</a:t>
            </a:r>
          </a:p>
        </p:txBody>
      </p:sp>
      <p:sp>
        <p:nvSpPr>
          <p:cNvPr id="267" name="dp45-comparison / n159">
            <a:extLst xmlns:a="http://schemas.openxmlformats.org/drawingml/2006/main">
              <a:ext uri="{FF2B5EF4-FFF2-40B4-BE49-F238E27FC236}">
                <a16:creationId xmlns:a16="http://schemas.microsoft.com/office/drawing/2014/main" id="{33CA3BBF-708F-4783-9272-479E2239270A}"/>
              </a:ext>
            </a:extLst>
          </p:cNvPr>
          <p:cNvSpPr>
            <a:spLocks xmlns:a="http://schemas.openxmlformats.org/drawingml/2006/main" noGrp="1"/>
          </p:cNvSpPr>
          <p:nvPr/>
        </p:nvSpPr>
        <p:spPr>
          <a:xfrm xmlns:a="http://schemas.openxmlformats.org/drawingml/2006/main">
            <a:off x="12887325" y="2762250"/>
            <a:ext cx="17312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8" name="dp45-comparison / n160 / text 1">
            <a:extLst xmlns:a="http://schemas.openxmlformats.org/drawingml/2006/main">
              <a:ext uri="{FF2B5EF4-FFF2-40B4-BE49-F238E27FC236}">
                <a16:creationId xmlns:a16="http://schemas.microsoft.com/office/drawing/2014/main" id="{339E523D-E875-4BC5-AE4C-3C7E9E91436A}"/>
              </a:ext>
            </a:extLst>
          </p:cNvPr>
          <p:cNvSpPr>
            <a:spLocks xmlns:a="http://schemas.openxmlformats.org/drawingml/2006/main" noGrp="1"/>
          </p:cNvSpPr>
          <p:nvPr/>
        </p:nvSpPr>
        <p:spPr>
          <a:xfrm xmlns:a="http://schemas.openxmlformats.org/drawingml/2006/main">
            <a:off x="12906375" y="2771775"/>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설명 원문 / 실제 전달한 범위</a:t>
            </a:r>
          </a:p>
        </p:txBody>
      </p:sp>
      <p:sp>
        <p:nvSpPr>
          <p:cNvPr id="269" name="dp45-comparison / n161">
            <a:extLst xmlns:a="http://schemas.openxmlformats.org/drawingml/2006/main">
              <a:ext uri="{FF2B5EF4-FFF2-40B4-BE49-F238E27FC236}">
                <a16:creationId xmlns:a16="http://schemas.microsoft.com/office/drawing/2014/main" id="{1D05C98C-FEB5-4EA4-B1C2-0809624A6400}"/>
              </a:ext>
            </a:extLst>
          </p:cNvPr>
          <p:cNvSpPr>
            <a:spLocks xmlns:a="http://schemas.openxmlformats.org/drawingml/2006/main" noGrp="1"/>
          </p:cNvSpPr>
          <p:nvPr/>
        </p:nvSpPr>
        <p:spPr>
          <a:xfrm xmlns:a="http://schemas.openxmlformats.org/drawingml/2006/main">
            <a:off x="15411450" y="2762250"/>
            <a:ext cx="182270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0" name="dp45-comparison / n162 / text 1">
            <a:extLst xmlns:a="http://schemas.openxmlformats.org/drawingml/2006/main">
              <a:ext uri="{FF2B5EF4-FFF2-40B4-BE49-F238E27FC236}">
                <a16:creationId xmlns:a16="http://schemas.microsoft.com/office/drawing/2014/main" id="{2288C222-1A05-4DE0-BBE8-C44156C188BD}"/>
              </a:ext>
            </a:extLst>
          </p:cNvPr>
          <p:cNvSpPr>
            <a:spLocks xmlns:a="http://schemas.openxmlformats.org/drawingml/2006/main" noGrp="1"/>
          </p:cNvSpPr>
          <p:nvPr/>
        </p:nvSpPr>
        <p:spPr>
          <a:xfrm xmlns:a="http://schemas.openxmlformats.org/drawingml/2006/main">
            <a:off x="15430500" y="2771775"/>
            <a:ext cx="2095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제품 조사 / Task2 견적</a:t>
            </a:r>
          </a:p>
        </p:txBody>
      </p:sp>
      <p:sp>
        <p:nvSpPr>
          <p:cNvPr id="271" name="dp45-comparison / n163">
            <a:extLst xmlns:a="http://schemas.openxmlformats.org/drawingml/2006/main">
              <a:ext uri="{FF2B5EF4-FFF2-40B4-BE49-F238E27FC236}">
                <a16:creationId xmlns:a16="http://schemas.microsoft.com/office/drawing/2014/main" id="{8E098F75-43F1-4EAF-B51F-8DBC300CCD39}"/>
              </a:ext>
            </a:extLst>
          </p:cNvPr>
          <p:cNvSpPr>
            <a:spLocks xmlns:a="http://schemas.openxmlformats.org/drawingml/2006/main" noGrp="1"/>
          </p:cNvSpPr>
          <p:nvPr/>
        </p:nvSpPr>
        <p:spPr>
          <a:xfrm xmlns:a="http://schemas.openxmlformats.org/drawingml/2006/main">
            <a:off x="12887325" y="2924175"/>
            <a:ext cx="12077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2" name="dp45-comparison / n164 / text 1">
            <a:extLst xmlns:a="http://schemas.openxmlformats.org/drawingml/2006/main">
              <a:ext uri="{FF2B5EF4-FFF2-40B4-BE49-F238E27FC236}">
                <a16:creationId xmlns:a16="http://schemas.microsoft.com/office/drawing/2014/main" id="{F4A72F5A-9E49-44DF-8F36-0B6EE76B156E}"/>
              </a:ext>
            </a:extLst>
          </p:cNvPr>
          <p:cNvSpPr>
            <a:spLocks xmlns:a="http://schemas.openxmlformats.org/drawingml/2006/main" noGrp="1"/>
          </p:cNvSpPr>
          <p:nvPr/>
        </p:nvSpPr>
        <p:spPr>
          <a:xfrm xmlns:a="http://schemas.openxmlformats.org/drawingml/2006/main">
            <a:off x="12906375" y="2933700"/>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“가격이 같은 경우…”</a:t>
            </a:r>
          </a:p>
        </p:txBody>
      </p:sp>
      <p:sp>
        <p:nvSpPr>
          <p:cNvPr id="273" name="dp45-comparison / n165">
            <a:extLst xmlns:a="http://schemas.openxmlformats.org/drawingml/2006/main">
              <a:ext uri="{FF2B5EF4-FFF2-40B4-BE49-F238E27FC236}">
                <a16:creationId xmlns:a16="http://schemas.microsoft.com/office/drawing/2014/main" id="{6895F6A8-918A-4363-BAF4-B735725AE6C1}"/>
              </a:ext>
            </a:extLst>
          </p:cNvPr>
          <p:cNvSpPr>
            <a:spLocks xmlns:a="http://schemas.openxmlformats.org/drawingml/2006/main" noGrp="1"/>
          </p:cNvSpPr>
          <p:nvPr/>
        </p:nvSpPr>
        <p:spPr>
          <a:xfrm xmlns:a="http://schemas.openxmlformats.org/drawingml/2006/main">
            <a:off x="15411450" y="2924175"/>
            <a:ext cx="17316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4" name="dp45-comparison / n166 / text 1">
            <a:extLst xmlns:a="http://schemas.openxmlformats.org/drawingml/2006/main">
              <a:ext uri="{FF2B5EF4-FFF2-40B4-BE49-F238E27FC236}">
                <a16:creationId xmlns:a16="http://schemas.microsoft.com/office/drawing/2014/main" id="{198AE5B3-1BA7-4D38-A123-DA7232BDB172}"/>
              </a:ext>
            </a:extLst>
          </p:cNvPr>
          <p:cNvSpPr>
            <a:spLocks xmlns:a="http://schemas.openxmlformats.org/drawingml/2006/main" noGrp="1"/>
          </p:cNvSpPr>
          <p:nvPr/>
        </p:nvSpPr>
        <p:spPr>
          <a:xfrm xmlns:a="http://schemas.openxmlformats.org/drawingml/2006/main">
            <a:off x="15430500" y="2933700"/>
            <a:ext cx="20955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제품 결과 개정 2 / 견적 개정 1</a:t>
            </a:r>
          </a:p>
        </p:txBody>
      </p:sp>
      <p:sp>
        <p:nvSpPr>
          <p:cNvPr id="275" name="dp45-comparison / n183">
            <a:extLst xmlns:a="http://schemas.openxmlformats.org/drawingml/2006/main">
              <a:ext uri="{FF2B5EF4-FFF2-40B4-BE49-F238E27FC236}">
                <a16:creationId xmlns:a16="http://schemas.microsoft.com/office/drawing/2014/main" id="{76D66A59-F505-4110-B461-2DD72EAEB728}"/>
              </a:ext>
            </a:extLst>
          </p:cNvPr>
          <p:cNvSpPr>
            <a:spLocks xmlns:a="http://schemas.openxmlformats.org/drawingml/2006/main" noGrp="1"/>
          </p:cNvSpPr>
          <p:nvPr/>
        </p:nvSpPr>
        <p:spPr>
          <a:xfrm xmlns:a="http://schemas.openxmlformats.org/drawingml/2006/main">
            <a:off x="13744575" y="3362325"/>
            <a:ext cx="281520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6" name="dp45-comparison / n184 / text 1">
            <a:extLst xmlns:a="http://schemas.openxmlformats.org/drawingml/2006/main">
              <a:ext uri="{FF2B5EF4-FFF2-40B4-BE49-F238E27FC236}">
                <a16:creationId xmlns:a16="http://schemas.microsoft.com/office/drawing/2014/main" id="{6B68494E-A085-467C-A118-D96C04A4C45B}"/>
              </a:ext>
            </a:extLst>
          </p:cNvPr>
          <p:cNvSpPr>
            <a:spLocks xmlns:a="http://schemas.openxmlformats.org/drawingml/2006/main" noGrp="1"/>
          </p:cNvSpPr>
          <p:nvPr/>
        </p:nvSpPr>
        <p:spPr>
          <a:xfrm xmlns:a="http://schemas.openxmlformats.org/drawingml/2006/main">
            <a:off x="13763625" y="3371850"/>
            <a:ext cx="3619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원본 변경 / 생산 / 검증 / 같은 개정 게시</a:t>
            </a:r>
          </a:p>
        </p:txBody>
      </p:sp>
      <p:sp>
        <p:nvSpPr>
          <p:cNvPr id="277" name="dp45-comparison / n187">
            <a:extLst xmlns:a="http://schemas.openxmlformats.org/drawingml/2006/main">
              <a:ext uri="{FF2B5EF4-FFF2-40B4-BE49-F238E27FC236}">
                <a16:creationId xmlns:a16="http://schemas.microsoft.com/office/drawing/2014/main" id="{31ECDC31-53BC-4C9A-852D-1B4052F82702}"/>
              </a:ext>
            </a:extLst>
          </p:cNvPr>
          <p:cNvSpPr>
            <a:spLocks xmlns:a="http://schemas.openxmlformats.org/drawingml/2006/main" noGrp="1"/>
          </p:cNvSpPr>
          <p:nvPr/>
        </p:nvSpPr>
        <p:spPr>
          <a:xfrm xmlns:a="http://schemas.openxmlformats.org/drawingml/2006/main">
            <a:off x="14239875" y="4305300"/>
            <a:ext cx="2952750" cy="942975"/>
          </a:xfrm>
          <a:custGeom xmlns:a="http://schemas.openxmlformats.org/drawingml/2006/main">
            <a:pathLst>
              <a:path w="2952750" h="942975">
                <a:moveTo>
                  <a:pt x="0" y="0"/>
                </a:moveTo>
                <a:lnTo>
                  <a:pt x="2781300" y="0"/>
                </a:lnTo>
                <a:lnTo>
                  <a:pt x="2952750" y="171450"/>
                </a:lnTo>
                <a:lnTo>
                  <a:pt x="2952750" y="942975"/>
                </a:lnTo>
                <a:lnTo>
                  <a:pt x="0" y="9429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8" name="dp45-comparison / n187 / fold">
            <a:extLst xmlns:a="http://schemas.openxmlformats.org/drawingml/2006/main">
              <a:ext uri="{FF2B5EF4-FFF2-40B4-BE49-F238E27FC236}">
                <a16:creationId xmlns:a16="http://schemas.microsoft.com/office/drawing/2014/main" id="{27494741-A52C-4A48-87D3-015440562D67}"/>
              </a:ext>
            </a:extLst>
          </p:cNvPr>
          <p:cNvSpPr>
            <a:spLocks xmlns:a="http://schemas.openxmlformats.org/drawingml/2006/main" noGrp="1"/>
          </p:cNvSpPr>
          <p:nvPr/>
        </p:nvSpPr>
        <p:spPr>
          <a:xfrm xmlns:a="http://schemas.openxmlformats.org/drawingml/2006/main">
            <a:off x="17021175" y="43053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9" name="dp45-comparison / n188 / text 1">
            <a:extLst xmlns:a="http://schemas.openxmlformats.org/drawingml/2006/main">
              <a:ext uri="{FF2B5EF4-FFF2-40B4-BE49-F238E27FC236}">
                <a16:creationId xmlns:a16="http://schemas.microsoft.com/office/drawing/2014/main" id="{A6495DE3-9389-40BE-B610-9BBB6642943F}"/>
              </a:ext>
            </a:extLst>
          </p:cNvPr>
          <p:cNvSpPr>
            <a:spLocks xmlns:a="http://schemas.openxmlformats.org/drawingml/2006/main" noGrp="1"/>
          </p:cNvSpPr>
          <p:nvPr/>
        </p:nvSpPr>
        <p:spPr>
          <a:xfrm xmlns:a="http://schemas.openxmlformats.org/drawingml/2006/main">
            <a:off x="14335125" y="436245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Memory1 / relation_kind:EXPLAINS_ITEM</a:t>
            </a:r>
          </a:p>
        </p:txBody>
      </p:sp>
      <p:sp>
        <p:nvSpPr>
          <p:cNvPr id="280" name="dp45-comparison / n188 / text 2">
            <a:extLst xmlns:a="http://schemas.openxmlformats.org/drawingml/2006/main">
              <a:ext uri="{FF2B5EF4-FFF2-40B4-BE49-F238E27FC236}">
                <a16:creationId xmlns:a16="http://schemas.microsoft.com/office/drawing/2014/main" id="{8977BD77-24A0-4027-B785-77C03CC4FCF3}"/>
              </a:ext>
            </a:extLst>
          </p:cNvPr>
          <p:cNvSpPr>
            <a:spLocks xmlns:a="http://schemas.openxmlformats.org/drawingml/2006/main" noGrp="1"/>
          </p:cNvSpPr>
          <p:nvPr/>
        </p:nvSpPr>
        <p:spPr>
          <a:xfrm xmlns:a="http://schemas.openxmlformats.org/drawingml/2006/main">
            <a:off x="14335125" y="448246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from/to: 실제 전달 → 설명 원문</a:t>
            </a:r>
          </a:p>
        </p:txBody>
      </p:sp>
      <p:sp>
        <p:nvSpPr>
          <p:cNvPr id="281" name="dp45-comparison / n188 / text 3">
            <a:extLst xmlns:a="http://schemas.openxmlformats.org/drawingml/2006/main">
              <a:ext uri="{FF2B5EF4-FFF2-40B4-BE49-F238E27FC236}">
                <a16:creationId xmlns:a16="http://schemas.microsoft.com/office/drawing/2014/main" id="{656A5BC8-605D-4CC7-BE8C-771A52C01457}"/>
              </a:ext>
            </a:extLst>
          </p:cNvPr>
          <p:cNvSpPr>
            <a:spLocks xmlns:a="http://schemas.openxmlformats.org/drawingml/2006/main" noGrp="1"/>
          </p:cNvSpPr>
          <p:nvPr/>
        </p:nvSpPr>
        <p:spPr>
          <a:xfrm xmlns:a="http://schemas.openxmlformats.org/drawingml/2006/main">
            <a:off x="14335125" y="460248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value: “가격이 같은 경우 유지보수 기간을</a:t>
            </a:r>
          </a:p>
        </p:txBody>
      </p:sp>
      <p:sp>
        <p:nvSpPr>
          <p:cNvPr id="282" name="dp45-comparison / n188 / text 4">
            <a:extLst xmlns:a="http://schemas.openxmlformats.org/drawingml/2006/main">
              <a:ext uri="{FF2B5EF4-FFF2-40B4-BE49-F238E27FC236}">
                <a16:creationId xmlns:a16="http://schemas.microsoft.com/office/drawing/2014/main" id="{6C679D1D-1A92-4590-B933-9737A3FF15F0}"/>
              </a:ext>
            </a:extLst>
          </p:cNvPr>
          <p:cNvSpPr>
            <a:spLocks xmlns:a="http://schemas.openxmlformats.org/drawingml/2006/main" noGrp="1"/>
          </p:cNvSpPr>
          <p:nvPr/>
        </p:nvSpPr>
        <p:spPr>
          <a:xfrm xmlns:a="http://schemas.openxmlformats.org/drawingml/2006/main">
            <a:off x="14335125" y="472249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  우선합니다.” / MODEL_DERIVED</a:t>
            </a:r>
          </a:p>
        </p:txBody>
      </p:sp>
      <p:sp>
        <p:nvSpPr>
          <p:cNvPr id="283" name="dp45-comparison / n188 / text 5">
            <a:extLst xmlns:a="http://schemas.openxmlformats.org/drawingml/2006/main">
              <a:ext uri="{FF2B5EF4-FFF2-40B4-BE49-F238E27FC236}">
                <a16:creationId xmlns:a16="http://schemas.microsoft.com/office/drawing/2014/main" id="{A4A70E82-BD42-4615-B86F-33DC165B1585}"/>
              </a:ext>
            </a:extLst>
          </p:cNvPr>
          <p:cNvSpPr>
            <a:spLocks xmlns:a="http://schemas.openxmlformats.org/drawingml/2006/main" noGrp="1"/>
          </p:cNvSpPr>
          <p:nvPr/>
        </p:nvSpPr>
        <p:spPr>
          <a:xfrm xmlns:a="http://schemas.openxmlformats.org/drawingml/2006/main">
            <a:off x="14335125" y="484251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HAS_RESULT: 제품 Task → 제품 결과 / EXPLICIT</a:t>
            </a:r>
          </a:p>
        </p:txBody>
      </p:sp>
      <p:sp>
        <p:nvSpPr>
          <p:cNvPr id="284" name="dp45-comparison / n188 / text 6">
            <a:extLst xmlns:a="http://schemas.openxmlformats.org/drawingml/2006/main">
              <a:ext uri="{FF2B5EF4-FFF2-40B4-BE49-F238E27FC236}">
                <a16:creationId xmlns:a16="http://schemas.microsoft.com/office/drawing/2014/main" id="{5FDD3F84-5F8A-4879-8FC7-2230D489E7DE}"/>
              </a:ext>
            </a:extLst>
          </p:cNvPr>
          <p:cNvSpPr>
            <a:spLocks xmlns:a="http://schemas.openxmlformats.org/drawingml/2006/main" noGrp="1"/>
          </p:cNvSpPr>
          <p:nvPr/>
        </p:nvSpPr>
        <p:spPr>
          <a:xfrm xmlns:a="http://schemas.openxmlformats.org/drawingml/2006/main">
            <a:off x="14335125" y="496252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HAS_RESULT: 견적 Task → 견적 결과 / EXPLICIT</a:t>
            </a:r>
          </a:p>
        </p:txBody>
      </p:sp>
      <p:sp>
        <p:nvSpPr>
          <p:cNvPr id="285" name="dp45-comparison / n188 / text 7">
            <a:extLst xmlns:a="http://schemas.openxmlformats.org/drawingml/2006/main">
              <a:ext uri="{FF2B5EF4-FFF2-40B4-BE49-F238E27FC236}">
                <a16:creationId xmlns:a16="http://schemas.microsoft.com/office/drawing/2014/main" id="{175BF28E-E4E2-4506-944E-FE2D642AF1C9}"/>
              </a:ext>
            </a:extLst>
          </p:cNvPr>
          <p:cNvSpPr>
            <a:spLocks xmlns:a="http://schemas.openxmlformats.org/drawingml/2006/main" noGrp="1"/>
          </p:cNvSpPr>
          <p:nvPr/>
        </p:nvSpPr>
        <p:spPr>
          <a:xfrm xmlns:a="http://schemas.openxmlformats.org/drawingml/2006/main">
            <a:off x="14335125" y="508254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source_spans / dependency_vector / 개정</a:t>
            </a:r>
          </a:p>
        </p:txBody>
      </p:sp>
      <p:sp>
        <p:nvSpPr>
          <p:cNvPr id="286" name="dp45-comparison / n194">
            <a:extLst xmlns:a="http://schemas.openxmlformats.org/drawingml/2006/main">
              <a:ext uri="{FF2B5EF4-FFF2-40B4-BE49-F238E27FC236}">
                <a16:creationId xmlns:a16="http://schemas.microsoft.com/office/drawing/2014/main" id="{4AFE8E12-0D9F-4B45-B071-3F974DF6D24F}"/>
              </a:ext>
            </a:extLst>
          </p:cNvPr>
          <p:cNvSpPr>
            <a:spLocks xmlns:a="http://schemas.openxmlformats.org/drawingml/2006/main" noGrp="1"/>
          </p:cNvSpPr>
          <p:nvPr/>
        </p:nvSpPr>
        <p:spPr>
          <a:xfrm xmlns:a="http://schemas.openxmlformats.org/drawingml/2006/main">
            <a:off x="10220325" y="4314825"/>
            <a:ext cx="18867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7" name="dp45-comparison / n195 / text 1">
            <a:extLst xmlns:a="http://schemas.openxmlformats.org/drawingml/2006/main">
              <a:ext uri="{FF2B5EF4-FFF2-40B4-BE49-F238E27FC236}">
                <a16:creationId xmlns:a16="http://schemas.microsoft.com/office/drawing/2014/main" id="{0EE020F7-2209-4D3F-9FF3-ACB9B29D2CBA}"/>
              </a:ext>
            </a:extLst>
          </p:cNvPr>
          <p:cNvSpPr>
            <a:spLocks xmlns:a="http://schemas.openxmlformats.org/drawingml/2006/main" noGrp="1"/>
          </p:cNvSpPr>
          <p:nvPr/>
        </p:nvSpPr>
        <p:spPr>
          <a:xfrm xmlns:a="http://schemas.openxmlformats.org/drawingml/2006/main">
            <a:off x="10239375" y="4324350"/>
            <a:ext cx="2619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NOT_COVERED: 지원 범위 생산 요청</a:t>
            </a:r>
          </a:p>
        </p:txBody>
      </p:sp>
      <p:sp>
        <p:nvSpPr>
          <p:cNvPr id="288" name="dp45-comparison / n196">
            <a:extLst xmlns:a="http://schemas.openxmlformats.org/drawingml/2006/main">
              <a:ext uri="{FF2B5EF4-FFF2-40B4-BE49-F238E27FC236}">
                <a16:creationId xmlns:a16="http://schemas.microsoft.com/office/drawing/2014/main" id="{9C03684A-B22B-4024-86C9-C39AF1A3180B}"/>
              </a:ext>
            </a:extLst>
          </p:cNvPr>
          <p:cNvSpPr>
            <a:spLocks xmlns:a="http://schemas.openxmlformats.org/drawingml/2006/main" noGrp="1"/>
          </p:cNvSpPr>
          <p:nvPr/>
        </p:nvSpPr>
        <p:spPr>
          <a:xfrm xmlns:a="http://schemas.openxmlformats.org/drawingml/2006/main">
            <a:off x="10220325" y="4533900"/>
            <a:ext cx="2272284"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9" name="dp45-comparison / n197 / text 1">
            <a:extLst xmlns:a="http://schemas.openxmlformats.org/drawingml/2006/main">
              <a:ext uri="{FF2B5EF4-FFF2-40B4-BE49-F238E27FC236}">
                <a16:creationId xmlns:a16="http://schemas.microsoft.com/office/drawing/2014/main" id="{426CDD62-6CDA-48BC-8F57-A34A38DA8F49}"/>
              </a:ext>
            </a:extLst>
          </p:cNvPr>
          <p:cNvSpPr>
            <a:spLocks xmlns:a="http://schemas.openxmlformats.org/drawingml/2006/main" noGrp="1"/>
          </p:cNvSpPr>
          <p:nvPr/>
        </p:nvSpPr>
        <p:spPr>
          <a:xfrm xmlns:a="http://schemas.openxmlformats.org/drawingml/2006/main">
            <a:off x="10239375" y="4543425"/>
            <a:ext cx="2619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게시 개정 반환 후 Reader가 저장소 재조회</a:t>
            </a:r>
          </a:p>
        </p:txBody>
      </p:sp>
      <p:sp>
        <p:nvSpPr>
          <p:cNvPr id="290" name="dp45-comparison / n198">
            <a:extLst xmlns:a="http://schemas.openxmlformats.org/drawingml/2006/main">
              <a:ext uri="{FF2B5EF4-FFF2-40B4-BE49-F238E27FC236}">
                <a16:creationId xmlns:a16="http://schemas.microsoft.com/office/drawing/2014/main" id="{CA27AEFC-D458-49F0-A167-2DE10597F4CA}"/>
              </a:ext>
            </a:extLst>
          </p:cNvPr>
          <p:cNvSpPr>
            <a:spLocks xmlns:a="http://schemas.openxmlformats.org/drawingml/2006/main" noGrp="1"/>
          </p:cNvSpPr>
          <p:nvPr/>
        </p:nvSpPr>
        <p:spPr>
          <a:xfrm xmlns:a="http://schemas.openxmlformats.org/drawingml/2006/main">
            <a:off x="10125075" y="5686425"/>
            <a:ext cx="2991041"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5-comparison / n199 / text 1">
            <a:extLst xmlns:a="http://schemas.openxmlformats.org/drawingml/2006/main">
              <a:ext uri="{FF2B5EF4-FFF2-40B4-BE49-F238E27FC236}">
                <a16:creationId xmlns:a16="http://schemas.microsoft.com/office/drawing/2014/main" id="{1A891CA5-C8B1-4AFA-8D3D-EE852FAD4E25}"/>
              </a:ext>
            </a:extLst>
          </p:cNvPr>
          <p:cNvSpPr>
            <a:spLocks xmlns:a="http://schemas.openxmlformats.org/drawingml/2006/main" noGrp="1"/>
          </p:cNvSpPr>
          <p:nvPr/>
        </p:nvSpPr>
        <p:spPr>
          <a:xfrm xmlns:a="http://schemas.openxmlformats.org/drawingml/2006/main">
            <a:off x="10144125" y="5695950"/>
            <a:ext cx="3714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지원 밖 관계: UNSUPPORTED_RELATION / 반복 생산 없음</a:t>
            </a:r>
          </a:p>
        </p:txBody>
      </p:sp>
      <p:sp>
        <p:nvSpPr>
          <p:cNvPr id="292" name="dp45-comparison / n200">
            <a:extLst xmlns:a="http://schemas.openxmlformats.org/drawingml/2006/main">
              <a:ext uri="{FF2B5EF4-FFF2-40B4-BE49-F238E27FC236}">
                <a16:creationId xmlns:a16="http://schemas.microsoft.com/office/drawing/2014/main" id="{C3D32650-B77E-4EC7-8DC9-10C7C9211545}"/>
              </a:ext>
            </a:extLst>
          </p:cNvPr>
          <p:cNvSpPr>
            <a:spLocks xmlns:a="http://schemas.openxmlformats.org/drawingml/2006/main" noGrp="1"/>
          </p:cNvSpPr>
          <p:nvPr/>
        </p:nvSpPr>
        <p:spPr>
          <a:xfrm xmlns:a="http://schemas.openxmlformats.org/drawingml/2006/main">
            <a:off x="14220825" y="58007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5-comparison / n201 / text 1">
            <a:extLst xmlns:a="http://schemas.openxmlformats.org/drawingml/2006/main">
              <a:ext uri="{FF2B5EF4-FFF2-40B4-BE49-F238E27FC236}">
                <a16:creationId xmlns:a16="http://schemas.microsoft.com/office/drawing/2014/main" id="{3DF01EB6-C905-4BA7-8AF9-8E1E653C87C6}"/>
              </a:ext>
            </a:extLst>
          </p:cNvPr>
          <p:cNvSpPr>
            <a:spLocks xmlns:a="http://schemas.openxmlformats.org/drawingml/2006/main" noGrp="1"/>
          </p:cNvSpPr>
          <p:nvPr/>
        </p:nvSpPr>
        <p:spPr>
          <a:xfrm xmlns:a="http://schemas.openxmlformats.org/drawingml/2006/main">
            <a:off x="14239875" y="5810250"/>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예외 문구만 생산 / 나머지 기준은 미생산</a:t>
            </a:r>
          </a:p>
        </p:txBody>
      </p:sp>
      <p:sp>
        <p:nvSpPr>
          <p:cNvPr id="294" name="dp45-comparison / n206">
            <a:extLst xmlns:a="http://schemas.openxmlformats.org/drawingml/2006/main">
              <a:ext uri="{FF2B5EF4-FFF2-40B4-BE49-F238E27FC236}">
                <a16:creationId xmlns:a16="http://schemas.microsoft.com/office/drawing/2014/main" id="{EE3730EB-D56C-4CAC-9B80-F95E88E568CC}"/>
              </a:ext>
            </a:extLst>
          </p:cNvPr>
          <p:cNvSpPr>
            <a:spLocks xmlns:a="http://schemas.openxmlformats.org/drawingml/2006/main" noGrp="1"/>
          </p:cNvSpPr>
          <p:nvPr/>
        </p:nvSpPr>
        <p:spPr>
          <a:xfrm xmlns:a="http://schemas.openxmlformats.org/drawingml/2006/main">
            <a:off x="10125075" y="5819775"/>
            <a:ext cx="204597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5" name="dp45-comparison / n207 / text 1">
            <a:extLst xmlns:a="http://schemas.openxmlformats.org/drawingml/2006/main">
              <a:ext uri="{FF2B5EF4-FFF2-40B4-BE49-F238E27FC236}">
                <a16:creationId xmlns:a16="http://schemas.microsoft.com/office/drawing/2014/main" id="{789052CA-85CC-44FA-83F1-DFDD0F5EE20A}"/>
              </a:ext>
            </a:extLst>
          </p:cNvPr>
          <p:cNvSpPr>
            <a:spLocks xmlns:a="http://schemas.openxmlformats.org/drawingml/2006/main" noGrp="1"/>
          </p:cNvSpPr>
          <p:nvPr/>
        </p:nvSpPr>
        <p:spPr>
          <a:xfrm xmlns:a="http://schemas.openxmlformats.org/drawingml/2006/main">
            <a:off x="10144125" y="5829300"/>
            <a:ext cx="3333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현재 개정과 요청한 원문은 owner 확인</a:t>
            </a:r>
          </a:p>
        </p:txBody>
      </p:sp>
      <p:sp>
        <p:nvSpPr>
          <p:cNvPr id="296" name="dp45-comparison / n210">
            <a:extLst xmlns:a="http://schemas.openxmlformats.org/drawingml/2006/main">
              <a:ext uri="{FF2B5EF4-FFF2-40B4-BE49-F238E27FC236}">
                <a16:creationId xmlns:a16="http://schemas.microsoft.com/office/drawing/2014/main" id="{2EC72412-3915-43BF-8D5A-B41119D8C6A2}"/>
              </a:ext>
            </a:extLst>
          </p:cNvPr>
          <p:cNvSpPr>
            <a:spLocks xmlns:a="http://schemas.openxmlformats.org/drawingml/2006/main" noGrp="1"/>
          </p:cNvSpPr>
          <p:nvPr/>
        </p:nvSpPr>
        <p:spPr>
          <a:xfrm xmlns:a="http://schemas.openxmlformats.org/drawingml/2006/main">
            <a:off x="10125075" y="5029200"/>
            <a:ext cx="237934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7" name="dp45-comparison / n211 / text 1">
            <a:extLst xmlns:a="http://schemas.openxmlformats.org/drawingml/2006/main">
              <a:ext uri="{FF2B5EF4-FFF2-40B4-BE49-F238E27FC236}">
                <a16:creationId xmlns:a16="http://schemas.microsoft.com/office/drawing/2014/main" id="{B42E108A-3966-4494-AB7A-B416EBE752C3}"/>
              </a:ext>
            </a:extLst>
          </p:cNvPr>
          <p:cNvSpPr>
            <a:spLocks xmlns:a="http://schemas.openxmlformats.org/drawingml/2006/main" noGrp="1"/>
          </p:cNvSpPr>
          <p:nvPr/>
        </p:nvSpPr>
        <p:spPr>
          <a:xfrm xmlns:a="http://schemas.openxmlformats.org/drawingml/2006/main">
            <a:off x="10144125" y="5038725"/>
            <a:ext cx="2857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② 현재 Query1 / Reader로 별도 시작</a:t>
            </a:r>
          </a:p>
        </p:txBody>
      </p:sp>
      <p:sp>
        <p:nvSpPr>
          <p:cNvPr id="298" name="dp45-comparison / n220">
            <a:extLst xmlns:a="http://schemas.openxmlformats.org/drawingml/2006/main">
              <a:ext uri="{FF2B5EF4-FFF2-40B4-BE49-F238E27FC236}">
                <a16:creationId xmlns:a16="http://schemas.microsoft.com/office/drawing/2014/main" id="{856D43CA-D870-4288-BED4-4F7F144F2C30}"/>
              </a:ext>
            </a:extLst>
          </p:cNvPr>
          <p:cNvSpPr>
            <a:spLocks xmlns:a="http://schemas.openxmlformats.org/drawingml/2006/main" noGrp="1"/>
          </p:cNvSpPr>
          <p:nvPr/>
        </p:nvSpPr>
        <p:spPr>
          <a:xfrm xmlns:a="http://schemas.openxmlformats.org/drawingml/2006/main">
            <a:off x="12934950" y="6057900"/>
            <a:ext cx="130625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9" name="dp45-comparison / n221 / text 1">
            <a:extLst xmlns:a="http://schemas.openxmlformats.org/drawingml/2006/main">
              <a:ext uri="{FF2B5EF4-FFF2-40B4-BE49-F238E27FC236}">
                <a16:creationId xmlns:a16="http://schemas.microsoft.com/office/drawing/2014/main" id="{17E00372-F493-454F-A18B-273869D99DAE}"/>
              </a:ext>
            </a:extLst>
          </p:cNvPr>
          <p:cNvSpPr>
            <a:spLocks xmlns:a="http://schemas.openxmlformats.org/drawingml/2006/main" noGrp="1"/>
          </p:cNvSpPr>
          <p:nvPr/>
        </p:nvSpPr>
        <p:spPr>
          <a:xfrm xmlns:a="http://schemas.openxmlformats.org/drawingml/2006/main">
            <a:off x="12954000" y="6067425"/>
            <a:ext cx="1571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필요한 과거 의미만 가공</a:t>
            </a:r>
          </a:p>
        </p:txBody>
      </p:sp>
      <p:sp>
        <p:nvSpPr>
          <p:cNvPr id="300" name="dp45-comparison / n223">
            <a:extLst xmlns:a="http://schemas.openxmlformats.org/drawingml/2006/main">
              <a:ext uri="{FF2B5EF4-FFF2-40B4-BE49-F238E27FC236}">
                <a16:creationId xmlns:a16="http://schemas.microsoft.com/office/drawing/2014/main" id="{6F520FE8-BF3D-428C-8928-5CE1EE1D7DF5}"/>
              </a:ext>
            </a:extLst>
          </p:cNvPr>
          <p:cNvSpPr>
            <a:spLocks xmlns:a="http://schemas.openxmlformats.org/drawingml/2006/main" noGrp="1"/>
          </p:cNvSpPr>
          <p:nvPr/>
        </p:nvSpPr>
        <p:spPr>
          <a:xfrm xmlns:a="http://schemas.openxmlformats.org/drawingml/2006/main">
            <a:off x="9934575" y="64770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1" name="dp45-comparison / n224 / text 1">
            <a:extLst xmlns:a="http://schemas.openxmlformats.org/drawingml/2006/main">
              <a:ext uri="{FF2B5EF4-FFF2-40B4-BE49-F238E27FC236}">
                <a16:creationId xmlns:a16="http://schemas.microsoft.com/office/drawing/2014/main" id="{319C599B-C959-4B81-870B-DB95C2429F8A}"/>
              </a:ext>
            </a:extLst>
          </p:cNvPr>
          <p:cNvSpPr>
            <a:spLocks xmlns:a="http://schemas.openxmlformats.org/drawingml/2006/main" noGrp="1"/>
          </p:cNvSpPr>
          <p:nvPr/>
        </p:nvSpPr>
        <p:spPr>
          <a:xfrm xmlns:a="http://schemas.openxmlformats.org/drawingml/2006/main">
            <a:off x="9953625" y="648652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생산 시점과 조회 경로</a:t>
            </a:r>
          </a:p>
        </p:txBody>
      </p:sp>
      <p:sp>
        <p:nvSpPr>
          <p:cNvPr id="302" name="dp45-comparison / n241">
            <a:extLst xmlns:a="http://schemas.openxmlformats.org/drawingml/2006/main">
              <a:ext uri="{FF2B5EF4-FFF2-40B4-BE49-F238E27FC236}">
                <a16:creationId xmlns:a16="http://schemas.microsoft.com/office/drawing/2014/main" id="{B39BE0BE-1814-470D-9520-A6604DAFD30E}"/>
              </a:ext>
            </a:extLst>
          </p:cNvPr>
          <p:cNvSpPr>
            <a:spLocks xmlns:a="http://schemas.openxmlformats.org/drawingml/2006/main" noGrp="1"/>
          </p:cNvSpPr>
          <p:nvPr/>
        </p:nvSpPr>
        <p:spPr>
          <a:xfrm xmlns:a="http://schemas.openxmlformats.org/drawingml/2006/main">
            <a:off x="9934575" y="7058025"/>
            <a:ext cx="527227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3" name="dp45-comparison / n242 / text 1">
            <a:extLst xmlns:a="http://schemas.openxmlformats.org/drawingml/2006/main">
              <a:ext uri="{FF2B5EF4-FFF2-40B4-BE49-F238E27FC236}">
                <a16:creationId xmlns:a16="http://schemas.microsoft.com/office/drawing/2014/main" id="{2D94C4D2-E5E6-49B0-ADC4-E9E181D02AC2}"/>
              </a:ext>
            </a:extLst>
          </p:cNvPr>
          <p:cNvSpPr>
            <a:spLocks xmlns:a="http://schemas.openxmlformats.org/drawingml/2006/main" noGrp="1"/>
          </p:cNvSpPr>
          <p:nvPr/>
        </p:nvSpPr>
        <p:spPr>
          <a:xfrm xmlns:a="http://schemas.openxmlformats.org/drawingml/2006/main">
            <a:off x="9953625" y="7067550"/>
            <a:ext cx="7524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미생산 지원 범위: Publisher 게시 뒤 Reader 재조회 / 현재 Request 정답은 저장하지 않음</a:t>
            </a:r>
          </a:p>
        </p:txBody>
      </p:sp>
    </p:spTree>
    <p:extLst>
      <p:ext uri="{BB962C8B-B14F-4D97-AF65-F5344CB8AC3E}">
        <p14:creationId xmlns:p14="http://schemas.microsoft.com/office/powerpoint/2010/main" val="582865921"/>
      </p:ext>
    </p:extLst>
  </p:cSld>
</p:sld>
</file>

<file path=ppt/slides/slide29.xml><?xml version="1.0" encoding="utf-8"?>
<p:sld xmlns:p="http://schemas.openxmlformats.org/presentationml/2006/main">
  <p:cSld name="dp45-qa">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dp45-v5-qa-detail / n1">
            <a:extLst xmlns:a="http://schemas.openxmlformats.org/drawingml/2006/main">
              <a:ext uri="{FF2B5EF4-FFF2-40B4-BE49-F238E27FC236}">
                <a16:creationId xmlns:a16="http://schemas.microsoft.com/office/drawing/2014/main" id="{2B9268C5-B4AF-4EE3-B5F8-EA860D853C69}"/>
              </a:ext>
            </a:extLst>
          </p:cNvPr>
          <p:cNvSpPr>
            <a:spLocks xmlns:a="http://schemas.openxmlformats.org/drawingml/2006/main" noGrp="1"/>
          </p:cNvSpPr>
          <p:nvPr/>
        </p:nvSpPr>
        <p:spPr>
          <a:xfrm xmlns:a="http://schemas.openxmlformats.org/drawingml/2006/main">
            <a:off x="381000" y="209550"/>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ASR-QA-v6</a:t>
            </a:r>
          </a:p>
        </p:txBody>
      </p:sp>
      <p:sp>
        <p:nvSpPr>
          <p:cNvPr id="2" name="dp45-v5-qa-detail / n2">
            <a:extLst xmlns:a="http://schemas.openxmlformats.org/drawingml/2006/main">
              <a:ext uri="{FF2B5EF4-FFF2-40B4-BE49-F238E27FC236}">
                <a16:creationId xmlns:a16="http://schemas.microsoft.com/office/drawing/2014/main" id="{CC332197-65FC-4DAA-97B1-F6E7CD0B2AA5}"/>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04-45. 원본 조합과 공통 가공 정보 조회 / ASR-QA 평가</a:t>
            </a:r>
          </a:p>
        </p:txBody>
      </p:sp>
      <p:sp>
        <p:nvSpPr>
          <p:cNvPr id="3" name="dp45-v5-qa-detail / n3">
            <a:extLst xmlns:a="http://schemas.openxmlformats.org/drawingml/2006/main">
              <a:ext uri="{FF2B5EF4-FFF2-40B4-BE49-F238E27FC236}">
                <a16:creationId xmlns:a16="http://schemas.microsoft.com/office/drawing/2014/main" id="{88326051-9985-4B4C-BB5B-35A657774443}"/>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5-v5-qa-detail / n4">
            <a:extLst xmlns:a="http://schemas.openxmlformats.org/drawingml/2006/main">
              <a:ext uri="{FF2B5EF4-FFF2-40B4-BE49-F238E27FC236}">
                <a16:creationId xmlns:a16="http://schemas.microsoft.com/office/drawing/2014/main" id="{504E38D1-4521-4772-A4F7-1C79C6ADBFCE}"/>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P21 전체 5회: 630개 채점 조건, 135반응, 95요청 처리. 비용과 메모리는 전체 활동을 포함한다.</a:t>
            </a:r>
          </a:p>
        </p:txBody>
      </p:sp>
      <p:sp>
        <p:nvSpPr>
          <p:cNvPr id="5" name="dp45-v5-qa-detail / n5">
            <a:extLst xmlns:a="http://schemas.openxmlformats.org/drawingml/2006/main">
              <a:ext uri="{FF2B5EF4-FFF2-40B4-BE49-F238E27FC236}">
                <a16:creationId xmlns:a16="http://schemas.microsoft.com/office/drawing/2014/main" id="{268F6133-23D3-4855-953E-AAEC50C60C02}"/>
              </a:ext>
            </a:extLst>
          </p:cNvPr>
          <p:cNvSpPr>
            <a:spLocks xmlns:a="http://schemas.openxmlformats.org/drawingml/2006/main" noGrp="1"/>
          </p:cNvSpPr>
          <p:nvPr/>
        </p:nvSpPr>
        <p:spPr>
          <a:xfrm xmlns:a="http://schemas.openxmlformats.org/drawingml/2006/main">
            <a:off x="381000" y="1762125"/>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A/B 전체 값과 0–6점 등급은 평가 전. 아래 지역 계산과 메모리 예산은 작성자 가정이다.</a:t>
            </a:r>
          </a:p>
        </p:txBody>
      </p:sp>
      <p:sp>
        <p:nvSpPr>
          <p:cNvPr id="6" name="dp45-v5-qa-detail / n6">
            <a:extLst xmlns:a="http://schemas.openxmlformats.org/drawingml/2006/main">
              <a:ext uri="{FF2B5EF4-FFF2-40B4-BE49-F238E27FC236}">
                <a16:creationId xmlns:a16="http://schemas.microsoft.com/office/drawing/2014/main" id="{FFE71DE6-AFDC-4E1D-8B58-67AC5893BC0B}"/>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7" name="dp45-v5-qa-detail / n7">
            <a:extLst xmlns:a="http://schemas.openxmlformats.org/drawingml/2006/main">
              <a:ext uri="{FF2B5EF4-FFF2-40B4-BE49-F238E27FC236}">
                <a16:creationId xmlns:a16="http://schemas.microsoft.com/office/drawing/2014/main" id="{DC67ABC8-AC9C-4EA4-AC2B-5F43EC09F17E}"/>
              </a:ext>
            </a:extLst>
          </p:cNvPr>
          <p:cNvSpPr>
            <a:spLocks xmlns:a="http://schemas.openxmlformats.org/drawingml/2006/main" noGrp="1"/>
          </p:cNvSpPr>
          <p:nvPr/>
        </p:nvSpPr>
        <p:spPr>
          <a:xfrm xmlns:a="http://schemas.openxmlformats.org/drawingml/2006/main">
            <a:off x="533400" y="2238375"/>
            <a:ext cx="25146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8" name="dp45-v5-qa-detail / n8">
            <a:extLst xmlns:a="http://schemas.openxmlformats.org/drawingml/2006/main">
              <a:ext uri="{FF2B5EF4-FFF2-40B4-BE49-F238E27FC236}">
                <a16:creationId xmlns:a16="http://schemas.microsoft.com/office/drawing/2014/main" id="{8E03A59F-43F7-4152-AC43-261B024D3589}"/>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Request별 원본 조합</a:t>
            </a:r>
          </a:p>
        </p:txBody>
      </p:sp>
      <p:sp>
        <p:nvSpPr>
          <p:cNvPr id="9" name="dp45-v5-qa-detail / n9">
            <a:extLst xmlns:a="http://schemas.openxmlformats.org/drawingml/2006/main">
              <a:ext uri="{FF2B5EF4-FFF2-40B4-BE49-F238E27FC236}">
                <a16:creationId xmlns:a16="http://schemas.microsoft.com/office/drawing/2014/main" id="{9C1B52B9-5BD0-4AEE-9284-339C4493F418}"/>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공통 가공 정보 생산과 조회</a:t>
            </a:r>
          </a:p>
        </p:txBody>
      </p:sp>
      <p:sp>
        <p:nvSpPr>
          <p:cNvPr id="10" name="dp45-v5-qa-detail / n10">
            <a:extLst xmlns:a="http://schemas.openxmlformats.org/drawingml/2006/main">
              <a:ext uri="{FF2B5EF4-FFF2-40B4-BE49-F238E27FC236}">
                <a16:creationId xmlns:a16="http://schemas.microsoft.com/office/drawing/2014/main" id="{A83AFEC7-E6BA-48AC-A51D-B509B20D2739}"/>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차이 판단</a:t>
            </a:r>
          </a:p>
        </p:txBody>
      </p:sp>
      <p:sp>
        <p:nvSpPr>
          <p:cNvPr id="11" name="dp45-v5-qa-detail / n11">
            <a:extLst xmlns:a="http://schemas.openxmlformats.org/drawingml/2006/main">
              <a:ext uri="{FF2B5EF4-FFF2-40B4-BE49-F238E27FC236}">
                <a16:creationId xmlns:a16="http://schemas.microsoft.com/office/drawing/2014/main" id="{98A824C9-1C2F-4E77-A1B5-AFA6291D70DA}"/>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 name="dp45-v5-qa-detail / n12">
            <a:extLst xmlns:a="http://schemas.openxmlformats.org/drawingml/2006/main">
              <a:ext uri="{FF2B5EF4-FFF2-40B4-BE49-F238E27FC236}">
                <a16:creationId xmlns:a16="http://schemas.microsoft.com/office/drawing/2014/main" id="{48999604-87FD-4E60-8B16-A76DBC13A11B}"/>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13" name="dp45-v5-qa-detail / n13">
            <a:extLst xmlns:a="http://schemas.openxmlformats.org/drawingml/2006/main">
              <a:ext uri="{FF2B5EF4-FFF2-40B4-BE49-F238E27FC236}">
                <a16:creationId xmlns:a16="http://schemas.microsoft.com/office/drawing/2014/main" id="{E19F732B-2502-4383-AA69-3449C7077C9D}"/>
              </a:ext>
            </a:extLst>
          </p:cNvPr>
          <p:cNvSpPr>
            <a:spLocks xmlns:a="http://schemas.openxmlformats.org/drawingml/2006/main" noGrp="1"/>
          </p:cNvSpPr>
          <p:nvPr/>
        </p:nvSpPr>
        <p:spPr>
          <a:xfrm xmlns:a="http://schemas.openxmlformats.org/drawingml/2006/main">
            <a:off x="533400" y="30575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≥98%, 618/630</a:t>
            </a:r>
          </a:p>
        </p:txBody>
      </p:sp>
      <p:sp>
        <p:nvSpPr>
          <p:cNvPr id="14" name="dp45-v5-qa-detail / n14">
            <a:extLst xmlns:a="http://schemas.openxmlformats.org/drawingml/2006/main">
              <a:ext uri="{FF2B5EF4-FFF2-40B4-BE49-F238E27FC236}">
                <a16:creationId xmlns:a16="http://schemas.microsoft.com/office/drawing/2014/main" id="{CF0F638C-9189-4804-BC0D-F17CB6F68598}"/>
              </a:ext>
            </a:extLst>
          </p:cNvPr>
          <p:cNvSpPr>
            <a:spLocks xmlns:a="http://schemas.openxmlformats.org/drawingml/2006/main" noGrp="1"/>
          </p:cNvSpPr>
          <p:nvPr/>
        </p:nvSpPr>
        <p:spPr>
          <a:xfrm xmlns:a="http://schemas.openxmlformats.org/drawingml/2006/main">
            <a:off x="345757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5" name="dp45-v5-qa-detail / n15">
            <a:extLst xmlns:a="http://schemas.openxmlformats.org/drawingml/2006/main">
              <a:ext uri="{FF2B5EF4-FFF2-40B4-BE49-F238E27FC236}">
                <a16:creationId xmlns:a16="http://schemas.microsoft.com/office/drawing/2014/main" id="{434148F4-F244-464E-9F75-06F426FAA2DA}"/>
              </a:ext>
            </a:extLst>
          </p:cNvPr>
          <p:cNvSpPr>
            <a:spLocks xmlns:a="http://schemas.openxmlformats.org/drawingml/2006/main" noGrp="1"/>
          </p:cNvSpPr>
          <p:nvPr/>
        </p:nvSpPr>
        <p:spPr>
          <a:xfrm xmlns:a="http://schemas.openxmlformats.org/drawingml/2006/main">
            <a:off x="345757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원문과 유효 cache의 조건 보존</a:t>
            </a:r>
          </a:p>
        </p:txBody>
      </p:sp>
      <p:sp>
        <p:nvSpPr>
          <p:cNvPr id="16" name="dp45-v5-qa-detail / n16">
            <a:extLst xmlns:a="http://schemas.openxmlformats.org/drawingml/2006/main">
              <a:ext uri="{FF2B5EF4-FFF2-40B4-BE49-F238E27FC236}">
                <a16:creationId xmlns:a16="http://schemas.microsoft.com/office/drawing/2014/main" id="{90CEC71A-EE87-464D-A61C-145156839908}"/>
              </a:ext>
            </a:extLst>
          </p:cNvPr>
          <p:cNvSpPr>
            <a:spLocks xmlns:a="http://schemas.openxmlformats.org/drawingml/2006/main" noGrp="1"/>
          </p:cNvSpPr>
          <p:nvPr/>
        </p:nvSpPr>
        <p:spPr>
          <a:xfrm xmlns:a="http://schemas.openxmlformats.org/drawingml/2006/main">
            <a:off x="964882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7" name="dp45-v5-qa-detail / n17">
            <a:extLst xmlns:a="http://schemas.openxmlformats.org/drawingml/2006/main">
              <a:ext uri="{FF2B5EF4-FFF2-40B4-BE49-F238E27FC236}">
                <a16:creationId xmlns:a16="http://schemas.microsoft.com/office/drawing/2014/main" id="{91475157-1DCC-40BF-B824-34AC31464488}"/>
              </a:ext>
            </a:extLst>
          </p:cNvPr>
          <p:cNvSpPr>
            <a:spLocks xmlns:a="http://schemas.openxmlformats.org/drawingml/2006/main" noGrp="1"/>
          </p:cNvSpPr>
          <p:nvPr/>
        </p:nvSpPr>
        <p:spPr>
          <a:xfrm xmlns:a="http://schemas.openxmlformats.org/drawingml/2006/main">
            <a:off x="964882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게시 관계의 coverage와 예외 보존</a:t>
            </a:r>
          </a:p>
        </p:txBody>
      </p:sp>
      <p:sp>
        <p:nvSpPr>
          <p:cNvPr id="18" name="dp45-v5-qa-detail / n18">
            <a:extLst xmlns:a="http://schemas.openxmlformats.org/drawingml/2006/main">
              <a:ext uri="{FF2B5EF4-FFF2-40B4-BE49-F238E27FC236}">
                <a16:creationId xmlns:a16="http://schemas.microsoft.com/office/drawing/2014/main" id="{671956FB-1BDF-40EB-B41A-C501CA8433D7}"/>
              </a:ext>
            </a:extLst>
          </p:cNvPr>
          <p:cNvSpPr>
            <a:spLocks xmlns:a="http://schemas.openxmlformats.org/drawingml/2006/main" noGrp="1"/>
          </p:cNvSpPr>
          <p:nvPr/>
        </p:nvSpPr>
        <p:spPr>
          <a:xfrm xmlns:a="http://schemas.openxmlformats.org/drawingml/2006/main">
            <a:off x="15801975" y="27241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19" name="dp45-v5-qa-detail / n19">
            <a:extLst xmlns:a="http://schemas.openxmlformats.org/drawingml/2006/main">
              <a:ext uri="{FF2B5EF4-FFF2-40B4-BE49-F238E27FC236}">
                <a16:creationId xmlns:a16="http://schemas.microsoft.com/office/drawing/2014/main" id="{2FE5E03B-DC14-4328-B096-7C9153BF7B8D}"/>
              </a:ext>
            </a:extLst>
          </p:cNvPr>
          <p:cNvSpPr>
            <a:spLocks xmlns:a="http://schemas.openxmlformats.org/drawingml/2006/main" noGrp="1"/>
          </p:cNvSpPr>
          <p:nvPr/>
        </p:nvSpPr>
        <p:spPr>
          <a:xfrm xmlns:a="http://schemas.openxmlformats.org/drawingml/2006/main">
            <a:off x="15801975" y="31051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1%p</a:t>
            </a:r>
          </a:p>
        </p:txBody>
      </p:sp>
      <p:sp>
        <p:nvSpPr>
          <p:cNvPr id="20" name="dp45-v5-qa-detail / n20">
            <a:extLst xmlns:a="http://schemas.openxmlformats.org/drawingml/2006/main">
              <a:ext uri="{FF2B5EF4-FFF2-40B4-BE49-F238E27FC236}">
                <a16:creationId xmlns:a16="http://schemas.microsoft.com/office/drawing/2014/main" id="{B94B1E1A-D68D-4988-ACD7-0CC1B4D41D6E}"/>
              </a:ext>
            </a:extLst>
          </p:cNvPr>
          <p:cNvSpPr>
            <a:spLocks xmlns:a="http://schemas.openxmlformats.org/drawingml/2006/main" noGrp="1"/>
          </p:cNvSpPr>
          <p:nvPr/>
        </p:nvSpPr>
        <p:spPr>
          <a:xfrm xmlns:a="http://schemas.openxmlformats.org/drawingml/2006/main">
            <a:off x="15801975" y="33432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21" name="dp45-v5-qa-detail / n21">
            <a:extLst xmlns:a="http://schemas.openxmlformats.org/drawingml/2006/main">
              <a:ext uri="{FF2B5EF4-FFF2-40B4-BE49-F238E27FC236}">
                <a16:creationId xmlns:a16="http://schemas.microsoft.com/office/drawing/2014/main" id="{E1D7C069-CFB3-4DF3-ADB9-28C6F0D25E78}"/>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2" name="dp45-v5-qa-detail / n22">
            <a:extLst xmlns:a="http://schemas.openxmlformats.org/drawingml/2006/main">
              <a:ext uri="{FF2B5EF4-FFF2-40B4-BE49-F238E27FC236}">
                <a16:creationId xmlns:a16="http://schemas.microsoft.com/office/drawing/2014/main" id="{18600F67-7283-4792-9256-AB4956573C0C}"/>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23" name="dp45-v5-qa-detail / n23">
            <a:extLst xmlns:a="http://schemas.openxmlformats.org/drawingml/2006/main">
              <a:ext uri="{FF2B5EF4-FFF2-40B4-BE49-F238E27FC236}">
                <a16:creationId xmlns:a16="http://schemas.microsoft.com/office/drawing/2014/main" id="{BA628A3B-EEF8-44A9-9794-4C95688AD80E}"/>
              </a:ext>
            </a:extLst>
          </p:cNvPr>
          <p:cNvSpPr>
            <a:spLocks xmlns:a="http://schemas.openxmlformats.org/drawingml/2006/main" noGrp="1"/>
          </p:cNvSpPr>
          <p:nvPr/>
        </p:nvSpPr>
        <p:spPr>
          <a:xfrm xmlns:a="http://schemas.openxmlformats.org/drawingml/2006/main">
            <a:off x="533400" y="40576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≤1초, stop ≤0.1초</a:t>
            </a:r>
          </a:p>
        </p:txBody>
      </p:sp>
      <p:sp>
        <p:nvSpPr>
          <p:cNvPr id="24" name="dp45-v5-qa-detail / n24">
            <a:extLst xmlns:a="http://schemas.openxmlformats.org/drawingml/2006/main">
              <a:ext uri="{FF2B5EF4-FFF2-40B4-BE49-F238E27FC236}">
                <a16:creationId xmlns:a16="http://schemas.microsoft.com/office/drawing/2014/main" id="{EDA27F65-D4A2-4475-A2FD-4E0DCE1614FA}"/>
              </a:ext>
            </a:extLst>
          </p:cNvPr>
          <p:cNvSpPr>
            <a:spLocks xmlns:a="http://schemas.openxmlformats.org/drawingml/2006/main" noGrp="1"/>
          </p:cNvSpPr>
          <p:nvPr/>
        </p:nvSpPr>
        <p:spPr>
          <a:xfrm xmlns:a="http://schemas.openxmlformats.org/drawingml/2006/main">
            <a:off x="345757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5" name="dp45-v5-qa-detail / n25">
            <a:extLst xmlns:a="http://schemas.openxmlformats.org/drawingml/2006/main">
              <a:ext uri="{FF2B5EF4-FFF2-40B4-BE49-F238E27FC236}">
                <a16:creationId xmlns:a16="http://schemas.microsoft.com/office/drawing/2014/main" id="{F202AFAC-5DBD-4BE2-B3D7-47422ABECF17}"/>
              </a:ext>
            </a:extLst>
          </p:cNvPr>
          <p:cNvSpPr>
            <a:spLocks xmlns:a="http://schemas.openxmlformats.org/drawingml/2006/main" noGrp="1"/>
          </p:cNvSpPr>
          <p:nvPr/>
        </p:nvSpPr>
        <p:spPr>
          <a:xfrm xmlns:a="http://schemas.openxmlformats.org/drawingml/2006/main">
            <a:off x="345757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최초 조합과 재사용 cache 대기</a:t>
            </a:r>
          </a:p>
        </p:txBody>
      </p:sp>
      <p:sp>
        <p:nvSpPr>
          <p:cNvPr id="26" name="dp45-v5-qa-detail / n26">
            <a:extLst xmlns:a="http://schemas.openxmlformats.org/drawingml/2006/main">
              <a:ext uri="{FF2B5EF4-FFF2-40B4-BE49-F238E27FC236}">
                <a16:creationId xmlns:a16="http://schemas.microsoft.com/office/drawing/2014/main" id="{8CBE306E-7C0F-4343-8DD1-98C2B640F8F0}"/>
              </a:ext>
            </a:extLst>
          </p:cNvPr>
          <p:cNvSpPr>
            <a:spLocks xmlns:a="http://schemas.openxmlformats.org/drawingml/2006/main" noGrp="1"/>
          </p:cNvSpPr>
          <p:nvPr/>
        </p:nvSpPr>
        <p:spPr>
          <a:xfrm xmlns:a="http://schemas.openxmlformats.org/drawingml/2006/main">
            <a:off x="964882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7" name="dp45-v5-qa-detail / n27">
            <a:extLst xmlns:a="http://schemas.openxmlformats.org/drawingml/2006/main">
              <a:ext uri="{FF2B5EF4-FFF2-40B4-BE49-F238E27FC236}">
                <a16:creationId xmlns:a16="http://schemas.microsoft.com/office/drawing/2014/main" id="{4231D2D2-680A-4A6C-AC18-683ECF8F9C86}"/>
              </a:ext>
            </a:extLst>
          </p:cNvPr>
          <p:cNvSpPr>
            <a:spLocks xmlns:a="http://schemas.openxmlformats.org/drawingml/2006/main" noGrp="1"/>
          </p:cNvSpPr>
          <p:nvPr/>
        </p:nvSpPr>
        <p:spPr>
          <a:xfrm xmlns:a="http://schemas.openxmlformats.org/drawingml/2006/main">
            <a:off x="964882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준비된 조회와 미게시 backfill 대기</a:t>
            </a:r>
          </a:p>
        </p:txBody>
      </p:sp>
      <p:sp>
        <p:nvSpPr>
          <p:cNvPr id="28" name="dp45-v5-qa-detail / n28">
            <a:extLst xmlns:a="http://schemas.openxmlformats.org/drawingml/2006/main">
              <a:ext uri="{FF2B5EF4-FFF2-40B4-BE49-F238E27FC236}">
                <a16:creationId xmlns:a16="http://schemas.microsoft.com/office/drawing/2014/main" id="{DBE50C95-6E9D-4065-9E1D-42A199B346E1}"/>
              </a:ext>
            </a:extLst>
          </p:cNvPr>
          <p:cNvSpPr>
            <a:spLocks xmlns:a="http://schemas.openxmlformats.org/drawingml/2006/main" noGrp="1"/>
          </p:cNvSpPr>
          <p:nvPr/>
        </p:nvSpPr>
        <p:spPr>
          <a:xfrm xmlns:a="http://schemas.openxmlformats.org/drawingml/2006/main">
            <a:off x="15801975" y="37242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29" name="dp45-v5-qa-detail / n29">
            <a:extLst xmlns:a="http://schemas.openxmlformats.org/drawingml/2006/main">
              <a:ext uri="{FF2B5EF4-FFF2-40B4-BE49-F238E27FC236}">
                <a16:creationId xmlns:a16="http://schemas.microsoft.com/office/drawing/2014/main" id="{675B2FD7-FCB9-498F-A0DD-C2B8059D1E97}"/>
              </a:ext>
            </a:extLst>
          </p:cNvPr>
          <p:cNvSpPr>
            <a:spLocks xmlns:a="http://schemas.openxmlformats.org/drawingml/2006/main" noGrp="1"/>
          </p:cNvSpPr>
          <p:nvPr/>
        </p:nvSpPr>
        <p:spPr>
          <a:xfrm xmlns:a="http://schemas.openxmlformats.org/drawingml/2006/main">
            <a:off x="15801975" y="41052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0.10초</a:t>
            </a:r>
          </a:p>
        </p:txBody>
      </p:sp>
      <p:sp>
        <p:nvSpPr>
          <p:cNvPr id="30" name="dp45-v5-qa-detail / n30">
            <a:extLst xmlns:a="http://schemas.openxmlformats.org/drawingml/2006/main">
              <a:ext uri="{FF2B5EF4-FFF2-40B4-BE49-F238E27FC236}">
                <a16:creationId xmlns:a16="http://schemas.microsoft.com/office/drawing/2014/main" id="{95F6F4F6-2695-47BB-A9DD-8EF805F8305F}"/>
              </a:ext>
            </a:extLst>
          </p:cNvPr>
          <p:cNvSpPr>
            <a:spLocks xmlns:a="http://schemas.openxmlformats.org/drawingml/2006/main" noGrp="1"/>
          </p:cNvSpPr>
          <p:nvPr/>
        </p:nvSpPr>
        <p:spPr>
          <a:xfrm xmlns:a="http://schemas.openxmlformats.org/drawingml/2006/main">
            <a:off x="15801975" y="43434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31" name="dp45-v5-qa-detail / n31">
            <a:extLst xmlns:a="http://schemas.openxmlformats.org/drawingml/2006/main">
              <a:ext uri="{FF2B5EF4-FFF2-40B4-BE49-F238E27FC236}">
                <a16:creationId xmlns:a16="http://schemas.microsoft.com/office/drawing/2014/main" id="{69EB9411-F933-4157-8C26-5DF010FE0520}"/>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 name="dp45-v5-qa-detail / n32">
            <a:extLst xmlns:a="http://schemas.openxmlformats.org/drawingml/2006/main">
              <a:ext uri="{FF2B5EF4-FFF2-40B4-BE49-F238E27FC236}">
                <a16:creationId xmlns:a16="http://schemas.microsoft.com/office/drawing/2014/main" id="{5C8860FB-3D49-434A-93C6-A76A85C3E041}"/>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33" name="dp45-v5-qa-detail / n33">
            <a:extLst xmlns:a="http://schemas.openxmlformats.org/drawingml/2006/main">
              <a:ext uri="{FF2B5EF4-FFF2-40B4-BE49-F238E27FC236}">
                <a16:creationId xmlns:a16="http://schemas.microsoft.com/office/drawing/2014/main" id="{3E556553-4E41-4064-B126-4DBCF8CA219C}"/>
              </a:ext>
            </a:extLst>
          </p:cNvPr>
          <p:cNvSpPr>
            <a:spLocks xmlns:a="http://schemas.openxmlformats.org/drawingml/2006/main" noGrp="1"/>
          </p:cNvSpPr>
          <p:nvPr/>
        </p:nvSpPr>
        <p:spPr>
          <a:xfrm xmlns:a="http://schemas.openxmlformats.org/drawingml/2006/main">
            <a:off x="533400" y="505777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≤10초</a:t>
            </a:r>
          </a:p>
        </p:txBody>
      </p:sp>
      <p:sp>
        <p:nvSpPr>
          <p:cNvPr id="34" name="dp45-v5-qa-detail / n34">
            <a:extLst xmlns:a="http://schemas.openxmlformats.org/drawingml/2006/main">
              <a:ext uri="{FF2B5EF4-FFF2-40B4-BE49-F238E27FC236}">
                <a16:creationId xmlns:a16="http://schemas.microsoft.com/office/drawing/2014/main" id="{D9990E9B-F55C-43E5-A09A-2A9771CC4768}"/>
              </a:ext>
            </a:extLst>
          </p:cNvPr>
          <p:cNvSpPr>
            <a:spLocks xmlns:a="http://schemas.openxmlformats.org/drawingml/2006/main" noGrp="1"/>
          </p:cNvSpPr>
          <p:nvPr/>
        </p:nvSpPr>
        <p:spPr>
          <a:xfrm xmlns:a="http://schemas.openxmlformats.org/drawingml/2006/main">
            <a:off x="345757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5" name="dp45-v5-qa-detail / n35">
            <a:extLst xmlns:a="http://schemas.openxmlformats.org/drawingml/2006/main">
              <a:ext uri="{FF2B5EF4-FFF2-40B4-BE49-F238E27FC236}">
                <a16:creationId xmlns:a16="http://schemas.microsoft.com/office/drawing/2014/main" id="{B41A171C-E789-49D7-B78E-B241B45C26A9}"/>
              </a:ext>
            </a:extLst>
          </p:cNvPr>
          <p:cNvSpPr>
            <a:spLocks xmlns:a="http://schemas.openxmlformats.org/drawingml/2006/main" noGrp="1"/>
          </p:cNvSpPr>
          <p:nvPr/>
        </p:nvSpPr>
        <p:spPr>
          <a:xfrm xmlns:a="http://schemas.openxmlformats.org/drawingml/2006/main">
            <a:off x="345757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첫 사용과 반복 및 갱신 후 조합</a:t>
            </a:r>
          </a:p>
        </p:txBody>
      </p:sp>
      <p:sp>
        <p:nvSpPr>
          <p:cNvPr id="36" name="dp45-v5-qa-detail / n36">
            <a:extLst xmlns:a="http://schemas.openxmlformats.org/drawingml/2006/main">
              <a:ext uri="{FF2B5EF4-FFF2-40B4-BE49-F238E27FC236}">
                <a16:creationId xmlns:a16="http://schemas.microsoft.com/office/drawing/2014/main" id="{7BE4D20B-9AEB-4785-9F89-C75A08F99192}"/>
              </a:ext>
            </a:extLst>
          </p:cNvPr>
          <p:cNvSpPr>
            <a:spLocks xmlns:a="http://schemas.openxmlformats.org/drawingml/2006/main" noGrp="1"/>
          </p:cNvSpPr>
          <p:nvPr/>
        </p:nvSpPr>
        <p:spPr>
          <a:xfrm xmlns:a="http://schemas.openxmlformats.org/drawingml/2006/main">
            <a:off x="964882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7" name="dp45-v5-qa-detail / n37">
            <a:extLst xmlns:a="http://schemas.openxmlformats.org/drawingml/2006/main">
              <a:ext uri="{FF2B5EF4-FFF2-40B4-BE49-F238E27FC236}">
                <a16:creationId xmlns:a16="http://schemas.microsoft.com/office/drawing/2014/main" id="{0812570A-1A9F-45C6-9DCE-E6DC8A479A82}"/>
              </a:ext>
            </a:extLst>
          </p:cNvPr>
          <p:cNvSpPr>
            <a:spLocks xmlns:a="http://schemas.openxmlformats.org/drawingml/2006/main" noGrp="1"/>
          </p:cNvSpPr>
          <p:nvPr/>
        </p:nvSpPr>
        <p:spPr>
          <a:xfrm xmlns:a="http://schemas.openxmlformats.org/drawingml/2006/main">
            <a:off x="964882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조회와 원문검증 및 동기 backfill</a:t>
            </a:r>
          </a:p>
        </p:txBody>
      </p:sp>
      <p:sp>
        <p:nvSpPr>
          <p:cNvPr id="38" name="dp45-v5-qa-detail / n38">
            <a:extLst xmlns:a="http://schemas.openxmlformats.org/drawingml/2006/main">
              <a:ext uri="{FF2B5EF4-FFF2-40B4-BE49-F238E27FC236}">
                <a16:creationId xmlns:a16="http://schemas.microsoft.com/office/drawing/2014/main" id="{0FF15096-E7B5-4E30-BD1B-35D20062DFF4}"/>
              </a:ext>
            </a:extLst>
          </p:cNvPr>
          <p:cNvSpPr>
            <a:spLocks xmlns:a="http://schemas.openxmlformats.org/drawingml/2006/main" noGrp="1"/>
          </p:cNvSpPr>
          <p:nvPr/>
        </p:nvSpPr>
        <p:spPr>
          <a:xfrm xmlns:a="http://schemas.openxmlformats.org/drawingml/2006/main">
            <a:off x="15801975" y="47244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39" name="dp45-v5-qa-detail / n39">
            <a:extLst xmlns:a="http://schemas.openxmlformats.org/drawingml/2006/main">
              <a:ext uri="{FF2B5EF4-FFF2-40B4-BE49-F238E27FC236}">
                <a16:creationId xmlns:a16="http://schemas.microsoft.com/office/drawing/2014/main" id="{2E1DF362-43ED-4C92-9660-283C5FB513C9}"/>
              </a:ext>
            </a:extLst>
          </p:cNvPr>
          <p:cNvSpPr>
            <a:spLocks xmlns:a="http://schemas.openxmlformats.org/drawingml/2006/main" noGrp="1"/>
          </p:cNvSpPr>
          <p:nvPr/>
        </p:nvSpPr>
        <p:spPr>
          <a:xfrm xmlns:a="http://schemas.openxmlformats.org/drawingml/2006/main">
            <a:off x="15801975" y="510540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0.50초</a:t>
            </a:r>
          </a:p>
        </p:txBody>
      </p:sp>
      <p:sp>
        <p:nvSpPr>
          <p:cNvPr id="40" name="dp45-v5-qa-detail / n40">
            <a:extLst xmlns:a="http://schemas.openxmlformats.org/drawingml/2006/main">
              <a:ext uri="{FF2B5EF4-FFF2-40B4-BE49-F238E27FC236}">
                <a16:creationId xmlns:a16="http://schemas.microsoft.com/office/drawing/2014/main" id="{BD66259C-54BD-4EC4-B8EA-9673CCE293FC}"/>
              </a:ext>
            </a:extLst>
          </p:cNvPr>
          <p:cNvSpPr>
            <a:spLocks xmlns:a="http://schemas.openxmlformats.org/drawingml/2006/main" noGrp="1"/>
          </p:cNvSpPr>
          <p:nvPr/>
        </p:nvSpPr>
        <p:spPr>
          <a:xfrm xmlns:a="http://schemas.openxmlformats.org/drawingml/2006/main">
            <a:off x="15801975" y="534352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41" name="dp45-v5-qa-detail / n41">
            <a:extLst xmlns:a="http://schemas.openxmlformats.org/drawingml/2006/main">
              <a:ext uri="{FF2B5EF4-FFF2-40B4-BE49-F238E27FC236}">
                <a16:creationId xmlns:a16="http://schemas.microsoft.com/office/drawing/2014/main" id="{4FBB853D-F410-4B25-8098-903A054612D2}"/>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2" name="dp45-v5-qa-detail / n42">
            <a:extLst xmlns:a="http://schemas.openxmlformats.org/drawingml/2006/main">
              <a:ext uri="{FF2B5EF4-FFF2-40B4-BE49-F238E27FC236}">
                <a16:creationId xmlns:a16="http://schemas.microsoft.com/office/drawing/2014/main" id="{F3AB4997-C570-4ACC-9D64-44C65E9CA3D9}"/>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43" name="dp45-v5-qa-detail / n43">
            <a:extLst xmlns:a="http://schemas.openxmlformats.org/drawingml/2006/main">
              <a:ext uri="{FF2B5EF4-FFF2-40B4-BE49-F238E27FC236}">
                <a16:creationId xmlns:a16="http://schemas.microsoft.com/office/drawing/2014/main" id="{2A5A55FB-BF2D-4F35-A78F-379A9098D632}"/>
              </a:ext>
            </a:extLst>
          </p:cNvPr>
          <p:cNvSpPr>
            <a:spLocks xmlns:a="http://schemas.openxmlformats.org/drawingml/2006/main" noGrp="1"/>
          </p:cNvSpPr>
          <p:nvPr/>
        </p:nvSpPr>
        <p:spPr>
          <a:xfrm xmlns:a="http://schemas.openxmlformats.org/drawingml/2006/main">
            <a:off x="533400" y="605790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≤$0.50/P21</a:t>
            </a:r>
          </a:p>
        </p:txBody>
      </p:sp>
      <p:sp>
        <p:nvSpPr>
          <p:cNvPr id="44" name="dp45-v5-qa-detail / n44">
            <a:extLst xmlns:a="http://schemas.openxmlformats.org/drawingml/2006/main">
              <a:ext uri="{FF2B5EF4-FFF2-40B4-BE49-F238E27FC236}">
                <a16:creationId xmlns:a16="http://schemas.microsoft.com/office/drawing/2014/main" id="{1ADD7378-C686-4EA3-9473-6226A2101CB6}"/>
              </a:ext>
            </a:extLst>
          </p:cNvPr>
          <p:cNvSpPr>
            <a:spLocks xmlns:a="http://schemas.openxmlformats.org/drawingml/2006/main" noGrp="1"/>
          </p:cNvSpPr>
          <p:nvPr/>
        </p:nvSpPr>
        <p:spPr>
          <a:xfrm xmlns:a="http://schemas.openxmlformats.org/drawingml/2006/main">
            <a:off x="345757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5" name="dp45-v5-qa-detail / n45">
            <a:extLst xmlns:a="http://schemas.openxmlformats.org/drawingml/2006/main">
              <a:ext uri="{FF2B5EF4-FFF2-40B4-BE49-F238E27FC236}">
                <a16:creationId xmlns:a16="http://schemas.microsoft.com/office/drawing/2014/main" id="{B4135216-F0DB-4DEE-B0A1-0FB44D1CAB22}"/>
              </a:ext>
            </a:extLst>
          </p:cNvPr>
          <p:cNvSpPr>
            <a:spLocks xmlns:a="http://schemas.openxmlformats.org/drawingml/2006/main" noGrp="1"/>
          </p:cNvSpPr>
          <p:nvPr/>
        </p:nvSpPr>
        <p:spPr>
          <a:xfrm xmlns:a="http://schemas.openxmlformats.org/drawingml/2006/main">
            <a:off x="345757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cache miss와 실제 추가 해석 청구</a:t>
            </a:r>
          </a:p>
        </p:txBody>
      </p:sp>
      <p:sp>
        <p:nvSpPr>
          <p:cNvPr id="46" name="dp45-v5-qa-detail / n46">
            <a:extLst xmlns:a="http://schemas.openxmlformats.org/drawingml/2006/main">
              <a:ext uri="{FF2B5EF4-FFF2-40B4-BE49-F238E27FC236}">
                <a16:creationId xmlns:a16="http://schemas.microsoft.com/office/drawing/2014/main" id="{3ED990B5-6B52-42EC-AD61-16176E46C394}"/>
              </a:ext>
            </a:extLst>
          </p:cNvPr>
          <p:cNvSpPr>
            <a:spLocks xmlns:a="http://schemas.openxmlformats.org/drawingml/2006/main" noGrp="1"/>
          </p:cNvSpPr>
          <p:nvPr/>
        </p:nvSpPr>
        <p:spPr>
          <a:xfrm xmlns:a="http://schemas.openxmlformats.org/drawingml/2006/main">
            <a:off x="964882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7" name="dp45-v5-qa-detail / n47">
            <a:extLst xmlns:a="http://schemas.openxmlformats.org/drawingml/2006/main">
              <a:ext uri="{FF2B5EF4-FFF2-40B4-BE49-F238E27FC236}">
                <a16:creationId xmlns:a16="http://schemas.microsoft.com/office/drawing/2014/main" id="{68C114D5-4CFC-4FBB-A04E-8A245094708F}"/>
              </a:ext>
            </a:extLst>
          </p:cNvPr>
          <p:cNvSpPr>
            <a:spLocks xmlns:a="http://schemas.openxmlformats.org/drawingml/2006/main" noGrp="1"/>
          </p:cNvSpPr>
          <p:nvPr/>
        </p:nvSpPr>
        <p:spPr>
          <a:xfrm xmlns:a="http://schemas.openxmlformats.org/drawingml/2006/main">
            <a:off x="964882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초기와 미사용 갱신 및 철회 청구</a:t>
            </a:r>
          </a:p>
        </p:txBody>
      </p:sp>
      <p:sp>
        <p:nvSpPr>
          <p:cNvPr id="48" name="dp45-v5-qa-detail / n48">
            <a:extLst xmlns:a="http://schemas.openxmlformats.org/drawingml/2006/main">
              <a:ext uri="{FF2B5EF4-FFF2-40B4-BE49-F238E27FC236}">
                <a16:creationId xmlns:a16="http://schemas.microsoft.com/office/drawing/2014/main" id="{6248393F-D5EE-45A2-8722-863CF0610330}"/>
              </a:ext>
            </a:extLst>
          </p:cNvPr>
          <p:cNvSpPr>
            <a:spLocks xmlns:a="http://schemas.openxmlformats.org/drawingml/2006/main" noGrp="1"/>
          </p:cNvSpPr>
          <p:nvPr/>
        </p:nvSpPr>
        <p:spPr>
          <a:xfrm xmlns:a="http://schemas.openxmlformats.org/drawingml/2006/main">
            <a:off x="15801975" y="57245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49" name="dp45-v5-qa-detail / n49">
            <a:extLst xmlns:a="http://schemas.openxmlformats.org/drawingml/2006/main">
              <a:ext uri="{FF2B5EF4-FFF2-40B4-BE49-F238E27FC236}">
                <a16:creationId xmlns:a16="http://schemas.microsoft.com/office/drawing/2014/main" id="{53D45FFE-52C7-400A-B4F4-48E484697AE4}"/>
              </a:ext>
            </a:extLst>
          </p:cNvPr>
          <p:cNvSpPr>
            <a:spLocks xmlns:a="http://schemas.openxmlformats.org/drawingml/2006/main" noGrp="1"/>
          </p:cNvSpPr>
          <p:nvPr/>
        </p:nvSpPr>
        <p:spPr>
          <a:xfrm xmlns:a="http://schemas.openxmlformats.org/drawingml/2006/main">
            <a:off x="15801975" y="610552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$0.03/P21</a:t>
            </a:r>
          </a:p>
        </p:txBody>
      </p:sp>
      <p:sp>
        <p:nvSpPr>
          <p:cNvPr id="50" name="dp45-v5-qa-detail / n50">
            <a:extLst xmlns:a="http://schemas.openxmlformats.org/drawingml/2006/main">
              <a:ext uri="{FF2B5EF4-FFF2-40B4-BE49-F238E27FC236}">
                <a16:creationId xmlns:a16="http://schemas.microsoft.com/office/drawing/2014/main" id="{4F599DA5-4116-4643-83DF-C7542394E38A}"/>
              </a:ext>
            </a:extLst>
          </p:cNvPr>
          <p:cNvSpPr>
            <a:spLocks xmlns:a="http://schemas.openxmlformats.org/drawingml/2006/main" noGrp="1"/>
          </p:cNvSpPr>
          <p:nvPr/>
        </p:nvSpPr>
        <p:spPr>
          <a:xfrm xmlns:a="http://schemas.openxmlformats.org/drawingml/2006/main">
            <a:off x="15801975" y="634365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51" name="dp45-v5-qa-detail / n51">
            <a:extLst xmlns:a="http://schemas.openxmlformats.org/drawingml/2006/main">
              <a:ext uri="{FF2B5EF4-FFF2-40B4-BE49-F238E27FC236}">
                <a16:creationId xmlns:a16="http://schemas.microsoft.com/office/drawing/2014/main" id="{8A7401D2-DBC4-45BE-AC46-D27450B64ADA}"/>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52" name="dp45-v5-qa-detail / n52">
            <a:extLst xmlns:a="http://schemas.openxmlformats.org/drawingml/2006/main">
              <a:ext uri="{FF2B5EF4-FFF2-40B4-BE49-F238E27FC236}">
                <a16:creationId xmlns:a16="http://schemas.microsoft.com/office/drawing/2014/main" id="{E0097861-FCBE-40E0-A11E-08A8AE6380C3}"/>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53" name="dp45-v5-qa-detail / n53">
            <a:extLst xmlns:a="http://schemas.openxmlformats.org/drawingml/2006/main">
              <a:ext uri="{FF2B5EF4-FFF2-40B4-BE49-F238E27FC236}">
                <a16:creationId xmlns:a16="http://schemas.microsoft.com/office/drawing/2014/main" id="{44F2434A-CDF9-4F5A-9238-C536DD4F64C8}"/>
              </a:ext>
            </a:extLst>
          </p:cNvPr>
          <p:cNvSpPr>
            <a:spLocks xmlns:a="http://schemas.openxmlformats.org/drawingml/2006/main" noGrp="1"/>
          </p:cNvSpPr>
          <p:nvPr/>
        </p:nvSpPr>
        <p:spPr>
          <a:xfrm xmlns:a="http://schemas.openxmlformats.org/drawingml/2006/main">
            <a:off x="533400" y="70580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≤3개, 과제별 ≤5개</a:t>
            </a:r>
          </a:p>
        </p:txBody>
      </p:sp>
      <p:sp>
        <p:nvSpPr>
          <p:cNvPr id="54" name="dp45-v5-qa-detail / n54">
            <a:extLst xmlns:a="http://schemas.openxmlformats.org/drawingml/2006/main">
              <a:ext uri="{FF2B5EF4-FFF2-40B4-BE49-F238E27FC236}">
                <a16:creationId xmlns:a16="http://schemas.microsoft.com/office/drawing/2014/main" id="{198C99E2-BA04-48DC-A094-265AFBCE0F82}"/>
              </a:ext>
            </a:extLst>
          </p:cNvPr>
          <p:cNvSpPr>
            <a:spLocks xmlns:a="http://schemas.openxmlformats.org/drawingml/2006/main" noGrp="1"/>
          </p:cNvSpPr>
          <p:nvPr/>
        </p:nvSpPr>
        <p:spPr>
          <a:xfrm xmlns:a="http://schemas.openxmlformats.org/drawingml/2006/main">
            <a:off x="345757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5" name="dp45-v5-qa-detail / n55">
            <a:extLst xmlns:a="http://schemas.openxmlformats.org/drawingml/2006/main">
              <a:ext uri="{FF2B5EF4-FFF2-40B4-BE49-F238E27FC236}">
                <a16:creationId xmlns:a16="http://schemas.microsoft.com/office/drawing/2014/main" id="{61DFD837-5357-4E76-8756-B20CD4F61548}"/>
              </a:ext>
            </a:extLst>
          </p:cNvPr>
          <p:cNvSpPr>
            <a:spLocks xmlns:a="http://schemas.openxmlformats.org/drawingml/2006/main" noGrp="1"/>
          </p:cNvSpPr>
          <p:nvPr/>
        </p:nvSpPr>
        <p:spPr>
          <a:xfrm xmlns:a="http://schemas.openxmlformats.org/drawingml/2006/main">
            <a:off x="345757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조합과 cache의 철회 처리 수정</a:t>
            </a:r>
          </a:p>
        </p:txBody>
      </p:sp>
      <p:sp>
        <p:nvSpPr>
          <p:cNvPr id="56" name="dp45-v5-qa-detail / n56">
            <a:extLst xmlns:a="http://schemas.openxmlformats.org/drawingml/2006/main">
              <a:ext uri="{FF2B5EF4-FFF2-40B4-BE49-F238E27FC236}">
                <a16:creationId xmlns:a16="http://schemas.microsoft.com/office/drawing/2014/main" id="{D9E936D8-2C28-45A9-AA66-30C8591E5973}"/>
              </a:ext>
            </a:extLst>
          </p:cNvPr>
          <p:cNvSpPr>
            <a:spLocks xmlns:a="http://schemas.openxmlformats.org/drawingml/2006/main" noGrp="1"/>
          </p:cNvSpPr>
          <p:nvPr/>
        </p:nvSpPr>
        <p:spPr>
          <a:xfrm xmlns:a="http://schemas.openxmlformats.org/drawingml/2006/main">
            <a:off x="964882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7" name="dp45-v5-qa-detail / n57">
            <a:extLst xmlns:a="http://schemas.openxmlformats.org/drawingml/2006/main">
              <a:ext uri="{FF2B5EF4-FFF2-40B4-BE49-F238E27FC236}">
                <a16:creationId xmlns:a16="http://schemas.microsoft.com/office/drawing/2014/main" id="{13240DFA-FC44-48FD-8B77-E5E1E23D3846}"/>
              </a:ext>
            </a:extLst>
          </p:cNvPr>
          <p:cNvSpPr>
            <a:spLocks xmlns:a="http://schemas.openxmlformats.org/drawingml/2006/main" noGrp="1"/>
          </p:cNvSpPr>
          <p:nvPr/>
        </p:nvSpPr>
        <p:spPr>
          <a:xfrm xmlns:a="http://schemas.openxmlformats.org/drawingml/2006/main">
            <a:off x="964882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생산자와 조회자의 철회 처리 수정</a:t>
            </a:r>
          </a:p>
        </p:txBody>
      </p:sp>
      <p:sp>
        <p:nvSpPr>
          <p:cNvPr id="58" name="dp45-v5-qa-detail / n58">
            <a:extLst xmlns:a="http://schemas.openxmlformats.org/drawingml/2006/main">
              <a:ext uri="{FF2B5EF4-FFF2-40B4-BE49-F238E27FC236}">
                <a16:creationId xmlns:a16="http://schemas.microsoft.com/office/drawing/2014/main" id="{72458032-49A5-4A8C-A4A1-560CA20E2FB5}"/>
              </a:ext>
            </a:extLst>
          </p:cNvPr>
          <p:cNvSpPr>
            <a:spLocks xmlns:a="http://schemas.openxmlformats.org/drawingml/2006/main" noGrp="1"/>
          </p:cNvSpPr>
          <p:nvPr/>
        </p:nvSpPr>
        <p:spPr>
          <a:xfrm xmlns:a="http://schemas.openxmlformats.org/drawingml/2006/main">
            <a:off x="15801975" y="67246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59" name="dp45-v5-qa-detail / n59">
            <a:extLst xmlns:a="http://schemas.openxmlformats.org/drawingml/2006/main">
              <a:ext uri="{FF2B5EF4-FFF2-40B4-BE49-F238E27FC236}">
                <a16:creationId xmlns:a16="http://schemas.microsoft.com/office/drawing/2014/main" id="{1408861D-E578-4F89-8621-2358D5789565}"/>
              </a:ext>
            </a:extLst>
          </p:cNvPr>
          <p:cNvSpPr>
            <a:spLocks xmlns:a="http://schemas.openxmlformats.org/drawingml/2006/main" noGrp="1"/>
          </p:cNvSpPr>
          <p:nvPr/>
        </p:nvSpPr>
        <p:spPr>
          <a:xfrm xmlns:a="http://schemas.openxmlformats.org/drawingml/2006/main">
            <a:off x="15801975" y="71056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0.50개</a:t>
            </a:r>
          </a:p>
        </p:txBody>
      </p:sp>
      <p:sp>
        <p:nvSpPr>
          <p:cNvPr id="60" name="dp45-v5-qa-detail / n60">
            <a:extLst xmlns:a="http://schemas.openxmlformats.org/drawingml/2006/main">
              <a:ext uri="{FF2B5EF4-FFF2-40B4-BE49-F238E27FC236}">
                <a16:creationId xmlns:a16="http://schemas.microsoft.com/office/drawing/2014/main" id="{7E05F39B-2B81-4D4C-BAE3-70F695EB4D8D}"/>
              </a:ext>
            </a:extLst>
          </p:cNvPr>
          <p:cNvSpPr>
            <a:spLocks xmlns:a="http://schemas.openxmlformats.org/drawingml/2006/main" noGrp="1"/>
          </p:cNvSpPr>
          <p:nvPr/>
        </p:nvSpPr>
        <p:spPr>
          <a:xfrm xmlns:a="http://schemas.openxmlformats.org/drawingml/2006/main">
            <a:off x="15801975" y="73437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61" name="dp45-v5-qa-detail / n61">
            <a:extLst xmlns:a="http://schemas.openxmlformats.org/drawingml/2006/main">
              <a:ext uri="{FF2B5EF4-FFF2-40B4-BE49-F238E27FC236}">
                <a16:creationId xmlns:a16="http://schemas.microsoft.com/office/drawing/2014/main" id="{AF7552ED-145B-4BBA-8463-5E3E96F85FD3}"/>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2" name="dp45-v5-qa-detail / n62">
            <a:extLst xmlns:a="http://schemas.openxmlformats.org/drawingml/2006/main">
              <a:ext uri="{FF2B5EF4-FFF2-40B4-BE49-F238E27FC236}">
                <a16:creationId xmlns:a16="http://schemas.microsoft.com/office/drawing/2014/main" id="{011571D5-D275-412B-91BD-D4BF3630B60B}"/>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63" name="dp45-v5-qa-detail / n63">
            <a:extLst xmlns:a="http://schemas.openxmlformats.org/drawingml/2006/main">
              <a:ext uri="{FF2B5EF4-FFF2-40B4-BE49-F238E27FC236}">
                <a16:creationId xmlns:a16="http://schemas.microsoft.com/office/drawing/2014/main" id="{3619282F-8C89-479C-B142-28CE95C64732}"/>
              </a:ext>
            </a:extLst>
          </p:cNvPr>
          <p:cNvSpPr>
            <a:spLocks xmlns:a="http://schemas.openxmlformats.org/drawingml/2006/main" noGrp="1"/>
          </p:cNvSpPr>
          <p:nvPr/>
        </p:nvSpPr>
        <p:spPr>
          <a:xfrm xmlns:a="http://schemas.openxmlformats.org/drawingml/2006/main">
            <a:off x="533400" y="80581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commit 최대 ≤4,096MiB</a:t>
            </a:r>
          </a:p>
        </p:txBody>
      </p:sp>
      <p:sp>
        <p:nvSpPr>
          <p:cNvPr id="64" name="dp45-v5-qa-detail / n64">
            <a:extLst xmlns:a="http://schemas.openxmlformats.org/drawingml/2006/main">
              <a:ext uri="{FF2B5EF4-FFF2-40B4-BE49-F238E27FC236}">
                <a16:creationId xmlns:a16="http://schemas.microsoft.com/office/drawing/2014/main" id="{9071C37D-D5D8-45A1-9DE5-64447B6CFF1A}"/>
              </a:ext>
            </a:extLst>
          </p:cNvPr>
          <p:cNvSpPr>
            <a:spLocks xmlns:a="http://schemas.openxmlformats.org/drawingml/2006/main" noGrp="1"/>
          </p:cNvSpPr>
          <p:nvPr/>
        </p:nvSpPr>
        <p:spPr>
          <a:xfrm xmlns:a="http://schemas.openxmlformats.org/drawingml/2006/main">
            <a:off x="345757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1,792MiB (가정)</a:t>
            </a:r>
          </a:p>
        </p:txBody>
      </p:sp>
      <p:sp>
        <p:nvSpPr>
          <p:cNvPr id="65" name="dp45-v5-qa-detail / n65">
            <a:extLst xmlns:a="http://schemas.openxmlformats.org/drawingml/2006/main">
              <a:ext uri="{FF2B5EF4-FFF2-40B4-BE49-F238E27FC236}">
                <a16:creationId xmlns:a16="http://schemas.microsoft.com/office/drawing/2014/main" id="{D24A73C9-7E19-48BA-9814-BCCEDBFFF75F}"/>
              </a:ext>
            </a:extLst>
          </p:cNvPr>
          <p:cNvSpPr>
            <a:spLocks xmlns:a="http://schemas.openxmlformats.org/drawingml/2006/main" noGrp="1"/>
          </p:cNvSpPr>
          <p:nvPr/>
        </p:nvSpPr>
        <p:spPr>
          <a:xfrm xmlns:a="http://schemas.openxmlformats.org/drawingml/2006/main">
            <a:off x="345757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원문 Context와 선택 cache</a:t>
            </a:r>
          </a:p>
        </p:txBody>
      </p:sp>
      <p:sp>
        <p:nvSpPr>
          <p:cNvPr id="66" name="dp45-v5-qa-detail / n66">
            <a:extLst xmlns:a="http://schemas.openxmlformats.org/drawingml/2006/main">
              <a:ext uri="{FF2B5EF4-FFF2-40B4-BE49-F238E27FC236}">
                <a16:creationId xmlns:a16="http://schemas.microsoft.com/office/drawing/2014/main" id="{8B5BDFAB-9F46-4FE7-9165-1E02F42F641D}"/>
              </a:ext>
            </a:extLst>
          </p:cNvPr>
          <p:cNvSpPr>
            <a:spLocks xmlns:a="http://schemas.openxmlformats.org/drawingml/2006/main" noGrp="1"/>
          </p:cNvSpPr>
          <p:nvPr/>
        </p:nvSpPr>
        <p:spPr>
          <a:xfrm xmlns:a="http://schemas.openxmlformats.org/drawingml/2006/main">
            <a:off x="964882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1,920MiB (가정)</a:t>
            </a:r>
          </a:p>
        </p:txBody>
      </p:sp>
      <p:sp>
        <p:nvSpPr>
          <p:cNvPr id="67" name="dp45-v5-qa-detail / n67">
            <a:extLst xmlns:a="http://schemas.openxmlformats.org/drawingml/2006/main">
              <a:ext uri="{FF2B5EF4-FFF2-40B4-BE49-F238E27FC236}">
                <a16:creationId xmlns:a16="http://schemas.microsoft.com/office/drawing/2014/main" id="{2AA0BE21-9BFB-4776-8933-14354D46EEB6}"/>
              </a:ext>
            </a:extLst>
          </p:cNvPr>
          <p:cNvSpPr>
            <a:spLocks xmlns:a="http://schemas.openxmlformats.org/drawingml/2006/main" noGrp="1"/>
          </p:cNvSpPr>
          <p:nvPr/>
        </p:nvSpPr>
        <p:spPr>
          <a:xfrm xmlns:a="http://schemas.openxmlformats.org/drawingml/2006/main">
            <a:off x="964882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관계 index와 생산 상태 및 원문</a:t>
            </a:r>
          </a:p>
        </p:txBody>
      </p:sp>
      <p:sp>
        <p:nvSpPr>
          <p:cNvPr id="68" name="dp45-v5-qa-detail / n68">
            <a:extLst xmlns:a="http://schemas.openxmlformats.org/drawingml/2006/main">
              <a:ext uri="{FF2B5EF4-FFF2-40B4-BE49-F238E27FC236}">
                <a16:creationId xmlns:a16="http://schemas.microsoft.com/office/drawing/2014/main" id="{3B4295E7-6CEE-4BB6-94A2-2890BC727DF2}"/>
              </a:ext>
            </a:extLst>
          </p:cNvPr>
          <p:cNvSpPr>
            <a:spLocks xmlns:a="http://schemas.openxmlformats.org/drawingml/2006/main" noGrp="1"/>
          </p:cNvSpPr>
          <p:nvPr/>
        </p:nvSpPr>
        <p:spPr>
          <a:xfrm xmlns:a="http://schemas.openxmlformats.org/drawingml/2006/main">
            <a:off x="15801975" y="77247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69" name="dp45-v5-qa-detail / n69">
            <a:extLst xmlns:a="http://schemas.openxmlformats.org/drawingml/2006/main">
              <a:ext uri="{FF2B5EF4-FFF2-40B4-BE49-F238E27FC236}">
                <a16:creationId xmlns:a16="http://schemas.microsoft.com/office/drawing/2014/main" id="{622C00A9-D9E6-40D4-843E-4A32730DBDA2}"/>
              </a:ext>
            </a:extLst>
          </p:cNvPr>
          <p:cNvSpPr>
            <a:spLocks xmlns:a="http://schemas.openxmlformats.org/drawingml/2006/main" noGrp="1"/>
          </p:cNvSpPr>
          <p:nvPr/>
        </p:nvSpPr>
        <p:spPr>
          <a:xfrm xmlns:a="http://schemas.openxmlformats.org/drawingml/2006/main">
            <a:off x="15801975" y="81057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128MiB</a:t>
            </a:r>
          </a:p>
        </p:txBody>
      </p:sp>
      <p:sp>
        <p:nvSpPr>
          <p:cNvPr id="70" name="dp45-v5-qa-detail / n70">
            <a:extLst xmlns:a="http://schemas.openxmlformats.org/drawingml/2006/main">
              <a:ext uri="{FF2B5EF4-FFF2-40B4-BE49-F238E27FC236}">
                <a16:creationId xmlns:a16="http://schemas.microsoft.com/office/drawing/2014/main" id="{4EFBF6F0-A57B-4C9E-87F3-2D6E2A80EBCE}"/>
              </a:ext>
            </a:extLst>
          </p:cNvPr>
          <p:cNvSpPr>
            <a:spLocks xmlns:a="http://schemas.openxmlformats.org/drawingml/2006/main" noGrp="1"/>
          </p:cNvSpPr>
          <p:nvPr/>
        </p:nvSpPr>
        <p:spPr>
          <a:xfrm xmlns:a="http://schemas.openxmlformats.org/drawingml/2006/main">
            <a:off x="15801975" y="83439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71" name="dp45-v5-qa-detail / n71">
            <a:extLst xmlns:a="http://schemas.openxmlformats.org/drawingml/2006/main">
              <a:ext uri="{FF2B5EF4-FFF2-40B4-BE49-F238E27FC236}">
                <a16:creationId xmlns:a16="http://schemas.microsoft.com/office/drawing/2014/main" id="{8D7E5F5B-F35A-4F35-BD34-A6341807647F}"/>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2" name="dp45-v5-qa-detail / n72">
            <a:extLst xmlns:a="http://schemas.openxmlformats.org/drawingml/2006/main">
              <a:ext uri="{FF2B5EF4-FFF2-40B4-BE49-F238E27FC236}">
                <a16:creationId xmlns:a16="http://schemas.microsoft.com/office/drawing/2014/main" id="{1F4CE258-4504-426D-9A9C-29724C832C06}"/>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3" name="dp45-v5-qa-detail / n73">
            <a:extLst xmlns:a="http://schemas.openxmlformats.org/drawingml/2006/main">
              <a:ext uri="{FF2B5EF4-FFF2-40B4-BE49-F238E27FC236}">
                <a16:creationId xmlns:a16="http://schemas.microsoft.com/office/drawing/2014/main" id="{4E6BBC37-7531-483D-9E46-928038BB9780}"/>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4" name="dp45-v5-qa-detail / n74">
            <a:extLst xmlns:a="http://schemas.openxmlformats.org/drawingml/2006/main">
              <a:ext uri="{FF2B5EF4-FFF2-40B4-BE49-F238E27FC236}">
                <a16:creationId xmlns:a16="http://schemas.microsoft.com/office/drawing/2014/main" id="{4847B3DC-6409-4A9B-A6C5-5B96EDFEC352}"/>
              </a:ext>
            </a:extLst>
          </p:cNvPr>
          <p:cNvSpPr>
            <a:spLocks xmlns:a="http://schemas.openxmlformats.org/drawingml/2006/main" noGrp="1"/>
          </p:cNvSpPr>
          <p:nvPr/>
        </p:nvSpPr>
        <p:spPr>
          <a:xfrm xmlns:a="http://schemas.openxmlformats.org/drawingml/2006/main">
            <a:off x="381000" y="886777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과거 처리만 계산: A 3miss $0.00288, cache 1miss $0.00096 / B 4생산 $0.00608. 중복 청구는 제거한다.</a:t>
            </a:r>
          </a:p>
        </p:txBody>
      </p:sp>
      <p:sp>
        <p:nvSpPr>
          <p:cNvPr id="75" name="dp45-v5-qa-detail / n75">
            <a:extLst xmlns:a="http://schemas.openxmlformats.org/drawingml/2006/main">
              <a:ext uri="{FF2B5EF4-FFF2-40B4-BE49-F238E27FC236}">
                <a16:creationId xmlns:a16="http://schemas.microsoft.com/office/drawing/2014/main" id="{CC5F4406-D349-4B9F-BB34-E17F817417EB}"/>
              </a:ext>
            </a:extLst>
          </p:cNvPr>
          <p:cNvSpPr>
            <a:spLocks xmlns:a="http://schemas.openxmlformats.org/drawingml/2006/main" noGrp="1"/>
          </p:cNvSpPr>
          <p:nvPr/>
        </p:nvSpPr>
        <p:spPr>
          <a:xfrm xmlns:a="http://schemas.openxmlformats.org/drawingml/2006/main">
            <a:off x="381000" y="922972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P21 공통 비용 예산: 의미 $0.03472 + 신규 audio $0.24512 + 음성 Text $0.07200 = $0.35184. 잔여 $0.14816.</a:t>
            </a:r>
          </a:p>
        </p:txBody>
      </p:sp>
      <p:sp>
        <p:nvSpPr>
          <p:cNvPr id="76" name="dp45-v5-qa-detail / n76">
            <a:extLst xmlns:a="http://schemas.openxmlformats.org/drawingml/2006/main">
              <a:ext uri="{FF2B5EF4-FFF2-40B4-BE49-F238E27FC236}">
                <a16:creationId xmlns:a16="http://schemas.microsoft.com/office/drawing/2014/main" id="{32893C1C-8885-4CB4-B8E6-68BE246A46CC}"/>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이력 audio, 추가 생산, 재시도와 폐기는 실제 청구로 추가한다. 전체 후보값·보호 조건 확인 후 등급을 부여한다.</a:t>
            </a:r>
          </a:p>
        </p:txBody>
      </p:sp>
    </p:spTree>
    <p:extLst>
      <p:ext uri="{BB962C8B-B14F-4D97-AF65-F5344CB8AC3E}">
        <p14:creationId xmlns:p14="http://schemas.microsoft.com/office/powerpoint/2010/main" val="2078744682"/>
      </p:ext>
    </p:extLst>
  </p:cSld>
</p:sld>
</file>

<file path=ppt/slides/slide3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2-background">
    <p:bg>
      <p:bgPr>
        <a:solidFill>
          <a:srgbClr val="FFFFFF"/>
        </a:solidFill>
      </p:bgPr>
    </p:bg>
    <p:spTree>
      <p:nvGrpSpPr>
        <p:cNvPr id="1" name=""/>
        <p:cNvGrpSpPr/>
        <p:nvPr/>
      </p:nvGrpSpPr>
      <p:grpSpPr>
        <a:xfrm/>
      </p:grpSpPr>
      <p:sp>
        <p:nvSpPr>
          <p:cNvPr id="38" name="dp42-background / title / 1">
            <a:extLst>
              <a:ext uri="{FF2B5EF4-FFF2-40B4-BE49-F238E27FC236}">
                <ns2:creationId id="{37FDAAFD-5B0F-4220-94DC-2117D8CD4784}"/>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대화와 Task는</a:t>
            </a:r>
          </a:p>
        </p:txBody>
      </p:sp>
      <p:sp>
        <p:nvSpPr>
          <p:cNvPr id="2" name="dp42-background / title / 2">
            <a:extLst>
              <a:ext uri="{FF2B5EF4-FFF2-40B4-BE49-F238E27FC236}">
                <ns2:creationId id="{B729F88A-755D-40E6-BCA0-D6B6892F2370}"/>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서로 다른 시점에 시작하고 끝납니다</a:t>
            </a:r>
          </a:p>
        </p:txBody>
      </p:sp>
      <p:sp>
        <p:nvSpPr>
          <p:cNvPr id="3" name="dp42-background / request / 1">
            <a:extLst>
              <a:ext uri="{FF2B5EF4-FFF2-40B4-BE49-F238E27FC236}">
                <ns2:creationId id="{CDF1DC0F-302E-4441-A059-4FC4D42AC1D2}"/>
              </a:ext>
            </a:extLst>
          </p:cNvPr>
          <p:cNvSpPr>
            <a:spLocks noGrp="1"/>
          </p:cNvSpPr>
          <p:nvPr/>
        </p:nvSpPr>
        <p:spPr>
          <a:xfrm>
            <a:off x="904875" y="1962150"/>
            <a:ext cx="16573500" cy="437198"/>
          </a:xfrm>
          <a:prstGeom prst="rect">
            <a:avLst/>
          </a:prstGeom>
          <a:noFill/>
          <a:ln w="0">
            <a:noFill/>
          </a:ln>
        </p:spPr>
        <p:txBody>
          <a:bodyPr wrap="none" lIns="0" tIns="0" rIns="0" bIns="0" anchor="t">
            <a:noAutofit/>
          </a:bodyPr>
          <a:lstStyle/>
          <a:p>
            <a:pPr algn="l">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보고서를 맡기고 → 음성 연결을 잠시 끊고 → 다시 돌아와 결론을 수정</a:t>
            </a:r>
          </a:p>
        </p:txBody>
      </p:sp>
      <p:pic>
        <p:nvPicPr>
          <p:cNvPr id="41" name=""/>
          <p:cNvPicPr>
            <a:picLocks noChangeAspect="1"/>
          </p:cNvPicPr>
          <p:nvPr/>
        </p:nvPicPr>
        <p:blipFill>
          <a:blip r:embed="RviaBackgroundImage1"/>
          <a:srcRect l="0" t="9000" r="67000" b="12000"/>
          <a:stretch>
            <a:fillRect l="0" t="0" r="0" b="0"/>
          </a:stretch>
        </p:blipFill>
        <p:spPr>
          <a:xfrm>
            <a:off x="1595438" y="2590800"/>
            <a:ext cx="3095625" cy="2381250"/>
          </a:xfrm>
          <a:prstGeom prst="rect">
            <a:avLst/>
          </a:prstGeom>
        </p:spPr>
      </p:pic>
      <p:pic>
        <p:nvPicPr>
          <p:cNvPr id="42" name=""/>
          <p:cNvPicPr>
            <a:picLocks noChangeAspect="1"/>
          </p:cNvPicPr>
          <p:nvPr/>
        </p:nvPicPr>
        <p:blipFill>
          <a:blip r:embed="RviaBackgroundImage2"/>
          <a:srcRect l="34500" t="13000" r="34500" b="16000"/>
          <a:stretch>
            <a:fillRect l="0" t="0" r="0" b="0"/>
          </a:stretch>
        </p:blipFill>
        <p:spPr>
          <a:xfrm>
            <a:off x="7572375" y="2590800"/>
            <a:ext cx="3238500" cy="2381250"/>
          </a:xfrm>
          <a:prstGeom prst="rect">
            <a:avLst/>
          </a:prstGeom>
        </p:spPr>
      </p:pic>
      <p:pic>
        <p:nvPicPr>
          <p:cNvPr id="43" name=""/>
          <p:cNvPicPr>
            <a:picLocks noChangeAspect="1"/>
          </p:cNvPicPr>
          <p:nvPr/>
        </p:nvPicPr>
        <p:blipFill>
          <a:blip r:embed="RviaBackgroundImage3"/>
          <a:srcRect l="67000" t="9000" r="0" b="12000"/>
          <a:stretch>
            <a:fillRect l="0" t="0" r="0" b="0"/>
          </a:stretch>
        </p:blipFill>
        <p:spPr>
          <a:xfrm>
            <a:off x="13596938" y="2590800"/>
            <a:ext cx="3095625" cy="2381250"/>
          </a:xfrm>
          <a:prstGeom prst="rect">
            <a:avLst/>
          </a:prstGeom>
        </p:spPr>
      </p:pic>
      <p:sp>
        <p:nvSpPr>
          <p:cNvPr id="7" name="dp42-background / participant 0 / 1">
            <a:extLst>
              <a:ext uri="{FF2B5EF4-FFF2-40B4-BE49-F238E27FC236}">
                <ns2:creationId id="{E23FA07F-A0F8-41B8-BC39-3CBDBCFEB8D3}"/>
              </a:ext>
            </a:extLst>
          </p:cNvPr>
          <p:cNvSpPr>
            <a:spLocks noGrp="1"/>
          </p:cNvSpPr>
          <p:nvPr/>
        </p:nvSpPr>
        <p:spPr>
          <a:xfrm>
            <a:off x="523875" y="51625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보고서 작성 Request</a:t>
            </a:r>
          </a:p>
        </p:txBody>
      </p:sp>
      <p:sp>
        <p:nvSpPr>
          <p:cNvPr id="8" name="dp42-background / participant 1 / 1">
            <a:extLst>
              <a:ext uri="{FF2B5EF4-FFF2-40B4-BE49-F238E27FC236}">
                <ns2:creationId id="{3C137E82-836D-48C8-8885-9E4C5C736BA1}"/>
              </a:ext>
            </a:extLst>
          </p:cNvPr>
          <p:cNvSpPr>
            <a:spLocks noGrp="1"/>
          </p:cNvSpPr>
          <p:nvPr/>
        </p:nvSpPr>
        <p:spPr>
          <a:xfrm>
            <a:off x="6572250" y="51625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음성 연결을 잠시 종료</a:t>
            </a:r>
          </a:p>
        </p:txBody>
      </p:sp>
      <p:sp>
        <p:nvSpPr>
          <p:cNvPr id="9" name="dp42-background / participant 2 / 1">
            <a:extLst>
              <a:ext uri="{FF2B5EF4-FFF2-40B4-BE49-F238E27FC236}">
                <ns2:creationId id="{B4D1ED03-78CF-4BB1-AE8A-8B8343BA433D}"/>
              </a:ext>
            </a:extLst>
          </p:cNvPr>
          <p:cNvSpPr>
            <a:spLocks noGrp="1"/>
          </p:cNvSpPr>
          <p:nvPr/>
        </p:nvSpPr>
        <p:spPr>
          <a:xfrm>
            <a:off x="12525375" y="51625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완료된 보고서 수정 Request</a:t>
            </a:r>
          </a:p>
        </p:txBody>
      </p:sp>
      <p:sp>
        <p:nvSpPr>
          <p:cNvPr id="10" name="dp42-background / first-request / 1">
            <a:extLst>
              <a:ext uri="{FF2B5EF4-FFF2-40B4-BE49-F238E27FC236}">
                <ns2:creationId id="{48CAFF01-D417-4537-A981-6759C27960BB}"/>
              </a:ext>
            </a:extLst>
          </p:cNvPr>
          <p:cNvSpPr>
            <a:spLocks noGrp="1"/>
          </p:cNvSpPr>
          <p:nvPr/>
        </p:nvSpPr>
        <p:spPr>
          <a:xfrm>
            <a:off x="523875"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“이 자료로 보고서를 만들어줘.”</a:t>
            </a:r>
          </a:p>
        </p:txBody>
      </p:sp>
      <p:sp>
        <p:nvSpPr>
          <p:cNvPr id="11" name="dp42-background / connection-ended / 1">
            <a:extLst>
              <a:ext uri="{FF2B5EF4-FFF2-40B4-BE49-F238E27FC236}">
                <ns2:creationId id="{B75E7FEB-E06C-4D09-BCF9-4CF00BA10F0E}"/>
              </a:ext>
            </a:extLst>
          </p:cNvPr>
          <p:cNvSpPr>
            <a:spLocks noGrp="1"/>
          </p:cNvSpPr>
          <p:nvPr/>
        </p:nvSpPr>
        <p:spPr>
          <a:xfrm>
            <a:off x="6572250"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보고서 Task는 계속 진행</a:t>
            </a:r>
          </a:p>
        </p:txBody>
      </p:sp>
      <p:sp>
        <p:nvSpPr>
          <p:cNvPr id="12" name="dp42-background / revision / 1">
            <a:extLst>
              <a:ext uri="{FF2B5EF4-FFF2-40B4-BE49-F238E27FC236}">
                <ns2:creationId id="{F54A4FA4-65ED-4B70-A9C7-5B28E2C29516}"/>
              </a:ext>
            </a:extLst>
          </p:cNvPr>
          <p:cNvSpPr>
            <a:spLocks noGrp="1"/>
          </p:cNvSpPr>
          <p:nvPr/>
        </p:nvSpPr>
        <p:spPr>
          <a:xfrm>
            <a:off x="12525375"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“결론 부분만 짧게 바꿔줘.”</a:t>
            </a:r>
          </a:p>
        </p:txBody>
      </p:sp>
      <p:sp>
        <p:nvSpPr>
          <p:cNvPr id="13" name="dp42-background / row 음성 연결 / 1">
            <a:extLst>
              <a:ext uri="{FF2B5EF4-FFF2-40B4-BE49-F238E27FC236}">
                <ns2:creationId id="{72CFC0F1-CCF1-4977-A1FA-BB554657F4A8}"/>
              </a:ext>
            </a:extLst>
          </p:cNvPr>
          <p:cNvSpPr>
            <a:spLocks noGrp="1"/>
          </p:cNvSpPr>
          <p:nvPr/>
        </p:nvSpPr>
        <p:spPr>
          <a:xfrm>
            <a:off x="809625" y="6562725"/>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음성 연결</a:t>
            </a:r>
          </a:p>
        </p:txBody>
      </p:sp>
      <p:sp>
        <p:nvSpPr>
          <p:cNvPr id="14" name="dp42-background / baseline 음성 연결">
            <a:extLst>
              <a:ext uri="{FF2B5EF4-FFF2-40B4-BE49-F238E27FC236}">
                <ns2:creationId id="{1F283908-EA79-41BE-A3B7-1DB45E9DD809}"/>
              </a:ext>
            </a:extLst>
          </p:cNvPr>
          <p:cNvSpPr>
            <a:spLocks noGrp="1"/>
          </p:cNvSpPr>
          <p:nvPr/>
        </p:nvSpPr>
        <p:spPr>
          <a:xfrm>
            <a:off x="4429125" y="6724650"/>
            <a:ext cx="12620625" cy="953"/>
          </a:xfrm>
          <a:custGeom>
            <a:pathLst>
              <a:path w="12620625" h="953">
                <a:moveTo>
                  <a:pt x="0" y="0"/>
                </a:moveTo>
                <a:lnTo>
                  <a:pt x="12620625" y="0"/>
                </a:lnTo>
              </a:path>
            </a:pathLst>
          </a:custGeom>
          <a:noFill/>
          <a:ln w="10478">
            <a:solidFill>
              <a:srgbClr val="CDD7DA"/>
            </a:solidFill>
            <a:prstDash val="dash"/>
          </a:ln>
        </p:spPr>
      </p:sp>
      <p:sp>
        <p:nvSpPr>
          <p:cNvPr id="15" name="dp42-background / row 개별 요청 처리 / 1">
            <a:extLst>
              <a:ext uri="{FF2B5EF4-FFF2-40B4-BE49-F238E27FC236}">
                <ns2:creationId id="{629B7755-69AF-4522-9F41-7ED3F572645E}"/>
              </a:ext>
            </a:extLst>
          </p:cNvPr>
          <p:cNvSpPr>
            <a:spLocks noGrp="1"/>
          </p:cNvSpPr>
          <p:nvPr/>
        </p:nvSpPr>
        <p:spPr>
          <a:xfrm>
            <a:off x="809625" y="7105650"/>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개별 Request 처리</a:t>
            </a:r>
          </a:p>
        </p:txBody>
      </p:sp>
      <p:sp>
        <p:nvSpPr>
          <p:cNvPr id="16" name="dp42-background / baseline 개별 요청 처리">
            <a:extLst>
              <a:ext uri="{FF2B5EF4-FFF2-40B4-BE49-F238E27FC236}">
                <ns2:creationId id="{DBFACE34-3706-4EDF-A3F1-1DA38040E0FB}"/>
              </a:ext>
            </a:extLst>
          </p:cNvPr>
          <p:cNvSpPr>
            <a:spLocks noGrp="1"/>
          </p:cNvSpPr>
          <p:nvPr/>
        </p:nvSpPr>
        <p:spPr>
          <a:xfrm>
            <a:off x="4429125" y="7267575"/>
            <a:ext cx="12620625" cy="953"/>
          </a:xfrm>
          <a:custGeom>
            <a:pathLst>
              <a:path w="12620625" h="953">
                <a:moveTo>
                  <a:pt x="0" y="0"/>
                </a:moveTo>
                <a:lnTo>
                  <a:pt x="12620625" y="0"/>
                </a:lnTo>
              </a:path>
            </a:pathLst>
          </a:custGeom>
          <a:noFill/>
          <a:ln w="10478">
            <a:solidFill>
              <a:srgbClr val="CDD7DA"/>
            </a:solidFill>
            <a:prstDash val="dash"/>
          </a:ln>
        </p:spPr>
      </p:sp>
      <p:sp>
        <p:nvSpPr>
          <p:cNvPr id="17" name="dp42-background / row 보고서 업무 이력 / 1">
            <a:extLst>
              <a:ext uri="{FF2B5EF4-FFF2-40B4-BE49-F238E27FC236}">
                <ns2:creationId id="{F04B502D-7A5A-4997-A93D-8DACCA2CD748}"/>
              </a:ext>
            </a:extLst>
          </p:cNvPr>
          <p:cNvSpPr>
            <a:spLocks noGrp="1"/>
          </p:cNvSpPr>
          <p:nvPr/>
        </p:nvSpPr>
        <p:spPr>
          <a:xfrm>
            <a:off x="809625" y="7648575"/>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보고서 Task 이력</a:t>
            </a:r>
          </a:p>
        </p:txBody>
      </p:sp>
      <p:sp>
        <p:nvSpPr>
          <p:cNvPr id="18" name="dp42-background / baseline 보고서 업무 이력">
            <a:extLst>
              <a:ext uri="{FF2B5EF4-FFF2-40B4-BE49-F238E27FC236}">
                <ns2:creationId id="{48EB61FD-3000-479A-87C0-BB7466DAFB99}"/>
              </a:ext>
            </a:extLst>
          </p:cNvPr>
          <p:cNvSpPr>
            <a:spLocks noGrp="1"/>
          </p:cNvSpPr>
          <p:nvPr/>
        </p:nvSpPr>
        <p:spPr>
          <a:xfrm>
            <a:off x="4429125" y="7810500"/>
            <a:ext cx="12620625" cy="953"/>
          </a:xfrm>
          <a:custGeom>
            <a:pathLst>
              <a:path w="12620625" h="953">
                <a:moveTo>
                  <a:pt x="0" y="0"/>
                </a:moveTo>
                <a:lnTo>
                  <a:pt x="12620625" y="0"/>
                </a:lnTo>
              </a:path>
            </a:pathLst>
          </a:custGeom>
          <a:noFill/>
          <a:ln w="10478">
            <a:solidFill>
              <a:srgbClr val="CDD7DA"/>
            </a:solidFill>
            <a:prstDash val="dash"/>
          </a:ln>
        </p:spPr>
      </p:sp>
      <p:sp>
        <p:nvSpPr>
          <p:cNvPr id="19" name="dp42-background / row Agent의 실제 실행 / 1">
            <a:extLst>
              <a:ext uri="{FF2B5EF4-FFF2-40B4-BE49-F238E27FC236}">
                <ns2:creationId id="{4BB2548F-E530-4B88-823C-14AF4CC9F93A}"/>
              </a:ext>
            </a:extLst>
          </p:cNvPr>
          <p:cNvSpPr>
            <a:spLocks noGrp="1"/>
          </p:cNvSpPr>
          <p:nvPr/>
        </p:nvSpPr>
        <p:spPr>
          <a:xfrm>
            <a:off x="809625" y="8191500"/>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Agent의 실제 실행</a:t>
            </a:r>
          </a:p>
        </p:txBody>
      </p:sp>
      <p:sp>
        <p:nvSpPr>
          <p:cNvPr id="20" name="dp42-background / baseline Agent의 실제 실행">
            <a:extLst>
              <a:ext uri="{FF2B5EF4-FFF2-40B4-BE49-F238E27FC236}">
                <ns2:creationId id="{8BCA3FC4-337A-4EB7-8772-5201166DB6EC}"/>
              </a:ext>
            </a:extLst>
          </p:cNvPr>
          <p:cNvSpPr>
            <a:spLocks noGrp="1"/>
          </p:cNvSpPr>
          <p:nvPr/>
        </p:nvSpPr>
        <p:spPr>
          <a:xfrm>
            <a:off x="4429125" y="8353425"/>
            <a:ext cx="12620625" cy="953"/>
          </a:xfrm>
          <a:custGeom>
            <a:pathLst>
              <a:path w="12620625" h="953">
                <a:moveTo>
                  <a:pt x="0" y="0"/>
                </a:moveTo>
                <a:lnTo>
                  <a:pt x="12620625" y="0"/>
                </a:lnTo>
              </a:path>
            </a:pathLst>
          </a:custGeom>
          <a:noFill/>
          <a:ln w="10478">
            <a:solidFill>
              <a:srgbClr val="CDD7DA"/>
            </a:solidFill>
            <a:prstDash val="dash"/>
          </a:ln>
        </p:spPr>
      </p:sp>
      <p:sp>
        <p:nvSpPr>
          <p:cNvPr id="21" name="dp42-background / voice-first">
            <a:extLst>
              <a:ext uri="{FF2B5EF4-FFF2-40B4-BE49-F238E27FC236}">
                <ns2:creationId id="{185B9781-6D9F-4EA7-B0F1-F8127EF0966A}"/>
              </a:ext>
            </a:extLst>
          </p:cNvPr>
          <p:cNvSpPr>
            <a:spLocks noGrp="1"/>
          </p:cNvSpPr>
          <p:nvPr/>
        </p:nvSpPr>
        <p:spPr>
          <a:xfrm>
            <a:off x="4429125" y="6724650"/>
            <a:ext cx="2381250" cy="953"/>
          </a:xfrm>
          <a:custGeom>
            <a:pathLst>
              <a:path w="2381250" h="953">
                <a:moveTo>
                  <a:pt x="0" y="0"/>
                </a:moveTo>
                <a:lnTo>
                  <a:pt x="2381250" y="0"/>
                </a:lnTo>
              </a:path>
            </a:pathLst>
          </a:custGeom>
          <a:noFill/>
          <a:ln w="38100">
            <a:solidFill>
              <a:srgbClr val="397C80"/>
            </a:solidFill>
            <a:prstDash val="solid"/>
          </a:ln>
        </p:spPr>
      </p:sp>
      <p:sp>
        <p:nvSpPr>
          <p:cNvPr id="22" name="dp42-background / voice-return">
            <a:extLst>
              <a:ext uri="{FF2B5EF4-FFF2-40B4-BE49-F238E27FC236}">
                <ns2:creationId id="{AA752ACB-7B8E-4BB6-B88B-1E3A24685620}"/>
              </a:ext>
            </a:extLst>
          </p:cNvPr>
          <p:cNvSpPr>
            <a:spLocks noGrp="1"/>
          </p:cNvSpPr>
          <p:nvPr/>
        </p:nvSpPr>
        <p:spPr>
          <a:xfrm>
            <a:off x="13001625" y="6724650"/>
            <a:ext cx="4048125" cy="953"/>
          </a:xfrm>
          <a:custGeom>
            <a:pathLst>
              <a:path w="4048125" h="953">
                <a:moveTo>
                  <a:pt x="0" y="0"/>
                </a:moveTo>
                <a:lnTo>
                  <a:pt x="4048125" y="0"/>
                </a:lnTo>
              </a:path>
            </a:pathLst>
          </a:custGeom>
          <a:noFill/>
          <a:ln w="38100">
            <a:solidFill>
              <a:srgbClr val="397C80"/>
            </a:solidFill>
            <a:prstDash val="solid"/>
          </a:ln>
        </p:spPr>
      </p:sp>
      <p:sp>
        <p:nvSpPr>
          <p:cNvPr id="23" name="dp42-background / voice-off / 1">
            <a:extLst>
              <a:ext uri="{FF2B5EF4-FFF2-40B4-BE49-F238E27FC236}">
                <ns2:creationId id="{8FF0E6F2-B30A-4686-9EFC-026062A722AC}"/>
              </a:ext>
            </a:extLst>
          </p:cNvPr>
          <p:cNvSpPr>
            <a:spLocks noGrp="1"/>
          </p:cNvSpPr>
          <p:nvPr/>
        </p:nvSpPr>
        <p:spPr>
          <a:xfrm>
            <a:off x="8191500" y="6467475"/>
            <a:ext cx="3095625" cy="308610"/>
          </a:xfrm>
          <a:prstGeom prst="rect">
            <a:avLst/>
          </a:prstGeom>
          <a:noFill/>
          <a:ln w="0">
            <a:noFill/>
          </a:ln>
        </p:spPr>
        <p:txBody>
          <a:bodyPr wrap="none" lIns="0" tIns="0" rIns="0" bIns="0" anchor="t">
            <a:noAutofit/>
          </a:bodyPr>
          <a:lstStyle/>
          <a:p>
            <a:pPr algn="ctr">
              <a:defRPr sz="1800" b="0">
                <a:solidFill>
                  <a:srgbClr val="66777D"/>
                </a:solidFill>
                <a:latin typeface="Apple SD Gothic Neo"/>
                <a:ea typeface="Apple SD Gothic Neo"/>
                <a:cs typeface="Apple SD Gothic Neo"/>
              </a:defRPr>
            </a:pPr>
            <a:r>
              <a:rPr sz="1800" b="0">
                <a:solidFill>
                  <a:srgbClr val="66777D"/>
                </a:solidFill>
                <a:latin typeface="Apple SD Gothic Neo"/>
                <a:ea typeface="Apple SD Gothic Neo"/>
                <a:cs typeface="Apple SD Gothic Neo"/>
              </a:rPr>
              <a:t>연결 없음</a:t>
            </a:r>
          </a:p>
        </p:txBody>
      </p:sp>
      <p:sp>
        <p:nvSpPr>
          <p:cNvPr id="24" name="dp42-background / request-one">
            <a:extLst>
              <a:ext uri="{FF2B5EF4-FFF2-40B4-BE49-F238E27FC236}">
                <ns2:creationId id="{29DECE25-56B8-4564-A4C0-277601D3FE37}"/>
              </a:ext>
            </a:extLst>
          </p:cNvPr>
          <p:cNvSpPr>
            <a:spLocks noGrp="1"/>
          </p:cNvSpPr>
          <p:nvPr/>
        </p:nvSpPr>
        <p:spPr>
          <a:xfrm>
            <a:off x="4429125" y="7267575"/>
            <a:ext cx="1762125" cy="953"/>
          </a:xfrm>
          <a:custGeom>
            <a:pathLst>
              <a:path w="1762125" h="953">
                <a:moveTo>
                  <a:pt x="0" y="0"/>
                </a:moveTo>
                <a:lnTo>
                  <a:pt x="1762125" y="0"/>
                </a:lnTo>
              </a:path>
            </a:pathLst>
          </a:custGeom>
          <a:noFill/>
          <a:ln w="38100">
            <a:solidFill>
              <a:srgbClr val="397C80"/>
            </a:solidFill>
            <a:prstDash val="solid"/>
          </a:ln>
        </p:spPr>
      </p:sp>
      <p:sp>
        <p:nvSpPr>
          <p:cNvPr id="25" name="dp42-background / request-two">
            <a:extLst>
              <a:ext uri="{FF2B5EF4-FFF2-40B4-BE49-F238E27FC236}">
                <ns2:creationId id="{28789A24-B964-4B25-8179-18C52FAC046B}"/>
              </a:ext>
            </a:extLst>
          </p:cNvPr>
          <p:cNvSpPr>
            <a:spLocks noGrp="1"/>
          </p:cNvSpPr>
          <p:nvPr/>
        </p:nvSpPr>
        <p:spPr>
          <a:xfrm>
            <a:off x="13001625" y="7267575"/>
            <a:ext cx="2714625" cy="953"/>
          </a:xfrm>
          <a:custGeom>
            <a:pathLst>
              <a:path w="2714625" h="953">
                <a:moveTo>
                  <a:pt x="0" y="0"/>
                </a:moveTo>
                <a:lnTo>
                  <a:pt x="2714625" y="0"/>
                </a:lnTo>
              </a:path>
            </a:pathLst>
          </a:custGeom>
          <a:noFill/>
          <a:ln w="38100">
            <a:solidFill>
              <a:srgbClr val="397C80"/>
            </a:solidFill>
            <a:prstDash val="solid"/>
          </a:ln>
        </p:spPr>
      </p:sp>
      <p:sp>
        <p:nvSpPr>
          <p:cNvPr id="26" name="dp42-background / request-one-label / 1">
            <a:extLst>
              <a:ext uri="{FF2B5EF4-FFF2-40B4-BE49-F238E27FC236}">
                <ns2:creationId id="{D56CC3AF-4140-4237-9685-2EB0128D30CE}"/>
              </a:ext>
            </a:extLst>
          </p:cNvPr>
          <p:cNvSpPr>
            <a:spLocks noGrp="1"/>
          </p:cNvSpPr>
          <p:nvPr/>
        </p:nvSpPr>
        <p:spPr>
          <a:xfrm>
            <a:off x="4381500" y="7000875"/>
            <a:ext cx="1905000" cy="295751"/>
          </a:xfrm>
          <a:prstGeom prst="rect">
            <a:avLst/>
          </a:prstGeom>
          <a:noFill/>
          <a:ln w="0">
            <a:noFill/>
          </a:ln>
        </p:spPr>
        <p:txBody>
          <a:bodyPr wrap="none" lIns="0" tIns="0" rIns="0" bIns="0" anchor="t">
            <a:noAutofit/>
          </a:bodyPr>
          <a:lstStyle/>
          <a:p>
            <a:pPr algn="ctr">
              <a:defRPr sz="1725" b="0">
                <a:solidFill>
                  <a:srgbClr val="397C80"/>
                </a:solidFill>
                <a:latin typeface="Apple SD Gothic Neo"/>
                <a:ea typeface="Apple SD Gothic Neo"/>
                <a:cs typeface="Apple SD Gothic Neo"/>
              </a:defRPr>
            </a:pPr>
            <a:r>
              <a:rPr sz="1725" b="0">
                <a:solidFill>
                  <a:srgbClr val="397C80"/>
                </a:solidFill>
                <a:latin typeface="Apple SD Gothic Neo"/>
                <a:ea typeface="Apple SD Gothic Neo"/>
                <a:cs typeface="Apple SD Gothic Neo"/>
              </a:rPr>
              <a:t>위임 Request 처리</a:t>
            </a:r>
          </a:p>
        </p:txBody>
      </p:sp>
      <p:sp>
        <p:nvSpPr>
          <p:cNvPr id="27" name="dp42-background / request-two-label / 1">
            <a:extLst>
              <a:ext uri="{FF2B5EF4-FFF2-40B4-BE49-F238E27FC236}">
                <ns2:creationId id="{407A0982-4447-4681-960D-BF8B0E065C25}"/>
              </a:ext>
            </a:extLst>
          </p:cNvPr>
          <p:cNvSpPr>
            <a:spLocks noGrp="1"/>
          </p:cNvSpPr>
          <p:nvPr/>
        </p:nvSpPr>
        <p:spPr>
          <a:xfrm>
            <a:off x="13001625" y="7000875"/>
            <a:ext cx="2714625" cy="295751"/>
          </a:xfrm>
          <a:prstGeom prst="rect">
            <a:avLst/>
          </a:prstGeom>
          <a:noFill/>
          <a:ln w="0">
            <a:noFill/>
          </a:ln>
        </p:spPr>
        <p:txBody>
          <a:bodyPr wrap="none" lIns="0" tIns="0" rIns="0" bIns="0" anchor="t">
            <a:noAutofit/>
          </a:bodyPr>
          <a:lstStyle/>
          <a:p>
            <a:pPr algn="ctr">
              <a:defRPr sz="1725" b="0">
                <a:solidFill>
                  <a:srgbClr val="397C80"/>
                </a:solidFill>
                <a:latin typeface="Apple SD Gothic Neo"/>
                <a:ea typeface="Apple SD Gothic Neo"/>
                <a:cs typeface="Apple SD Gothic Neo"/>
              </a:defRPr>
            </a:pPr>
            <a:r>
              <a:rPr sz="1725" b="0">
                <a:solidFill>
                  <a:srgbClr val="397C80"/>
                </a:solidFill>
                <a:latin typeface="Apple SD Gothic Neo"/>
                <a:ea typeface="Apple SD Gothic Neo"/>
                <a:cs typeface="Apple SD Gothic Neo"/>
              </a:rPr>
              <a:t>수정 Request 처리</a:t>
            </a:r>
          </a:p>
        </p:txBody>
      </p:sp>
      <p:sp>
        <p:nvSpPr>
          <p:cNvPr id="28" name="dp42-background / task-history">
            <a:extLst>
              <a:ext uri="{FF2B5EF4-FFF2-40B4-BE49-F238E27FC236}">
                <ns2:creationId id="{E75DC90F-DAF2-4C8E-BE54-DE7D7D06ED0B}"/>
              </a:ext>
            </a:extLst>
          </p:cNvPr>
          <p:cNvSpPr>
            <a:spLocks noGrp="1"/>
          </p:cNvSpPr>
          <p:nvPr/>
        </p:nvSpPr>
        <p:spPr>
          <a:xfrm>
            <a:off x="4429125" y="7810500"/>
            <a:ext cx="12620625" cy="953"/>
          </a:xfrm>
          <a:custGeom>
            <a:pathLst>
              <a:path w="12620625" h="953">
                <a:moveTo>
                  <a:pt x="0" y="0"/>
                </a:moveTo>
                <a:lnTo>
                  <a:pt x="12620625" y="0"/>
                </a:lnTo>
              </a:path>
            </a:pathLst>
          </a:custGeom>
          <a:noFill/>
          <a:ln w="38100">
            <a:solidFill>
              <a:srgbClr val="397C80"/>
            </a:solidFill>
            <a:prstDash val="solid"/>
          </a:ln>
        </p:spPr>
      </p:sp>
      <p:sp>
        <p:nvSpPr>
          <p:cNvPr id="29" name="dp42-background / task-record / 1">
            <a:extLst>
              <a:ext uri="{FF2B5EF4-FFF2-40B4-BE49-F238E27FC236}">
                <ns2:creationId id="{BAC2511F-35A9-41BA-B9F2-8AD4B897DB31}"/>
              </a:ext>
            </a:extLst>
          </p:cNvPr>
          <p:cNvSpPr>
            <a:spLocks noGrp="1"/>
          </p:cNvSpPr>
          <p:nvPr/>
        </p:nvSpPr>
        <p:spPr>
          <a:xfrm>
            <a:off x="6953250" y="7543800"/>
            <a:ext cx="8953500" cy="308610"/>
          </a:xfrm>
          <a:prstGeom prst="rect">
            <a:avLst/>
          </a:prstGeom>
          <a:noFill/>
          <a:ln w="0">
            <a:noFill/>
          </a:ln>
        </p:spPr>
        <p:txBody>
          <a:bodyPr wrap="none" lIns="0" tIns="0" rIns="0" bIns="0" anchor="t">
            <a:noAutofit/>
          </a:bodyPr>
          <a:lstStyle/>
          <a:p>
            <a:pPr algn="ctr">
              <a:defRPr sz="1800" b="0">
                <a:solidFill>
                  <a:srgbClr val="397C80"/>
                </a:solidFill>
                <a:latin typeface="Apple SD Gothic Neo"/>
                <a:ea typeface="Apple SD Gothic Neo"/>
                <a:cs typeface="Apple SD Gothic Neo"/>
              </a:defRPr>
            </a:pPr>
            <a:r>
              <a:rPr sz="1800" b="0">
                <a:solidFill>
                  <a:srgbClr val="397C80"/>
                </a:solidFill>
                <a:latin typeface="Apple SD Gothic Neo"/>
                <a:ea typeface="Apple SD Gothic Neo"/>
                <a:cs typeface="Apple SD Gothic Neo"/>
              </a:rPr>
              <a:t>같은 보고서의 Task, 결과, 정정 이력을 유지</a:t>
            </a:r>
          </a:p>
        </p:txBody>
      </p:sp>
      <p:sp>
        <p:nvSpPr>
          <p:cNvPr id="30" name="dp42-background / write-execution">
            <a:extLst>
              <a:ext uri="{FF2B5EF4-FFF2-40B4-BE49-F238E27FC236}">
                <ns2:creationId id="{99304BD3-6851-4624-BD63-C82F9D964B16}"/>
              </a:ext>
            </a:extLst>
          </p:cNvPr>
          <p:cNvSpPr>
            <a:spLocks noGrp="1"/>
          </p:cNvSpPr>
          <p:nvPr/>
        </p:nvSpPr>
        <p:spPr>
          <a:xfrm>
            <a:off x="5286375" y="8353425"/>
            <a:ext cx="5429250" cy="953"/>
          </a:xfrm>
          <a:custGeom>
            <a:pathLst>
              <a:path w="5429250" h="953">
                <a:moveTo>
                  <a:pt x="0" y="0"/>
                </a:moveTo>
                <a:lnTo>
                  <a:pt x="5429250" y="0"/>
                </a:lnTo>
              </a:path>
            </a:pathLst>
          </a:custGeom>
          <a:noFill/>
          <a:ln w="38100">
            <a:solidFill>
              <a:srgbClr val="A56237"/>
            </a:solidFill>
            <a:prstDash val="solid"/>
          </a:ln>
        </p:spPr>
      </p:sp>
      <p:sp>
        <p:nvSpPr>
          <p:cNvPr id="31" name="dp42-background / revise-execution">
            <a:extLst>
              <a:ext uri="{FF2B5EF4-FFF2-40B4-BE49-F238E27FC236}">
                <ns2:creationId id="{3A618855-E9BE-4EB6-8DEF-463319E47E75}"/>
              </a:ext>
            </a:extLst>
          </p:cNvPr>
          <p:cNvSpPr>
            <a:spLocks noGrp="1"/>
          </p:cNvSpPr>
          <p:nvPr/>
        </p:nvSpPr>
        <p:spPr>
          <a:xfrm>
            <a:off x="14097000" y="8353425"/>
            <a:ext cx="2952750" cy="953"/>
          </a:xfrm>
          <a:custGeom>
            <a:pathLst>
              <a:path w="2952750" h="953">
                <a:moveTo>
                  <a:pt x="0" y="0"/>
                </a:moveTo>
                <a:lnTo>
                  <a:pt x="2952750" y="0"/>
                </a:lnTo>
              </a:path>
            </a:pathLst>
          </a:custGeom>
          <a:noFill/>
          <a:ln w="38100">
            <a:solidFill>
              <a:srgbClr val="A56237"/>
            </a:solidFill>
            <a:prstDash val="solid"/>
          </a:ln>
        </p:spPr>
      </p:sp>
      <p:sp>
        <p:nvSpPr>
          <p:cNvPr id="32" name="dp42-background / write-label / 1">
            <a:extLst>
              <a:ext uri="{FF2B5EF4-FFF2-40B4-BE49-F238E27FC236}">
                <ns2:creationId id="{B2F26442-1B03-4AF0-80A8-072F9280AE38}"/>
              </a:ext>
            </a:extLst>
          </p:cNvPr>
          <p:cNvSpPr>
            <a:spLocks noGrp="1"/>
          </p:cNvSpPr>
          <p:nvPr/>
        </p:nvSpPr>
        <p:spPr>
          <a:xfrm>
            <a:off x="6191250" y="8086725"/>
            <a:ext cx="3810000" cy="308610"/>
          </a:xfrm>
          <a:prstGeom prst="rect">
            <a:avLst/>
          </a:prstGeom>
          <a:noFill/>
          <a:ln w="0">
            <a:noFill/>
          </a:ln>
        </p:spPr>
        <p:txBody>
          <a:bodyPr wrap="none" lIns="0" tIns="0" rIns="0" bIns="0" anchor="t">
            <a:noAutofit/>
          </a:bodyPr>
          <a:lstStyle/>
          <a:p>
            <a:pPr algn="ctr">
              <a:defRPr sz="1800" b="0">
                <a:solidFill>
                  <a:srgbClr val="A56237"/>
                </a:solidFill>
                <a:latin typeface="Apple SD Gothic Neo"/>
                <a:ea typeface="Apple SD Gothic Neo"/>
                <a:cs typeface="Apple SD Gothic Neo"/>
              </a:defRPr>
            </a:pPr>
            <a:r>
              <a:rPr sz="1800" b="0">
                <a:solidFill>
                  <a:srgbClr val="A56237"/>
                </a:solidFill>
                <a:latin typeface="Apple SD Gothic Neo"/>
                <a:ea typeface="Apple SD Gothic Neo"/>
                <a:cs typeface="Apple SD Gothic Neo"/>
              </a:rPr>
              <a:t>보고서 작성 실행</a:t>
            </a:r>
          </a:p>
        </p:txBody>
      </p:sp>
      <p:sp>
        <p:nvSpPr>
          <p:cNvPr id="33" name="dp42-background / revise-label / 1">
            <a:extLst>
              <a:ext uri="{FF2B5EF4-FFF2-40B4-BE49-F238E27FC236}">
                <ns2:creationId id="{F7F7B9F8-E098-4522-BBBE-6268DEBD874F}"/>
              </a:ext>
            </a:extLst>
          </p:cNvPr>
          <p:cNvSpPr>
            <a:spLocks noGrp="1"/>
          </p:cNvSpPr>
          <p:nvPr/>
        </p:nvSpPr>
        <p:spPr>
          <a:xfrm>
            <a:off x="14097000" y="8086725"/>
            <a:ext cx="2952750" cy="308610"/>
          </a:xfrm>
          <a:prstGeom prst="rect">
            <a:avLst/>
          </a:prstGeom>
          <a:noFill/>
          <a:ln w="0">
            <a:noFill/>
          </a:ln>
        </p:spPr>
        <p:txBody>
          <a:bodyPr wrap="none" lIns="0" tIns="0" rIns="0" bIns="0" anchor="t">
            <a:noAutofit/>
          </a:bodyPr>
          <a:lstStyle/>
          <a:p>
            <a:pPr algn="ctr">
              <a:defRPr sz="1800" b="0">
                <a:solidFill>
                  <a:srgbClr val="A56237"/>
                </a:solidFill>
                <a:latin typeface="Apple SD Gothic Neo"/>
                <a:ea typeface="Apple SD Gothic Neo"/>
                <a:cs typeface="Apple SD Gothic Neo"/>
              </a:defRPr>
            </a:pPr>
            <a:r>
              <a:rPr sz="1800" b="0">
                <a:solidFill>
                  <a:srgbClr val="A56237"/>
                </a:solidFill>
                <a:latin typeface="Apple SD Gothic Neo"/>
                <a:ea typeface="Apple SD Gothic Neo"/>
                <a:cs typeface="Apple SD Gothic Neo"/>
              </a:rPr>
              <a:t>보고서 수정 실행</a:t>
            </a:r>
          </a:p>
        </p:txBody>
      </p:sp>
      <p:sp>
        <p:nvSpPr>
          <p:cNvPr id="34" name="dp42-background / user-benefit / 1">
            <a:extLst>
              <a:ext uri="{FF2B5EF4-FFF2-40B4-BE49-F238E27FC236}">
                <ns2:creationId id="{B26FCDF5-539B-4C14-94B4-44C3E94202AE}"/>
              </a:ext>
            </a:extLst>
          </p:cNvPr>
          <p:cNvSpPr>
            <a:spLocks noGrp="1"/>
          </p:cNvSpPr>
          <p:nvPr/>
        </p:nvSpPr>
        <p:spPr>
          <a:xfrm>
            <a:off x="904875" y="8696325"/>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다시 돌아와, 이미 맡긴 보고서의 결과를 확인하고 수정을 이어갑니다</a:t>
            </a:r>
          </a:p>
        </p:txBody>
      </p:sp>
      <p:sp>
        <p:nvSpPr>
          <p:cNvPr id="35" name="dp42-background / challenge-divider">
            <a:extLst>
              <a:ext uri="{FF2B5EF4-FFF2-40B4-BE49-F238E27FC236}">
                <ns2:creationId id="{E295A05B-2760-4895-B257-600CE5EF53D7}"/>
              </a:ext>
            </a:extLst>
          </p:cNvPr>
          <p:cNvSpPr>
            <a:spLocks noGrp="1"/>
          </p:cNvSpPr>
          <p:nvPr/>
        </p:nvSpPr>
        <p:spPr>
          <a:xfrm>
            <a:off x="904875" y="9077325"/>
            <a:ext cx="16478250" cy="953"/>
          </a:xfrm>
          <a:custGeom>
            <a:pathLst>
              <a:path w="16478250" h="953">
                <a:moveTo>
                  <a:pt x="0" y="0"/>
                </a:moveTo>
                <a:lnTo>
                  <a:pt x="16478250" y="0"/>
                </a:lnTo>
              </a:path>
            </a:pathLst>
          </a:custGeom>
          <a:noFill/>
          <a:ln w="12383">
            <a:solidFill>
              <a:srgbClr val="CDD7DA"/>
            </a:solidFill>
            <a:prstDash val="solid"/>
          </a:ln>
        </p:spPr>
      </p:sp>
      <p:sp>
        <p:nvSpPr>
          <p:cNvPr id="36" name="dp42-background / design-challenge / 1">
            <a:extLst>
              <a:ext uri="{FF2B5EF4-FFF2-40B4-BE49-F238E27FC236}">
                <ns2:creationId id="{01316599-B2F3-48F8-B411-3A7BFC759EFF}"/>
              </a:ext>
            </a:extLst>
          </p:cNvPr>
          <p:cNvSpPr>
            <a:spLocks noGrp="1"/>
          </p:cNvSpPr>
          <p:nvPr/>
        </p:nvSpPr>
        <p:spPr>
          <a:xfrm>
            <a:off x="904875" y="928687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대화 연결과 Request 처리가 끝나도 Task의 진행 상태와 결과 기록을 유지하고,</a:t>
            </a:r>
          </a:p>
        </p:txBody>
      </p:sp>
      <p:sp>
        <p:nvSpPr>
          <p:cNvPr id="37" name="dp42-background / design-challenge / 2">
            <a:extLst>
              <a:ext uri="{FF2B5EF4-FFF2-40B4-BE49-F238E27FC236}">
                <ns2:creationId id="{0D2213E5-A8E3-43CE-9870-9AEDDEF51C76}"/>
              </a:ext>
            </a:extLst>
          </p:cNvPr>
          <p:cNvSpPr>
            <a:spLocks noGrp="1"/>
          </p:cNvSpPr>
          <p:nvPr/>
        </p:nvSpPr>
        <p:spPr>
          <a:xfrm>
            <a:off x="904875" y="966787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서로 다른 수명을 가진 상태와 연결 관계를 일관되게 관리하는 구조</a:t>
            </a:r>
          </a:p>
        </p:txBody>
      </p:sp>
    </p:spTree>
    <p:extLst>
      <p:ext uri="{BB962C8B-B14F-4D97-AF65-F5344CB8AC3E}">
        <p14:creationId val="2044630242"/>
      </p:ext>
    </p:extLst>
  </p:cSld>
</p:sld>
</file>

<file path=ppt/slides/slide31.xml><?xml version="1.0" encoding="utf-8"?>
<p:sld xmlns:p="http://schemas.openxmlformats.org/presentationml/2006/main">
  <p:cSld name="dp42-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294" name="dp42-comparison / n1">
            <a:extLst xmlns:a="http://schemas.openxmlformats.org/drawingml/2006/main">
              <a:ext uri="{FF2B5EF4-FFF2-40B4-BE49-F238E27FC236}">
                <a16:creationId xmlns:a16="http://schemas.microsoft.com/office/drawing/2014/main" id="{3E4FCF4B-90EB-4D52-9CDE-C617568DEA6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2-comparison / n2 / text 1">
            <a:extLst xmlns:a="http://schemas.openxmlformats.org/drawingml/2006/main">
              <a:ext uri="{FF2B5EF4-FFF2-40B4-BE49-F238E27FC236}">
                <a16:creationId xmlns:a16="http://schemas.microsoft.com/office/drawing/2014/main" id="{2A56A83B-BCFF-4929-87D0-8FDDA5D890E3}"/>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2-comparison / n3 / text 1">
            <a:extLst xmlns:a="http://schemas.openxmlformats.org/drawingml/2006/main">
              <a:ext uri="{FF2B5EF4-FFF2-40B4-BE49-F238E27FC236}">
                <a16:creationId xmlns:a16="http://schemas.microsoft.com/office/drawing/2014/main" id="{DF3ED12C-2CF9-40E7-9AAC-A6C996374737}"/>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2-comparison / n4 / text 1">
            <a:extLst xmlns:a="http://schemas.openxmlformats.org/drawingml/2006/main">
              <a:ext uri="{FF2B5EF4-FFF2-40B4-BE49-F238E27FC236}">
                <a16:creationId xmlns:a16="http://schemas.microsoft.com/office/drawing/2014/main" id="{C95D87CA-E0D7-43A8-B913-3986710D2FED}"/>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04-42. 대화와 Task 상태의 소유 및 확정</a:t>
            </a:r>
          </a:p>
        </p:txBody>
      </p:sp>
      <p:sp>
        <p:nvSpPr>
          <p:cNvPr id="5" name="dp42-comparison / n5 / path">
            <a:extLst xmlns:a="http://schemas.openxmlformats.org/drawingml/2006/main">
              <a:ext uri="{FF2B5EF4-FFF2-40B4-BE49-F238E27FC236}">
                <a16:creationId xmlns:a16="http://schemas.microsoft.com/office/drawing/2014/main" id="{268A1F89-A207-4757-A7C6-BE2F4ECA8A4E}"/>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2-comparison / n6 / text 1">
            <a:extLst xmlns:a="http://schemas.openxmlformats.org/drawingml/2006/main">
              <a:ext uri="{FF2B5EF4-FFF2-40B4-BE49-F238E27FC236}">
                <a16:creationId xmlns:a16="http://schemas.microsoft.com/office/drawing/2014/main" id="{4342C25F-36CA-4DEF-8BC9-334F46D419E9}"/>
              </a:ext>
            </a:extLst>
          </p:cNvPr>
          <p:cNvSpPr>
            <a:spLocks xmlns:a="http://schemas.openxmlformats.org/drawingml/2006/main" noGrp="1"/>
          </p:cNvSpPr>
          <p:nvPr/>
        </p:nvSpPr>
        <p:spPr>
          <a:xfrm xmlns:a="http://schemas.openxmlformats.org/drawingml/2006/main">
            <a:off x="381000" y="1333500"/>
            <a:ext cx="175260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8232E"/>
                </a:solidFill>
                <a:latin typeface="Apple SD Gothic Neo"/>
                <a:ea typeface="Apple SD Gothic Neo"/>
                <a:cs typeface="Apple SD Gothic Neo"/>
              </a:defRPr>
            </a:pPr>
            <a:r>
              <a:rPr sz="1650" b="0">
                <a:solidFill>
                  <a:srgbClr val="18232E"/>
                </a:solidFill>
                <a:latin typeface="Apple SD Gothic Neo"/>
                <a:ea typeface="Apple SD Gothic Neo"/>
                <a:cs typeface="Apple SD Gothic Neo"/>
              </a:rPr>
              <a:t>보고서 기간 질문을 실제 제시 → “응, 상반기로 해줘” → 내부 접수 / 외부 전달 확인</a:t>
            </a:r>
          </a:p>
        </p:txBody>
      </p:sp>
      <p:sp>
        <p:nvSpPr>
          <p:cNvPr id="7" name="dp42-comparison / n7 / text 1">
            <a:extLst xmlns:a="http://schemas.openxmlformats.org/drawingml/2006/main">
              <a:ext uri="{FF2B5EF4-FFF2-40B4-BE49-F238E27FC236}">
                <a16:creationId xmlns:a16="http://schemas.microsoft.com/office/drawing/2014/main" id="{979DB739-58E7-47BD-B95D-67A3DBEEBB4C}"/>
              </a:ext>
            </a:extLst>
          </p:cNvPr>
          <p:cNvSpPr>
            <a:spLocks xmlns:a="http://schemas.openxmlformats.org/drawingml/2006/main" noGrp="1"/>
          </p:cNvSpPr>
          <p:nvPr/>
        </p:nvSpPr>
        <p:spPr>
          <a:xfrm xmlns:a="http://schemas.openxmlformats.org/drawingml/2006/main">
            <a:off x="381000" y="1628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별도 Conversation / Request / Task / Execution 수명 / 로컬 VAD와 지속 입력 / 클라우드 모델 / 같은 의미 판단</a:t>
            </a:r>
          </a:p>
        </p:txBody>
      </p:sp>
      <p:sp>
        <p:nvSpPr>
          <p:cNvPr id="8" name="dp42-comparison / n8">
            <a:extLst xmlns:a="http://schemas.openxmlformats.org/drawingml/2006/main">
              <a:ext uri="{FF2B5EF4-FFF2-40B4-BE49-F238E27FC236}">
                <a16:creationId xmlns:a16="http://schemas.microsoft.com/office/drawing/2014/main" id="{7F01871B-D2DF-4DE8-ADBC-334BA042F66C}"/>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2-comparison / n9 / text 1">
            <a:extLst xmlns:a="http://schemas.openxmlformats.org/drawingml/2006/main">
              <a:ext uri="{FF2B5EF4-FFF2-40B4-BE49-F238E27FC236}">
                <a16:creationId xmlns:a16="http://schemas.microsoft.com/office/drawing/2014/main" id="{82A7F328-05A7-416C-9BEA-855B636F7835}"/>
              </a:ext>
            </a:extLst>
          </p:cNvPr>
          <p:cNvSpPr>
            <a:spLocks xmlns:a="http://schemas.openxmlformats.org/drawingml/2006/main" noGrp="1"/>
          </p:cNvSpPr>
          <p:nvPr/>
        </p:nvSpPr>
        <p:spPr>
          <a:xfrm xmlns:a="http://schemas.openxmlformats.org/drawingml/2006/main">
            <a:off x="148590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모듈형 통합 Core / 공동 확정</a:t>
            </a:r>
          </a:p>
        </p:txBody>
      </p:sp>
      <p:sp>
        <p:nvSpPr>
          <p:cNvPr id="10" name="dp42-comparison / n10 / text 1">
            <a:extLst xmlns:a="http://schemas.openxmlformats.org/drawingml/2006/main">
              <a:ext uri="{FF2B5EF4-FFF2-40B4-BE49-F238E27FC236}">
                <a16:creationId xmlns:a16="http://schemas.microsoft.com/office/drawing/2014/main" id="{EA3EA96C-FA6C-4299-A30D-71092AA426E1}"/>
              </a:ext>
            </a:extLst>
          </p:cNvPr>
          <p:cNvSpPr>
            <a:spLocks xmlns:a="http://schemas.openxmlformats.org/drawingml/2006/main" noGrp="1"/>
          </p:cNvSpPr>
          <p:nvPr/>
        </p:nvSpPr>
        <p:spPr>
          <a:xfrm xmlns:a="http://schemas.openxmlformats.org/drawingml/2006/main">
            <a:off x="977265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독립 대화 / Task 서비스 / 별도 접수</a:t>
            </a:r>
          </a:p>
        </p:txBody>
      </p:sp>
      <p:sp>
        <p:nvSpPr>
          <p:cNvPr id="11" name="dp42-comparison / n11 / path">
            <a:extLst xmlns:a="http://schemas.openxmlformats.org/drawingml/2006/main">
              <a:ext uri="{FF2B5EF4-FFF2-40B4-BE49-F238E27FC236}">
                <a16:creationId xmlns:a16="http://schemas.microsoft.com/office/drawing/2014/main" id="{ECFB07C1-87C5-45EE-A43C-660BBC2C82E6}"/>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2-comparison / n12 / path">
            <a:extLst xmlns:a="http://schemas.openxmlformats.org/drawingml/2006/main">
              <a:ext uri="{FF2B5EF4-FFF2-40B4-BE49-F238E27FC236}">
                <a16:creationId xmlns:a16="http://schemas.microsoft.com/office/drawing/2014/main" id="{A5987A08-E1C2-467E-A791-43603A1C1D58}"/>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2-comparison / n13 / text 1">
            <a:extLst xmlns:a="http://schemas.openxmlformats.org/drawingml/2006/main">
              <a:ext uri="{FF2B5EF4-FFF2-40B4-BE49-F238E27FC236}">
                <a16:creationId xmlns:a16="http://schemas.microsoft.com/office/drawing/2014/main" id="{7BC290B2-3A07-458F-A53A-24A6E36A7E19}"/>
              </a:ext>
            </a:extLst>
          </p:cNvPr>
          <p:cNvSpPr>
            <a:spLocks xmlns:a="http://schemas.openxmlformats.org/drawingml/2006/main" noGrp="1"/>
          </p:cNvSpPr>
          <p:nvPr/>
        </p:nvSpPr>
        <p:spPr>
          <a:xfrm xmlns:a="http://schemas.openxmlformats.org/drawingml/2006/main">
            <a:off x="400050" y="7724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의미 제안은 Request Interpreter, 채택은 Request Controller / 실제 전달 원장은 Response Manager / 모델 / 외부 통신은 transaction 밖</a:t>
            </a:r>
          </a:p>
        </p:txBody>
      </p:sp>
      <p:sp>
        <p:nvSpPr>
          <p:cNvPr id="14" name="dp42-comparison / n14 / text 1">
            <a:extLst xmlns:a="http://schemas.openxmlformats.org/drawingml/2006/main">
              <a:ext uri="{FF2B5EF4-FFF2-40B4-BE49-F238E27FC236}">
                <a16:creationId xmlns:a16="http://schemas.microsoft.com/office/drawing/2014/main" id="{37CFA3E7-997B-491A-B8D8-908C4E601F44}"/>
              </a:ext>
            </a:extLst>
          </p:cNvPr>
          <p:cNvSpPr>
            <a:spLocks xmlns:a="http://schemas.openxmlformats.org/drawingml/2006/main" noGrp="1"/>
          </p:cNvSpPr>
          <p:nvPr/>
        </p:nvSpPr>
        <p:spPr>
          <a:xfrm xmlns:a="http://schemas.openxmlformats.org/drawingml/2006/main">
            <a:off x="400050" y="80010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B: hold 요청 시각과 업무 gate 적용 ACK 시각은 다름 / ACK 전 DISPATCHING은 UNKNOWN / 외부 확인으로 처리</a:t>
            </a:r>
          </a:p>
        </p:txBody>
      </p:sp>
      <p:sp>
        <p:nvSpPr>
          <p:cNvPr id="295" name="dp42-v5-summary / n1">
            <a:extLst xmlns:a="http://schemas.openxmlformats.org/drawingml/2006/main">
              <a:ext uri="{FF2B5EF4-FFF2-40B4-BE49-F238E27FC236}">
                <a16:creationId xmlns:a16="http://schemas.microsoft.com/office/drawing/2014/main" id="{BBB7754B-3A03-4875-AA18-962992E5FFEC}"/>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96" name="dp42-v5-summary / n2">
            <a:extLst xmlns:a="http://schemas.openxmlformats.org/drawingml/2006/main">
              <a:ext uri="{FF2B5EF4-FFF2-40B4-BE49-F238E27FC236}">
                <a16:creationId xmlns:a16="http://schemas.microsoft.com/office/drawing/2014/main" id="{A98EB82A-EAC2-40DA-8D80-EDF017078C94}"/>
              </a:ext>
            </a:extLst>
          </p:cNvPr>
          <p:cNvSpPr>
            <a:spLocks xmlns:a="http://schemas.openxmlformats.org/drawingml/2006/main" noGrp="1"/>
          </p:cNvSpPr>
          <p:nvPr/>
        </p:nvSpPr>
        <p:spPr>
          <a:xfrm xmlns:a="http://schemas.openxmlformats.org/drawingml/2006/main">
            <a:off x="400050" y="83534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297" name="dp42-v5-summary / n3">
            <a:extLst xmlns:a="http://schemas.openxmlformats.org/drawingml/2006/main">
              <a:ext uri="{FF2B5EF4-FFF2-40B4-BE49-F238E27FC236}">
                <a16:creationId xmlns:a16="http://schemas.microsoft.com/office/drawing/2014/main" id="{AC8DB5A1-4235-4B33-9CFD-A10C5F77CE36}"/>
              </a:ext>
            </a:extLst>
          </p:cNvPr>
          <p:cNvSpPr>
            <a:spLocks xmlns:a="http://schemas.openxmlformats.org/drawingml/2006/main" noGrp="1"/>
          </p:cNvSpPr>
          <p:nvPr/>
        </p:nvSpPr>
        <p:spPr>
          <a:xfrm xmlns:a="http://schemas.openxmlformats.org/drawingml/2006/main">
            <a:off x="2857500" y="8353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[의미와 접수 및 현재성 검사]</a:t>
            </a:r>
          </a:p>
        </p:txBody>
      </p:sp>
      <p:sp>
        <p:nvSpPr>
          <p:cNvPr id="298" name="dp42-v5-summary / n4">
            <a:extLst xmlns:a="http://schemas.openxmlformats.org/drawingml/2006/main">
              <a:ext uri="{FF2B5EF4-FFF2-40B4-BE49-F238E27FC236}">
                <a16:creationId xmlns:a16="http://schemas.microsoft.com/office/drawing/2014/main" id="{A69367C5-5C12-453D-BCF4-867E178EC317}"/>
              </a:ext>
            </a:extLst>
          </p:cNvPr>
          <p:cNvSpPr>
            <a:spLocks xmlns:a="http://schemas.openxmlformats.org/drawingml/2006/main" noGrp="1"/>
          </p:cNvSpPr>
          <p:nvPr/>
        </p:nvSpPr>
        <p:spPr>
          <a:xfrm xmlns:a="http://schemas.openxmlformats.org/drawingml/2006/main">
            <a:off x="10001250" y="83534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[동일 검사와 receipt의 올바른 반영]</a:t>
            </a:r>
          </a:p>
        </p:txBody>
      </p:sp>
      <p:sp>
        <p:nvSpPr>
          <p:cNvPr id="299" name="dp42-v5-summary / n5">
            <a:extLst xmlns:a="http://schemas.openxmlformats.org/drawingml/2006/main">
              <a:ext uri="{FF2B5EF4-FFF2-40B4-BE49-F238E27FC236}">
                <a16:creationId xmlns:a16="http://schemas.microsoft.com/office/drawing/2014/main" id="{11FD21C5-1F60-4B2F-8603-BDCE6D709AEA}"/>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0" name="dp42-v5-summary / n6">
            <a:extLst xmlns:a="http://schemas.openxmlformats.org/drawingml/2006/main">
              <a:ext uri="{FF2B5EF4-FFF2-40B4-BE49-F238E27FC236}">
                <a16:creationId xmlns:a16="http://schemas.microsoft.com/office/drawing/2014/main" id="{C29B0B20-446D-4FFC-8CA5-5BF055A72A6C}"/>
              </a:ext>
            </a:extLst>
          </p:cNvPr>
          <p:cNvSpPr>
            <a:spLocks xmlns:a="http://schemas.openxmlformats.org/drawingml/2006/main" noGrp="1"/>
          </p:cNvSpPr>
          <p:nvPr/>
        </p:nvSpPr>
        <p:spPr>
          <a:xfrm xmlns:a="http://schemas.openxmlformats.org/drawingml/2006/main">
            <a:off x="400050" y="85915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301" name="dp42-v5-summary / n7">
            <a:extLst xmlns:a="http://schemas.openxmlformats.org/drawingml/2006/main">
              <a:ext uri="{FF2B5EF4-FFF2-40B4-BE49-F238E27FC236}">
                <a16:creationId xmlns:a16="http://schemas.microsoft.com/office/drawing/2014/main" id="{9FEE09A3-ECAF-4A71-BEA0-F58BEB34BC90}"/>
              </a:ext>
            </a:extLst>
          </p:cNvPr>
          <p:cNvSpPr>
            <a:spLocks xmlns:a="http://schemas.openxmlformats.org/drawingml/2006/main" noGrp="1"/>
          </p:cNvSpPr>
          <p:nvPr/>
        </p:nvSpPr>
        <p:spPr>
          <a:xfrm xmlns:a="http://schemas.openxmlformats.org/drawingml/2006/main">
            <a:off x="2857500" y="85915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[공동 commit과 대화 반영 대기]</a:t>
            </a:r>
          </a:p>
        </p:txBody>
      </p:sp>
      <p:sp>
        <p:nvSpPr>
          <p:cNvPr id="302" name="dp42-v5-summary / n8">
            <a:extLst xmlns:a="http://schemas.openxmlformats.org/drawingml/2006/main">
              <a:ext uri="{FF2B5EF4-FFF2-40B4-BE49-F238E27FC236}">
                <a16:creationId xmlns:a16="http://schemas.microsoft.com/office/drawing/2014/main" id="{87D80DA0-265C-4C7A-A585-1BD9050536C3}"/>
              </a:ext>
            </a:extLst>
          </p:cNvPr>
          <p:cNvSpPr>
            <a:spLocks xmlns:a="http://schemas.openxmlformats.org/drawingml/2006/main" noGrp="1"/>
          </p:cNvSpPr>
          <p:nvPr/>
        </p:nvSpPr>
        <p:spPr>
          <a:xfrm xmlns:a="http://schemas.openxmlformats.org/drawingml/2006/main">
            <a:off x="10001250" y="85915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[독립 접수와 receipt 반영 대기]</a:t>
            </a:r>
          </a:p>
        </p:txBody>
      </p:sp>
      <p:sp>
        <p:nvSpPr>
          <p:cNvPr id="303" name="dp42-v5-summary / n9">
            <a:extLst xmlns:a="http://schemas.openxmlformats.org/drawingml/2006/main">
              <a:ext uri="{FF2B5EF4-FFF2-40B4-BE49-F238E27FC236}">
                <a16:creationId xmlns:a16="http://schemas.microsoft.com/office/drawing/2014/main" id="{02746A80-895B-4A31-AA1E-170BEEFCCD1B}"/>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4" name="dp42-v5-summary / n10">
            <a:extLst xmlns:a="http://schemas.openxmlformats.org/drawingml/2006/main">
              <a:ext uri="{FF2B5EF4-FFF2-40B4-BE49-F238E27FC236}">
                <a16:creationId xmlns:a16="http://schemas.microsoft.com/office/drawing/2014/main" id="{CC01BB89-1306-4B6A-9620-BE5B7101AFFB}"/>
              </a:ext>
            </a:extLst>
          </p:cNvPr>
          <p:cNvSpPr>
            <a:spLocks xmlns:a="http://schemas.openxmlformats.org/drawingml/2006/main" noGrp="1"/>
          </p:cNvSpPr>
          <p:nvPr/>
        </p:nvSpPr>
        <p:spPr>
          <a:xfrm xmlns:a="http://schemas.openxmlformats.org/drawingml/2006/main">
            <a:off x="400050" y="88296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305" name="dp42-v5-summary / n11">
            <a:extLst xmlns:a="http://schemas.openxmlformats.org/drawingml/2006/main">
              <a:ext uri="{FF2B5EF4-FFF2-40B4-BE49-F238E27FC236}">
                <a16:creationId xmlns:a16="http://schemas.microsoft.com/office/drawing/2014/main" id="{14660595-DF67-4D15-9CC5-0C71CA9777AA}"/>
              </a:ext>
            </a:extLst>
          </p:cNvPr>
          <p:cNvSpPr>
            <a:spLocks xmlns:a="http://schemas.openxmlformats.org/drawingml/2006/main" noGrp="1"/>
          </p:cNvSpPr>
          <p:nvPr/>
        </p:nvSpPr>
        <p:spPr>
          <a:xfrm xmlns:a="http://schemas.openxmlformats.org/drawingml/2006/main">
            <a:off x="2857500" y="88296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[관련 상태의 공동 확정 경로]</a:t>
            </a:r>
          </a:p>
        </p:txBody>
      </p:sp>
      <p:sp>
        <p:nvSpPr>
          <p:cNvPr id="306" name="dp42-v5-summary / n12">
            <a:extLst xmlns:a="http://schemas.openxmlformats.org/drawingml/2006/main">
              <a:ext uri="{FF2B5EF4-FFF2-40B4-BE49-F238E27FC236}">
                <a16:creationId xmlns:a16="http://schemas.microsoft.com/office/drawing/2014/main" id="{F12BF402-3739-45A2-A328-DA422D4C8141}"/>
              </a:ext>
            </a:extLst>
          </p:cNvPr>
          <p:cNvSpPr>
            <a:spLocks xmlns:a="http://schemas.openxmlformats.org/drawingml/2006/main" noGrp="1"/>
          </p:cNvSpPr>
          <p:nvPr/>
        </p:nvSpPr>
        <p:spPr>
          <a:xfrm xmlns:a="http://schemas.openxmlformats.org/drawingml/2006/main">
            <a:off x="10001250" y="882967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[인계와 reconciliation의 전체 경로]</a:t>
            </a:r>
          </a:p>
        </p:txBody>
      </p:sp>
      <p:sp>
        <p:nvSpPr>
          <p:cNvPr id="307" name="dp42-v5-summary / n13">
            <a:extLst xmlns:a="http://schemas.openxmlformats.org/drawingml/2006/main">
              <a:ext uri="{FF2B5EF4-FFF2-40B4-BE49-F238E27FC236}">
                <a16:creationId xmlns:a16="http://schemas.microsoft.com/office/drawing/2014/main" id="{3BDBA399-9060-4B28-A89A-5ED5C4CA795D}"/>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8" name="dp42-v5-summary / n14">
            <a:extLst xmlns:a="http://schemas.openxmlformats.org/drawingml/2006/main">
              <a:ext uri="{FF2B5EF4-FFF2-40B4-BE49-F238E27FC236}">
                <a16:creationId xmlns:a16="http://schemas.microsoft.com/office/drawing/2014/main" id="{34C29C02-63AE-4E05-84C2-5A22B0595056}"/>
              </a:ext>
            </a:extLst>
          </p:cNvPr>
          <p:cNvSpPr>
            <a:spLocks xmlns:a="http://schemas.openxmlformats.org/drawingml/2006/main" noGrp="1"/>
          </p:cNvSpPr>
          <p:nvPr/>
        </p:nvSpPr>
        <p:spPr>
          <a:xfrm xmlns:a="http://schemas.openxmlformats.org/drawingml/2006/main">
            <a:off x="400050" y="90678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309" name="dp42-v5-summary / n15">
            <a:extLst xmlns:a="http://schemas.openxmlformats.org/drawingml/2006/main">
              <a:ext uri="{FF2B5EF4-FFF2-40B4-BE49-F238E27FC236}">
                <a16:creationId xmlns:a16="http://schemas.microsoft.com/office/drawing/2014/main" id="{CA83F3F7-587D-49C4-8530-1D4D8668FC85}"/>
              </a:ext>
            </a:extLst>
          </p:cNvPr>
          <p:cNvSpPr>
            <a:spLocks xmlns:a="http://schemas.openxmlformats.org/drawingml/2006/main" noGrp="1"/>
          </p:cNvSpPr>
          <p:nvPr/>
        </p:nvSpPr>
        <p:spPr>
          <a:xfrm xmlns:a="http://schemas.openxmlformats.org/drawingml/2006/main">
            <a:off x="2857500" y="9067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[코드 저장 외 실제 모델 청구]</a:t>
            </a:r>
          </a:p>
        </p:txBody>
      </p:sp>
      <p:sp>
        <p:nvSpPr>
          <p:cNvPr id="310" name="dp42-v5-summary / n16">
            <a:extLst xmlns:a="http://schemas.openxmlformats.org/drawingml/2006/main">
              <a:ext uri="{FF2B5EF4-FFF2-40B4-BE49-F238E27FC236}">
                <a16:creationId xmlns:a16="http://schemas.microsoft.com/office/drawing/2014/main" id="{6A6B042C-2191-416B-A1F7-A5F794832EA7}"/>
              </a:ext>
            </a:extLst>
          </p:cNvPr>
          <p:cNvSpPr>
            <a:spLocks xmlns:a="http://schemas.openxmlformats.org/drawingml/2006/main" noGrp="1"/>
          </p:cNvSpPr>
          <p:nvPr/>
        </p:nvSpPr>
        <p:spPr>
          <a:xfrm xmlns:a="http://schemas.openxmlformats.org/drawingml/2006/main">
            <a:off x="10001250" y="906780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[IPC 외 실제 모델 청구]</a:t>
            </a:r>
          </a:p>
        </p:txBody>
      </p:sp>
      <p:sp>
        <p:nvSpPr>
          <p:cNvPr id="311" name="dp42-v5-summary / n17">
            <a:extLst xmlns:a="http://schemas.openxmlformats.org/drawingml/2006/main">
              <a:ext uri="{FF2B5EF4-FFF2-40B4-BE49-F238E27FC236}">
                <a16:creationId xmlns:a16="http://schemas.microsoft.com/office/drawing/2014/main" id="{F9653F1A-07BE-4B88-BF86-57A0BC2DE4EF}"/>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2" name="dp42-v5-summary / n18">
            <a:extLst xmlns:a="http://schemas.openxmlformats.org/drawingml/2006/main">
              <a:ext uri="{FF2B5EF4-FFF2-40B4-BE49-F238E27FC236}">
                <a16:creationId xmlns:a16="http://schemas.microsoft.com/office/drawing/2014/main" id="{64371A0C-93EB-481C-BDA2-BFD1CE325ECB}"/>
              </a:ext>
            </a:extLst>
          </p:cNvPr>
          <p:cNvSpPr>
            <a:spLocks xmlns:a="http://schemas.openxmlformats.org/drawingml/2006/main" noGrp="1"/>
          </p:cNvSpPr>
          <p:nvPr/>
        </p:nvSpPr>
        <p:spPr>
          <a:xfrm xmlns:a="http://schemas.openxmlformats.org/drawingml/2006/main">
            <a:off x="400050" y="93059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313" name="dp42-v5-summary / n19">
            <a:extLst xmlns:a="http://schemas.openxmlformats.org/drawingml/2006/main">
              <a:ext uri="{FF2B5EF4-FFF2-40B4-BE49-F238E27FC236}">
                <a16:creationId xmlns:a16="http://schemas.microsoft.com/office/drawing/2014/main" id="{16C61A28-CD0D-4F15-9BAB-C1096EF453D7}"/>
              </a:ext>
            </a:extLst>
          </p:cNvPr>
          <p:cNvSpPr>
            <a:spLocks xmlns:a="http://schemas.openxmlformats.org/drawingml/2006/main" noGrp="1"/>
          </p:cNvSpPr>
          <p:nvPr/>
        </p:nvSpPr>
        <p:spPr>
          <a:xfrm xmlns:a="http://schemas.openxmlformats.org/drawingml/2006/main">
            <a:off x="2857500" y="93059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[공동 상태 계약의 실제 수정]</a:t>
            </a:r>
          </a:p>
        </p:txBody>
      </p:sp>
      <p:sp>
        <p:nvSpPr>
          <p:cNvPr id="314" name="dp42-v5-summary / n20">
            <a:extLst xmlns:a="http://schemas.openxmlformats.org/drawingml/2006/main">
              <a:ext uri="{FF2B5EF4-FFF2-40B4-BE49-F238E27FC236}">
                <a16:creationId xmlns:a16="http://schemas.microsoft.com/office/drawing/2014/main" id="{0C6F7E2E-07B0-42C7-BF74-26B88B4BDB27}"/>
              </a:ext>
            </a:extLst>
          </p:cNvPr>
          <p:cNvSpPr>
            <a:spLocks xmlns:a="http://schemas.openxmlformats.org/drawingml/2006/main" noGrp="1"/>
          </p:cNvSpPr>
          <p:nvPr/>
        </p:nvSpPr>
        <p:spPr>
          <a:xfrm xmlns:a="http://schemas.openxmlformats.org/drawingml/2006/main">
            <a:off x="10001250" y="93059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[독립 인계 계약의 실제 수정]</a:t>
            </a:r>
          </a:p>
        </p:txBody>
      </p:sp>
      <p:sp>
        <p:nvSpPr>
          <p:cNvPr id="315" name="dp42-v5-summary / n21">
            <a:extLst xmlns:a="http://schemas.openxmlformats.org/drawingml/2006/main">
              <a:ext uri="{FF2B5EF4-FFF2-40B4-BE49-F238E27FC236}">
                <a16:creationId xmlns:a16="http://schemas.microsoft.com/office/drawing/2014/main" id="{99A2785B-B640-4165-A554-F2CA84C88B54}"/>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6" name="dp42-v5-summary / n22">
            <a:extLst xmlns:a="http://schemas.openxmlformats.org/drawingml/2006/main">
              <a:ext uri="{FF2B5EF4-FFF2-40B4-BE49-F238E27FC236}">
                <a16:creationId xmlns:a16="http://schemas.microsoft.com/office/drawing/2014/main" id="{EAFB6D55-0D87-46F2-8955-AD793DE0D412}"/>
              </a:ext>
            </a:extLst>
          </p:cNvPr>
          <p:cNvSpPr>
            <a:spLocks xmlns:a="http://schemas.openxmlformats.org/drawingml/2006/main" noGrp="1"/>
          </p:cNvSpPr>
          <p:nvPr/>
        </p:nvSpPr>
        <p:spPr>
          <a:xfrm xmlns:a="http://schemas.openxmlformats.org/drawingml/2006/main">
            <a:off x="400050" y="95440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317" name="dp42-v5-summary / n23">
            <a:extLst xmlns:a="http://schemas.openxmlformats.org/drawingml/2006/main">
              <a:ext uri="{FF2B5EF4-FFF2-40B4-BE49-F238E27FC236}">
                <a16:creationId xmlns:a16="http://schemas.microsoft.com/office/drawing/2014/main" id="{1C3646B8-938B-4A5D-918C-E9260953C3AD}"/>
              </a:ext>
            </a:extLst>
          </p:cNvPr>
          <p:cNvSpPr>
            <a:spLocks xmlns:a="http://schemas.openxmlformats.org/drawingml/2006/main" noGrp="1"/>
          </p:cNvSpPr>
          <p:nvPr/>
        </p:nvSpPr>
        <p:spPr>
          <a:xfrm xmlns:a="http://schemas.openxmlformats.org/drawingml/2006/main">
            <a:off x="2857500" y="95440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1,792MiB  [통합 실행체의 상태와 대기열]</a:t>
            </a:r>
          </a:p>
        </p:txBody>
      </p:sp>
      <p:sp>
        <p:nvSpPr>
          <p:cNvPr id="318" name="dp42-v5-summary / n24">
            <a:extLst xmlns:a="http://schemas.openxmlformats.org/drawingml/2006/main">
              <a:ext uri="{FF2B5EF4-FFF2-40B4-BE49-F238E27FC236}">
                <a16:creationId xmlns:a16="http://schemas.microsoft.com/office/drawing/2014/main" id="{2FD0F2FD-0ED4-4109-9805-83627B86BAFB}"/>
              </a:ext>
            </a:extLst>
          </p:cNvPr>
          <p:cNvSpPr>
            <a:spLocks xmlns:a="http://schemas.openxmlformats.org/drawingml/2006/main" noGrp="1"/>
          </p:cNvSpPr>
          <p:nvPr/>
        </p:nvSpPr>
        <p:spPr>
          <a:xfrm xmlns:a="http://schemas.openxmlformats.org/drawingml/2006/main">
            <a:off x="10001250" y="95440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2,080MiB  [추가 process와 receipt 상태]</a:t>
            </a:r>
          </a:p>
        </p:txBody>
      </p:sp>
      <p:sp>
        <p:nvSpPr>
          <p:cNvPr id="319" name="dp42-v5-summary / n25">
            <a:extLst xmlns:a="http://schemas.openxmlformats.org/drawingml/2006/main">
              <a:ext uri="{FF2B5EF4-FFF2-40B4-BE49-F238E27FC236}">
                <a16:creationId xmlns:a16="http://schemas.microsoft.com/office/drawing/2014/main" id="{D251C843-FE50-49F8-870E-E2590AD3F181}"/>
              </a:ext>
            </a:extLst>
          </p:cNvPr>
          <p:cNvSpPr>
            <a:spLocks xmlns:a="http://schemas.openxmlformats.org/drawingml/2006/main" noGrp="1"/>
          </p:cNvSpPr>
          <p:nvPr/>
        </p:nvSpPr>
        <p:spPr>
          <a:xfrm xmlns:a="http://schemas.openxmlformats.org/drawingml/2006/main">
            <a:off x="381000" y="9810750"/>
            <a:ext cx="175260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P21 비용 예산 소계 $0.35184, 잔여 $0.14816. 후보별 전체 청구와 목표 판정은 평가 전.</a:t>
            </a:r>
          </a:p>
        </p:txBody>
      </p:sp>
      <p:sp>
        <p:nvSpPr>
          <p:cNvPr id="320" name="dp42-v5-summary / n26">
            <a:extLst xmlns:a="http://schemas.openxmlformats.org/drawingml/2006/main">
              <a:ext uri="{FF2B5EF4-FFF2-40B4-BE49-F238E27FC236}">
                <a16:creationId xmlns:a16="http://schemas.microsoft.com/office/drawing/2014/main" id="{9C7CAE37-D153-417C-9BE9-7EA721D0BA5B}"/>
              </a:ext>
            </a:extLst>
          </p:cNvPr>
          <p:cNvSpPr>
            <a:spLocks xmlns:a="http://schemas.openxmlformats.org/drawingml/2006/main" noGrp="1"/>
          </p:cNvSpPr>
          <p:nvPr/>
        </p:nvSpPr>
        <p:spPr>
          <a:xfrm xmlns:a="http://schemas.openxmlformats.org/drawingml/2006/main">
            <a:off x="381000" y="100679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ASR-QA-v6 / P21 기준 / 미실측은 0점이 아님 / 메모리는 예산 가정 / 지역 계산은 다음 장</a:t>
            </a:r>
          </a:p>
        </p:txBody>
      </p:sp>
      <p:sp>
        <p:nvSpPr>
          <p:cNvPr id="41" name="dp42-comparison / legend_continuation_0">
            <a:extLst xmlns:a="http://schemas.openxmlformats.org/drawingml/2006/main">
              <a:ext uri="{FF2B5EF4-FFF2-40B4-BE49-F238E27FC236}">
                <a16:creationId xmlns:a16="http://schemas.microsoft.com/office/drawing/2014/main" id="{9071856A-91DF-4652-AFFA-86640B40A089}"/>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2-comparison / legend_continuation_1 / text 1">
            <a:extLst xmlns:a="http://schemas.openxmlformats.org/drawingml/2006/main">
              <a:ext uri="{FF2B5EF4-FFF2-40B4-BE49-F238E27FC236}">
                <a16:creationId xmlns:a16="http://schemas.microsoft.com/office/drawing/2014/main" id="{FBDDCB17-AD2A-4CCD-B4C6-C1B45E28584B}"/>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2-comparison / legend_continuation_2">
            <a:extLst xmlns:a="http://schemas.openxmlformats.org/drawingml/2006/main">
              <a:ext uri="{FF2B5EF4-FFF2-40B4-BE49-F238E27FC236}">
                <a16:creationId xmlns:a16="http://schemas.microsoft.com/office/drawing/2014/main" id="{4B50463D-1746-4D9C-8397-7DF921882358}"/>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2-comparison / legend_continuation_3 / text 1">
            <a:extLst xmlns:a="http://schemas.openxmlformats.org/drawingml/2006/main">
              <a:ext uri="{FF2B5EF4-FFF2-40B4-BE49-F238E27FC236}">
                <a16:creationId xmlns:a16="http://schemas.microsoft.com/office/drawing/2014/main" id="{F658AE43-4480-453D-BDA6-D908E288A137}"/>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2-comparison / legend_continuation_4 / text 1">
            <a:extLst xmlns:a="http://schemas.openxmlformats.org/drawingml/2006/main">
              <a:ext uri="{FF2B5EF4-FFF2-40B4-BE49-F238E27FC236}">
                <a16:creationId xmlns:a16="http://schemas.microsoft.com/office/drawing/2014/main" id="{04B91AE5-F7AF-48AB-B6E5-A1546518BC4F}"/>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2-comparison / legend_continuation_5">
            <a:extLst xmlns:a="http://schemas.openxmlformats.org/drawingml/2006/main">
              <a:ext uri="{FF2B5EF4-FFF2-40B4-BE49-F238E27FC236}">
                <a16:creationId xmlns:a16="http://schemas.microsoft.com/office/drawing/2014/main" id="{E1DC794E-F1AB-4F0A-A678-94922657E40C}"/>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2-comparison / legend_continuation_6 / text 1">
            <a:extLst xmlns:a="http://schemas.openxmlformats.org/drawingml/2006/main">
              <a:ext uri="{FF2B5EF4-FFF2-40B4-BE49-F238E27FC236}">
                <a16:creationId xmlns:a16="http://schemas.microsoft.com/office/drawing/2014/main" id="{070803EC-079B-4675-8D67-4941FED3CB88}"/>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2-comparison / legend_continuation_7 / text 1">
            <a:extLst xmlns:a="http://schemas.openxmlformats.org/drawingml/2006/main">
              <a:ext uri="{FF2B5EF4-FFF2-40B4-BE49-F238E27FC236}">
                <a16:creationId xmlns:a16="http://schemas.microsoft.com/office/drawing/2014/main" id="{3EC9F628-A8FF-4C6C-90B4-08E0C4558ECA}"/>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2-comparison / legend_continuation_8">
            <a:extLst xmlns:a="http://schemas.openxmlformats.org/drawingml/2006/main">
              <a:ext uri="{FF2B5EF4-FFF2-40B4-BE49-F238E27FC236}">
                <a16:creationId xmlns:a16="http://schemas.microsoft.com/office/drawing/2014/main" id="{AEE016F7-0432-4A31-B30F-B56B9DE1FEE7}"/>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2-comparison / legend_continuation_8 / fold">
            <a:extLst xmlns:a="http://schemas.openxmlformats.org/drawingml/2006/main">
              <a:ext uri="{FF2B5EF4-FFF2-40B4-BE49-F238E27FC236}">
                <a16:creationId xmlns:a16="http://schemas.microsoft.com/office/drawing/2014/main" id="{984DB165-6D31-4DD4-B055-BB28A3F04881}"/>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2-comparison / legend_continuation_9 / text 1">
            <a:extLst xmlns:a="http://schemas.openxmlformats.org/drawingml/2006/main">
              <a:ext uri="{FF2B5EF4-FFF2-40B4-BE49-F238E27FC236}">
                <a16:creationId xmlns:a16="http://schemas.microsoft.com/office/drawing/2014/main" id="{399B0ED7-3253-472B-AC94-A32AAF7AAF59}"/>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2-comparison / legend_continuation_10 / text 1">
            <a:extLst xmlns:a="http://schemas.openxmlformats.org/drawingml/2006/main">
              <a:ext uri="{FF2B5EF4-FFF2-40B4-BE49-F238E27FC236}">
                <a16:creationId xmlns:a16="http://schemas.microsoft.com/office/drawing/2014/main" id="{2D6C36CC-8A5D-42CA-A223-55B3C6BCD4AB}"/>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2-comparison / legend_continuation_11">
            <a:extLst xmlns:a="http://schemas.openxmlformats.org/drawingml/2006/main">
              <a:ext uri="{FF2B5EF4-FFF2-40B4-BE49-F238E27FC236}">
                <a16:creationId xmlns:a16="http://schemas.microsoft.com/office/drawing/2014/main" id="{3F750774-DA40-4330-9468-CA28E5A53439}"/>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2-comparison / legend_continuation_12 / text 1">
            <a:extLst xmlns:a="http://schemas.openxmlformats.org/drawingml/2006/main">
              <a:ext uri="{FF2B5EF4-FFF2-40B4-BE49-F238E27FC236}">
                <a16:creationId xmlns:a16="http://schemas.microsoft.com/office/drawing/2014/main" id="{1D287714-F152-425F-917E-B757AC24E346}"/>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2-comparison / legend_continuation_13 / text 1">
            <a:extLst xmlns:a="http://schemas.openxmlformats.org/drawingml/2006/main">
              <a:ext uri="{FF2B5EF4-FFF2-40B4-BE49-F238E27FC236}">
                <a16:creationId xmlns:a16="http://schemas.microsoft.com/office/drawing/2014/main" id="{6EB93D5E-261A-4169-B04D-477B6F66EF56}"/>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2-comparison / legend_continuation_14">
            <a:extLst xmlns:a="http://schemas.openxmlformats.org/drawingml/2006/main">
              <a:ext uri="{FF2B5EF4-FFF2-40B4-BE49-F238E27FC236}">
                <a16:creationId xmlns:a16="http://schemas.microsoft.com/office/drawing/2014/main" id="{1AD11029-0485-46DF-9D55-7A6098B7C7A4}"/>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2-comparison / legend_continuation_15 / text 1">
            <a:extLst xmlns:a="http://schemas.openxmlformats.org/drawingml/2006/main">
              <a:ext uri="{FF2B5EF4-FFF2-40B4-BE49-F238E27FC236}">
                <a16:creationId xmlns:a16="http://schemas.microsoft.com/office/drawing/2014/main" id="{D07EA871-DA6D-472A-8E99-322C66FD2D10}"/>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2-comparison / legend_continuation_16 / text 1">
            <a:extLst xmlns:a="http://schemas.openxmlformats.org/drawingml/2006/main">
              <a:ext uri="{FF2B5EF4-FFF2-40B4-BE49-F238E27FC236}">
                <a16:creationId xmlns:a16="http://schemas.microsoft.com/office/drawing/2014/main" id="{E442694E-DA5B-4D87-BFF6-554D395E016B}"/>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2-comparison / legend_continuation_17">
            <a:extLst xmlns:a="http://schemas.openxmlformats.org/drawingml/2006/main">
              <a:ext uri="{FF2B5EF4-FFF2-40B4-BE49-F238E27FC236}">
                <a16:creationId xmlns:a16="http://schemas.microsoft.com/office/drawing/2014/main" id="{EEECB04D-A385-4CBF-8C34-D41B637C3BE1}"/>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2-comparison / legend_continuation_18 / text 1">
            <a:extLst xmlns:a="http://schemas.openxmlformats.org/drawingml/2006/main">
              <a:ext uri="{FF2B5EF4-FFF2-40B4-BE49-F238E27FC236}">
                <a16:creationId xmlns:a16="http://schemas.microsoft.com/office/drawing/2014/main" id="{1A69617A-4CC8-4226-AD36-F92C9F3B327F}"/>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2-comparison / legend_continuation_19 / text 1">
            <a:extLst xmlns:a="http://schemas.openxmlformats.org/drawingml/2006/main">
              <a:ext uri="{FF2B5EF4-FFF2-40B4-BE49-F238E27FC236}">
                <a16:creationId xmlns:a16="http://schemas.microsoft.com/office/drawing/2014/main" id="{B1E069DF-531F-479B-9920-57D8842A7780}"/>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2-comparison / legend_continuation_20 / path">
            <a:extLst xmlns:a="http://schemas.openxmlformats.org/drawingml/2006/main">
              <a:ext uri="{FF2B5EF4-FFF2-40B4-BE49-F238E27FC236}">
                <a16:creationId xmlns:a16="http://schemas.microsoft.com/office/drawing/2014/main" id="{30712748-AFB9-46A1-ACEB-EB3A37BEFE26}"/>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2-comparison / legend_continuation_20 / arrow">
            <a:extLst xmlns:a="http://schemas.openxmlformats.org/drawingml/2006/main">
              <a:ext uri="{FF2B5EF4-FFF2-40B4-BE49-F238E27FC236}">
                <a16:creationId xmlns:a16="http://schemas.microsoft.com/office/drawing/2014/main" id="{F18A34CE-7BA1-4AB4-AC08-F0EF51C5AE14}"/>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2-comparison / legend_continuation_21 / text 1">
            <a:extLst xmlns:a="http://schemas.openxmlformats.org/drawingml/2006/main">
              <a:ext uri="{FF2B5EF4-FFF2-40B4-BE49-F238E27FC236}">
                <a16:creationId xmlns:a16="http://schemas.microsoft.com/office/drawing/2014/main" id="{DFA8DEF3-F858-4EE8-AD0D-4919EA0AAEDF}"/>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2-comparison / legend_continuation_22 / path">
            <a:extLst xmlns:a="http://schemas.openxmlformats.org/drawingml/2006/main">
              <a:ext uri="{FF2B5EF4-FFF2-40B4-BE49-F238E27FC236}">
                <a16:creationId xmlns:a16="http://schemas.microsoft.com/office/drawing/2014/main" id="{1A917C4B-76C7-47FC-AE98-D15594FB3D59}"/>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2-comparison / legend_continuation_22 / arrow">
            <a:extLst xmlns:a="http://schemas.openxmlformats.org/drawingml/2006/main">
              <a:ext uri="{FF2B5EF4-FFF2-40B4-BE49-F238E27FC236}">
                <a16:creationId xmlns:a16="http://schemas.microsoft.com/office/drawing/2014/main" id="{63167A26-EA30-488C-B0DB-98643AA32B99}"/>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2-comparison / legend_continuation_23 / text 1">
            <a:extLst xmlns:a="http://schemas.openxmlformats.org/drawingml/2006/main">
              <a:ext uri="{FF2B5EF4-FFF2-40B4-BE49-F238E27FC236}">
                <a16:creationId xmlns:a16="http://schemas.microsoft.com/office/drawing/2014/main" id="{9836846A-62A5-4282-A4A8-59FE139F866C}"/>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2-comparison / legend_continuation_24 / text 1">
            <a:extLst xmlns:a="http://schemas.openxmlformats.org/drawingml/2006/main">
              <a:ext uri="{FF2B5EF4-FFF2-40B4-BE49-F238E27FC236}">
                <a16:creationId xmlns:a16="http://schemas.microsoft.com/office/drawing/2014/main" id="{E6473929-7B0E-4007-B490-588ABA408609}"/>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2-comparison / legend_continuation_25">
            <a:extLst xmlns:a="http://schemas.openxmlformats.org/drawingml/2006/main">
              <a:ext uri="{FF2B5EF4-FFF2-40B4-BE49-F238E27FC236}">
                <a16:creationId xmlns:a16="http://schemas.microsoft.com/office/drawing/2014/main" id="{9093E95D-642A-4DFF-AD44-D45B6CC360FD}"/>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2-comparison / legend_continuation_26 / text 1">
            <a:extLst xmlns:a="http://schemas.openxmlformats.org/drawingml/2006/main">
              <a:ext uri="{FF2B5EF4-FFF2-40B4-BE49-F238E27FC236}">
                <a16:creationId xmlns:a16="http://schemas.microsoft.com/office/drawing/2014/main" id="{608FF45B-9C11-4D58-B59B-9FAA8F14718E}"/>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2-comparison / legend_continuation_27 / text 1">
            <a:extLst xmlns:a="http://schemas.openxmlformats.org/drawingml/2006/main">
              <a:ext uri="{FF2B5EF4-FFF2-40B4-BE49-F238E27FC236}">
                <a16:creationId xmlns:a16="http://schemas.microsoft.com/office/drawing/2014/main" id="{051F5BE7-41E3-413F-B173-D1DE3C8E913E}"/>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2-comparison / legend_continuation_28">
            <a:extLst xmlns:a="http://schemas.openxmlformats.org/drawingml/2006/main">
              <a:ext uri="{FF2B5EF4-FFF2-40B4-BE49-F238E27FC236}">
                <a16:creationId xmlns:a16="http://schemas.microsoft.com/office/drawing/2014/main" id="{B1559AE1-FE7D-4347-A51D-37434CD47142}"/>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2-comparison / legend_continuation_29 / text 1">
            <a:extLst xmlns:a="http://schemas.openxmlformats.org/drawingml/2006/main">
              <a:ext uri="{FF2B5EF4-FFF2-40B4-BE49-F238E27FC236}">
                <a16:creationId xmlns:a16="http://schemas.microsoft.com/office/drawing/2014/main" id="{32216A94-7033-495D-BF74-04D41CFDA673}"/>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2-comparison / legend_continuation_30 / text 1">
            <a:extLst xmlns:a="http://schemas.openxmlformats.org/drawingml/2006/main">
              <a:ext uri="{FF2B5EF4-FFF2-40B4-BE49-F238E27FC236}">
                <a16:creationId xmlns:a16="http://schemas.microsoft.com/office/drawing/2014/main" id="{6B4669D8-10B0-48AB-B0EE-8C868F1C08D4}"/>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2-comparison / n72">
            <a:extLst xmlns:a="http://schemas.openxmlformats.org/drawingml/2006/main">
              <a:ext uri="{FF2B5EF4-FFF2-40B4-BE49-F238E27FC236}">
                <a16:creationId xmlns:a16="http://schemas.microsoft.com/office/drawing/2014/main" id="{3B9CE14D-5E0B-499D-88E3-52C4F3DE865C}"/>
              </a:ext>
            </a:extLst>
          </p:cNvPr>
          <p:cNvSpPr>
            <a:spLocks xmlns:a="http://schemas.openxmlformats.org/drawingml/2006/main" noGrp="1"/>
          </p:cNvSpPr>
          <p:nvPr/>
        </p:nvSpPr>
        <p:spPr>
          <a:xfrm xmlns:a="http://schemas.openxmlformats.org/drawingml/2006/main">
            <a:off x="514350" y="2724150"/>
            <a:ext cx="276225" cy="171450"/>
          </a:xfrm>
          <a:prstGeom xmlns:a="http://schemas.openxmlformats.org/drawingml/2006/main" prst="rect">
            <a:avLst/>
          </a:prstGeom>
          <a:solidFill xmlns:a="http://schemas.openxmlformats.org/drawingml/2006/main">
            <a:srgbClr val="FFFFFF"/>
          </a:solidFill>
          <a:ln xmlns:a="http://schemas.openxmlformats.org/drawingml/2006/main" w="14288">
            <a:solidFill>
              <a:srgbClr val="B8753F"/>
            </a:solidFill>
            <a:prstDash val="solid"/>
          </a:ln>
        </p:spPr>
      </p:sp>
      <p:sp>
        <p:nvSpPr>
          <p:cNvPr id="76" name="dp42-comparison / n73 / text 1">
            <a:extLst xmlns:a="http://schemas.openxmlformats.org/drawingml/2006/main">
              <a:ext uri="{FF2B5EF4-FFF2-40B4-BE49-F238E27FC236}">
                <a16:creationId xmlns:a16="http://schemas.microsoft.com/office/drawing/2014/main" id="{630AB5FD-4502-4579-9B6A-B32799D84F7F}"/>
              </a:ext>
            </a:extLst>
          </p:cNvPr>
          <p:cNvSpPr>
            <a:spLocks xmlns:a="http://schemas.openxmlformats.org/drawingml/2006/main" noGrp="1"/>
          </p:cNvSpPr>
          <p:nvPr/>
        </p:nvSpPr>
        <p:spPr>
          <a:xfrm xmlns:a="http://schemas.openxmlformats.org/drawingml/2006/main">
            <a:off x="533400" y="2743200"/>
            <a:ext cx="2381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A</a:t>
            </a:r>
          </a:p>
        </p:txBody>
      </p:sp>
      <p:sp>
        <p:nvSpPr>
          <p:cNvPr id="77" name="dp42-comparison / n74">
            <a:extLst xmlns:a="http://schemas.openxmlformats.org/drawingml/2006/main">
              <a:ext uri="{FF2B5EF4-FFF2-40B4-BE49-F238E27FC236}">
                <a16:creationId xmlns:a16="http://schemas.microsoft.com/office/drawing/2014/main" id="{9C09DEB4-A18D-4E25-8164-657CAAD0389B}"/>
              </a:ext>
            </a:extLst>
          </p:cNvPr>
          <p:cNvSpPr>
            <a:spLocks xmlns:a="http://schemas.openxmlformats.org/drawingml/2006/main" noGrp="1"/>
          </p:cNvSpPr>
          <p:nvPr/>
        </p:nvSpPr>
        <p:spPr>
          <a:xfrm xmlns:a="http://schemas.openxmlformats.org/drawingml/2006/main">
            <a:off x="885825" y="2724150"/>
            <a:ext cx="276225" cy="171450"/>
          </a:xfrm>
          <a:prstGeom xmlns:a="http://schemas.openxmlformats.org/drawingml/2006/main" prst="rect">
            <a:avLst/>
          </a:prstGeom>
          <a:solidFill xmlns:a="http://schemas.openxmlformats.org/drawingml/2006/main">
            <a:srgbClr val="FFFFFF"/>
          </a:solidFill>
          <a:ln xmlns:a="http://schemas.openxmlformats.org/drawingml/2006/main" w="14288">
            <a:solidFill>
              <a:srgbClr val="B8753F"/>
            </a:solidFill>
            <a:prstDash val="dash"/>
          </a:ln>
        </p:spPr>
      </p:sp>
      <p:sp>
        <p:nvSpPr>
          <p:cNvPr id="78" name="dp42-comparison / n75 / text 1">
            <a:extLst xmlns:a="http://schemas.openxmlformats.org/drawingml/2006/main">
              <a:ext uri="{FF2B5EF4-FFF2-40B4-BE49-F238E27FC236}">
                <a16:creationId xmlns:a16="http://schemas.microsoft.com/office/drawing/2014/main" id="{E68A6D15-5DC2-4D9D-965C-AF4B47397FFA}"/>
              </a:ext>
            </a:extLst>
          </p:cNvPr>
          <p:cNvSpPr>
            <a:spLocks xmlns:a="http://schemas.openxmlformats.org/drawingml/2006/main" noGrp="1"/>
          </p:cNvSpPr>
          <p:nvPr/>
        </p:nvSpPr>
        <p:spPr>
          <a:xfrm xmlns:a="http://schemas.openxmlformats.org/drawingml/2006/main">
            <a:off x="904875" y="2743200"/>
            <a:ext cx="2381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B</a:t>
            </a:r>
          </a:p>
        </p:txBody>
      </p:sp>
      <p:sp>
        <p:nvSpPr>
          <p:cNvPr id="79" name="dp42-comparison / n76 / text 1">
            <a:extLst xmlns:a="http://schemas.openxmlformats.org/drawingml/2006/main">
              <a:ext uri="{FF2B5EF4-FFF2-40B4-BE49-F238E27FC236}">
                <a16:creationId xmlns:a16="http://schemas.microsoft.com/office/drawing/2014/main" id="{43C3A445-2067-409D-A90B-A22D59D7DCE2}"/>
              </a:ext>
            </a:extLst>
          </p:cNvPr>
          <p:cNvSpPr>
            <a:spLocks xmlns:a="http://schemas.openxmlformats.org/drawingml/2006/main" noGrp="1"/>
          </p:cNvSpPr>
          <p:nvPr/>
        </p:nvSpPr>
        <p:spPr>
          <a:xfrm xmlns:a="http://schemas.openxmlformats.org/drawingml/2006/main">
            <a:off x="514350" y="29622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실행 / 저장</a:t>
            </a:r>
          </a:p>
        </p:txBody>
      </p:sp>
      <p:sp>
        <p:nvSpPr>
          <p:cNvPr id="80" name="dp42-comparison / n76 / text 2">
            <a:extLst xmlns:a="http://schemas.openxmlformats.org/drawingml/2006/main">
              <a:ext uri="{FF2B5EF4-FFF2-40B4-BE49-F238E27FC236}">
                <a16:creationId xmlns:a16="http://schemas.microsoft.com/office/drawing/2014/main" id="{74A939AF-420E-4FFA-9AE1-CAD36407FDD6}"/>
              </a:ext>
            </a:extLst>
          </p:cNvPr>
          <p:cNvSpPr>
            <a:spLocks xmlns:a="http://schemas.openxmlformats.org/drawingml/2006/main" noGrp="1"/>
          </p:cNvSpPr>
          <p:nvPr/>
        </p:nvSpPr>
        <p:spPr>
          <a:xfrm xmlns:a="http://schemas.openxmlformats.org/drawingml/2006/main">
            <a:off x="514350" y="30765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확정 경계</a:t>
            </a:r>
          </a:p>
        </p:txBody>
      </p:sp>
      <p:sp>
        <p:nvSpPr>
          <p:cNvPr id="81" name="dp42-comparison / n77">
            <a:extLst xmlns:a="http://schemas.openxmlformats.org/drawingml/2006/main">
              <a:ext uri="{FF2B5EF4-FFF2-40B4-BE49-F238E27FC236}">
                <a16:creationId xmlns:a16="http://schemas.microsoft.com/office/drawing/2014/main" id="{FFE7BD3A-F8D2-4176-AEA7-B27013253AC4}"/>
              </a:ext>
            </a:extLst>
          </p:cNvPr>
          <p:cNvSpPr>
            <a:spLocks xmlns:a="http://schemas.openxmlformats.org/drawingml/2006/main" noGrp="1"/>
          </p:cNvSpPr>
          <p:nvPr/>
        </p:nvSpPr>
        <p:spPr>
          <a:xfrm xmlns:a="http://schemas.openxmlformats.org/drawingml/2006/main">
            <a:off x="1666875" y="2409825"/>
            <a:ext cx="2571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2" name="dp42-comparison / n78 / text 1">
            <a:extLst xmlns:a="http://schemas.openxmlformats.org/drawingml/2006/main">
              <a:ext uri="{FF2B5EF4-FFF2-40B4-BE49-F238E27FC236}">
                <a16:creationId xmlns:a16="http://schemas.microsoft.com/office/drawing/2014/main" id="{837AA157-D308-4310-8CB9-23F29A6A6F06}"/>
              </a:ext>
            </a:extLst>
          </p:cNvPr>
          <p:cNvSpPr>
            <a:spLocks xmlns:a="http://schemas.openxmlformats.org/drawingml/2006/main" noGrp="1"/>
          </p:cNvSpPr>
          <p:nvPr/>
        </p:nvSpPr>
        <p:spPr>
          <a:xfrm xmlns:a="http://schemas.openxmlformats.org/drawingml/2006/main">
            <a:off x="1752600" y="24507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83" name="dp42-comparison / n81 / path">
            <a:extLst xmlns:a="http://schemas.openxmlformats.org/drawingml/2006/main">
              <a:ext uri="{FF2B5EF4-FFF2-40B4-BE49-F238E27FC236}">
                <a16:creationId xmlns:a16="http://schemas.microsoft.com/office/drawing/2014/main" id="{9913037B-F916-4EC7-BA13-96FCA33C7142}"/>
              </a:ext>
            </a:extLst>
          </p:cNvPr>
          <p:cNvSpPr>
            <a:spLocks xmlns:a="http://schemas.openxmlformats.org/drawingml/2006/main" noGrp="1"/>
          </p:cNvSpPr>
          <p:nvPr/>
        </p:nvSpPr>
        <p:spPr>
          <a:xfrm xmlns:a="http://schemas.openxmlformats.org/drawingml/2006/main">
            <a:off x="4238625" y="256222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84" name="dp42-comparison / n81 / arrow">
            <a:extLst xmlns:a="http://schemas.openxmlformats.org/drawingml/2006/main">
              <a:ext uri="{FF2B5EF4-FFF2-40B4-BE49-F238E27FC236}">
                <a16:creationId xmlns:a16="http://schemas.microsoft.com/office/drawing/2014/main" id="{3AF0878A-A29B-49C8-988C-0E3D5FE56286}"/>
              </a:ext>
            </a:extLst>
          </p:cNvPr>
          <p:cNvSpPr>
            <a:spLocks xmlns:a="http://schemas.openxmlformats.org/drawingml/2006/main" noGrp="1"/>
          </p:cNvSpPr>
          <p:nvPr/>
        </p:nvSpPr>
        <p:spPr>
          <a:xfrm xmlns:a="http://schemas.openxmlformats.org/drawingml/2006/main">
            <a:off x="4504944" y="2528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85" name="dp42-comparison / n86 / path">
            <a:extLst xmlns:a="http://schemas.openxmlformats.org/drawingml/2006/main">
              <a:ext uri="{FF2B5EF4-FFF2-40B4-BE49-F238E27FC236}">
                <a16:creationId xmlns:a16="http://schemas.microsoft.com/office/drawing/2014/main" id="{D3CFE383-8AE9-48FE-B1E0-DD4169A9CE5F}"/>
              </a:ext>
            </a:extLst>
          </p:cNvPr>
          <p:cNvSpPr>
            <a:spLocks xmlns:a="http://schemas.openxmlformats.org/drawingml/2006/main" noGrp="1"/>
          </p:cNvSpPr>
          <p:nvPr/>
        </p:nvSpPr>
        <p:spPr>
          <a:xfrm xmlns:a="http://schemas.openxmlformats.org/drawingml/2006/main">
            <a:off x="3105150" y="30670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6" name="dp42-comparison / n91 / path">
            <a:extLst xmlns:a="http://schemas.openxmlformats.org/drawingml/2006/main">
              <a:ext uri="{FF2B5EF4-FFF2-40B4-BE49-F238E27FC236}">
                <a16:creationId xmlns:a16="http://schemas.microsoft.com/office/drawing/2014/main" id="{0188F03C-44B2-4482-B324-A214D30B4C6B}"/>
              </a:ext>
            </a:extLst>
          </p:cNvPr>
          <p:cNvSpPr>
            <a:spLocks xmlns:a="http://schemas.openxmlformats.org/drawingml/2006/main" noGrp="1"/>
          </p:cNvSpPr>
          <p:nvPr/>
        </p:nvSpPr>
        <p:spPr>
          <a:xfrm xmlns:a="http://schemas.openxmlformats.org/drawingml/2006/main">
            <a:off x="3105150" y="3238500"/>
            <a:ext cx="4038600" cy="953"/>
          </a:xfrm>
          <a:custGeom xmlns:a="http://schemas.openxmlformats.org/drawingml/2006/main">
            <a:pathLst>
              <a:path w="4038600" h="953">
                <a:moveTo>
                  <a:pt x="0" y="0"/>
                </a:moveTo>
                <a:lnTo>
                  <a:pt x="4038600" y="0"/>
                </a:lnTo>
              </a:path>
            </a:pathLst>
          </a:custGeom>
          <a:noFill xmlns:a="http://schemas.openxmlformats.org/drawingml/2006/main"/>
          <a:ln xmlns:a="http://schemas.openxmlformats.org/drawingml/2006/main" w="10478">
            <a:solidFill>
              <a:srgbClr val="000000"/>
            </a:solidFill>
            <a:prstDash val="solid"/>
          </a:ln>
        </p:spPr>
      </p:sp>
      <p:sp>
        <p:nvSpPr>
          <p:cNvPr id="87" name="dp42-comparison / n96 / path">
            <a:extLst xmlns:a="http://schemas.openxmlformats.org/drawingml/2006/main">
              <a:ext uri="{FF2B5EF4-FFF2-40B4-BE49-F238E27FC236}">
                <a16:creationId xmlns:a16="http://schemas.microsoft.com/office/drawing/2014/main" id="{CBA7E758-9E50-4AFA-B2E3-2D30F179708F}"/>
              </a:ext>
            </a:extLst>
          </p:cNvPr>
          <p:cNvSpPr>
            <a:spLocks xmlns:a="http://schemas.openxmlformats.org/drawingml/2006/main" noGrp="1"/>
          </p:cNvSpPr>
          <p:nvPr/>
        </p:nvSpPr>
        <p:spPr>
          <a:xfrm xmlns:a="http://schemas.openxmlformats.org/drawingml/2006/main">
            <a:off x="3105150" y="34099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8" name="dp42-comparison / n101 / path">
            <a:extLst xmlns:a="http://schemas.openxmlformats.org/drawingml/2006/main">
              <a:ext uri="{FF2B5EF4-FFF2-40B4-BE49-F238E27FC236}">
                <a16:creationId xmlns:a16="http://schemas.microsoft.com/office/drawing/2014/main" id="{69624171-32C3-49C9-8F68-A03881D96B49}"/>
              </a:ext>
            </a:extLst>
          </p:cNvPr>
          <p:cNvSpPr>
            <a:spLocks xmlns:a="http://schemas.openxmlformats.org/drawingml/2006/main" noGrp="1"/>
          </p:cNvSpPr>
          <p:nvPr/>
        </p:nvSpPr>
        <p:spPr>
          <a:xfrm xmlns:a="http://schemas.openxmlformats.org/drawingml/2006/main">
            <a:off x="3105150" y="358140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9" name="dp42-comparison / n104">
            <a:extLst xmlns:a="http://schemas.openxmlformats.org/drawingml/2006/main">
              <a:ext uri="{FF2B5EF4-FFF2-40B4-BE49-F238E27FC236}">
                <a16:creationId xmlns:a16="http://schemas.microsoft.com/office/drawing/2014/main" id="{C8E1F564-614E-4D62-A23E-CA4A184213A7}"/>
              </a:ext>
            </a:extLst>
          </p:cNvPr>
          <p:cNvSpPr>
            <a:spLocks xmlns:a="http://schemas.openxmlformats.org/drawingml/2006/main" noGrp="1"/>
          </p:cNvSpPr>
          <p:nvPr/>
        </p:nvSpPr>
        <p:spPr>
          <a:xfrm xmlns:a="http://schemas.openxmlformats.org/drawingml/2006/main">
            <a:off x="1571625" y="3638550"/>
            <a:ext cx="7715250"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solid"/>
          </a:ln>
        </p:spPr>
      </p:sp>
      <p:sp>
        <p:nvSpPr>
          <p:cNvPr id="90" name="dp42-comparison / n105 / text 1">
            <a:extLst xmlns:a="http://schemas.openxmlformats.org/drawingml/2006/main">
              <a:ext uri="{FF2B5EF4-FFF2-40B4-BE49-F238E27FC236}">
                <a16:creationId xmlns:a16="http://schemas.microsoft.com/office/drawing/2014/main" id="{D15F40C0-A9EA-4127-BE09-F73BD5C737DF}"/>
              </a:ext>
            </a:extLst>
          </p:cNvPr>
          <p:cNvSpPr>
            <a:spLocks xmlns:a="http://schemas.openxmlformats.org/drawingml/2006/main" noGrp="1"/>
          </p:cNvSpPr>
          <p:nvPr/>
        </p:nvSpPr>
        <p:spPr>
          <a:xfrm xmlns:a="http://schemas.openxmlformats.org/drawingml/2006/main">
            <a:off x="1695450" y="373380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VIA Core 실행 경계</a:t>
            </a:r>
          </a:p>
        </p:txBody>
      </p:sp>
      <p:sp>
        <p:nvSpPr>
          <p:cNvPr id="91" name="dp42-comparison / n108">
            <a:extLst xmlns:a="http://schemas.openxmlformats.org/drawingml/2006/main">
              <a:ext uri="{FF2B5EF4-FFF2-40B4-BE49-F238E27FC236}">
                <a16:creationId xmlns:a16="http://schemas.microsoft.com/office/drawing/2014/main" id="{C17E54AC-B15D-4DAB-AA5C-EA6DE646183A}"/>
              </a:ext>
            </a:extLst>
          </p:cNvPr>
          <p:cNvSpPr>
            <a:spLocks xmlns:a="http://schemas.openxmlformats.org/drawingml/2006/main" noGrp="1"/>
          </p:cNvSpPr>
          <p:nvPr/>
        </p:nvSpPr>
        <p:spPr>
          <a:xfrm xmlns:a="http://schemas.openxmlformats.org/drawingml/2006/main">
            <a:off x="1714500" y="4048125"/>
            <a:ext cx="2952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2" name="dp42-comparison / n109 / text 1">
            <a:extLst xmlns:a="http://schemas.openxmlformats.org/drawingml/2006/main">
              <a:ext uri="{FF2B5EF4-FFF2-40B4-BE49-F238E27FC236}">
                <a16:creationId xmlns:a16="http://schemas.microsoft.com/office/drawing/2014/main" id="{E41D0C45-C48B-4EF1-9915-4EB45FA2B86A}"/>
              </a:ext>
            </a:extLst>
          </p:cNvPr>
          <p:cNvSpPr>
            <a:spLocks xmlns:a="http://schemas.openxmlformats.org/drawingml/2006/main" noGrp="1"/>
          </p:cNvSpPr>
          <p:nvPr/>
        </p:nvSpPr>
        <p:spPr>
          <a:xfrm xmlns:a="http://schemas.openxmlformats.org/drawingml/2006/main">
            <a:off x="1838325" y="41433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93" name="dp42-comparison / n110">
            <a:extLst xmlns:a="http://schemas.openxmlformats.org/drawingml/2006/main">
              <a:ext uri="{FF2B5EF4-FFF2-40B4-BE49-F238E27FC236}">
                <a16:creationId xmlns:a16="http://schemas.microsoft.com/office/drawing/2014/main" id="{ABD76D8D-C4C6-45FC-9D92-D545712E85EE}"/>
              </a:ext>
            </a:extLst>
          </p:cNvPr>
          <p:cNvSpPr>
            <a:spLocks xmlns:a="http://schemas.openxmlformats.org/drawingml/2006/main" noGrp="1"/>
          </p:cNvSpPr>
          <p:nvPr/>
        </p:nvSpPr>
        <p:spPr>
          <a:xfrm xmlns:a="http://schemas.openxmlformats.org/drawingml/2006/main">
            <a:off x="1809750" y="4562475"/>
            <a:ext cx="2762250" cy="2381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94" name="dp42-comparison / n111 / text 1">
            <a:extLst xmlns:a="http://schemas.openxmlformats.org/drawingml/2006/main">
              <a:ext uri="{FF2B5EF4-FFF2-40B4-BE49-F238E27FC236}">
                <a16:creationId xmlns:a16="http://schemas.microsoft.com/office/drawing/2014/main" id="{68E1B450-53E5-4C87-B368-CBB255BCBA9B}"/>
              </a:ext>
            </a:extLst>
          </p:cNvPr>
          <p:cNvSpPr>
            <a:spLocks xmlns:a="http://schemas.openxmlformats.org/drawingml/2006/main" noGrp="1"/>
          </p:cNvSpPr>
          <p:nvPr/>
        </p:nvSpPr>
        <p:spPr>
          <a:xfrm xmlns:a="http://schemas.openxmlformats.org/drawingml/2006/main">
            <a:off x="1895475" y="4612958"/>
            <a:ext cx="2590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Request Graph State</a:t>
            </a:r>
          </a:p>
        </p:txBody>
      </p:sp>
      <p:sp>
        <p:nvSpPr>
          <p:cNvPr id="95" name="dp42-comparison / n112">
            <a:extLst xmlns:a="http://schemas.openxmlformats.org/drawingml/2006/main">
              <a:ext uri="{FF2B5EF4-FFF2-40B4-BE49-F238E27FC236}">
                <a16:creationId xmlns:a16="http://schemas.microsoft.com/office/drawing/2014/main" id="{E778BD3E-EC9B-46DD-B756-D2EBEDAACC40}"/>
              </a:ext>
            </a:extLst>
          </p:cNvPr>
          <p:cNvSpPr>
            <a:spLocks xmlns:a="http://schemas.openxmlformats.org/drawingml/2006/main" noGrp="1"/>
          </p:cNvSpPr>
          <p:nvPr/>
        </p:nvSpPr>
        <p:spPr>
          <a:xfrm xmlns:a="http://schemas.openxmlformats.org/drawingml/2006/main">
            <a:off x="5953125" y="4048125"/>
            <a:ext cx="3190875"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6" name="dp42-comparison / n113 / text 1">
            <a:extLst xmlns:a="http://schemas.openxmlformats.org/drawingml/2006/main">
              <a:ext uri="{FF2B5EF4-FFF2-40B4-BE49-F238E27FC236}">
                <a16:creationId xmlns:a16="http://schemas.microsoft.com/office/drawing/2014/main" id="{D56483F7-8F36-4C24-906C-FA0192AB6AC9}"/>
              </a:ext>
            </a:extLst>
          </p:cNvPr>
          <p:cNvSpPr>
            <a:spLocks xmlns:a="http://schemas.openxmlformats.org/drawingml/2006/main" noGrp="1"/>
          </p:cNvSpPr>
          <p:nvPr/>
        </p:nvSpPr>
        <p:spPr>
          <a:xfrm xmlns:a="http://schemas.openxmlformats.org/drawingml/2006/main">
            <a:off x="6076950" y="4143375"/>
            <a:ext cx="29432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Manager</a:t>
            </a:r>
          </a:p>
        </p:txBody>
      </p:sp>
      <p:sp>
        <p:nvSpPr>
          <p:cNvPr id="97" name="dp42-comparison / n114">
            <a:extLst xmlns:a="http://schemas.openxmlformats.org/drawingml/2006/main">
              <a:ext uri="{FF2B5EF4-FFF2-40B4-BE49-F238E27FC236}">
                <a16:creationId xmlns:a16="http://schemas.microsoft.com/office/drawing/2014/main" id="{498E8CA4-D4C2-49B6-8C7E-BE109FB6932D}"/>
              </a:ext>
            </a:extLst>
          </p:cNvPr>
          <p:cNvSpPr>
            <a:spLocks xmlns:a="http://schemas.openxmlformats.org/drawingml/2006/main" noGrp="1"/>
          </p:cNvSpPr>
          <p:nvPr/>
        </p:nvSpPr>
        <p:spPr>
          <a:xfrm xmlns:a="http://schemas.openxmlformats.org/drawingml/2006/main">
            <a:off x="6096000" y="4400550"/>
            <a:ext cx="2905125"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000000"/>
            </a:solidFill>
            <a:prstDash val="solid"/>
          </a:ln>
        </p:spPr>
      </p:sp>
      <p:sp>
        <p:nvSpPr>
          <p:cNvPr id="98" name="dp42-comparison / n115 / text 1">
            <a:extLst xmlns:a="http://schemas.openxmlformats.org/drawingml/2006/main">
              <a:ext uri="{FF2B5EF4-FFF2-40B4-BE49-F238E27FC236}">
                <a16:creationId xmlns:a16="http://schemas.microsoft.com/office/drawing/2014/main" id="{E104304E-2968-40A7-BE34-FC685466C3EC}"/>
              </a:ext>
            </a:extLst>
          </p:cNvPr>
          <p:cNvSpPr>
            <a:spLocks xmlns:a="http://schemas.openxmlformats.org/drawingml/2006/main" noGrp="1"/>
          </p:cNvSpPr>
          <p:nvPr/>
        </p:nvSpPr>
        <p:spPr>
          <a:xfrm xmlns:a="http://schemas.openxmlformats.org/drawingml/2006/main">
            <a:off x="6181725" y="4418648"/>
            <a:ext cx="27336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업무 접수·전송 게이트</a:t>
            </a:r>
          </a:p>
        </p:txBody>
      </p:sp>
      <p:sp>
        <p:nvSpPr>
          <p:cNvPr id="99" name="dp42-comparison / n116">
            <a:extLst xmlns:a="http://schemas.openxmlformats.org/drawingml/2006/main">
              <a:ext uri="{FF2B5EF4-FFF2-40B4-BE49-F238E27FC236}">
                <a16:creationId xmlns:a16="http://schemas.microsoft.com/office/drawing/2014/main" id="{3B437977-0068-4314-88F2-1106BEF8EEF2}"/>
              </a:ext>
            </a:extLst>
          </p:cNvPr>
          <p:cNvSpPr>
            <a:spLocks xmlns:a="http://schemas.openxmlformats.org/drawingml/2006/main" noGrp="1"/>
          </p:cNvSpPr>
          <p:nvPr/>
        </p:nvSpPr>
        <p:spPr>
          <a:xfrm xmlns:a="http://schemas.openxmlformats.org/drawingml/2006/main">
            <a:off x="6048375" y="4743450"/>
            <a:ext cx="3000375"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00" name="dp42-comparison / n117 / text 1">
            <a:extLst xmlns:a="http://schemas.openxmlformats.org/drawingml/2006/main">
              <a:ext uri="{FF2B5EF4-FFF2-40B4-BE49-F238E27FC236}">
                <a16:creationId xmlns:a16="http://schemas.microsoft.com/office/drawing/2014/main" id="{87DCAEC1-E2DA-4F5A-B7A5-8CA86AEE08F3}"/>
              </a:ext>
            </a:extLst>
          </p:cNvPr>
          <p:cNvSpPr>
            <a:spLocks xmlns:a="http://schemas.openxmlformats.org/drawingml/2006/main" noGrp="1"/>
          </p:cNvSpPr>
          <p:nvPr/>
        </p:nvSpPr>
        <p:spPr>
          <a:xfrm xmlns:a="http://schemas.openxmlformats.org/drawingml/2006/main">
            <a:off x="6134100" y="4803458"/>
            <a:ext cx="28289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Task Command State</a:t>
            </a:r>
          </a:p>
        </p:txBody>
      </p:sp>
      <p:sp>
        <p:nvSpPr>
          <p:cNvPr id="101" name="dp42-comparison / n118">
            <a:extLst xmlns:a="http://schemas.openxmlformats.org/drawingml/2006/main">
              <a:ext uri="{FF2B5EF4-FFF2-40B4-BE49-F238E27FC236}">
                <a16:creationId xmlns:a16="http://schemas.microsoft.com/office/drawing/2014/main" id="{5CB6CF0D-2A0A-4F26-A39D-F5B762011FB1}"/>
              </a:ext>
            </a:extLst>
          </p:cNvPr>
          <p:cNvSpPr>
            <a:spLocks xmlns:a="http://schemas.openxmlformats.org/drawingml/2006/main" noGrp="1"/>
          </p:cNvSpPr>
          <p:nvPr/>
        </p:nvSpPr>
        <p:spPr>
          <a:xfrm xmlns:a="http://schemas.openxmlformats.org/drawingml/2006/main">
            <a:off x="1714500" y="5038725"/>
            <a:ext cx="295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2" name="dp42-comparison / n119 / text 1">
            <a:extLst xmlns:a="http://schemas.openxmlformats.org/drawingml/2006/main">
              <a:ext uri="{FF2B5EF4-FFF2-40B4-BE49-F238E27FC236}">
                <a16:creationId xmlns:a16="http://schemas.microsoft.com/office/drawing/2014/main" id="{0D5CE792-9E2D-4D98-A763-00A88A42AE45}"/>
              </a:ext>
            </a:extLst>
          </p:cNvPr>
          <p:cNvSpPr>
            <a:spLocks xmlns:a="http://schemas.openxmlformats.org/drawingml/2006/main" noGrp="1"/>
          </p:cNvSpPr>
          <p:nvPr/>
        </p:nvSpPr>
        <p:spPr>
          <a:xfrm xmlns:a="http://schemas.openxmlformats.org/drawingml/2006/main">
            <a:off x="1838325" y="51339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103" name="dp42-comparison / n120">
            <a:extLst xmlns:a="http://schemas.openxmlformats.org/drawingml/2006/main">
              <a:ext uri="{FF2B5EF4-FFF2-40B4-BE49-F238E27FC236}">
                <a16:creationId xmlns:a16="http://schemas.microsoft.com/office/drawing/2014/main" id="{99BE0AF7-B750-4933-B22F-76F175964965}"/>
              </a:ext>
            </a:extLst>
          </p:cNvPr>
          <p:cNvSpPr>
            <a:spLocks xmlns:a="http://schemas.openxmlformats.org/drawingml/2006/main" noGrp="1"/>
          </p:cNvSpPr>
          <p:nvPr/>
        </p:nvSpPr>
        <p:spPr>
          <a:xfrm xmlns:a="http://schemas.openxmlformats.org/drawingml/2006/main">
            <a:off x="1809750" y="5343525"/>
            <a:ext cx="2762250" cy="2476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04" name="dp42-comparison / n121 / text 1">
            <a:extLst xmlns:a="http://schemas.openxmlformats.org/drawingml/2006/main">
              <a:ext uri="{FF2B5EF4-FFF2-40B4-BE49-F238E27FC236}">
                <a16:creationId xmlns:a16="http://schemas.microsoft.com/office/drawing/2014/main" id="{0DF50C96-D71E-420E-83B3-76A934189444}"/>
              </a:ext>
            </a:extLst>
          </p:cNvPr>
          <p:cNvSpPr>
            <a:spLocks xmlns:a="http://schemas.openxmlformats.org/drawingml/2006/main" noGrp="1"/>
          </p:cNvSpPr>
          <p:nvPr/>
        </p:nvSpPr>
        <p:spPr>
          <a:xfrm xmlns:a="http://schemas.openxmlformats.org/drawingml/2006/main">
            <a:off x="1895475" y="5410200"/>
            <a:ext cx="2590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Publication Ledger</a:t>
            </a:r>
          </a:p>
        </p:txBody>
      </p:sp>
      <p:sp>
        <p:nvSpPr>
          <p:cNvPr id="105" name="dp42-comparison / n122">
            <a:extLst xmlns:a="http://schemas.openxmlformats.org/drawingml/2006/main">
              <a:ext uri="{FF2B5EF4-FFF2-40B4-BE49-F238E27FC236}">
                <a16:creationId xmlns:a16="http://schemas.microsoft.com/office/drawing/2014/main" id="{BF7AF3B0-E203-4106-BCA3-D0360648638D}"/>
              </a:ext>
            </a:extLst>
          </p:cNvPr>
          <p:cNvSpPr>
            <a:spLocks xmlns:a="http://schemas.openxmlformats.org/drawingml/2006/main" noGrp="1"/>
          </p:cNvSpPr>
          <p:nvPr/>
        </p:nvSpPr>
        <p:spPr>
          <a:xfrm xmlns:a="http://schemas.openxmlformats.org/drawingml/2006/main">
            <a:off x="5953125" y="5267325"/>
            <a:ext cx="3190875"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6" name="dp42-comparison / n123 / text 1">
            <a:extLst xmlns:a="http://schemas.openxmlformats.org/drawingml/2006/main">
              <a:ext uri="{FF2B5EF4-FFF2-40B4-BE49-F238E27FC236}">
                <a16:creationId xmlns:a16="http://schemas.microsoft.com/office/drawing/2014/main" id="{E8EEFD4C-46A9-4DCC-86F9-4A0957C14E44}"/>
              </a:ext>
            </a:extLst>
          </p:cNvPr>
          <p:cNvSpPr>
            <a:spLocks xmlns:a="http://schemas.openxmlformats.org/drawingml/2006/main" noGrp="1"/>
          </p:cNvSpPr>
          <p:nvPr/>
        </p:nvSpPr>
        <p:spPr>
          <a:xfrm xmlns:a="http://schemas.openxmlformats.org/drawingml/2006/main">
            <a:off x="6038850" y="5298758"/>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Agent Gateway</a:t>
            </a:r>
          </a:p>
        </p:txBody>
      </p:sp>
      <p:sp>
        <p:nvSpPr>
          <p:cNvPr id="107" name="dp42-comparison / n126 / path">
            <a:extLst xmlns:a="http://schemas.openxmlformats.org/drawingml/2006/main">
              <a:ext uri="{FF2B5EF4-FFF2-40B4-BE49-F238E27FC236}">
                <a16:creationId xmlns:a16="http://schemas.microsoft.com/office/drawing/2014/main" id="{D76B324A-A859-4F17-9EF4-B41332197409}"/>
              </a:ext>
            </a:extLst>
          </p:cNvPr>
          <p:cNvSpPr>
            <a:spLocks xmlns:a="http://schemas.openxmlformats.org/drawingml/2006/main" noGrp="1"/>
          </p:cNvSpPr>
          <p:nvPr/>
        </p:nvSpPr>
        <p:spPr>
          <a:xfrm xmlns:a="http://schemas.openxmlformats.org/drawingml/2006/main">
            <a:off x="1571625" y="2562225"/>
            <a:ext cx="142875" cy="1638300"/>
          </a:xfrm>
          <a:custGeom xmlns:a="http://schemas.openxmlformats.org/drawingml/2006/main">
            <a:pathLst>
              <a:path w="142875" h="1638300">
                <a:moveTo>
                  <a:pt x="95250" y="0"/>
                </a:moveTo>
                <a:lnTo>
                  <a:pt x="0" y="0"/>
                </a:lnTo>
                <a:lnTo>
                  <a:pt x="0" y="1638300"/>
                </a:lnTo>
                <a:lnTo>
                  <a:pt x="142875" y="1638300"/>
                </a:lnTo>
              </a:path>
            </a:pathLst>
          </a:custGeom>
          <a:noFill xmlns:a="http://schemas.openxmlformats.org/drawingml/2006/main"/>
          <a:ln xmlns:a="http://schemas.openxmlformats.org/drawingml/2006/main" w="10478">
            <a:solidFill>
              <a:srgbClr val="000000"/>
            </a:solidFill>
            <a:prstDash val="solid"/>
          </a:ln>
        </p:spPr>
      </p:sp>
      <p:sp>
        <p:nvSpPr>
          <p:cNvPr id="108" name="dp42-comparison / n126 / arrow">
            <a:extLst xmlns:a="http://schemas.openxmlformats.org/drawingml/2006/main">
              <a:ext uri="{FF2B5EF4-FFF2-40B4-BE49-F238E27FC236}">
                <a16:creationId xmlns:a16="http://schemas.microsoft.com/office/drawing/2014/main" id="{9CE673C1-24F4-4A17-89BB-80508663F4A0}"/>
              </a:ext>
            </a:extLst>
          </p:cNvPr>
          <p:cNvSpPr>
            <a:spLocks xmlns:a="http://schemas.openxmlformats.org/drawingml/2006/main" noGrp="1"/>
          </p:cNvSpPr>
          <p:nvPr/>
        </p:nvSpPr>
        <p:spPr>
          <a:xfrm xmlns:a="http://schemas.openxmlformats.org/drawingml/2006/main">
            <a:off x="1647444"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09" name="dp42-comparison / n127">
            <a:extLst xmlns:a="http://schemas.openxmlformats.org/drawingml/2006/main">
              <a:ext uri="{FF2B5EF4-FFF2-40B4-BE49-F238E27FC236}">
                <a16:creationId xmlns:a16="http://schemas.microsoft.com/office/drawing/2014/main" id="{E9FDA494-A21B-417B-92FA-AD3CF3C17587}"/>
              </a:ext>
            </a:extLst>
          </p:cNvPr>
          <p:cNvSpPr>
            <a:spLocks xmlns:a="http://schemas.openxmlformats.org/drawingml/2006/main" noGrp="1"/>
          </p:cNvSpPr>
          <p:nvPr/>
        </p:nvSpPr>
        <p:spPr>
          <a:xfrm xmlns:a="http://schemas.openxmlformats.org/drawingml/2006/main">
            <a:off x="5000625" y="5629275"/>
            <a:ext cx="4048125" cy="352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0" name="dp42-comparison / n128 / text 1">
            <a:extLst xmlns:a="http://schemas.openxmlformats.org/drawingml/2006/main">
              <a:ext uri="{FF2B5EF4-FFF2-40B4-BE49-F238E27FC236}">
                <a16:creationId xmlns:a16="http://schemas.microsoft.com/office/drawing/2014/main" id="{A2C9F874-61F4-41A9-84AB-517AA1BA7231}"/>
              </a:ext>
            </a:extLst>
          </p:cNvPr>
          <p:cNvSpPr>
            <a:spLocks xmlns:a="http://schemas.openxmlformats.org/drawingml/2006/main" noGrp="1"/>
          </p:cNvSpPr>
          <p:nvPr/>
        </p:nvSpPr>
        <p:spPr>
          <a:xfrm xmlns:a="http://schemas.openxmlformats.org/drawingml/2006/main">
            <a:off x="5124450" y="5724525"/>
            <a:ext cx="38004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State Store</a:t>
            </a:r>
          </a:p>
        </p:txBody>
      </p:sp>
      <p:sp>
        <p:nvSpPr>
          <p:cNvPr id="111" name="dp42-comparison / n129">
            <a:extLst xmlns:a="http://schemas.openxmlformats.org/drawingml/2006/main">
              <a:ext uri="{FF2B5EF4-FFF2-40B4-BE49-F238E27FC236}">
                <a16:creationId xmlns:a16="http://schemas.microsoft.com/office/drawing/2014/main" id="{30446C53-8530-404E-9495-2CA0509D8954}"/>
              </a:ext>
            </a:extLst>
          </p:cNvPr>
          <p:cNvSpPr>
            <a:spLocks xmlns:a="http://schemas.openxmlformats.org/drawingml/2006/main" noGrp="1"/>
          </p:cNvSpPr>
          <p:nvPr/>
        </p:nvSpPr>
        <p:spPr>
          <a:xfrm xmlns:a="http://schemas.openxmlformats.org/drawingml/2006/main">
            <a:off x="7096125" y="5676900"/>
            <a:ext cx="1809750" cy="238125"/>
          </a:xfrm>
          <a:prstGeom xmlns:a="http://schemas.openxmlformats.org/drawingml/2006/main" prst="roundRect">
            <a:avLst>
              <a:gd name="adj" fmla="val 32000"/>
            </a:avLst>
          </a:prstGeom>
          <a:solidFill xmlns:a="http://schemas.openxmlformats.org/drawingml/2006/main">
            <a:srgbClr val="FFF0DD"/>
          </a:solidFill>
          <a:ln xmlns:a="http://schemas.openxmlformats.org/drawingml/2006/main" w="17145">
            <a:solidFill>
              <a:srgbClr val="B8753F"/>
            </a:solidFill>
            <a:prstDash val="solid"/>
          </a:ln>
        </p:spPr>
      </p:sp>
      <p:sp>
        <p:nvSpPr>
          <p:cNvPr id="112" name="dp42-comparison / n130 / text 1">
            <a:extLst xmlns:a="http://schemas.openxmlformats.org/drawingml/2006/main">
              <a:ext uri="{FF2B5EF4-FFF2-40B4-BE49-F238E27FC236}">
                <a16:creationId xmlns:a16="http://schemas.microsoft.com/office/drawing/2014/main" id="{D96E1102-B49C-403B-9A6E-F6134352BA31}"/>
              </a:ext>
            </a:extLst>
          </p:cNvPr>
          <p:cNvSpPr>
            <a:spLocks xmlns:a="http://schemas.openxmlformats.org/drawingml/2006/main" noGrp="1"/>
          </p:cNvSpPr>
          <p:nvPr/>
        </p:nvSpPr>
        <p:spPr>
          <a:xfrm xmlns:a="http://schemas.openxmlformats.org/drawingml/2006/main">
            <a:off x="7181850" y="5709285"/>
            <a:ext cx="16383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트랜잭션 관리자</a:t>
            </a:r>
          </a:p>
        </p:txBody>
      </p:sp>
      <p:sp>
        <p:nvSpPr>
          <p:cNvPr id="113" name="dp42-comparison / n131 / path">
            <a:extLst xmlns:a="http://schemas.openxmlformats.org/drawingml/2006/main">
              <a:ext uri="{FF2B5EF4-FFF2-40B4-BE49-F238E27FC236}">
                <a16:creationId xmlns:a16="http://schemas.microsoft.com/office/drawing/2014/main" id="{42D787F6-E3F0-4F6C-9468-07A5E154481E}"/>
              </a:ext>
            </a:extLst>
          </p:cNvPr>
          <p:cNvSpPr>
            <a:spLocks xmlns:a="http://schemas.openxmlformats.org/drawingml/2006/main" noGrp="1"/>
          </p:cNvSpPr>
          <p:nvPr/>
        </p:nvSpPr>
        <p:spPr>
          <a:xfrm xmlns:a="http://schemas.openxmlformats.org/drawingml/2006/main">
            <a:off x="4667250" y="4371975"/>
            <a:ext cx="2952750" cy="1304925"/>
          </a:xfrm>
          <a:custGeom xmlns:a="http://schemas.openxmlformats.org/drawingml/2006/main">
            <a:pathLst>
              <a:path w="2952750" h="1304925">
                <a:moveTo>
                  <a:pt x="0" y="0"/>
                </a:moveTo>
                <a:lnTo>
                  <a:pt x="190500" y="0"/>
                </a:lnTo>
                <a:lnTo>
                  <a:pt x="190500" y="1219200"/>
                </a:lnTo>
                <a:lnTo>
                  <a:pt x="2952750" y="1219200"/>
                </a:lnTo>
                <a:lnTo>
                  <a:pt x="2952750" y="1304925"/>
                </a:lnTo>
              </a:path>
            </a:pathLst>
          </a:custGeom>
          <a:noFill xmlns:a="http://schemas.openxmlformats.org/drawingml/2006/main"/>
          <a:ln xmlns:a="http://schemas.openxmlformats.org/drawingml/2006/main" w="10478">
            <a:solidFill>
              <a:srgbClr val="000000"/>
            </a:solidFill>
            <a:prstDash val="solid"/>
          </a:ln>
        </p:spPr>
      </p:sp>
      <p:sp>
        <p:nvSpPr>
          <p:cNvPr id="114" name="dp42-comparison / n131 / arrow">
            <a:extLst xmlns:a="http://schemas.openxmlformats.org/drawingml/2006/main">
              <a:ext uri="{FF2B5EF4-FFF2-40B4-BE49-F238E27FC236}">
                <a16:creationId xmlns:a16="http://schemas.microsoft.com/office/drawing/2014/main" id="{D7BD7B37-779D-4E02-8621-6AB8328C4B8E}"/>
              </a:ext>
            </a:extLst>
          </p:cNvPr>
          <p:cNvSpPr>
            <a:spLocks xmlns:a="http://schemas.openxmlformats.org/drawingml/2006/main" noGrp="1"/>
          </p:cNvSpPr>
          <p:nvPr/>
        </p:nvSpPr>
        <p:spPr>
          <a:xfrm xmlns:a="http://schemas.openxmlformats.org/drawingml/2006/main">
            <a:off x="7586472" y="5609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5" name="dp42-comparison / n132 / path">
            <a:extLst xmlns:a="http://schemas.openxmlformats.org/drawingml/2006/main">
              <a:ext uri="{FF2B5EF4-FFF2-40B4-BE49-F238E27FC236}">
                <a16:creationId xmlns:a16="http://schemas.microsoft.com/office/drawing/2014/main" id="{D8690226-1C08-4B81-8B58-AD35C2616D17}"/>
              </a:ext>
            </a:extLst>
          </p:cNvPr>
          <p:cNvSpPr>
            <a:spLocks xmlns:a="http://schemas.openxmlformats.org/drawingml/2006/main" noGrp="1"/>
          </p:cNvSpPr>
          <p:nvPr/>
        </p:nvSpPr>
        <p:spPr>
          <a:xfrm xmlns:a="http://schemas.openxmlformats.org/drawingml/2006/main">
            <a:off x="5848350" y="4371975"/>
            <a:ext cx="2152650" cy="1304925"/>
          </a:xfrm>
          <a:custGeom xmlns:a="http://schemas.openxmlformats.org/drawingml/2006/main">
            <a:pathLst>
              <a:path w="2152650" h="1304925">
                <a:moveTo>
                  <a:pt x="104775" y="0"/>
                </a:moveTo>
                <a:lnTo>
                  <a:pt x="0" y="0"/>
                </a:lnTo>
                <a:lnTo>
                  <a:pt x="0" y="1190625"/>
                </a:lnTo>
                <a:lnTo>
                  <a:pt x="2152650" y="1190625"/>
                </a:lnTo>
                <a:lnTo>
                  <a:pt x="2152650" y="1304925"/>
                </a:lnTo>
              </a:path>
            </a:pathLst>
          </a:custGeom>
          <a:noFill xmlns:a="http://schemas.openxmlformats.org/drawingml/2006/main"/>
          <a:ln xmlns:a="http://schemas.openxmlformats.org/drawingml/2006/main" w="10478">
            <a:solidFill>
              <a:srgbClr val="000000"/>
            </a:solidFill>
            <a:prstDash val="solid"/>
          </a:ln>
        </p:spPr>
      </p:sp>
      <p:sp>
        <p:nvSpPr>
          <p:cNvPr id="116" name="dp42-comparison / n132 / arrow">
            <a:extLst xmlns:a="http://schemas.openxmlformats.org/drawingml/2006/main">
              <a:ext uri="{FF2B5EF4-FFF2-40B4-BE49-F238E27FC236}">
                <a16:creationId xmlns:a16="http://schemas.microsoft.com/office/drawing/2014/main" id="{E78CCD6D-D9B3-49F1-8AF3-35342CBD9732}"/>
              </a:ext>
            </a:extLst>
          </p:cNvPr>
          <p:cNvSpPr>
            <a:spLocks xmlns:a="http://schemas.openxmlformats.org/drawingml/2006/main" noGrp="1"/>
          </p:cNvSpPr>
          <p:nvPr/>
        </p:nvSpPr>
        <p:spPr>
          <a:xfrm xmlns:a="http://schemas.openxmlformats.org/drawingml/2006/main">
            <a:off x="7967472" y="5609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7" name="dp42-comparison / n133 / path">
            <a:extLst xmlns:a="http://schemas.openxmlformats.org/drawingml/2006/main">
              <a:ext uri="{FF2B5EF4-FFF2-40B4-BE49-F238E27FC236}">
                <a16:creationId xmlns:a16="http://schemas.microsoft.com/office/drawing/2014/main" id="{9F880A11-0AF8-44E7-807A-D388F4A7AC36}"/>
              </a:ext>
            </a:extLst>
          </p:cNvPr>
          <p:cNvSpPr>
            <a:spLocks xmlns:a="http://schemas.openxmlformats.org/drawingml/2006/main" noGrp="1"/>
          </p:cNvSpPr>
          <p:nvPr/>
        </p:nvSpPr>
        <p:spPr>
          <a:xfrm xmlns:a="http://schemas.openxmlformats.org/drawingml/2006/main">
            <a:off x="4667250" y="4314825"/>
            <a:ext cx="2428875" cy="1704975"/>
          </a:xfrm>
          <a:custGeom xmlns:a="http://schemas.openxmlformats.org/drawingml/2006/main">
            <a:pathLst>
              <a:path w="2428875" h="1704975">
                <a:moveTo>
                  <a:pt x="2428875" y="1481138"/>
                </a:moveTo>
                <a:lnTo>
                  <a:pt x="2343150" y="1481138"/>
                </a:lnTo>
                <a:lnTo>
                  <a:pt x="2343150" y="1704975"/>
                </a:lnTo>
                <a:lnTo>
                  <a:pt x="228600" y="1704975"/>
                </a:lnTo>
                <a:lnTo>
                  <a:pt x="228600" y="0"/>
                </a:lnTo>
                <a:lnTo>
                  <a:pt x="0" y="0"/>
                </a:lnTo>
              </a:path>
            </a:pathLst>
          </a:custGeom>
          <a:noFill xmlns:a="http://schemas.openxmlformats.org/drawingml/2006/main"/>
          <a:ln xmlns:a="http://schemas.openxmlformats.org/drawingml/2006/main" w="10478">
            <a:solidFill>
              <a:srgbClr val="000000"/>
            </a:solidFill>
            <a:prstDash val="dash"/>
          </a:ln>
        </p:spPr>
      </p:sp>
      <p:sp>
        <p:nvSpPr>
          <p:cNvPr id="118" name="dp42-comparison / n133 / arrow">
            <a:extLst xmlns:a="http://schemas.openxmlformats.org/drawingml/2006/main">
              <a:ext uri="{FF2B5EF4-FFF2-40B4-BE49-F238E27FC236}">
                <a16:creationId xmlns:a16="http://schemas.microsoft.com/office/drawing/2014/main" id="{71BB299B-B18C-48E1-9173-8D6CF9E6076E}"/>
              </a:ext>
            </a:extLst>
          </p:cNvPr>
          <p:cNvSpPr>
            <a:spLocks xmlns:a="http://schemas.openxmlformats.org/drawingml/2006/main" noGrp="1"/>
          </p:cNvSpPr>
          <p:nvPr/>
        </p:nvSpPr>
        <p:spPr>
          <a:xfrm xmlns:a="http://schemas.openxmlformats.org/drawingml/2006/main">
            <a:off x="4667250" y="42812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19" name="dp42-comparison / n134 / path">
            <a:extLst xmlns:a="http://schemas.openxmlformats.org/drawingml/2006/main">
              <a:ext uri="{FF2B5EF4-FFF2-40B4-BE49-F238E27FC236}">
                <a16:creationId xmlns:a16="http://schemas.microsoft.com/office/drawing/2014/main" id="{B9936ECE-56D1-4DAD-A610-A5B0B1A53E71}"/>
              </a:ext>
            </a:extLst>
          </p:cNvPr>
          <p:cNvSpPr>
            <a:spLocks xmlns:a="http://schemas.openxmlformats.org/drawingml/2006/main" noGrp="1"/>
          </p:cNvSpPr>
          <p:nvPr/>
        </p:nvSpPr>
        <p:spPr>
          <a:xfrm xmlns:a="http://schemas.openxmlformats.org/drawingml/2006/main">
            <a:off x="8905875" y="4314825"/>
            <a:ext cx="295275" cy="1481138"/>
          </a:xfrm>
          <a:custGeom xmlns:a="http://schemas.openxmlformats.org/drawingml/2006/main">
            <a:pathLst>
              <a:path w="295275" h="1481138">
                <a:moveTo>
                  <a:pt x="0" y="1481138"/>
                </a:moveTo>
                <a:lnTo>
                  <a:pt x="295275" y="1481138"/>
                </a:lnTo>
                <a:lnTo>
                  <a:pt x="295275" y="0"/>
                </a:lnTo>
                <a:lnTo>
                  <a:pt x="238125" y="0"/>
                </a:lnTo>
              </a:path>
            </a:pathLst>
          </a:custGeom>
          <a:noFill xmlns:a="http://schemas.openxmlformats.org/drawingml/2006/main"/>
          <a:ln xmlns:a="http://schemas.openxmlformats.org/drawingml/2006/main" w="10478">
            <a:solidFill>
              <a:srgbClr val="000000"/>
            </a:solidFill>
            <a:prstDash val="dash"/>
          </a:ln>
        </p:spPr>
      </p:sp>
      <p:sp>
        <p:nvSpPr>
          <p:cNvPr id="120" name="dp42-comparison / n134 / arrow">
            <a:extLst xmlns:a="http://schemas.openxmlformats.org/drawingml/2006/main">
              <a:ext uri="{FF2B5EF4-FFF2-40B4-BE49-F238E27FC236}">
                <a16:creationId xmlns:a16="http://schemas.microsoft.com/office/drawing/2014/main" id="{F66B7812-AA4F-46E1-BE63-40B18C355522}"/>
              </a:ext>
            </a:extLst>
          </p:cNvPr>
          <p:cNvSpPr>
            <a:spLocks xmlns:a="http://schemas.openxmlformats.org/drawingml/2006/main" noGrp="1"/>
          </p:cNvSpPr>
          <p:nvPr/>
        </p:nvSpPr>
        <p:spPr>
          <a:xfrm xmlns:a="http://schemas.openxmlformats.org/drawingml/2006/main">
            <a:off x="9144000" y="42812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21" name="dp42-comparison / n139 / path">
            <a:extLst xmlns:a="http://schemas.openxmlformats.org/drawingml/2006/main">
              <a:ext uri="{FF2B5EF4-FFF2-40B4-BE49-F238E27FC236}">
                <a16:creationId xmlns:a16="http://schemas.microsoft.com/office/drawing/2014/main" id="{07E4188A-1D39-4748-A87E-974458F7CD0D}"/>
              </a:ext>
            </a:extLst>
          </p:cNvPr>
          <p:cNvSpPr>
            <a:spLocks xmlns:a="http://schemas.openxmlformats.org/drawingml/2006/main" noGrp="1"/>
          </p:cNvSpPr>
          <p:nvPr/>
        </p:nvSpPr>
        <p:spPr>
          <a:xfrm xmlns:a="http://schemas.openxmlformats.org/drawingml/2006/main">
            <a:off x="7548563" y="4505325"/>
            <a:ext cx="1538288" cy="762000"/>
          </a:xfrm>
          <a:custGeom xmlns:a="http://schemas.openxmlformats.org/drawingml/2006/main">
            <a:pathLst>
              <a:path w="1538288" h="762000">
                <a:moveTo>
                  <a:pt x="1452563" y="0"/>
                </a:moveTo>
                <a:lnTo>
                  <a:pt x="1538288" y="0"/>
                </a:lnTo>
                <a:lnTo>
                  <a:pt x="1538288" y="704850"/>
                </a:lnTo>
                <a:lnTo>
                  <a:pt x="0" y="704850"/>
                </a:lnTo>
                <a:lnTo>
                  <a:pt x="0" y="762000"/>
                </a:lnTo>
              </a:path>
            </a:pathLst>
          </a:custGeom>
          <a:noFill xmlns:a="http://schemas.openxmlformats.org/drawingml/2006/main"/>
          <a:ln xmlns:a="http://schemas.openxmlformats.org/drawingml/2006/main" w="10478">
            <a:solidFill>
              <a:srgbClr val="000000"/>
            </a:solidFill>
            <a:prstDash val="solid"/>
          </a:ln>
        </p:spPr>
      </p:sp>
      <p:sp>
        <p:nvSpPr>
          <p:cNvPr id="122" name="dp42-comparison / n139 / arrow">
            <a:extLst xmlns:a="http://schemas.openxmlformats.org/drawingml/2006/main">
              <a:ext uri="{FF2B5EF4-FFF2-40B4-BE49-F238E27FC236}">
                <a16:creationId xmlns:a16="http://schemas.microsoft.com/office/drawing/2014/main" id="{65116B88-47CE-4EEA-B2CA-D858035F81B3}"/>
              </a:ext>
            </a:extLst>
          </p:cNvPr>
          <p:cNvSpPr>
            <a:spLocks xmlns:a="http://schemas.openxmlformats.org/drawingml/2006/main" noGrp="1"/>
          </p:cNvSpPr>
          <p:nvPr/>
        </p:nvSpPr>
        <p:spPr>
          <a:xfrm xmlns:a="http://schemas.openxmlformats.org/drawingml/2006/main">
            <a:off x="7515035" y="52002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23" name="dp42-comparison / n144 / path">
            <a:extLst xmlns:a="http://schemas.openxmlformats.org/drawingml/2006/main">
              <a:ext uri="{FF2B5EF4-FFF2-40B4-BE49-F238E27FC236}">
                <a16:creationId xmlns:a16="http://schemas.microsoft.com/office/drawing/2014/main" id="{9D1C015C-3DB5-41D0-853E-969CEA5A174B}"/>
              </a:ext>
            </a:extLst>
          </p:cNvPr>
          <p:cNvSpPr>
            <a:spLocks xmlns:a="http://schemas.openxmlformats.org/drawingml/2006/main" noGrp="1"/>
          </p:cNvSpPr>
          <p:nvPr/>
        </p:nvSpPr>
        <p:spPr>
          <a:xfrm xmlns:a="http://schemas.openxmlformats.org/drawingml/2006/main">
            <a:off x="1571625" y="692467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24" name="dp42-comparison / n147">
            <a:extLst xmlns:a="http://schemas.openxmlformats.org/drawingml/2006/main">
              <a:ext uri="{FF2B5EF4-FFF2-40B4-BE49-F238E27FC236}">
                <a16:creationId xmlns:a16="http://schemas.microsoft.com/office/drawing/2014/main" id="{54A04251-6D49-410A-B5C2-38618B272348}"/>
              </a:ext>
            </a:extLst>
          </p:cNvPr>
          <p:cNvSpPr>
            <a:spLocks xmlns:a="http://schemas.openxmlformats.org/drawingml/2006/main" noGrp="1"/>
          </p:cNvSpPr>
          <p:nvPr/>
        </p:nvSpPr>
        <p:spPr>
          <a:xfrm xmlns:a="http://schemas.openxmlformats.org/drawingml/2006/main">
            <a:off x="166687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2-comparison / n148 / text 1">
            <a:extLst xmlns:a="http://schemas.openxmlformats.org/drawingml/2006/main">
              <a:ext uri="{FF2B5EF4-FFF2-40B4-BE49-F238E27FC236}">
                <a16:creationId xmlns:a16="http://schemas.microsoft.com/office/drawing/2014/main" id="{9FE96EEF-2228-4487-8A3A-770F22419EAF}"/>
              </a:ext>
            </a:extLst>
          </p:cNvPr>
          <p:cNvSpPr>
            <a:spLocks xmlns:a="http://schemas.openxmlformats.org/drawingml/2006/main" noGrp="1"/>
          </p:cNvSpPr>
          <p:nvPr/>
        </p:nvSpPr>
        <p:spPr>
          <a:xfrm xmlns:a="http://schemas.openxmlformats.org/drawingml/2006/main">
            <a:off x="175260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RC / TM: 관련 변경 준비</a:t>
            </a:r>
          </a:p>
        </p:txBody>
      </p:sp>
      <p:sp>
        <p:nvSpPr>
          <p:cNvPr id="126" name="dp42-comparison / n149">
            <a:extLst xmlns:a="http://schemas.openxmlformats.org/drawingml/2006/main">
              <a:ext uri="{FF2B5EF4-FFF2-40B4-BE49-F238E27FC236}">
                <a16:creationId xmlns:a16="http://schemas.microsoft.com/office/drawing/2014/main" id="{92A7BE6D-6AB8-445F-991D-4C948EB92999}"/>
              </a:ext>
            </a:extLst>
          </p:cNvPr>
          <p:cNvSpPr>
            <a:spLocks xmlns:a="http://schemas.openxmlformats.org/drawingml/2006/main" noGrp="1"/>
          </p:cNvSpPr>
          <p:nvPr/>
        </p:nvSpPr>
        <p:spPr>
          <a:xfrm xmlns:a="http://schemas.openxmlformats.org/drawingml/2006/main">
            <a:off x="433387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7" name="dp42-comparison / n150 / text 1">
            <a:extLst xmlns:a="http://schemas.openxmlformats.org/drawingml/2006/main">
              <a:ext uri="{FF2B5EF4-FFF2-40B4-BE49-F238E27FC236}">
                <a16:creationId xmlns:a16="http://schemas.microsoft.com/office/drawing/2014/main" id="{C03DA996-CD74-43CC-813B-74C8C3611C8B}"/>
              </a:ext>
            </a:extLst>
          </p:cNvPr>
          <p:cNvSpPr>
            <a:spLocks xmlns:a="http://schemas.openxmlformats.org/drawingml/2006/main" noGrp="1"/>
          </p:cNvSpPr>
          <p:nvPr/>
        </p:nvSpPr>
        <p:spPr>
          <a:xfrm xmlns:a="http://schemas.openxmlformats.org/drawingml/2006/main">
            <a:off x="441960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트랜잭션 관리자: 공동 확정</a:t>
            </a:r>
          </a:p>
        </p:txBody>
      </p:sp>
      <p:sp>
        <p:nvSpPr>
          <p:cNvPr id="128" name="dp42-comparison / n151 / path">
            <a:extLst xmlns:a="http://schemas.openxmlformats.org/drawingml/2006/main">
              <a:ext uri="{FF2B5EF4-FFF2-40B4-BE49-F238E27FC236}">
                <a16:creationId xmlns:a16="http://schemas.microsoft.com/office/drawing/2014/main" id="{973425CA-B266-460C-A88A-C949C9D7A45D}"/>
              </a:ext>
            </a:extLst>
          </p:cNvPr>
          <p:cNvSpPr>
            <a:spLocks xmlns:a="http://schemas.openxmlformats.org/drawingml/2006/main" noGrp="1"/>
          </p:cNvSpPr>
          <p:nvPr/>
        </p:nvSpPr>
        <p:spPr>
          <a:xfrm xmlns:a="http://schemas.openxmlformats.org/drawingml/2006/main">
            <a:off x="390525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9" name="dp42-comparison / n151 / arrow">
            <a:extLst xmlns:a="http://schemas.openxmlformats.org/drawingml/2006/main">
              <a:ext uri="{FF2B5EF4-FFF2-40B4-BE49-F238E27FC236}">
                <a16:creationId xmlns:a16="http://schemas.microsoft.com/office/drawing/2014/main" id="{37DE5052-88CF-4046-8282-06CAF143B912}"/>
              </a:ext>
            </a:extLst>
          </p:cNvPr>
          <p:cNvSpPr>
            <a:spLocks xmlns:a="http://schemas.openxmlformats.org/drawingml/2006/main" noGrp="1"/>
          </p:cNvSpPr>
          <p:nvPr/>
        </p:nvSpPr>
        <p:spPr>
          <a:xfrm xmlns:a="http://schemas.openxmlformats.org/drawingml/2006/main">
            <a:off x="426681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0" name="dp42-comparison / n152">
            <a:extLst xmlns:a="http://schemas.openxmlformats.org/drawingml/2006/main">
              <a:ext uri="{FF2B5EF4-FFF2-40B4-BE49-F238E27FC236}">
                <a16:creationId xmlns:a16="http://schemas.microsoft.com/office/drawing/2014/main" id="{7441E275-B928-457A-80F9-175F72D7AFDE}"/>
              </a:ext>
            </a:extLst>
          </p:cNvPr>
          <p:cNvSpPr>
            <a:spLocks xmlns:a="http://schemas.openxmlformats.org/drawingml/2006/main" noGrp="1"/>
          </p:cNvSpPr>
          <p:nvPr/>
        </p:nvSpPr>
        <p:spPr>
          <a:xfrm xmlns:a="http://schemas.openxmlformats.org/drawingml/2006/main">
            <a:off x="7000875" y="71913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1" name="dp42-comparison / n153 / text 1">
            <a:extLst xmlns:a="http://schemas.openxmlformats.org/drawingml/2006/main">
              <a:ext uri="{FF2B5EF4-FFF2-40B4-BE49-F238E27FC236}">
                <a16:creationId xmlns:a16="http://schemas.microsoft.com/office/drawing/2014/main" id="{EA1B61BC-4E10-4704-9182-9234959BB808}"/>
              </a:ext>
            </a:extLst>
          </p:cNvPr>
          <p:cNvSpPr>
            <a:spLocks xmlns:a="http://schemas.openxmlformats.org/drawingml/2006/main" noGrp="1"/>
          </p:cNvSpPr>
          <p:nvPr/>
        </p:nvSpPr>
        <p:spPr>
          <a:xfrm xmlns:a="http://schemas.openxmlformats.org/drawingml/2006/main">
            <a:off x="7086600" y="72270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Gateway: 확정 명령 전송</a:t>
            </a:r>
          </a:p>
        </p:txBody>
      </p:sp>
      <p:sp>
        <p:nvSpPr>
          <p:cNvPr id="132" name="dp42-comparison / n154 / path">
            <a:extLst xmlns:a="http://schemas.openxmlformats.org/drawingml/2006/main">
              <a:ext uri="{FF2B5EF4-FFF2-40B4-BE49-F238E27FC236}">
                <a16:creationId xmlns:a16="http://schemas.microsoft.com/office/drawing/2014/main" id="{4229E366-E502-4FF5-9117-D446ED65A4C3}"/>
              </a:ext>
            </a:extLst>
          </p:cNvPr>
          <p:cNvSpPr>
            <a:spLocks xmlns:a="http://schemas.openxmlformats.org/drawingml/2006/main" noGrp="1"/>
          </p:cNvSpPr>
          <p:nvPr/>
        </p:nvSpPr>
        <p:spPr>
          <a:xfrm xmlns:a="http://schemas.openxmlformats.org/drawingml/2006/main">
            <a:off x="657225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3" name="dp42-comparison / n154 / arrow">
            <a:extLst xmlns:a="http://schemas.openxmlformats.org/drawingml/2006/main">
              <a:ext uri="{FF2B5EF4-FFF2-40B4-BE49-F238E27FC236}">
                <a16:creationId xmlns:a16="http://schemas.microsoft.com/office/drawing/2014/main" id="{FA8187EC-61E3-4DF5-9209-4A31DE888858}"/>
              </a:ext>
            </a:extLst>
          </p:cNvPr>
          <p:cNvSpPr>
            <a:spLocks xmlns:a="http://schemas.openxmlformats.org/drawingml/2006/main" noGrp="1"/>
          </p:cNvSpPr>
          <p:nvPr/>
        </p:nvSpPr>
        <p:spPr>
          <a:xfrm xmlns:a="http://schemas.openxmlformats.org/drawingml/2006/main">
            <a:off x="693381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4" name="dp42-comparison / n79">
            <a:extLst xmlns:a="http://schemas.openxmlformats.org/drawingml/2006/main">
              <a:ext uri="{FF2B5EF4-FFF2-40B4-BE49-F238E27FC236}">
                <a16:creationId xmlns:a16="http://schemas.microsoft.com/office/drawing/2014/main" id="{AD16CA4B-44BA-4650-AC3B-EB18900B5EB9}"/>
              </a:ext>
            </a:extLst>
          </p:cNvPr>
          <p:cNvSpPr>
            <a:spLocks xmlns:a="http://schemas.openxmlformats.org/drawingml/2006/main" noGrp="1"/>
          </p:cNvSpPr>
          <p:nvPr/>
        </p:nvSpPr>
        <p:spPr>
          <a:xfrm xmlns:a="http://schemas.openxmlformats.org/drawingml/2006/main">
            <a:off x="4572000" y="2409825"/>
            <a:ext cx="4667250" cy="304800"/>
          </a:xfrm>
          <a:custGeom xmlns:a="http://schemas.openxmlformats.org/drawingml/2006/main">
            <a:pathLst>
              <a:path w="4667250" h="304800">
                <a:moveTo>
                  <a:pt x="0" y="0"/>
                </a:moveTo>
                <a:lnTo>
                  <a:pt x="4495800" y="0"/>
                </a:lnTo>
                <a:lnTo>
                  <a:pt x="4667250" y="171450"/>
                </a:lnTo>
                <a:lnTo>
                  <a:pt x="4667250" y="304800"/>
                </a:lnTo>
                <a:lnTo>
                  <a:pt x="0" y="304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35" name="dp42-comparison / n79 / fold">
            <a:extLst xmlns:a="http://schemas.openxmlformats.org/drawingml/2006/main">
              <a:ext uri="{FF2B5EF4-FFF2-40B4-BE49-F238E27FC236}">
                <a16:creationId xmlns:a16="http://schemas.microsoft.com/office/drawing/2014/main" id="{C522FB7D-4213-4D36-AADF-5123CFD9C66B}"/>
              </a:ext>
            </a:extLst>
          </p:cNvPr>
          <p:cNvSpPr>
            <a:spLocks xmlns:a="http://schemas.openxmlformats.org/drawingml/2006/main" noGrp="1"/>
          </p:cNvSpPr>
          <p:nvPr/>
        </p:nvSpPr>
        <p:spPr>
          <a:xfrm xmlns:a="http://schemas.openxmlformats.org/drawingml/2006/main">
            <a:off x="9067800"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36" name="dp42-comparison / n80 / text 1">
            <a:extLst xmlns:a="http://schemas.openxmlformats.org/drawingml/2006/main">
              <a:ext uri="{FF2B5EF4-FFF2-40B4-BE49-F238E27FC236}">
                <a16:creationId xmlns:a16="http://schemas.microsoft.com/office/drawing/2014/main" id="{FA461BF4-6FBF-4F14-895F-BE30A498AC3F}"/>
              </a:ext>
            </a:extLst>
          </p:cNvPr>
          <p:cNvSpPr>
            <a:spLocks xmlns:a="http://schemas.openxmlformats.org/drawingml/2006/main" noGrp="1"/>
          </p:cNvSpPr>
          <p:nvPr/>
        </p:nvSpPr>
        <p:spPr>
          <a:xfrm xmlns:a="http://schemas.openxmlformats.org/drawingml/2006/main">
            <a:off x="4667250" y="2466975"/>
            <a:ext cx="4400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“응, 상반기로 해줘”</a:t>
            </a:r>
          </a:p>
        </p:txBody>
      </p:sp>
      <p:sp>
        <p:nvSpPr>
          <p:cNvPr id="137" name="dp42-comparison / n82">
            <a:extLst xmlns:a="http://schemas.openxmlformats.org/drawingml/2006/main">
              <a:ext uri="{FF2B5EF4-FFF2-40B4-BE49-F238E27FC236}">
                <a16:creationId xmlns:a16="http://schemas.microsoft.com/office/drawing/2014/main" id="{A2FF4B15-8F59-4BD4-BF96-B33CB7670804}"/>
              </a:ext>
            </a:extLst>
          </p:cNvPr>
          <p:cNvSpPr>
            <a:spLocks xmlns:a="http://schemas.openxmlformats.org/drawingml/2006/main" noGrp="1"/>
          </p:cNvSpPr>
          <p:nvPr/>
        </p:nvSpPr>
        <p:spPr>
          <a:xfrm xmlns:a="http://schemas.openxmlformats.org/drawingml/2006/main">
            <a:off x="1647825" y="2743200"/>
            <a:ext cx="433578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8" name="dp42-comparison / n83 / text 1">
            <a:extLst xmlns:a="http://schemas.openxmlformats.org/drawingml/2006/main">
              <a:ext uri="{FF2B5EF4-FFF2-40B4-BE49-F238E27FC236}">
                <a16:creationId xmlns:a16="http://schemas.microsoft.com/office/drawing/2014/main" id="{45F58B63-CBCF-4C53-86D4-DCF8D0B1BC51}"/>
              </a:ext>
            </a:extLst>
          </p:cNvPr>
          <p:cNvSpPr>
            <a:spLocks xmlns:a="http://schemas.openxmlformats.org/drawingml/2006/main" noGrp="1"/>
          </p:cNvSpPr>
          <p:nvPr/>
        </p:nvSpPr>
        <p:spPr>
          <a:xfrm xmlns:a="http://schemas.openxmlformats.org/drawingml/2006/main">
            <a:off x="1666875" y="275272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공통 장면: 보고서 기간 질문 Question1을 Publication1로 실제 제시</a:t>
            </a:r>
          </a:p>
        </p:txBody>
      </p:sp>
      <p:sp>
        <p:nvSpPr>
          <p:cNvPr id="139" name="dp42-comparison / n84">
            <a:extLst xmlns:a="http://schemas.openxmlformats.org/drawingml/2006/main">
              <a:ext uri="{FF2B5EF4-FFF2-40B4-BE49-F238E27FC236}">
                <a16:creationId xmlns:a16="http://schemas.microsoft.com/office/drawing/2014/main" id="{5EA5C5D8-0E42-43E1-A04A-34A649F3B0C4}"/>
              </a:ext>
            </a:extLst>
          </p:cNvPr>
          <p:cNvSpPr>
            <a:spLocks xmlns:a="http://schemas.openxmlformats.org/drawingml/2006/main" noGrp="1"/>
          </p:cNvSpPr>
          <p:nvPr/>
        </p:nvSpPr>
        <p:spPr>
          <a:xfrm xmlns:a="http://schemas.openxmlformats.org/drawingml/2006/main">
            <a:off x="1647825" y="2933700"/>
            <a:ext cx="9380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0" name="dp42-comparison / n85 / text 1">
            <a:extLst xmlns:a="http://schemas.openxmlformats.org/drawingml/2006/main">
              <a:ext uri="{FF2B5EF4-FFF2-40B4-BE49-F238E27FC236}">
                <a16:creationId xmlns:a16="http://schemas.microsoft.com/office/drawing/2014/main" id="{84F9F70E-1A19-4A15-825B-2C7F7E7F5B62}"/>
              </a:ext>
            </a:extLst>
          </p:cNvPr>
          <p:cNvSpPr>
            <a:spLocks xmlns:a="http://schemas.openxmlformats.org/drawingml/2006/main" noGrp="1"/>
          </p:cNvSpPr>
          <p:nvPr/>
        </p:nvSpPr>
        <p:spPr>
          <a:xfrm xmlns:a="http://schemas.openxmlformats.org/drawingml/2006/main">
            <a:off x="1666875" y="29432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Conversation1</a:t>
            </a:r>
          </a:p>
        </p:txBody>
      </p:sp>
      <p:sp>
        <p:nvSpPr>
          <p:cNvPr id="141" name="dp42-comparison / n87">
            <a:extLst xmlns:a="http://schemas.openxmlformats.org/drawingml/2006/main">
              <a:ext uri="{FF2B5EF4-FFF2-40B4-BE49-F238E27FC236}">
                <a16:creationId xmlns:a16="http://schemas.microsoft.com/office/drawing/2014/main" id="{C0B1D572-CDA3-4D55-8941-40CD66F52219}"/>
              </a:ext>
            </a:extLst>
          </p:cNvPr>
          <p:cNvSpPr>
            <a:spLocks xmlns:a="http://schemas.openxmlformats.org/drawingml/2006/main" noGrp="1"/>
          </p:cNvSpPr>
          <p:nvPr/>
        </p:nvSpPr>
        <p:spPr>
          <a:xfrm xmlns:a="http://schemas.openxmlformats.org/drawingml/2006/main">
            <a:off x="3171825" y="2924175"/>
            <a:ext cx="82638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2" name="dp42-comparison / n88 / text 1">
            <a:extLst xmlns:a="http://schemas.openxmlformats.org/drawingml/2006/main">
              <a:ext uri="{FF2B5EF4-FFF2-40B4-BE49-F238E27FC236}">
                <a16:creationId xmlns:a16="http://schemas.microsoft.com/office/drawing/2014/main" id="{EBA48700-4917-4795-A97A-FB1AA82A8B39}"/>
              </a:ext>
            </a:extLst>
          </p:cNvPr>
          <p:cNvSpPr>
            <a:spLocks xmlns:a="http://schemas.openxmlformats.org/drawingml/2006/main" noGrp="1"/>
          </p:cNvSpPr>
          <p:nvPr/>
        </p:nvSpPr>
        <p:spPr>
          <a:xfrm xmlns:a="http://schemas.openxmlformats.org/drawingml/2006/main">
            <a:off x="3190875" y="29337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대화 연결 유지</a:t>
            </a:r>
          </a:p>
        </p:txBody>
      </p:sp>
      <p:sp>
        <p:nvSpPr>
          <p:cNvPr id="143" name="dp42-comparison / n89">
            <a:extLst xmlns:a="http://schemas.openxmlformats.org/drawingml/2006/main">
              <a:ext uri="{FF2B5EF4-FFF2-40B4-BE49-F238E27FC236}">
                <a16:creationId xmlns:a16="http://schemas.microsoft.com/office/drawing/2014/main" id="{169A9E2C-895A-449A-A807-06A42BE6B6D3}"/>
              </a:ext>
            </a:extLst>
          </p:cNvPr>
          <p:cNvSpPr>
            <a:spLocks xmlns:a="http://schemas.openxmlformats.org/drawingml/2006/main" noGrp="1"/>
          </p:cNvSpPr>
          <p:nvPr/>
        </p:nvSpPr>
        <p:spPr>
          <a:xfrm xmlns:a="http://schemas.openxmlformats.org/drawingml/2006/main">
            <a:off x="1647825" y="3105150"/>
            <a:ext cx="60655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4" name="dp42-comparison / n90 / text 1">
            <a:extLst xmlns:a="http://schemas.openxmlformats.org/drawingml/2006/main">
              <a:ext uri="{FF2B5EF4-FFF2-40B4-BE49-F238E27FC236}">
                <a16:creationId xmlns:a16="http://schemas.microsoft.com/office/drawing/2014/main" id="{55CF8F50-31CE-4D12-B88F-67E4F61BF3EC}"/>
              </a:ext>
            </a:extLst>
          </p:cNvPr>
          <p:cNvSpPr>
            <a:spLocks xmlns:a="http://schemas.openxmlformats.org/drawingml/2006/main" noGrp="1"/>
          </p:cNvSpPr>
          <p:nvPr/>
        </p:nvSpPr>
        <p:spPr>
          <a:xfrm xmlns:a="http://schemas.openxmlformats.org/drawingml/2006/main">
            <a:off x="1666875" y="31146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a:t>
            </a:r>
          </a:p>
        </p:txBody>
      </p:sp>
      <p:sp>
        <p:nvSpPr>
          <p:cNvPr id="145" name="dp42-comparison / n92">
            <a:extLst xmlns:a="http://schemas.openxmlformats.org/drawingml/2006/main">
              <a:ext uri="{FF2B5EF4-FFF2-40B4-BE49-F238E27FC236}">
                <a16:creationId xmlns:a16="http://schemas.microsoft.com/office/drawing/2014/main" id="{CF5C77F4-896E-4F76-9842-A4718838CA2A}"/>
              </a:ext>
            </a:extLst>
          </p:cNvPr>
          <p:cNvSpPr>
            <a:spLocks xmlns:a="http://schemas.openxmlformats.org/drawingml/2006/main" noGrp="1"/>
          </p:cNvSpPr>
          <p:nvPr/>
        </p:nvSpPr>
        <p:spPr>
          <a:xfrm xmlns:a="http://schemas.openxmlformats.org/drawingml/2006/main">
            <a:off x="3171825" y="30956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2-comparison / n93 / text 1">
            <a:extLst xmlns:a="http://schemas.openxmlformats.org/drawingml/2006/main">
              <a:ext uri="{FF2B5EF4-FFF2-40B4-BE49-F238E27FC236}">
                <a16:creationId xmlns:a16="http://schemas.microsoft.com/office/drawing/2014/main" id="{55992C8D-FEC6-47AE-BA6C-F820B8233C49}"/>
              </a:ext>
            </a:extLst>
          </p:cNvPr>
          <p:cNvSpPr>
            <a:spLocks xmlns:a="http://schemas.openxmlformats.org/drawingml/2006/main" noGrp="1"/>
          </p:cNvSpPr>
          <p:nvPr/>
        </p:nvSpPr>
        <p:spPr>
          <a:xfrm xmlns:a="http://schemas.openxmlformats.org/drawingml/2006/main">
            <a:off x="3190875" y="31051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답변의 외부 접수 확인 후 처리 종료</a:t>
            </a:r>
          </a:p>
        </p:txBody>
      </p:sp>
      <p:sp>
        <p:nvSpPr>
          <p:cNvPr id="147" name="dp42-comparison / n94">
            <a:extLst xmlns:a="http://schemas.openxmlformats.org/drawingml/2006/main">
              <a:ext uri="{FF2B5EF4-FFF2-40B4-BE49-F238E27FC236}">
                <a16:creationId xmlns:a16="http://schemas.microsoft.com/office/drawing/2014/main" id="{096B6CC3-00E3-482F-87F2-4F2886164D48}"/>
              </a:ext>
            </a:extLst>
          </p:cNvPr>
          <p:cNvSpPr>
            <a:spLocks xmlns:a="http://schemas.openxmlformats.org/drawingml/2006/main" noGrp="1"/>
          </p:cNvSpPr>
          <p:nvPr/>
        </p:nvSpPr>
        <p:spPr>
          <a:xfrm xmlns:a="http://schemas.openxmlformats.org/drawingml/2006/main">
            <a:off x="1647825" y="3276600"/>
            <a:ext cx="4076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2-comparison / n95 / text 1">
            <a:extLst xmlns:a="http://schemas.openxmlformats.org/drawingml/2006/main">
              <a:ext uri="{FF2B5EF4-FFF2-40B4-BE49-F238E27FC236}">
                <a16:creationId xmlns:a16="http://schemas.microsoft.com/office/drawing/2014/main" id="{BFE4FE09-D03E-4CCF-9168-2BC3EFB3AB02}"/>
              </a:ext>
            </a:extLst>
          </p:cNvPr>
          <p:cNvSpPr>
            <a:spLocks xmlns:a="http://schemas.openxmlformats.org/drawingml/2006/main" noGrp="1"/>
          </p:cNvSpPr>
          <p:nvPr/>
        </p:nvSpPr>
        <p:spPr>
          <a:xfrm xmlns:a="http://schemas.openxmlformats.org/drawingml/2006/main">
            <a:off x="1666875" y="32861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a:t>
            </a:r>
          </a:p>
        </p:txBody>
      </p:sp>
      <p:sp>
        <p:nvSpPr>
          <p:cNvPr id="149" name="dp42-comparison / n97">
            <a:extLst xmlns:a="http://schemas.openxmlformats.org/drawingml/2006/main">
              <a:ext uri="{FF2B5EF4-FFF2-40B4-BE49-F238E27FC236}">
                <a16:creationId xmlns:a16="http://schemas.microsoft.com/office/drawing/2014/main" id="{5F5F1A1F-CA23-4EDF-A585-54ADB281EB5E}"/>
              </a:ext>
            </a:extLst>
          </p:cNvPr>
          <p:cNvSpPr>
            <a:spLocks xmlns:a="http://schemas.openxmlformats.org/drawingml/2006/main" noGrp="1"/>
          </p:cNvSpPr>
          <p:nvPr/>
        </p:nvSpPr>
        <p:spPr>
          <a:xfrm xmlns:a="http://schemas.openxmlformats.org/drawingml/2006/main">
            <a:off x="3171825" y="3267075"/>
            <a:ext cx="21067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0" name="dp42-comparison / n98 / text 1">
            <a:extLst xmlns:a="http://schemas.openxmlformats.org/drawingml/2006/main">
              <a:ext uri="{FF2B5EF4-FFF2-40B4-BE49-F238E27FC236}">
                <a16:creationId xmlns:a16="http://schemas.microsoft.com/office/drawing/2014/main" id="{C9CB3062-C29E-402F-8A9A-C2DD03CF6A2A}"/>
              </a:ext>
            </a:extLst>
          </p:cNvPr>
          <p:cNvSpPr>
            <a:spLocks xmlns:a="http://schemas.openxmlformats.org/drawingml/2006/main" noGrp="1"/>
          </p:cNvSpPr>
          <p:nvPr/>
        </p:nvSpPr>
        <p:spPr>
          <a:xfrm xmlns:a="http://schemas.openxmlformats.org/drawingml/2006/main">
            <a:off x="3190875" y="32766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보고서 Task는 계속 / 대화와 별도 수명</a:t>
            </a:r>
          </a:p>
        </p:txBody>
      </p:sp>
      <p:sp>
        <p:nvSpPr>
          <p:cNvPr id="151" name="dp42-comparison / n99">
            <a:extLst xmlns:a="http://schemas.openxmlformats.org/drawingml/2006/main">
              <a:ext uri="{FF2B5EF4-FFF2-40B4-BE49-F238E27FC236}">
                <a16:creationId xmlns:a16="http://schemas.microsoft.com/office/drawing/2014/main" id="{713A1F22-8B02-4D5F-9B69-50F36507FBAF}"/>
              </a:ext>
            </a:extLst>
          </p:cNvPr>
          <p:cNvSpPr>
            <a:spLocks xmlns:a="http://schemas.openxmlformats.org/drawingml/2006/main" noGrp="1"/>
          </p:cNvSpPr>
          <p:nvPr/>
        </p:nvSpPr>
        <p:spPr>
          <a:xfrm xmlns:a="http://schemas.openxmlformats.org/drawingml/2006/main">
            <a:off x="1647825" y="344805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2" name="dp42-comparison / n100 / text 1">
            <a:extLst xmlns:a="http://schemas.openxmlformats.org/drawingml/2006/main">
              <a:ext uri="{FF2B5EF4-FFF2-40B4-BE49-F238E27FC236}">
                <a16:creationId xmlns:a16="http://schemas.microsoft.com/office/drawing/2014/main" id="{E90593D7-E1B7-4756-A882-0CDB6371D309}"/>
              </a:ext>
            </a:extLst>
          </p:cNvPr>
          <p:cNvSpPr>
            <a:spLocks xmlns:a="http://schemas.openxmlformats.org/drawingml/2006/main" noGrp="1"/>
          </p:cNvSpPr>
          <p:nvPr/>
        </p:nvSpPr>
        <p:spPr>
          <a:xfrm xmlns:a="http://schemas.openxmlformats.org/drawingml/2006/main">
            <a:off x="1666875" y="34575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Execution1</a:t>
            </a:r>
          </a:p>
        </p:txBody>
      </p:sp>
      <p:sp>
        <p:nvSpPr>
          <p:cNvPr id="153" name="dp42-comparison / n102">
            <a:extLst xmlns:a="http://schemas.openxmlformats.org/drawingml/2006/main">
              <a:ext uri="{FF2B5EF4-FFF2-40B4-BE49-F238E27FC236}">
                <a16:creationId xmlns:a16="http://schemas.microsoft.com/office/drawing/2014/main" id="{82023FBA-219A-40FB-B2C5-B3FA0CB28140}"/>
              </a:ext>
            </a:extLst>
          </p:cNvPr>
          <p:cNvSpPr>
            <a:spLocks xmlns:a="http://schemas.openxmlformats.org/drawingml/2006/main" noGrp="1"/>
          </p:cNvSpPr>
          <p:nvPr/>
        </p:nvSpPr>
        <p:spPr>
          <a:xfrm xmlns:a="http://schemas.openxmlformats.org/drawingml/2006/main">
            <a:off x="3171825" y="3438525"/>
            <a:ext cx="23393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4" name="dp42-comparison / n103 / text 1">
            <a:extLst xmlns:a="http://schemas.openxmlformats.org/drawingml/2006/main">
              <a:ext uri="{FF2B5EF4-FFF2-40B4-BE49-F238E27FC236}">
                <a16:creationId xmlns:a16="http://schemas.microsoft.com/office/drawing/2014/main" id="{9819B888-F388-44B7-95D5-FF26F8CC122D}"/>
              </a:ext>
            </a:extLst>
          </p:cNvPr>
          <p:cNvSpPr>
            <a:spLocks xmlns:a="http://schemas.openxmlformats.org/drawingml/2006/main" noGrp="1"/>
          </p:cNvSpPr>
          <p:nvPr/>
        </p:nvSpPr>
        <p:spPr>
          <a:xfrm xmlns:a="http://schemas.openxmlformats.org/drawingml/2006/main">
            <a:off x="3190875" y="34480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Downstream Agent의 실제 실행은 별도 수명</a:t>
            </a:r>
          </a:p>
        </p:txBody>
      </p:sp>
      <p:sp>
        <p:nvSpPr>
          <p:cNvPr id="155" name="dp42-comparison / n106">
            <a:extLst xmlns:a="http://schemas.openxmlformats.org/drawingml/2006/main">
              <a:ext uri="{FF2B5EF4-FFF2-40B4-BE49-F238E27FC236}">
                <a16:creationId xmlns:a16="http://schemas.microsoft.com/office/drawing/2014/main" id="{CB5C5C44-7AF0-41D1-B8D7-5D72C05335F1}"/>
              </a:ext>
            </a:extLst>
          </p:cNvPr>
          <p:cNvSpPr>
            <a:spLocks xmlns:a="http://schemas.openxmlformats.org/drawingml/2006/main" noGrp="1"/>
          </p:cNvSpPr>
          <p:nvPr/>
        </p:nvSpPr>
        <p:spPr>
          <a:xfrm xmlns:a="http://schemas.openxmlformats.org/drawingml/2006/main">
            <a:off x="5029200" y="3733800"/>
            <a:ext cx="2604516"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6" name="dp42-comparison / n107 / text 1">
            <a:extLst xmlns:a="http://schemas.openxmlformats.org/drawingml/2006/main">
              <a:ext uri="{FF2B5EF4-FFF2-40B4-BE49-F238E27FC236}">
                <a16:creationId xmlns:a16="http://schemas.microsoft.com/office/drawing/2014/main" id="{82647F4E-C649-40BC-B843-2F1713879849}"/>
              </a:ext>
            </a:extLst>
          </p:cNvPr>
          <p:cNvSpPr>
            <a:spLocks xmlns:a="http://schemas.openxmlformats.org/drawingml/2006/main" noGrp="1"/>
          </p:cNvSpPr>
          <p:nvPr/>
        </p:nvSpPr>
        <p:spPr>
          <a:xfrm xmlns:a="http://schemas.openxmlformats.org/drawingml/2006/main">
            <a:off x="5048250" y="3743325"/>
            <a:ext cx="40195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모듈형 Core / 관련 변경의 한 번 확정</a:t>
            </a:r>
          </a:p>
        </p:txBody>
      </p:sp>
      <p:sp>
        <p:nvSpPr>
          <p:cNvPr id="157" name="dp42-comparison / n124">
            <a:extLst xmlns:a="http://schemas.openxmlformats.org/drawingml/2006/main">
              <a:ext uri="{FF2B5EF4-FFF2-40B4-BE49-F238E27FC236}">
                <a16:creationId xmlns:a16="http://schemas.microsoft.com/office/drawing/2014/main" id="{90C83E23-FEA0-46F1-852A-DD484405CD7D}"/>
              </a:ext>
            </a:extLst>
          </p:cNvPr>
          <p:cNvSpPr>
            <a:spLocks xmlns:a="http://schemas.openxmlformats.org/drawingml/2006/main" noGrp="1"/>
          </p:cNvSpPr>
          <p:nvPr/>
        </p:nvSpPr>
        <p:spPr>
          <a:xfrm xmlns:a="http://schemas.openxmlformats.org/drawingml/2006/main">
            <a:off x="6086475" y="5029200"/>
            <a:ext cx="219056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8" name="dp42-comparison / n125 / text 1">
            <a:extLst xmlns:a="http://schemas.openxmlformats.org/drawingml/2006/main">
              <a:ext uri="{FF2B5EF4-FFF2-40B4-BE49-F238E27FC236}">
                <a16:creationId xmlns:a16="http://schemas.microsoft.com/office/drawing/2014/main" id="{F482C8C9-219D-462D-92E7-42204C66B39C}"/>
              </a:ext>
            </a:extLst>
          </p:cNvPr>
          <p:cNvSpPr>
            <a:spLocks xmlns:a="http://schemas.openxmlformats.org/drawingml/2006/main" noGrp="1"/>
          </p:cNvSpPr>
          <p:nvPr/>
        </p:nvSpPr>
        <p:spPr>
          <a:xfrm xmlns:a="http://schemas.openxmlformats.org/drawingml/2006/main">
            <a:off x="6105525" y="5038725"/>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Task1: 보고서 / Command1: 상반기 답변</a:t>
            </a:r>
          </a:p>
        </p:txBody>
      </p:sp>
      <p:sp>
        <p:nvSpPr>
          <p:cNvPr id="159" name="dp42-comparison / n135">
            <a:extLst xmlns:a="http://schemas.openxmlformats.org/drawingml/2006/main">
              <a:ext uri="{FF2B5EF4-FFF2-40B4-BE49-F238E27FC236}">
                <a16:creationId xmlns:a16="http://schemas.microsoft.com/office/drawing/2014/main" id="{367B99DD-7F68-4CA3-8C14-E6C942A4E2F4}"/>
              </a:ext>
            </a:extLst>
          </p:cNvPr>
          <p:cNvSpPr>
            <a:spLocks xmlns:a="http://schemas.openxmlformats.org/drawingml/2006/main" noGrp="1"/>
          </p:cNvSpPr>
          <p:nvPr/>
        </p:nvSpPr>
        <p:spPr>
          <a:xfrm xmlns:a="http://schemas.openxmlformats.org/drawingml/2006/main">
            <a:off x="4838700" y="4381500"/>
            <a:ext cx="60769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0" name="dp42-comparison / n136 / text 1">
            <a:extLst xmlns:a="http://schemas.openxmlformats.org/drawingml/2006/main">
              <a:ext uri="{FF2B5EF4-FFF2-40B4-BE49-F238E27FC236}">
                <a16:creationId xmlns:a16="http://schemas.microsoft.com/office/drawing/2014/main" id="{677E3B54-98D6-41EC-95A2-A44BE50D81FB}"/>
              </a:ext>
            </a:extLst>
          </p:cNvPr>
          <p:cNvSpPr>
            <a:spLocks xmlns:a="http://schemas.openxmlformats.org/drawingml/2006/main" noGrp="1"/>
          </p:cNvSpPr>
          <p:nvPr/>
        </p:nvSpPr>
        <p:spPr>
          <a:xfrm xmlns:a="http://schemas.openxmlformats.org/drawingml/2006/main">
            <a:off x="4857750" y="4391025"/>
            <a:ext cx="10287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검증한 변경</a:t>
            </a:r>
          </a:p>
        </p:txBody>
      </p:sp>
      <p:sp>
        <p:nvSpPr>
          <p:cNvPr id="161" name="dp42-comparison / n137">
            <a:extLst xmlns:a="http://schemas.openxmlformats.org/drawingml/2006/main">
              <a:ext uri="{FF2B5EF4-FFF2-40B4-BE49-F238E27FC236}">
                <a16:creationId xmlns:a16="http://schemas.microsoft.com/office/drawing/2014/main" id="{8751B58C-698D-4834-B8A3-471B37293E8E}"/>
              </a:ext>
            </a:extLst>
          </p:cNvPr>
          <p:cNvSpPr>
            <a:spLocks xmlns:a="http://schemas.openxmlformats.org/drawingml/2006/main" noGrp="1"/>
          </p:cNvSpPr>
          <p:nvPr/>
        </p:nvSpPr>
        <p:spPr>
          <a:xfrm xmlns:a="http://schemas.openxmlformats.org/drawingml/2006/main">
            <a:off x="4838700" y="4610100"/>
            <a:ext cx="65341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2" name="dp42-comparison / n138 / text 1">
            <a:extLst xmlns:a="http://schemas.openxmlformats.org/drawingml/2006/main">
              <a:ext uri="{FF2B5EF4-FFF2-40B4-BE49-F238E27FC236}">
                <a16:creationId xmlns:a16="http://schemas.microsoft.com/office/drawing/2014/main" id="{77CB5F22-465E-4E32-905C-F67C2D1BC7F3}"/>
              </a:ext>
            </a:extLst>
          </p:cNvPr>
          <p:cNvSpPr>
            <a:spLocks xmlns:a="http://schemas.openxmlformats.org/drawingml/2006/main" noGrp="1"/>
          </p:cNvSpPr>
          <p:nvPr/>
        </p:nvSpPr>
        <p:spPr>
          <a:xfrm xmlns:a="http://schemas.openxmlformats.org/drawingml/2006/main">
            <a:off x="4857750" y="4619625"/>
            <a:ext cx="10287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같은 commit</a:t>
            </a:r>
          </a:p>
        </p:txBody>
      </p:sp>
      <p:sp>
        <p:nvSpPr>
          <p:cNvPr id="163" name="dp42-comparison / n140">
            <a:extLst xmlns:a="http://schemas.openxmlformats.org/drawingml/2006/main">
              <a:ext uri="{FF2B5EF4-FFF2-40B4-BE49-F238E27FC236}">
                <a16:creationId xmlns:a16="http://schemas.microsoft.com/office/drawing/2014/main" id="{6B2B1296-6B29-4153-817D-2D29C7108D6F}"/>
              </a:ext>
            </a:extLst>
          </p:cNvPr>
          <p:cNvSpPr>
            <a:spLocks xmlns:a="http://schemas.openxmlformats.org/drawingml/2006/main" noGrp="1"/>
          </p:cNvSpPr>
          <p:nvPr/>
        </p:nvSpPr>
        <p:spPr>
          <a:xfrm xmlns:a="http://schemas.openxmlformats.org/drawingml/2006/main">
            <a:off x="1666875" y="6191250"/>
            <a:ext cx="3238500" cy="647700"/>
          </a:xfrm>
          <a:custGeom xmlns:a="http://schemas.openxmlformats.org/drawingml/2006/main">
            <a:pathLst>
              <a:path w="3238500" h="647700">
                <a:moveTo>
                  <a:pt x="0" y="0"/>
                </a:moveTo>
                <a:lnTo>
                  <a:pt x="3067050" y="0"/>
                </a:lnTo>
                <a:lnTo>
                  <a:pt x="3238500" y="171450"/>
                </a:lnTo>
                <a:lnTo>
                  <a:pt x="3238500" y="647700"/>
                </a:lnTo>
                <a:lnTo>
                  <a:pt x="0" y="6477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4" name="dp42-comparison / n140 / fold">
            <a:extLst xmlns:a="http://schemas.openxmlformats.org/drawingml/2006/main">
              <a:ext uri="{FF2B5EF4-FFF2-40B4-BE49-F238E27FC236}">
                <a16:creationId xmlns:a16="http://schemas.microsoft.com/office/drawing/2014/main" id="{7ABC59AF-41A3-4B7F-A1DD-A5518EDD6468}"/>
              </a:ext>
            </a:extLst>
          </p:cNvPr>
          <p:cNvSpPr>
            <a:spLocks xmlns:a="http://schemas.openxmlformats.org/drawingml/2006/main" noGrp="1"/>
          </p:cNvSpPr>
          <p:nvPr/>
        </p:nvSpPr>
        <p:spPr>
          <a:xfrm xmlns:a="http://schemas.openxmlformats.org/drawingml/2006/main">
            <a:off x="473392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5" name="dp42-comparison / n141 / text 1">
            <a:extLst xmlns:a="http://schemas.openxmlformats.org/drawingml/2006/main">
              <a:ext uri="{FF2B5EF4-FFF2-40B4-BE49-F238E27FC236}">
                <a16:creationId xmlns:a16="http://schemas.microsoft.com/office/drawing/2014/main" id="{C7B6EBCE-E701-47C5-A7C2-36B79476A61E}"/>
              </a:ext>
            </a:extLst>
          </p:cNvPr>
          <p:cNvSpPr>
            <a:spLocks xmlns:a="http://schemas.openxmlformats.org/drawingml/2006/main" noGrp="1"/>
          </p:cNvSpPr>
          <p:nvPr/>
        </p:nvSpPr>
        <p:spPr>
          <a:xfrm xmlns:a="http://schemas.openxmlformats.org/drawingml/2006/main">
            <a:off x="1762125" y="624840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공동 변경 1 / Request Controller의 관계</a:t>
            </a:r>
          </a:p>
        </p:txBody>
      </p:sp>
      <p:sp>
        <p:nvSpPr>
          <p:cNvPr id="166" name="dp42-comparison / n141 / text 2">
            <a:extLst xmlns:a="http://schemas.openxmlformats.org/drawingml/2006/main">
              <a:ext uri="{FF2B5EF4-FFF2-40B4-BE49-F238E27FC236}">
                <a16:creationId xmlns:a16="http://schemas.microsoft.com/office/drawing/2014/main" id="{7ECD41CA-F053-4E48-A93F-F27C33A1387B}"/>
              </a:ext>
            </a:extLst>
          </p:cNvPr>
          <p:cNvSpPr>
            <a:spLocks xmlns:a="http://schemas.openxmlformats.org/drawingml/2006/main" noGrp="1"/>
          </p:cNvSpPr>
          <p:nvPr/>
        </p:nvSpPr>
        <p:spPr>
          <a:xfrm xmlns:a="http://schemas.openxmlformats.org/drawingml/2006/main">
            <a:off x="1762125" y="638556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 → Question1 → Task1</a:t>
            </a:r>
          </a:p>
        </p:txBody>
      </p:sp>
      <p:sp>
        <p:nvSpPr>
          <p:cNvPr id="167" name="dp42-comparison / n141 / text 3">
            <a:extLst xmlns:a="http://schemas.openxmlformats.org/drawingml/2006/main">
              <a:ext uri="{FF2B5EF4-FFF2-40B4-BE49-F238E27FC236}">
                <a16:creationId xmlns:a16="http://schemas.microsoft.com/office/drawing/2014/main" id="{CF02771E-42B1-4FC1-988D-4258B188CA8D}"/>
              </a:ext>
            </a:extLst>
          </p:cNvPr>
          <p:cNvSpPr>
            <a:spLocks xmlns:a="http://schemas.openxmlformats.org/drawingml/2006/main" noGrp="1"/>
          </p:cNvSpPr>
          <p:nvPr/>
        </p:nvSpPr>
        <p:spPr>
          <a:xfrm xmlns:a="http://schemas.openxmlformats.org/drawingml/2006/main">
            <a:off x="1762125" y="652272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사용자 답변: 상반기</a:t>
            </a:r>
          </a:p>
        </p:txBody>
      </p:sp>
      <p:sp>
        <p:nvSpPr>
          <p:cNvPr id="168" name="dp42-comparison / n141 / text 4">
            <a:extLst xmlns:a="http://schemas.openxmlformats.org/drawingml/2006/main">
              <a:ext uri="{FF2B5EF4-FFF2-40B4-BE49-F238E27FC236}">
                <a16:creationId xmlns:a16="http://schemas.microsoft.com/office/drawing/2014/main" id="{A46E05F4-68FB-4F45-9871-C043238B2655}"/>
              </a:ext>
            </a:extLst>
          </p:cNvPr>
          <p:cNvSpPr>
            <a:spLocks xmlns:a="http://schemas.openxmlformats.org/drawingml/2006/main" noGrp="1"/>
          </p:cNvSpPr>
          <p:nvPr/>
        </p:nvSpPr>
        <p:spPr>
          <a:xfrm xmlns:a="http://schemas.openxmlformats.org/drawingml/2006/main">
            <a:off x="1762125" y="665988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Command1과 연결 / 관련 변경과 함께 확정</a:t>
            </a:r>
          </a:p>
        </p:txBody>
      </p:sp>
      <p:sp>
        <p:nvSpPr>
          <p:cNvPr id="169" name="dp42-comparison / n142">
            <a:extLst xmlns:a="http://schemas.openxmlformats.org/drawingml/2006/main">
              <a:ext uri="{FF2B5EF4-FFF2-40B4-BE49-F238E27FC236}">
                <a16:creationId xmlns:a16="http://schemas.microsoft.com/office/drawing/2014/main" id="{D4532F2B-2231-4381-BB87-25ECDA962701}"/>
              </a:ext>
            </a:extLst>
          </p:cNvPr>
          <p:cNvSpPr>
            <a:spLocks xmlns:a="http://schemas.openxmlformats.org/drawingml/2006/main" noGrp="1"/>
          </p:cNvSpPr>
          <p:nvPr/>
        </p:nvSpPr>
        <p:spPr>
          <a:xfrm xmlns:a="http://schemas.openxmlformats.org/drawingml/2006/main">
            <a:off x="5667375" y="6191250"/>
            <a:ext cx="3524250" cy="647700"/>
          </a:xfrm>
          <a:custGeom xmlns:a="http://schemas.openxmlformats.org/drawingml/2006/main">
            <a:pathLst>
              <a:path w="3524250" h="647700">
                <a:moveTo>
                  <a:pt x="0" y="0"/>
                </a:moveTo>
                <a:lnTo>
                  <a:pt x="3352800" y="0"/>
                </a:lnTo>
                <a:lnTo>
                  <a:pt x="3524250" y="171450"/>
                </a:lnTo>
                <a:lnTo>
                  <a:pt x="3524250" y="647700"/>
                </a:lnTo>
                <a:lnTo>
                  <a:pt x="0" y="6477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70" name="dp42-comparison / n142 / fold">
            <a:extLst xmlns:a="http://schemas.openxmlformats.org/drawingml/2006/main">
              <a:ext uri="{FF2B5EF4-FFF2-40B4-BE49-F238E27FC236}">
                <a16:creationId xmlns:a16="http://schemas.microsoft.com/office/drawing/2014/main" id="{20E90AF9-CF73-4F5F-9848-1CFDC5DA5B0D}"/>
              </a:ext>
            </a:extLst>
          </p:cNvPr>
          <p:cNvSpPr>
            <a:spLocks xmlns:a="http://schemas.openxmlformats.org/drawingml/2006/main" noGrp="1"/>
          </p:cNvSpPr>
          <p:nvPr/>
        </p:nvSpPr>
        <p:spPr>
          <a:xfrm xmlns:a="http://schemas.openxmlformats.org/drawingml/2006/main">
            <a:off x="902017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71" name="dp42-comparison / n143 / text 1">
            <a:extLst xmlns:a="http://schemas.openxmlformats.org/drawingml/2006/main">
              <a:ext uri="{FF2B5EF4-FFF2-40B4-BE49-F238E27FC236}">
                <a16:creationId xmlns:a16="http://schemas.microsoft.com/office/drawing/2014/main" id="{719F2A39-427C-4FDE-B5B1-AE8946933F13}"/>
              </a:ext>
            </a:extLst>
          </p:cNvPr>
          <p:cNvSpPr>
            <a:spLocks xmlns:a="http://schemas.openxmlformats.org/drawingml/2006/main" noGrp="1"/>
          </p:cNvSpPr>
          <p:nvPr/>
        </p:nvSpPr>
        <p:spPr>
          <a:xfrm xmlns:a="http://schemas.openxmlformats.org/drawingml/2006/main">
            <a:off x="5762625" y="624840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공동 변경 2 / Task Manager의 상태</a:t>
            </a:r>
          </a:p>
        </p:txBody>
      </p:sp>
      <p:sp>
        <p:nvSpPr>
          <p:cNvPr id="172" name="dp42-comparison / n143 / text 2">
            <a:extLst xmlns:a="http://schemas.openxmlformats.org/drawingml/2006/main">
              <a:ext uri="{FF2B5EF4-FFF2-40B4-BE49-F238E27FC236}">
                <a16:creationId xmlns:a16="http://schemas.microsoft.com/office/drawing/2014/main" id="{42F2B34E-2F9A-4F38-93F2-58AB4D33E501}"/>
              </a:ext>
            </a:extLst>
          </p:cNvPr>
          <p:cNvSpPr>
            <a:spLocks xmlns:a="http://schemas.openxmlformats.org/drawingml/2006/main" noGrp="1"/>
          </p:cNvSpPr>
          <p:nvPr/>
        </p:nvSpPr>
        <p:spPr>
          <a:xfrm xmlns:a="http://schemas.openxmlformats.org/drawingml/2006/main">
            <a:off x="5762625" y="638556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Question1: OPEN → ANSWERED</a:t>
            </a:r>
          </a:p>
        </p:txBody>
      </p:sp>
      <p:sp>
        <p:nvSpPr>
          <p:cNvPr id="173" name="dp42-comparison / n143 / text 3">
            <a:extLst xmlns:a="http://schemas.openxmlformats.org/drawingml/2006/main">
              <a:ext uri="{FF2B5EF4-FFF2-40B4-BE49-F238E27FC236}">
                <a16:creationId xmlns:a16="http://schemas.microsoft.com/office/drawing/2014/main" id="{0FACC604-C104-435B-9F9B-AE3299FE23FC}"/>
              </a:ext>
            </a:extLst>
          </p:cNvPr>
          <p:cNvSpPr>
            <a:spLocks xmlns:a="http://schemas.openxmlformats.org/drawingml/2006/main" noGrp="1"/>
          </p:cNvSpPr>
          <p:nvPr/>
        </p:nvSpPr>
        <p:spPr>
          <a:xfrm xmlns:a="http://schemas.openxmlformats.org/drawingml/2006/main">
            <a:off x="5762625" y="652272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Command1: PENDING / payload.answer:상반기</a:t>
            </a:r>
          </a:p>
        </p:txBody>
      </p:sp>
      <p:sp>
        <p:nvSpPr>
          <p:cNvPr id="174" name="dp42-comparison / n143 / text 4">
            <a:extLst xmlns:a="http://schemas.openxmlformats.org/drawingml/2006/main">
              <a:ext uri="{FF2B5EF4-FFF2-40B4-BE49-F238E27FC236}">
                <a16:creationId xmlns:a16="http://schemas.microsoft.com/office/drawing/2014/main" id="{EB0E89DB-0395-4539-B97E-6030C7B38FD4}"/>
              </a:ext>
            </a:extLst>
          </p:cNvPr>
          <p:cNvSpPr>
            <a:spLocks xmlns:a="http://schemas.openxmlformats.org/drawingml/2006/main" noGrp="1"/>
          </p:cNvSpPr>
          <p:nvPr/>
        </p:nvSpPr>
        <p:spPr>
          <a:xfrm xmlns:a="http://schemas.openxmlformats.org/drawingml/2006/main">
            <a:off x="5762625" y="665988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성공: 모두 반영 / 충돌과 실패: 모두 미반영</a:t>
            </a:r>
          </a:p>
        </p:txBody>
      </p:sp>
      <p:sp>
        <p:nvSpPr>
          <p:cNvPr id="175" name="dp42-comparison / n145">
            <a:extLst xmlns:a="http://schemas.openxmlformats.org/drawingml/2006/main">
              <a:ext uri="{FF2B5EF4-FFF2-40B4-BE49-F238E27FC236}">
                <a16:creationId xmlns:a16="http://schemas.microsoft.com/office/drawing/2014/main" id="{7AC68273-2825-40B3-9939-09A92DFDA9C5}"/>
              </a:ext>
            </a:extLst>
          </p:cNvPr>
          <p:cNvSpPr>
            <a:spLocks xmlns:a="http://schemas.openxmlformats.org/drawingml/2006/main" noGrp="1"/>
          </p:cNvSpPr>
          <p:nvPr/>
        </p:nvSpPr>
        <p:spPr>
          <a:xfrm xmlns:a="http://schemas.openxmlformats.org/drawingml/2006/main">
            <a:off x="1647825" y="6953250"/>
            <a:ext cx="296189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6" name="dp42-comparison / n146 / text 1">
            <a:extLst xmlns:a="http://schemas.openxmlformats.org/drawingml/2006/main">
              <a:ext uri="{FF2B5EF4-FFF2-40B4-BE49-F238E27FC236}">
                <a16:creationId xmlns:a16="http://schemas.microsoft.com/office/drawing/2014/main" id="{CEEAD770-4613-474C-94A7-3F24E97C11F6}"/>
              </a:ext>
            </a:extLst>
          </p:cNvPr>
          <p:cNvSpPr>
            <a:spLocks xmlns:a="http://schemas.openxmlformats.org/drawingml/2006/main" noGrp="1"/>
          </p:cNvSpPr>
          <p:nvPr/>
        </p:nvSpPr>
        <p:spPr>
          <a:xfrm xmlns:a="http://schemas.openxmlformats.org/drawingml/2006/main">
            <a:off x="1666875" y="69627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상반기 답변의 로컬 확정</a:t>
            </a:r>
          </a:p>
        </p:txBody>
      </p:sp>
      <p:sp>
        <p:nvSpPr>
          <p:cNvPr id="177" name="dp42-comparison / n155">
            <a:extLst xmlns:a="http://schemas.openxmlformats.org/drawingml/2006/main">
              <a:ext uri="{FF2B5EF4-FFF2-40B4-BE49-F238E27FC236}">
                <a16:creationId xmlns:a16="http://schemas.microsoft.com/office/drawing/2014/main" id="{A61225C5-E548-480D-803A-342B032BDB9E}"/>
              </a:ext>
            </a:extLst>
          </p:cNvPr>
          <p:cNvSpPr>
            <a:spLocks xmlns:a="http://schemas.openxmlformats.org/drawingml/2006/main" noGrp="1"/>
          </p:cNvSpPr>
          <p:nvPr/>
        </p:nvSpPr>
        <p:spPr>
          <a:xfrm xmlns:a="http://schemas.openxmlformats.org/drawingml/2006/main">
            <a:off x="1647825" y="7448550"/>
            <a:ext cx="3101340" cy="114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8" name="dp42-comparison / n156 / text 1">
            <a:extLst xmlns:a="http://schemas.openxmlformats.org/drawingml/2006/main">
              <a:ext uri="{FF2B5EF4-FFF2-40B4-BE49-F238E27FC236}">
                <a16:creationId xmlns:a16="http://schemas.microsoft.com/office/drawing/2014/main" id="{E5308301-6EA0-4871-A95C-49CED5A43455}"/>
              </a:ext>
            </a:extLst>
          </p:cNvPr>
          <p:cNvSpPr>
            <a:spLocks xmlns:a="http://schemas.openxmlformats.org/drawingml/2006/main" noGrp="1"/>
          </p:cNvSpPr>
          <p:nvPr/>
        </p:nvSpPr>
        <p:spPr>
          <a:xfrm xmlns:a="http://schemas.openxmlformats.org/drawingml/2006/main">
            <a:off x="1666875" y="7458075"/>
            <a:ext cx="7524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충돌과 실패: 함께 미반영 / 모델과 외부 통신은 transaction 밖</a:t>
            </a:r>
          </a:p>
        </p:txBody>
      </p:sp>
      <p:sp>
        <p:nvSpPr>
          <p:cNvPr id="179" name="dp42-comparison / n157">
            <a:extLst xmlns:a="http://schemas.openxmlformats.org/drawingml/2006/main">
              <a:ext uri="{FF2B5EF4-FFF2-40B4-BE49-F238E27FC236}">
                <a16:creationId xmlns:a16="http://schemas.microsoft.com/office/drawing/2014/main" id="{791D83F5-79C2-4356-8D21-71DF34DB67E2}"/>
              </a:ext>
            </a:extLst>
          </p:cNvPr>
          <p:cNvSpPr>
            <a:spLocks xmlns:a="http://schemas.openxmlformats.org/drawingml/2006/main" noGrp="1"/>
          </p:cNvSpPr>
          <p:nvPr/>
        </p:nvSpPr>
        <p:spPr>
          <a:xfrm xmlns:a="http://schemas.openxmlformats.org/drawingml/2006/main">
            <a:off x="9953625" y="2409825"/>
            <a:ext cx="2571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0" name="dp42-comparison / n158 / text 1">
            <a:extLst xmlns:a="http://schemas.openxmlformats.org/drawingml/2006/main">
              <a:ext uri="{FF2B5EF4-FFF2-40B4-BE49-F238E27FC236}">
                <a16:creationId xmlns:a16="http://schemas.microsoft.com/office/drawing/2014/main" id="{532A65AA-E128-42E9-82CF-62AA00A47CA3}"/>
              </a:ext>
            </a:extLst>
          </p:cNvPr>
          <p:cNvSpPr>
            <a:spLocks xmlns:a="http://schemas.openxmlformats.org/drawingml/2006/main" noGrp="1"/>
          </p:cNvSpPr>
          <p:nvPr/>
        </p:nvSpPr>
        <p:spPr>
          <a:xfrm xmlns:a="http://schemas.openxmlformats.org/drawingml/2006/main">
            <a:off x="10039350" y="24507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81" name="dp42-comparison / n161 / path">
            <a:extLst xmlns:a="http://schemas.openxmlformats.org/drawingml/2006/main">
              <a:ext uri="{FF2B5EF4-FFF2-40B4-BE49-F238E27FC236}">
                <a16:creationId xmlns:a16="http://schemas.microsoft.com/office/drawing/2014/main" id="{E064153E-4331-44CE-B0D4-B0E11474ADC2}"/>
              </a:ext>
            </a:extLst>
          </p:cNvPr>
          <p:cNvSpPr>
            <a:spLocks xmlns:a="http://schemas.openxmlformats.org/drawingml/2006/main" noGrp="1"/>
          </p:cNvSpPr>
          <p:nvPr/>
        </p:nvSpPr>
        <p:spPr>
          <a:xfrm xmlns:a="http://schemas.openxmlformats.org/drawingml/2006/main">
            <a:off x="12525375" y="256222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82" name="dp42-comparison / n161 / arrow">
            <a:extLst xmlns:a="http://schemas.openxmlformats.org/drawingml/2006/main">
              <a:ext uri="{FF2B5EF4-FFF2-40B4-BE49-F238E27FC236}">
                <a16:creationId xmlns:a16="http://schemas.microsoft.com/office/drawing/2014/main" id="{455CB784-FD8D-4FD0-954C-15DF05EADA91}"/>
              </a:ext>
            </a:extLst>
          </p:cNvPr>
          <p:cNvSpPr>
            <a:spLocks xmlns:a="http://schemas.openxmlformats.org/drawingml/2006/main" noGrp="1"/>
          </p:cNvSpPr>
          <p:nvPr/>
        </p:nvSpPr>
        <p:spPr>
          <a:xfrm xmlns:a="http://schemas.openxmlformats.org/drawingml/2006/main">
            <a:off x="12791694" y="2528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3" name="dp42-comparison / n166 / path">
            <a:extLst xmlns:a="http://schemas.openxmlformats.org/drawingml/2006/main">
              <a:ext uri="{FF2B5EF4-FFF2-40B4-BE49-F238E27FC236}">
                <a16:creationId xmlns:a16="http://schemas.microsoft.com/office/drawing/2014/main" id="{D81372E8-E40C-4843-A8B7-54B443B30B5E}"/>
              </a:ext>
            </a:extLst>
          </p:cNvPr>
          <p:cNvSpPr>
            <a:spLocks xmlns:a="http://schemas.openxmlformats.org/drawingml/2006/main" noGrp="1"/>
          </p:cNvSpPr>
          <p:nvPr/>
        </p:nvSpPr>
        <p:spPr>
          <a:xfrm xmlns:a="http://schemas.openxmlformats.org/drawingml/2006/main">
            <a:off x="11391900" y="30670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4" name="dp42-comparison / n171 / path">
            <a:extLst xmlns:a="http://schemas.openxmlformats.org/drawingml/2006/main">
              <a:ext uri="{FF2B5EF4-FFF2-40B4-BE49-F238E27FC236}">
                <a16:creationId xmlns:a16="http://schemas.microsoft.com/office/drawing/2014/main" id="{F5AE7F17-9F4A-4C48-BBB1-583101B68D52}"/>
              </a:ext>
            </a:extLst>
          </p:cNvPr>
          <p:cNvSpPr>
            <a:spLocks xmlns:a="http://schemas.openxmlformats.org/drawingml/2006/main" noGrp="1"/>
          </p:cNvSpPr>
          <p:nvPr/>
        </p:nvSpPr>
        <p:spPr>
          <a:xfrm xmlns:a="http://schemas.openxmlformats.org/drawingml/2006/main">
            <a:off x="11391900" y="3238500"/>
            <a:ext cx="4038600" cy="953"/>
          </a:xfrm>
          <a:custGeom xmlns:a="http://schemas.openxmlformats.org/drawingml/2006/main">
            <a:pathLst>
              <a:path w="4038600" h="953">
                <a:moveTo>
                  <a:pt x="0" y="0"/>
                </a:moveTo>
                <a:lnTo>
                  <a:pt x="4038600" y="0"/>
                </a:lnTo>
              </a:path>
            </a:pathLst>
          </a:custGeom>
          <a:noFill xmlns:a="http://schemas.openxmlformats.org/drawingml/2006/main"/>
          <a:ln xmlns:a="http://schemas.openxmlformats.org/drawingml/2006/main" w="10478">
            <a:solidFill>
              <a:srgbClr val="000000"/>
            </a:solidFill>
            <a:prstDash val="solid"/>
          </a:ln>
        </p:spPr>
      </p:sp>
      <p:sp>
        <p:nvSpPr>
          <p:cNvPr id="185" name="dp42-comparison / n176 / path">
            <a:extLst xmlns:a="http://schemas.openxmlformats.org/drawingml/2006/main">
              <a:ext uri="{FF2B5EF4-FFF2-40B4-BE49-F238E27FC236}">
                <a16:creationId xmlns:a16="http://schemas.microsoft.com/office/drawing/2014/main" id="{4CEDAEBC-EAC5-4CBA-85B3-9628D71AE548}"/>
              </a:ext>
            </a:extLst>
          </p:cNvPr>
          <p:cNvSpPr>
            <a:spLocks xmlns:a="http://schemas.openxmlformats.org/drawingml/2006/main" noGrp="1"/>
          </p:cNvSpPr>
          <p:nvPr/>
        </p:nvSpPr>
        <p:spPr>
          <a:xfrm xmlns:a="http://schemas.openxmlformats.org/drawingml/2006/main">
            <a:off x="11391900" y="34099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6" name="dp42-comparison / n181 / path">
            <a:extLst xmlns:a="http://schemas.openxmlformats.org/drawingml/2006/main">
              <a:ext uri="{FF2B5EF4-FFF2-40B4-BE49-F238E27FC236}">
                <a16:creationId xmlns:a16="http://schemas.microsoft.com/office/drawing/2014/main" id="{5F6A1C93-EB90-48FB-9EF7-516936B3F99C}"/>
              </a:ext>
            </a:extLst>
          </p:cNvPr>
          <p:cNvSpPr>
            <a:spLocks xmlns:a="http://schemas.openxmlformats.org/drawingml/2006/main" noGrp="1"/>
          </p:cNvSpPr>
          <p:nvPr/>
        </p:nvSpPr>
        <p:spPr>
          <a:xfrm xmlns:a="http://schemas.openxmlformats.org/drawingml/2006/main">
            <a:off x="11391900" y="358140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7" name="dp42-comparison / n184">
            <a:extLst xmlns:a="http://schemas.openxmlformats.org/drawingml/2006/main">
              <a:ext uri="{FF2B5EF4-FFF2-40B4-BE49-F238E27FC236}">
                <a16:creationId xmlns:a16="http://schemas.microsoft.com/office/drawing/2014/main" id="{AE24BFCF-70C1-4324-A075-77C511392AEF}"/>
              </a:ext>
            </a:extLst>
          </p:cNvPr>
          <p:cNvSpPr>
            <a:spLocks xmlns:a="http://schemas.openxmlformats.org/drawingml/2006/main" noGrp="1"/>
          </p:cNvSpPr>
          <p:nvPr/>
        </p:nvSpPr>
        <p:spPr>
          <a:xfrm xmlns:a="http://schemas.openxmlformats.org/drawingml/2006/main">
            <a:off x="9858375" y="3638550"/>
            <a:ext cx="3238500"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188" name="dp42-comparison / n185 / text 1">
            <a:extLst xmlns:a="http://schemas.openxmlformats.org/drawingml/2006/main">
              <a:ext uri="{FF2B5EF4-FFF2-40B4-BE49-F238E27FC236}">
                <a16:creationId xmlns:a16="http://schemas.microsoft.com/office/drawing/2014/main" id="{4882C480-3525-43D4-BEED-26705EEA1431}"/>
              </a:ext>
            </a:extLst>
          </p:cNvPr>
          <p:cNvSpPr>
            <a:spLocks xmlns:a="http://schemas.openxmlformats.org/drawingml/2006/main" noGrp="1"/>
          </p:cNvSpPr>
          <p:nvPr/>
        </p:nvSpPr>
        <p:spPr>
          <a:xfrm xmlns:a="http://schemas.openxmlformats.org/drawingml/2006/main">
            <a:off x="9982200" y="3733800"/>
            <a:ext cx="29908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대화 서비스 실행 경계</a:t>
            </a:r>
          </a:p>
        </p:txBody>
      </p:sp>
      <p:sp>
        <p:nvSpPr>
          <p:cNvPr id="189" name="dp42-comparison / n186">
            <a:extLst xmlns:a="http://schemas.openxmlformats.org/drawingml/2006/main">
              <a:ext uri="{FF2B5EF4-FFF2-40B4-BE49-F238E27FC236}">
                <a16:creationId xmlns:a16="http://schemas.microsoft.com/office/drawing/2014/main" id="{5C8065C3-8809-4F7A-BE53-D92F8DF845DD}"/>
              </a:ext>
            </a:extLst>
          </p:cNvPr>
          <p:cNvSpPr>
            <a:spLocks xmlns:a="http://schemas.openxmlformats.org/drawingml/2006/main" noGrp="1"/>
          </p:cNvSpPr>
          <p:nvPr/>
        </p:nvSpPr>
        <p:spPr>
          <a:xfrm xmlns:a="http://schemas.openxmlformats.org/drawingml/2006/main">
            <a:off x="14097000" y="3638550"/>
            <a:ext cx="3476625"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190" name="dp42-comparison / n187 / text 1">
            <a:extLst xmlns:a="http://schemas.openxmlformats.org/drawingml/2006/main">
              <a:ext uri="{FF2B5EF4-FFF2-40B4-BE49-F238E27FC236}">
                <a16:creationId xmlns:a16="http://schemas.microsoft.com/office/drawing/2014/main" id="{3F994FA6-7780-4504-97D5-DDB66242BC01}"/>
              </a:ext>
            </a:extLst>
          </p:cNvPr>
          <p:cNvSpPr>
            <a:spLocks xmlns:a="http://schemas.openxmlformats.org/drawingml/2006/main" noGrp="1"/>
          </p:cNvSpPr>
          <p:nvPr/>
        </p:nvSpPr>
        <p:spPr>
          <a:xfrm xmlns:a="http://schemas.openxmlformats.org/drawingml/2006/main">
            <a:off x="14220825" y="3733800"/>
            <a:ext cx="3228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서비스 실행 경계</a:t>
            </a:r>
          </a:p>
        </p:txBody>
      </p:sp>
      <p:sp>
        <p:nvSpPr>
          <p:cNvPr id="191" name="dp42-comparison / n188">
            <a:extLst xmlns:a="http://schemas.openxmlformats.org/drawingml/2006/main">
              <a:ext uri="{FF2B5EF4-FFF2-40B4-BE49-F238E27FC236}">
                <a16:creationId xmlns:a16="http://schemas.microsoft.com/office/drawing/2014/main" id="{CDBCD7BD-8E84-44AF-A47D-F531669303A9}"/>
              </a:ext>
            </a:extLst>
          </p:cNvPr>
          <p:cNvSpPr>
            <a:spLocks xmlns:a="http://schemas.openxmlformats.org/drawingml/2006/main" noGrp="1"/>
          </p:cNvSpPr>
          <p:nvPr/>
        </p:nvSpPr>
        <p:spPr>
          <a:xfrm xmlns:a="http://schemas.openxmlformats.org/drawingml/2006/main">
            <a:off x="10001250" y="4048125"/>
            <a:ext cx="2952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2" name="dp42-comparison / n189 / text 1">
            <a:extLst xmlns:a="http://schemas.openxmlformats.org/drawingml/2006/main">
              <a:ext uri="{FF2B5EF4-FFF2-40B4-BE49-F238E27FC236}">
                <a16:creationId xmlns:a16="http://schemas.microsoft.com/office/drawing/2014/main" id="{80B0632D-CC44-4054-8667-4A3FDB587F20}"/>
              </a:ext>
            </a:extLst>
          </p:cNvPr>
          <p:cNvSpPr>
            <a:spLocks xmlns:a="http://schemas.openxmlformats.org/drawingml/2006/main" noGrp="1"/>
          </p:cNvSpPr>
          <p:nvPr/>
        </p:nvSpPr>
        <p:spPr>
          <a:xfrm xmlns:a="http://schemas.openxmlformats.org/drawingml/2006/main">
            <a:off x="10125075" y="41433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193" name="dp42-comparison / n190">
            <a:extLst xmlns:a="http://schemas.openxmlformats.org/drawingml/2006/main">
              <a:ext uri="{FF2B5EF4-FFF2-40B4-BE49-F238E27FC236}">
                <a16:creationId xmlns:a16="http://schemas.microsoft.com/office/drawing/2014/main" id="{541C4357-C268-42BD-A623-D15FD28EA415}"/>
              </a:ext>
            </a:extLst>
          </p:cNvPr>
          <p:cNvSpPr>
            <a:spLocks xmlns:a="http://schemas.openxmlformats.org/drawingml/2006/main" noGrp="1"/>
          </p:cNvSpPr>
          <p:nvPr/>
        </p:nvSpPr>
        <p:spPr>
          <a:xfrm xmlns:a="http://schemas.openxmlformats.org/drawingml/2006/main">
            <a:off x="10096500" y="4562475"/>
            <a:ext cx="2762250" cy="2381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94" name="dp42-comparison / n191 / text 1">
            <a:extLst xmlns:a="http://schemas.openxmlformats.org/drawingml/2006/main">
              <a:ext uri="{FF2B5EF4-FFF2-40B4-BE49-F238E27FC236}">
                <a16:creationId xmlns:a16="http://schemas.microsoft.com/office/drawing/2014/main" id="{52DD89B1-E134-4D60-A6CD-FDB6791EC964}"/>
              </a:ext>
            </a:extLst>
          </p:cNvPr>
          <p:cNvSpPr>
            <a:spLocks xmlns:a="http://schemas.openxmlformats.org/drawingml/2006/main" noGrp="1"/>
          </p:cNvSpPr>
          <p:nvPr/>
        </p:nvSpPr>
        <p:spPr>
          <a:xfrm xmlns:a="http://schemas.openxmlformats.org/drawingml/2006/main">
            <a:off x="10182225" y="4612958"/>
            <a:ext cx="2590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Request Graph State</a:t>
            </a:r>
          </a:p>
        </p:txBody>
      </p:sp>
      <p:sp>
        <p:nvSpPr>
          <p:cNvPr id="195" name="dp42-comparison / n192">
            <a:extLst xmlns:a="http://schemas.openxmlformats.org/drawingml/2006/main">
              <a:ext uri="{FF2B5EF4-FFF2-40B4-BE49-F238E27FC236}">
                <a16:creationId xmlns:a16="http://schemas.microsoft.com/office/drawing/2014/main" id="{8F2C2826-2412-4680-B9CB-3BD8903450A0}"/>
              </a:ext>
            </a:extLst>
          </p:cNvPr>
          <p:cNvSpPr>
            <a:spLocks xmlns:a="http://schemas.openxmlformats.org/drawingml/2006/main" noGrp="1"/>
          </p:cNvSpPr>
          <p:nvPr/>
        </p:nvSpPr>
        <p:spPr>
          <a:xfrm xmlns:a="http://schemas.openxmlformats.org/drawingml/2006/main">
            <a:off x="14239875" y="4048125"/>
            <a:ext cx="3190875"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6" name="dp42-comparison / n193 / text 1">
            <a:extLst xmlns:a="http://schemas.openxmlformats.org/drawingml/2006/main">
              <a:ext uri="{FF2B5EF4-FFF2-40B4-BE49-F238E27FC236}">
                <a16:creationId xmlns:a16="http://schemas.microsoft.com/office/drawing/2014/main" id="{C71C6D95-555B-4E11-A553-9F9F3631693F}"/>
              </a:ext>
            </a:extLst>
          </p:cNvPr>
          <p:cNvSpPr>
            <a:spLocks xmlns:a="http://schemas.openxmlformats.org/drawingml/2006/main" noGrp="1"/>
          </p:cNvSpPr>
          <p:nvPr/>
        </p:nvSpPr>
        <p:spPr>
          <a:xfrm xmlns:a="http://schemas.openxmlformats.org/drawingml/2006/main">
            <a:off x="14363700" y="4143375"/>
            <a:ext cx="29432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Manager</a:t>
            </a:r>
          </a:p>
        </p:txBody>
      </p:sp>
      <p:sp>
        <p:nvSpPr>
          <p:cNvPr id="197" name="dp42-comparison / n194">
            <a:extLst xmlns:a="http://schemas.openxmlformats.org/drawingml/2006/main">
              <a:ext uri="{FF2B5EF4-FFF2-40B4-BE49-F238E27FC236}">
                <a16:creationId xmlns:a16="http://schemas.microsoft.com/office/drawing/2014/main" id="{E2B68D76-579E-4CAC-B75B-2FAD6EE8C3C9}"/>
              </a:ext>
            </a:extLst>
          </p:cNvPr>
          <p:cNvSpPr>
            <a:spLocks xmlns:a="http://schemas.openxmlformats.org/drawingml/2006/main" noGrp="1"/>
          </p:cNvSpPr>
          <p:nvPr/>
        </p:nvSpPr>
        <p:spPr>
          <a:xfrm xmlns:a="http://schemas.openxmlformats.org/drawingml/2006/main">
            <a:off x="14382750" y="4400550"/>
            <a:ext cx="2905125" cy="209550"/>
          </a:xfrm>
          <a:prstGeom xmlns:a="http://schemas.openxmlformats.org/drawingml/2006/main" prst="roundRect">
            <a:avLst>
              <a:gd name="adj" fmla="val 36364"/>
            </a:avLst>
          </a:prstGeom>
          <a:solidFill xmlns:a="http://schemas.openxmlformats.org/drawingml/2006/main">
            <a:srgbClr val="FFF0DD"/>
          </a:solidFill>
          <a:ln xmlns:a="http://schemas.openxmlformats.org/drawingml/2006/main" w="17145">
            <a:solidFill>
              <a:srgbClr val="B8753F"/>
            </a:solidFill>
            <a:prstDash val="solid"/>
          </a:ln>
        </p:spPr>
      </p:sp>
      <p:sp>
        <p:nvSpPr>
          <p:cNvPr id="198" name="dp42-comparison / n195 / text 1">
            <a:extLst xmlns:a="http://schemas.openxmlformats.org/drawingml/2006/main">
              <a:ext uri="{FF2B5EF4-FFF2-40B4-BE49-F238E27FC236}">
                <a16:creationId xmlns:a16="http://schemas.microsoft.com/office/drawing/2014/main" id="{6AD9D561-B97F-4C4E-B082-927467C9979B}"/>
              </a:ext>
            </a:extLst>
          </p:cNvPr>
          <p:cNvSpPr>
            <a:spLocks xmlns:a="http://schemas.openxmlformats.org/drawingml/2006/main" noGrp="1"/>
          </p:cNvSpPr>
          <p:nvPr/>
        </p:nvSpPr>
        <p:spPr>
          <a:xfrm xmlns:a="http://schemas.openxmlformats.org/drawingml/2006/main">
            <a:off x="14468475" y="4418648"/>
            <a:ext cx="27336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업무 접수·전송 게이트</a:t>
            </a:r>
          </a:p>
        </p:txBody>
      </p:sp>
      <p:sp>
        <p:nvSpPr>
          <p:cNvPr id="199" name="dp42-comparison / n196">
            <a:extLst xmlns:a="http://schemas.openxmlformats.org/drawingml/2006/main">
              <a:ext uri="{FF2B5EF4-FFF2-40B4-BE49-F238E27FC236}">
                <a16:creationId xmlns:a16="http://schemas.microsoft.com/office/drawing/2014/main" id="{1CB57076-7289-4CED-ABA0-13191D572F3B}"/>
              </a:ext>
            </a:extLst>
          </p:cNvPr>
          <p:cNvSpPr>
            <a:spLocks xmlns:a="http://schemas.openxmlformats.org/drawingml/2006/main" noGrp="1"/>
          </p:cNvSpPr>
          <p:nvPr/>
        </p:nvSpPr>
        <p:spPr>
          <a:xfrm xmlns:a="http://schemas.openxmlformats.org/drawingml/2006/main">
            <a:off x="14335125" y="4743450"/>
            <a:ext cx="3000375"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0" name="dp42-comparison / n197 / text 1">
            <a:extLst xmlns:a="http://schemas.openxmlformats.org/drawingml/2006/main">
              <a:ext uri="{FF2B5EF4-FFF2-40B4-BE49-F238E27FC236}">
                <a16:creationId xmlns:a16="http://schemas.microsoft.com/office/drawing/2014/main" id="{E2BC8EFB-A77C-4059-9F50-EF29B8ACBB7E}"/>
              </a:ext>
            </a:extLst>
          </p:cNvPr>
          <p:cNvSpPr>
            <a:spLocks xmlns:a="http://schemas.openxmlformats.org/drawingml/2006/main" noGrp="1"/>
          </p:cNvSpPr>
          <p:nvPr/>
        </p:nvSpPr>
        <p:spPr>
          <a:xfrm xmlns:a="http://schemas.openxmlformats.org/drawingml/2006/main">
            <a:off x="14420850" y="4803458"/>
            <a:ext cx="28289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Task Command State</a:t>
            </a:r>
          </a:p>
        </p:txBody>
      </p:sp>
      <p:sp>
        <p:nvSpPr>
          <p:cNvPr id="201" name="dp42-comparison / n198">
            <a:extLst xmlns:a="http://schemas.openxmlformats.org/drawingml/2006/main">
              <a:ext uri="{FF2B5EF4-FFF2-40B4-BE49-F238E27FC236}">
                <a16:creationId xmlns:a16="http://schemas.microsoft.com/office/drawing/2014/main" id="{88902767-F5D0-431D-8D5B-D0FA77DE4A89}"/>
              </a:ext>
            </a:extLst>
          </p:cNvPr>
          <p:cNvSpPr>
            <a:spLocks xmlns:a="http://schemas.openxmlformats.org/drawingml/2006/main" noGrp="1"/>
          </p:cNvSpPr>
          <p:nvPr/>
        </p:nvSpPr>
        <p:spPr>
          <a:xfrm xmlns:a="http://schemas.openxmlformats.org/drawingml/2006/main">
            <a:off x="10001250" y="5038725"/>
            <a:ext cx="295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2" name="dp42-comparison / n199 / text 1">
            <a:extLst xmlns:a="http://schemas.openxmlformats.org/drawingml/2006/main">
              <a:ext uri="{FF2B5EF4-FFF2-40B4-BE49-F238E27FC236}">
                <a16:creationId xmlns:a16="http://schemas.microsoft.com/office/drawing/2014/main" id="{EF11937F-C984-4B26-BCE4-D49B48024286}"/>
              </a:ext>
            </a:extLst>
          </p:cNvPr>
          <p:cNvSpPr>
            <a:spLocks xmlns:a="http://schemas.openxmlformats.org/drawingml/2006/main" noGrp="1"/>
          </p:cNvSpPr>
          <p:nvPr/>
        </p:nvSpPr>
        <p:spPr>
          <a:xfrm xmlns:a="http://schemas.openxmlformats.org/drawingml/2006/main">
            <a:off x="10125075" y="51339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203" name="dp42-comparison / n200">
            <a:extLst xmlns:a="http://schemas.openxmlformats.org/drawingml/2006/main">
              <a:ext uri="{FF2B5EF4-FFF2-40B4-BE49-F238E27FC236}">
                <a16:creationId xmlns:a16="http://schemas.microsoft.com/office/drawing/2014/main" id="{C3CB287A-96C0-4E86-A24C-83945E974967}"/>
              </a:ext>
            </a:extLst>
          </p:cNvPr>
          <p:cNvSpPr>
            <a:spLocks xmlns:a="http://schemas.openxmlformats.org/drawingml/2006/main" noGrp="1"/>
          </p:cNvSpPr>
          <p:nvPr/>
        </p:nvSpPr>
        <p:spPr>
          <a:xfrm xmlns:a="http://schemas.openxmlformats.org/drawingml/2006/main">
            <a:off x="10096500" y="5343525"/>
            <a:ext cx="2762250" cy="2476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4" name="dp42-comparison / n201 / text 1">
            <a:extLst xmlns:a="http://schemas.openxmlformats.org/drawingml/2006/main">
              <a:ext uri="{FF2B5EF4-FFF2-40B4-BE49-F238E27FC236}">
                <a16:creationId xmlns:a16="http://schemas.microsoft.com/office/drawing/2014/main" id="{340ECB31-AC54-4EA2-BBCB-ED4944703CCF}"/>
              </a:ext>
            </a:extLst>
          </p:cNvPr>
          <p:cNvSpPr>
            <a:spLocks xmlns:a="http://schemas.openxmlformats.org/drawingml/2006/main" noGrp="1"/>
          </p:cNvSpPr>
          <p:nvPr/>
        </p:nvSpPr>
        <p:spPr>
          <a:xfrm xmlns:a="http://schemas.openxmlformats.org/drawingml/2006/main">
            <a:off x="10182225" y="5410200"/>
            <a:ext cx="2590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Publication Ledger</a:t>
            </a:r>
          </a:p>
        </p:txBody>
      </p:sp>
      <p:sp>
        <p:nvSpPr>
          <p:cNvPr id="205" name="dp42-comparison / n202">
            <a:extLst xmlns:a="http://schemas.openxmlformats.org/drawingml/2006/main">
              <a:ext uri="{FF2B5EF4-FFF2-40B4-BE49-F238E27FC236}">
                <a16:creationId xmlns:a16="http://schemas.microsoft.com/office/drawing/2014/main" id="{62A3E8C4-9C54-436D-881B-C9A3EB013333}"/>
              </a:ext>
            </a:extLst>
          </p:cNvPr>
          <p:cNvSpPr>
            <a:spLocks xmlns:a="http://schemas.openxmlformats.org/drawingml/2006/main" noGrp="1"/>
          </p:cNvSpPr>
          <p:nvPr/>
        </p:nvSpPr>
        <p:spPr>
          <a:xfrm xmlns:a="http://schemas.openxmlformats.org/drawingml/2006/main">
            <a:off x="14239875" y="5267325"/>
            <a:ext cx="3190875"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6" name="dp42-comparison / n203 / text 1">
            <a:extLst xmlns:a="http://schemas.openxmlformats.org/drawingml/2006/main">
              <a:ext uri="{FF2B5EF4-FFF2-40B4-BE49-F238E27FC236}">
                <a16:creationId xmlns:a16="http://schemas.microsoft.com/office/drawing/2014/main" id="{C72037FB-55E0-4F74-9666-989BDB529F8F}"/>
              </a:ext>
            </a:extLst>
          </p:cNvPr>
          <p:cNvSpPr>
            <a:spLocks xmlns:a="http://schemas.openxmlformats.org/drawingml/2006/main" noGrp="1"/>
          </p:cNvSpPr>
          <p:nvPr/>
        </p:nvSpPr>
        <p:spPr>
          <a:xfrm xmlns:a="http://schemas.openxmlformats.org/drawingml/2006/main">
            <a:off x="14325600" y="5298758"/>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Agent Gateway</a:t>
            </a:r>
          </a:p>
        </p:txBody>
      </p:sp>
      <p:sp>
        <p:nvSpPr>
          <p:cNvPr id="207" name="dp42-comparison / n206 / path">
            <a:extLst xmlns:a="http://schemas.openxmlformats.org/drawingml/2006/main">
              <a:ext uri="{FF2B5EF4-FFF2-40B4-BE49-F238E27FC236}">
                <a16:creationId xmlns:a16="http://schemas.microsoft.com/office/drawing/2014/main" id="{AC07CF4F-7CB4-4F5E-B325-25B5EE7DBE2E}"/>
              </a:ext>
            </a:extLst>
          </p:cNvPr>
          <p:cNvSpPr>
            <a:spLocks xmlns:a="http://schemas.openxmlformats.org/drawingml/2006/main" noGrp="1"/>
          </p:cNvSpPr>
          <p:nvPr/>
        </p:nvSpPr>
        <p:spPr>
          <a:xfrm xmlns:a="http://schemas.openxmlformats.org/drawingml/2006/main">
            <a:off x="9858375" y="2562225"/>
            <a:ext cx="142875" cy="1638300"/>
          </a:xfrm>
          <a:custGeom xmlns:a="http://schemas.openxmlformats.org/drawingml/2006/main">
            <a:pathLst>
              <a:path w="142875" h="1638300">
                <a:moveTo>
                  <a:pt x="95250" y="0"/>
                </a:moveTo>
                <a:lnTo>
                  <a:pt x="0" y="0"/>
                </a:lnTo>
                <a:lnTo>
                  <a:pt x="0" y="1638300"/>
                </a:lnTo>
                <a:lnTo>
                  <a:pt x="142875" y="1638300"/>
                </a:lnTo>
              </a:path>
            </a:pathLst>
          </a:custGeom>
          <a:noFill xmlns:a="http://schemas.openxmlformats.org/drawingml/2006/main"/>
          <a:ln xmlns:a="http://schemas.openxmlformats.org/drawingml/2006/main" w="10478">
            <a:solidFill>
              <a:srgbClr val="000000"/>
            </a:solidFill>
            <a:prstDash val="solid"/>
          </a:ln>
        </p:spPr>
      </p:sp>
      <p:sp>
        <p:nvSpPr>
          <p:cNvPr id="208" name="dp42-comparison / n206 / arrow">
            <a:extLst xmlns:a="http://schemas.openxmlformats.org/drawingml/2006/main">
              <a:ext uri="{FF2B5EF4-FFF2-40B4-BE49-F238E27FC236}">
                <a16:creationId xmlns:a16="http://schemas.microsoft.com/office/drawing/2014/main" id="{193394F1-5A9C-4139-AA33-F34C1C0239B2}"/>
              </a:ext>
            </a:extLst>
          </p:cNvPr>
          <p:cNvSpPr>
            <a:spLocks xmlns:a="http://schemas.openxmlformats.org/drawingml/2006/main" noGrp="1"/>
          </p:cNvSpPr>
          <p:nvPr/>
        </p:nvSpPr>
        <p:spPr>
          <a:xfrm xmlns:a="http://schemas.openxmlformats.org/drawingml/2006/main">
            <a:off x="9934194"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09" name="dp42-comparison / n207">
            <a:extLst xmlns:a="http://schemas.openxmlformats.org/drawingml/2006/main">
              <a:ext uri="{FF2B5EF4-FFF2-40B4-BE49-F238E27FC236}">
                <a16:creationId xmlns:a16="http://schemas.microsoft.com/office/drawing/2014/main" id="{4247294D-6B06-47DC-BAB6-08520B8C4662}"/>
              </a:ext>
            </a:extLst>
          </p:cNvPr>
          <p:cNvSpPr>
            <a:spLocks xmlns:a="http://schemas.openxmlformats.org/drawingml/2006/main" noGrp="1"/>
          </p:cNvSpPr>
          <p:nvPr/>
        </p:nvSpPr>
        <p:spPr>
          <a:xfrm xmlns:a="http://schemas.openxmlformats.org/drawingml/2006/main">
            <a:off x="10001250" y="5667375"/>
            <a:ext cx="2952750"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0" name="dp42-comparison / n208 / text 1">
            <a:extLst xmlns:a="http://schemas.openxmlformats.org/drawingml/2006/main">
              <a:ext uri="{FF2B5EF4-FFF2-40B4-BE49-F238E27FC236}">
                <a16:creationId xmlns:a16="http://schemas.microsoft.com/office/drawing/2014/main" id="{AFBFE341-9A46-4E43-BA01-52A786EB0BC1}"/>
              </a:ext>
            </a:extLst>
          </p:cNvPr>
          <p:cNvSpPr>
            <a:spLocks xmlns:a="http://schemas.openxmlformats.org/drawingml/2006/main" noGrp="1"/>
          </p:cNvSpPr>
          <p:nvPr/>
        </p:nvSpPr>
        <p:spPr>
          <a:xfrm xmlns:a="http://schemas.openxmlformats.org/drawingml/2006/main">
            <a:off x="10086975" y="5703570"/>
            <a:ext cx="2781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State Store</a:t>
            </a:r>
          </a:p>
        </p:txBody>
      </p:sp>
      <p:sp>
        <p:nvSpPr>
          <p:cNvPr id="211" name="dp42-comparison / n209">
            <a:extLst xmlns:a="http://schemas.openxmlformats.org/drawingml/2006/main">
              <a:ext uri="{FF2B5EF4-FFF2-40B4-BE49-F238E27FC236}">
                <a16:creationId xmlns:a16="http://schemas.microsoft.com/office/drawing/2014/main" id="{EF1145CC-9879-43F1-9272-14F843293CF4}"/>
              </a:ext>
            </a:extLst>
          </p:cNvPr>
          <p:cNvSpPr>
            <a:spLocks xmlns:a="http://schemas.openxmlformats.org/drawingml/2006/main" noGrp="1"/>
          </p:cNvSpPr>
          <p:nvPr/>
        </p:nvSpPr>
        <p:spPr>
          <a:xfrm xmlns:a="http://schemas.openxmlformats.org/drawingml/2006/main">
            <a:off x="14239875" y="5667375"/>
            <a:ext cx="31908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2" name="dp42-comparison / n210 / text 1">
            <a:extLst xmlns:a="http://schemas.openxmlformats.org/drawingml/2006/main">
              <a:ext uri="{FF2B5EF4-FFF2-40B4-BE49-F238E27FC236}">
                <a16:creationId xmlns:a16="http://schemas.microsoft.com/office/drawing/2014/main" id="{F11E38E7-1710-46B5-96D0-A68E701739EC}"/>
              </a:ext>
            </a:extLst>
          </p:cNvPr>
          <p:cNvSpPr>
            <a:spLocks xmlns:a="http://schemas.openxmlformats.org/drawingml/2006/main" noGrp="1"/>
          </p:cNvSpPr>
          <p:nvPr/>
        </p:nvSpPr>
        <p:spPr>
          <a:xfrm xmlns:a="http://schemas.openxmlformats.org/drawingml/2006/main">
            <a:off x="14325600" y="5703570"/>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State Store</a:t>
            </a:r>
          </a:p>
        </p:txBody>
      </p:sp>
      <p:sp>
        <p:nvSpPr>
          <p:cNvPr id="213" name="dp42-comparison / n211 / path">
            <a:extLst xmlns:a="http://schemas.openxmlformats.org/drawingml/2006/main">
              <a:ext uri="{FF2B5EF4-FFF2-40B4-BE49-F238E27FC236}">
                <a16:creationId xmlns:a16="http://schemas.microsoft.com/office/drawing/2014/main" id="{A4A48178-8D79-4D57-9455-CDF95F972256}"/>
              </a:ext>
            </a:extLst>
          </p:cNvPr>
          <p:cNvSpPr>
            <a:spLocks xmlns:a="http://schemas.openxmlformats.org/drawingml/2006/main" noGrp="1"/>
          </p:cNvSpPr>
          <p:nvPr/>
        </p:nvSpPr>
        <p:spPr>
          <a:xfrm xmlns:a="http://schemas.openxmlformats.org/drawingml/2006/main">
            <a:off x="12954000" y="4200525"/>
            <a:ext cx="1285875" cy="953"/>
          </a:xfrm>
          <a:custGeom xmlns:a="http://schemas.openxmlformats.org/drawingml/2006/main">
            <a:pathLst>
              <a:path w="1285875" h="953">
                <a:moveTo>
                  <a:pt x="0" y="0"/>
                </a:moveTo>
                <a:lnTo>
                  <a:pt x="1285875" y="0"/>
                </a:lnTo>
              </a:path>
            </a:pathLst>
          </a:custGeom>
          <a:noFill xmlns:a="http://schemas.openxmlformats.org/drawingml/2006/main"/>
          <a:ln xmlns:a="http://schemas.openxmlformats.org/drawingml/2006/main" w="10478">
            <a:solidFill>
              <a:srgbClr val="000000"/>
            </a:solidFill>
            <a:prstDash val="solid"/>
          </a:ln>
        </p:spPr>
      </p:sp>
      <p:sp>
        <p:nvSpPr>
          <p:cNvPr id="214" name="dp42-comparison / n211 / arrow">
            <a:extLst xmlns:a="http://schemas.openxmlformats.org/drawingml/2006/main">
              <a:ext uri="{FF2B5EF4-FFF2-40B4-BE49-F238E27FC236}">
                <a16:creationId xmlns:a16="http://schemas.microsoft.com/office/drawing/2014/main" id="{6332AB89-4CD8-454E-BADA-CF62F9532017}"/>
              </a:ext>
            </a:extLst>
          </p:cNvPr>
          <p:cNvSpPr>
            <a:spLocks xmlns:a="http://schemas.openxmlformats.org/drawingml/2006/main" noGrp="1"/>
          </p:cNvSpPr>
          <p:nvPr/>
        </p:nvSpPr>
        <p:spPr>
          <a:xfrm xmlns:a="http://schemas.openxmlformats.org/drawingml/2006/main">
            <a:off x="14172819"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5" name="dp42-comparison / n214 / path">
            <a:extLst xmlns:a="http://schemas.openxmlformats.org/drawingml/2006/main">
              <a:ext uri="{FF2B5EF4-FFF2-40B4-BE49-F238E27FC236}">
                <a16:creationId xmlns:a16="http://schemas.microsoft.com/office/drawing/2014/main" id="{F7D9E950-F3E9-47B5-8874-C13769C37209}"/>
              </a:ext>
            </a:extLst>
          </p:cNvPr>
          <p:cNvSpPr>
            <a:spLocks xmlns:a="http://schemas.openxmlformats.org/drawingml/2006/main" noGrp="1"/>
          </p:cNvSpPr>
          <p:nvPr/>
        </p:nvSpPr>
        <p:spPr>
          <a:xfrm xmlns:a="http://schemas.openxmlformats.org/drawingml/2006/main">
            <a:off x="12954000" y="4371975"/>
            <a:ext cx="1285875" cy="571500"/>
          </a:xfrm>
          <a:custGeom xmlns:a="http://schemas.openxmlformats.org/drawingml/2006/main">
            <a:pathLst>
              <a:path w="1285875" h="571500">
                <a:moveTo>
                  <a:pt x="1285875" y="0"/>
                </a:moveTo>
                <a:lnTo>
                  <a:pt x="1181100" y="0"/>
                </a:lnTo>
                <a:lnTo>
                  <a:pt x="1181100" y="571500"/>
                </a:lnTo>
                <a:lnTo>
                  <a:pt x="123825" y="571500"/>
                </a:lnTo>
                <a:lnTo>
                  <a:pt x="123825" y="0"/>
                </a:lnTo>
                <a:lnTo>
                  <a:pt x="0" y="0"/>
                </a:lnTo>
              </a:path>
            </a:pathLst>
          </a:custGeom>
          <a:noFill xmlns:a="http://schemas.openxmlformats.org/drawingml/2006/main"/>
          <a:ln xmlns:a="http://schemas.openxmlformats.org/drawingml/2006/main" w="10478">
            <a:solidFill>
              <a:srgbClr val="000000"/>
            </a:solidFill>
            <a:prstDash val="dash"/>
          </a:ln>
        </p:spPr>
      </p:sp>
      <p:sp>
        <p:nvSpPr>
          <p:cNvPr id="216" name="dp42-comparison / n214 / arrow">
            <a:extLst xmlns:a="http://schemas.openxmlformats.org/drawingml/2006/main">
              <a:ext uri="{FF2B5EF4-FFF2-40B4-BE49-F238E27FC236}">
                <a16:creationId xmlns:a16="http://schemas.microsoft.com/office/drawing/2014/main" id="{908833FF-CD67-47CC-9277-57DC86FB4C97}"/>
              </a:ext>
            </a:extLst>
          </p:cNvPr>
          <p:cNvSpPr>
            <a:spLocks xmlns:a="http://schemas.openxmlformats.org/drawingml/2006/main" noGrp="1"/>
          </p:cNvSpPr>
          <p:nvPr/>
        </p:nvSpPr>
        <p:spPr>
          <a:xfrm xmlns:a="http://schemas.openxmlformats.org/drawingml/2006/main">
            <a:off x="12954000" y="43384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17" name="dp42-comparison / n217 / path">
            <a:extLst xmlns:a="http://schemas.openxmlformats.org/drawingml/2006/main">
              <a:ext uri="{FF2B5EF4-FFF2-40B4-BE49-F238E27FC236}">
                <a16:creationId xmlns:a16="http://schemas.microsoft.com/office/drawing/2014/main" id="{1016E164-1F46-4020-ABBD-7422634CA4BD}"/>
              </a:ext>
            </a:extLst>
          </p:cNvPr>
          <p:cNvSpPr>
            <a:spLocks xmlns:a="http://schemas.openxmlformats.org/drawingml/2006/main" noGrp="1"/>
          </p:cNvSpPr>
          <p:nvPr/>
        </p:nvSpPr>
        <p:spPr>
          <a:xfrm xmlns:a="http://schemas.openxmlformats.org/drawingml/2006/main">
            <a:off x="11477625" y="4295775"/>
            <a:ext cx="1552575" cy="1371600"/>
          </a:xfrm>
          <a:custGeom xmlns:a="http://schemas.openxmlformats.org/drawingml/2006/main">
            <a:pathLst>
              <a:path w="1552575" h="1371600">
                <a:moveTo>
                  <a:pt x="1476375" y="0"/>
                </a:moveTo>
                <a:lnTo>
                  <a:pt x="1552575" y="0"/>
                </a:lnTo>
                <a:lnTo>
                  <a:pt x="1552575" y="1314450"/>
                </a:lnTo>
                <a:lnTo>
                  <a:pt x="0" y="1314450"/>
                </a:lnTo>
                <a:lnTo>
                  <a:pt x="0" y="1371600"/>
                </a:lnTo>
              </a:path>
            </a:pathLst>
          </a:custGeom>
          <a:noFill xmlns:a="http://schemas.openxmlformats.org/drawingml/2006/main"/>
          <a:ln xmlns:a="http://schemas.openxmlformats.org/drawingml/2006/main" w="10478">
            <a:solidFill>
              <a:srgbClr val="000000"/>
            </a:solidFill>
            <a:prstDash val="solid"/>
          </a:ln>
        </p:spPr>
      </p:sp>
      <p:sp>
        <p:nvSpPr>
          <p:cNvPr id="218" name="dp42-comparison / n217 / arrow">
            <a:extLst xmlns:a="http://schemas.openxmlformats.org/drawingml/2006/main">
              <a:ext uri="{FF2B5EF4-FFF2-40B4-BE49-F238E27FC236}">
                <a16:creationId xmlns:a16="http://schemas.microsoft.com/office/drawing/2014/main" id="{85826F5C-1D72-4505-BA26-824B91536E67}"/>
              </a:ext>
            </a:extLst>
          </p:cNvPr>
          <p:cNvSpPr>
            <a:spLocks xmlns:a="http://schemas.openxmlformats.org/drawingml/2006/main" noGrp="1"/>
          </p:cNvSpPr>
          <p:nvPr/>
        </p:nvSpPr>
        <p:spPr>
          <a:xfrm xmlns:a="http://schemas.openxmlformats.org/drawingml/2006/main">
            <a:off x="11444097" y="56003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19" name="dp42-comparison / n218 / path">
            <a:extLst xmlns:a="http://schemas.openxmlformats.org/drawingml/2006/main">
              <a:ext uri="{FF2B5EF4-FFF2-40B4-BE49-F238E27FC236}">
                <a16:creationId xmlns:a16="http://schemas.microsoft.com/office/drawing/2014/main" id="{523B9EE7-6CC2-4D96-A821-212FC8380D71}"/>
              </a:ext>
            </a:extLst>
          </p:cNvPr>
          <p:cNvSpPr>
            <a:spLocks xmlns:a="http://schemas.openxmlformats.org/drawingml/2006/main" noGrp="1"/>
          </p:cNvSpPr>
          <p:nvPr/>
        </p:nvSpPr>
        <p:spPr>
          <a:xfrm xmlns:a="http://schemas.openxmlformats.org/drawingml/2006/main">
            <a:off x="15835313" y="4295775"/>
            <a:ext cx="1652588" cy="1371600"/>
          </a:xfrm>
          <a:custGeom xmlns:a="http://schemas.openxmlformats.org/drawingml/2006/main">
            <a:pathLst>
              <a:path w="1652588" h="1371600">
                <a:moveTo>
                  <a:pt x="1595438" y="0"/>
                </a:moveTo>
                <a:lnTo>
                  <a:pt x="1652588" y="0"/>
                </a:lnTo>
                <a:lnTo>
                  <a:pt x="1652588" y="1314450"/>
                </a:lnTo>
                <a:lnTo>
                  <a:pt x="0" y="1314450"/>
                </a:lnTo>
                <a:lnTo>
                  <a:pt x="0" y="1371600"/>
                </a:lnTo>
              </a:path>
            </a:pathLst>
          </a:custGeom>
          <a:noFill xmlns:a="http://schemas.openxmlformats.org/drawingml/2006/main"/>
          <a:ln xmlns:a="http://schemas.openxmlformats.org/drawingml/2006/main" w="10478">
            <a:solidFill>
              <a:srgbClr val="000000"/>
            </a:solidFill>
            <a:prstDash val="solid"/>
          </a:ln>
        </p:spPr>
      </p:sp>
      <p:sp>
        <p:nvSpPr>
          <p:cNvPr id="220" name="dp42-comparison / n218 / arrow">
            <a:extLst xmlns:a="http://schemas.openxmlformats.org/drawingml/2006/main">
              <a:ext uri="{FF2B5EF4-FFF2-40B4-BE49-F238E27FC236}">
                <a16:creationId xmlns:a16="http://schemas.microsoft.com/office/drawing/2014/main" id="{39AA240F-0098-4C48-8F84-8A7A036121A4}"/>
              </a:ext>
            </a:extLst>
          </p:cNvPr>
          <p:cNvSpPr>
            <a:spLocks xmlns:a="http://schemas.openxmlformats.org/drawingml/2006/main" noGrp="1"/>
          </p:cNvSpPr>
          <p:nvPr/>
        </p:nvSpPr>
        <p:spPr>
          <a:xfrm xmlns:a="http://schemas.openxmlformats.org/drawingml/2006/main">
            <a:off x="15801785" y="56003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21" name="dp42-comparison / n223 / path">
            <a:extLst xmlns:a="http://schemas.openxmlformats.org/drawingml/2006/main">
              <a:ext uri="{FF2B5EF4-FFF2-40B4-BE49-F238E27FC236}">
                <a16:creationId xmlns:a16="http://schemas.microsoft.com/office/drawing/2014/main" id="{4437FFC7-6CDD-49D8-BD31-93A75FADD7C2}"/>
              </a:ext>
            </a:extLst>
          </p:cNvPr>
          <p:cNvSpPr>
            <a:spLocks xmlns:a="http://schemas.openxmlformats.org/drawingml/2006/main" noGrp="1"/>
          </p:cNvSpPr>
          <p:nvPr/>
        </p:nvSpPr>
        <p:spPr>
          <a:xfrm xmlns:a="http://schemas.openxmlformats.org/drawingml/2006/main">
            <a:off x="15835313" y="4505325"/>
            <a:ext cx="1538288" cy="762000"/>
          </a:xfrm>
          <a:custGeom xmlns:a="http://schemas.openxmlformats.org/drawingml/2006/main">
            <a:pathLst>
              <a:path w="1538288" h="762000">
                <a:moveTo>
                  <a:pt x="1452563" y="0"/>
                </a:moveTo>
                <a:lnTo>
                  <a:pt x="1538288" y="0"/>
                </a:lnTo>
                <a:lnTo>
                  <a:pt x="1538288" y="704850"/>
                </a:lnTo>
                <a:lnTo>
                  <a:pt x="0" y="704850"/>
                </a:lnTo>
                <a:lnTo>
                  <a:pt x="0" y="762000"/>
                </a:lnTo>
              </a:path>
            </a:pathLst>
          </a:custGeom>
          <a:noFill xmlns:a="http://schemas.openxmlformats.org/drawingml/2006/main"/>
          <a:ln xmlns:a="http://schemas.openxmlformats.org/drawingml/2006/main" w="10478">
            <a:solidFill>
              <a:srgbClr val="000000"/>
            </a:solidFill>
            <a:prstDash val="solid"/>
          </a:ln>
        </p:spPr>
      </p:sp>
      <p:sp>
        <p:nvSpPr>
          <p:cNvPr id="222" name="dp42-comparison / n223 / arrow">
            <a:extLst xmlns:a="http://schemas.openxmlformats.org/drawingml/2006/main">
              <a:ext uri="{FF2B5EF4-FFF2-40B4-BE49-F238E27FC236}">
                <a16:creationId xmlns:a16="http://schemas.microsoft.com/office/drawing/2014/main" id="{F010CF3E-D722-444B-9DCD-C8B82B2345E5}"/>
              </a:ext>
            </a:extLst>
          </p:cNvPr>
          <p:cNvSpPr>
            <a:spLocks xmlns:a="http://schemas.openxmlformats.org/drawingml/2006/main" noGrp="1"/>
          </p:cNvSpPr>
          <p:nvPr/>
        </p:nvSpPr>
        <p:spPr>
          <a:xfrm xmlns:a="http://schemas.openxmlformats.org/drawingml/2006/main">
            <a:off x="15801785" y="52002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23" name="dp42-comparison / n230 / path">
            <a:extLst xmlns:a="http://schemas.openxmlformats.org/drawingml/2006/main">
              <a:ext uri="{FF2B5EF4-FFF2-40B4-BE49-F238E27FC236}">
                <a16:creationId xmlns:a16="http://schemas.microsoft.com/office/drawing/2014/main" id="{D5806055-29DB-4EA7-A164-3A081B89EE93}"/>
              </a:ext>
            </a:extLst>
          </p:cNvPr>
          <p:cNvSpPr>
            <a:spLocks xmlns:a="http://schemas.openxmlformats.org/drawingml/2006/main" noGrp="1"/>
          </p:cNvSpPr>
          <p:nvPr/>
        </p:nvSpPr>
        <p:spPr>
          <a:xfrm xmlns:a="http://schemas.openxmlformats.org/drawingml/2006/main">
            <a:off x="12239625" y="65484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4" name="dp42-comparison / n230 / arrow">
            <a:extLst xmlns:a="http://schemas.openxmlformats.org/drawingml/2006/main">
              <a:ext uri="{FF2B5EF4-FFF2-40B4-BE49-F238E27FC236}">
                <a16:creationId xmlns:a16="http://schemas.microsoft.com/office/drawing/2014/main" id="{16AF8BEF-0F61-438F-852F-94C222135C35}"/>
              </a:ext>
            </a:extLst>
          </p:cNvPr>
          <p:cNvSpPr>
            <a:spLocks xmlns:a="http://schemas.openxmlformats.org/drawingml/2006/main" noGrp="1"/>
          </p:cNvSpPr>
          <p:nvPr/>
        </p:nvSpPr>
        <p:spPr>
          <a:xfrm xmlns:a="http://schemas.openxmlformats.org/drawingml/2006/main">
            <a:off x="12601194" y="65149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5" name="dp42-comparison / n231 / path">
            <a:extLst xmlns:a="http://schemas.openxmlformats.org/drawingml/2006/main">
              <a:ext uri="{FF2B5EF4-FFF2-40B4-BE49-F238E27FC236}">
                <a16:creationId xmlns:a16="http://schemas.microsoft.com/office/drawing/2014/main" id="{753D3489-35FA-4FD6-B06A-074F9BC62437}"/>
              </a:ext>
            </a:extLst>
          </p:cNvPr>
          <p:cNvSpPr>
            <a:spLocks xmlns:a="http://schemas.openxmlformats.org/drawingml/2006/main" noGrp="1"/>
          </p:cNvSpPr>
          <p:nvPr/>
        </p:nvSpPr>
        <p:spPr>
          <a:xfrm xmlns:a="http://schemas.openxmlformats.org/drawingml/2006/main">
            <a:off x="14954250" y="6548438"/>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B8753F"/>
            </a:solidFill>
            <a:prstDash val="solid"/>
          </a:ln>
        </p:spPr>
      </p:sp>
      <p:sp>
        <p:nvSpPr>
          <p:cNvPr id="226" name="dp42-comparison / n231 / arrow">
            <a:extLst xmlns:a="http://schemas.openxmlformats.org/drawingml/2006/main">
              <a:ext uri="{FF2B5EF4-FFF2-40B4-BE49-F238E27FC236}">
                <a16:creationId xmlns:a16="http://schemas.microsoft.com/office/drawing/2014/main" id="{E5249B08-E6E0-4519-8109-743215F4F872}"/>
              </a:ext>
            </a:extLst>
          </p:cNvPr>
          <p:cNvSpPr>
            <a:spLocks xmlns:a="http://schemas.openxmlformats.org/drawingml/2006/main" noGrp="1"/>
          </p:cNvSpPr>
          <p:nvPr/>
        </p:nvSpPr>
        <p:spPr>
          <a:xfrm xmlns:a="http://schemas.openxmlformats.org/drawingml/2006/main">
            <a:off x="15220569" y="65149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7" name="dp42-comparison / n232 / path">
            <a:extLst xmlns:a="http://schemas.openxmlformats.org/drawingml/2006/main">
              <a:ext uri="{FF2B5EF4-FFF2-40B4-BE49-F238E27FC236}">
                <a16:creationId xmlns:a16="http://schemas.microsoft.com/office/drawing/2014/main" id="{4F3F883B-FAF0-43ED-8B1B-69B2770C20EB}"/>
              </a:ext>
            </a:extLst>
          </p:cNvPr>
          <p:cNvSpPr>
            <a:spLocks xmlns:a="http://schemas.openxmlformats.org/drawingml/2006/main" noGrp="1"/>
          </p:cNvSpPr>
          <p:nvPr/>
        </p:nvSpPr>
        <p:spPr>
          <a:xfrm xmlns:a="http://schemas.openxmlformats.org/drawingml/2006/main">
            <a:off x="9858375" y="692467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28" name="dp42-comparison / n235">
            <a:extLst xmlns:a="http://schemas.openxmlformats.org/drawingml/2006/main">
              <a:ext uri="{FF2B5EF4-FFF2-40B4-BE49-F238E27FC236}">
                <a16:creationId xmlns:a16="http://schemas.microsoft.com/office/drawing/2014/main" id="{DDB5740E-F3E4-485A-9027-F2FA7C2ADA69}"/>
              </a:ext>
            </a:extLst>
          </p:cNvPr>
          <p:cNvSpPr>
            <a:spLocks xmlns:a="http://schemas.openxmlformats.org/drawingml/2006/main" noGrp="1"/>
          </p:cNvSpPr>
          <p:nvPr/>
        </p:nvSpPr>
        <p:spPr>
          <a:xfrm xmlns:a="http://schemas.openxmlformats.org/drawingml/2006/main">
            <a:off x="995362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9" name="dp42-comparison / n236 / text 1">
            <a:extLst xmlns:a="http://schemas.openxmlformats.org/drawingml/2006/main">
              <a:ext uri="{FF2B5EF4-FFF2-40B4-BE49-F238E27FC236}">
                <a16:creationId xmlns:a16="http://schemas.microsoft.com/office/drawing/2014/main" id="{5200D1F4-0C7E-4431-8BD1-4F3315AA5DA0}"/>
              </a:ext>
            </a:extLst>
          </p:cNvPr>
          <p:cNvSpPr>
            <a:spLocks xmlns:a="http://schemas.openxmlformats.org/drawingml/2006/main" noGrp="1"/>
          </p:cNvSpPr>
          <p:nvPr/>
        </p:nvSpPr>
        <p:spPr>
          <a:xfrm xmlns:a="http://schemas.openxmlformats.org/drawingml/2006/main">
            <a:off x="1003935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대화: 의도 저장</a:t>
            </a:r>
          </a:p>
        </p:txBody>
      </p:sp>
      <p:sp>
        <p:nvSpPr>
          <p:cNvPr id="230" name="dp42-comparison / n237">
            <a:extLst xmlns:a="http://schemas.openxmlformats.org/drawingml/2006/main">
              <a:ext uri="{FF2B5EF4-FFF2-40B4-BE49-F238E27FC236}">
                <a16:creationId xmlns:a16="http://schemas.microsoft.com/office/drawing/2014/main" id="{22E4C20D-0B91-47B5-99A7-E1DB5268801E}"/>
              </a:ext>
            </a:extLst>
          </p:cNvPr>
          <p:cNvSpPr>
            <a:spLocks xmlns:a="http://schemas.openxmlformats.org/drawingml/2006/main" noGrp="1"/>
          </p:cNvSpPr>
          <p:nvPr/>
        </p:nvSpPr>
        <p:spPr>
          <a:xfrm xmlns:a="http://schemas.openxmlformats.org/drawingml/2006/main">
            <a:off x="1262062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1" name="dp42-comparison / n238 / text 1">
            <a:extLst xmlns:a="http://schemas.openxmlformats.org/drawingml/2006/main">
              <a:ext uri="{FF2B5EF4-FFF2-40B4-BE49-F238E27FC236}">
                <a16:creationId xmlns:a16="http://schemas.microsoft.com/office/drawing/2014/main" id="{58743EA0-D003-4EFE-BE3C-1455C96B3FBA}"/>
              </a:ext>
            </a:extLst>
          </p:cNvPr>
          <p:cNvSpPr>
            <a:spLocks xmlns:a="http://schemas.openxmlformats.org/drawingml/2006/main" noGrp="1"/>
          </p:cNvSpPr>
          <p:nvPr/>
        </p:nvSpPr>
        <p:spPr>
          <a:xfrm xmlns:a="http://schemas.openxmlformats.org/drawingml/2006/main">
            <a:off x="1270635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Task: 접수 상태 확정</a:t>
            </a:r>
          </a:p>
        </p:txBody>
      </p:sp>
      <p:sp>
        <p:nvSpPr>
          <p:cNvPr id="232" name="dp42-comparison / n239 / path">
            <a:extLst xmlns:a="http://schemas.openxmlformats.org/drawingml/2006/main">
              <a:ext uri="{FF2B5EF4-FFF2-40B4-BE49-F238E27FC236}">
                <a16:creationId xmlns:a16="http://schemas.microsoft.com/office/drawing/2014/main" id="{3BB64326-AD0A-40BB-9393-AEFC1860CCD7}"/>
              </a:ext>
            </a:extLst>
          </p:cNvPr>
          <p:cNvSpPr>
            <a:spLocks xmlns:a="http://schemas.openxmlformats.org/drawingml/2006/main" noGrp="1"/>
          </p:cNvSpPr>
          <p:nvPr/>
        </p:nvSpPr>
        <p:spPr>
          <a:xfrm xmlns:a="http://schemas.openxmlformats.org/drawingml/2006/main">
            <a:off x="1219200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3" name="dp42-comparison / n239 / arrow">
            <a:extLst xmlns:a="http://schemas.openxmlformats.org/drawingml/2006/main">
              <a:ext uri="{FF2B5EF4-FFF2-40B4-BE49-F238E27FC236}">
                <a16:creationId xmlns:a16="http://schemas.microsoft.com/office/drawing/2014/main" id="{7222CCD2-B47F-419F-9984-63AF3B625CF6}"/>
              </a:ext>
            </a:extLst>
          </p:cNvPr>
          <p:cNvSpPr>
            <a:spLocks xmlns:a="http://schemas.openxmlformats.org/drawingml/2006/main" noGrp="1"/>
          </p:cNvSpPr>
          <p:nvPr/>
        </p:nvSpPr>
        <p:spPr>
          <a:xfrm xmlns:a="http://schemas.openxmlformats.org/drawingml/2006/main">
            <a:off x="1255356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4" name="dp42-comparison / n240">
            <a:extLst xmlns:a="http://schemas.openxmlformats.org/drawingml/2006/main">
              <a:ext uri="{FF2B5EF4-FFF2-40B4-BE49-F238E27FC236}">
                <a16:creationId xmlns:a16="http://schemas.microsoft.com/office/drawing/2014/main" id="{B6F1E930-AB9D-4E05-BF25-A3178165D879}"/>
              </a:ext>
            </a:extLst>
          </p:cNvPr>
          <p:cNvSpPr>
            <a:spLocks xmlns:a="http://schemas.openxmlformats.org/drawingml/2006/main" noGrp="1"/>
          </p:cNvSpPr>
          <p:nvPr/>
        </p:nvSpPr>
        <p:spPr>
          <a:xfrm xmlns:a="http://schemas.openxmlformats.org/drawingml/2006/main">
            <a:off x="15287625" y="71913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5" name="dp42-comparison / n241 / text 1">
            <a:extLst xmlns:a="http://schemas.openxmlformats.org/drawingml/2006/main">
              <a:ext uri="{FF2B5EF4-FFF2-40B4-BE49-F238E27FC236}">
                <a16:creationId xmlns:a16="http://schemas.microsoft.com/office/drawing/2014/main" id="{31967476-5C71-4A9C-B3F7-45C84803E3A7}"/>
              </a:ext>
            </a:extLst>
          </p:cNvPr>
          <p:cNvSpPr>
            <a:spLocks xmlns:a="http://schemas.openxmlformats.org/drawingml/2006/main" noGrp="1"/>
          </p:cNvSpPr>
          <p:nvPr/>
        </p:nvSpPr>
        <p:spPr>
          <a:xfrm xmlns:a="http://schemas.openxmlformats.org/drawingml/2006/main">
            <a:off x="15373350" y="72270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대화: 접수 receipt 반영</a:t>
            </a:r>
          </a:p>
        </p:txBody>
      </p:sp>
      <p:sp>
        <p:nvSpPr>
          <p:cNvPr id="236" name="dp42-comparison / n242 / path">
            <a:extLst xmlns:a="http://schemas.openxmlformats.org/drawingml/2006/main">
              <a:ext uri="{FF2B5EF4-FFF2-40B4-BE49-F238E27FC236}">
                <a16:creationId xmlns:a16="http://schemas.microsoft.com/office/drawing/2014/main" id="{8DD2B051-FC5E-48B3-9693-435FC36AC66A}"/>
              </a:ext>
            </a:extLst>
          </p:cNvPr>
          <p:cNvSpPr>
            <a:spLocks xmlns:a="http://schemas.openxmlformats.org/drawingml/2006/main" noGrp="1"/>
          </p:cNvSpPr>
          <p:nvPr/>
        </p:nvSpPr>
        <p:spPr>
          <a:xfrm xmlns:a="http://schemas.openxmlformats.org/drawingml/2006/main">
            <a:off x="1485900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7" name="dp42-comparison / n242 / arrow">
            <a:extLst xmlns:a="http://schemas.openxmlformats.org/drawingml/2006/main">
              <a:ext uri="{FF2B5EF4-FFF2-40B4-BE49-F238E27FC236}">
                <a16:creationId xmlns:a16="http://schemas.microsoft.com/office/drawing/2014/main" id="{5EAC8DDA-2847-4C84-97AE-C9952139D8F1}"/>
              </a:ext>
            </a:extLst>
          </p:cNvPr>
          <p:cNvSpPr>
            <a:spLocks xmlns:a="http://schemas.openxmlformats.org/drawingml/2006/main" noGrp="1"/>
          </p:cNvSpPr>
          <p:nvPr/>
        </p:nvSpPr>
        <p:spPr>
          <a:xfrm xmlns:a="http://schemas.openxmlformats.org/drawingml/2006/main">
            <a:off x="1522056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8" name="dp42-comparison / n159">
            <a:extLst xmlns:a="http://schemas.openxmlformats.org/drawingml/2006/main">
              <a:ext uri="{FF2B5EF4-FFF2-40B4-BE49-F238E27FC236}">
                <a16:creationId xmlns:a16="http://schemas.microsoft.com/office/drawing/2014/main" id="{EDD614A1-B7A5-4C47-87B2-57FBC19EF648}"/>
              </a:ext>
            </a:extLst>
          </p:cNvPr>
          <p:cNvSpPr>
            <a:spLocks xmlns:a="http://schemas.openxmlformats.org/drawingml/2006/main" noGrp="1"/>
          </p:cNvSpPr>
          <p:nvPr/>
        </p:nvSpPr>
        <p:spPr>
          <a:xfrm xmlns:a="http://schemas.openxmlformats.org/drawingml/2006/main">
            <a:off x="12858750" y="2409825"/>
            <a:ext cx="4667250" cy="304800"/>
          </a:xfrm>
          <a:custGeom xmlns:a="http://schemas.openxmlformats.org/drawingml/2006/main">
            <a:pathLst>
              <a:path w="4667250" h="304800">
                <a:moveTo>
                  <a:pt x="0" y="0"/>
                </a:moveTo>
                <a:lnTo>
                  <a:pt x="4495800" y="0"/>
                </a:lnTo>
                <a:lnTo>
                  <a:pt x="4667250" y="171450"/>
                </a:lnTo>
                <a:lnTo>
                  <a:pt x="4667250" y="304800"/>
                </a:lnTo>
                <a:lnTo>
                  <a:pt x="0" y="304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39" name="dp42-comparison / n159 / fold">
            <a:extLst xmlns:a="http://schemas.openxmlformats.org/drawingml/2006/main">
              <a:ext uri="{FF2B5EF4-FFF2-40B4-BE49-F238E27FC236}">
                <a16:creationId xmlns:a16="http://schemas.microsoft.com/office/drawing/2014/main" id="{7D749A08-7991-400C-A349-5698287F0E46}"/>
              </a:ext>
            </a:extLst>
          </p:cNvPr>
          <p:cNvSpPr>
            <a:spLocks xmlns:a="http://schemas.openxmlformats.org/drawingml/2006/main" noGrp="1"/>
          </p:cNvSpPr>
          <p:nvPr/>
        </p:nvSpPr>
        <p:spPr>
          <a:xfrm xmlns:a="http://schemas.openxmlformats.org/drawingml/2006/main">
            <a:off x="17354550"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40" name="dp42-comparison / n160 / text 1">
            <a:extLst xmlns:a="http://schemas.openxmlformats.org/drawingml/2006/main">
              <a:ext uri="{FF2B5EF4-FFF2-40B4-BE49-F238E27FC236}">
                <a16:creationId xmlns:a16="http://schemas.microsoft.com/office/drawing/2014/main" id="{FF9C31A0-9ACC-49A8-9991-AC8C8148804A}"/>
              </a:ext>
            </a:extLst>
          </p:cNvPr>
          <p:cNvSpPr>
            <a:spLocks xmlns:a="http://schemas.openxmlformats.org/drawingml/2006/main" noGrp="1"/>
          </p:cNvSpPr>
          <p:nvPr/>
        </p:nvSpPr>
        <p:spPr>
          <a:xfrm xmlns:a="http://schemas.openxmlformats.org/drawingml/2006/main">
            <a:off x="12954000" y="2466975"/>
            <a:ext cx="4400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“응, 상반기로 해줘”</a:t>
            </a:r>
          </a:p>
        </p:txBody>
      </p:sp>
      <p:sp>
        <p:nvSpPr>
          <p:cNvPr id="241" name="dp42-comparison / n162">
            <a:extLst xmlns:a="http://schemas.openxmlformats.org/drawingml/2006/main">
              <a:ext uri="{FF2B5EF4-FFF2-40B4-BE49-F238E27FC236}">
                <a16:creationId xmlns:a16="http://schemas.microsoft.com/office/drawing/2014/main" id="{1888CE70-76DE-482E-9A34-2359D470CF36}"/>
              </a:ext>
            </a:extLst>
          </p:cNvPr>
          <p:cNvSpPr>
            <a:spLocks xmlns:a="http://schemas.openxmlformats.org/drawingml/2006/main" noGrp="1"/>
          </p:cNvSpPr>
          <p:nvPr/>
        </p:nvSpPr>
        <p:spPr>
          <a:xfrm xmlns:a="http://schemas.openxmlformats.org/drawingml/2006/main">
            <a:off x="9934575" y="2743200"/>
            <a:ext cx="433578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2" name="dp42-comparison / n163 / text 1">
            <a:extLst xmlns:a="http://schemas.openxmlformats.org/drawingml/2006/main">
              <a:ext uri="{FF2B5EF4-FFF2-40B4-BE49-F238E27FC236}">
                <a16:creationId xmlns:a16="http://schemas.microsoft.com/office/drawing/2014/main" id="{747C4523-E463-4361-865E-D17CC8F003DE}"/>
              </a:ext>
            </a:extLst>
          </p:cNvPr>
          <p:cNvSpPr>
            <a:spLocks xmlns:a="http://schemas.openxmlformats.org/drawingml/2006/main" noGrp="1"/>
          </p:cNvSpPr>
          <p:nvPr/>
        </p:nvSpPr>
        <p:spPr>
          <a:xfrm xmlns:a="http://schemas.openxmlformats.org/drawingml/2006/main">
            <a:off x="9953625" y="275272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공통 장면: 보고서 기간 질문 Question1을 Publication1로 실제 제시</a:t>
            </a:r>
          </a:p>
        </p:txBody>
      </p:sp>
      <p:sp>
        <p:nvSpPr>
          <p:cNvPr id="243" name="dp42-comparison / n164">
            <a:extLst xmlns:a="http://schemas.openxmlformats.org/drawingml/2006/main">
              <a:ext uri="{FF2B5EF4-FFF2-40B4-BE49-F238E27FC236}">
                <a16:creationId xmlns:a16="http://schemas.microsoft.com/office/drawing/2014/main" id="{20DCADF8-6E10-4F45-A696-7DE4D82D99E5}"/>
              </a:ext>
            </a:extLst>
          </p:cNvPr>
          <p:cNvSpPr>
            <a:spLocks xmlns:a="http://schemas.openxmlformats.org/drawingml/2006/main" noGrp="1"/>
          </p:cNvSpPr>
          <p:nvPr/>
        </p:nvSpPr>
        <p:spPr>
          <a:xfrm xmlns:a="http://schemas.openxmlformats.org/drawingml/2006/main">
            <a:off x="9934575" y="2933700"/>
            <a:ext cx="9380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4" name="dp42-comparison / n165 / text 1">
            <a:extLst xmlns:a="http://schemas.openxmlformats.org/drawingml/2006/main">
              <a:ext uri="{FF2B5EF4-FFF2-40B4-BE49-F238E27FC236}">
                <a16:creationId xmlns:a16="http://schemas.microsoft.com/office/drawing/2014/main" id="{62100F08-BC7D-4696-B385-D36BF048033A}"/>
              </a:ext>
            </a:extLst>
          </p:cNvPr>
          <p:cNvSpPr>
            <a:spLocks xmlns:a="http://schemas.openxmlformats.org/drawingml/2006/main" noGrp="1"/>
          </p:cNvSpPr>
          <p:nvPr/>
        </p:nvSpPr>
        <p:spPr>
          <a:xfrm xmlns:a="http://schemas.openxmlformats.org/drawingml/2006/main">
            <a:off x="9953625" y="29432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Conversation1</a:t>
            </a:r>
          </a:p>
        </p:txBody>
      </p:sp>
      <p:sp>
        <p:nvSpPr>
          <p:cNvPr id="245" name="dp42-comparison / n167">
            <a:extLst xmlns:a="http://schemas.openxmlformats.org/drawingml/2006/main">
              <a:ext uri="{FF2B5EF4-FFF2-40B4-BE49-F238E27FC236}">
                <a16:creationId xmlns:a16="http://schemas.microsoft.com/office/drawing/2014/main" id="{06C7C9ED-F345-47AE-8B3B-8EA0BA2B325A}"/>
              </a:ext>
            </a:extLst>
          </p:cNvPr>
          <p:cNvSpPr>
            <a:spLocks xmlns:a="http://schemas.openxmlformats.org/drawingml/2006/main" noGrp="1"/>
          </p:cNvSpPr>
          <p:nvPr/>
        </p:nvSpPr>
        <p:spPr>
          <a:xfrm xmlns:a="http://schemas.openxmlformats.org/drawingml/2006/main">
            <a:off x="11458575" y="2924175"/>
            <a:ext cx="82638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6" name="dp42-comparison / n168 / text 1">
            <a:extLst xmlns:a="http://schemas.openxmlformats.org/drawingml/2006/main">
              <a:ext uri="{FF2B5EF4-FFF2-40B4-BE49-F238E27FC236}">
                <a16:creationId xmlns:a16="http://schemas.microsoft.com/office/drawing/2014/main" id="{4B5394D1-8070-430B-B862-E0DDB3B379EC}"/>
              </a:ext>
            </a:extLst>
          </p:cNvPr>
          <p:cNvSpPr>
            <a:spLocks xmlns:a="http://schemas.openxmlformats.org/drawingml/2006/main" noGrp="1"/>
          </p:cNvSpPr>
          <p:nvPr/>
        </p:nvSpPr>
        <p:spPr>
          <a:xfrm xmlns:a="http://schemas.openxmlformats.org/drawingml/2006/main">
            <a:off x="11477625" y="29337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대화 연결 유지</a:t>
            </a:r>
          </a:p>
        </p:txBody>
      </p:sp>
      <p:sp>
        <p:nvSpPr>
          <p:cNvPr id="247" name="dp42-comparison / n169">
            <a:extLst xmlns:a="http://schemas.openxmlformats.org/drawingml/2006/main">
              <a:ext uri="{FF2B5EF4-FFF2-40B4-BE49-F238E27FC236}">
                <a16:creationId xmlns:a16="http://schemas.microsoft.com/office/drawing/2014/main" id="{42C0FDBC-E37A-463C-9DFC-9CC5D759E1B3}"/>
              </a:ext>
            </a:extLst>
          </p:cNvPr>
          <p:cNvSpPr>
            <a:spLocks xmlns:a="http://schemas.openxmlformats.org/drawingml/2006/main" noGrp="1"/>
          </p:cNvSpPr>
          <p:nvPr/>
        </p:nvSpPr>
        <p:spPr>
          <a:xfrm xmlns:a="http://schemas.openxmlformats.org/drawingml/2006/main">
            <a:off x="9934575" y="3105150"/>
            <a:ext cx="60655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8" name="dp42-comparison / n170 / text 1">
            <a:extLst xmlns:a="http://schemas.openxmlformats.org/drawingml/2006/main">
              <a:ext uri="{FF2B5EF4-FFF2-40B4-BE49-F238E27FC236}">
                <a16:creationId xmlns:a16="http://schemas.microsoft.com/office/drawing/2014/main" id="{9DDB72E6-9E05-4870-9EF8-848D786B83F1}"/>
              </a:ext>
            </a:extLst>
          </p:cNvPr>
          <p:cNvSpPr>
            <a:spLocks xmlns:a="http://schemas.openxmlformats.org/drawingml/2006/main" noGrp="1"/>
          </p:cNvSpPr>
          <p:nvPr/>
        </p:nvSpPr>
        <p:spPr>
          <a:xfrm xmlns:a="http://schemas.openxmlformats.org/drawingml/2006/main">
            <a:off x="9953625" y="31146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a:t>
            </a:r>
          </a:p>
        </p:txBody>
      </p:sp>
      <p:sp>
        <p:nvSpPr>
          <p:cNvPr id="249" name="dp42-comparison / n172">
            <a:extLst xmlns:a="http://schemas.openxmlformats.org/drawingml/2006/main">
              <a:ext uri="{FF2B5EF4-FFF2-40B4-BE49-F238E27FC236}">
                <a16:creationId xmlns:a16="http://schemas.microsoft.com/office/drawing/2014/main" id="{2767A8C1-79E0-446A-BC8C-80AFD72D7337}"/>
              </a:ext>
            </a:extLst>
          </p:cNvPr>
          <p:cNvSpPr>
            <a:spLocks xmlns:a="http://schemas.openxmlformats.org/drawingml/2006/main" noGrp="1"/>
          </p:cNvSpPr>
          <p:nvPr/>
        </p:nvSpPr>
        <p:spPr>
          <a:xfrm xmlns:a="http://schemas.openxmlformats.org/drawingml/2006/main">
            <a:off x="11458575" y="30956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0" name="dp42-comparison / n173 / text 1">
            <a:extLst xmlns:a="http://schemas.openxmlformats.org/drawingml/2006/main">
              <a:ext uri="{FF2B5EF4-FFF2-40B4-BE49-F238E27FC236}">
                <a16:creationId xmlns:a16="http://schemas.microsoft.com/office/drawing/2014/main" id="{7C1BED76-86BE-4BD1-ACDF-EB34D4F251FC}"/>
              </a:ext>
            </a:extLst>
          </p:cNvPr>
          <p:cNvSpPr>
            <a:spLocks xmlns:a="http://schemas.openxmlformats.org/drawingml/2006/main" noGrp="1"/>
          </p:cNvSpPr>
          <p:nvPr/>
        </p:nvSpPr>
        <p:spPr>
          <a:xfrm xmlns:a="http://schemas.openxmlformats.org/drawingml/2006/main">
            <a:off x="11477625" y="31051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답변의 외부 접수 확인 후 처리 종료</a:t>
            </a:r>
          </a:p>
        </p:txBody>
      </p:sp>
      <p:sp>
        <p:nvSpPr>
          <p:cNvPr id="251" name="dp42-comparison / n174">
            <a:extLst xmlns:a="http://schemas.openxmlformats.org/drawingml/2006/main">
              <a:ext uri="{FF2B5EF4-FFF2-40B4-BE49-F238E27FC236}">
                <a16:creationId xmlns:a16="http://schemas.microsoft.com/office/drawing/2014/main" id="{9F2817F9-F0AB-4B78-A6DC-BFF7257F94CB}"/>
              </a:ext>
            </a:extLst>
          </p:cNvPr>
          <p:cNvSpPr>
            <a:spLocks xmlns:a="http://schemas.openxmlformats.org/drawingml/2006/main" noGrp="1"/>
          </p:cNvSpPr>
          <p:nvPr/>
        </p:nvSpPr>
        <p:spPr>
          <a:xfrm xmlns:a="http://schemas.openxmlformats.org/drawingml/2006/main">
            <a:off x="9934575" y="3276600"/>
            <a:ext cx="4076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2" name="dp42-comparison / n175 / text 1">
            <a:extLst xmlns:a="http://schemas.openxmlformats.org/drawingml/2006/main">
              <a:ext uri="{FF2B5EF4-FFF2-40B4-BE49-F238E27FC236}">
                <a16:creationId xmlns:a16="http://schemas.microsoft.com/office/drawing/2014/main" id="{2B00A224-582A-460B-A760-7CD3CAD4D2A9}"/>
              </a:ext>
            </a:extLst>
          </p:cNvPr>
          <p:cNvSpPr>
            <a:spLocks xmlns:a="http://schemas.openxmlformats.org/drawingml/2006/main" noGrp="1"/>
          </p:cNvSpPr>
          <p:nvPr/>
        </p:nvSpPr>
        <p:spPr>
          <a:xfrm xmlns:a="http://schemas.openxmlformats.org/drawingml/2006/main">
            <a:off x="9953625" y="32861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a:t>
            </a:r>
          </a:p>
        </p:txBody>
      </p:sp>
      <p:sp>
        <p:nvSpPr>
          <p:cNvPr id="253" name="dp42-comparison / n177">
            <a:extLst xmlns:a="http://schemas.openxmlformats.org/drawingml/2006/main">
              <a:ext uri="{FF2B5EF4-FFF2-40B4-BE49-F238E27FC236}">
                <a16:creationId xmlns:a16="http://schemas.microsoft.com/office/drawing/2014/main" id="{CFEDA17C-417D-4844-8636-6E5032F15EAF}"/>
              </a:ext>
            </a:extLst>
          </p:cNvPr>
          <p:cNvSpPr>
            <a:spLocks xmlns:a="http://schemas.openxmlformats.org/drawingml/2006/main" noGrp="1"/>
          </p:cNvSpPr>
          <p:nvPr/>
        </p:nvSpPr>
        <p:spPr>
          <a:xfrm xmlns:a="http://schemas.openxmlformats.org/drawingml/2006/main">
            <a:off x="11458575" y="3267075"/>
            <a:ext cx="21067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4" name="dp42-comparison / n178 / text 1">
            <a:extLst xmlns:a="http://schemas.openxmlformats.org/drawingml/2006/main">
              <a:ext uri="{FF2B5EF4-FFF2-40B4-BE49-F238E27FC236}">
                <a16:creationId xmlns:a16="http://schemas.microsoft.com/office/drawing/2014/main" id="{F00FFA1B-27E1-4AFF-AE09-4F058A22918F}"/>
              </a:ext>
            </a:extLst>
          </p:cNvPr>
          <p:cNvSpPr>
            <a:spLocks xmlns:a="http://schemas.openxmlformats.org/drawingml/2006/main" noGrp="1"/>
          </p:cNvSpPr>
          <p:nvPr/>
        </p:nvSpPr>
        <p:spPr>
          <a:xfrm xmlns:a="http://schemas.openxmlformats.org/drawingml/2006/main">
            <a:off x="11477625" y="32766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보고서 Task는 계속 / 대화와 별도 수명</a:t>
            </a:r>
          </a:p>
        </p:txBody>
      </p:sp>
      <p:sp>
        <p:nvSpPr>
          <p:cNvPr id="255" name="dp42-comparison / n179">
            <a:extLst xmlns:a="http://schemas.openxmlformats.org/drawingml/2006/main">
              <a:ext uri="{FF2B5EF4-FFF2-40B4-BE49-F238E27FC236}">
                <a16:creationId xmlns:a16="http://schemas.microsoft.com/office/drawing/2014/main" id="{800F7B51-95E7-4D85-AC15-5E8189D63330}"/>
              </a:ext>
            </a:extLst>
          </p:cNvPr>
          <p:cNvSpPr>
            <a:spLocks xmlns:a="http://schemas.openxmlformats.org/drawingml/2006/main" noGrp="1"/>
          </p:cNvSpPr>
          <p:nvPr/>
        </p:nvSpPr>
        <p:spPr>
          <a:xfrm xmlns:a="http://schemas.openxmlformats.org/drawingml/2006/main">
            <a:off x="9934575" y="344805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6" name="dp42-comparison / n180 / text 1">
            <a:extLst xmlns:a="http://schemas.openxmlformats.org/drawingml/2006/main">
              <a:ext uri="{FF2B5EF4-FFF2-40B4-BE49-F238E27FC236}">
                <a16:creationId xmlns:a16="http://schemas.microsoft.com/office/drawing/2014/main" id="{CEB385FB-7906-4783-9276-EF2729847BDB}"/>
              </a:ext>
            </a:extLst>
          </p:cNvPr>
          <p:cNvSpPr>
            <a:spLocks xmlns:a="http://schemas.openxmlformats.org/drawingml/2006/main" noGrp="1"/>
          </p:cNvSpPr>
          <p:nvPr/>
        </p:nvSpPr>
        <p:spPr>
          <a:xfrm xmlns:a="http://schemas.openxmlformats.org/drawingml/2006/main">
            <a:off x="9953625" y="34575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Execution1</a:t>
            </a:r>
          </a:p>
        </p:txBody>
      </p:sp>
      <p:sp>
        <p:nvSpPr>
          <p:cNvPr id="257" name="dp42-comparison / n182">
            <a:extLst xmlns:a="http://schemas.openxmlformats.org/drawingml/2006/main">
              <a:ext uri="{FF2B5EF4-FFF2-40B4-BE49-F238E27FC236}">
                <a16:creationId xmlns:a16="http://schemas.microsoft.com/office/drawing/2014/main" id="{86FC01FD-8D8D-4BA4-94CF-09090962C331}"/>
              </a:ext>
            </a:extLst>
          </p:cNvPr>
          <p:cNvSpPr>
            <a:spLocks xmlns:a="http://schemas.openxmlformats.org/drawingml/2006/main" noGrp="1"/>
          </p:cNvSpPr>
          <p:nvPr/>
        </p:nvSpPr>
        <p:spPr>
          <a:xfrm xmlns:a="http://schemas.openxmlformats.org/drawingml/2006/main">
            <a:off x="11458575" y="3438525"/>
            <a:ext cx="23393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8" name="dp42-comparison / n183 / text 1">
            <a:extLst xmlns:a="http://schemas.openxmlformats.org/drawingml/2006/main">
              <a:ext uri="{FF2B5EF4-FFF2-40B4-BE49-F238E27FC236}">
                <a16:creationId xmlns:a16="http://schemas.microsoft.com/office/drawing/2014/main" id="{E7AE3C44-16FD-4F2F-82C6-E352E1C18B85}"/>
              </a:ext>
            </a:extLst>
          </p:cNvPr>
          <p:cNvSpPr>
            <a:spLocks xmlns:a="http://schemas.openxmlformats.org/drawingml/2006/main" noGrp="1"/>
          </p:cNvSpPr>
          <p:nvPr/>
        </p:nvSpPr>
        <p:spPr>
          <a:xfrm xmlns:a="http://schemas.openxmlformats.org/drawingml/2006/main">
            <a:off x="11477625" y="34480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Downstream Agent의 실제 실행은 별도 수명</a:t>
            </a:r>
          </a:p>
        </p:txBody>
      </p:sp>
      <p:sp>
        <p:nvSpPr>
          <p:cNvPr id="259" name="dp42-comparison / n204">
            <a:extLst xmlns:a="http://schemas.openxmlformats.org/drawingml/2006/main">
              <a:ext uri="{FF2B5EF4-FFF2-40B4-BE49-F238E27FC236}">
                <a16:creationId xmlns:a16="http://schemas.microsoft.com/office/drawing/2014/main" id="{EFA55EC9-1CF8-45C2-97FE-75EDF0595613}"/>
              </a:ext>
            </a:extLst>
          </p:cNvPr>
          <p:cNvSpPr>
            <a:spLocks xmlns:a="http://schemas.openxmlformats.org/drawingml/2006/main" noGrp="1"/>
          </p:cNvSpPr>
          <p:nvPr/>
        </p:nvSpPr>
        <p:spPr>
          <a:xfrm xmlns:a="http://schemas.openxmlformats.org/drawingml/2006/main">
            <a:off x="14373225" y="5029200"/>
            <a:ext cx="219056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0" name="dp42-comparison / n205 / text 1">
            <a:extLst xmlns:a="http://schemas.openxmlformats.org/drawingml/2006/main">
              <a:ext uri="{FF2B5EF4-FFF2-40B4-BE49-F238E27FC236}">
                <a16:creationId xmlns:a16="http://schemas.microsoft.com/office/drawing/2014/main" id="{73E0CA4A-D0D7-4628-97F9-A716B0BF928C}"/>
              </a:ext>
            </a:extLst>
          </p:cNvPr>
          <p:cNvSpPr>
            <a:spLocks xmlns:a="http://schemas.openxmlformats.org/drawingml/2006/main" noGrp="1"/>
          </p:cNvSpPr>
          <p:nvPr/>
        </p:nvSpPr>
        <p:spPr>
          <a:xfrm xmlns:a="http://schemas.openxmlformats.org/drawingml/2006/main">
            <a:off x="14392275" y="5038725"/>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Task1: 보고서 / Command1: 상반기 답변</a:t>
            </a:r>
          </a:p>
        </p:txBody>
      </p:sp>
      <p:sp>
        <p:nvSpPr>
          <p:cNvPr id="261" name="dp42-comparison / n212">
            <a:extLst xmlns:a="http://schemas.openxmlformats.org/drawingml/2006/main">
              <a:ext uri="{FF2B5EF4-FFF2-40B4-BE49-F238E27FC236}">
                <a16:creationId xmlns:a16="http://schemas.microsoft.com/office/drawing/2014/main" id="{9A8656D1-1389-4D82-8C8A-9E77D2CBFB0F}"/>
              </a:ext>
            </a:extLst>
          </p:cNvPr>
          <p:cNvSpPr>
            <a:spLocks xmlns:a="http://schemas.openxmlformats.org/drawingml/2006/main" noGrp="1"/>
          </p:cNvSpPr>
          <p:nvPr/>
        </p:nvSpPr>
        <p:spPr>
          <a:xfrm xmlns:a="http://schemas.openxmlformats.org/drawingml/2006/main">
            <a:off x="13106400" y="4000500"/>
            <a:ext cx="62865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2" name="dp42-comparison / n213 / text 1">
            <a:extLst xmlns:a="http://schemas.openxmlformats.org/drawingml/2006/main">
              <a:ext uri="{FF2B5EF4-FFF2-40B4-BE49-F238E27FC236}">
                <a16:creationId xmlns:a16="http://schemas.microsoft.com/office/drawing/2014/main" id="{744583A2-EFF7-4E0C-AFFF-FD3B051BE337}"/>
              </a:ext>
            </a:extLst>
          </p:cNvPr>
          <p:cNvSpPr>
            <a:spLocks xmlns:a="http://schemas.openxmlformats.org/drawingml/2006/main" noGrp="1"/>
          </p:cNvSpPr>
          <p:nvPr/>
        </p:nvSpPr>
        <p:spPr>
          <a:xfrm xmlns:a="http://schemas.openxmlformats.org/drawingml/2006/main">
            <a:off x="13125450" y="4010025"/>
            <a:ext cx="1047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Command1 →</a:t>
            </a:r>
          </a:p>
        </p:txBody>
      </p:sp>
      <p:sp>
        <p:nvSpPr>
          <p:cNvPr id="263" name="dp42-comparison / n215">
            <a:extLst xmlns:a="http://schemas.openxmlformats.org/drawingml/2006/main">
              <a:ext uri="{FF2B5EF4-FFF2-40B4-BE49-F238E27FC236}">
                <a16:creationId xmlns:a16="http://schemas.microsoft.com/office/drawing/2014/main" id="{7FF70E6A-DE67-43C9-83C6-93A51F4CFDA3}"/>
              </a:ext>
            </a:extLst>
          </p:cNvPr>
          <p:cNvSpPr>
            <a:spLocks xmlns:a="http://schemas.openxmlformats.org/drawingml/2006/main" noGrp="1"/>
          </p:cNvSpPr>
          <p:nvPr/>
        </p:nvSpPr>
        <p:spPr>
          <a:xfrm xmlns:a="http://schemas.openxmlformats.org/drawingml/2006/main">
            <a:off x="13115925" y="4581525"/>
            <a:ext cx="62293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4" name="dp42-comparison / n216 / text 1">
            <a:extLst xmlns:a="http://schemas.openxmlformats.org/drawingml/2006/main">
              <a:ext uri="{FF2B5EF4-FFF2-40B4-BE49-F238E27FC236}">
                <a16:creationId xmlns:a16="http://schemas.microsoft.com/office/drawing/2014/main" id="{4E3AE806-6313-441A-B3C3-52B0573A29F2}"/>
              </a:ext>
            </a:extLst>
          </p:cNvPr>
          <p:cNvSpPr>
            <a:spLocks xmlns:a="http://schemas.openxmlformats.org/drawingml/2006/main" noGrp="1"/>
          </p:cNvSpPr>
          <p:nvPr/>
        </p:nvSpPr>
        <p:spPr>
          <a:xfrm xmlns:a="http://schemas.openxmlformats.org/drawingml/2006/main">
            <a:off x="13134975" y="4591050"/>
            <a:ext cx="9715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접수 결과</a:t>
            </a:r>
          </a:p>
        </p:txBody>
      </p:sp>
      <p:sp>
        <p:nvSpPr>
          <p:cNvPr id="265" name="dp42-comparison / n219">
            <a:extLst xmlns:a="http://schemas.openxmlformats.org/drawingml/2006/main">
              <a:ext uri="{FF2B5EF4-FFF2-40B4-BE49-F238E27FC236}">
                <a16:creationId xmlns:a16="http://schemas.microsoft.com/office/drawing/2014/main" id="{6C681DF3-0E47-4CF2-B3AB-C85B51E7E141}"/>
              </a:ext>
            </a:extLst>
          </p:cNvPr>
          <p:cNvSpPr>
            <a:spLocks xmlns:a="http://schemas.openxmlformats.org/drawingml/2006/main" noGrp="1"/>
          </p:cNvSpPr>
          <p:nvPr/>
        </p:nvSpPr>
        <p:spPr>
          <a:xfrm xmlns:a="http://schemas.openxmlformats.org/drawingml/2006/main">
            <a:off x="10039350" y="5962650"/>
            <a:ext cx="186309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6" name="dp42-comparison / n220 / text 1">
            <a:extLst xmlns:a="http://schemas.openxmlformats.org/drawingml/2006/main">
              <a:ext uri="{FF2B5EF4-FFF2-40B4-BE49-F238E27FC236}">
                <a16:creationId xmlns:a16="http://schemas.microsoft.com/office/drawing/2014/main" id="{DFA025CE-2D61-4092-960F-610278C99F9D}"/>
              </a:ext>
            </a:extLst>
          </p:cNvPr>
          <p:cNvSpPr>
            <a:spLocks xmlns:a="http://schemas.openxmlformats.org/drawingml/2006/main" noGrp="1"/>
          </p:cNvSpPr>
          <p:nvPr/>
        </p:nvSpPr>
        <p:spPr>
          <a:xfrm xmlns:a="http://schemas.openxmlformats.org/drawingml/2006/main">
            <a:off x="10058400" y="5972175"/>
            <a:ext cx="28479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대화 원본 / 독립 local transaction</a:t>
            </a:r>
          </a:p>
        </p:txBody>
      </p:sp>
      <p:sp>
        <p:nvSpPr>
          <p:cNvPr id="267" name="dp42-comparison / n221">
            <a:extLst xmlns:a="http://schemas.openxmlformats.org/drawingml/2006/main">
              <a:ext uri="{FF2B5EF4-FFF2-40B4-BE49-F238E27FC236}">
                <a16:creationId xmlns:a16="http://schemas.microsoft.com/office/drawing/2014/main" id="{02E5C838-89D2-4760-9ACB-CA8C8405509D}"/>
              </a:ext>
            </a:extLst>
          </p:cNvPr>
          <p:cNvSpPr>
            <a:spLocks xmlns:a="http://schemas.openxmlformats.org/drawingml/2006/main" noGrp="1"/>
          </p:cNvSpPr>
          <p:nvPr/>
        </p:nvSpPr>
        <p:spPr>
          <a:xfrm xmlns:a="http://schemas.openxmlformats.org/drawingml/2006/main">
            <a:off x="14277975" y="5962650"/>
            <a:ext cx="189357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8" name="dp42-comparison / n222 / text 1">
            <a:extLst xmlns:a="http://schemas.openxmlformats.org/drawingml/2006/main">
              <a:ext uri="{FF2B5EF4-FFF2-40B4-BE49-F238E27FC236}">
                <a16:creationId xmlns:a16="http://schemas.microsoft.com/office/drawing/2014/main" id="{243552D2-5DC2-44C7-91DC-AEC527B26B44}"/>
              </a:ext>
            </a:extLst>
          </p:cNvPr>
          <p:cNvSpPr>
            <a:spLocks xmlns:a="http://schemas.openxmlformats.org/drawingml/2006/main" noGrp="1"/>
          </p:cNvSpPr>
          <p:nvPr/>
        </p:nvSpPr>
        <p:spPr>
          <a:xfrm xmlns:a="http://schemas.openxmlformats.org/drawingml/2006/main">
            <a:off x="14297025" y="5972175"/>
            <a:ext cx="31146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 원본 / 독립 local transaction</a:t>
            </a:r>
          </a:p>
        </p:txBody>
      </p:sp>
      <p:sp>
        <p:nvSpPr>
          <p:cNvPr id="269" name="dp42-comparison / n224">
            <a:extLst xmlns:a="http://schemas.openxmlformats.org/drawingml/2006/main">
              <a:ext uri="{FF2B5EF4-FFF2-40B4-BE49-F238E27FC236}">
                <a16:creationId xmlns:a16="http://schemas.microsoft.com/office/drawing/2014/main" id="{72A131C8-EEAD-4D82-B6D5-AC86D5C5B20B}"/>
              </a:ext>
            </a:extLst>
          </p:cNvPr>
          <p:cNvSpPr>
            <a:spLocks xmlns:a="http://schemas.openxmlformats.org/drawingml/2006/main" noGrp="1"/>
          </p:cNvSpPr>
          <p:nvPr/>
        </p:nvSpPr>
        <p:spPr>
          <a:xfrm xmlns:a="http://schemas.openxmlformats.org/drawingml/2006/main">
            <a:off x="9953625" y="6191250"/>
            <a:ext cx="2286000" cy="714375"/>
          </a:xfrm>
          <a:custGeom xmlns:a="http://schemas.openxmlformats.org/drawingml/2006/main">
            <a:pathLst>
              <a:path w="2286000" h="714375">
                <a:moveTo>
                  <a:pt x="0" y="0"/>
                </a:moveTo>
                <a:lnTo>
                  <a:pt x="2114550" y="0"/>
                </a:lnTo>
                <a:lnTo>
                  <a:pt x="2286000" y="171450"/>
                </a:lnTo>
                <a:lnTo>
                  <a:pt x="228600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0" name="dp42-comparison / n224 / fold">
            <a:extLst xmlns:a="http://schemas.openxmlformats.org/drawingml/2006/main">
              <a:ext uri="{FF2B5EF4-FFF2-40B4-BE49-F238E27FC236}">
                <a16:creationId xmlns:a16="http://schemas.microsoft.com/office/drawing/2014/main" id="{E2C3C1D3-78B0-4CF9-A57D-362A1BDEB5FA}"/>
              </a:ext>
            </a:extLst>
          </p:cNvPr>
          <p:cNvSpPr>
            <a:spLocks xmlns:a="http://schemas.openxmlformats.org/drawingml/2006/main" noGrp="1"/>
          </p:cNvSpPr>
          <p:nvPr/>
        </p:nvSpPr>
        <p:spPr>
          <a:xfrm xmlns:a="http://schemas.openxmlformats.org/drawingml/2006/main">
            <a:off x="1206817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1" name="dp42-comparison / n225 / text 1">
            <a:extLst xmlns:a="http://schemas.openxmlformats.org/drawingml/2006/main">
              <a:ext uri="{FF2B5EF4-FFF2-40B4-BE49-F238E27FC236}">
                <a16:creationId xmlns:a16="http://schemas.microsoft.com/office/drawing/2014/main" id="{09DB3C43-799C-4F4F-BBC3-E1A8DE8C41F7}"/>
              </a:ext>
            </a:extLst>
          </p:cNvPr>
          <p:cNvSpPr>
            <a:spLocks xmlns:a="http://schemas.openxmlformats.org/drawingml/2006/main" noGrp="1"/>
          </p:cNvSpPr>
          <p:nvPr/>
        </p:nvSpPr>
        <p:spPr>
          <a:xfrm xmlns:a="http://schemas.openxmlformats.org/drawingml/2006/main">
            <a:off x="10048875" y="624840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① 대화 저장 / 접수 대기</a:t>
            </a:r>
          </a:p>
        </p:txBody>
      </p:sp>
      <p:sp>
        <p:nvSpPr>
          <p:cNvPr id="272" name="dp42-comparison / n225 / text 2">
            <a:extLst xmlns:a="http://schemas.openxmlformats.org/drawingml/2006/main">
              <a:ext uri="{FF2B5EF4-FFF2-40B4-BE49-F238E27FC236}">
                <a16:creationId xmlns:a16="http://schemas.microsoft.com/office/drawing/2014/main" id="{72911999-C4A2-4B6A-9A1A-809D53F8AA83}"/>
              </a:ext>
            </a:extLst>
          </p:cNvPr>
          <p:cNvSpPr>
            <a:spLocks xmlns:a="http://schemas.openxmlformats.org/drawingml/2006/main" noGrp="1"/>
          </p:cNvSpPr>
          <p:nvPr/>
        </p:nvSpPr>
        <p:spPr>
          <a:xfrm xmlns:a="http://schemas.openxmlformats.org/drawingml/2006/main">
            <a:off x="10048875" y="6368415"/>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command_id:Command1 / request_id:Request1</a:t>
            </a:r>
          </a:p>
        </p:txBody>
      </p:sp>
      <p:sp>
        <p:nvSpPr>
          <p:cNvPr id="273" name="dp42-comparison / n225 / text 3">
            <a:extLst xmlns:a="http://schemas.openxmlformats.org/drawingml/2006/main">
              <a:ext uri="{FF2B5EF4-FFF2-40B4-BE49-F238E27FC236}">
                <a16:creationId xmlns:a16="http://schemas.microsoft.com/office/drawing/2014/main" id="{B94F280F-4FE5-45F0-A398-2F18DE80A251}"/>
              </a:ext>
            </a:extLst>
          </p:cNvPr>
          <p:cNvSpPr>
            <a:spLocks xmlns:a="http://schemas.openxmlformats.org/drawingml/2006/main" noGrp="1"/>
          </p:cNvSpPr>
          <p:nvPr/>
        </p:nvSpPr>
        <p:spPr>
          <a:xfrm xmlns:a="http://schemas.openxmlformats.org/drawingml/2006/main">
            <a:off x="10048875" y="648843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task_id:Task1 / question_id:Question1</a:t>
            </a:r>
          </a:p>
        </p:txBody>
      </p:sp>
      <p:sp>
        <p:nvSpPr>
          <p:cNvPr id="274" name="dp42-comparison / n225 / text 4">
            <a:extLst xmlns:a="http://schemas.openxmlformats.org/drawingml/2006/main">
              <a:ext uri="{FF2B5EF4-FFF2-40B4-BE49-F238E27FC236}">
                <a16:creationId xmlns:a16="http://schemas.microsoft.com/office/drawing/2014/main" id="{1D554925-3FAF-41E7-B26D-6A310EFCCA5E}"/>
              </a:ext>
            </a:extLst>
          </p:cNvPr>
          <p:cNvSpPr>
            <a:spLocks xmlns:a="http://schemas.openxmlformats.org/drawingml/2006/main" noGrp="1"/>
          </p:cNvSpPr>
          <p:nvPr/>
        </p:nvSpPr>
        <p:spPr>
          <a:xfrm xmlns:a="http://schemas.openxmlformats.org/drawingml/2006/main">
            <a:off x="10048875" y="6608445"/>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payload.answer:상반기</a:t>
            </a:r>
          </a:p>
        </p:txBody>
      </p:sp>
      <p:sp>
        <p:nvSpPr>
          <p:cNvPr id="275" name="dp42-comparison / n225 / text 5">
            <a:extLst xmlns:a="http://schemas.openxmlformats.org/drawingml/2006/main">
              <a:ext uri="{FF2B5EF4-FFF2-40B4-BE49-F238E27FC236}">
                <a16:creationId xmlns:a16="http://schemas.microsoft.com/office/drawing/2014/main" id="{128EE658-A5CC-4711-9F68-4390F308D87D}"/>
              </a:ext>
            </a:extLst>
          </p:cNvPr>
          <p:cNvSpPr>
            <a:spLocks xmlns:a="http://schemas.openxmlformats.org/drawingml/2006/main" noGrp="1"/>
          </p:cNvSpPr>
          <p:nvPr/>
        </p:nvSpPr>
        <p:spPr>
          <a:xfrm xmlns:a="http://schemas.openxmlformats.org/drawingml/2006/main">
            <a:off x="10048875" y="672846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expected_question_revision:7</a:t>
            </a:r>
          </a:p>
        </p:txBody>
      </p:sp>
      <p:sp>
        <p:nvSpPr>
          <p:cNvPr id="276" name="dp42-comparison / n226">
            <a:extLst xmlns:a="http://schemas.openxmlformats.org/drawingml/2006/main">
              <a:ext uri="{FF2B5EF4-FFF2-40B4-BE49-F238E27FC236}">
                <a16:creationId xmlns:a16="http://schemas.microsoft.com/office/drawing/2014/main" id="{C036201E-B499-493F-95C3-DA83D4C8C9F2}"/>
              </a:ext>
            </a:extLst>
          </p:cNvPr>
          <p:cNvSpPr>
            <a:spLocks xmlns:a="http://schemas.openxmlformats.org/drawingml/2006/main" noGrp="1"/>
          </p:cNvSpPr>
          <p:nvPr/>
        </p:nvSpPr>
        <p:spPr>
          <a:xfrm xmlns:a="http://schemas.openxmlformats.org/drawingml/2006/main">
            <a:off x="12668250" y="6191250"/>
            <a:ext cx="2286000" cy="714375"/>
          </a:xfrm>
          <a:custGeom xmlns:a="http://schemas.openxmlformats.org/drawingml/2006/main">
            <a:pathLst>
              <a:path w="2286000" h="714375">
                <a:moveTo>
                  <a:pt x="0" y="0"/>
                </a:moveTo>
                <a:lnTo>
                  <a:pt x="2114550" y="0"/>
                </a:lnTo>
                <a:lnTo>
                  <a:pt x="2286000" y="171450"/>
                </a:lnTo>
                <a:lnTo>
                  <a:pt x="228600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7" name="dp42-comparison / n226 / fold">
            <a:extLst xmlns:a="http://schemas.openxmlformats.org/drawingml/2006/main">
              <a:ext uri="{FF2B5EF4-FFF2-40B4-BE49-F238E27FC236}">
                <a16:creationId xmlns:a16="http://schemas.microsoft.com/office/drawing/2014/main" id="{7F1081C1-7DF0-49CD-9DE3-EB57861A822B}"/>
              </a:ext>
            </a:extLst>
          </p:cNvPr>
          <p:cNvSpPr>
            <a:spLocks xmlns:a="http://schemas.openxmlformats.org/drawingml/2006/main" noGrp="1"/>
          </p:cNvSpPr>
          <p:nvPr/>
        </p:nvSpPr>
        <p:spPr>
          <a:xfrm xmlns:a="http://schemas.openxmlformats.org/drawingml/2006/main">
            <a:off x="14782800"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8" name="dp42-comparison / n227 / text 1">
            <a:extLst xmlns:a="http://schemas.openxmlformats.org/drawingml/2006/main">
              <a:ext uri="{FF2B5EF4-FFF2-40B4-BE49-F238E27FC236}">
                <a16:creationId xmlns:a16="http://schemas.microsoft.com/office/drawing/2014/main" id="{5CD68AFA-65E0-4EB6-BB34-35B4713D22DD}"/>
              </a:ext>
            </a:extLst>
          </p:cNvPr>
          <p:cNvSpPr>
            <a:spLocks xmlns:a="http://schemas.openxmlformats.org/drawingml/2006/main" noGrp="1"/>
          </p:cNvSpPr>
          <p:nvPr/>
        </p:nvSpPr>
        <p:spPr>
          <a:xfrm xmlns:a="http://schemas.openxmlformats.org/drawingml/2006/main">
            <a:off x="12763500" y="624840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② Task 상태 확정 / 내부 접수</a:t>
            </a:r>
          </a:p>
        </p:txBody>
      </p:sp>
      <p:sp>
        <p:nvSpPr>
          <p:cNvPr id="279" name="dp42-comparison / n227 / text 2">
            <a:extLst xmlns:a="http://schemas.openxmlformats.org/drawingml/2006/main">
              <a:ext uri="{FF2B5EF4-FFF2-40B4-BE49-F238E27FC236}">
                <a16:creationId xmlns:a16="http://schemas.microsoft.com/office/drawing/2014/main" id="{9D1A9141-BF84-4C7E-8C65-B28E80801877}"/>
              </a:ext>
            </a:extLst>
          </p:cNvPr>
          <p:cNvSpPr>
            <a:spLocks xmlns:a="http://schemas.openxmlformats.org/drawingml/2006/main" noGrp="1"/>
          </p:cNvSpPr>
          <p:nvPr/>
        </p:nvSpPr>
        <p:spPr>
          <a:xfrm xmlns:a="http://schemas.openxmlformats.org/drawingml/2006/main">
            <a:off x="12763500" y="637413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Question1: ANSWERED</a:t>
            </a:r>
          </a:p>
        </p:txBody>
      </p:sp>
      <p:sp>
        <p:nvSpPr>
          <p:cNvPr id="280" name="dp42-comparison / n227 / text 3">
            <a:extLst xmlns:a="http://schemas.openxmlformats.org/drawingml/2006/main">
              <a:ext uri="{FF2B5EF4-FFF2-40B4-BE49-F238E27FC236}">
                <a16:creationId xmlns:a16="http://schemas.microsoft.com/office/drawing/2014/main" id="{CDAD74A7-4D6F-43C3-9377-65F9F8A10A58}"/>
              </a:ext>
            </a:extLst>
          </p:cNvPr>
          <p:cNvSpPr>
            <a:spLocks xmlns:a="http://schemas.openxmlformats.org/drawingml/2006/main" noGrp="1"/>
          </p:cNvSpPr>
          <p:nvPr/>
        </p:nvSpPr>
        <p:spPr>
          <a:xfrm xmlns:a="http://schemas.openxmlformats.org/drawingml/2006/main">
            <a:off x="12763500" y="649986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Command1: PENDING</a:t>
            </a:r>
          </a:p>
        </p:txBody>
      </p:sp>
      <p:sp>
        <p:nvSpPr>
          <p:cNvPr id="281" name="dp42-comparison / n227 / text 4">
            <a:extLst xmlns:a="http://schemas.openxmlformats.org/drawingml/2006/main">
              <a:ext uri="{FF2B5EF4-FFF2-40B4-BE49-F238E27FC236}">
                <a16:creationId xmlns:a16="http://schemas.microsoft.com/office/drawing/2014/main" id="{2CBBF1EE-675D-4AF4-B35D-30760440F713}"/>
              </a:ext>
            </a:extLst>
          </p:cNvPr>
          <p:cNvSpPr>
            <a:spLocks xmlns:a="http://schemas.openxmlformats.org/drawingml/2006/main" noGrp="1"/>
          </p:cNvSpPr>
          <p:nvPr/>
        </p:nvSpPr>
        <p:spPr>
          <a:xfrm xmlns:a="http://schemas.openxmlformats.org/drawingml/2006/main">
            <a:off x="12763500" y="662559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acceptance_status:ACCEPTED</a:t>
            </a:r>
          </a:p>
        </p:txBody>
      </p:sp>
      <p:sp>
        <p:nvSpPr>
          <p:cNvPr id="282" name="dp42-comparison / n227 / text 5">
            <a:extLst xmlns:a="http://schemas.openxmlformats.org/drawingml/2006/main">
              <a:ext uri="{FF2B5EF4-FFF2-40B4-BE49-F238E27FC236}">
                <a16:creationId xmlns:a16="http://schemas.microsoft.com/office/drawing/2014/main" id="{C34B19BB-FAEF-4A00-9246-D4E724A8DBDB}"/>
              </a:ext>
            </a:extLst>
          </p:cNvPr>
          <p:cNvSpPr>
            <a:spLocks xmlns:a="http://schemas.openxmlformats.org/drawingml/2006/main" noGrp="1"/>
          </p:cNvSpPr>
          <p:nvPr/>
        </p:nvSpPr>
        <p:spPr>
          <a:xfrm xmlns:a="http://schemas.openxmlformats.org/drawingml/2006/main">
            <a:off x="12763500" y="675132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확정 접수 결과도 함께 저장</a:t>
            </a:r>
          </a:p>
        </p:txBody>
      </p:sp>
      <p:sp>
        <p:nvSpPr>
          <p:cNvPr id="283" name="dp42-comparison / n228">
            <a:extLst xmlns:a="http://schemas.openxmlformats.org/drawingml/2006/main">
              <a:ext uri="{FF2B5EF4-FFF2-40B4-BE49-F238E27FC236}">
                <a16:creationId xmlns:a16="http://schemas.microsoft.com/office/drawing/2014/main" id="{575FE653-082E-4059-B618-DE2055720942}"/>
              </a:ext>
            </a:extLst>
          </p:cNvPr>
          <p:cNvSpPr>
            <a:spLocks xmlns:a="http://schemas.openxmlformats.org/drawingml/2006/main" noGrp="1"/>
          </p:cNvSpPr>
          <p:nvPr/>
        </p:nvSpPr>
        <p:spPr>
          <a:xfrm xmlns:a="http://schemas.openxmlformats.org/drawingml/2006/main">
            <a:off x="15287625" y="6191250"/>
            <a:ext cx="2190750" cy="714375"/>
          </a:xfrm>
          <a:custGeom xmlns:a="http://schemas.openxmlformats.org/drawingml/2006/main">
            <a:pathLst>
              <a:path w="2190750" h="714375">
                <a:moveTo>
                  <a:pt x="0" y="0"/>
                </a:moveTo>
                <a:lnTo>
                  <a:pt x="2019300" y="0"/>
                </a:lnTo>
                <a:lnTo>
                  <a:pt x="2190750" y="171450"/>
                </a:lnTo>
                <a:lnTo>
                  <a:pt x="219075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84" name="dp42-comparison / n228 / fold">
            <a:extLst xmlns:a="http://schemas.openxmlformats.org/drawingml/2006/main">
              <a:ext uri="{FF2B5EF4-FFF2-40B4-BE49-F238E27FC236}">
                <a16:creationId xmlns:a16="http://schemas.microsoft.com/office/drawing/2014/main" id="{6413BF0C-3013-45B3-8E53-EF8016734B31}"/>
              </a:ext>
            </a:extLst>
          </p:cNvPr>
          <p:cNvSpPr>
            <a:spLocks xmlns:a="http://schemas.openxmlformats.org/drawingml/2006/main" noGrp="1"/>
          </p:cNvSpPr>
          <p:nvPr/>
        </p:nvSpPr>
        <p:spPr>
          <a:xfrm xmlns:a="http://schemas.openxmlformats.org/drawingml/2006/main">
            <a:off x="1730692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85" name="dp42-comparison / n229 / text 1">
            <a:extLst xmlns:a="http://schemas.openxmlformats.org/drawingml/2006/main">
              <a:ext uri="{FF2B5EF4-FFF2-40B4-BE49-F238E27FC236}">
                <a16:creationId xmlns:a16="http://schemas.microsoft.com/office/drawing/2014/main" id="{846B70C0-1BDC-4A34-9F99-4B9D6C82E261}"/>
              </a:ext>
            </a:extLst>
          </p:cNvPr>
          <p:cNvSpPr>
            <a:spLocks xmlns:a="http://schemas.openxmlformats.org/drawingml/2006/main" noGrp="1"/>
          </p:cNvSpPr>
          <p:nvPr/>
        </p:nvSpPr>
        <p:spPr>
          <a:xfrm xmlns:a="http://schemas.openxmlformats.org/drawingml/2006/main">
            <a:off x="15382875" y="624840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③ 대화에 접수 결과 반영</a:t>
            </a:r>
          </a:p>
        </p:txBody>
      </p:sp>
      <p:sp>
        <p:nvSpPr>
          <p:cNvPr id="286" name="dp42-comparison / n229 / text 2">
            <a:extLst xmlns:a="http://schemas.openxmlformats.org/drawingml/2006/main">
              <a:ext uri="{FF2B5EF4-FFF2-40B4-BE49-F238E27FC236}">
                <a16:creationId xmlns:a16="http://schemas.microsoft.com/office/drawing/2014/main" id="{155F6723-2AD4-4F96-8744-BA9E395597D1}"/>
              </a:ext>
            </a:extLst>
          </p:cNvPr>
          <p:cNvSpPr>
            <a:spLocks xmlns:a="http://schemas.openxmlformats.org/drawingml/2006/main" noGrp="1"/>
          </p:cNvSpPr>
          <p:nvPr/>
        </p:nvSpPr>
        <p:spPr>
          <a:xfrm xmlns:a="http://schemas.openxmlformats.org/drawingml/2006/main">
            <a:off x="15382875" y="6368415"/>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AcceptanceReceipt (필드 축약)</a:t>
            </a:r>
          </a:p>
        </p:txBody>
      </p:sp>
      <p:sp>
        <p:nvSpPr>
          <p:cNvPr id="287" name="dp42-comparison / n229 / text 3">
            <a:extLst xmlns:a="http://schemas.openxmlformats.org/drawingml/2006/main">
              <a:ext uri="{FF2B5EF4-FFF2-40B4-BE49-F238E27FC236}">
                <a16:creationId xmlns:a16="http://schemas.microsoft.com/office/drawing/2014/main" id="{8D6A173E-DA66-4224-AE26-34E41138E1B0}"/>
              </a:ext>
            </a:extLst>
          </p:cNvPr>
          <p:cNvSpPr>
            <a:spLocks xmlns:a="http://schemas.openxmlformats.org/drawingml/2006/main" noGrp="1"/>
          </p:cNvSpPr>
          <p:nvPr/>
        </p:nvSpPr>
        <p:spPr>
          <a:xfrm xmlns:a="http://schemas.openxmlformats.org/drawingml/2006/main">
            <a:off x="15382875" y="648843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command_id:Command1</a:t>
            </a:r>
          </a:p>
        </p:txBody>
      </p:sp>
      <p:sp>
        <p:nvSpPr>
          <p:cNvPr id="288" name="dp42-comparison / n229 / text 4">
            <a:extLst xmlns:a="http://schemas.openxmlformats.org/drawingml/2006/main">
              <a:ext uri="{FF2B5EF4-FFF2-40B4-BE49-F238E27FC236}">
                <a16:creationId xmlns:a16="http://schemas.microsoft.com/office/drawing/2014/main" id="{8A0A13F5-AAA8-4066-B068-826477F0EC3F}"/>
              </a:ext>
            </a:extLst>
          </p:cNvPr>
          <p:cNvSpPr>
            <a:spLocks xmlns:a="http://schemas.openxmlformats.org/drawingml/2006/main" noGrp="1"/>
          </p:cNvSpPr>
          <p:nvPr/>
        </p:nvSpPr>
        <p:spPr>
          <a:xfrm xmlns:a="http://schemas.openxmlformats.org/drawingml/2006/main">
            <a:off x="15382875" y="6608445"/>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acceptance_status:ACCEPTED</a:t>
            </a:r>
          </a:p>
        </p:txBody>
      </p:sp>
      <p:sp>
        <p:nvSpPr>
          <p:cNvPr id="289" name="dp42-comparison / n229 / text 5">
            <a:extLst xmlns:a="http://schemas.openxmlformats.org/drawingml/2006/main">
              <a:ext uri="{FF2B5EF4-FFF2-40B4-BE49-F238E27FC236}">
                <a16:creationId xmlns:a16="http://schemas.microsoft.com/office/drawing/2014/main" id="{79003101-E423-4E99-9DFE-9FA136AC040D}"/>
              </a:ext>
            </a:extLst>
          </p:cNvPr>
          <p:cNvSpPr>
            <a:spLocks xmlns:a="http://schemas.openxmlformats.org/drawingml/2006/main" noGrp="1"/>
          </p:cNvSpPr>
          <p:nvPr/>
        </p:nvSpPr>
        <p:spPr>
          <a:xfrm xmlns:a="http://schemas.openxmlformats.org/drawingml/2006/main">
            <a:off x="15382875" y="672846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같은 Command1의 내부 접수 확인</a:t>
            </a:r>
          </a:p>
        </p:txBody>
      </p:sp>
      <p:sp>
        <p:nvSpPr>
          <p:cNvPr id="290" name="dp42-comparison / n233">
            <a:extLst xmlns:a="http://schemas.openxmlformats.org/drawingml/2006/main">
              <a:ext uri="{FF2B5EF4-FFF2-40B4-BE49-F238E27FC236}">
                <a16:creationId xmlns:a16="http://schemas.microsoft.com/office/drawing/2014/main" id="{66BF7818-06A7-4DE6-8EE8-A94D3908ED14}"/>
              </a:ext>
            </a:extLst>
          </p:cNvPr>
          <p:cNvSpPr>
            <a:spLocks xmlns:a="http://schemas.openxmlformats.org/drawingml/2006/main" noGrp="1"/>
          </p:cNvSpPr>
          <p:nvPr/>
        </p:nvSpPr>
        <p:spPr>
          <a:xfrm xmlns:a="http://schemas.openxmlformats.org/drawingml/2006/main">
            <a:off x="9934575" y="6953250"/>
            <a:ext cx="296189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2-comparison / n234 / text 1">
            <a:extLst xmlns:a="http://schemas.openxmlformats.org/drawingml/2006/main">
              <a:ext uri="{FF2B5EF4-FFF2-40B4-BE49-F238E27FC236}">
                <a16:creationId xmlns:a16="http://schemas.microsoft.com/office/drawing/2014/main" id="{4BE8063C-836F-43ED-A99D-79A475F8A76E}"/>
              </a:ext>
            </a:extLst>
          </p:cNvPr>
          <p:cNvSpPr>
            <a:spLocks xmlns:a="http://schemas.openxmlformats.org/drawingml/2006/main" noGrp="1"/>
          </p:cNvSpPr>
          <p:nvPr/>
        </p:nvSpPr>
        <p:spPr>
          <a:xfrm xmlns:a="http://schemas.openxmlformats.org/drawingml/2006/main">
            <a:off x="9953625" y="69627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상반기 답변의 로컬 확정</a:t>
            </a:r>
          </a:p>
        </p:txBody>
      </p:sp>
      <p:sp>
        <p:nvSpPr>
          <p:cNvPr id="292" name="dp42-comparison / n243">
            <a:extLst xmlns:a="http://schemas.openxmlformats.org/drawingml/2006/main">
              <a:ext uri="{FF2B5EF4-FFF2-40B4-BE49-F238E27FC236}">
                <a16:creationId xmlns:a16="http://schemas.microsoft.com/office/drawing/2014/main" id="{5EF21C65-C496-427D-A199-BB857B9AEA1B}"/>
              </a:ext>
            </a:extLst>
          </p:cNvPr>
          <p:cNvSpPr>
            <a:spLocks xmlns:a="http://schemas.openxmlformats.org/drawingml/2006/main" noGrp="1"/>
          </p:cNvSpPr>
          <p:nvPr/>
        </p:nvSpPr>
        <p:spPr>
          <a:xfrm xmlns:a="http://schemas.openxmlformats.org/drawingml/2006/main">
            <a:off x="9934575" y="7448550"/>
            <a:ext cx="4154805" cy="114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2-comparison / n244 / text 1">
            <a:extLst xmlns:a="http://schemas.openxmlformats.org/drawingml/2006/main">
              <a:ext uri="{FF2B5EF4-FFF2-40B4-BE49-F238E27FC236}">
                <a16:creationId xmlns:a16="http://schemas.microsoft.com/office/drawing/2014/main" id="{34C64162-57A4-4C3D-8D9A-55C39CF2BD33}"/>
              </a:ext>
            </a:extLst>
          </p:cNvPr>
          <p:cNvSpPr>
            <a:spLocks xmlns:a="http://schemas.openxmlformats.org/drawingml/2006/main" noGrp="1"/>
          </p:cNvSpPr>
          <p:nvPr/>
        </p:nvSpPr>
        <p:spPr>
          <a:xfrm xmlns:a="http://schemas.openxmlformats.org/drawingml/2006/main">
            <a:off x="9953625" y="7458075"/>
            <a:ext cx="7524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 접수 후 외부 전송 가능 / 대화 반영은 별도 / 접수 대기는 같은 Command1로 확인</a:t>
            </a:r>
          </a:p>
        </p:txBody>
      </p:sp>
    </p:spTree>
    <p:extLst>
      <p:ext uri="{BB962C8B-B14F-4D97-AF65-F5344CB8AC3E}">
        <p14:creationId xmlns:p14="http://schemas.microsoft.com/office/powerpoint/2010/main" val="871643071"/>
      </p:ext>
    </p:extLst>
  </p:cSld>
</p:sld>
</file>

<file path=ppt/slides/slide32.xml><?xml version="1.0" encoding="utf-8"?>
<p:sld xmlns:p="http://schemas.openxmlformats.org/presentationml/2006/main">
  <p:cSld name="dp42-qa">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dp42-v5-qa-detail / n1">
            <a:extLst xmlns:a="http://schemas.openxmlformats.org/drawingml/2006/main">
              <a:ext uri="{FF2B5EF4-FFF2-40B4-BE49-F238E27FC236}">
                <a16:creationId xmlns:a16="http://schemas.microsoft.com/office/drawing/2014/main" id="{E0052E12-1DAD-4541-9BED-863C770F4ECB}"/>
              </a:ext>
            </a:extLst>
          </p:cNvPr>
          <p:cNvSpPr>
            <a:spLocks xmlns:a="http://schemas.openxmlformats.org/drawingml/2006/main" noGrp="1"/>
          </p:cNvSpPr>
          <p:nvPr/>
        </p:nvSpPr>
        <p:spPr>
          <a:xfrm xmlns:a="http://schemas.openxmlformats.org/drawingml/2006/main">
            <a:off x="381000" y="209550"/>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ASR-QA-v6</a:t>
            </a:r>
          </a:p>
        </p:txBody>
      </p:sp>
      <p:sp>
        <p:nvSpPr>
          <p:cNvPr id="2" name="dp42-v5-qa-detail / n2">
            <a:extLst xmlns:a="http://schemas.openxmlformats.org/drawingml/2006/main">
              <a:ext uri="{FF2B5EF4-FFF2-40B4-BE49-F238E27FC236}">
                <a16:creationId xmlns:a16="http://schemas.microsoft.com/office/drawing/2014/main" id="{9AC23387-E6B6-4089-98BA-060D1546A1EB}"/>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04-42. 공동 상태 확정과 독립 상태 접수 / ASR-QA 평가</a:t>
            </a:r>
          </a:p>
        </p:txBody>
      </p:sp>
      <p:sp>
        <p:nvSpPr>
          <p:cNvPr id="3" name="dp42-v5-qa-detail / n3">
            <a:extLst xmlns:a="http://schemas.openxmlformats.org/drawingml/2006/main">
              <a:ext uri="{FF2B5EF4-FFF2-40B4-BE49-F238E27FC236}">
                <a16:creationId xmlns:a16="http://schemas.microsoft.com/office/drawing/2014/main" id="{616269BC-ECD1-4B52-84D1-CE987F38D7C9}"/>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2-v5-qa-detail / n4">
            <a:extLst xmlns:a="http://schemas.openxmlformats.org/drawingml/2006/main">
              <a:ext uri="{FF2B5EF4-FFF2-40B4-BE49-F238E27FC236}">
                <a16:creationId xmlns:a16="http://schemas.microsoft.com/office/drawing/2014/main" id="{D1E736EA-DCCF-4FF8-B273-2CC4697CF24C}"/>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P21 전체 5회: 630개 채점 조건, 135반응, 95요청 처리. 비용과 메모리는 전체 활동을 포함한다.</a:t>
            </a:r>
          </a:p>
        </p:txBody>
      </p:sp>
      <p:sp>
        <p:nvSpPr>
          <p:cNvPr id="5" name="dp42-v5-qa-detail / n5">
            <a:extLst xmlns:a="http://schemas.openxmlformats.org/drawingml/2006/main">
              <a:ext uri="{FF2B5EF4-FFF2-40B4-BE49-F238E27FC236}">
                <a16:creationId xmlns:a16="http://schemas.microsoft.com/office/drawing/2014/main" id="{5CF79C2C-D2F5-4B8A-A70B-21FCB1741DA2}"/>
              </a:ext>
            </a:extLst>
          </p:cNvPr>
          <p:cNvSpPr>
            <a:spLocks xmlns:a="http://schemas.openxmlformats.org/drawingml/2006/main" noGrp="1"/>
          </p:cNvSpPr>
          <p:nvPr/>
        </p:nvSpPr>
        <p:spPr>
          <a:xfrm xmlns:a="http://schemas.openxmlformats.org/drawingml/2006/main">
            <a:off x="381000" y="1762125"/>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A/B 전체 값과 0–6점 등급은 평가 전. 아래 지역 계산과 메모리 예산은 작성자 가정이다.</a:t>
            </a:r>
          </a:p>
        </p:txBody>
      </p:sp>
      <p:sp>
        <p:nvSpPr>
          <p:cNvPr id="6" name="dp42-v5-qa-detail / n6">
            <a:extLst xmlns:a="http://schemas.openxmlformats.org/drawingml/2006/main">
              <a:ext uri="{FF2B5EF4-FFF2-40B4-BE49-F238E27FC236}">
                <a16:creationId xmlns:a16="http://schemas.microsoft.com/office/drawing/2014/main" id="{AAA5A47A-97F4-4641-8F8D-C7146FE7DA4A}"/>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7" name="dp42-v5-qa-detail / n7">
            <a:extLst xmlns:a="http://schemas.openxmlformats.org/drawingml/2006/main">
              <a:ext uri="{FF2B5EF4-FFF2-40B4-BE49-F238E27FC236}">
                <a16:creationId xmlns:a16="http://schemas.microsoft.com/office/drawing/2014/main" id="{28838343-4710-478C-8F5D-65E9F4FF426A}"/>
              </a:ext>
            </a:extLst>
          </p:cNvPr>
          <p:cNvSpPr>
            <a:spLocks xmlns:a="http://schemas.openxmlformats.org/drawingml/2006/main" noGrp="1"/>
          </p:cNvSpPr>
          <p:nvPr/>
        </p:nvSpPr>
        <p:spPr>
          <a:xfrm xmlns:a="http://schemas.openxmlformats.org/drawingml/2006/main">
            <a:off x="533400" y="2238375"/>
            <a:ext cx="25146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8" name="dp42-v5-qa-detail / n8">
            <a:extLst xmlns:a="http://schemas.openxmlformats.org/drawingml/2006/main">
              <a:ext uri="{FF2B5EF4-FFF2-40B4-BE49-F238E27FC236}">
                <a16:creationId xmlns:a16="http://schemas.microsoft.com/office/drawing/2014/main" id="{3032A0CC-B2D8-4114-B35B-F9BB1E8845D9}"/>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통합 Core의 공동 확정</a:t>
            </a:r>
          </a:p>
        </p:txBody>
      </p:sp>
      <p:sp>
        <p:nvSpPr>
          <p:cNvPr id="9" name="dp42-v5-qa-detail / n9">
            <a:extLst xmlns:a="http://schemas.openxmlformats.org/drawingml/2006/main">
              <a:ext uri="{FF2B5EF4-FFF2-40B4-BE49-F238E27FC236}">
                <a16:creationId xmlns:a16="http://schemas.microsoft.com/office/drawing/2014/main" id="{6186DAEB-3155-475A-81A0-AE05B47BB4D6}"/>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독립 대화와 Task 서비스의 접수</a:t>
            </a:r>
          </a:p>
        </p:txBody>
      </p:sp>
      <p:sp>
        <p:nvSpPr>
          <p:cNvPr id="10" name="dp42-v5-qa-detail / n10">
            <a:extLst xmlns:a="http://schemas.openxmlformats.org/drawingml/2006/main">
              <a:ext uri="{FF2B5EF4-FFF2-40B4-BE49-F238E27FC236}">
                <a16:creationId xmlns:a16="http://schemas.microsoft.com/office/drawing/2014/main" id="{1BF400FA-6C22-4831-A025-5D1EA87B45E6}"/>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차이 판단</a:t>
            </a:r>
          </a:p>
        </p:txBody>
      </p:sp>
      <p:sp>
        <p:nvSpPr>
          <p:cNvPr id="11" name="dp42-v5-qa-detail / n11">
            <a:extLst xmlns:a="http://schemas.openxmlformats.org/drawingml/2006/main">
              <a:ext uri="{FF2B5EF4-FFF2-40B4-BE49-F238E27FC236}">
                <a16:creationId xmlns:a16="http://schemas.microsoft.com/office/drawing/2014/main" id="{6C80D7EE-3CD2-4E7D-A5FD-B508FAE0B00B}"/>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 name="dp42-v5-qa-detail / n12">
            <a:extLst xmlns:a="http://schemas.openxmlformats.org/drawingml/2006/main">
              <a:ext uri="{FF2B5EF4-FFF2-40B4-BE49-F238E27FC236}">
                <a16:creationId xmlns:a16="http://schemas.microsoft.com/office/drawing/2014/main" id="{ACC0F7C7-127F-41DA-A70B-226379BD6B0C}"/>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13" name="dp42-v5-qa-detail / n13">
            <a:extLst xmlns:a="http://schemas.openxmlformats.org/drawingml/2006/main">
              <a:ext uri="{FF2B5EF4-FFF2-40B4-BE49-F238E27FC236}">
                <a16:creationId xmlns:a16="http://schemas.microsoft.com/office/drawing/2014/main" id="{05D3609A-88C5-4C2D-ABB7-4E2FFCE58396}"/>
              </a:ext>
            </a:extLst>
          </p:cNvPr>
          <p:cNvSpPr>
            <a:spLocks xmlns:a="http://schemas.openxmlformats.org/drawingml/2006/main" noGrp="1"/>
          </p:cNvSpPr>
          <p:nvPr/>
        </p:nvSpPr>
        <p:spPr>
          <a:xfrm xmlns:a="http://schemas.openxmlformats.org/drawingml/2006/main">
            <a:off x="533400" y="30575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≥98%, 618/630</a:t>
            </a:r>
          </a:p>
        </p:txBody>
      </p:sp>
      <p:sp>
        <p:nvSpPr>
          <p:cNvPr id="14" name="dp42-v5-qa-detail / n14">
            <a:extLst xmlns:a="http://schemas.openxmlformats.org/drawingml/2006/main">
              <a:ext uri="{FF2B5EF4-FFF2-40B4-BE49-F238E27FC236}">
                <a16:creationId xmlns:a16="http://schemas.microsoft.com/office/drawing/2014/main" id="{CB30482C-3D5B-45A7-BFB2-2BD982D9CEF3}"/>
              </a:ext>
            </a:extLst>
          </p:cNvPr>
          <p:cNvSpPr>
            <a:spLocks xmlns:a="http://schemas.openxmlformats.org/drawingml/2006/main" noGrp="1"/>
          </p:cNvSpPr>
          <p:nvPr/>
        </p:nvSpPr>
        <p:spPr>
          <a:xfrm xmlns:a="http://schemas.openxmlformats.org/drawingml/2006/main">
            <a:off x="345757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5" name="dp42-v5-qa-detail / n15">
            <a:extLst xmlns:a="http://schemas.openxmlformats.org/drawingml/2006/main">
              <a:ext uri="{FF2B5EF4-FFF2-40B4-BE49-F238E27FC236}">
                <a16:creationId xmlns:a16="http://schemas.microsoft.com/office/drawing/2014/main" id="{94E7ABA1-8F4E-4F8F-8019-0235844CA74B}"/>
              </a:ext>
            </a:extLst>
          </p:cNvPr>
          <p:cNvSpPr>
            <a:spLocks xmlns:a="http://schemas.openxmlformats.org/drawingml/2006/main" noGrp="1"/>
          </p:cNvSpPr>
          <p:nvPr/>
        </p:nvSpPr>
        <p:spPr>
          <a:xfrm xmlns:a="http://schemas.openxmlformats.org/drawingml/2006/main">
            <a:off x="345757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의미와 접수 및 현재성 검사</a:t>
            </a:r>
          </a:p>
        </p:txBody>
      </p:sp>
      <p:sp>
        <p:nvSpPr>
          <p:cNvPr id="16" name="dp42-v5-qa-detail / n16">
            <a:extLst xmlns:a="http://schemas.openxmlformats.org/drawingml/2006/main">
              <a:ext uri="{FF2B5EF4-FFF2-40B4-BE49-F238E27FC236}">
                <a16:creationId xmlns:a16="http://schemas.microsoft.com/office/drawing/2014/main" id="{3CB92D02-CDB9-4D07-8699-F9FDF33C9601}"/>
              </a:ext>
            </a:extLst>
          </p:cNvPr>
          <p:cNvSpPr>
            <a:spLocks xmlns:a="http://schemas.openxmlformats.org/drawingml/2006/main" noGrp="1"/>
          </p:cNvSpPr>
          <p:nvPr/>
        </p:nvSpPr>
        <p:spPr>
          <a:xfrm xmlns:a="http://schemas.openxmlformats.org/drawingml/2006/main">
            <a:off x="964882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7" name="dp42-v5-qa-detail / n17">
            <a:extLst xmlns:a="http://schemas.openxmlformats.org/drawingml/2006/main">
              <a:ext uri="{FF2B5EF4-FFF2-40B4-BE49-F238E27FC236}">
                <a16:creationId xmlns:a16="http://schemas.microsoft.com/office/drawing/2014/main" id="{A0672D16-BCD5-4950-8852-B80DD4D80EA9}"/>
              </a:ext>
            </a:extLst>
          </p:cNvPr>
          <p:cNvSpPr>
            <a:spLocks xmlns:a="http://schemas.openxmlformats.org/drawingml/2006/main" noGrp="1"/>
          </p:cNvSpPr>
          <p:nvPr/>
        </p:nvSpPr>
        <p:spPr>
          <a:xfrm xmlns:a="http://schemas.openxmlformats.org/drawingml/2006/main">
            <a:off x="964882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동일 검사와 receipt의 올바른 반영</a:t>
            </a:r>
          </a:p>
        </p:txBody>
      </p:sp>
      <p:sp>
        <p:nvSpPr>
          <p:cNvPr id="18" name="dp42-v5-qa-detail / n18">
            <a:extLst xmlns:a="http://schemas.openxmlformats.org/drawingml/2006/main">
              <a:ext uri="{FF2B5EF4-FFF2-40B4-BE49-F238E27FC236}">
                <a16:creationId xmlns:a16="http://schemas.microsoft.com/office/drawing/2014/main" id="{EB2A28A1-537A-452D-AC68-B935FAE3FA59}"/>
              </a:ext>
            </a:extLst>
          </p:cNvPr>
          <p:cNvSpPr>
            <a:spLocks xmlns:a="http://schemas.openxmlformats.org/drawingml/2006/main" noGrp="1"/>
          </p:cNvSpPr>
          <p:nvPr/>
        </p:nvSpPr>
        <p:spPr>
          <a:xfrm xmlns:a="http://schemas.openxmlformats.org/drawingml/2006/main">
            <a:off x="15801975" y="27241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19" name="dp42-v5-qa-detail / n19">
            <a:extLst xmlns:a="http://schemas.openxmlformats.org/drawingml/2006/main">
              <a:ext uri="{FF2B5EF4-FFF2-40B4-BE49-F238E27FC236}">
                <a16:creationId xmlns:a16="http://schemas.microsoft.com/office/drawing/2014/main" id="{333ACB09-5CC8-4F98-BD3A-E6C7897CEAB9}"/>
              </a:ext>
            </a:extLst>
          </p:cNvPr>
          <p:cNvSpPr>
            <a:spLocks xmlns:a="http://schemas.openxmlformats.org/drawingml/2006/main" noGrp="1"/>
          </p:cNvSpPr>
          <p:nvPr/>
        </p:nvSpPr>
        <p:spPr>
          <a:xfrm xmlns:a="http://schemas.openxmlformats.org/drawingml/2006/main">
            <a:off x="15801975" y="31051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1%p</a:t>
            </a:r>
          </a:p>
        </p:txBody>
      </p:sp>
      <p:sp>
        <p:nvSpPr>
          <p:cNvPr id="20" name="dp42-v5-qa-detail / n20">
            <a:extLst xmlns:a="http://schemas.openxmlformats.org/drawingml/2006/main">
              <a:ext uri="{FF2B5EF4-FFF2-40B4-BE49-F238E27FC236}">
                <a16:creationId xmlns:a16="http://schemas.microsoft.com/office/drawing/2014/main" id="{89679BA1-10D4-448A-88EF-495E7DDAB0D0}"/>
              </a:ext>
            </a:extLst>
          </p:cNvPr>
          <p:cNvSpPr>
            <a:spLocks xmlns:a="http://schemas.openxmlformats.org/drawingml/2006/main" noGrp="1"/>
          </p:cNvSpPr>
          <p:nvPr/>
        </p:nvSpPr>
        <p:spPr>
          <a:xfrm xmlns:a="http://schemas.openxmlformats.org/drawingml/2006/main">
            <a:off x="15801975" y="33432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21" name="dp42-v5-qa-detail / n21">
            <a:extLst xmlns:a="http://schemas.openxmlformats.org/drawingml/2006/main">
              <a:ext uri="{FF2B5EF4-FFF2-40B4-BE49-F238E27FC236}">
                <a16:creationId xmlns:a16="http://schemas.microsoft.com/office/drawing/2014/main" id="{A183CDA9-39A8-40B7-A144-6D256214F068}"/>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2" name="dp42-v5-qa-detail / n22">
            <a:extLst xmlns:a="http://schemas.openxmlformats.org/drawingml/2006/main">
              <a:ext uri="{FF2B5EF4-FFF2-40B4-BE49-F238E27FC236}">
                <a16:creationId xmlns:a16="http://schemas.microsoft.com/office/drawing/2014/main" id="{8C6ABC98-5957-4577-8D56-5965B005BEA8}"/>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23" name="dp42-v5-qa-detail / n23">
            <a:extLst xmlns:a="http://schemas.openxmlformats.org/drawingml/2006/main">
              <a:ext uri="{FF2B5EF4-FFF2-40B4-BE49-F238E27FC236}">
                <a16:creationId xmlns:a16="http://schemas.microsoft.com/office/drawing/2014/main" id="{6A52D990-E1EF-4059-870C-CAF278572D44}"/>
              </a:ext>
            </a:extLst>
          </p:cNvPr>
          <p:cNvSpPr>
            <a:spLocks xmlns:a="http://schemas.openxmlformats.org/drawingml/2006/main" noGrp="1"/>
          </p:cNvSpPr>
          <p:nvPr/>
        </p:nvSpPr>
        <p:spPr>
          <a:xfrm xmlns:a="http://schemas.openxmlformats.org/drawingml/2006/main">
            <a:off x="533400" y="40576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≤1초, stop ≤0.1초</a:t>
            </a:r>
          </a:p>
        </p:txBody>
      </p:sp>
      <p:sp>
        <p:nvSpPr>
          <p:cNvPr id="24" name="dp42-v5-qa-detail / n24">
            <a:extLst xmlns:a="http://schemas.openxmlformats.org/drawingml/2006/main">
              <a:ext uri="{FF2B5EF4-FFF2-40B4-BE49-F238E27FC236}">
                <a16:creationId xmlns:a16="http://schemas.microsoft.com/office/drawing/2014/main" id="{57ABAEE6-B9AE-48F1-A54F-58562A637106}"/>
              </a:ext>
            </a:extLst>
          </p:cNvPr>
          <p:cNvSpPr>
            <a:spLocks xmlns:a="http://schemas.openxmlformats.org/drawingml/2006/main" noGrp="1"/>
          </p:cNvSpPr>
          <p:nvPr/>
        </p:nvSpPr>
        <p:spPr>
          <a:xfrm xmlns:a="http://schemas.openxmlformats.org/drawingml/2006/main">
            <a:off x="345757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5" name="dp42-v5-qa-detail / n25">
            <a:extLst xmlns:a="http://schemas.openxmlformats.org/drawingml/2006/main">
              <a:ext uri="{FF2B5EF4-FFF2-40B4-BE49-F238E27FC236}">
                <a16:creationId xmlns:a16="http://schemas.microsoft.com/office/drawing/2014/main" id="{0D379A5A-F6AF-4CFC-9437-CD87FEC5DD0A}"/>
              </a:ext>
            </a:extLst>
          </p:cNvPr>
          <p:cNvSpPr>
            <a:spLocks xmlns:a="http://schemas.openxmlformats.org/drawingml/2006/main" noGrp="1"/>
          </p:cNvSpPr>
          <p:nvPr/>
        </p:nvSpPr>
        <p:spPr>
          <a:xfrm xmlns:a="http://schemas.openxmlformats.org/drawingml/2006/main">
            <a:off x="345757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공동 commit과 대화 반영 대기</a:t>
            </a:r>
          </a:p>
        </p:txBody>
      </p:sp>
      <p:sp>
        <p:nvSpPr>
          <p:cNvPr id="26" name="dp42-v5-qa-detail / n26">
            <a:extLst xmlns:a="http://schemas.openxmlformats.org/drawingml/2006/main">
              <a:ext uri="{FF2B5EF4-FFF2-40B4-BE49-F238E27FC236}">
                <a16:creationId xmlns:a16="http://schemas.microsoft.com/office/drawing/2014/main" id="{56FEC738-42C2-4E46-837F-14806C58B2EB}"/>
              </a:ext>
            </a:extLst>
          </p:cNvPr>
          <p:cNvSpPr>
            <a:spLocks xmlns:a="http://schemas.openxmlformats.org/drawingml/2006/main" noGrp="1"/>
          </p:cNvSpPr>
          <p:nvPr/>
        </p:nvSpPr>
        <p:spPr>
          <a:xfrm xmlns:a="http://schemas.openxmlformats.org/drawingml/2006/main">
            <a:off x="964882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7" name="dp42-v5-qa-detail / n27">
            <a:extLst xmlns:a="http://schemas.openxmlformats.org/drawingml/2006/main">
              <a:ext uri="{FF2B5EF4-FFF2-40B4-BE49-F238E27FC236}">
                <a16:creationId xmlns:a16="http://schemas.microsoft.com/office/drawing/2014/main" id="{F7254C71-C574-417E-89F1-25ED1F5AAE92}"/>
              </a:ext>
            </a:extLst>
          </p:cNvPr>
          <p:cNvSpPr>
            <a:spLocks xmlns:a="http://schemas.openxmlformats.org/drawingml/2006/main" noGrp="1"/>
          </p:cNvSpPr>
          <p:nvPr/>
        </p:nvSpPr>
        <p:spPr>
          <a:xfrm xmlns:a="http://schemas.openxmlformats.org/drawingml/2006/main">
            <a:off x="964882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독립 접수와 receipt 반영 대기</a:t>
            </a:r>
          </a:p>
        </p:txBody>
      </p:sp>
      <p:sp>
        <p:nvSpPr>
          <p:cNvPr id="28" name="dp42-v5-qa-detail / n28">
            <a:extLst xmlns:a="http://schemas.openxmlformats.org/drawingml/2006/main">
              <a:ext uri="{FF2B5EF4-FFF2-40B4-BE49-F238E27FC236}">
                <a16:creationId xmlns:a16="http://schemas.microsoft.com/office/drawing/2014/main" id="{546672EC-1ECE-4F3F-8B12-7ED015AAB9A6}"/>
              </a:ext>
            </a:extLst>
          </p:cNvPr>
          <p:cNvSpPr>
            <a:spLocks xmlns:a="http://schemas.openxmlformats.org/drawingml/2006/main" noGrp="1"/>
          </p:cNvSpPr>
          <p:nvPr/>
        </p:nvSpPr>
        <p:spPr>
          <a:xfrm xmlns:a="http://schemas.openxmlformats.org/drawingml/2006/main">
            <a:off x="15801975" y="37242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29" name="dp42-v5-qa-detail / n29">
            <a:extLst xmlns:a="http://schemas.openxmlformats.org/drawingml/2006/main">
              <a:ext uri="{FF2B5EF4-FFF2-40B4-BE49-F238E27FC236}">
                <a16:creationId xmlns:a16="http://schemas.microsoft.com/office/drawing/2014/main" id="{46B1BAC1-96E4-4E21-92E5-BCB21F926CB1}"/>
              </a:ext>
            </a:extLst>
          </p:cNvPr>
          <p:cNvSpPr>
            <a:spLocks xmlns:a="http://schemas.openxmlformats.org/drawingml/2006/main" noGrp="1"/>
          </p:cNvSpPr>
          <p:nvPr/>
        </p:nvSpPr>
        <p:spPr>
          <a:xfrm xmlns:a="http://schemas.openxmlformats.org/drawingml/2006/main">
            <a:off x="15801975" y="41052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0.10초</a:t>
            </a:r>
          </a:p>
        </p:txBody>
      </p:sp>
      <p:sp>
        <p:nvSpPr>
          <p:cNvPr id="30" name="dp42-v5-qa-detail / n30">
            <a:extLst xmlns:a="http://schemas.openxmlformats.org/drawingml/2006/main">
              <a:ext uri="{FF2B5EF4-FFF2-40B4-BE49-F238E27FC236}">
                <a16:creationId xmlns:a16="http://schemas.microsoft.com/office/drawing/2014/main" id="{ABA50E0E-0586-4FDC-97A7-9D6EB5F8CA7E}"/>
              </a:ext>
            </a:extLst>
          </p:cNvPr>
          <p:cNvSpPr>
            <a:spLocks xmlns:a="http://schemas.openxmlformats.org/drawingml/2006/main" noGrp="1"/>
          </p:cNvSpPr>
          <p:nvPr/>
        </p:nvSpPr>
        <p:spPr>
          <a:xfrm xmlns:a="http://schemas.openxmlformats.org/drawingml/2006/main">
            <a:off x="15801975" y="43434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31" name="dp42-v5-qa-detail / n31">
            <a:extLst xmlns:a="http://schemas.openxmlformats.org/drawingml/2006/main">
              <a:ext uri="{FF2B5EF4-FFF2-40B4-BE49-F238E27FC236}">
                <a16:creationId xmlns:a16="http://schemas.microsoft.com/office/drawing/2014/main" id="{59050E6C-2A16-4876-A557-A3A9A2645A55}"/>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 name="dp42-v5-qa-detail / n32">
            <a:extLst xmlns:a="http://schemas.openxmlformats.org/drawingml/2006/main">
              <a:ext uri="{FF2B5EF4-FFF2-40B4-BE49-F238E27FC236}">
                <a16:creationId xmlns:a16="http://schemas.microsoft.com/office/drawing/2014/main" id="{D76A025A-6521-4E5A-BF91-F486B25A62D0}"/>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33" name="dp42-v5-qa-detail / n33">
            <a:extLst xmlns:a="http://schemas.openxmlformats.org/drawingml/2006/main">
              <a:ext uri="{FF2B5EF4-FFF2-40B4-BE49-F238E27FC236}">
                <a16:creationId xmlns:a16="http://schemas.microsoft.com/office/drawing/2014/main" id="{775FF466-C3F6-4F67-8091-E81F45EE5AA4}"/>
              </a:ext>
            </a:extLst>
          </p:cNvPr>
          <p:cNvSpPr>
            <a:spLocks xmlns:a="http://schemas.openxmlformats.org/drawingml/2006/main" noGrp="1"/>
          </p:cNvSpPr>
          <p:nvPr/>
        </p:nvSpPr>
        <p:spPr>
          <a:xfrm xmlns:a="http://schemas.openxmlformats.org/drawingml/2006/main">
            <a:off x="533400" y="505777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≤10초</a:t>
            </a:r>
          </a:p>
        </p:txBody>
      </p:sp>
      <p:sp>
        <p:nvSpPr>
          <p:cNvPr id="34" name="dp42-v5-qa-detail / n34">
            <a:extLst xmlns:a="http://schemas.openxmlformats.org/drawingml/2006/main">
              <a:ext uri="{FF2B5EF4-FFF2-40B4-BE49-F238E27FC236}">
                <a16:creationId xmlns:a16="http://schemas.microsoft.com/office/drawing/2014/main" id="{0AC44497-6110-4A0C-9E5A-3DDC5805E1C6}"/>
              </a:ext>
            </a:extLst>
          </p:cNvPr>
          <p:cNvSpPr>
            <a:spLocks xmlns:a="http://schemas.openxmlformats.org/drawingml/2006/main" noGrp="1"/>
          </p:cNvSpPr>
          <p:nvPr/>
        </p:nvSpPr>
        <p:spPr>
          <a:xfrm xmlns:a="http://schemas.openxmlformats.org/drawingml/2006/main">
            <a:off x="345757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5" name="dp42-v5-qa-detail / n35">
            <a:extLst xmlns:a="http://schemas.openxmlformats.org/drawingml/2006/main">
              <a:ext uri="{FF2B5EF4-FFF2-40B4-BE49-F238E27FC236}">
                <a16:creationId xmlns:a16="http://schemas.microsoft.com/office/drawing/2014/main" id="{5B54F910-04BA-4523-AF83-9D2021E4E261}"/>
              </a:ext>
            </a:extLst>
          </p:cNvPr>
          <p:cNvSpPr>
            <a:spLocks xmlns:a="http://schemas.openxmlformats.org/drawingml/2006/main" noGrp="1"/>
          </p:cNvSpPr>
          <p:nvPr/>
        </p:nvSpPr>
        <p:spPr>
          <a:xfrm xmlns:a="http://schemas.openxmlformats.org/drawingml/2006/main">
            <a:off x="345757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관련 상태의 공동 확정 경로</a:t>
            </a:r>
          </a:p>
        </p:txBody>
      </p:sp>
      <p:sp>
        <p:nvSpPr>
          <p:cNvPr id="36" name="dp42-v5-qa-detail / n36">
            <a:extLst xmlns:a="http://schemas.openxmlformats.org/drawingml/2006/main">
              <a:ext uri="{FF2B5EF4-FFF2-40B4-BE49-F238E27FC236}">
                <a16:creationId xmlns:a16="http://schemas.microsoft.com/office/drawing/2014/main" id="{6E96FA26-E099-4CBF-9744-2A65E83D5B42}"/>
              </a:ext>
            </a:extLst>
          </p:cNvPr>
          <p:cNvSpPr>
            <a:spLocks xmlns:a="http://schemas.openxmlformats.org/drawingml/2006/main" noGrp="1"/>
          </p:cNvSpPr>
          <p:nvPr/>
        </p:nvSpPr>
        <p:spPr>
          <a:xfrm xmlns:a="http://schemas.openxmlformats.org/drawingml/2006/main">
            <a:off x="964882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7" name="dp42-v5-qa-detail / n37">
            <a:extLst xmlns:a="http://schemas.openxmlformats.org/drawingml/2006/main">
              <a:ext uri="{FF2B5EF4-FFF2-40B4-BE49-F238E27FC236}">
                <a16:creationId xmlns:a16="http://schemas.microsoft.com/office/drawing/2014/main" id="{D7292273-B6BC-4716-900D-0F627D5EB9C8}"/>
              </a:ext>
            </a:extLst>
          </p:cNvPr>
          <p:cNvSpPr>
            <a:spLocks xmlns:a="http://schemas.openxmlformats.org/drawingml/2006/main" noGrp="1"/>
          </p:cNvSpPr>
          <p:nvPr/>
        </p:nvSpPr>
        <p:spPr>
          <a:xfrm xmlns:a="http://schemas.openxmlformats.org/drawingml/2006/main">
            <a:off x="964882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인계와 reconciliation의 전체 경로</a:t>
            </a:r>
          </a:p>
        </p:txBody>
      </p:sp>
      <p:sp>
        <p:nvSpPr>
          <p:cNvPr id="38" name="dp42-v5-qa-detail / n38">
            <a:extLst xmlns:a="http://schemas.openxmlformats.org/drawingml/2006/main">
              <a:ext uri="{FF2B5EF4-FFF2-40B4-BE49-F238E27FC236}">
                <a16:creationId xmlns:a16="http://schemas.microsoft.com/office/drawing/2014/main" id="{6E8A9371-F9ED-430E-9C42-27EBF679AE1C}"/>
              </a:ext>
            </a:extLst>
          </p:cNvPr>
          <p:cNvSpPr>
            <a:spLocks xmlns:a="http://schemas.openxmlformats.org/drawingml/2006/main" noGrp="1"/>
          </p:cNvSpPr>
          <p:nvPr/>
        </p:nvSpPr>
        <p:spPr>
          <a:xfrm xmlns:a="http://schemas.openxmlformats.org/drawingml/2006/main">
            <a:off x="15801975" y="47244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39" name="dp42-v5-qa-detail / n39">
            <a:extLst xmlns:a="http://schemas.openxmlformats.org/drawingml/2006/main">
              <a:ext uri="{FF2B5EF4-FFF2-40B4-BE49-F238E27FC236}">
                <a16:creationId xmlns:a16="http://schemas.microsoft.com/office/drawing/2014/main" id="{03655D70-01E8-4F6F-94C2-3F4539D3702F}"/>
              </a:ext>
            </a:extLst>
          </p:cNvPr>
          <p:cNvSpPr>
            <a:spLocks xmlns:a="http://schemas.openxmlformats.org/drawingml/2006/main" noGrp="1"/>
          </p:cNvSpPr>
          <p:nvPr/>
        </p:nvSpPr>
        <p:spPr>
          <a:xfrm xmlns:a="http://schemas.openxmlformats.org/drawingml/2006/main">
            <a:off x="15801975" y="510540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0.50초</a:t>
            </a:r>
          </a:p>
        </p:txBody>
      </p:sp>
      <p:sp>
        <p:nvSpPr>
          <p:cNvPr id="40" name="dp42-v5-qa-detail / n40">
            <a:extLst xmlns:a="http://schemas.openxmlformats.org/drawingml/2006/main">
              <a:ext uri="{FF2B5EF4-FFF2-40B4-BE49-F238E27FC236}">
                <a16:creationId xmlns:a16="http://schemas.microsoft.com/office/drawing/2014/main" id="{06EC16BF-DA90-49FF-8C44-A71246F28AA3}"/>
              </a:ext>
            </a:extLst>
          </p:cNvPr>
          <p:cNvSpPr>
            <a:spLocks xmlns:a="http://schemas.openxmlformats.org/drawingml/2006/main" noGrp="1"/>
          </p:cNvSpPr>
          <p:nvPr/>
        </p:nvSpPr>
        <p:spPr>
          <a:xfrm xmlns:a="http://schemas.openxmlformats.org/drawingml/2006/main">
            <a:off x="15801975" y="534352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41" name="dp42-v5-qa-detail / n41">
            <a:extLst xmlns:a="http://schemas.openxmlformats.org/drawingml/2006/main">
              <a:ext uri="{FF2B5EF4-FFF2-40B4-BE49-F238E27FC236}">
                <a16:creationId xmlns:a16="http://schemas.microsoft.com/office/drawing/2014/main" id="{70EE21AD-A97E-420C-B24B-7CEC95FACEF9}"/>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2" name="dp42-v5-qa-detail / n42">
            <a:extLst xmlns:a="http://schemas.openxmlformats.org/drawingml/2006/main">
              <a:ext uri="{FF2B5EF4-FFF2-40B4-BE49-F238E27FC236}">
                <a16:creationId xmlns:a16="http://schemas.microsoft.com/office/drawing/2014/main" id="{9D82186A-07CC-4151-B0C0-4507D77FFEDA}"/>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43" name="dp42-v5-qa-detail / n43">
            <a:extLst xmlns:a="http://schemas.openxmlformats.org/drawingml/2006/main">
              <a:ext uri="{FF2B5EF4-FFF2-40B4-BE49-F238E27FC236}">
                <a16:creationId xmlns:a16="http://schemas.microsoft.com/office/drawing/2014/main" id="{0FF2BC54-AA01-40A7-9C66-2E55B99EE186}"/>
              </a:ext>
            </a:extLst>
          </p:cNvPr>
          <p:cNvSpPr>
            <a:spLocks xmlns:a="http://schemas.openxmlformats.org/drawingml/2006/main" noGrp="1"/>
          </p:cNvSpPr>
          <p:nvPr/>
        </p:nvSpPr>
        <p:spPr>
          <a:xfrm xmlns:a="http://schemas.openxmlformats.org/drawingml/2006/main">
            <a:off x="533400" y="605790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≤$0.50/P21</a:t>
            </a:r>
          </a:p>
        </p:txBody>
      </p:sp>
      <p:sp>
        <p:nvSpPr>
          <p:cNvPr id="44" name="dp42-v5-qa-detail / n44">
            <a:extLst xmlns:a="http://schemas.openxmlformats.org/drawingml/2006/main">
              <a:ext uri="{FF2B5EF4-FFF2-40B4-BE49-F238E27FC236}">
                <a16:creationId xmlns:a16="http://schemas.microsoft.com/office/drawing/2014/main" id="{23BDA1F8-349E-4C2B-9B27-8F88FAF88FD9}"/>
              </a:ext>
            </a:extLst>
          </p:cNvPr>
          <p:cNvSpPr>
            <a:spLocks xmlns:a="http://schemas.openxmlformats.org/drawingml/2006/main" noGrp="1"/>
          </p:cNvSpPr>
          <p:nvPr/>
        </p:nvSpPr>
        <p:spPr>
          <a:xfrm xmlns:a="http://schemas.openxmlformats.org/drawingml/2006/main">
            <a:off x="345757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5" name="dp42-v5-qa-detail / n45">
            <a:extLst xmlns:a="http://schemas.openxmlformats.org/drawingml/2006/main">
              <a:ext uri="{FF2B5EF4-FFF2-40B4-BE49-F238E27FC236}">
                <a16:creationId xmlns:a16="http://schemas.microsoft.com/office/drawing/2014/main" id="{41E4D9DF-BACE-4042-ADBB-E4427D978E5D}"/>
              </a:ext>
            </a:extLst>
          </p:cNvPr>
          <p:cNvSpPr>
            <a:spLocks xmlns:a="http://schemas.openxmlformats.org/drawingml/2006/main" noGrp="1"/>
          </p:cNvSpPr>
          <p:nvPr/>
        </p:nvSpPr>
        <p:spPr>
          <a:xfrm xmlns:a="http://schemas.openxmlformats.org/drawingml/2006/main">
            <a:off x="345757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코드 저장 외 실제 모델 청구</a:t>
            </a:r>
          </a:p>
        </p:txBody>
      </p:sp>
      <p:sp>
        <p:nvSpPr>
          <p:cNvPr id="46" name="dp42-v5-qa-detail / n46">
            <a:extLst xmlns:a="http://schemas.openxmlformats.org/drawingml/2006/main">
              <a:ext uri="{FF2B5EF4-FFF2-40B4-BE49-F238E27FC236}">
                <a16:creationId xmlns:a16="http://schemas.microsoft.com/office/drawing/2014/main" id="{0816BA81-618A-4B62-8DA1-6E2D95375788}"/>
              </a:ext>
            </a:extLst>
          </p:cNvPr>
          <p:cNvSpPr>
            <a:spLocks xmlns:a="http://schemas.openxmlformats.org/drawingml/2006/main" noGrp="1"/>
          </p:cNvSpPr>
          <p:nvPr/>
        </p:nvSpPr>
        <p:spPr>
          <a:xfrm xmlns:a="http://schemas.openxmlformats.org/drawingml/2006/main">
            <a:off x="964882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7" name="dp42-v5-qa-detail / n47">
            <a:extLst xmlns:a="http://schemas.openxmlformats.org/drawingml/2006/main">
              <a:ext uri="{FF2B5EF4-FFF2-40B4-BE49-F238E27FC236}">
                <a16:creationId xmlns:a16="http://schemas.microsoft.com/office/drawing/2014/main" id="{F6FCE6FE-FB2B-4993-9D6D-864F2DF06D7D}"/>
              </a:ext>
            </a:extLst>
          </p:cNvPr>
          <p:cNvSpPr>
            <a:spLocks xmlns:a="http://schemas.openxmlformats.org/drawingml/2006/main" noGrp="1"/>
          </p:cNvSpPr>
          <p:nvPr/>
        </p:nvSpPr>
        <p:spPr>
          <a:xfrm xmlns:a="http://schemas.openxmlformats.org/drawingml/2006/main">
            <a:off x="964882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IPC 외 실제 모델 청구</a:t>
            </a:r>
          </a:p>
        </p:txBody>
      </p:sp>
      <p:sp>
        <p:nvSpPr>
          <p:cNvPr id="48" name="dp42-v5-qa-detail / n48">
            <a:extLst xmlns:a="http://schemas.openxmlformats.org/drawingml/2006/main">
              <a:ext uri="{FF2B5EF4-FFF2-40B4-BE49-F238E27FC236}">
                <a16:creationId xmlns:a16="http://schemas.microsoft.com/office/drawing/2014/main" id="{29913499-9549-4D7D-9932-BCEDFD96A7F7}"/>
              </a:ext>
            </a:extLst>
          </p:cNvPr>
          <p:cNvSpPr>
            <a:spLocks xmlns:a="http://schemas.openxmlformats.org/drawingml/2006/main" noGrp="1"/>
          </p:cNvSpPr>
          <p:nvPr/>
        </p:nvSpPr>
        <p:spPr>
          <a:xfrm xmlns:a="http://schemas.openxmlformats.org/drawingml/2006/main">
            <a:off x="15801975" y="57245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49" name="dp42-v5-qa-detail / n49">
            <a:extLst xmlns:a="http://schemas.openxmlformats.org/drawingml/2006/main">
              <a:ext uri="{FF2B5EF4-FFF2-40B4-BE49-F238E27FC236}">
                <a16:creationId xmlns:a16="http://schemas.microsoft.com/office/drawing/2014/main" id="{7F6FE70F-4CF9-46E3-BA79-EA5987ED7DC8}"/>
              </a:ext>
            </a:extLst>
          </p:cNvPr>
          <p:cNvSpPr>
            <a:spLocks xmlns:a="http://schemas.openxmlformats.org/drawingml/2006/main" noGrp="1"/>
          </p:cNvSpPr>
          <p:nvPr/>
        </p:nvSpPr>
        <p:spPr>
          <a:xfrm xmlns:a="http://schemas.openxmlformats.org/drawingml/2006/main">
            <a:off x="15801975" y="610552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$0.03/P21</a:t>
            </a:r>
          </a:p>
        </p:txBody>
      </p:sp>
      <p:sp>
        <p:nvSpPr>
          <p:cNvPr id="50" name="dp42-v5-qa-detail / n50">
            <a:extLst xmlns:a="http://schemas.openxmlformats.org/drawingml/2006/main">
              <a:ext uri="{FF2B5EF4-FFF2-40B4-BE49-F238E27FC236}">
                <a16:creationId xmlns:a16="http://schemas.microsoft.com/office/drawing/2014/main" id="{6F897435-9B71-4F1C-B30C-33BBEDB7B8AE}"/>
              </a:ext>
            </a:extLst>
          </p:cNvPr>
          <p:cNvSpPr>
            <a:spLocks xmlns:a="http://schemas.openxmlformats.org/drawingml/2006/main" noGrp="1"/>
          </p:cNvSpPr>
          <p:nvPr/>
        </p:nvSpPr>
        <p:spPr>
          <a:xfrm xmlns:a="http://schemas.openxmlformats.org/drawingml/2006/main">
            <a:off x="15801975" y="634365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51" name="dp42-v5-qa-detail / n51">
            <a:extLst xmlns:a="http://schemas.openxmlformats.org/drawingml/2006/main">
              <a:ext uri="{FF2B5EF4-FFF2-40B4-BE49-F238E27FC236}">
                <a16:creationId xmlns:a16="http://schemas.microsoft.com/office/drawing/2014/main" id="{77230508-5978-44F7-9F17-594B9BABF06E}"/>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52" name="dp42-v5-qa-detail / n52">
            <a:extLst xmlns:a="http://schemas.openxmlformats.org/drawingml/2006/main">
              <a:ext uri="{FF2B5EF4-FFF2-40B4-BE49-F238E27FC236}">
                <a16:creationId xmlns:a16="http://schemas.microsoft.com/office/drawing/2014/main" id="{BFAE2C7C-FF1E-4A1F-B5F4-FC807FBC9006}"/>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53" name="dp42-v5-qa-detail / n53">
            <a:extLst xmlns:a="http://schemas.openxmlformats.org/drawingml/2006/main">
              <a:ext uri="{FF2B5EF4-FFF2-40B4-BE49-F238E27FC236}">
                <a16:creationId xmlns:a16="http://schemas.microsoft.com/office/drawing/2014/main" id="{2DEA17DF-9C5C-40F3-9272-5BF240CA043C}"/>
              </a:ext>
            </a:extLst>
          </p:cNvPr>
          <p:cNvSpPr>
            <a:spLocks xmlns:a="http://schemas.openxmlformats.org/drawingml/2006/main" noGrp="1"/>
          </p:cNvSpPr>
          <p:nvPr/>
        </p:nvSpPr>
        <p:spPr>
          <a:xfrm xmlns:a="http://schemas.openxmlformats.org/drawingml/2006/main">
            <a:off x="533400" y="70580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≤3개, 과제별 ≤5개</a:t>
            </a:r>
          </a:p>
        </p:txBody>
      </p:sp>
      <p:sp>
        <p:nvSpPr>
          <p:cNvPr id="54" name="dp42-v5-qa-detail / n54">
            <a:extLst xmlns:a="http://schemas.openxmlformats.org/drawingml/2006/main">
              <a:ext uri="{FF2B5EF4-FFF2-40B4-BE49-F238E27FC236}">
                <a16:creationId xmlns:a16="http://schemas.microsoft.com/office/drawing/2014/main" id="{86D35AE4-1A1C-4441-8778-A7F39F2A121A}"/>
              </a:ext>
            </a:extLst>
          </p:cNvPr>
          <p:cNvSpPr>
            <a:spLocks xmlns:a="http://schemas.openxmlformats.org/drawingml/2006/main" noGrp="1"/>
          </p:cNvSpPr>
          <p:nvPr/>
        </p:nvSpPr>
        <p:spPr>
          <a:xfrm xmlns:a="http://schemas.openxmlformats.org/drawingml/2006/main">
            <a:off x="345757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5" name="dp42-v5-qa-detail / n55">
            <a:extLst xmlns:a="http://schemas.openxmlformats.org/drawingml/2006/main">
              <a:ext uri="{FF2B5EF4-FFF2-40B4-BE49-F238E27FC236}">
                <a16:creationId xmlns:a16="http://schemas.microsoft.com/office/drawing/2014/main" id="{6557B021-0E70-4839-8BCE-D1F7095ABDEA}"/>
              </a:ext>
            </a:extLst>
          </p:cNvPr>
          <p:cNvSpPr>
            <a:spLocks xmlns:a="http://schemas.openxmlformats.org/drawingml/2006/main" noGrp="1"/>
          </p:cNvSpPr>
          <p:nvPr/>
        </p:nvSpPr>
        <p:spPr>
          <a:xfrm xmlns:a="http://schemas.openxmlformats.org/drawingml/2006/main">
            <a:off x="345757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공동 상태 계약의 실제 수정</a:t>
            </a:r>
          </a:p>
        </p:txBody>
      </p:sp>
      <p:sp>
        <p:nvSpPr>
          <p:cNvPr id="56" name="dp42-v5-qa-detail / n56">
            <a:extLst xmlns:a="http://schemas.openxmlformats.org/drawingml/2006/main">
              <a:ext uri="{FF2B5EF4-FFF2-40B4-BE49-F238E27FC236}">
                <a16:creationId xmlns:a16="http://schemas.microsoft.com/office/drawing/2014/main" id="{24D12290-C101-4E09-832C-0CC6B4A77186}"/>
              </a:ext>
            </a:extLst>
          </p:cNvPr>
          <p:cNvSpPr>
            <a:spLocks xmlns:a="http://schemas.openxmlformats.org/drawingml/2006/main" noGrp="1"/>
          </p:cNvSpPr>
          <p:nvPr/>
        </p:nvSpPr>
        <p:spPr>
          <a:xfrm xmlns:a="http://schemas.openxmlformats.org/drawingml/2006/main">
            <a:off x="964882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7" name="dp42-v5-qa-detail / n57">
            <a:extLst xmlns:a="http://schemas.openxmlformats.org/drawingml/2006/main">
              <a:ext uri="{FF2B5EF4-FFF2-40B4-BE49-F238E27FC236}">
                <a16:creationId xmlns:a16="http://schemas.microsoft.com/office/drawing/2014/main" id="{660985D6-1122-4DA6-A2C7-305ADB989956}"/>
              </a:ext>
            </a:extLst>
          </p:cNvPr>
          <p:cNvSpPr>
            <a:spLocks xmlns:a="http://schemas.openxmlformats.org/drawingml/2006/main" noGrp="1"/>
          </p:cNvSpPr>
          <p:nvPr/>
        </p:nvSpPr>
        <p:spPr>
          <a:xfrm xmlns:a="http://schemas.openxmlformats.org/drawingml/2006/main">
            <a:off x="964882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독립 인계 계약의 실제 수정</a:t>
            </a:r>
          </a:p>
        </p:txBody>
      </p:sp>
      <p:sp>
        <p:nvSpPr>
          <p:cNvPr id="58" name="dp42-v5-qa-detail / n58">
            <a:extLst xmlns:a="http://schemas.openxmlformats.org/drawingml/2006/main">
              <a:ext uri="{FF2B5EF4-FFF2-40B4-BE49-F238E27FC236}">
                <a16:creationId xmlns:a16="http://schemas.microsoft.com/office/drawing/2014/main" id="{778CC2C5-B11E-4DF2-86B5-DB540DE5B161}"/>
              </a:ext>
            </a:extLst>
          </p:cNvPr>
          <p:cNvSpPr>
            <a:spLocks xmlns:a="http://schemas.openxmlformats.org/drawingml/2006/main" noGrp="1"/>
          </p:cNvSpPr>
          <p:nvPr/>
        </p:nvSpPr>
        <p:spPr>
          <a:xfrm xmlns:a="http://schemas.openxmlformats.org/drawingml/2006/main">
            <a:off x="15801975" y="67246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59" name="dp42-v5-qa-detail / n59">
            <a:extLst xmlns:a="http://schemas.openxmlformats.org/drawingml/2006/main">
              <a:ext uri="{FF2B5EF4-FFF2-40B4-BE49-F238E27FC236}">
                <a16:creationId xmlns:a16="http://schemas.microsoft.com/office/drawing/2014/main" id="{20CDC1C6-0D8C-4AD9-98D5-2409CB745597}"/>
              </a:ext>
            </a:extLst>
          </p:cNvPr>
          <p:cNvSpPr>
            <a:spLocks xmlns:a="http://schemas.openxmlformats.org/drawingml/2006/main" noGrp="1"/>
          </p:cNvSpPr>
          <p:nvPr/>
        </p:nvSpPr>
        <p:spPr>
          <a:xfrm xmlns:a="http://schemas.openxmlformats.org/drawingml/2006/main">
            <a:off x="15801975" y="71056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0.50개</a:t>
            </a:r>
          </a:p>
        </p:txBody>
      </p:sp>
      <p:sp>
        <p:nvSpPr>
          <p:cNvPr id="60" name="dp42-v5-qa-detail / n60">
            <a:extLst xmlns:a="http://schemas.openxmlformats.org/drawingml/2006/main">
              <a:ext uri="{FF2B5EF4-FFF2-40B4-BE49-F238E27FC236}">
                <a16:creationId xmlns:a16="http://schemas.microsoft.com/office/drawing/2014/main" id="{A3D9A227-2830-473B-B4D0-FE05402D8F1D}"/>
              </a:ext>
            </a:extLst>
          </p:cNvPr>
          <p:cNvSpPr>
            <a:spLocks xmlns:a="http://schemas.openxmlformats.org/drawingml/2006/main" noGrp="1"/>
          </p:cNvSpPr>
          <p:nvPr/>
        </p:nvSpPr>
        <p:spPr>
          <a:xfrm xmlns:a="http://schemas.openxmlformats.org/drawingml/2006/main">
            <a:off x="15801975" y="73437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61" name="dp42-v5-qa-detail / n61">
            <a:extLst xmlns:a="http://schemas.openxmlformats.org/drawingml/2006/main">
              <a:ext uri="{FF2B5EF4-FFF2-40B4-BE49-F238E27FC236}">
                <a16:creationId xmlns:a16="http://schemas.microsoft.com/office/drawing/2014/main" id="{83D2913F-66E7-4E29-8AC6-E17044B64FFC}"/>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2" name="dp42-v5-qa-detail / n62">
            <a:extLst xmlns:a="http://schemas.openxmlformats.org/drawingml/2006/main">
              <a:ext uri="{FF2B5EF4-FFF2-40B4-BE49-F238E27FC236}">
                <a16:creationId xmlns:a16="http://schemas.microsoft.com/office/drawing/2014/main" id="{3B442BC9-755B-47F5-AF10-EC479C7FE135}"/>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63" name="dp42-v5-qa-detail / n63">
            <a:extLst xmlns:a="http://schemas.openxmlformats.org/drawingml/2006/main">
              <a:ext uri="{FF2B5EF4-FFF2-40B4-BE49-F238E27FC236}">
                <a16:creationId xmlns:a16="http://schemas.microsoft.com/office/drawing/2014/main" id="{34326D37-5158-4C86-89A3-A58C6C91ADEB}"/>
              </a:ext>
            </a:extLst>
          </p:cNvPr>
          <p:cNvSpPr>
            <a:spLocks xmlns:a="http://schemas.openxmlformats.org/drawingml/2006/main" noGrp="1"/>
          </p:cNvSpPr>
          <p:nvPr/>
        </p:nvSpPr>
        <p:spPr>
          <a:xfrm xmlns:a="http://schemas.openxmlformats.org/drawingml/2006/main">
            <a:off x="533400" y="80581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commit 최대 ≤4,096MiB</a:t>
            </a:r>
          </a:p>
        </p:txBody>
      </p:sp>
      <p:sp>
        <p:nvSpPr>
          <p:cNvPr id="64" name="dp42-v5-qa-detail / n64">
            <a:extLst xmlns:a="http://schemas.openxmlformats.org/drawingml/2006/main">
              <a:ext uri="{FF2B5EF4-FFF2-40B4-BE49-F238E27FC236}">
                <a16:creationId xmlns:a16="http://schemas.microsoft.com/office/drawing/2014/main" id="{2C3D3F81-F166-4CC5-B1F1-F0159468CB0D}"/>
              </a:ext>
            </a:extLst>
          </p:cNvPr>
          <p:cNvSpPr>
            <a:spLocks xmlns:a="http://schemas.openxmlformats.org/drawingml/2006/main" noGrp="1"/>
          </p:cNvSpPr>
          <p:nvPr/>
        </p:nvSpPr>
        <p:spPr>
          <a:xfrm xmlns:a="http://schemas.openxmlformats.org/drawingml/2006/main">
            <a:off x="345757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1,792MiB (가정)</a:t>
            </a:r>
          </a:p>
        </p:txBody>
      </p:sp>
      <p:sp>
        <p:nvSpPr>
          <p:cNvPr id="65" name="dp42-v5-qa-detail / n65">
            <a:extLst xmlns:a="http://schemas.openxmlformats.org/drawingml/2006/main">
              <a:ext uri="{FF2B5EF4-FFF2-40B4-BE49-F238E27FC236}">
                <a16:creationId xmlns:a16="http://schemas.microsoft.com/office/drawing/2014/main" id="{D49112B5-316D-405C-A861-6061A0437C1B}"/>
              </a:ext>
            </a:extLst>
          </p:cNvPr>
          <p:cNvSpPr>
            <a:spLocks xmlns:a="http://schemas.openxmlformats.org/drawingml/2006/main" noGrp="1"/>
          </p:cNvSpPr>
          <p:nvPr/>
        </p:nvSpPr>
        <p:spPr>
          <a:xfrm xmlns:a="http://schemas.openxmlformats.org/drawingml/2006/main">
            <a:off x="345757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통합 실행체의 상태와 대기열</a:t>
            </a:r>
          </a:p>
        </p:txBody>
      </p:sp>
      <p:sp>
        <p:nvSpPr>
          <p:cNvPr id="66" name="dp42-v5-qa-detail / n66">
            <a:extLst xmlns:a="http://schemas.openxmlformats.org/drawingml/2006/main">
              <a:ext uri="{FF2B5EF4-FFF2-40B4-BE49-F238E27FC236}">
                <a16:creationId xmlns:a16="http://schemas.microsoft.com/office/drawing/2014/main" id="{003015C0-6ECD-440A-B3BA-F8A4AAE486F5}"/>
              </a:ext>
            </a:extLst>
          </p:cNvPr>
          <p:cNvSpPr>
            <a:spLocks xmlns:a="http://schemas.openxmlformats.org/drawingml/2006/main" noGrp="1"/>
          </p:cNvSpPr>
          <p:nvPr/>
        </p:nvSpPr>
        <p:spPr>
          <a:xfrm xmlns:a="http://schemas.openxmlformats.org/drawingml/2006/main">
            <a:off x="964882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2,080MiB (가정)</a:t>
            </a:r>
          </a:p>
        </p:txBody>
      </p:sp>
      <p:sp>
        <p:nvSpPr>
          <p:cNvPr id="67" name="dp42-v5-qa-detail / n67">
            <a:extLst xmlns:a="http://schemas.openxmlformats.org/drawingml/2006/main">
              <a:ext uri="{FF2B5EF4-FFF2-40B4-BE49-F238E27FC236}">
                <a16:creationId xmlns:a16="http://schemas.microsoft.com/office/drawing/2014/main" id="{CA74D0FF-BEEE-4F31-8B5F-952DC8CE53B7}"/>
              </a:ext>
            </a:extLst>
          </p:cNvPr>
          <p:cNvSpPr>
            <a:spLocks xmlns:a="http://schemas.openxmlformats.org/drawingml/2006/main" noGrp="1"/>
          </p:cNvSpPr>
          <p:nvPr/>
        </p:nvSpPr>
        <p:spPr>
          <a:xfrm xmlns:a="http://schemas.openxmlformats.org/drawingml/2006/main">
            <a:off x="964882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추가 process와 receipt 상태</a:t>
            </a:r>
          </a:p>
        </p:txBody>
      </p:sp>
      <p:sp>
        <p:nvSpPr>
          <p:cNvPr id="68" name="dp42-v5-qa-detail / n68">
            <a:extLst xmlns:a="http://schemas.openxmlformats.org/drawingml/2006/main">
              <a:ext uri="{FF2B5EF4-FFF2-40B4-BE49-F238E27FC236}">
                <a16:creationId xmlns:a16="http://schemas.microsoft.com/office/drawing/2014/main" id="{67B44F0A-0452-4DC0-81D8-435E2D234D24}"/>
              </a:ext>
            </a:extLst>
          </p:cNvPr>
          <p:cNvSpPr>
            <a:spLocks xmlns:a="http://schemas.openxmlformats.org/drawingml/2006/main" noGrp="1"/>
          </p:cNvSpPr>
          <p:nvPr/>
        </p:nvSpPr>
        <p:spPr>
          <a:xfrm xmlns:a="http://schemas.openxmlformats.org/drawingml/2006/main">
            <a:off x="15801975" y="77247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69" name="dp42-v5-qa-detail / n69">
            <a:extLst xmlns:a="http://schemas.openxmlformats.org/drawingml/2006/main">
              <a:ext uri="{FF2B5EF4-FFF2-40B4-BE49-F238E27FC236}">
                <a16:creationId xmlns:a16="http://schemas.microsoft.com/office/drawing/2014/main" id="{FE0C7A5A-3EDE-4C4C-A686-7E8FC8AC891F}"/>
              </a:ext>
            </a:extLst>
          </p:cNvPr>
          <p:cNvSpPr>
            <a:spLocks xmlns:a="http://schemas.openxmlformats.org/drawingml/2006/main" noGrp="1"/>
          </p:cNvSpPr>
          <p:nvPr/>
        </p:nvSpPr>
        <p:spPr>
          <a:xfrm xmlns:a="http://schemas.openxmlformats.org/drawingml/2006/main">
            <a:off x="15801975" y="81057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128MiB</a:t>
            </a:r>
          </a:p>
        </p:txBody>
      </p:sp>
      <p:sp>
        <p:nvSpPr>
          <p:cNvPr id="70" name="dp42-v5-qa-detail / n70">
            <a:extLst xmlns:a="http://schemas.openxmlformats.org/drawingml/2006/main">
              <a:ext uri="{FF2B5EF4-FFF2-40B4-BE49-F238E27FC236}">
                <a16:creationId xmlns:a16="http://schemas.microsoft.com/office/drawing/2014/main" id="{70009BE0-A31E-4FB0-8B5A-6FDD0930EA13}"/>
              </a:ext>
            </a:extLst>
          </p:cNvPr>
          <p:cNvSpPr>
            <a:spLocks xmlns:a="http://schemas.openxmlformats.org/drawingml/2006/main" noGrp="1"/>
          </p:cNvSpPr>
          <p:nvPr/>
        </p:nvSpPr>
        <p:spPr>
          <a:xfrm xmlns:a="http://schemas.openxmlformats.org/drawingml/2006/main">
            <a:off x="15801975" y="83439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71" name="dp42-v5-qa-detail / n71">
            <a:extLst xmlns:a="http://schemas.openxmlformats.org/drawingml/2006/main">
              <a:ext uri="{FF2B5EF4-FFF2-40B4-BE49-F238E27FC236}">
                <a16:creationId xmlns:a16="http://schemas.microsoft.com/office/drawing/2014/main" id="{93E560E6-16C5-411F-BAB6-494B44198617}"/>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2" name="dp42-v5-qa-detail / n72">
            <a:extLst xmlns:a="http://schemas.openxmlformats.org/drawingml/2006/main">
              <a:ext uri="{FF2B5EF4-FFF2-40B4-BE49-F238E27FC236}">
                <a16:creationId xmlns:a16="http://schemas.microsoft.com/office/drawing/2014/main" id="{A494667C-15FC-4119-B46C-05B345E93077}"/>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3" name="dp42-v5-qa-detail / n73">
            <a:extLst xmlns:a="http://schemas.openxmlformats.org/drawingml/2006/main">
              <a:ext uri="{FF2B5EF4-FFF2-40B4-BE49-F238E27FC236}">
                <a16:creationId xmlns:a16="http://schemas.microsoft.com/office/drawing/2014/main" id="{17CE71E5-4D06-4C08-8C7B-F02FCF64EFDB}"/>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4" name="dp42-v5-qa-detail / n74">
            <a:extLst xmlns:a="http://schemas.openxmlformats.org/drawingml/2006/main">
              <a:ext uri="{FF2B5EF4-FFF2-40B4-BE49-F238E27FC236}">
                <a16:creationId xmlns:a16="http://schemas.microsoft.com/office/drawing/2014/main" id="{C455F8E0-DCB2-4A02-B433-A7BE40CD9457}"/>
              </a:ext>
            </a:extLst>
          </p:cNvPr>
          <p:cNvSpPr>
            <a:spLocks xmlns:a="http://schemas.openxmlformats.org/drawingml/2006/main" noGrp="1"/>
          </p:cNvSpPr>
          <p:nvPr/>
        </p:nvSpPr>
        <p:spPr>
          <a:xfrm xmlns:a="http://schemas.openxmlformats.org/drawingml/2006/main">
            <a:off x="381000" y="886777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지역 계산 S6-04: 확정/접수 A 0.010초 / B 0.025초. 모델과 외부 접수는 공통이며 전체 평균은 아니다.</a:t>
            </a:r>
          </a:p>
        </p:txBody>
      </p:sp>
      <p:sp>
        <p:nvSpPr>
          <p:cNvPr id="75" name="dp42-v5-qa-detail / n75">
            <a:extLst xmlns:a="http://schemas.openxmlformats.org/drawingml/2006/main">
              <a:ext uri="{FF2B5EF4-FFF2-40B4-BE49-F238E27FC236}">
                <a16:creationId xmlns:a16="http://schemas.microsoft.com/office/drawing/2014/main" id="{4F200CD4-152C-4229-ADFC-9CEA573A0FC9}"/>
              </a:ext>
            </a:extLst>
          </p:cNvPr>
          <p:cNvSpPr>
            <a:spLocks xmlns:a="http://schemas.openxmlformats.org/drawingml/2006/main" noGrp="1"/>
          </p:cNvSpPr>
          <p:nvPr/>
        </p:nvSpPr>
        <p:spPr>
          <a:xfrm xmlns:a="http://schemas.openxmlformats.org/drawingml/2006/main">
            <a:off x="381000" y="922972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P21 공통 비용 예산: 의미 $0.03472 + 신규 audio $0.24512 + 음성 Text $0.07200 = $0.35184. 잔여 $0.14816.</a:t>
            </a:r>
          </a:p>
        </p:txBody>
      </p:sp>
      <p:sp>
        <p:nvSpPr>
          <p:cNvPr id="76" name="dp42-v5-qa-detail / n76">
            <a:extLst xmlns:a="http://schemas.openxmlformats.org/drawingml/2006/main">
              <a:ext uri="{FF2B5EF4-FFF2-40B4-BE49-F238E27FC236}">
                <a16:creationId xmlns:a16="http://schemas.microsoft.com/office/drawing/2014/main" id="{A50400FF-8397-42FE-98F6-CA34DEC4F3D0}"/>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이력 audio, 추가 생산, 재시도와 폐기는 실제 청구로 추가한다. 전체 후보값·보호 조건 확인 후 등급을 부여한다.</a:t>
            </a:r>
          </a:p>
        </p:txBody>
      </p:sp>
    </p:spTree>
    <p:extLst>
      <p:ext uri="{BB962C8B-B14F-4D97-AF65-F5344CB8AC3E}">
        <p14:creationId xmlns:p14="http://schemas.microsoft.com/office/powerpoint/2010/main" val="1875579069"/>
      </p:ext>
    </p:extLst>
  </p:cSld>
</p:sld>
</file>

<file path=ppt/slides/slide3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background-v2">
    <p:bg>
      <p:bgPr>
        <a:solidFill>
          <a:srgbClr val="FFFFFF"/>
        </a:solidFill>
      </p:bgPr>
    </p:bg>
    <p:spTree>
      <p:nvGrpSpPr>
        <p:cNvPr id="1" name=""/>
        <p:cNvGrpSpPr/>
        <p:nvPr/>
      </p:nvGrpSpPr>
      <p:grpSpPr>
        <a:xfrm/>
      </p:grpSpPr>
      <p:sp>
        <p:nvSpPr>
          <p:cNvPr id="2" name="r3-1">
            <a:extLst>
              <a:ext uri="{FF2B5EF4-FFF2-40B4-BE49-F238E27FC236}">
                <ns2:creationId id="{8CAC8117-16F8-4F9D-8317-AAE3EC84E1F0}"/>
              </a:ext>
            </a:extLst>
          </p:cNvPr>
          <p:cNvSpPr>
            <a:spLocks noGrp="1"/>
          </p:cNvSpPr>
          <p:nvPr/>
        </p:nvSpPr>
        <p:spPr>
          <a:xfrm>
            <a:off x="571500" y="214312"/>
            <a:ext cx="10044112" cy="671512"/>
          </a:xfrm>
          <a:prstGeom prst="rect">
            <a:avLst/>
          </a:prstGeom>
          <a:noFill/>
          <a:ln w="0">
            <a:noFill/>
          </a:ln>
        </p:spPr>
        <p:txBody>
          <a:bodyPr wrap="none" lIns="0" tIns="0" rIns="0" bIns="0" anchor="ctr">
            <a:noAutofit/>
          </a:bodyPr>
          <a:lstStyle/>
          <a:p>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배경 | 관련 동향</a:t>
            </a:r>
          </a:p>
        </p:txBody>
      </p:sp>
      <p:sp>
        <p:nvSpPr>
          <p:cNvPr id="3" name="line-2">
            <a:extLst>
              <a:ext uri="{FF2B5EF4-FFF2-40B4-BE49-F238E27FC236}">
                <ns2:creationId id="{1F04E5D7-6604-4B32-8D5A-9E70895E6885}"/>
              </a:ext>
            </a:extLst>
          </p:cNvPr>
          <p:cNvSpPr>
            <a:spLocks noGrp="1"/>
          </p:cNvSpPr>
          <p:nvPr/>
        </p:nvSpPr>
        <p:spPr>
          <a:xfrm flipH="0">
            <a:off x="428625" y="971550"/>
            <a:ext cx="17430750" cy="0"/>
          </a:xfrm>
          <a:prstGeom prst="line">
            <a:avLst/>
          </a:prstGeom>
          <a:noFill/>
          <a:ln w="14288">
            <a:solidFill>
              <a:srgbClr val="6C747C"/>
            </a:solidFill>
          </a:ln>
        </p:spPr>
      </p:sp>
      <p:sp>
        <p:nvSpPr>
          <p:cNvPr id="4" name="r3-3">
            <a:extLst>
              <a:ext uri="{FF2B5EF4-FFF2-40B4-BE49-F238E27FC236}">
                <ns2:creationId id="{5D800A3F-CABC-4308-9166-7DAF8662354C}"/>
              </a:ext>
            </a:extLst>
          </p:cNvPr>
          <p:cNvSpPr>
            <a:spLocks noGrp="1"/>
          </p:cNvSpPr>
          <p:nvPr/>
        </p:nvSpPr>
        <p:spPr>
          <a:xfrm>
            <a:off x="10929938" y="285750"/>
            <a:ext cx="1485900" cy="414338"/>
          </a:xfrm>
          <a:prstGeom prst="chevron">
            <a:avLst/>
          </a:prstGeom>
          <a:solidFill>
            <a:srgbClr val="258FAF"/>
          </a:solidFill>
          <a:ln w="14288">
            <a:solidFill>
              <a:srgbClr val="FFFFFF"/>
            </a:solidFill>
          </a:ln>
        </p:spPr>
      </p:sp>
      <p:sp>
        <p:nvSpPr>
          <p:cNvPr id="5" name="r3-4">
            <a:extLst>
              <a:ext uri="{FF2B5EF4-FFF2-40B4-BE49-F238E27FC236}">
                <ns2:creationId id="{EE344BD5-A6DC-4CB7-B0B9-BACB68666A2A}"/>
              </a:ext>
            </a:extLst>
          </p:cNvPr>
          <p:cNvSpPr>
            <a:spLocks noGrp="1"/>
          </p:cNvSpPr>
          <p:nvPr/>
        </p:nvSpPr>
        <p:spPr>
          <a:xfrm>
            <a:off x="11044238" y="314325"/>
            <a:ext cx="1185862" cy="328612"/>
          </a:xfrm>
          <a:prstGeom prst="rect">
            <a:avLst/>
          </a:prstGeom>
          <a:noFill/>
          <a:ln w="0">
            <a:noFill/>
          </a:ln>
        </p:spPr>
        <p:txBody>
          <a:bodyPr wrap="none" lIns="0" tIns="0" rIns="0" bIns="0" anchor="ctr">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배경과 소개</a:t>
            </a:r>
          </a:p>
        </p:txBody>
      </p:sp>
      <p:sp>
        <p:nvSpPr>
          <p:cNvPr id="6" name="r3-5">
            <a:extLst>
              <a:ext uri="{FF2B5EF4-FFF2-40B4-BE49-F238E27FC236}">
                <ns2:creationId id="{5ECD5165-4A5E-4669-AB00-85E21B2BA05D}"/>
              </a:ext>
            </a:extLst>
          </p:cNvPr>
          <p:cNvSpPr>
            <a:spLocks noGrp="1"/>
          </p:cNvSpPr>
          <p:nvPr/>
        </p:nvSpPr>
        <p:spPr>
          <a:xfrm>
            <a:off x="12272962" y="285750"/>
            <a:ext cx="1485900" cy="414338"/>
          </a:xfrm>
          <a:prstGeom prst="chevron">
            <a:avLst/>
          </a:prstGeom>
          <a:solidFill>
            <a:srgbClr val="60666B"/>
          </a:solidFill>
          <a:ln w="14288">
            <a:solidFill>
              <a:srgbClr val="FFFFFF"/>
            </a:solidFill>
          </a:ln>
        </p:spPr>
      </p:sp>
      <p:sp>
        <p:nvSpPr>
          <p:cNvPr id="7" name="r3-6">
            <a:extLst>
              <a:ext uri="{FF2B5EF4-FFF2-40B4-BE49-F238E27FC236}">
                <ns2:creationId id="{AE7D1F32-45B1-4DA1-971C-5910B03C6135}"/>
              </a:ext>
            </a:extLst>
          </p:cNvPr>
          <p:cNvSpPr>
            <a:spLocks noGrp="1"/>
          </p:cNvSpPr>
          <p:nvPr/>
        </p:nvSpPr>
        <p:spPr>
          <a:xfrm>
            <a:off x="12387262" y="314325"/>
            <a:ext cx="1185862" cy="328612"/>
          </a:xfrm>
          <a:prstGeom prst="rect">
            <a:avLst/>
          </a:prstGeom>
          <a:noFill/>
          <a:ln w="0">
            <a:noFill/>
          </a:ln>
        </p:spPr>
        <p:txBody>
          <a:bodyPr wrap="none" lIns="0" tIns="0" rIns="0" bIns="0" anchor="ctr">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요구사항</a:t>
            </a:r>
          </a:p>
        </p:txBody>
      </p:sp>
      <p:sp>
        <p:nvSpPr>
          <p:cNvPr id="8" name="r3-7">
            <a:extLst>
              <a:ext uri="{FF2B5EF4-FFF2-40B4-BE49-F238E27FC236}">
                <ns2:creationId id="{194B31F5-3247-439B-8C74-15BBAE0DB6C3}"/>
              </a:ext>
            </a:extLst>
          </p:cNvPr>
          <p:cNvSpPr>
            <a:spLocks noGrp="1"/>
          </p:cNvSpPr>
          <p:nvPr/>
        </p:nvSpPr>
        <p:spPr>
          <a:xfrm>
            <a:off x="13615988" y="285750"/>
            <a:ext cx="1485900" cy="414338"/>
          </a:xfrm>
          <a:prstGeom prst="chevron">
            <a:avLst/>
          </a:prstGeom>
          <a:solidFill>
            <a:srgbClr val="60666B"/>
          </a:solidFill>
          <a:ln w="14288">
            <a:solidFill>
              <a:srgbClr val="FFFFFF"/>
            </a:solidFill>
          </a:ln>
        </p:spPr>
      </p:sp>
      <p:sp>
        <p:nvSpPr>
          <p:cNvPr id="9" name="r3-8">
            <a:extLst>
              <a:ext uri="{FF2B5EF4-FFF2-40B4-BE49-F238E27FC236}">
                <ns2:creationId id="{88798B45-16FB-4AB2-ACF7-6E6610600246}"/>
              </a:ext>
            </a:extLst>
          </p:cNvPr>
          <p:cNvSpPr>
            <a:spLocks noGrp="1"/>
          </p:cNvSpPr>
          <p:nvPr/>
        </p:nvSpPr>
        <p:spPr>
          <a:xfrm>
            <a:off x="13730288" y="314325"/>
            <a:ext cx="1185862" cy="328612"/>
          </a:xfrm>
          <a:prstGeom prst="rect">
            <a:avLst/>
          </a:prstGeom>
          <a:noFill/>
          <a:ln w="0">
            <a:noFill/>
          </a:ln>
        </p:spPr>
        <p:txBody>
          <a:bodyPr wrap="none" lIns="0" tIns="0" rIns="0" bIns="0" anchor="ctr">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설계 비교</a:t>
            </a:r>
          </a:p>
        </p:txBody>
      </p:sp>
      <p:sp>
        <p:nvSpPr>
          <p:cNvPr id="10" name="r3-9">
            <a:extLst>
              <a:ext uri="{FF2B5EF4-FFF2-40B4-BE49-F238E27FC236}">
                <ns2:creationId id="{F6CFE006-9B0B-447D-8A36-45C993829EDA}"/>
              </a:ext>
            </a:extLst>
          </p:cNvPr>
          <p:cNvSpPr>
            <a:spLocks noGrp="1"/>
          </p:cNvSpPr>
          <p:nvPr/>
        </p:nvSpPr>
        <p:spPr>
          <a:xfrm>
            <a:off x="14959012" y="285750"/>
            <a:ext cx="1485900" cy="414338"/>
          </a:xfrm>
          <a:prstGeom prst="chevron">
            <a:avLst/>
          </a:prstGeom>
          <a:solidFill>
            <a:srgbClr val="60666B"/>
          </a:solidFill>
          <a:ln w="14288">
            <a:solidFill>
              <a:srgbClr val="FFFFFF"/>
            </a:solidFill>
          </a:ln>
        </p:spPr>
      </p:sp>
      <p:sp>
        <p:nvSpPr>
          <p:cNvPr id="11" name="r3-10">
            <a:extLst>
              <a:ext uri="{FF2B5EF4-FFF2-40B4-BE49-F238E27FC236}">
                <ns2:creationId id="{6B8203DC-D402-43CF-90AB-C3619D54AA55}"/>
              </a:ext>
            </a:extLst>
          </p:cNvPr>
          <p:cNvSpPr>
            <a:spLocks noGrp="1"/>
          </p:cNvSpPr>
          <p:nvPr/>
        </p:nvSpPr>
        <p:spPr>
          <a:xfrm>
            <a:off x="15073312" y="314325"/>
            <a:ext cx="1185862" cy="328612"/>
          </a:xfrm>
          <a:prstGeom prst="rect">
            <a:avLst/>
          </a:prstGeom>
          <a:noFill/>
          <a:ln w="0">
            <a:noFill/>
          </a:ln>
        </p:spPr>
        <p:txBody>
          <a:bodyPr wrap="none" lIns="0" tIns="0" rIns="0" bIns="0" anchor="ctr">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검토 요약</a:t>
            </a:r>
          </a:p>
        </p:txBody>
      </p:sp>
      <p:sp>
        <p:nvSpPr>
          <p:cNvPr id="12" name="r3-11">
            <a:extLst>
              <a:ext uri="{FF2B5EF4-FFF2-40B4-BE49-F238E27FC236}">
                <ns2:creationId id="{47B018C3-A7AC-4BE4-A77F-68B7D6B38E2D}"/>
              </a:ext>
            </a:extLst>
          </p:cNvPr>
          <p:cNvSpPr>
            <a:spLocks noGrp="1"/>
          </p:cNvSpPr>
          <p:nvPr/>
        </p:nvSpPr>
        <p:spPr>
          <a:xfrm>
            <a:off x="16302038" y="285750"/>
            <a:ext cx="1485900" cy="414338"/>
          </a:xfrm>
          <a:prstGeom prst="chevron">
            <a:avLst/>
          </a:prstGeom>
          <a:solidFill>
            <a:srgbClr val="60666B"/>
          </a:solidFill>
          <a:ln w="14288">
            <a:solidFill>
              <a:srgbClr val="FFFFFF"/>
            </a:solidFill>
          </a:ln>
        </p:spPr>
      </p:sp>
      <p:sp>
        <p:nvSpPr>
          <p:cNvPr id="13" name="r3-12">
            <a:extLst>
              <a:ext uri="{FF2B5EF4-FFF2-40B4-BE49-F238E27FC236}">
                <ns2:creationId id="{D1CDE218-9368-46CC-976D-B3F71B741ECD}"/>
              </a:ext>
            </a:extLst>
          </p:cNvPr>
          <p:cNvSpPr>
            <a:spLocks noGrp="1"/>
          </p:cNvSpPr>
          <p:nvPr/>
        </p:nvSpPr>
        <p:spPr>
          <a:xfrm>
            <a:off x="16416338" y="314325"/>
            <a:ext cx="1185862" cy="328612"/>
          </a:xfrm>
          <a:prstGeom prst="rect">
            <a:avLst/>
          </a:prstGeom>
          <a:noFill/>
          <a:ln w="0">
            <a:noFill/>
          </a:ln>
        </p:spPr>
        <p:txBody>
          <a:bodyPr wrap="none" lIns="0" tIns="0" rIns="0" bIns="0" anchor="ctr">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Appendix</a:t>
            </a:r>
          </a:p>
        </p:txBody>
      </p:sp>
      <p:sp>
        <p:nvSpPr>
          <p:cNvPr id="14" name="r3-14">
            <a:extLst>
              <a:ext uri="{FF2B5EF4-FFF2-40B4-BE49-F238E27FC236}">
                <ns2:creationId id="{BEF4A735-9C7D-41E2-A1CB-553DC08DA2FF}"/>
              </a:ext>
            </a:extLst>
          </p:cNvPr>
          <p:cNvSpPr>
            <a:spLocks noGrp="1"/>
          </p:cNvSpPr>
          <p:nvPr/>
        </p:nvSpPr>
        <p:spPr>
          <a:xfrm>
            <a:off x="971550" y="1314450"/>
            <a:ext cx="7500938" cy="685800"/>
          </a:xfrm>
          <a:prstGeom prst="roundRect">
            <a:avLst>
              <a:gd name="adj" fmla="val 16667"/>
            </a:avLst>
          </a:prstGeom>
          <a:solidFill>
            <a:srgbClr val="122445"/>
          </a:solidFill>
          <a:ln w="14288">
            <a:solidFill>
              <a:srgbClr val="CAD2D9"/>
            </a:solidFill>
          </a:ln>
        </p:spPr>
      </p:sp>
      <p:sp>
        <p:nvSpPr>
          <p:cNvPr id="15" name="r3-15">
            <a:extLst>
              <a:ext uri="{FF2B5EF4-FFF2-40B4-BE49-F238E27FC236}">
                <ns2:creationId id="{43866F53-5468-4287-8E54-A0A623F7C35D}"/>
              </a:ext>
            </a:extLst>
          </p:cNvPr>
          <p:cNvSpPr>
            <a:spLocks noGrp="1"/>
          </p:cNvSpPr>
          <p:nvPr/>
        </p:nvSpPr>
        <p:spPr>
          <a:xfrm>
            <a:off x="1085850" y="1385888"/>
            <a:ext cx="7272338" cy="542925"/>
          </a:xfrm>
          <a:prstGeom prst="rect">
            <a:avLst/>
          </a:prstGeom>
          <a:noFill/>
          <a:ln w="0">
            <a:noFill/>
          </a:ln>
        </p:spPr>
        <p:txBody>
          <a:bodyPr wrap="none" lIns="0" tIns="0" rIns="0" bIns="0" anchor="ctr">
            <a:noAutofit/>
          </a:bodyPr>
          <a:lstStyle/>
          <a:p>
            <a:pPr algn="ctr">
              <a:defRPr sz="2588" b="1">
                <a:solidFill>
                  <a:srgbClr val="FFFFFF"/>
                </a:solidFill>
                <a:latin typeface="Apple SD Gothic Neo"/>
                <a:ea typeface="Apple SD Gothic Neo"/>
                <a:cs typeface="Apple SD Gothic Neo"/>
              </a:defRPr>
            </a:pPr>
            <a:r>
              <a:rPr sz="2588" b="1">
                <a:solidFill>
                  <a:srgbClr val="FFFFFF"/>
                </a:solidFill>
                <a:latin typeface="Apple SD Gothic Neo"/>
                <a:ea typeface="Apple SD Gothic Neo"/>
                <a:cs typeface="Apple SD Gothic Neo"/>
              </a:rPr>
              <a:t>PC 업무를 수행하는 AI의 등장</a:t>
            </a:r>
          </a:p>
        </p:txBody>
      </p:sp>
      <p:sp>
        <p:nvSpPr>
          <p:cNvPr id="16" name="r3-16">
            <a:extLst>
              <a:ext uri="{FF2B5EF4-FFF2-40B4-BE49-F238E27FC236}">
                <ns2:creationId id="{61C8B37E-4868-4E50-93C4-9E5E29EA9A86}"/>
              </a:ext>
            </a:extLst>
          </p:cNvPr>
          <p:cNvSpPr>
            <a:spLocks noGrp="1"/>
          </p:cNvSpPr>
          <p:nvPr/>
        </p:nvSpPr>
        <p:spPr>
          <a:xfrm>
            <a:off x="9815512" y="1314450"/>
            <a:ext cx="7500938" cy="685800"/>
          </a:xfrm>
          <a:prstGeom prst="roundRect">
            <a:avLst>
              <a:gd name="adj" fmla="val 16667"/>
            </a:avLst>
          </a:prstGeom>
          <a:solidFill>
            <a:srgbClr val="122445"/>
          </a:solidFill>
          <a:ln w="14288">
            <a:solidFill>
              <a:srgbClr val="CAD2D9"/>
            </a:solidFill>
          </a:ln>
        </p:spPr>
      </p:sp>
      <p:sp>
        <p:nvSpPr>
          <p:cNvPr id="17" name="r3-17">
            <a:extLst>
              <a:ext uri="{FF2B5EF4-FFF2-40B4-BE49-F238E27FC236}">
                <ns2:creationId id="{7C2B80B6-5FEB-4339-8F7E-9889897F2A62}"/>
              </a:ext>
            </a:extLst>
          </p:cNvPr>
          <p:cNvSpPr>
            <a:spLocks noGrp="1"/>
          </p:cNvSpPr>
          <p:nvPr/>
        </p:nvSpPr>
        <p:spPr>
          <a:xfrm>
            <a:off x="9929812" y="1385888"/>
            <a:ext cx="7272338" cy="542925"/>
          </a:xfrm>
          <a:prstGeom prst="rect">
            <a:avLst/>
          </a:prstGeom>
          <a:noFill/>
          <a:ln w="0">
            <a:noFill/>
          </a:ln>
        </p:spPr>
        <p:txBody>
          <a:bodyPr wrap="none" lIns="0" tIns="0" rIns="0" bIns="0" anchor="ctr">
            <a:noAutofit/>
          </a:bodyPr>
          <a:lstStyle/>
          <a:p>
            <a:pPr algn="ctr">
              <a:defRPr sz="2588" b="1">
                <a:solidFill>
                  <a:srgbClr val="FFFFFF"/>
                </a:solidFill>
                <a:latin typeface="Apple SD Gothic Neo"/>
                <a:ea typeface="Apple SD Gothic Neo"/>
                <a:cs typeface="Apple SD Gothic Neo"/>
              </a:defRPr>
            </a:pPr>
            <a:r>
              <a:rPr sz="2588" b="1">
                <a:solidFill>
                  <a:srgbClr val="FFFFFF"/>
                </a:solidFill>
                <a:latin typeface="Apple SD Gothic Neo"/>
                <a:ea typeface="Apple SD Gothic Neo"/>
                <a:cs typeface="Apple SD Gothic Neo"/>
              </a:rPr>
              <a:t>화면을 보며 말로 지시하는 상호작용</a:t>
            </a:r>
          </a:p>
        </p:txBody>
      </p:sp>
      <p:sp>
        <p:nvSpPr>
          <p:cNvPr id="18" name="line-18">
            <a:extLst>
              <a:ext uri="{FF2B5EF4-FFF2-40B4-BE49-F238E27FC236}">
                <ns2:creationId id="{C974F878-DB1A-4342-B659-4A99052540B8}"/>
              </a:ext>
            </a:extLst>
          </p:cNvPr>
          <p:cNvSpPr>
            <a:spLocks noGrp="1"/>
          </p:cNvSpPr>
          <p:nvPr/>
        </p:nvSpPr>
        <p:spPr>
          <a:xfrm flipH="0">
            <a:off x="9144000" y="2157412"/>
            <a:ext cx="0" cy="7386638"/>
          </a:xfrm>
          <a:prstGeom prst="line">
            <a:avLst/>
          </a:prstGeom>
          <a:noFill/>
          <a:ln w="14288">
            <a:solidFill>
              <a:srgbClr val="BDC4CA"/>
            </a:solidFill>
          </a:ln>
        </p:spPr>
      </p:sp>
      <p:sp>
        <p:nvSpPr>
          <p:cNvPr id="19" name="r3-19">
            <a:extLst>
              <a:ext uri="{FF2B5EF4-FFF2-40B4-BE49-F238E27FC236}">
                <ns2:creationId id="{84A506B7-C72B-481E-8802-96982FF4C1E1}"/>
              </a:ext>
            </a:extLst>
          </p:cNvPr>
          <p:cNvSpPr>
            <a:spLocks noGrp="1"/>
          </p:cNvSpPr>
          <p:nvPr/>
        </p:nvSpPr>
        <p:spPr>
          <a:xfrm>
            <a:off x="528638" y="2343150"/>
            <a:ext cx="71438" cy="71438"/>
          </a:xfrm>
          <a:prstGeom prst="rect">
            <a:avLst/>
          </a:prstGeom>
          <a:solidFill>
            <a:srgbClr val="20262C"/>
          </a:solidFill>
          <a:ln w="0">
            <a:noFill/>
          </a:ln>
        </p:spPr>
      </p:sp>
      <p:sp>
        <p:nvSpPr>
          <p:cNvPr id="20" name="r3-20">
            <a:extLst>
              <a:ext uri="{FF2B5EF4-FFF2-40B4-BE49-F238E27FC236}">
                <ns2:creationId id="{50EC78CD-D629-4070-9782-EFF3746CB20E}"/>
              </a:ext>
            </a:extLst>
          </p:cNvPr>
          <p:cNvSpPr>
            <a:spLocks noGrp="1"/>
          </p:cNvSpPr>
          <p:nvPr/>
        </p:nvSpPr>
        <p:spPr>
          <a:xfrm>
            <a:off x="757238" y="2185988"/>
            <a:ext cx="8115300" cy="442912"/>
          </a:xfrm>
          <a:prstGeom prst="rect">
            <a:avLst/>
          </a:prstGeom>
          <a:noFill/>
          <a:ln w="0">
            <a:noFill/>
          </a:ln>
        </p:spPr>
        <p:txBody>
          <a:bodyPr wrap="none" lIns="0" tIns="0" rIns="0" bIns="0" anchor="ctr">
            <a:noAutofit/>
          </a:bodyPr>
          <a:lstStyle/>
          <a:p>
            <a:pPr algn="l">
              <a:defRPr sz="2475" b="1">
                <a:solidFill>
                  <a:srgbClr val="20262C"/>
                </a:solidFill>
                <a:latin typeface="Apple SD Gothic Neo"/>
                <a:ea typeface="Apple SD Gothic Neo"/>
                <a:cs typeface="Apple SD Gothic Neo"/>
              </a:defRPr>
            </a:pPr>
            <a:r>
              <a:rPr sz="2475" b="1">
                <a:solidFill>
                  <a:srgbClr val="20262C"/>
                </a:solidFill>
                <a:latin typeface="Apple SD Gothic Neo"/>
                <a:ea typeface="Apple SD Gothic Neo"/>
                <a:cs typeface="Apple SD Gothic Neo"/>
              </a:rPr>
              <a:t>자료를 찾아 업무 앱까지 조작하는 AI</a:t>
            </a:r>
          </a:p>
        </p:txBody>
      </p:sp>
      <p:sp>
        <p:nvSpPr>
          <p:cNvPr id="21" name="r3-21">
            <a:extLst>
              <a:ext uri="{FF2B5EF4-FFF2-40B4-BE49-F238E27FC236}">
                <ns2:creationId id="{16AA4A4D-C1BC-471A-A0C1-2709618E782F}"/>
              </a:ext>
            </a:extLst>
          </p:cNvPr>
          <p:cNvSpPr>
            <a:spLocks noGrp="1"/>
          </p:cNvSpPr>
          <p:nvPr/>
        </p:nvSpPr>
        <p:spPr>
          <a:xfrm>
            <a:off x="757238" y="2628900"/>
            <a:ext cx="8001000" cy="385762"/>
          </a:xfrm>
          <a:prstGeom prst="rect">
            <a:avLst/>
          </a:prstGeom>
          <a:noFill/>
          <a:ln w="0">
            <a:noFill/>
          </a:ln>
        </p:spPr>
        <p:txBody>
          <a:bodyPr wrap="none" lIns="0" tIns="0" rIns="0" bIns="0" anchor="ctr">
            <a:noAutofit/>
          </a:bodyPr>
          <a:lstStyle/>
          <a:p>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화면을 읽고, 필요한 정보를 찾아 신청서에 입력</a:t>
            </a:r>
          </a:p>
        </p:txBody>
      </p:sp>
      <p:pic>
        <p:nvPicPr>
          <p:cNvPr id="22" name=""/>
          <p:cNvPicPr>
            <a:picLocks noChangeAspect="1"/>
          </p:cNvPicPr>
          <p:nvPr/>
        </p:nvPicPr>
        <p:blipFill>
          <a:blip r:embed="R413be209bf6b450f"/>
          <a:stretch/>
        </p:blipFill>
        <p:spPr>
          <a:xfrm>
            <a:off x="1725612" y="3071812"/>
            <a:ext cx="5892800" cy="3314700"/>
          </a:xfrm>
          <a:prstGeom prst="rect">
            <a:avLst/>
          </a:prstGeom>
        </p:spPr>
      </p:pic>
      <p:sp>
        <p:nvSpPr>
          <p:cNvPr id="23" name="r3-22">
            <a:extLst>
              <a:ext uri="{FF2B5EF4-FFF2-40B4-BE49-F238E27FC236}">
                <ns2:creationId id="{5B55BA97-B98F-45F7-A1C9-E074B279CC81}"/>
              </a:ext>
            </a:extLst>
          </p:cNvPr>
          <p:cNvSpPr>
            <a:spLocks noGrp="1"/>
          </p:cNvSpPr>
          <p:nvPr/>
        </p:nvSpPr>
        <p:spPr>
          <a:xfrm>
            <a:off x="785812" y="6443662"/>
            <a:ext cx="7858125" cy="385762"/>
          </a:xfrm>
          <a:prstGeom prst="rect">
            <a:avLst/>
          </a:prstGeom>
          <a:noFill/>
          <a:ln w="0">
            <a:noFill/>
          </a:ln>
        </p:spPr>
        <p:txBody>
          <a:bodyPr wrap="none" lIns="0" tIns="0" rIns="0" bIns="0" anchor="ctr">
            <a:noAutofit/>
          </a:bodyPr>
          <a:lstStyle/>
          <a:p>
            <a:pPr algn="ctr">
              <a:defRPr sz="2138" b="1">
                <a:solidFill>
                  <a:srgbClr val="122445"/>
                </a:solidFill>
                <a:latin typeface="Apple SD Gothic Neo"/>
                <a:ea typeface="Apple SD Gothic Neo"/>
                <a:cs typeface="Apple SD Gothic Neo"/>
              </a:defRPr>
            </a:pPr>
            <a:r>
              <a:rPr sz="2138" b="1">
                <a:solidFill>
                  <a:srgbClr val="122445"/>
                </a:solidFill>
                <a:latin typeface="Apple SD Gothic Neo"/>
                <a:ea typeface="Apple SD Gothic Neo"/>
                <a:cs typeface="Apple SD Gothic Neo"/>
              </a:rPr>
              <a:t>거래처 검색 → 정보 확인 → 신청서 입력</a:t>
            </a:r>
          </a:p>
        </p:txBody>
      </p:sp>
      <p:sp>
        <p:nvSpPr>
          <p:cNvPr id="24" name="r3-23">
            <a:extLst>
              <a:ext uri="{FF2B5EF4-FFF2-40B4-BE49-F238E27FC236}">
                <ns2:creationId id="{DABE3B1C-A404-4AF5-8982-3C4E453A15F4}"/>
              </a:ext>
            </a:extLst>
          </p:cNvPr>
          <p:cNvSpPr>
            <a:spLocks noGrp="1"/>
          </p:cNvSpPr>
          <p:nvPr/>
        </p:nvSpPr>
        <p:spPr>
          <a:xfrm>
            <a:off x="642938" y="6829425"/>
            <a:ext cx="8072438" cy="285750"/>
          </a:xfrm>
          <a:prstGeom prst="rect">
            <a:avLst/>
          </a:prstGeom>
          <a:noFill/>
          <a:ln w="0">
            <a:noFill/>
          </a:ln>
        </p:spPr>
        <p:txBody>
          <a:bodyPr wrap="none" lIns="0" tIns="0" rIns="0" bIns="0" anchor="ctr">
            <a:noAutofit/>
          </a:bodyPr>
          <a:lstStyle/>
          <a:p>
            <a:pPr algn="ctr">
              <a:defRPr sz="1462" b="0">
                <a:solidFill>
                  <a:srgbClr val="657079"/>
                </a:solidFill>
                <a:latin typeface="Apple SD Gothic Neo"/>
                <a:ea typeface="Apple SD Gothic Neo"/>
                <a:cs typeface="Apple SD Gothic Neo"/>
              </a:defRPr>
            </a:pPr>
            <a:r>
              <a:rPr sz="1462" b="0">
                <a:solidFill>
                  <a:srgbClr val="657079"/>
                </a:solidFill>
                <a:latin typeface="Apple SD Gothic Neo"/>
                <a:ea typeface="Apple SD Gothic Neo"/>
                <a:cs typeface="Apple SD Gothic Neo"/>
              </a:rPr>
              <a:t>[ Anthropic computer use 공개 시연, 2024.10 / 발췌, 3배속 ]</a:t>
            </a:r>
          </a:p>
        </p:txBody>
      </p:sp>
      <p:sp>
        <p:nvSpPr>
          <p:cNvPr id="25" name="line-24">
            <a:extLst>
              <a:ext uri="{FF2B5EF4-FFF2-40B4-BE49-F238E27FC236}">
                <ns2:creationId id="{231CF7CE-1A9C-421A-8932-22EA46C7245B}"/>
              </a:ext>
            </a:extLst>
          </p:cNvPr>
          <p:cNvSpPr>
            <a:spLocks noGrp="1"/>
          </p:cNvSpPr>
          <p:nvPr/>
        </p:nvSpPr>
        <p:spPr>
          <a:xfrm flipH="0">
            <a:off x="542925" y="7300912"/>
            <a:ext cx="8201025" cy="0"/>
          </a:xfrm>
          <a:prstGeom prst="line">
            <a:avLst/>
          </a:prstGeom>
          <a:noFill/>
          <a:ln w="14288">
            <a:solidFill>
              <a:srgbClr val="BDC4CA"/>
            </a:solidFill>
          </a:ln>
        </p:spPr>
      </p:sp>
      <p:sp>
        <p:nvSpPr>
          <p:cNvPr id="26" name="r3-25">
            <a:extLst>
              <a:ext uri="{FF2B5EF4-FFF2-40B4-BE49-F238E27FC236}">
                <ns2:creationId id="{E7A4B1B7-62E3-4E28-907F-C78A10BBE8C7}"/>
              </a:ext>
            </a:extLst>
          </p:cNvPr>
          <p:cNvSpPr>
            <a:spLocks noGrp="1"/>
          </p:cNvSpPr>
          <p:nvPr/>
        </p:nvSpPr>
        <p:spPr>
          <a:xfrm>
            <a:off x="542925" y="7600950"/>
            <a:ext cx="71438" cy="71438"/>
          </a:xfrm>
          <a:prstGeom prst="rect">
            <a:avLst/>
          </a:prstGeom>
          <a:solidFill>
            <a:srgbClr val="20262C"/>
          </a:solidFill>
          <a:ln w="0">
            <a:noFill/>
          </a:ln>
        </p:spPr>
      </p:sp>
      <p:sp>
        <p:nvSpPr>
          <p:cNvPr id="27" name="r3-26">
            <a:extLst>
              <a:ext uri="{FF2B5EF4-FFF2-40B4-BE49-F238E27FC236}">
                <ns2:creationId id="{2F451365-CB00-4AD6-A81A-61AB976AE3F2}"/>
              </a:ext>
            </a:extLst>
          </p:cNvPr>
          <p:cNvSpPr>
            <a:spLocks noGrp="1"/>
          </p:cNvSpPr>
          <p:nvPr/>
        </p:nvSpPr>
        <p:spPr>
          <a:xfrm>
            <a:off x="771525" y="7443788"/>
            <a:ext cx="8086725" cy="442912"/>
          </a:xfrm>
          <a:prstGeom prst="rect">
            <a:avLst/>
          </a:prstGeom>
          <a:noFill/>
          <a:ln w="0">
            <a:noFill/>
          </a:ln>
        </p:spPr>
        <p:txBody>
          <a:bodyPr wrap="none" lIns="0" tIns="0" rIns="0" bIns="0" anchor="ctr">
            <a:noAutofit/>
          </a:bodyPr>
          <a:lstStyle/>
          <a:p>
            <a:pPr algn="l">
              <a:defRPr sz="2362" b="1">
                <a:solidFill>
                  <a:srgbClr val="20262C"/>
                </a:solidFill>
                <a:latin typeface="Apple SD Gothic Neo"/>
                <a:ea typeface="Apple SD Gothic Neo"/>
                <a:cs typeface="Apple SD Gothic Neo"/>
              </a:defRPr>
            </a:pPr>
            <a:r>
              <a:rPr sz="2362" b="1">
                <a:solidFill>
                  <a:srgbClr val="20262C"/>
                </a:solidFill>
                <a:latin typeface="Apple SD Gothic Neo"/>
                <a:ea typeface="Apple SD Gothic Neo"/>
                <a:cs typeface="Apple SD Gothic Neo"/>
              </a:rPr>
              <a:t>사무 업무부터 개발 업무까지 적용 영역 확대</a:t>
            </a:r>
          </a:p>
        </p:txBody>
      </p:sp>
      <p:sp>
        <p:nvSpPr>
          <p:cNvPr id="28" name="r3-27">
            <a:extLst>
              <a:ext uri="{FF2B5EF4-FFF2-40B4-BE49-F238E27FC236}">
                <ns2:creationId id="{27EF8A4F-288C-484E-81E0-0A870D63EC45}"/>
              </a:ext>
            </a:extLst>
          </p:cNvPr>
          <p:cNvSpPr>
            <a:spLocks noGrp="1"/>
          </p:cNvSpPr>
          <p:nvPr/>
        </p:nvSpPr>
        <p:spPr>
          <a:xfrm>
            <a:off x="785812" y="7986712"/>
            <a:ext cx="3586162" cy="385762"/>
          </a:xfrm>
          <a:prstGeom prst="rect">
            <a:avLst/>
          </a:prstGeom>
          <a:noFill/>
          <a:ln w="0">
            <a:noFill/>
          </a:ln>
        </p:spPr>
        <p:txBody>
          <a:bodyPr wrap="none" lIns="0" tIns="0" rIns="0" bIns="0" anchor="ctr">
            <a:noAutofit/>
          </a:bodyPr>
          <a:lstStyle/>
          <a:p>
            <a:pPr algn="l">
              <a:defRPr sz="2250" b="1">
                <a:solidFill>
                  <a:srgbClr val="122445"/>
                </a:solidFill>
                <a:latin typeface="Apple SD Gothic Neo"/>
                <a:ea typeface="Apple SD Gothic Neo"/>
                <a:cs typeface="Apple SD Gothic Neo"/>
              </a:defRPr>
            </a:pPr>
            <a:r>
              <a:rPr sz="2250" b="1">
                <a:solidFill>
                  <a:srgbClr val="122445"/>
                </a:solidFill>
                <a:latin typeface="Apple SD Gothic Neo"/>
                <a:ea typeface="Apple SD Gothic Neo"/>
                <a:cs typeface="Apple SD Gothic Neo"/>
              </a:rPr>
              <a:t>여러 앱을 활용한 사무 업무</a:t>
            </a:r>
          </a:p>
        </p:txBody>
      </p:sp>
      <p:sp>
        <p:nvSpPr>
          <p:cNvPr id="29" name="r3-28">
            <a:extLst>
              <a:ext uri="{FF2B5EF4-FFF2-40B4-BE49-F238E27FC236}">
                <ns2:creationId id="{6330F366-2F4A-4B16-AE85-794E022A42E9}"/>
              </a:ext>
            </a:extLst>
          </p:cNvPr>
          <p:cNvSpPr>
            <a:spLocks noGrp="1"/>
          </p:cNvSpPr>
          <p:nvPr/>
        </p:nvSpPr>
        <p:spPr>
          <a:xfrm>
            <a:off x="785812" y="8443912"/>
            <a:ext cx="3457575" cy="342900"/>
          </a:xfrm>
          <a:prstGeom prst="rect">
            <a:avLst/>
          </a:prstGeom>
          <a:noFill/>
          <a:ln w="0">
            <a:noFill/>
          </a:ln>
        </p:spPr>
        <p:txBody>
          <a:bodyPr wrap="none" lIns="0" tIns="0" rIns="0" bIns="0" anchor="ctr">
            <a:noAutofit/>
          </a:bodyPr>
          <a:lstStyle/>
          <a:p>
            <a:pPr algn="l">
              <a:defRPr sz="1800" b="0">
                <a:solidFill>
                  <a:srgbClr val="657079"/>
                </a:solidFill>
                <a:latin typeface="Apple SD Gothic Neo"/>
                <a:ea typeface="Apple SD Gothic Neo"/>
                <a:cs typeface="Apple SD Gothic Neo"/>
              </a:defRPr>
            </a:pPr>
            <a:r>
              <a:rPr sz="1800" b="0">
                <a:solidFill>
                  <a:srgbClr val="657079"/>
                </a:solidFill>
                <a:latin typeface="Apple SD Gothic Neo"/>
                <a:ea typeface="Apple SD Gothic Neo"/>
                <a:cs typeface="Apple SD Gothic Neo"/>
              </a:rPr>
              <a:t>Claude Cowork 사례</a:t>
            </a:r>
          </a:p>
        </p:txBody>
      </p:sp>
      <p:sp>
        <p:nvSpPr>
          <p:cNvPr id="30" name="r3-29">
            <a:extLst>
              <a:ext uri="{FF2B5EF4-FFF2-40B4-BE49-F238E27FC236}">
                <ns2:creationId id="{1B93C5E3-B5D3-452F-B8C1-35571A5F0141}"/>
              </a:ext>
            </a:extLst>
          </p:cNvPr>
          <p:cNvSpPr>
            <a:spLocks noGrp="1"/>
          </p:cNvSpPr>
          <p:nvPr/>
        </p:nvSpPr>
        <p:spPr>
          <a:xfrm>
            <a:off x="4529138" y="7972425"/>
            <a:ext cx="4186238" cy="814388"/>
          </a:xfrm>
          <a:prstGeom prst="rect">
            <a:avLst/>
          </a:prstGeom>
          <a:noFill/>
          <a:ln w="0">
            <a:noFill/>
          </a:ln>
        </p:spPr>
        <p:txBody>
          <a:bodyPr wrap="none" lIns="0" tIns="0" rIns="0" bIns="0" anchor="ctr">
            <a:noAutofit/>
          </a:bodyPr>
          <a:lstStyle/>
          <a:p>
            <a:pPr algn="l">
              <a:defRPr sz="1970" b="0">
                <a:solidFill>
                  <a:srgbClr val="20262C"/>
                </a:solidFill>
                <a:latin typeface="Apple SD Gothic Neo"/>
                <a:ea typeface="Apple SD Gothic Neo"/>
                <a:cs typeface="Apple SD Gothic Neo"/>
              </a:defRPr>
            </a:pPr>
            <a:r>
              <a:rPr sz="1970" b="0">
                <a:solidFill>
                  <a:srgbClr val="20262C"/>
                </a:solidFill>
                <a:latin typeface="Apple SD Gothic Neo"/>
                <a:ea typeface="Apple SD Gothic Neo"/>
                <a:cs typeface="Apple SD Gothic Neo"/>
              </a:rPr>
              <a:t>파일과 앱의 자료로 보고서 작성</a:t>
            </a:r>
          </a:p>
          <a:p>
            <a:pPr algn="l">
              <a:defRPr sz="1970" b="0">
                <a:solidFill>
                  <a:srgbClr val="20262C"/>
                </a:solidFill>
                <a:latin typeface="Apple SD Gothic Neo"/>
                <a:ea typeface="Apple SD Gothic Neo"/>
                <a:cs typeface="Apple SD Gothic Neo"/>
              </a:defRPr>
            </a:pPr>
            <a:r>
              <a:rPr sz="1970" b="0">
                <a:solidFill>
                  <a:srgbClr val="20262C"/>
                </a:solidFill>
                <a:latin typeface="Apple SD Gothic Neo"/>
                <a:ea typeface="Apple SD Gothic Neo"/>
                <a:cs typeface="Apple SD Gothic Neo"/>
              </a:rPr>
              <a:t>자료를 비교해 표와 발표자료 생성</a:t>
            </a:r>
          </a:p>
        </p:txBody>
      </p:sp>
      <p:sp>
        <p:nvSpPr>
          <p:cNvPr id="31" name="r3-30">
            <a:extLst>
              <a:ext uri="{FF2B5EF4-FFF2-40B4-BE49-F238E27FC236}">
                <ns2:creationId id="{316986EB-7558-4CC4-B891-E55FE877AA0C}"/>
              </a:ext>
            </a:extLst>
          </p:cNvPr>
          <p:cNvSpPr>
            <a:spLocks noGrp="1"/>
          </p:cNvSpPr>
          <p:nvPr/>
        </p:nvSpPr>
        <p:spPr>
          <a:xfrm>
            <a:off x="785812" y="8901112"/>
            <a:ext cx="3586162" cy="385762"/>
          </a:xfrm>
          <a:prstGeom prst="rect">
            <a:avLst/>
          </a:prstGeom>
          <a:noFill/>
          <a:ln w="0">
            <a:noFill/>
          </a:ln>
        </p:spPr>
        <p:txBody>
          <a:bodyPr wrap="none" lIns="0" tIns="0" rIns="0" bIns="0" anchor="ctr">
            <a:noAutofit/>
          </a:bodyPr>
          <a:lstStyle/>
          <a:p>
            <a:pPr algn="l">
              <a:defRPr sz="2250" b="1">
                <a:solidFill>
                  <a:srgbClr val="122445"/>
                </a:solidFill>
                <a:latin typeface="Apple SD Gothic Neo"/>
                <a:ea typeface="Apple SD Gothic Neo"/>
                <a:cs typeface="Apple SD Gothic Neo"/>
              </a:defRPr>
            </a:pPr>
            <a:r>
              <a:rPr sz="2250" b="1">
                <a:solidFill>
                  <a:srgbClr val="122445"/>
                </a:solidFill>
                <a:latin typeface="Apple SD Gothic Neo"/>
                <a:ea typeface="Apple SD Gothic Neo"/>
                <a:cs typeface="Apple SD Gothic Neo"/>
              </a:rPr>
              <a:t>개발에 필요한 전문 업무</a:t>
            </a:r>
          </a:p>
        </p:txBody>
      </p:sp>
      <p:sp>
        <p:nvSpPr>
          <p:cNvPr id="32" name="r3-31">
            <a:extLst>
              <a:ext uri="{FF2B5EF4-FFF2-40B4-BE49-F238E27FC236}">
                <ns2:creationId id="{E452EDDA-800B-402C-AA12-50B6A3D07A8A}"/>
              </a:ext>
            </a:extLst>
          </p:cNvPr>
          <p:cNvSpPr>
            <a:spLocks noGrp="1"/>
          </p:cNvSpPr>
          <p:nvPr/>
        </p:nvSpPr>
        <p:spPr>
          <a:xfrm>
            <a:off x="785812" y="9329738"/>
            <a:ext cx="3457575" cy="314325"/>
          </a:xfrm>
          <a:prstGeom prst="rect">
            <a:avLst/>
          </a:prstGeom>
          <a:noFill/>
          <a:ln w="0">
            <a:noFill/>
          </a:ln>
        </p:spPr>
        <p:txBody>
          <a:bodyPr wrap="none" lIns="0" tIns="0" rIns="0" bIns="0" anchor="ctr">
            <a:noAutofit/>
          </a:bodyPr>
          <a:lstStyle/>
          <a:p>
            <a:pPr algn="l">
              <a:defRPr sz="1800" b="0">
                <a:solidFill>
                  <a:srgbClr val="657079"/>
                </a:solidFill>
                <a:latin typeface="Apple SD Gothic Neo"/>
                <a:ea typeface="Apple SD Gothic Neo"/>
                <a:cs typeface="Apple SD Gothic Neo"/>
              </a:defRPr>
            </a:pPr>
            <a:r>
              <a:rPr sz="1800" b="0">
                <a:solidFill>
                  <a:srgbClr val="657079"/>
                </a:solidFill>
                <a:latin typeface="Apple SD Gothic Neo"/>
                <a:ea typeface="Apple SD Gothic Neo"/>
                <a:cs typeface="Apple SD Gothic Neo"/>
              </a:rPr>
              <a:t>Claude Code 사례</a:t>
            </a:r>
          </a:p>
        </p:txBody>
      </p:sp>
      <p:sp>
        <p:nvSpPr>
          <p:cNvPr id="33" name="r3-32">
            <a:extLst>
              <a:ext uri="{FF2B5EF4-FFF2-40B4-BE49-F238E27FC236}">
                <ns2:creationId id="{C30D22F9-AEEF-40DF-947E-DBA6ED786212}"/>
              </a:ext>
            </a:extLst>
          </p:cNvPr>
          <p:cNvSpPr>
            <a:spLocks noGrp="1"/>
          </p:cNvSpPr>
          <p:nvPr/>
        </p:nvSpPr>
        <p:spPr>
          <a:xfrm>
            <a:off x="4529138" y="8858250"/>
            <a:ext cx="4186238" cy="814388"/>
          </a:xfrm>
          <a:prstGeom prst="rect">
            <a:avLst/>
          </a:prstGeom>
          <a:noFill/>
          <a:ln w="0">
            <a:noFill/>
          </a:ln>
        </p:spPr>
        <p:txBody>
          <a:bodyPr wrap="none" lIns="0" tIns="0" rIns="0" bIns="0" anchor="ctr">
            <a:noAutofit/>
          </a:bodyPr>
          <a:lstStyle/>
          <a:p>
            <a:pPr algn="l">
              <a:defRPr sz="1970" b="0">
                <a:solidFill>
                  <a:srgbClr val="20262C"/>
                </a:solidFill>
                <a:latin typeface="Apple SD Gothic Neo"/>
                <a:ea typeface="Apple SD Gothic Neo"/>
                <a:cs typeface="Apple SD Gothic Neo"/>
              </a:defRPr>
            </a:pPr>
            <a:r>
              <a:rPr sz="1970" b="0">
                <a:solidFill>
                  <a:srgbClr val="20262C"/>
                </a:solidFill>
                <a:latin typeface="Apple SD Gothic Neo"/>
                <a:ea typeface="Apple SD Gothic Neo"/>
                <a:cs typeface="Apple SD Gothic Neo"/>
              </a:rPr>
              <a:t>코드를 탐색하고 수정</a:t>
            </a:r>
          </a:p>
          <a:p>
            <a:pPr algn="l">
              <a:defRPr sz="1970" b="0">
                <a:solidFill>
                  <a:srgbClr val="20262C"/>
                </a:solidFill>
                <a:latin typeface="Apple SD Gothic Neo"/>
                <a:ea typeface="Apple SD Gothic Neo"/>
                <a:cs typeface="Apple SD Gothic Neo"/>
              </a:defRPr>
            </a:pPr>
            <a:r>
              <a:rPr sz="1970" b="0">
                <a:solidFill>
                  <a:srgbClr val="20262C"/>
                </a:solidFill>
                <a:latin typeface="Apple SD Gothic Neo"/>
                <a:ea typeface="Apple SD Gothic Neo"/>
                <a:cs typeface="Apple SD Gothic Neo"/>
              </a:rPr>
              <a:t>테스트로 문제를 확인하고 보완</a:t>
            </a:r>
          </a:p>
        </p:txBody>
      </p:sp>
      <p:sp>
        <p:nvSpPr>
          <p:cNvPr id="34" name="r3-33">
            <a:extLst>
              <a:ext uri="{FF2B5EF4-FFF2-40B4-BE49-F238E27FC236}">
                <ns2:creationId id="{A7944648-61B7-4E08-A627-38FC846E8FAC}"/>
              </a:ext>
            </a:extLst>
          </p:cNvPr>
          <p:cNvSpPr>
            <a:spLocks noGrp="1"/>
          </p:cNvSpPr>
          <p:nvPr/>
        </p:nvSpPr>
        <p:spPr>
          <a:xfrm>
            <a:off x="9444038" y="2343150"/>
            <a:ext cx="71438" cy="71438"/>
          </a:xfrm>
          <a:prstGeom prst="rect">
            <a:avLst/>
          </a:prstGeom>
          <a:solidFill>
            <a:srgbClr val="20262C"/>
          </a:solidFill>
          <a:ln w="0">
            <a:noFill/>
          </a:ln>
        </p:spPr>
      </p:sp>
      <p:sp>
        <p:nvSpPr>
          <p:cNvPr id="35" name="r3-34">
            <a:extLst>
              <a:ext uri="{FF2B5EF4-FFF2-40B4-BE49-F238E27FC236}">
                <ns2:creationId id="{84B4062C-A917-4375-BCDE-44E482943E56}"/>
              </a:ext>
            </a:extLst>
          </p:cNvPr>
          <p:cNvSpPr>
            <a:spLocks noGrp="1"/>
          </p:cNvSpPr>
          <p:nvPr/>
        </p:nvSpPr>
        <p:spPr>
          <a:xfrm>
            <a:off x="9672638" y="2185988"/>
            <a:ext cx="8115300" cy="442912"/>
          </a:xfrm>
          <a:prstGeom prst="rect">
            <a:avLst/>
          </a:prstGeom>
          <a:noFill/>
          <a:ln w="0">
            <a:noFill/>
          </a:ln>
        </p:spPr>
        <p:txBody>
          <a:bodyPr wrap="none" lIns="0" tIns="0" rIns="0" bIns="0" anchor="ctr">
            <a:noAutofit/>
          </a:bodyPr>
          <a:lstStyle/>
          <a:p>
            <a:pPr algn="l">
              <a:defRPr sz="2475" b="1">
                <a:solidFill>
                  <a:srgbClr val="20262C"/>
                </a:solidFill>
                <a:latin typeface="Apple SD Gothic Neo"/>
                <a:ea typeface="Apple SD Gothic Neo"/>
                <a:cs typeface="Apple SD Gothic Neo"/>
              </a:defRPr>
            </a:pPr>
            <a:r>
              <a:rPr sz="2475" b="1">
                <a:solidFill>
                  <a:srgbClr val="20262C"/>
                </a:solidFill>
                <a:latin typeface="Apple SD Gothic Neo"/>
                <a:ea typeface="Apple SD Gothic Neo"/>
                <a:cs typeface="Apple SD Gothic Neo"/>
              </a:rPr>
              <a:t>화면의 대상을 가리키며 음성으로 요청</a:t>
            </a:r>
          </a:p>
        </p:txBody>
      </p:sp>
      <p:sp>
        <p:nvSpPr>
          <p:cNvPr id="36" name="r3-35">
            <a:extLst>
              <a:ext uri="{FF2B5EF4-FFF2-40B4-BE49-F238E27FC236}">
                <ns2:creationId id="{A8E87FF4-F385-470C-B346-108803DE37C1}"/>
              </a:ext>
            </a:extLst>
          </p:cNvPr>
          <p:cNvSpPr>
            <a:spLocks noGrp="1"/>
          </p:cNvSpPr>
          <p:nvPr/>
        </p:nvSpPr>
        <p:spPr>
          <a:xfrm>
            <a:off x="9672638" y="2628900"/>
            <a:ext cx="8001000" cy="385762"/>
          </a:xfrm>
          <a:prstGeom prst="rect">
            <a:avLst/>
          </a:prstGeom>
          <a:noFill/>
          <a:ln w="0">
            <a:noFill/>
          </a:ln>
        </p:spPr>
        <p:txBody>
          <a:bodyPr wrap="none" lIns="0" tIns="0" rIns="0" bIns="0" anchor="ctr">
            <a:noAutofit/>
          </a:bodyPr>
          <a:lstStyle/>
          <a:p>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앞선 결과를 보며 수정하고, 다음 작업으로 연결</a:t>
            </a:r>
          </a:p>
        </p:txBody>
      </p:sp>
      <p:pic>
        <p:nvPicPr>
          <p:cNvPr id="37" name=""/>
          <p:cNvPicPr>
            <a:picLocks noChangeAspect="1"/>
          </p:cNvPicPr>
          <p:nvPr/>
        </p:nvPicPr>
        <p:blipFill>
          <a:blip r:embed="R34900b255bd54306"/>
          <a:stretch/>
        </p:blipFill>
        <p:spPr>
          <a:xfrm>
            <a:off x="10641012" y="3071812"/>
            <a:ext cx="5892800" cy="3314700"/>
          </a:xfrm>
          <a:prstGeom prst="rect">
            <a:avLst/>
          </a:prstGeom>
        </p:spPr>
      </p:pic>
      <p:sp>
        <p:nvSpPr>
          <p:cNvPr id="38" name="r3-36">
            <a:extLst>
              <a:ext uri="{FF2B5EF4-FFF2-40B4-BE49-F238E27FC236}">
                <ns2:creationId id="{9AA92321-4FD3-4FFE-9653-A54A05BBFA1D}"/>
              </a:ext>
            </a:extLst>
          </p:cNvPr>
          <p:cNvSpPr>
            <a:spLocks noGrp="1"/>
          </p:cNvSpPr>
          <p:nvPr/>
        </p:nvSpPr>
        <p:spPr>
          <a:xfrm>
            <a:off x="9601200" y="6443662"/>
            <a:ext cx="8086725" cy="385762"/>
          </a:xfrm>
          <a:prstGeom prst="rect">
            <a:avLst/>
          </a:prstGeom>
          <a:noFill/>
          <a:ln w="0">
            <a:noFill/>
          </a:ln>
        </p:spPr>
        <p:txBody>
          <a:bodyPr wrap="none" lIns="0" tIns="0" rIns="0" bIns="0" anchor="ctr">
            <a:noAutofit/>
          </a:bodyPr>
          <a:lstStyle/>
          <a:p>
            <a:pPr algn="ctr">
              <a:defRPr sz="2138" b="1">
                <a:solidFill>
                  <a:srgbClr val="122445"/>
                </a:solidFill>
                <a:latin typeface="Apple SD Gothic Neo"/>
                <a:ea typeface="Apple SD Gothic Neo"/>
                <a:cs typeface="Apple SD Gothic Neo"/>
              </a:defRPr>
            </a:pPr>
            <a:r>
              <a:rPr sz="2138" b="1">
                <a:solidFill>
                  <a:srgbClr val="122445"/>
                </a:solidFill>
                <a:latin typeface="Apple SD Gothic Neo"/>
                <a:ea typeface="Apple SD Gothic Neo"/>
                <a:cs typeface="Apple SD Gothic Neo"/>
              </a:rPr>
              <a:t>원을 로켓 창문으로 수정 → 3D 모델 작업으로 연결</a:t>
            </a:r>
          </a:p>
        </p:txBody>
      </p:sp>
      <p:sp>
        <p:nvSpPr>
          <p:cNvPr id="39" name="r3-37">
            <a:extLst>
              <a:ext uri="{FF2B5EF4-FFF2-40B4-BE49-F238E27FC236}">
                <ns2:creationId id="{B5C7B68F-E39C-4C7E-8D6B-4402BDD85459}"/>
              </a:ext>
            </a:extLst>
          </p:cNvPr>
          <p:cNvSpPr>
            <a:spLocks noGrp="1"/>
          </p:cNvSpPr>
          <p:nvPr/>
        </p:nvSpPr>
        <p:spPr>
          <a:xfrm>
            <a:off x="9572625" y="6829425"/>
            <a:ext cx="8101012" cy="285750"/>
          </a:xfrm>
          <a:prstGeom prst="rect">
            <a:avLst/>
          </a:prstGeom>
          <a:noFill/>
          <a:ln w="0">
            <a:noFill/>
          </a:ln>
        </p:spPr>
        <p:txBody>
          <a:bodyPr wrap="none" lIns="0" tIns="0" rIns="0" bIns="0" anchor="ctr">
            <a:noAutofit/>
          </a:bodyPr>
          <a:lstStyle/>
          <a:p>
            <a:pPr algn="ctr">
              <a:defRPr sz="1462" b="0">
                <a:solidFill>
                  <a:srgbClr val="657079"/>
                </a:solidFill>
                <a:latin typeface="Apple SD Gothic Neo"/>
                <a:ea typeface="Apple SD Gothic Neo"/>
                <a:cs typeface="Apple SD Gothic Neo"/>
              </a:defRPr>
            </a:pPr>
            <a:r>
              <a:rPr sz="1462" b="0">
                <a:solidFill>
                  <a:srgbClr val="657079"/>
                </a:solidFill>
                <a:latin typeface="Apple SD Gothic Neo"/>
                <a:ea typeface="Apple SD Gothic Neo"/>
                <a:cs typeface="Apple SD Gothic Neo"/>
              </a:rPr>
              <a:t>[ OpenAI GPT-6 Astra 공개 시연 / 발췌, 1.5배속 ]</a:t>
            </a:r>
          </a:p>
        </p:txBody>
      </p:sp>
      <p:sp>
        <p:nvSpPr>
          <p:cNvPr id="40" name="line-38">
            <a:extLst>
              <a:ext uri="{FF2B5EF4-FFF2-40B4-BE49-F238E27FC236}">
                <ns2:creationId id="{564B0083-A8EE-498F-99EC-388616B7ECD6}"/>
              </a:ext>
            </a:extLst>
          </p:cNvPr>
          <p:cNvSpPr>
            <a:spLocks noGrp="1"/>
          </p:cNvSpPr>
          <p:nvPr/>
        </p:nvSpPr>
        <p:spPr>
          <a:xfrm flipH="0">
            <a:off x="9472612" y="7300912"/>
            <a:ext cx="8258175" cy="0"/>
          </a:xfrm>
          <a:prstGeom prst="line">
            <a:avLst/>
          </a:prstGeom>
          <a:noFill/>
          <a:ln w="14288">
            <a:solidFill>
              <a:srgbClr val="BDC4CA"/>
            </a:solidFill>
          </a:ln>
        </p:spPr>
      </p:sp>
      <p:sp>
        <p:nvSpPr>
          <p:cNvPr id="41" name="r3-39">
            <a:extLst>
              <a:ext uri="{FF2B5EF4-FFF2-40B4-BE49-F238E27FC236}">
                <ns2:creationId id="{EC5D3A82-B1FE-459D-85A9-26B246119ABF}"/>
              </a:ext>
            </a:extLst>
          </p:cNvPr>
          <p:cNvSpPr>
            <a:spLocks noGrp="1"/>
          </p:cNvSpPr>
          <p:nvPr/>
        </p:nvSpPr>
        <p:spPr>
          <a:xfrm>
            <a:off x="9458325" y="7600950"/>
            <a:ext cx="71438" cy="71438"/>
          </a:xfrm>
          <a:prstGeom prst="rect">
            <a:avLst/>
          </a:prstGeom>
          <a:solidFill>
            <a:srgbClr val="20262C"/>
          </a:solidFill>
          <a:ln w="0">
            <a:noFill/>
          </a:ln>
        </p:spPr>
      </p:sp>
      <p:sp>
        <p:nvSpPr>
          <p:cNvPr id="42" name="r3-40">
            <a:extLst>
              <a:ext uri="{FF2B5EF4-FFF2-40B4-BE49-F238E27FC236}">
                <ns2:creationId id="{36348711-F72A-46A0-BB6A-78115DBFD9E9}"/>
              </a:ext>
            </a:extLst>
          </p:cNvPr>
          <p:cNvSpPr>
            <a:spLocks noGrp="1"/>
          </p:cNvSpPr>
          <p:nvPr/>
        </p:nvSpPr>
        <p:spPr>
          <a:xfrm>
            <a:off x="9686925" y="7443788"/>
            <a:ext cx="8115300" cy="442912"/>
          </a:xfrm>
          <a:prstGeom prst="rect">
            <a:avLst/>
          </a:prstGeom>
          <a:noFill/>
          <a:ln w="0">
            <a:noFill/>
          </a:ln>
        </p:spPr>
        <p:txBody>
          <a:bodyPr wrap="none" lIns="0" tIns="0" rIns="0" bIns="0" anchor="ctr">
            <a:noAutofit/>
          </a:bodyPr>
          <a:lstStyle/>
          <a:p>
            <a:pPr algn="l">
              <a:defRPr sz="2362" b="1">
                <a:solidFill>
                  <a:srgbClr val="20262C"/>
                </a:solidFill>
                <a:latin typeface="Apple SD Gothic Neo"/>
                <a:ea typeface="Apple SD Gothic Neo"/>
                <a:cs typeface="Apple SD Gothic Neo"/>
              </a:defRPr>
            </a:pPr>
            <a:r>
              <a:rPr sz="2362" b="1">
                <a:solidFill>
                  <a:srgbClr val="20262C"/>
                </a:solidFill>
                <a:latin typeface="Apple SD Gothic Neo"/>
                <a:ea typeface="Apple SD Gothic Neo"/>
                <a:cs typeface="Apple SD Gothic Neo"/>
              </a:rPr>
              <a:t>당사 PC에서 시작하고 이어가는 음성 사용자 접점</a:t>
            </a:r>
          </a:p>
        </p:txBody>
      </p:sp>
      <p:sp>
        <p:nvSpPr>
          <p:cNvPr id="43" name="r3-41">
            <a:extLst>
              <a:ext uri="{FF2B5EF4-FFF2-40B4-BE49-F238E27FC236}">
                <ns2:creationId id="{2300BCE2-BB9A-44C1-9B72-7D224AD151AA}"/>
              </a:ext>
            </a:extLst>
          </p:cNvPr>
          <p:cNvSpPr>
            <a:spLocks noGrp="1"/>
          </p:cNvSpPr>
          <p:nvPr/>
        </p:nvSpPr>
        <p:spPr>
          <a:xfrm>
            <a:off x="9758362" y="8029575"/>
            <a:ext cx="1328738" cy="385762"/>
          </a:xfrm>
          <a:prstGeom prst="rect">
            <a:avLst/>
          </a:prstGeom>
          <a:noFill/>
          <a:ln w="0">
            <a:noFill/>
          </a:ln>
        </p:spPr>
        <p:txBody>
          <a:bodyPr wrap="none" lIns="0" tIns="0" rIns="0" bIns="0" anchor="ctr">
            <a:noAutofit/>
          </a:bodyPr>
          <a:lstStyle/>
          <a:p>
            <a:pPr algn="ctr">
              <a:defRPr sz="2138" b="1">
                <a:solidFill>
                  <a:srgbClr val="122445"/>
                </a:solidFill>
                <a:latin typeface="Apple SD Gothic Neo"/>
                <a:ea typeface="Apple SD Gothic Neo"/>
                <a:cs typeface="Apple SD Gothic Neo"/>
              </a:defRPr>
            </a:pPr>
            <a:r>
              <a:rPr sz="2138" b="1">
                <a:solidFill>
                  <a:srgbClr val="122445"/>
                </a:solidFill>
                <a:latin typeface="Apple SD Gothic Neo"/>
                <a:ea typeface="Apple SD Gothic Neo"/>
                <a:cs typeface="Apple SD Gothic Neo"/>
              </a:rPr>
              <a:t>사용자</a:t>
            </a:r>
          </a:p>
        </p:txBody>
      </p:sp>
      <p:sp>
        <p:nvSpPr>
          <p:cNvPr id="44" name="line-42">
            <a:extLst>
              <a:ext uri="{FF2B5EF4-FFF2-40B4-BE49-F238E27FC236}">
                <ns2:creationId id="{73C5E6C1-8A8B-4EF7-BE80-02E4104DAB5E}"/>
              </a:ext>
            </a:extLst>
          </p:cNvPr>
          <p:cNvSpPr>
            <a:spLocks noGrp="1"/>
          </p:cNvSpPr>
          <p:nvPr/>
        </p:nvSpPr>
        <p:spPr>
          <a:xfrm flipH="0">
            <a:off x="11144250" y="8229600"/>
            <a:ext cx="471488" cy="0"/>
          </a:xfrm>
          <a:prstGeom prst="line">
            <a:avLst/>
          </a:prstGeom>
          <a:noFill/>
          <a:ln w="24290">
            <a:solidFill>
              <a:srgbClr val="657079"/>
            </a:solidFill>
          </a:ln>
        </p:spPr>
      </p:sp>
      <p:sp>
        <p:nvSpPr>
          <p:cNvPr id="45" name="line-43">
            <a:extLst>
              <a:ext uri="{FF2B5EF4-FFF2-40B4-BE49-F238E27FC236}">
                <ns2:creationId id="{B2EF9791-C410-48FC-A314-5A5EFA255C9D}"/>
              </a:ext>
            </a:extLst>
          </p:cNvPr>
          <p:cNvSpPr>
            <a:spLocks noGrp="1"/>
          </p:cNvSpPr>
          <p:nvPr/>
        </p:nvSpPr>
        <p:spPr>
          <a:xfrm flipH="0">
            <a:off x="11515725" y="8172450"/>
            <a:ext cx="100012" cy="57150"/>
          </a:xfrm>
          <a:prstGeom prst="line">
            <a:avLst/>
          </a:prstGeom>
          <a:noFill/>
          <a:ln w="24290">
            <a:solidFill>
              <a:srgbClr val="657079"/>
            </a:solidFill>
          </a:ln>
        </p:spPr>
      </p:sp>
      <p:sp>
        <p:nvSpPr>
          <p:cNvPr id="46" name="line-44">
            <a:extLst>
              <a:ext uri="{FF2B5EF4-FFF2-40B4-BE49-F238E27FC236}">
                <ns2:creationId id="{D742EDBC-825D-4CB4-A1BC-DEB68A47001E}"/>
              </a:ext>
            </a:extLst>
          </p:cNvPr>
          <p:cNvSpPr>
            <a:spLocks noGrp="1"/>
          </p:cNvSpPr>
          <p:nvPr/>
        </p:nvSpPr>
        <p:spPr>
          <a:xfrm flipH="1">
            <a:off x="11515725" y="8229600"/>
            <a:ext cx="100012" cy="57150"/>
          </a:xfrm>
          <a:prstGeom prst="line">
            <a:avLst/>
          </a:prstGeom>
          <a:noFill/>
          <a:ln w="24290">
            <a:solidFill>
              <a:srgbClr val="657079"/>
            </a:solidFill>
          </a:ln>
        </p:spPr>
      </p:sp>
      <p:sp>
        <p:nvSpPr>
          <p:cNvPr id="47" name="r3-45">
            <a:extLst>
              <a:ext uri="{FF2B5EF4-FFF2-40B4-BE49-F238E27FC236}">
                <ns2:creationId id="{23621611-551D-49AB-AB12-82F7CBBF2D7A}"/>
              </a:ext>
            </a:extLst>
          </p:cNvPr>
          <p:cNvSpPr>
            <a:spLocks noGrp="1"/>
          </p:cNvSpPr>
          <p:nvPr/>
        </p:nvSpPr>
        <p:spPr>
          <a:xfrm>
            <a:off x="11730038" y="7943850"/>
            <a:ext cx="3228975" cy="557212"/>
          </a:xfrm>
          <a:prstGeom prst="rect">
            <a:avLst/>
          </a:prstGeom>
          <a:noFill/>
          <a:ln w="0">
            <a:noFill/>
          </a:ln>
        </p:spPr>
        <p:txBody>
          <a:bodyPr wrap="none" lIns="0" tIns="0" rIns="0" bIns="0" anchor="ctr">
            <a:noAutofit/>
          </a:bodyPr>
          <a:lstStyle/>
          <a:p>
            <a:pPr algn="ctr">
              <a:defRPr sz="2250" b="1">
                <a:solidFill>
                  <a:srgbClr val="122445"/>
                </a:solidFill>
                <a:latin typeface="Apple SD Gothic Neo"/>
                <a:ea typeface="Apple SD Gothic Neo"/>
                <a:cs typeface="Apple SD Gothic Neo"/>
              </a:defRPr>
            </a:pPr>
            <a:r>
              <a:rPr sz="2250" b="1">
                <a:solidFill>
                  <a:srgbClr val="122445"/>
                </a:solidFill>
                <a:latin typeface="Apple SD Gothic Neo"/>
                <a:ea typeface="Apple SD Gothic Neo"/>
                <a:cs typeface="Apple SD Gothic Neo"/>
              </a:rPr>
              <a:t>당사 PC의 대화 접점</a:t>
            </a:r>
          </a:p>
        </p:txBody>
      </p:sp>
      <p:sp>
        <p:nvSpPr>
          <p:cNvPr id="48" name="line-46">
            <a:extLst>
              <a:ext uri="{FF2B5EF4-FFF2-40B4-BE49-F238E27FC236}">
                <ns2:creationId id="{2BB66DF6-A73C-4141-A022-DF984FB5EF5D}"/>
              </a:ext>
            </a:extLst>
          </p:cNvPr>
          <p:cNvSpPr>
            <a:spLocks noGrp="1"/>
          </p:cNvSpPr>
          <p:nvPr/>
        </p:nvSpPr>
        <p:spPr>
          <a:xfrm flipH="0">
            <a:off x="11772900" y="8486775"/>
            <a:ext cx="3171825" cy="0"/>
          </a:xfrm>
          <a:prstGeom prst="line">
            <a:avLst/>
          </a:prstGeom>
          <a:noFill/>
          <a:ln w="42862">
            <a:solidFill>
              <a:srgbClr val="258FAF"/>
            </a:solidFill>
          </a:ln>
        </p:spPr>
      </p:sp>
      <p:sp>
        <p:nvSpPr>
          <p:cNvPr id="49" name="line-47">
            <a:extLst>
              <a:ext uri="{FF2B5EF4-FFF2-40B4-BE49-F238E27FC236}">
                <ns2:creationId id="{2FDCE490-5E8B-4311-9D90-48E8BFD886A2}"/>
              </a:ext>
            </a:extLst>
          </p:cNvPr>
          <p:cNvSpPr>
            <a:spLocks noGrp="1"/>
          </p:cNvSpPr>
          <p:nvPr/>
        </p:nvSpPr>
        <p:spPr>
          <a:xfrm flipH="0">
            <a:off x="15116175" y="8229600"/>
            <a:ext cx="500062" cy="0"/>
          </a:xfrm>
          <a:prstGeom prst="line">
            <a:avLst/>
          </a:prstGeom>
          <a:noFill/>
          <a:ln w="24290">
            <a:solidFill>
              <a:srgbClr val="657079"/>
            </a:solidFill>
          </a:ln>
        </p:spPr>
      </p:sp>
      <p:sp>
        <p:nvSpPr>
          <p:cNvPr id="50" name="line-48">
            <a:extLst>
              <a:ext uri="{FF2B5EF4-FFF2-40B4-BE49-F238E27FC236}">
                <ns2:creationId id="{4FF32530-C279-432C-BBE0-F06FB0A1C0B1}"/>
              </a:ext>
            </a:extLst>
          </p:cNvPr>
          <p:cNvSpPr>
            <a:spLocks noGrp="1"/>
          </p:cNvSpPr>
          <p:nvPr/>
        </p:nvSpPr>
        <p:spPr>
          <a:xfrm flipH="0">
            <a:off x="15516225" y="8172450"/>
            <a:ext cx="100012" cy="57150"/>
          </a:xfrm>
          <a:prstGeom prst="line">
            <a:avLst/>
          </a:prstGeom>
          <a:noFill/>
          <a:ln w="24290">
            <a:solidFill>
              <a:srgbClr val="657079"/>
            </a:solidFill>
          </a:ln>
        </p:spPr>
      </p:sp>
      <p:sp>
        <p:nvSpPr>
          <p:cNvPr id="51" name="line-49">
            <a:extLst>
              <a:ext uri="{FF2B5EF4-FFF2-40B4-BE49-F238E27FC236}">
                <ns2:creationId id="{E52BA8A0-EA87-4430-BE84-AC0C9408A40D}"/>
              </a:ext>
            </a:extLst>
          </p:cNvPr>
          <p:cNvSpPr>
            <a:spLocks noGrp="1"/>
          </p:cNvSpPr>
          <p:nvPr/>
        </p:nvSpPr>
        <p:spPr>
          <a:xfrm flipH="1">
            <a:off x="15516225" y="8229600"/>
            <a:ext cx="100012" cy="57150"/>
          </a:xfrm>
          <a:prstGeom prst="line">
            <a:avLst/>
          </a:prstGeom>
          <a:noFill/>
          <a:ln w="24290">
            <a:solidFill>
              <a:srgbClr val="657079"/>
            </a:solidFill>
          </a:ln>
        </p:spPr>
      </p:sp>
      <p:sp>
        <p:nvSpPr>
          <p:cNvPr id="52" name="r3-50">
            <a:extLst>
              <a:ext uri="{FF2B5EF4-FFF2-40B4-BE49-F238E27FC236}">
                <ns2:creationId id="{68805C55-94CB-482C-9BFC-F074F6560010}"/>
              </a:ext>
            </a:extLst>
          </p:cNvPr>
          <p:cNvSpPr>
            <a:spLocks noGrp="1"/>
          </p:cNvSpPr>
          <p:nvPr/>
        </p:nvSpPr>
        <p:spPr>
          <a:xfrm>
            <a:off x="15730538" y="8029575"/>
            <a:ext cx="2028825" cy="385762"/>
          </a:xfrm>
          <a:prstGeom prst="rect">
            <a:avLst/>
          </a:prstGeom>
          <a:noFill/>
          <a:ln w="0">
            <a:noFill/>
          </a:ln>
        </p:spPr>
        <p:txBody>
          <a:bodyPr wrap="none" lIns="0" tIns="0" rIns="0" bIns="0" anchor="ctr">
            <a:noAutofit/>
          </a:bodyPr>
          <a:lstStyle/>
          <a:p>
            <a:pPr algn="ctr">
              <a:defRPr sz="2138" b="1">
                <a:solidFill>
                  <a:srgbClr val="122445"/>
                </a:solidFill>
                <a:latin typeface="Apple SD Gothic Neo"/>
                <a:ea typeface="Apple SD Gothic Neo"/>
                <a:cs typeface="Apple SD Gothic Neo"/>
              </a:defRPr>
            </a:pPr>
            <a:r>
              <a:rPr sz="2138" b="1">
                <a:solidFill>
                  <a:srgbClr val="122445"/>
                </a:solidFill>
                <a:latin typeface="Apple SD Gothic Neo"/>
                <a:ea typeface="Apple SD Gothic Neo"/>
                <a:cs typeface="Apple SD Gothic Neo"/>
              </a:rPr>
              <a:t>다양한 업무 AI</a:t>
            </a:r>
          </a:p>
        </p:txBody>
      </p:sp>
      <p:sp>
        <p:nvSpPr>
          <p:cNvPr id="53" name="r3-51">
            <a:extLst>
              <a:ext uri="{FF2B5EF4-FFF2-40B4-BE49-F238E27FC236}">
                <ns2:creationId id="{841ABB6A-B999-476F-952D-03233F1C2705}"/>
              </a:ext>
            </a:extLst>
          </p:cNvPr>
          <p:cNvSpPr>
            <a:spLocks noGrp="1"/>
          </p:cNvSpPr>
          <p:nvPr/>
        </p:nvSpPr>
        <p:spPr>
          <a:xfrm>
            <a:off x="9715500" y="8586788"/>
            <a:ext cx="7972425" cy="400050"/>
          </a:xfrm>
          <a:prstGeom prst="rect">
            <a:avLst/>
          </a:prstGeom>
          <a:noFill/>
          <a:ln w="0">
            <a:noFill/>
          </a:ln>
        </p:spPr>
        <p:txBody>
          <a:bodyPr wrap="none" lIns="0" tIns="0" rIns="0" bIns="0" anchor="ctr">
            <a:noAutofit/>
          </a:bodyPr>
          <a:lstStyle/>
          <a:p>
            <a:pPr algn="l">
              <a:defRPr sz="2250" b="0">
                <a:solidFill>
                  <a:srgbClr val="20262C"/>
                </a:solidFill>
                <a:latin typeface="Apple SD Gothic Neo"/>
                <a:ea typeface="Apple SD Gothic Neo"/>
                <a:cs typeface="Apple SD Gothic Neo"/>
              </a:defRPr>
            </a:pPr>
            <a:r>
              <a:rPr sz="2250" b="0">
                <a:solidFill>
                  <a:srgbClr val="20262C"/>
                </a:solidFill>
                <a:latin typeface="Apple SD Gothic Neo"/>
                <a:ea typeface="Apple SD Gothic Neo"/>
                <a:cs typeface="Apple SD Gothic Neo"/>
              </a:rPr>
              <a:t>화면과 대화의 맥락을 기기 경험과 연결하고,</a:t>
            </a:r>
          </a:p>
        </p:txBody>
      </p:sp>
      <p:sp>
        <p:nvSpPr>
          <p:cNvPr id="54" name="r3-52">
            <a:extLst>
              <a:ext uri="{FF2B5EF4-FFF2-40B4-BE49-F238E27FC236}">
                <ns2:creationId id="{20F49BFE-5DEA-42C5-A84F-D7E8800E8A93}"/>
              </a:ext>
            </a:extLst>
          </p:cNvPr>
          <p:cNvSpPr>
            <a:spLocks noGrp="1"/>
          </p:cNvSpPr>
          <p:nvPr/>
        </p:nvSpPr>
        <p:spPr>
          <a:xfrm>
            <a:off x="9715500" y="9329738"/>
            <a:ext cx="7943850" cy="171450"/>
          </a:xfrm>
          <a:prstGeom prst="rect">
            <a:avLst/>
          </a:prstGeom>
          <a:solidFill>
            <a:srgbClr val="E6EACB"/>
          </a:solidFill>
          <a:ln w="0">
            <a:noFill/>
          </a:ln>
        </p:spPr>
      </p:sp>
      <p:sp>
        <p:nvSpPr>
          <p:cNvPr id="55" name="r3-53">
            <a:extLst>
              <a:ext uri="{FF2B5EF4-FFF2-40B4-BE49-F238E27FC236}">
                <ns2:creationId id="{2E26D995-0B1C-4856-BC72-44FB678EBD05}"/>
              </a:ext>
            </a:extLst>
          </p:cNvPr>
          <p:cNvSpPr>
            <a:spLocks noGrp="1"/>
          </p:cNvSpPr>
          <p:nvPr/>
        </p:nvSpPr>
        <p:spPr>
          <a:xfrm>
            <a:off x="9715500" y="9072562"/>
            <a:ext cx="7943850" cy="471488"/>
          </a:xfrm>
          <a:prstGeom prst="rect">
            <a:avLst/>
          </a:prstGeom>
          <a:noFill/>
          <a:ln w="0">
            <a:noFill/>
          </a:ln>
        </p:spPr>
        <p:txBody>
          <a:bodyPr wrap="none" lIns="0" tIns="0" rIns="0" bIns="0" anchor="ctr">
            <a:noAutofit/>
          </a:bodyPr>
          <a:lstStyle/>
          <a:p>
            <a:pPr algn="l">
              <a:defRPr sz="2250" b="1">
                <a:solidFill>
                  <a:srgbClr val="20262C"/>
                </a:solidFill>
                <a:latin typeface="Apple SD Gothic Neo"/>
                <a:ea typeface="Apple SD Gothic Neo"/>
                <a:cs typeface="Apple SD Gothic Neo"/>
              </a:defRPr>
            </a:pPr>
            <a:r>
              <a:rPr sz="2250" b="1">
                <a:solidFill>
                  <a:srgbClr val="20262C"/>
                </a:solidFill>
                <a:latin typeface="Apple SD Gothic Neo"/>
                <a:ea typeface="Apple SD Gothic Neo"/>
                <a:cs typeface="Apple SD Gothic Neo"/>
              </a:rPr>
              <a:t>AI가 달라도 요청과 진행, 결과는 같은 대화로 제공</a:t>
            </a:r>
          </a:p>
        </p:txBody>
      </p:sp>
      <p:sp>
        <p:nvSpPr>
          <p:cNvPr id="56" name="r3-54">
            <a:extLst>
              <a:ext uri="{FF2B5EF4-FFF2-40B4-BE49-F238E27FC236}">
                <ns2:creationId id="{3507CB38-7C61-41ED-8BA4-75D8965A2F4B}"/>
              </a:ext>
            </a:extLst>
          </p:cNvPr>
          <p:cNvSpPr>
            <a:spLocks noGrp="1"/>
          </p:cNvSpPr>
          <p:nvPr/>
        </p:nvSpPr>
        <p:spPr>
          <a:xfrm>
            <a:off x="657225" y="9786938"/>
            <a:ext cx="16002000" cy="257175"/>
          </a:xfrm>
          <a:prstGeom prst="rect">
            <a:avLst/>
          </a:prstGeom>
          <a:noFill/>
          <a:ln w="0">
            <a:noFill/>
          </a:ln>
        </p:spPr>
        <p:txBody>
          <a:bodyPr wrap="none" lIns="0" tIns="0" rIns="0" bIns="0" anchor="ctr">
            <a:noAutofit/>
          </a:bodyPr>
          <a:lstStyle/>
          <a:p>
            <a:pPr algn="l">
              <a:defRPr sz="1238" b="0">
                <a:solidFill>
                  <a:srgbClr val="657079"/>
                </a:solidFill>
                <a:latin typeface="Apple SD Gothic Neo"/>
                <a:ea typeface="Apple SD Gothic Neo"/>
                <a:cs typeface="Apple SD Gothic Neo"/>
              </a:defRPr>
            </a:pPr>
            <a:r>
              <a:rPr sz="1238" b="0">
                <a:solidFill>
                  <a:srgbClr val="657079"/>
                </a:solidFill>
                <a:latin typeface="Apple SD Gothic Neo"/>
                <a:ea typeface="Apple SD Gothic Neo"/>
                <a:cs typeface="Apple SD Gothic Neo"/>
              </a:rPr>
              <a:t>좌: Anthropic 공개 제품 사례 / 우: 사용자가 전달한 CTO 방향을 바탕으로 정리</a:t>
            </a:r>
          </a:p>
        </p:txBody>
      </p:sp>
      <p:sp>
        <p:nvSpPr>
          <p:cNvPr id="57" name="v2-469-header-white">
            <a:extLst>
              <a:ext uri="{FF2B5EF4-FFF2-40B4-BE49-F238E27FC236}">
                <ns2:creationId id="{42B64C09-E667-431D-A95D-91DB0FFC313F}"/>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58" name="v2-470-page">
            <a:extLst>
              <a:ext uri="{FF2B5EF4-FFF2-40B4-BE49-F238E27FC236}">
                <ns2:creationId id="{143BF172-B19B-4F35-B366-09C15B6FCF54}"/>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배경과 소개 / v2 1</a:t>
            </a:r>
          </a:p>
        </p:txBody>
      </p:sp>
    </p:spTree>
    <p:extLst>
      <p:ext uri="{BB962C8B-B14F-4D97-AF65-F5344CB8AC3E}">
        <p14:creationId val="182525647"/>
      </p:ext>
    </p:extLst>
  </p:cSld>
</p:sld>
</file>

<file path=ppt/slides/slide34.xml><?xml version="1.0" encoding="utf-8"?>
<p:sld xmlns:a="http://schemas.openxmlformats.org/drawingml/2006/main" xmlns:ns2="http://schemas.microsoft.com/office/drawing/2014/main" xmlns:p="http://schemas.openxmlformats.org/presentationml/2006/main" xmlns:p14="http://schemas.microsoft.com/office/powerpoint/2010/main">
  <p:cSld name="role-v2">
    <p:bg>
      <p:bgPr>
        <a:solidFill>
          <a:srgbClr val="FFFFFF"/>
        </a:solidFill>
      </p:bgPr>
    </p:bg>
    <p:spTree>
      <p:nvGrpSpPr>
        <p:cNvPr id="1" name=""/>
        <p:cNvGrpSpPr/>
        <p:nvPr/>
      </p:nvGrpSpPr>
      <p:grpSpPr>
        <a:xfrm/>
      </p:grpSpPr>
      <p:sp>
        <p:nvSpPr>
          <p:cNvPr id="2" name="r3-55">
            <a:extLst>
              <a:ext uri="{FF2B5EF4-FFF2-40B4-BE49-F238E27FC236}">
                <ns2:creationId id="{4F10A4B6-5D16-454B-8BB5-D264799AED9B}"/>
              </a:ext>
            </a:extLst>
          </p:cNvPr>
          <p:cNvSpPr>
            <a:spLocks noGrp="1"/>
          </p:cNvSpPr>
          <p:nvPr/>
        </p:nvSpPr>
        <p:spPr>
          <a:xfrm>
            <a:off x="571500" y="214312"/>
            <a:ext cx="10044112" cy="671512"/>
          </a:xfrm>
          <a:prstGeom prst="rect">
            <a:avLst/>
          </a:prstGeom>
          <a:noFill/>
          <a:ln w="0">
            <a:noFill/>
          </a:ln>
        </p:spPr>
        <p:txBody>
          <a:bodyPr wrap="none" lIns="0" tIns="0" rIns="0" bIns="0" anchor="ctr">
            <a:noAutofit/>
          </a:bodyPr>
          <a:lstStyle/>
          <a:p>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소개 | VIA의 역할과 범위</a:t>
            </a:r>
          </a:p>
        </p:txBody>
      </p:sp>
      <p:sp>
        <p:nvSpPr>
          <p:cNvPr id="3" name="line-56">
            <a:extLst>
              <a:ext uri="{FF2B5EF4-FFF2-40B4-BE49-F238E27FC236}">
                <ns2:creationId id="{6CCC342C-0EED-4D43-8536-FFD24DC0A115}"/>
              </a:ext>
            </a:extLst>
          </p:cNvPr>
          <p:cNvSpPr>
            <a:spLocks noGrp="1"/>
          </p:cNvSpPr>
          <p:nvPr/>
        </p:nvSpPr>
        <p:spPr>
          <a:xfrm flipH="0">
            <a:off x="428625" y="971550"/>
            <a:ext cx="17430750" cy="0"/>
          </a:xfrm>
          <a:prstGeom prst="line">
            <a:avLst/>
          </a:prstGeom>
          <a:noFill/>
          <a:ln w="14288">
            <a:solidFill>
              <a:srgbClr val="6C747C"/>
            </a:solidFill>
          </a:ln>
        </p:spPr>
      </p:sp>
      <p:sp>
        <p:nvSpPr>
          <p:cNvPr id="4" name="r3-57">
            <a:extLst>
              <a:ext uri="{FF2B5EF4-FFF2-40B4-BE49-F238E27FC236}">
                <ns2:creationId id="{1A9B2A83-A38B-4986-ADDC-729D6C4CB177}"/>
              </a:ext>
            </a:extLst>
          </p:cNvPr>
          <p:cNvSpPr>
            <a:spLocks noGrp="1"/>
          </p:cNvSpPr>
          <p:nvPr/>
        </p:nvSpPr>
        <p:spPr>
          <a:xfrm>
            <a:off x="10929938" y="285750"/>
            <a:ext cx="1485900" cy="414338"/>
          </a:xfrm>
          <a:prstGeom prst="chevron">
            <a:avLst/>
          </a:prstGeom>
          <a:solidFill>
            <a:srgbClr val="258FAF"/>
          </a:solidFill>
          <a:ln w="14288">
            <a:solidFill>
              <a:srgbClr val="FFFFFF"/>
            </a:solidFill>
          </a:ln>
        </p:spPr>
      </p:sp>
      <p:sp>
        <p:nvSpPr>
          <p:cNvPr id="5" name="r3-58">
            <a:extLst>
              <a:ext uri="{FF2B5EF4-FFF2-40B4-BE49-F238E27FC236}">
                <ns2:creationId id="{9398A36F-0235-4D32-82BE-271C56710EB4}"/>
              </a:ext>
            </a:extLst>
          </p:cNvPr>
          <p:cNvSpPr>
            <a:spLocks noGrp="1"/>
          </p:cNvSpPr>
          <p:nvPr/>
        </p:nvSpPr>
        <p:spPr>
          <a:xfrm>
            <a:off x="11044238" y="314325"/>
            <a:ext cx="1185862" cy="328612"/>
          </a:xfrm>
          <a:prstGeom prst="rect">
            <a:avLst/>
          </a:prstGeom>
          <a:noFill/>
          <a:ln w="0">
            <a:noFill/>
          </a:ln>
        </p:spPr>
        <p:txBody>
          <a:bodyPr wrap="none" lIns="0" tIns="0" rIns="0" bIns="0" anchor="ctr">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배경과 소개</a:t>
            </a:r>
          </a:p>
        </p:txBody>
      </p:sp>
      <p:sp>
        <p:nvSpPr>
          <p:cNvPr id="6" name="r3-59">
            <a:extLst>
              <a:ext uri="{FF2B5EF4-FFF2-40B4-BE49-F238E27FC236}">
                <ns2:creationId id="{FB20379E-8FA2-4019-8608-07FD1432E489}"/>
              </a:ext>
            </a:extLst>
          </p:cNvPr>
          <p:cNvSpPr>
            <a:spLocks noGrp="1"/>
          </p:cNvSpPr>
          <p:nvPr/>
        </p:nvSpPr>
        <p:spPr>
          <a:xfrm>
            <a:off x="12272962" y="285750"/>
            <a:ext cx="1485900" cy="414338"/>
          </a:xfrm>
          <a:prstGeom prst="chevron">
            <a:avLst/>
          </a:prstGeom>
          <a:solidFill>
            <a:srgbClr val="60666B"/>
          </a:solidFill>
          <a:ln w="14288">
            <a:solidFill>
              <a:srgbClr val="FFFFFF"/>
            </a:solidFill>
          </a:ln>
        </p:spPr>
      </p:sp>
      <p:sp>
        <p:nvSpPr>
          <p:cNvPr id="7" name="r3-60">
            <a:extLst>
              <a:ext uri="{FF2B5EF4-FFF2-40B4-BE49-F238E27FC236}">
                <ns2:creationId id="{FA822008-FA24-4B4D-AF89-55979FBB9513}"/>
              </a:ext>
            </a:extLst>
          </p:cNvPr>
          <p:cNvSpPr>
            <a:spLocks noGrp="1"/>
          </p:cNvSpPr>
          <p:nvPr/>
        </p:nvSpPr>
        <p:spPr>
          <a:xfrm>
            <a:off x="12387262" y="314325"/>
            <a:ext cx="1185862" cy="328612"/>
          </a:xfrm>
          <a:prstGeom prst="rect">
            <a:avLst/>
          </a:prstGeom>
          <a:noFill/>
          <a:ln w="0">
            <a:noFill/>
          </a:ln>
        </p:spPr>
        <p:txBody>
          <a:bodyPr wrap="none" lIns="0" tIns="0" rIns="0" bIns="0" anchor="ctr">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요구사항</a:t>
            </a:r>
          </a:p>
        </p:txBody>
      </p:sp>
      <p:sp>
        <p:nvSpPr>
          <p:cNvPr id="8" name="r3-61">
            <a:extLst>
              <a:ext uri="{FF2B5EF4-FFF2-40B4-BE49-F238E27FC236}">
                <ns2:creationId id="{6EA1C1AE-C7F9-4BD4-9B6D-51582AC1D383}"/>
              </a:ext>
            </a:extLst>
          </p:cNvPr>
          <p:cNvSpPr>
            <a:spLocks noGrp="1"/>
          </p:cNvSpPr>
          <p:nvPr/>
        </p:nvSpPr>
        <p:spPr>
          <a:xfrm>
            <a:off x="13615988" y="285750"/>
            <a:ext cx="1485900" cy="414338"/>
          </a:xfrm>
          <a:prstGeom prst="chevron">
            <a:avLst/>
          </a:prstGeom>
          <a:solidFill>
            <a:srgbClr val="60666B"/>
          </a:solidFill>
          <a:ln w="14288">
            <a:solidFill>
              <a:srgbClr val="FFFFFF"/>
            </a:solidFill>
          </a:ln>
        </p:spPr>
      </p:sp>
      <p:sp>
        <p:nvSpPr>
          <p:cNvPr id="9" name="r3-62">
            <a:extLst>
              <a:ext uri="{FF2B5EF4-FFF2-40B4-BE49-F238E27FC236}">
                <ns2:creationId id="{321E688F-4A70-49BB-B0D0-39BA71F6F574}"/>
              </a:ext>
            </a:extLst>
          </p:cNvPr>
          <p:cNvSpPr>
            <a:spLocks noGrp="1"/>
          </p:cNvSpPr>
          <p:nvPr/>
        </p:nvSpPr>
        <p:spPr>
          <a:xfrm>
            <a:off x="13730288" y="314325"/>
            <a:ext cx="1185862" cy="328612"/>
          </a:xfrm>
          <a:prstGeom prst="rect">
            <a:avLst/>
          </a:prstGeom>
          <a:noFill/>
          <a:ln w="0">
            <a:noFill/>
          </a:ln>
        </p:spPr>
        <p:txBody>
          <a:bodyPr wrap="none" lIns="0" tIns="0" rIns="0" bIns="0" anchor="ctr">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설계 비교</a:t>
            </a:r>
          </a:p>
        </p:txBody>
      </p:sp>
      <p:sp>
        <p:nvSpPr>
          <p:cNvPr id="10" name="r3-63">
            <a:extLst>
              <a:ext uri="{FF2B5EF4-FFF2-40B4-BE49-F238E27FC236}">
                <ns2:creationId id="{84726BA7-2CEF-416F-8A44-1E8C2509AF07}"/>
              </a:ext>
            </a:extLst>
          </p:cNvPr>
          <p:cNvSpPr>
            <a:spLocks noGrp="1"/>
          </p:cNvSpPr>
          <p:nvPr/>
        </p:nvSpPr>
        <p:spPr>
          <a:xfrm>
            <a:off x="14959012" y="285750"/>
            <a:ext cx="1485900" cy="414338"/>
          </a:xfrm>
          <a:prstGeom prst="chevron">
            <a:avLst/>
          </a:prstGeom>
          <a:solidFill>
            <a:srgbClr val="60666B"/>
          </a:solidFill>
          <a:ln w="14288">
            <a:solidFill>
              <a:srgbClr val="FFFFFF"/>
            </a:solidFill>
          </a:ln>
        </p:spPr>
      </p:sp>
      <p:sp>
        <p:nvSpPr>
          <p:cNvPr id="11" name="r3-64">
            <a:extLst>
              <a:ext uri="{FF2B5EF4-FFF2-40B4-BE49-F238E27FC236}">
                <ns2:creationId id="{F1D4221E-EF21-4AB0-9DE0-FA7E942F7741}"/>
              </a:ext>
            </a:extLst>
          </p:cNvPr>
          <p:cNvSpPr>
            <a:spLocks noGrp="1"/>
          </p:cNvSpPr>
          <p:nvPr/>
        </p:nvSpPr>
        <p:spPr>
          <a:xfrm>
            <a:off x="15073312" y="314325"/>
            <a:ext cx="1185862" cy="328612"/>
          </a:xfrm>
          <a:prstGeom prst="rect">
            <a:avLst/>
          </a:prstGeom>
          <a:noFill/>
          <a:ln w="0">
            <a:noFill/>
          </a:ln>
        </p:spPr>
        <p:txBody>
          <a:bodyPr wrap="none" lIns="0" tIns="0" rIns="0" bIns="0" anchor="ctr">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검토 요약</a:t>
            </a:r>
          </a:p>
        </p:txBody>
      </p:sp>
      <p:sp>
        <p:nvSpPr>
          <p:cNvPr id="12" name="r3-65">
            <a:extLst>
              <a:ext uri="{FF2B5EF4-FFF2-40B4-BE49-F238E27FC236}">
                <ns2:creationId id="{6AC10B34-3669-4AF2-8EA1-207CD83D43E0}"/>
              </a:ext>
            </a:extLst>
          </p:cNvPr>
          <p:cNvSpPr>
            <a:spLocks noGrp="1"/>
          </p:cNvSpPr>
          <p:nvPr/>
        </p:nvSpPr>
        <p:spPr>
          <a:xfrm>
            <a:off x="16302038" y="285750"/>
            <a:ext cx="1485900" cy="414338"/>
          </a:xfrm>
          <a:prstGeom prst="chevron">
            <a:avLst/>
          </a:prstGeom>
          <a:solidFill>
            <a:srgbClr val="60666B"/>
          </a:solidFill>
          <a:ln w="14288">
            <a:solidFill>
              <a:srgbClr val="FFFFFF"/>
            </a:solidFill>
          </a:ln>
        </p:spPr>
      </p:sp>
      <p:sp>
        <p:nvSpPr>
          <p:cNvPr id="13" name="r3-66">
            <a:extLst>
              <a:ext uri="{FF2B5EF4-FFF2-40B4-BE49-F238E27FC236}">
                <ns2:creationId id="{4F8EB712-84F7-41A3-9A45-5CAFB06A2111}"/>
              </a:ext>
            </a:extLst>
          </p:cNvPr>
          <p:cNvSpPr>
            <a:spLocks noGrp="1"/>
          </p:cNvSpPr>
          <p:nvPr/>
        </p:nvSpPr>
        <p:spPr>
          <a:xfrm>
            <a:off x="16416338" y="314325"/>
            <a:ext cx="1185862" cy="328612"/>
          </a:xfrm>
          <a:prstGeom prst="rect">
            <a:avLst/>
          </a:prstGeom>
          <a:noFill/>
          <a:ln w="0">
            <a:noFill/>
          </a:ln>
        </p:spPr>
        <p:txBody>
          <a:bodyPr wrap="none" lIns="0" tIns="0" rIns="0" bIns="0" anchor="ctr">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Appendix</a:t>
            </a:r>
          </a:p>
        </p:txBody>
      </p:sp>
      <p:sp>
        <p:nvSpPr>
          <p:cNvPr id="14" name="r3-68">
            <a:extLst>
              <a:ext uri="{FF2B5EF4-FFF2-40B4-BE49-F238E27FC236}">
                <ns2:creationId id="{40E96CE0-40F7-4FC2-8C60-11A6F666980B}"/>
              </a:ext>
            </a:extLst>
          </p:cNvPr>
          <p:cNvSpPr>
            <a:spLocks noGrp="1"/>
          </p:cNvSpPr>
          <p:nvPr/>
        </p:nvSpPr>
        <p:spPr>
          <a:xfrm>
            <a:off x="614362" y="1314450"/>
            <a:ext cx="17116425" cy="600075"/>
          </a:xfrm>
          <a:prstGeom prst="rect">
            <a:avLst/>
          </a:prstGeom>
          <a:noFill/>
          <a:ln w="0">
            <a:noFill/>
          </a:ln>
        </p:spPr>
        <p:txBody>
          <a:bodyPr wrap="none" lIns="0" tIns="0" rIns="0" bIns="0" anchor="ctr">
            <a:noAutofit/>
          </a:bodyPr>
          <a:lstStyle/>
          <a:p>
            <a:pPr algn="l">
              <a:defRPr sz="3150" b="1">
                <a:solidFill>
                  <a:srgbClr val="122445"/>
                </a:solidFill>
                <a:latin typeface="Apple SD Gothic Neo"/>
                <a:ea typeface="Apple SD Gothic Neo"/>
                <a:cs typeface="Apple SD Gothic Neo"/>
              </a:defRPr>
            </a:pPr>
            <a:r>
              <a:rPr sz="3150" b="1">
                <a:solidFill>
                  <a:srgbClr val="122445"/>
                </a:solidFill>
                <a:latin typeface="Apple SD Gothic Neo"/>
                <a:ea typeface="Apple SD Gothic Neo"/>
                <a:cs typeface="Apple SD Gothic Neo"/>
              </a:rPr>
              <a:t>VIA는 사용자의 요청과 AI의 업무 수행을 같은 대화와 업무 맥락으로 연결</a:t>
            </a:r>
          </a:p>
        </p:txBody>
      </p:sp>
      <p:sp>
        <p:nvSpPr>
          <p:cNvPr id="15" name="r3-69">
            <a:extLst>
              <a:ext uri="{FF2B5EF4-FFF2-40B4-BE49-F238E27FC236}">
                <ns2:creationId id="{A49D47A5-50EE-4DAB-88F2-6085862A3268}"/>
              </a:ext>
            </a:extLst>
          </p:cNvPr>
          <p:cNvSpPr>
            <a:spLocks noGrp="1"/>
          </p:cNvSpPr>
          <p:nvPr/>
        </p:nvSpPr>
        <p:spPr>
          <a:xfrm>
            <a:off x="671512" y="2243138"/>
            <a:ext cx="10544175" cy="685800"/>
          </a:xfrm>
          <a:prstGeom prst="roundRect">
            <a:avLst>
              <a:gd name="adj" fmla="val 16667"/>
            </a:avLst>
          </a:prstGeom>
          <a:solidFill>
            <a:srgbClr val="122445"/>
          </a:solidFill>
          <a:ln w="14288">
            <a:solidFill>
              <a:srgbClr val="CAD2D9"/>
            </a:solidFill>
          </a:ln>
        </p:spPr>
      </p:sp>
      <p:sp>
        <p:nvSpPr>
          <p:cNvPr id="16" name="r3-70">
            <a:extLst>
              <a:ext uri="{FF2B5EF4-FFF2-40B4-BE49-F238E27FC236}">
                <ns2:creationId id="{6E18A2A2-C644-4E28-9F32-4FF1CE83DB78}"/>
              </a:ext>
            </a:extLst>
          </p:cNvPr>
          <p:cNvSpPr>
            <a:spLocks noGrp="1"/>
          </p:cNvSpPr>
          <p:nvPr/>
        </p:nvSpPr>
        <p:spPr>
          <a:xfrm>
            <a:off x="785812" y="2314575"/>
            <a:ext cx="10315575" cy="542925"/>
          </a:xfrm>
          <a:prstGeom prst="rect">
            <a:avLst/>
          </a:prstGeom>
          <a:noFill/>
          <a:ln w="0">
            <a:noFill/>
          </a:ln>
        </p:spPr>
        <p:txBody>
          <a:bodyPr wrap="none" lIns="0" tIns="0" rIns="0" bIns="0" anchor="ctr">
            <a:noAutofit/>
          </a:bodyPr>
          <a:lstStyle/>
          <a:p>
            <a:pPr algn="ctr">
              <a:defRPr sz="2588" b="1">
                <a:solidFill>
                  <a:srgbClr val="FFFFFF"/>
                </a:solidFill>
                <a:latin typeface="Apple SD Gothic Neo"/>
                <a:ea typeface="Apple SD Gothic Neo"/>
                <a:cs typeface="Apple SD Gothic Neo"/>
              </a:defRPr>
            </a:pPr>
            <a:r>
              <a:rPr sz="2588" b="1">
                <a:solidFill>
                  <a:srgbClr val="FFFFFF"/>
                </a:solidFill>
                <a:latin typeface="Apple SD Gothic Neo"/>
                <a:ea typeface="Apple SD Gothic Neo"/>
                <a:cs typeface="Apple SD Gothic Neo"/>
              </a:rPr>
              <a:t>VIA: PC에서 대화와 업무 연결을 담당</a:t>
            </a:r>
          </a:p>
        </p:txBody>
      </p:sp>
      <p:sp>
        <p:nvSpPr>
          <p:cNvPr id="17" name="r3-71">
            <a:extLst>
              <a:ext uri="{FF2B5EF4-FFF2-40B4-BE49-F238E27FC236}">
                <ns2:creationId id="{D643B815-6F76-4A8B-965B-C816B50B3C6E}"/>
              </a:ext>
            </a:extLst>
          </p:cNvPr>
          <p:cNvSpPr>
            <a:spLocks noGrp="1"/>
          </p:cNvSpPr>
          <p:nvPr/>
        </p:nvSpPr>
        <p:spPr>
          <a:xfrm>
            <a:off x="12530138" y="2243138"/>
            <a:ext cx="5143500" cy="685800"/>
          </a:xfrm>
          <a:prstGeom prst="roundRect">
            <a:avLst>
              <a:gd name="adj" fmla="val 16667"/>
            </a:avLst>
          </a:prstGeom>
          <a:solidFill>
            <a:srgbClr val="122445"/>
          </a:solidFill>
          <a:ln w="14288">
            <a:solidFill>
              <a:srgbClr val="CAD2D9"/>
            </a:solidFill>
          </a:ln>
        </p:spPr>
      </p:sp>
      <p:sp>
        <p:nvSpPr>
          <p:cNvPr id="18" name="r3-72">
            <a:extLst>
              <a:ext uri="{FF2B5EF4-FFF2-40B4-BE49-F238E27FC236}">
                <ns2:creationId id="{E1A06081-B3D9-4326-93D4-AA213D3D281C}"/>
              </a:ext>
            </a:extLst>
          </p:cNvPr>
          <p:cNvSpPr>
            <a:spLocks noGrp="1"/>
          </p:cNvSpPr>
          <p:nvPr/>
        </p:nvSpPr>
        <p:spPr>
          <a:xfrm>
            <a:off x="12644438" y="2314575"/>
            <a:ext cx="4914900" cy="542925"/>
          </a:xfrm>
          <a:prstGeom prst="rect">
            <a:avLst/>
          </a:prstGeom>
          <a:noFill/>
          <a:ln w="0">
            <a:noFill/>
          </a:ln>
        </p:spPr>
        <p:txBody>
          <a:bodyPr wrap="none" lIns="0" tIns="0" rIns="0" bIns="0" anchor="ctr">
            <a:noAutofit/>
          </a:bodyPr>
          <a:lstStyle/>
          <a:p>
            <a:pPr algn="ctr">
              <a:defRPr sz="2475" b="1">
                <a:solidFill>
                  <a:srgbClr val="FFFFFF"/>
                </a:solidFill>
                <a:latin typeface="Apple SD Gothic Neo"/>
                <a:ea typeface="Apple SD Gothic Neo"/>
                <a:cs typeface="Apple SD Gothic Neo"/>
              </a:defRPr>
            </a:pPr>
            <a:r>
              <a:rPr sz="2475" b="1">
                <a:solidFill>
                  <a:srgbClr val="FFFFFF"/>
                </a:solidFill>
                <a:latin typeface="Apple SD Gothic Neo"/>
                <a:ea typeface="Apple SD Gothic Neo"/>
                <a:cs typeface="Apple SD Gothic Neo"/>
              </a:rPr>
              <a:t>연결된 AI: 맡은 업무를 수행</a:t>
            </a:r>
          </a:p>
        </p:txBody>
      </p:sp>
      <p:sp>
        <p:nvSpPr>
          <p:cNvPr id="19" name="r3-73">
            <a:extLst>
              <a:ext uri="{FF2B5EF4-FFF2-40B4-BE49-F238E27FC236}">
                <ns2:creationId id="{550DD2E1-D50D-410B-9F07-A3F15DB41D56}"/>
              </a:ext>
            </a:extLst>
          </p:cNvPr>
          <p:cNvSpPr>
            <a:spLocks noGrp="1"/>
          </p:cNvSpPr>
          <p:nvPr/>
        </p:nvSpPr>
        <p:spPr>
          <a:xfrm>
            <a:off x="957262" y="3114675"/>
            <a:ext cx="9772650" cy="457200"/>
          </a:xfrm>
          <a:prstGeom prst="rect">
            <a:avLst/>
          </a:prstGeom>
          <a:noFill/>
          <a:ln w="0">
            <a:noFill/>
          </a:ln>
        </p:spPr>
        <p:txBody>
          <a:bodyPr wrap="none" lIns="0" tIns="0" rIns="0" bIns="0" anchor="ctr">
            <a:noAutofit/>
          </a:bodyPr>
          <a:lstStyle/>
          <a:p>
            <a:pPr algn="l">
              <a:defRPr sz="2362" b="1">
                <a:solidFill>
                  <a:srgbClr val="258FAF"/>
                </a:solidFill>
                <a:latin typeface="Apple SD Gothic Neo"/>
                <a:ea typeface="Apple SD Gothic Neo"/>
                <a:cs typeface="Apple SD Gothic Neo"/>
              </a:defRPr>
            </a:pPr>
            <a:r>
              <a:rPr sz="2362" b="1">
                <a:solidFill>
                  <a:srgbClr val="258FAF"/>
                </a:solidFill>
                <a:latin typeface="Apple SD Gothic Neo"/>
                <a:ea typeface="Apple SD Gothic Neo"/>
                <a:cs typeface="Apple SD Gothic Neo"/>
              </a:rPr>
              <a:t>음성 또는 텍스트 + 당시 화면 + 앞선 대화와 진행 업무</a:t>
            </a:r>
          </a:p>
        </p:txBody>
      </p:sp>
      <p:sp>
        <p:nvSpPr>
          <p:cNvPr id="20" name="line-74">
            <a:extLst>
              <a:ext uri="{FF2B5EF4-FFF2-40B4-BE49-F238E27FC236}">
                <ns2:creationId id="{9DA5F896-06A3-46B1-A6CE-D25DF6892C10}"/>
              </a:ext>
            </a:extLst>
          </p:cNvPr>
          <p:cNvSpPr>
            <a:spLocks noGrp="1"/>
          </p:cNvSpPr>
          <p:nvPr/>
        </p:nvSpPr>
        <p:spPr>
          <a:xfrm flipH="0">
            <a:off x="957262" y="3686175"/>
            <a:ext cx="9929812" cy="0"/>
          </a:xfrm>
          <a:prstGeom prst="line">
            <a:avLst/>
          </a:prstGeom>
          <a:noFill/>
          <a:ln w="14288">
            <a:solidFill>
              <a:srgbClr val="BDC4CA"/>
            </a:solidFill>
          </a:ln>
        </p:spPr>
      </p:sp>
      <p:sp>
        <p:nvSpPr>
          <p:cNvPr id="21" name="r3-75">
            <a:extLst>
              <a:ext uri="{FF2B5EF4-FFF2-40B4-BE49-F238E27FC236}">
                <ns2:creationId id="{3052DF42-A9AE-454A-816D-A8441D9B47FE}"/>
              </a:ext>
            </a:extLst>
          </p:cNvPr>
          <p:cNvSpPr>
            <a:spLocks noGrp="1"/>
          </p:cNvSpPr>
          <p:nvPr/>
        </p:nvSpPr>
        <p:spPr>
          <a:xfrm>
            <a:off x="957262" y="3900488"/>
            <a:ext cx="414338" cy="414338"/>
          </a:xfrm>
          <a:prstGeom prst="ellipse">
            <a:avLst/>
          </a:prstGeom>
          <a:solidFill>
            <a:srgbClr val="122445"/>
          </a:solidFill>
          <a:ln w="0">
            <a:noFill/>
          </a:ln>
        </p:spPr>
      </p:sp>
      <p:sp>
        <p:nvSpPr>
          <p:cNvPr id="22" name="r3-76">
            <a:extLst>
              <a:ext uri="{FF2B5EF4-FFF2-40B4-BE49-F238E27FC236}">
                <ns2:creationId id="{B1F82549-7471-4B25-B99C-719B1F269AD6}"/>
              </a:ext>
            </a:extLst>
          </p:cNvPr>
          <p:cNvSpPr>
            <a:spLocks noGrp="1"/>
          </p:cNvSpPr>
          <p:nvPr/>
        </p:nvSpPr>
        <p:spPr>
          <a:xfrm>
            <a:off x="957262" y="3900488"/>
            <a:ext cx="414338" cy="414338"/>
          </a:xfrm>
          <a:prstGeom prst="rect">
            <a:avLst/>
          </a:prstGeom>
          <a:noFill/>
          <a:ln w="0">
            <a:noFill/>
          </a:ln>
        </p:spPr>
        <p:txBody>
          <a:bodyPr wrap="none" lIns="0" tIns="0" rIns="0" bIns="0" anchor="ctr">
            <a:noAutofit/>
          </a:bodyPr>
          <a:lstStyle/>
          <a:p>
            <a:pPr algn="ctr">
              <a:defRPr sz="1912" b="1">
                <a:solidFill>
                  <a:srgbClr val="FFFFFF"/>
                </a:solidFill>
                <a:latin typeface="Apple SD Gothic Neo"/>
                <a:ea typeface="Apple SD Gothic Neo"/>
                <a:cs typeface="Apple SD Gothic Neo"/>
              </a:defRPr>
            </a:pPr>
            <a:r>
              <a:rPr sz="1912" b="1">
                <a:solidFill>
                  <a:srgbClr val="FFFFFF"/>
                </a:solidFill>
                <a:latin typeface="Apple SD Gothic Neo"/>
                <a:ea typeface="Apple SD Gothic Neo"/>
                <a:cs typeface="Apple SD Gothic Neo"/>
              </a:rPr>
              <a:t>1</a:t>
            </a:r>
          </a:p>
        </p:txBody>
      </p:sp>
      <p:sp>
        <p:nvSpPr>
          <p:cNvPr id="23" name="r3-77">
            <a:extLst>
              <a:ext uri="{FF2B5EF4-FFF2-40B4-BE49-F238E27FC236}">
                <ns2:creationId id="{025E0116-580B-4B74-9D19-D24966F4D020}"/>
              </a:ext>
            </a:extLst>
          </p:cNvPr>
          <p:cNvSpPr>
            <a:spLocks noGrp="1"/>
          </p:cNvSpPr>
          <p:nvPr/>
        </p:nvSpPr>
        <p:spPr>
          <a:xfrm>
            <a:off x="1543050" y="3843338"/>
            <a:ext cx="9215438" cy="428625"/>
          </a:xfrm>
          <a:prstGeom prst="rect">
            <a:avLst/>
          </a:prstGeom>
          <a:noFill/>
          <a:ln w="0">
            <a:noFill/>
          </a:ln>
        </p:spPr>
        <p:txBody>
          <a:bodyPr wrap="none" lIns="0" tIns="0" rIns="0" bIns="0" anchor="ctr">
            <a:noAutofit/>
          </a:bodyPr>
          <a:lstStyle/>
          <a:p>
            <a:pPr algn="l">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요청의 의미와 대상 확정</a:t>
            </a:r>
          </a:p>
        </p:txBody>
      </p:sp>
      <p:sp>
        <p:nvSpPr>
          <p:cNvPr id="24" name="r3-78">
            <a:extLst>
              <a:ext uri="{FF2B5EF4-FFF2-40B4-BE49-F238E27FC236}">
                <ns2:creationId id="{5E78FC7F-9277-4A39-82A4-77BC781926E1}"/>
              </a:ext>
            </a:extLst>
          </p:cNvPr>
          <p:cNvSpPr>
            <a:spLocks noGrp="1"/>
          </p:cNvSpPr>
          <p:nvPr/>
        </p:nvSpPr>
        <p:spPr>
          <a:xfrm>
            <a:off x="1543050" y="4271962"/>
            <a:ext cx="9215438" cy="628650"/>
          </a:xfrm>
          <a:prstGeom prst="rect">
            <a:avLst/>
          </a:prstGeom>
          <a:noFill/>
          <a:ln w="0">
            <a:noFill/>
          </a:ln>
        </p:spPr>
        <p:txBody>
          <a:bodyPr wrap="none" lIns="0" tIns="0" rIns="0" bIns="0" anchor="ctr">
            <a:noAutofit/>
          </a:bodyPr>
          <a:lstStyle/>
          <a:p>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목표와 조건, 정정 내용 파악</a:t>
            </a:r>
          </a:p>
          <a:p>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새 업무인지 기존 업무인지 판단</a:t>
            </a:r>
          </a:p>
        </p:txBody>
      </p:sp>
      <p:sp>
        <p:nvSpPr>
          <p:cNvPr id="25" name="r3-79">
            <a:extLst>
              <a:ext uri="{FF2B5EF4-FFF2-40B4-BE49-F238E27FC236}">
                <ns2:creationId id="{D923310E-189D-499C-9DD1-483D843ACD58}"/>
              </a:ext>
            </a:extLst>
          </p:cNvPr>
          <p:cNvSpPr>
            <a:spLocks noGrp="1"/>
          </p:cNvSpPr>
          <p:nvPr/>
        </p:nvSpPr>
        <p:spPr>
          <a:xfrm>
            <a:off x="957262" y="5014912"/>
            <a:ext cx="414338" cy="414338"/>
          </a:xfrm>
          <a:prstGeom prst="ellipse">
            <a:avLst/>
          </a:prstGeom>
          <a:solidFill>
            <a:srgbClr val="122445"/>
          </a:solidFill>
          <a:ln w="0">
            <a:noFill/>
          </a:ln>
        </p:spPr>
      </p:sp>
      <p:sp>
        <p:nvSpPr>
          <p:cNvPr id="26" name="r3-80">
            <a:extLst>
              <a:ext uri="{FF2B5EF4-FFF2-40B4-BE49-F238E27FC236}">
                <ns2:creationId id="{93AD9379-ED6A-42A1-8E4F-E289506218D9}"/>
              </a:ext>
            </a:extLst>
          </p:cNvPr>
          <p:cNvSpPr>
            <a:spLocks noGrp="1"/>
          </p:cNvSpPr>
          <p:nvPr/>
        </p:nvSpPr>
        <p:spPr>
          <a:xfrm>
            <a:off x="957262" y="5014912"/>
            <a:ext cx="414338" cy="414338"/>
          </a:xfrm>
          <a:prstGeom prst="rect">
            <a:avLst/>
          </a:prstGeom>
          <a:noFill/>
          <a:ln w="0">
            <a:noFill/>
          </a:ln>
        </p:spPr>
        <p:txBody>
          <a:bodyPr wrap="none" lIns="0" tIns="0" rIns="0" bIns="0" anchor="ctr">
            <a:noAutofit/>
          </a:bodyPr>
          <a:lstStyle/>
          <a:p>
            <a:pPr algn="ctr">
              <a:defRPr sz="1912" b="1">
                <a:solidFill>
                  <a:srgbClr val="FFFFFF"/>
                </a:solidFill>
                <a:latin typeface="Apple SD Gothic Neo"/>
                <a:ea typeface="Apple SD Gothic Neo"/>
                <a:cs typeface="Apple SD Gothic Neo"/>
              </a:defRPr>
            </a:pPr>
            <a:r>
              <a:rPr sz="1912" b="1">
                <a:solidFill>
                  <a:srgbClr val="FFFFFF"/>
                </a:solidFill>
                <a:latin typeface="Apple SD Gothic Neo"/>
                <a:ea typeface="Apple SD Gothic Neo"/>
                <a:cs typeface="Apple SD Gothic Neo"/>
              </a:rPr>
              <a:t>2</a:t>
            </a:r>
          </a:p>
        </p:txBody>
      </p:sp>
      <p:sp>
        <p:nvSpPr>
          <p:cNvPr id="27" name="r3-81">
            <a:extLst>
              <a:ext uri="{FF2B5EF4-FFF2-40B4-BE49-F238E27FC236}">
                <ns2:creationId id="{A65A87E2-DBAB-4C51-A9D9-463319B64B5B}"/>
              </a:ext>
            </a:extLst>
          </p:cNvPr>
          <p:cNvSpPr>
            <a:spLocks noGrp="1"/>
          </p:cNvSpPr>
          <p:nvPr/>
        </p:nvSpPr>
        <p:spPr>
          <a:xfrm>
            <a:off x="1543050" y="4957762"/>
            <a:ext cx="9215438" cy="428625"/>
          </a:xfrm>
          <a:prstGeom prst="rect">
            <a:avLst/>
          </a:prstGeom>
          <a:noFill/>
          <a:ln w="0">
            <a:noFill/>
          </a:ln>
        </p:spPr>
        <p:txBody>
          <a:bodyPr wrap="none" lIns="0" tIns="0" rIns="0" bIns="0" anchor="ctr">
            <a:noAutofit/>
          </a:bodyPr>
          <a:lstStyle/>
          <a:p>
            <a:pPr algn="l">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직접 응답 또는 업무 위임</a:t>
            </a:r>
          </a:p>
        </p:txBody>
      </p:sp>
      <p:sp>
        <p:nvSpPr>
          <p:cNvPr id="28" name="r3-82">
            <a:extLst>
              <a:ext uri="{FF2B5EF4-FFF2-40B4-BE49-F238E27FC236}">
                <ns2:creationId id="{A15D4FFA-CDB2-4D02-8BCA-39986E1F1A94}"/>
              </a:ext>
            </a:extLst>
          </p:cNvPr>
          <p:cNvSpPr>
            <a:spLocks noGrp="1"/>
          </p:cNvSpPr>
          <p:nvPr/>
        </p:nvSpPr>
        <p:spPr>
          <a:xfrm>
            <a:off x="1543050" y="5414962"/>
            <a:ext cx="9215438" cy="414338"/>
          </a:xfrm>
          <a:prstGeom prst="rect">
            <a:avLst/>
          </a:prstGeom>
          <a:noFill/>
          <a:ln w="0">
            <a:noFill/>
          </a:ln>
        </p:spPr>
        <p:txBody>
          <a:bodyPr wrap="none" lIns="0" tIns="0" rIns="0" bIns="0" anchor="ctr">
            <a:noAutofit/>
          </a:bodyPr>
          <a:lstStyle/>
          <a:p>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범위가 명확한 설명은 직접 답하고, 실제 업무는 AI에 위임</a:t>
            </a:r>
          </a:p>
        </p:txBody>
      </p:sp>
      <p:sp>
        <p:nvSpPr>
          <p:cNvPr id="29" name="r3-83">
            <a:extLst>
              <a:ext uri="{FF2B5EF4-FFF2-40B4-BE49-F238E27FC236}">
                <ns2:creationId id="{F0062F88-022F-467E-8BEB-072935757D4D}"/>
              </a:ext>
            </a:extLst>
          </p:cNvPr>
          <p:cNvSpPr>
            <a:spLocks noGrp="1"/>
          </p:cNvSpPr>
          <p:nvPr/>
        </p:nvSpPr>
        <p:spPr>
          <a:xfrm>
            <a:off x="957262" y="5972175"/>
            <a:ext cx="414338" cy="414338"/>
          </a:xfrm>
          <a:prstGeom prst="ellipse">
            <a:avLst/>
          </a:prstGeom>
          <a:solidFill>
            <a:srgbClr val="122445"/>
          </a:solidFill>
          <a:ln w="0">
            <a:noFill/>
          </a:ln>
        </p:spPr>
      </p:sp>
      <p:sp>
        <p:nvSpPr>
          <p:cNvPr id="30" name="r3-84">
            <a:extLst>
              <a:ext uri="{FF2B5EF4-FFF2-40B4-BE49-F238E27FC236}">
                <ns2:creationId id="{473D0A13-E8CD-4C0A-BBC7-766A6E3FBD92}"/>
              </a:ext>
            </a:extLst>
          </p:cNvPr>
          <p:cNvSpPr>
            <a:spLocks noGrp="1"/>
          </p:cNvSpPr>
          <p:nvPr/>
        </p:nvSpPr>
        <p:spPr>
          <a:xfrm>
            <a:off x="957262" y="5972175"/>
            <a:ext cx="414338" cy="414338"/>
          </a:xfrm>
          <a:prstGeom prst="rect">
            <a:avLst/>
          </a:prstGeom>
          <a:noFill/>
          <a:ln w="0">
            <a:noFill/>
          </a:ln>
        </p:spPr>
        <p:txBody>
          <a:bodyPr wrap="none" lIns="0" tIns="0" rIns="0" bIns="0" anchor="ctr">
            <a:noAutofit/>
          </a:bodyPr>
          <a:lstStyle/>
          <a:p>
            <a:pPr algn="ctr">
              <a:defRPr sz="1912" b="1">
                <a:solidFill>
                  <a:srgbClr val="FFFFFF"/>
                </a:solidFill>
                <a:latin typeface="Apple SD Gothic Neo"/>
                <a:ea typeface="Apple SD Gothic Neo"/>
                <a:cs typeface="Apple SD Gothic Neo"/>
              </a:defRPr>
            </a:pPr>
            <a:r>
              <a:rPr sz="1912" b="1">
                <a:solidFill>
                  <a:srgbClr val="FFFFFF"/>
                </a:solidFill>
                <a:latin typeface="Apple SD Gothic Neo"/>
                <a:ea typeface="Apple SD Gothic Neo"/>
                <a:cs typeface="Apple SD Gothic Neo"/>
              </a:rPr>
              <a:t>3</a:t>
            </a:r>
          </a:p>
        </p:txBody>
      </p:sp>
      <p:sp>
        <p:nvSpPr>
          <p:cNvPr id="31" name="r3-85">
            <a:extLst>
              <a:ext uri="{FF2B5EF4-FFF2-40B4-BE49-F238E27FC236}">
                <ns2:creationId id="{63C45FC8-7F2D-41AE-A7D7-4B823AC48EB4}"/>
              </a:ext>
            </a:extLst>
          </p:cNvPr>
          <p:cNvSpPr>
            <a:spLocks noGrp="1"/>
          </p:cNvSpPr>
          <p:nvPr/>
        </p:nvSpPr>
        <p:spPr>
          <a:xfrm>
            <a:off x="1543050" y="5915025"/>
            <a:ext cx="9215438" cy="428625"/>
          </a:xfrm>
          <a:prstGeom prst="rect">
            <a:avLst/>
          </a:prstGeom>
          <a:noFill/>
          <a:ln w="0">
            <a:noFill/>
          </a:ln>
        </p:spPr>
        <p:txBody>
          <a:bodyPr wrap="none" lIns="0" tIns="0" rIns="0" bIns="0" anchor="ctr">
            <a:noAutofit/>
          </a:bodyPr>
          <a:lstStyle/>
          <a:p>
            <a:pPr algn="l">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대화와 업무 상태 관리</a:t>
            </a:r>
          </a:p>
        </p:txBody>
      </p:sp>
      <p:sp>
        <p:nvSpPr>
          <p:cNvPr id="32" name="r3-86">
            <a:extLst>
              <a:ext uri="{FF2B5EF4-FFF2-40B4-BE49-F238E27FC236}">
                <ns2:creationId id="{B6CE67E3-DB03-4E92-8702-A61469EDC549}"/>
              </a:ext>
            </a:extLst>
          </p:cNvPr>
          <p:cNvSpPr>
            <a:spLocks noGrp="1"/>
          </p:cNvSpPr>
          <p:nvPr/>
        </p:nvSpPr>
        <p:spPr>
          <a:xfrm>
            <a:off x="1543050" y="6372225"/>
            <a:ext cx="9215438" cy="628650"/>
          </a:xfrm>
          <a:prstGeom prst="rect">
            <a:avLst/>
          </a:prstGeom>
          <a:noFill/>
          <a:ln w="0">
            <a:noFill/>
          </a:ln>
        </p:spPr>
        <p:txBody>
          <a:bodyPr wrap="none" lIns="0" tIns="0" rIns="0" bIns="0" anchor="ctr">
            <a:noAutofit/>
          </a:bodyPr>
          <a:lstStyle/>
          <a:p>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질문과 추가 지시, 취소를 해당 업무에 연결</a:t>
            </a:r>
          </a:p>
          <a:p>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진행 상황과 결과도 같은 업무에서 관리</a:t>
            </a:r>
          </a:p>
        </p:txBody>
      </p:sp>
      <p:sp>
        <p:nvSpPr>
          <p:cNvPr id="33" name="r3-87">
            <a:extLst>
              <a:ext uri="{FF2B5EF4-FFF2-40B4-BE49-F238E27FC236}">
                <ns2:creationId id="{F8FDDC4A-7A5C-45E7-9EE8-199AE9514DC2}"/>
              </a:ext>
            </a:extLst>
          </p:cNvPr>
          <p:cNvSpPr>
            <a:spLocks noGrp="1"/>
          </p:cNvSpPr>
          <p:nvPr/>
        </p:nvSpPr>
        <p:spPr>
          <a:xfrm>
            <a:off x="11215688" y="3971925"/>
            <a:ext cx="1385888" cy="371475"/>
          </a:xfrm>
          <a:prstGeom prst="rect">
            <a:avLst/>
          </a:prstGeom>
          <a:noFill/>
          <a:ln w="0">
            <a:noFill/>
          </a:ln>
        </p:spPr>
        <p:txBody>
          <a:bodyPr wrap="none" lIns="0" tIns="0" rIns="0" bIns="0" anchor="ctr">
            <a:noAutofit/>
          </a:bodyPr>
          <a:lstStyle/>
          <a:p>
            <a:pPr algn="ctr">
              <a:defRPr sz="1688" b="1">
                <a:solidFill>
                  <a:srgbClr val="657079"/>
                </a:solidFill>
                <a:latin typeface="Apple SD Gothic Neo"/>
                <a:ea typeface="Apple SD Gothic Neo"/>
                <a:cs typeface="Apple SD Gothic Neo"/>
              </a:defRPr>
            </a:pPr>
            <a:r>
              <a:rPr sz="1688" b="1">
                <a:solidFill>
                  <a:srgbClr val="657079"/>
                </a:solidFill>
                <a:latin typeface="Apple SD Gothic Neo"/>
                <a:ea typeface="Apple SD Gothic Neo"/>
                <a:cs typeface="Apple SD Gothic Neo"/>
              </a:rPr>
              <a:t>목표와 조건</a:t>
            </a:r>
          </a:p>
        </p:txBody>
      </p:sp>
      <p:sp>
        <p:nvSpPr>
          <p:cNvPr id="34" name="line-88">
            <a:extLst>
              <a:ext uri="{FF2B5EF4-FFF2-40B4-BE49-F238E27FC236}">
                <ns2:creationId id="{F65DB34C-2CFB-4F69-AFA4-DF6DBE81C915}"/>
              </a:ext>
            </a:extLst>
          </p:cNvPr>
          <p:cNvSpPr>
            <a:spLocks noGrp="1"/>
          </p:cNvSpPr>
          <p:nvPr/>
        </p:nvSpPr>
        <p:spPr>
          <a:xfrm flipH="0">
            <a:off x="11244262" y="4471988"/>
            <a:ext cx="1243012" cy="0"/>
          </a:xfrm>
          <a:prstGeom prst="line">
            <a:avLst/>
          </a:prstGeom>
          <a:noFill/>
          <a:ln w="24290">
            <a:solidFill>
              <a:srgbClr val="258FAF"/>
            </a:solidFill>
          </a:ln>
        </p:spPr>
      </p:sp>
      <p:sp>
        <p:nvSpPr>
          <p:cNvPr id="35" name="line-89">
            <a:extLst>
              <a:ext uri="{FF2B5EF4-FFF2-40B4-BE49-F238E27FC236}">
                <ns2:creationId id="{58996F9C-CAA2-442F-A7F8-77FAF118416C}"/>
              </a:ext>
            </a:extLst>
          </p:cNvPr>
          <p:cNvSpPr>
            <a:spLocks noGrp="1"/>
          </p:cNvSpPr>
          <p:nvPr/>
        </p:nvSpPr>
        <p:spPr>
          <a:xfrm flipH="0">
            <a:off x="12387262" y="4414838"/>
            <a:ext cx="100012" cy="57150"/>
          </a:xfrm>
          <a:prstGeom prst="line">
            <a:avLst/>
          </a:prstGeom>
          <a:noFill/>
          <a:ln w="24290">
            <a:solidFill>
              <a:srgbClr val="258FAF"/>
            </a:solidFill>
          </a:ln>
        </p:spPr>
      </p:sp>
      <p:sp>
        <p:nvSpPr>
          <p:cNvPr id="36" name="line-90">
            <a:extLst>
              <a:ext uri="{FF2B5EF4-FFF2-40B4-BE49-F238E27FC236}">
                <ns2:creationId id="{7991858B-2EEF-4BCB-8B75-3835EEC5755F}"/>
              </a:ext>
            </a:extLst>
          </p:cNvPr>
          <p:cNvSpPr>
            <a:spLocks noGrp="1"/>
          </p:cNvSpPr>
          <p:nvPr/>
        </p:nvSpPr>
        <p:spPr>
          <a:xfrm flipH="1">
            <a:off x="12387262" y="4471988"/>
            <a:ext cx="100012" cy="57150"/>
          </a:xfrm>
          <a:prstGeom prst="line">
            <a:avLst/>
          </a:prstGeom>
          <a:noFill/>
          <a:ln w="24290">
            <a:solidFill>
              <a:srgbClr val="258FAF"/>
            </a:solidFill>
          </a:ln>
        </p:spPr>
      </p:sp>
      <p:sp>
        <p:nvSpPr>
          <p:cNvPr id="37" name="line-91">
            <a:extLst>
              <a:ext uri="{FF2B5EF4-FFF2-40B4-BE49-F238E27FC236}">
                <ns2:creationId id="{666D66A2-8A43-4C3F-88DF-0E02D97174C3}"/>
              </a:ext>
            </a:extLst>
          </p:cNvPr>
          <p:cNvSpPr>
            <a:spLocks noGrp="1"/>
          </p:cNvSpPr>
          <p:nvPr/>
        </p:nvSpPr>
        <p:spPr>
          <a:xfrm flipH="0">
            <a:off x="11244262" y="5757862"/>
            <a:ext cx="1243012" cy="0"/>
          </a:xfrm>
          <a:prstGeom prst="line">
            <a:avLst/>
          </a:prstGeom>
          <a:noFill/>
          <a:ln w="24290">
            <a:solidFill>
              <a:srgbClr val="258FAF"/>
            </a:solidFill>
          </a:ln>
        </p:spPr>
      </p:sp>
      <p:sp>
        <p:nvSpPr>
          <p:cNvPr id="38" name="line-92">
            <a:extLst>
              <a:ext uri="{FF2B5EF4-FFF2-40B4-BE49-F238E27FC236}">
                <ns2:creationId id="{1EA8433E-026E-4591-A3FF-6532C023B2EA}"/>
              </a:ext>
            </a:extLst>
          </p:cNvPr>
          <p:cNvSpPr>
            <a:spLocks noGrp="1"/>
          </p:cNvSpPr>
          <p:nvPr/>
        </p:nvSpPr>
        <p:spPr>
          <a:xfrm flipH="1">
            <a:off x="11244262" y="5700712"/>
            <a:ext cx="100012" cy="57150"/>
          </a:xfrm>
          <a:prstGeom prst="line">
            <a:avLst/>
          </a:prstGeom>
          <a:noFill/>
          <a:ln w="24290">
            <a:solidFill>
              <a:srgbClr val="258FAF"/>
            </a:solidFill>
          </a:ln>
        </p:spPr>
      </p:sp>
      <p:sp>
        <p:nvSpPr>
          <p:cNvPr id="39" name="line-93">
            <a:extLst>
              <a:ext uri="{FF2B5EF4-FFF2-40B4-BE49-F238E27FC236}">
                <ns2:creationId id="{82A8FDDE-4730-4DFA-8464-791F6FE48436}"/>
              </a:ext>
            </a:extLst>
          </p:cNvPr>
          <p:cNvSpPr>
            <a:spLocks noGrp="1"/>
          </p:cNvSpPr>
          <p:nvPr/>
        </p:nvSpPr>
        <p:spPr>
          <a:xfrm flipH="0">
            <a:off x="11244262" y="5757862"/>
            <a:ext cx="100012" cy="57150"/>
          </a:xfrm>
          <a:prstGeom prst="line">
            <a:avLst/>
          </a:prstGeom>
          <a:noFill/>
          <a:ln w="24290">
            <a:solidFill>
              <a:srgbClr val="258FAF"/>
            </a:solidFill>
          </a:ln>
        </p:spPr>
      </p:sp>
      <p:sp>
        <p:nvSpPr>
          <p:cNvPr id="40" name="r3-94">
            <a:extLst>
              <a:ext uri="{FF2B5EF4-FFF2-40B4-BE49-F238E27FC236}">
                <ns2:creationId id="{E31C9647-E896-4611-B221-0B4DCB01017C}"/>
              </a:ext>
            </a:extLst>
          </p:cNvPr>
          <p:cNvSpPr>
            <a:spLocks noGrp="1"/>
          </p:cNvSpPr>
          <p:nvPr/>
        </p:nvSpPr>
        <p:spPr>
          <a:xfrm>
            <a:off x="11215688" y="5900738"/>
            <a:ext cx="1385888" cy="328612"/>
          </a:xfrm>
          <a:prstGeom prst="rect">
            <a:avLst/>
          </a:prstGeom>
          <a:noFill/>
          <a:ln w="0">
            <a:noFill/>
          </a:ln>
        </p:spPr>
        <p:txBody>
          <a:bodyPr wrap="none" lIns="0" tIns="0" rIns="0" bIns="0" anchor="ctr">
            <a:noAutofit/>
          </a:bodyPr>
          <a:lstStyle/>
          <a:p>
            <a:pPr algn="ctr">
              <a:defRPr sz="1688" b="1">
                <a:solidFill>
                  <a:srgbClr val="657079"/>
                </a:solidFill>
                <a:latin typeface="Apple SD Gothic Neo"/>
                <a:ea typeface="Apple SD Gothic Neo"/>
                <a:cs typeface="Apple SD Gothic Neo"/>
              </a:defRPr>
            </a:pPr>
            <a:r>
              <a:rPr sz="1688" b="1">
                <a:solidFill>
                  <a:srgbClr val="657079"/>
                </a:solidFill>
                <a:latin typeface="Apple SD Gothic Neo"/>
                <a:ea typeface="Apple SD Gothic Neo"/>
                <a:cs typeface="Apple SD Gothic Neo"/>
              </a:rPr>
              <a:t>질문과 상태</a:t>
            </a:r>
          </a:p>
        </p:txBody>
      </p:sp>
      <p:sp>
        <p:nvSpPr>
          <p:cNvPr id="41" name="r3-95">
            <a:extLst>
              <a:ext uri="{FF2B5EF4-FFF2-40B4-BE49-F238E27FC236}">
                <ns2:creationId id="{D1230799-3BF4-415F-9CF7-BD6E5B405CB8}"/>
              </a:ext>
            </a:extLst>
          </p:cNvPr>
          <p:cNvSpPr>
            <a:spLocks noGrp="1"/>
          </p:cNvSpPr>
          <p:nvPr/>
        </p:nvSpPr>
        <p:spPr>
          <a:xfrm>
            <a:off x="11215688" y="6243638"/>
            <a:ext cx="1385888" cy="314325"/>
          </a:xfrm>
          <a:prstGeom prst="rect">
            <a:avLst/>
          </a:prstGeom>
          <a:noFill/>
          <a:ln w="0">
            <a:noFill/>
          </a:ln>
        </p:spPr>
        <p:txBody>
          <a:bodyPr wrap="none" lIns="0" tIns="0" rIns="0" bIns="0" anchor="ctr">
            <a:noAutofit/>
          </a:bodyPr>
          <a:lstStyle/>
          <a:p>
            <a:pPr algn="ctr">
              <a:defRPr sz="1688" b="1">
                <a:solidFill>
                  <a:srgbClr val="657079"/>
                </a:solidFill>
                <a:latin typeface="Apple SD Gothic Neo"/>
                <a:ea typeface="Apple SD Gothic Neo"/>
                <a:cs typeface="Apple SD Gothic Neo"/>
              </a:defRPr>
            </a:pPr>
            <a:r>
              <a:rPr sz="1688" b="1">
                <a:solidFill>
                  <a:srgbClr val="657079"/>
                </a:solidFill>
                <a:latin typeface="Apple SD Gothic Neo"/>
                <a:ea typeface="Apple SD Gothic Neo"/>
                <a:cs typeface="Apple SD Gothic Neo"/>
              </a:rPr>
              <a:t>결과</a:t>
            </a:r>
          </a:p>
        </p:txBody>
      </p:sp>
      <p:sp>
        <p:nvSpPr>
          <p:cNvPr id="42" name="r3-96">
            <a:extLst>
              <a:ext uri="{FF2B5EF4-FFF2-40B4-BE49-F238E27FC236}">
                <ns2:creationId id="{CC4784CC-B8CB-4E7E-B6EF-A8E27A9071AA}"/>
              </a:ext>
            </a:extLst>
          </p:cNvPr>
          <p:cNvSpPr>
            <a:spLocks noGrp="1"/>
          </p:cNvSpPr>
          <p:nvPr/>
        </p:nvSpPr>
        <p:spPr>
          <a:xfrm>
            <a:off x="12844462" y="3414712"/>
            <a:ext cx="4586288" cy="500062"/>
          </a:xfrm>
          <a:prstGeom prst="rect">
            <a:avLst/>
          </a:prstGeom>
          <a:noFill/>
          <a:ln w="0">
            <a:noFill/>
          </a:ln>
        </p:spPr>
        <p:txBody>
          <a:bodyPr wrap="none" lIns="0" tIns="0" rIns="0" bIns="0" anchor="ctr">
            <a:noAutofit/>
          </a:bodyPr>
          <a:lstStyle/>
          <a:p>
            <a:pPr algn="ctr">
              <a:defRPr sz="2588" b="1">
                <a:solidFill>
                  <a:srgbClr val="122445"/>
                </a:solidFill>
                <a:latin typeface="Apple SD Gothic Neo"/>
                <a:ea typeface="Apple SD Gothic Neo"/>
                <a:cs typeface="Apple SD Gothic Neo"/>
              </a:defRPr>
            </a:pPr>
            <a:r>
              <a:rPr sz="2588" b="1">
                <a:solidFill>
                  <a:srgbClr val="122445"/>
                </a:solidFill>
                <a:latin typeface="Apple SD Gothic Neo"/>
                <a:ea typeface="Apple SD Gothic Neo"/>
                <a:cs typeface="Apple SD Gothic Neo"/>
              </a:rPr>
              <a:t>업무 방법과 도구 선택</a:t>
            </a:r>
          </a:p>
        </p:txBody>
      </p:sp>
      <p:sp>
        <p:nvSpPr>
          <p:cNvPr id="43" name="line-97">
            <a:extLst>
              <a:ext uri="{FF2B5EF4-FFF2-40B4-BE49-F238E27FC236}">
                <ns2:creationId id="{E256A8AA-9488-49D8-BEB7-7E5BE2E90EC4}"/>
              </a:ext>
            </a:extLst>
          </p:cNvPr>
          <p:cNvSpPr>
            <a:spLocks noGrp="1"/>
          </p:cNvSpPr>
          <p:nvPr/>
        </p:nvSpPr>
        <p:spPr>
          <a:xfrm flipH="0">
            <a:off x="15144750" y="4029075"/>
            <a:ext cx="0" cy="400050"/>
          </a:xfrm>
          <a:prstGeom prst="line">
            <a:avLst/>
          </a:prstGeom>
          <a:noFill/>
          <a:ln w="24290">
            <a:solidFill>
              <a:srgbClr val="657079"/>
            </a:solidFill>
          </a:ln>
        </p:spPr>
      </p:sp>
      <p:sp>
        <p:nvSpPr>
          <p:cNvPr id="44" name="line-98">
            <a:extLst>
              <a:ext uri="{FF2B5EF4-FFF2-40B4-BE49-F238E27FC236}">
                <ns2:creationId id="{39A4B293-284C-459F-BC36-69B4F143C33C}"/>
              </a:ext>
            </a:extLst>
          </p:cNvPr>
          <p:cNvSpPr>
            <a:spLocks noGrp="1"/>
          </p:cNvSpPr>
          <p:nvPr/>
        </p:nvSpPr>
        <p:spPr>
          <a:xfrm flipH="0">
            <a:off x="15087600" y="4329112"/>
            <a:ext cx="57150" cy="100012"/>
          </a:xfrm>
          <a:prstGeom prst="line">
            <a:avLst/>
          </a:prstGeom>
          <a:noFill/>
          <a:ln w="24290">
            <a:solidFill>
              <a:srgbClr val="657079"/>
            </a:solidFill>
          </a:ln>
        </p:spPr>
      </p:sp>
      <p:sp>
        <p:nvSpPr>
          <p:cNvPr id="45" name="line-99">
            <a:extLst>
              <a:ext uri="{FF2B5EF4-FFF2-40B4-BE49-F238E27FC236}">
                <ns2:creationId id="{0437A239-626D-44D8-91DE-98E3973B65A7}"/>
              </a:ext>
            </a:extLst>
          </p:cNvPr>
          <p:cNvSpPr>
            <a:spLocks noGrp="1"/>
          </p:cNvSpPr>
          <p:nvPr/>
        </p:nvSpPr>
        <p:spPr>
          <a:xfrm flipH="1">
            <a:off x="15144750" y="4329112"/>
            <a:ext cx="57150" cy="100012"/>
          </a:xfrm>
          <a:prstGeom prst="line">
            <a:avLst/>
          </a:prstGeom>
          <a:noFill/>
          <a:ln w="24290">
            <a:solidFill>
              <a:srgbClr val="657079"/>
            </a:solidFill>
          </a:ln>
        </p:spPr>
      </p:sp>
      <p:sp>
        <p:nvSpPr>
          <p:cNvPr id="46" name="r3-100">
            <a:extLst>
              <a:ext uri="{FF2B5EF4-FFF2-40B4-BE49-F238E27FC236}">
                <ns2:creationId id="{083BB3A9-902D-4B48-9FAF-C5FBDEB45BE1}"/>
              </a:ext>
            </a:extLst>
          </p:cNvPr>
          <p:cNvSpPr>
            <a:spLocks noGrp="1"/>
          </p:cNvSpPr>
          <p:nvPr/>
        </p:nvSpPr>
        <p:spPr>
          <a:xfrm>
            <a:off x="12787312" y="4586288"/>
            <a:ext cx="4672012" cy="414338"/>
          </a:xfrm>
          <a:prstGeom prst="rect">
            <a:avLst/>
          </a:prstGeom>
          <a:noFill/>
          <a:ln w="0">
            <a:noFill/>
          </a:ln>
        </p:spPr>
        <p:txBody>
          <a:bodyPr wrap="none" lIns="0" tIns="0" rIns="0" bIns="0" anchor="ctr">
            <a:noAutofit/>
          </a:bodyPr>
          <a:lstStyle/>
          <a:p>
            <a:pPr algn="ctr">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자료 조사와 문서 작성</a:t>
            </a:r>
          </a:p>
        </p:txBody>
      </p:sp>
      <p:sp>
        <p:nvSpPr>
          <p:cNvPr id="47" name="r3-101">
            <a:extLst>
              <a:ext uri="{FF2B5EF4-FFF2-40B4-BE49-F238E27FC236}">
                <ns2:creationId id="{48A4984D-00C5-4DE3-A661-93E02598DE4B}"/>
              </a:ext>
            </a:extLst>
          </p:cNvPr>
          <p:cNvSpPr>
            <a:spLocks noGrp="1"/>
          </p:cNvSpPr>
          <p:nvPr/>
        </p:nvSpPr>
        <p:spPr>
          <a:xfrm>
            <a:off x="12787312" y="5043488"/>
            <a:ext cx="4672012" cy="414338"/>
          </a:xfrm>
          <a:prstGeom prst="rect">
            <a:avLst/>
          </a:prstGeom>
          <a:noFill/>
          <a:ln w="0">
            <a:noFill/>
          </a:ln>
        </p:spPr>
        <p:txBody>
          <a:bodyPr wrap="none" lIns="0" tIns="0" rIns="0" bIns="0" anchor="ctr">
            <a:noAutofit/>
          </a:bodyPr>
          <a:lstStyle/>
          <a:p>
            <a:pPr algn="ctr">
              <a:defRPr sz="2250" b="0">
                <a:solidFill>
                  <a:srgbClr val="20262C"/>
                </a:solidFill>
                <a:latin typeface="Apple SD Gothic Neo"/>
                <a:ea typeface="Apple SD Gothic Neo"/>
                <a:cs typeface="Apple SD Gothic Neo"/>
              </a:defRPr>
            </a:pPr>
            <a:r>
              <a:rPr sz="2250" b="0">
                <a:solidFill>
                  <a:srgbClr val="20262C"/>
                </a:solidFill>
                <a:latin typeface="Apple SD Gothic Neo"/>
                <a:ea typeface="Apple SD Gothic Neo"/>
                <a:cs typeface="Apple SD Gothic Neo"/>
              </a:rPr>
              <a:t>앱 조작, 코드 수정과 시험 등</a:t>
            </a:r>
          </a:p>
        </p:txBody>
      </p:sp>
      <p:sp>
        <p:nvSpPr>
          <p:cNvPr id="48" name="line-102">
            <a:extLst>
              <a:ext uri="{FF2B5EF4-FFF2-40B4-BE49-F238E27FC236}">
                <ns2:creationId id="{052B5794-0D1C-491A-A20C-BEFB7C022802}"/>
              </a:ext>
            </a:extLst>
          </p:cNvPr>
          <p:cNvSpPr>
            <a:spLocks noGrp="1"/>
          </p:cNvSpPr>
          <p:nvPr/>
        </p:nvSpPr>
        <p:spPr>
          <a:xfrm flipH="0">
            <a:off x="15144750" y="5586412"/>
            <a:ext cx="0" cy="400050"/>
          </a:xfrm>
          <a:prstGeom prst="line">
            <a:avLst/>
          </a:prstGeom>
          <a:noFill/>
          <a:ln w="24290">
            <a:solidFill>
              <a:srgbClr val="657079"/>
            </a:solidFill>
          </a:ln>
        </p:spPr>
      </p:sp>
      <p:sp>
        <p:nvSpPr>
          <p:cNvPr id="49" name="line-103">
            <a:extLst>
              <a:ext uri="{FF2B5EF4-FFF2-40B4-BE49-F238E27FC236}">
                <ns2:creationId id="{730E5816-ED30-4FD2-BFFF-2D5C05EBD78F}"/>
              </a:ext>
            </a:extLst>
          </p:cNvPr>
          <p:cNvSpPr>
            <a:spLocks noGrp="1"/>
          </p:cNvSpPr>
          <p:nvPr/>
        </p:nvSpPr>
        <p:spPr>
          <a:xfrm flipH="0">
            <a:off x="15087600" y="5886450"/>
            <a:ext cx="57150" cy="100012"/>
          </a:xfrm>
          <a:prstGeom prst="line">
            <a:avLst/>
          </a:prstGeom>
          <a:noFill/>
          <a:ln w="24290">
            <a:solidFill>
              <a:srgbClr val="657079"/>
            </a:solidFill>
          </a:ln>
        </p:spPr>
      </p:sp>
      <p:sp>
        <p:nvSpPr>
          <p:cNvPr id="50" name="line-104">
            <a:extLst>
              <a:ext uri="{FF2B5EF4-FFF2-40B4-BE49-F238E27FC236}">
                <ns2:creationId id="{177ACB4A-DB5E-4B09-950C-4A602EC636E8}"/>
              </a:ext>
            </a:extLst>
          </p:cNvPr>
          <p:cNvSpPr>
            <a:spLocks noGrp="1"/>
          </p:cNvSpPr>
          <p:nvPr/>
        </p:nvSpPr>
        <p:spPr>
          <a:xfrm flipH="1">
            <a:off x="15144750" y="5886450"/>
            <a:ext cx="57150" cy="100012"/>
          </a:xfrm>
          <a:prstGeom prst="line">
            <a:avLst/>
          </a:prstGeom>
          <a:noFill/>
          <a:ln w="24290">
            <a:solidFill>
              <a:srgbClr val="657079"/>
            </a:solidFill>
          </a:ln>
        </p:spPr>
      </p:sp>
      <p:sp>
        <p:nvSpPr>
          <p:cNvPr id="51" name="r3-105">
            <a:extLst>
              <a:ext uri="{FF2B5EF4-FFF2-40B4-BE49-F238E27FC236}">
                <ns2:creationId id="{798D6441-C4D2-46AD-B37C-2890EB8E92BF}"/>
              </a:ext>
            </a:extLst>
          </p:cNvPr>
          <p:cNvSpPr>
            <a:spLocks noGrp="1"/>
          </p:cNvSpPr>
          <p:nvPr/>
        </p:nvSpPr>
        <p:spPr>
          <a:xfrm>
            <a:off x="12744450" y="6157912"/>
            <a:ext cx="4772025" cy="442912"/>
          </a:xfrm>
          <a:prstGeom prst="rect">
            <a:avLst/>
          </a:prstGeom>
          <a:noFill/>
          <a:ln w="0">
            <a:noFill/>
          </a:ln>
        </p:spPr>
        <p:txBody>
          <a:bodyPr wrap="none" lIns="0" tIns="0" rIns="0" bIns="0" anchor="ctr">
            <a:noAutofit/>
          </a:bodyPr>
          <a:lstStyle/>
          <a:p>
            <a:pPr algn="ctr">
              <a:defRPr sz="2250" b="1">
                <a:solidFill>
                  <a:srgbClr val="122445"/>
                </a:solidFill>
                <a:latin typeface="Apple SD Gothic Neo"/>
                <a:ea typeface="Apple SD Gothic Neo"/>
                <a:cs typeface="Apple SD Gothic Neo"/>
              </a:defRPr>
            </a:pPr>
            <a:r>
              <a:rPr sz="2250" b="1">
                <a:solidFill>
                  <a:srgbClr val="122445"/>
                </a:solidFill>
                <a:latin typeface="Apple SD Gothic Neo"/>
                <a:ea typeface="Apple SD Gothic Neo"/>
                <a:cs typeface="Apple SD Gothic Neo"/>
              </a:rPr>
              <a:t>결과를 확인하고 작업을 이어감</a:t>
            </a:r>
          </a:p>
        </p:txBody>
      </p:sp>
      <p:sp>
        <p:nvSpPr>
          <p:cNvPr id="52" name="line-106">
            <a:extLst>
              <a:ext uri="{FF2B5EF4-FFF2-40B4-BE49-F238E27FC236}">
                <ns2:creationId id="{F1F78D25-F197-4E57-9F2F-0E09CF9CE618}"/>
              </a:ext>
            </a:extLst>
          </p:cNvPr>
          <p:cNvSpPr>
            <a:spLocks noGrp="1"/>
          </p:cNvSpPr>
          <p:nvPr/>
        </p:nvSpPr>
        <p:spPr>
          <a:xfrm flipH="0">
            <a:off x="600075" y="7086600"/>
            <a:ext cx="17073562" cy="0"/>
          </a:xfrm>
          <a:prstGeom prst="line">
            <a:avLst/>
          </a:prstGeom>
          <a:noFill/>
          <a:ln w="14288">
            <a:solidFill>
              <a:srgbClr val="BDC4CA"/>
            </a:solidFill>
          </a:ln>
        </p:spPr>
      </p:sp>
      <p:sp>
        <p:nvSpPr>
          <p:cNvPr id="53" name="r3-107">
            <a:extLst>
              <a:ext uri="{FF2B5EF4-FFF2-40B4-BE49-F238E27FC236}">
                <ns2:creationId id="{C0871C85-E493-43F7-B3A9-E9748A43F307}"/>
              </a:ext>
            </a:extLst>
          </p:cNvPr>
          <p:cNvSpPr>
            <a:spLocks noGrp="1"/>
          </p:cNvSpPr>
          <p:nvPr/>
        </p:nvSpPr>
        <p:spPr>
          <a:xfrm>
            <a:off x="657225" y="7272338"/>
            <a:ext cx="16959262" cy="471488"/>
          </a:xfrm>
          <a:prstGeom prst="rect">
            <a:avLst/>
          </a:prstGeom>
          <a:noFill/>
          <a:ln w="0">
            <a:noFill/>
          </a:ln>
        </p:spPr>
        <p:txBody>
          <a:bodyPr wrap="none" lIns="0" tIns="0" rIns="0" bIns="0" anchor="ctr">
            <a:noAutofit/>
          </a:bodyPr>
          <a:lstStyle/>
          <a:p>
            <a:pPr algn="l">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같은 대화 안에서 두 업무를 구분하는 예</a:t>
            </a:r>
          </a:p>
        </p:txBody>
      </p:sp>
      <p:sp>
        <p:nvSpPr>
          <p:cNvPr id="54" name="r3-108">
            <a:extLst>
              <a:ext uri="{FF2B5EF4-FFF2-40B4-BE49-F238E27FC236}">
                <ns2:creationId id="{C0A6B9A1-FFC4-43DA-B774-46267B5DDDF9}"/>
              </a:ext>
            </a:extLst>
          </p:cNvPr>
          <p:cNvSpPr>
            <a:spLocks noGrp="1"/>
          </p:cNvSpPr>
          <p:nvPr/>
        </p:nvSpPr>
        <p:spPr>
          <a:xfrm>
            <a:off x="685800" y="7929562"/>
            <a:ext cx="1828800" cy="414338"/>
          </a:xfrm>
          <a:prstGeom prst="rect">
            <a:avLst/>
          </a:prstGeom>
          <a:noFill/>
          <a:ln w="0">
            <a:noFill/>
          </a:ln>
        </p:spPr>
        <p:txBody>
          <a:bodyPr wrap="none" lIns="0" tIns="0" rIns="0" bIns="0" anchor="ctr">
            <a:noAutofit/>
          </a:bodyPr>
          <a:lstStyle/>
          <a:p>
            <a:pPr algn="l">
              <a:defRPr sz="2138" b="1">
                <a:solidFill>
                  <a:srgbClr val="657079"/>
                </a:solidFill>
                <a:latin typeface="Apple SD Gothic Neo"/>
                <a:ea typeface="Apple SD Gothic Neo"/>
                <a:cs typeface="Apple SD Gothic Neo"/>
              </a:defRPr>
            </a:pPr>
            <a:r>
              <a:rPr sz="2138" b="1">
                <a:solidFill>
                  <a:srgbClr val="657079"/>
                </a:solidFill>
                <a:latin typeface="Apple SD Gothic Neo"/>
                <a:ea typeface="Apple SD Gothic Neo"/>
                <a:cs typeface="Apple SD Gothic Neo"/>
              </a:rPr>
              <a:t>사용자 요청</a:t>
            </a:r>
          </a:p>
        </p:txBody>
      </p:sp>
      <p:sp>
        <p:nvSpPr>
          <p:cNvPr id="55" name="r3-109">
            <a:extLst>
              <a:ext uri="{FF2B5EF4-FFF2-40B4-BE49-F238E27FC236}">
                <ns2:creationId id="{63DE9316-8F24-40C3-945B-481297795F63}"/>
              </a:ext>
            </a:extLst>
          </p:cNvPr>
          <p:cNvSpPr>
            <a:spLocks noGrp="1"/>
          </p:cNvSpPr>
          <p:nvPr/>
        </p:nvSpPr>
        <p:spPr>
          <a:xfrm>
            <a:off x="2743200" y="7829550"/>
            <a:ext cx="5514975" cy="928688"/>
          </a:xfrm>
          <a:prstGeom prst="rect">
            <a:avLst/>
          </a:prstGeom>
          <a:noFill/>
          <a:ln w="0">
            <a:noFill/>
          </a:ln>
        </p:spPr>
        <p:txBody>
          <a:bodyPr wrap="none" lIns="0" tIns="0" rIns="0" bIns="0" anchor="ctr">
            <a:noAutofit/>
          </a:bodyPr>
          <a:lstStyle/>
          <a:p>
            <a:pPr algn="l">
              <a:defRPr sz="2588" b="1">
                <a:solidFill>
                  <a:srgbClr val="122445"/>
                </a:solidFill>
                <a:latin typeface="Apple SD Gothic Neo"/>
                <a:ea typeface="Apple SD Gothic Neo"/>
                <a:cs typeface="Apple SD Gothic Neo"/>
              </a:defRPr>
            </a:pPr>
            <a:r>
              <a:rPr sz="2588" b="1">
                <a:solidFill>
                  <a:srgbClr val="122445"/>
                </a:solidFill>
                <a:latin typeface="Apple SD Gothic Neo"/>
                <a:ea typeface="Apple SD Gothic Neo"/>
                <a:cs typeface="Apple SD Gothic Neo"/>
              </a:rPr>
              <a:t>“이 표로 보고서 만들어줘.</a:t>
            </a:r>
          </a:p>
          <a:p>
            <a:pPr algn="l">
              <a:defRPr sz="2588" b="1">
                <a:solidFill>
                  <a:srgbClr val="122445"/>
                </a:solidFill>
                <a:latin typeface="Apple SD Gothic Neo"/>
                <a:ea typeface="Apple SD Gothic Neo"/>
                <a:cs typeface="Apple SD Gothic Neo"/>
              </a:defRPr>
            </a:pPr>
            <a:r>
              <a:rPr sz="2588" b="1">
                <a:solidFill>
                  <a:srgbClr val="122445"/>
                </a:solidFill>
                <a:latin typeface="Apple SD Gothic Neo"/>
                <a:ea typeface="Apple SD Gothic Neo"/>
                <a:cs typeface="Apple SD Gothic Neo"/>
              </a:rPr>
              <a:t>아까 자료 조사는 계속해.”</a:t>
            </a:r>
          </a:p>
        </p:txBody>
      </p:sp>
      <p:sp>
        <p:nvSpPr>
          <p:cNvPr id="56" name="line-110">
            <a:extLst>
              <a:ext uri="{FF2B5EF4-FFF2-40B4-BE49-F238E27FC236}">
                <ns2:creationId id="{9165C477-AA8C-4826-8D89-B6E6ABFFEEDD}"/>
              </a:ext>
            </a:extLst>
          </p:cNvPr>
          <p:cNvSpPr>
            <a:spLocks noGrp="1"/>
          </p:cNvSpPr>
          <p:nvPr/>
        </p:nvSpPr>
        <p:spPr>
          <a:xfrm flipH="0">
            <a:off x="8329612" y="8286750"/>
            <a:ext cx="542925" cy="0"/>
          </a:xfrm>
          <a:prstGeom prst="line">
            <a:avLst/>
          </a:prstGeom>
          <a:noFill/>
          <a:ln w="24290">
            <a:solidFill>
              <a:srgbClr val="258FAF"/>
            </a:solidFill>
          </a:ln>
        </p:spPr>
      </p:sp>
      <p:sp>
        <p:nvSpPr>
          <p:cNvPr id="57" name="line-111">
            <a:extLst>
              <a:ext uri="{FF2B5EF4-FFF2-40B4-BE49-F238E27FC236}">
                <ns2:creationId id="{BC6DBE98-C8F7-48DB-AC44-1C28F24F2A4B}"/>
              </a:ext>
            </a:extLst>
          </p:cNvPr>
          <p:cNvSpPr>
            <a:spLocks noGrp="1"/>
          </p:cNvSpPr>
          <p:nvPr/>
        </p:nvSpPr>
        <p:spPr>
          <a:xfrm flipH="0">
            <a:off x="8772525" y="8229600"/>
            <a:ext cx="100012" cy="57150"/>
          </a:xfrm>
          <a:prstGeom prst="line">
            <a:avLst/>
          </a:prstGeom>
          <a:noFill/>
          <a:ln w="24290">
            <a:solidFill>
              <a:srgbClr val="258FAF"/>
            </a:solidFill>
          </a:ln>
        </p:spPr>
      </p:sp>
      <p:sp>
        <p:nvSpPr>
          <p:cNvPr id="58" name="line-112">
            <a:extLst>
              <a:ext uri="{FF2B5EF4-FFF2-40B4-BE49-F238E27FC236}">
                <ns2:creationId id="{BEDD854A-1459-416B-8554-917A14071099}"/>
              </a:ext>
            </a:extLst>
          </p:cNvPr>
          <p:cNvSpPr>
            <a:spLocks noGrp="1"/>
          </p:cNvSpPr>
          <p:nvPr/>
        </p:nvSpPr>
        <p:spPr>
          <a:xfrm flipH="1">
            <a:off x="8772525" y="8286750"/>
            <a:ext cx="100012" cy="57150"/>
          </a:xfrm>
          <a:prstGeom prst="line">
            <a:avLst/>
          </a:prstGeom>
          <a:noFill/>
          <a:ln w="24290">
            <a:solidFill>
              <a:srgbClr val="258FAF"/>
            </a:solidFill>
          </a:ln>
        </p:spPr>
      </p:sp>
      <p:sp>
        <p:nvSpPr>
          <p:cNvPr id="59" name="r3-113">
            <a:extLst>
              <a:ext uri="{FF2B5EF4-FFF2-40B4-BE49-F238E27FC236}">
                <ns2:creationId id="{7A9AB08B-356C-44EA-91CD-54EE45CD69AA}"/>
              </a:ext>
            </a:extLst>
          </p:cNvPr>
          <p:cNvSpPr>
            <a:spLocks noGrp="1"/>
          </p:cNvSpPr>
          <p:nvPr/>
        </p:nvSpPr>
        <p:spPr>
          <a:xfrm>
            <a:off x="9158288" y="7829550"/>
            <a:ext cx="2343150" cy="400050"/>
          </a:xfrm>
          <a:prstGeom prst="rect">
            <a:avLst/>
          </a:prstGeom>
          <a:noFill/>
          <a:ln w="0">
            <a:noFill/>
          </a:ln>
        </p:spPr>
        <p:txBody>
          <a:bodyPr wrap="none" lIns="0" tIns="0" rIns="0" bIns="0" anchor="ctr">
            <a:noAutofit/>
          </a:bodyPr>
          <a:lstStyle/>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보고서 작성</a:t>
            </a:r>
          </a:p>
        </p:txBody>
      </p:sp>
      <p:sp>
        <p:nvSpPr>
          <p:cNvPr id="60" name="r3-114">
            <a:extLst>
              <a:ext uri="{FF2B5EF4-FFF2-40B4-BE49-F238E27FC236}">
                <ns2:creationId id="{7351902C-416E-434B-8212-026AB1FF0252}"/>
              </a:ext>
            </a:extLst>
          </p:cNvPr>
          <p:cNvSpPr>
            <a:spLocks noGrp="1"/>
          </p:cNvSpPr>
          <p:nvPr/>
        </p:nvSpPr>
        <p:spPr>
          <a:xfrm>
            <a:off x="11715750" y="7829550"/>
            <a:ext cx="5514975" cy="400050"/>
          </a:xfrm>
          <a:prstGeom prst="rect">
            <a:avLst/>
          </a:prstGeom>
          <a:noFill/>
          <a:ln w="0">
            <a:noFill/>
          </a:ln>
        </p:spPr>
        <p:txBody>
          <a:bodyPr wrap="none" lIns="0" tIns="0" rIns="0" bIns="0" anchor="ctr">
            <a:noAutofit/>
          </a:bodyPr>
          <a:lstStyle/>
          <a:p>
            <a:pPr algn="l">
              <a:defRPr sz="2362" b="0">
                <a:solidFill>
                  <a:srgbClr val="20262C"/>
                </a:solidFill>
                <a:latin typeface="Apple SD Gothic Neo"/>
                <a:ea typeface="Apple SD Gothic Neo"/>
                <a:cs typeface="Apple SD Gothic Neo"/>
              </a:defRPr>
            </a:pPr>
            <a:r>
              <a:rPr sz="2362" b="0">
                <a:solidFill>
                  <a:srgbClr val="20262C"/>
                </a:solidFill>
                <a:latin typeface="Apple SD Gothic Neo"/>
                <a:ea typeface="Apple SD Gothic Neo"/>
                <a:cs typeface="Apple SD Gothic Neo"/>
              </a:rPr>
              <a:t>새 업무로 위임</a:t>
            </a:r>
          </a:p>
        </p:txBody>
      </p:sp>
      <p:sp>
        <p:nvSpPr>
          <p:cNvPr id="61" name="r3-115">
            <a:extLst>
              <a:ext uri="{FF2B5EF4-FFF2-40B4-BE49-F238E27FC236}">
                <ns2:creationId id="{9A2A461E-FC36-42EE-99EA-C95157AF9EA1}"/>
              </a:ext>
            </a:extLst>
          </p:cNvPr>
          <p:cNvSpPr>
            <a:spLocks noGrp="1"/>
          </p:cNvSpPr>
          <p:nvPr/>
        </p:nvSpPr>
        <p:spPr>
          <a:xfrm>
            <a:off x="9158288" y="8386762"/>
            <a:ext cx="2343150" cy="400050"/>
          </a:xfrm>
          <a:prstGeom prst="rect">
            <a:avLst/>
          </a:prstGeom>
          <a:noFill/>
          <a:ln w="0">
            <a:noFill/>
          </a:ln>
        </p:spPr>
        <p:txBody>
          <a:bodyPr wrap="none" lIns="0" tIns="0" rIns="0" bIns="0" anchor="ctr">
            <a:noAutofit/>
          </a:bodyPr>
          <a:lstStyle/>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기존 자료 조사</a:t>
            </a:r>
          </a:p>
        </p:txBody>
      </p:sp>
      <p:sp>
        <p:nvSpPr>
          <p:cNvPr id="62" name="r3-116">
            <a:extLst>
              <a:ext uri="{FF2B5EF4-FFF2-40B4-BE49-F238E27FC236}">
                <ns2:creationId id="{7770F0DE-D709-438A-AFC9-6716CC78C5DE}"/>
              </a:ext>
            </a:extLst>
          </p:cNvPr>
          <p:cNvSpPr>
            <a:spLocks noGrp="1"/>
          </p:cNvSpPr>
          <p:nvPr/>
        </p:nvSpPr>
        <p:spPr>
          <a:xfrm>
            <a:off x="11715750" y="8386762"/>
            <a:ext cx="5715000" cy="400050"/>
          </a:xfrm>
          <a:prstGeom prst="rect">
            <a:avLst/>
          </a:prstGeom>
          <a:noFill/>
          <a:ln w="0">
            <a:noFill/>
          </a:ln>
        </p:spPr>
        <p:txBody>
          <a:bodyPr wrap="none" lIns="0" tIns="0" rIns="0" bIns="0" anchor="ctr">
            <a:noAutofit/>
          </a:bodyPr>
          <a:lstStyle/>
          <a:p>
            <a:pPr algn="l">
              <a:defRPr sz="2362" b="0">
                <a:solidFill>
                  <a:srgbClr val="20262C"/>
                </a:solidFill>
                <a:latin typeface="Apple SD Gothic Neo"/>
                <a:ea typeface="Apple SD Gothic Neo"/>
                <a:cs typeface="Apple SD Gothic Neo"/>
              </a:defRPr>
            </a:pPr>
            <a:r>
              <a:rPr sz="2362" b="0">
                <a:solidFill>
                  <a:srgbClr val="20262C"/>
                </a:solidFill>
                <a:latin typeface="Apple SD Gothic Neo"/>
                <a:ea typeface="Apple SD Gothic Neo"/>
                <a:cs typeface="Apple SD Gothic Neo"/>
              </a:rPr>
              <a:t>진행 상태를 유지하며 별도로 추적</a:t>
            </a:r>
          </a:p>
        </p:txBody>
      </p:sp>
      <p:sp>
        <p:nvSpPr>
          <p:cNvPr id="63" name="r3-117">
            <a:extLst>
              <a:ext uri="{FF2B5EF4-FFF2-40B4-BE49-F238E27FC236}">
                <ns2:creationId id="{F232015C-7A9E-45D9-B384-21EF82077322}"/>
              </a:ext>
            </a:extLst>
          </p:cNvPr>
          <p:cNvSpPr>
            <a:spLocks noGrp="1"/>
          </p:cNvSpPr>
          <p:nvPr/>
        </p:nvSpPr>
        <p:spPr>
          <a:xfrm>
            <a:off x="671512" y="9358312"/>
            <a:ext cx="16873538" cy="171450"/>
          </a:xfrm>
          <a:prstGeom prst="rect">
            <a:avLst/>
          </a:prstGeom>
          <a:solidFill>
            <a:srgbClr val="E6EACB"/>
          </a:solidFill>
          <a:ln w="0">
            <a:noFill/>
          </a:ln>
        </p:spPr>
      </p:sp>
      <p:sp>
        <p:nvSpPr>
          <p:cNvPr id="64" name="r3-118">
            <a:extLst>
              <a:ext uri="{FF2B5EF4-FFF2-40B4-BE49-F238E27FC236}">
                <ns2:creationId id="{1A77A7AB-92D7-4735-9916-0F1D0E24D2A8}"/>
              </a:ext>
            </a:extLst>
          </p:cNvPr>
          <p:cNvSpPr>
            <a:spLocks noGrp="1"/>
          </p:cNvSpPr>
          <p:nvPr/>
        </p:nvSpPr>
        <p:spPr>
          <a:xfrm>
            <a:off x="671512" y="9101138"/>
            <a:ext cx="16873538" cy="471488"/>
          </a:xfrm>
          <a:prstGeom prst="rect">
            <a:avLst/>
          </a:prstGeom>
          <a:noFill/>
          <a:ln w="0">
            <a:noFill/>
          </a:ln>
        </p:spPr>
        <p:txBody>
          <a:bodyPr wrap="none" lIns="0" tIns="0" rIns="0" bIns="0" anchor="ctr">
            <a:noAutofit/>
          </a:bodyPr>
          <a:lstStyle/>
          <a:p>
            <a:pPr algn="l">
              <a:defRPr sz="2588" b="1">
                <a:solidFill>
                  <a:srgbClr val="20262C"/>
                </a:solidFill>
                <a:latin typeface="Apple SD Gothic Neo"/>
                <a:ea typeface="Apple SD Gothic Neo"/>
                <a:cs typeface="Apple SD Gothic Neo"/>
              </a:defRPr>
            </a:pPr>
            <a:r>
              <a:rPr sz="2588" b="1">
                <a:solidFill>
                  <a:srgbClr val="20262C"/>
                </a:solidFill>
                <a:latin typeface="Apple SD Gothic Neo"/>
                <a:ea typeface="Apple SD Gothic Neo"/>
                <a:cs typeface="Apple SD Gothic Neo"/>
              </a:rPr>
              <a:t>후속 지시 “보고서만 취소해줘”도 해당 업무에 연결하고, 확인된 처리 상태를 전달</a:t>
            </a:r>
          </a:p>
        </p:txBody>
      </p:sp>
      <p:sp>
        <p:nvSpPr>
          <p:cNvPr id="65" name="r3-119">
            <a:extLst>
              <a:ext uri="{FF2B5EF4-FFF2-40B4-BE49-F238E27FC236}">
                <ns2:creationId id="{D2B565C3-54D1-4DF3-9AF1-DFD6EE4EEBC4}"/>
              </a:ext>
            </a:extLst>
          </p:cNvPr>
          <p:cNvSpPr>
            <a:spLocks noGrp="1"/>
          </p:cNvSpPr>
          <p:nvPr/>
        </p:nvSpPr>
        <p:spPr>
          <a:xfrm>
            <a:off x="671512" y="9786938"/>
            <a:ext cx="16002000" cy="257175"/>
          </a:xfrm>
          <a:prstGeom prst="rect">
            <a:avLst/>
          </a:prstGeom>
          <a:noFill/>
          <a:ln w="0">
            <a:noFill/>
          </a:ln>
        </p:spPr>
        <p:txBody>
          <a:bodyPr wrap="none" lIns="0" tIns="0" rIns="0" bIns="0" anchor="ctr">
            <a:noAutofit/>
          </a:bodyPr>
          <a:lstStyle/>
          <a:p>
            <a:pPr algn="l">
              <a:defRPr sz="1350" b="0">
                <a:solidFill>
                  <a:srgbClr val="657079"/>
                </a:solidFill>
                <a:latin typeface="Apple SD Gothic Neo"/>
                <a:ea typeface="Apple SD Gothic Neo"/>
                <a:cs typeface="Apple SD Gothic Neo"/>
              </a:defRPr>
            </a:pPr>
            <a:r>
              <a:rPr sz="1350" b="0">
                <a:solidFill>
                  <a:srgbClr val="657079"/>
                </a:solidFill>
                <a:latin typeface="Apple SD Gothic Neo"/>
                <a:ea typeface="Apple SD Gothic Neo"/>
                <a:cs typeface="Apple SD Gothic Neo"/>
              </a:rPr>
              <a:t>본 과제 범위: 요청 판단과 상호작용, 업무 연결과 상태 관리</a:t>
            </a:r>
          </a:p>
        </p:txBody>
      </p:sp>
      <p:sp>
        <p:nvSpPr>
          <p:cNvPr id="66" name="v2-471-header-white">
            <a:extLst>
              <a:ext uri="{FF2B5EF4-FFF2-40B4-BE49-F238E27FC236}">
                <ns2:creationId id="{284AB2B6-2657-4F1C-A40B-A823BAC3C36B}"/>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67" name="v2-472-page">
            <a:extLst>
              <a:ext uri="{FF2B5EF4-FFF2-40B4-BE49-F238E27FC236}">
                <ns2:creationId id="{B49E5FB5-DA53-42DA-B9C8-A8FD584DD789}"/>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배경과 소개 / v2 3</a:t>
            </a:r>
          </a:p>
        </p:txBody>
      </p:sp>
    </p:spTree>
    <p:extLst>
      <p:ext uri="{BB962C8B-B14F-4D97-AF65-F5344CB8AC3E}">
        <p14:creationId val="763265530"/>
      </p:ext>
    </p:extLst>
  </p:cSld>
</p:sld>
</file>

<file path=ppt/slides/slide3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scenario-v2">
    <p:bg>
      <p:bgPr>
        <a:solidFill>
          <a:srgbClr val="FFFFFF"/>
        </a:solidFill>
      </p:bgPr>
    </p:bg>
    <p:spTree>
      <p:nvGrpSpPr>
        <p:cNvPr id="1" name=""/>
        <p:cNvGrpSpPr/>
        <p:nvPr/>
      </p:nvGrpSpPr>
      <p:grpSpPr>
        <a:xfrm/>
      </p:grpSpPr>
      <p:sp>
        <p:nvSpPr>
          <p:cNvPr id="2" name="title">
            <a:extLst>
              <a:ext uri="{FF2B5EF4-FFF2-40B4-BE49-F238E27FC236}">
                <ns2:creationId id="{46F7D485-C964-46E9-A0CE-CDC23268F0C7}"/>
              </a:ext>
            </a:extLst>
          </p:cNvPr>
          <p:cNvSpPr>
            <a:spLocks noGrp="1"/>
          </p:cNvSpPr>
          <p:nvPr/>
        </p:nvSpPr>
        <p:spPr>
          <a:xfrm>
            <a:off x="571500" y="214312"/>
            <a:ext cx="10058400" cy="671512"/>
          </a:xfrm>
          <a:prstGeom prst="rect">
            <a:avLst/>
          </a:prstGeom>
          <a:noFill/>
          <a:ln w="0">
            <a:noFill/>
          </a:ln>
        </p:spPr>
        <p:txBody>
          <a:bodyPr wrap="none" lIns="0" tIns="0" rIns="0" bIns="0">
            <a:noAutofit/>
          </a:bodyPr>
          <a:lstStyle/>
          <a:p>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소개 | 대표 시나리오</a:t>
            </a:r>
          </a:p>
        </p:txBody>
      </p:sp>
      <p:sp>
        <p:nvSpPr>
          <p:cNvPr id="3" name="section-0">
            <a:extLst>
              <a:ext uri="{FF2B5EF4-FFF2-40B4-BE49-F238E27FC236}">
                <ns2:creationId id="{20627BC3-C17E-4ECB-8D90-84B3CDD85147}"/>
              </a:ext>
            </a:extLst>
          </p:cNvPr>
          <p:cNvSpPr>
            <a:spLocks noGrp="1"/>
          </p:cNvSpPr>
          <p:nvPr/>
        </p:nvSpPr>
        <p:spPr>
          <a:xfrm>
            <a:off x="10929938" y="285750"/>
            <a:ext cx="1485900" cy="414338"/>
          </a:xfrm>
          <a:prstGeom prst="chevron">
            <a:avLst/>
          </a:prstGeom>
          <a:solidFill>
            <a:srgbClr val="258FAF"/>
          </a:solidFill>
          <a:ln w="14288">
            <a:solidFill>
              <a:srgbClr val="FFFFFF"/>
            </a:solidFill>
          </a:ln>
        </p:spPr>
      </p:sp>
      <p:sp>
        <p:nvSpPr>
          <p:cNvPr id="4" name="section-label-0">
            <a:extLst>
              <a:ext uri="{FF2B5EF4-FFF2-40B4-BE49-F238E27FC236}">
                <ns2:creationId id="{594294E0-16A6-4BF9-84BC-3A17ABB9236F}"/>
              </a:ext>
            </a:extLst>
          </p:cNvPr>
          <p:cNvSpPr>
            <a:spLocks noGrp="1"/>
          </p:cNvSpPr>
          <p:nvPr/>
        </p:nvSpPr>
        <p:spPr>
          <a:xfrm>
            <a:off x="11044238" y="328612"/>
            <a:ext cx="1185862" cy="328612"/>
          </a:xfrm>
          <a:prstGeom prst="rect">
            <a:avLst/>
          </a:prstGeom>
          <a:noFill/>
          <a:ln w="0">
            <a:noFill/>
          </a:ln>
        </p:spPr>
        <p:txBody>
          <a:bodyPr wrap="none" lIns="0" tIns="0" rIns="0" bIns="0">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배경과 소개</a:t>
            </a:r>
          </a:p>
        </p:txBody>
      </p:sp>
      <p:sp>
        <p:nvSpPr>
          <p:cNvPr id="5" name="section-1">
            <a:extLst>
              <a:ext uri="{FF2B5EF4-FFF2-40B4-BE49-F238E27FC236}">
                <ns2:creationId id="{97AB402B-EC30-4A94-87A4-96FBB07F024A}"/>
              </a:ext>
            </a:extLst>
          </p:cNvPr>
          <p:cNvSpPr>
            <a:spLocks noGrp="1"/>
          </p:cNvSpPr>
          <p:nvPr/>
        </p:nvSpPr>
        <p:spPr>
          <a:xfrm>
            <a:off x="12272962" y="285750"/>
            <a:ext cx="1485900" cy="414338"/>
          </a:xfrm>
          <a:prstGeom prst="chevron">
            <a:avLst/>
          </a:prstGeom>
          <a:solidFill>
            <a:srgbClr val="60666B"/>
          </a:solidFill>
          <a:ln w="14288">
            <a:solidFill>
              <a:srgbClr val="FFFFFF"/>
            </a:solidFill>
          </a:ln>
        </p:spPr>
      </p:sp>
      <p:sp>
        <p:nvSpPr>
          <p:cNvPr id="6" name="section-label-1">
            <a:extLst>
              <a:ext uri="{FF2B5EF4-FFF2-40B4-BE49-F238E27FC236}">
                <ns2:creationId id="{F8B2CBA6-5C2F-48E7-A45B-F7F4937EAD27}"/>
              </a:ext>
            </a:extLst>
          </p:cNvPr>
          <p:cNvSpPr>
            <a:spLocks noGrp="1"/>
          </p:cNvSpPr>
          <p:nvPr/>
        </p:nvSpPr>
        <p:spPr>
          <a:xfrm>
            <a:off x="12387262" y="328612"/>
            <a:ext cx="1185862" cy="328612"/>
          </a:xfrm>
          <a:prstGeom prst="rect">
            <a:avLst/>
          </a:prstGeom>
          <a:noFill/>
          <a:ln w="0">
            <a:noFill/>
          </a:ln>
        </p:spPr>
        <p:txBody>
          <a:bodyPr wrap="none" lIns="0" tIns="0" rIns="0" bIns="0">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요구사항</a:t>
            </a:r>
          </a:p>
        </p:txBody>
      </p:sp>
      <p:sp>
        <p:nvSpPr>
          <p:cNvPr id="7" name="section-2">
            <a:extLst>
              <a:ext uri="{FF2B5EF4-FFF2-40B4-BE49-F238E27FC236}">
                <ns2:creationId id="{5D16BE09-CF50-44BB-BEFD-FBDA196F12C4}"/>
              </a:ext>
            </a:extLst>
          </p:cNvPr>
          <p:cNvSpPr>
            <a:spLocks noGrp="1"/>
          </p:cNvSpPr>
          <p:nvPr/>
        </p:nvSpPr>
        <p:spPr>
          <a:xfrm>
            <a:off x="13615988" y="285750"/>
            <a:ext cx="1485900" cy="414338"/>
          </a:xfrm>
          <a:prstGeom prst="chevron">
            <a:avLst/>
          </a:prstGeom>
          <a:solidFill>
            <a:srgbClr val="60666B"/>
          </a:solidFill>
          <a:ln w="14288">
            <a:solidFill>
              <a:srgbClr val="FFFFFF"/>
            </a:solidFill>
          </a:ln>
        </p:spPr>
      </p:sp>
      <p:sp>
        <p:nvSpPr>
          <p:cNvPr id="8" name="section-label-2">
            <a:extLst>
              <a:ext uri="{FF2B5EF4-FFF2-40B4-BE49-F238E27FC236}">
                <ns2:creationId id="{D842BAC8-B832-47D2-8D12-6BDD33D3CC9D}"/>
              </a:ext>
            </a:extLst>
          </p:cNvPr>
          <p:cNvSpPr>
            <a:spLocks noGrp="1"/>
          </p:cNvSpPr>
          <p:nvPr/>
        </p:nvSpPr>
        <p:spPr>
          <a:xfrm>
            <a:off x="13730288" y="328612"/>
            <a:ext cx="1185862" cy="328612"/>
          </a:xfrm>
          <a:prstGeom prst="rect">
            <a:avLst/>
          </a:prstGeom>
          <a:noFill/>
          <a:ln w="0">
            <a:noFill/>
          </a:ln>
        </p:spPr>
        <p:txBody>
          <a:bodyPr wrap="none" lIns="0" tIns="0" rIns="0" bIns="0">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설계 비교</a:t>
            </a:r>
          </a:p>
        </p:txBody>
      </p:sp>
      <p:sp>
        <p:nvSpPr>
          <p:cNvPr id="9" name="section-3">
            <a:extLst>
              <a:ext uri="{FF2B5EF4-FFF2-40B4-BE49-F238E27FC236}">
                <ns2:creationId id="{B6F9D7ED-363F-4286-BDD4-67556B86292D}"/>
              </a:ext>
            </a:extLst>
          </p:cNvPr>
          <p:cNvSpPr>
            <a:spLocks noGrp="1"/>
          </p:cNvSpPr>
          <p:nvPr/>
        </p:nvSpPr>
        <p:spPr>
          <a:xfrm>
            <a:off x="14959012" y="285750"/>
            <a:ext cx="1485900" cy="414338"/>
          </a:xfrm>
          <a:prstGeom prst="chevron">
            <a:avLst/>
          </a:prstGeom>
          <a:solidFill>
            <a:srgbClr val="60666B"/>
          </a:solidFill>
          <a:ln w="14288">
            <a:solidFill>
              <a:srgbClr val="FFFFFF"/>
            </a:solidFill>
          </a:ln>
        </p:spPr>
      </p:sp>
      <p:sp>
        <p:nvSpPr>
          <p:cNvPr id="10" name="section-label-3">
            <a:extLst>
              <a:ext uri="{FF2B5EF4-FFF2-40B4-BE49-F238E27FC236}">
                <ns2:creationId id="{B467D0E6-2704-4D2E-8C2C-E5592A943B84}"/>
              </a:ext>
            </a:extLst>
          </p:cNvPr>
          <p:cNvSpPr>
            <a:spLocks noGrp="1"/>
          </p:cNvSpPr>
          <p:nvPr/>
        </p:nvSpPr>
        <p:spPr>
          <a:xfrm>
            <a:off x="15073312" y="328612"/>
            <a:ext cx="1185862" cy="328612"/>
          </a:xfrm>
          <a:prstGeom prst="rect">
            <a:avLst/>
          </a:prstGeom>
          <a:noFill/>
          <a:ln w="0">
            <a:noFill/>
          </a:ln>
        </p:spPr>
        <p:txBody>
          <a:bodyPr wrap="none" lIns="0" tIns="0" rIns="0" bIns="0">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검토 요약</a:t>
            </a:r>
          </a:p>
        </p:txBody>
      </p:sp>
      <p:sp>
        <p:nvSpPr>
          <p:cNvPr id="11" name="section-4">
            <a:extLst>
              <a:ext uri="{FF2B5EF4-FFF2-40B4-BE49-F238E27FC236}">
                <ns2:creationId id="{DF6231EB-4064-404D-AC37-EE49327DC1EE}"/>
              </a:ext>
            </a:extLst>
          </p:cNvPr>
          <p:cNvSpPr>
            <a:spLocks noGrp="1"/>
          </p:cNvSpPr>
          <p:nvPr/>
        </p:nvSpPr>
        <p:spPr>
          <a:xfrm>
            <a:off x="16302038" y="285750"/>
            <a:ext cx="1485900" cy="414338"/>
          </a:xfrm>
          <a:prstGeom prst="chevron">
            <a:avLst/>
          </a:prstGeom>
          <a:solidFill>
            <a:srgbClr val="60666B"/>
          </a:solidFill>
          <a:ln w="14288">
            <a:solidFill>
              <a:srgbClr val="FFFFFF"/>
            </a:solidFill>
          </a:ln>
        </p:spPr>
      </p:sp>
      <p:sp>
        <p:nvSpPr>
          <p:cNvPr id="12" name="section-label-4">
            <a:extLst>
              <a:ext uri="{FF2B5EF4-FFF2-40B4-BE49-F238E27FC236}">
                <ns2:creationId id="{796213A6-DC64-4F3D-9652-57DC33BFCF91}"/>
              </a:ext>
            </a:extLst>
          </p:cNvPr>
          <p:cNvSpPr>
            <a:spLocks noGrp="1"/>
          </p:cNvSpPr>
          <p:nvPr/>
        </p:nvSpPr>
        <p:spPr>
          <a:xfrm>
            <a:off x="16416338" y="328612"/>
            <a:ext cx="1185862" cy="328612"/>
          </a:xfrm>
          <a:prstGeom prst="rect">
            <a:avLst/>
          </a:prstGeom>
          <a:noFill/>
          <a:ln w="0">
            <a:noFill/>
          </a:ln>
        </p:spPr>
        <p:txBody>
          <a:bodyPr wrap="none" lIns="0" tIns="0" rIns="0" bIns="0">
            <a:noAutofit/>
          </a:bodyPr>
          <a:lstStyle/>
          <a:p>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Appendix</a:t>
            </a:r>
          </a:p>
        </p:txBody>
      </p:sp>
      <p:sp>
        <p:nvSpPr>
          <p:cNvPr id="13" name="header-rule">
            <a:extLst>
              <a:ext uri="{FF2B5EF4-FFF2-40B4-BE49-F238E27FC236}">
                <ns2:creationId id="{B2FFB637-6F21-40C6-93AB-2459860B94D3}"/>
              </a:ext>
            </a:extLst>
          </p:cNvPr>
          <p:cNvSpPr>
            <a:spLocks noGrp="1"/>
          </p:cNvSpPr>
          <p:nvPr/>
        </p:nvSpPr>
        <p:spPr>
          <a:xfrm>
            <a:off x="428625" y="971550"/>
            <a:ext cx="17430750" cy="0"/>
          </a:xfrm>
          <a:prstGeom prst="line">
            <a:avLst/>
          </a:prstGeom>
          <a:noFill/>
          <a:ln w="14288">
            <a:solidFill>
              <a:srgbClr val="6C747C"/>
            </a:solidFill>
          </a:ln>
        </p:spPr>
      </p:sp>
      <p:sp>
        <p:nvSpPr>
          <p:cNvPr id="14" name="story-subtitle">
            <a:extLst>
              <a:ext uri="{FF2B5EF4-FFF2-40B4-BE49-F238E27FC236}">
                <ns2:creationId id="{47F356DB-9521-48F7-85C3-C5F3CD458536}"/>
              </a:ext>
            </a:extLst>
          </p:cNvPr>
          <p:cNvSpPr>
            <a:spLocks noGrp="1"/>
          </p:cNvSpPr>
          <p:nvPr/>
        </p:nvSpPr>
        <p:spPr>
          <a:xfrm>
            <a:off x="600075" y="1357312"/>
            <a:ext cx="17087850" cy="600075"/>
          </a:xfrm>
          <a:prstGeom prst="rect">
            <a:avLst/>
          </a:prstGeom>
          <a:noFill/>
          <a:ln w="0">
            <a:noFill/>
          </a:ln>
        </p:spPr>
        <p:txBody>
          <a:bodyPr wrap="none" lIns="0" tIns="0" rIns="0" bIns="0">
            <a:noAutofit/>
          </a:bodyPr>
          <a:lstStyle/>
          <a:p>
            <a:pPr algn="l">
              <a:defRPr sz="3150" b="1">
                <a:solidFill>
                  <a:srgbClr val="122445"/>
                </a:solidFill>
                <a:latin typeface="Apple SD Gothic Neo"/>
                <a:ea typeface="Apple SD Gothic Neo"/>
                <a:cs typeface="Apple SD Gothic Neo"/>
              </a:defRPr>
            </a:pPr>
            <a:r>
              <a:rPr sz="3150" b="1">
                <a:solidFill>
                  <a:srgbClr val="122445"/>
                </a:solidFill>
                <a:latin typeface="Apple SD Gothic Neo"/>
                <a:ea typeface="Apple SD Gothic Neo"/>
                <a:cs typeface="Apple SD Gothic Neo"/>
              </a:rPr>
              <a:t>표를 설명받고, 보고서와 메일 초안을 맡긴 뒤 대화로 작업을 이어가는 상황</a:t>
            </a:r>
          </a:p>
        </p:txBody>
      </p:sp>
      <p:sp>
        <p:nvSpPr>
          <p:cNvPr id="15" name="scene-1-heading">
            <a:extLst>
              <a:ext uri="{FF2B5EF4-FFF2-40B4-BE49-F238E27FC236}">
                <ns2:creationId id="{C5511969-CEC3-491E-AB61-000EC3136B73}"/>
              </a:ext>
            </a:extLst>
          </p:cNvPr>
          <p:cNvSpPr>
            <a:spLocks noGrp="1"/>
          </p:cNvSpPr>
          <p:nvPr/>
        </p:nvSpPr>
        <p:spPr>
          <a:xfrm>
            <a:off x="571500" y="2214562"/>
            <a:ext cx="3200400" cy="457200"/>
          </a:xfrm>
          <a:prstGeom prst="rect">
            <a:avLst/>
          </a:prstGeom>
          <a:noFill/>
          <a:ln w="0">
            <a:noFill/>
          </a:ln>
        </p:spPr>
        <p:txBody>
          <a:bodyPr wrap="none" lIns="0" tIns="0" rIns="0" bIns="0">
            <a:noAutofit/>
          </a:bodyPr>
          <a:lstStyle/>
          <a:p>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① 화면을 짚어 질문</a:t>
            </a:r>
          </a:p>
        </p:txBody>
      </p:sp>
      <p:pic>
        <p:nvPicPr>
          <p:cNvPr id="16" name=""/>
          <p:cNvPicPr>
            <a:picLocks noChangeAspect="1"/>
          </p:cNvPicPr>
          <p:nvPr/>
        </p:nvPicPr>
        <p:blipFill>
          <a:blip r:embed="R412e7293f74449f5"/>
          <a:stretch/>
        </p:blipFill>
        <p:spPr>
          <a:xfrm>
            <a:off x="571500" y="2686050"/>
            <a:ext cx="3200400" cy="2400300"/>
          </a:xfrm>
          <a:prstGeom prst="rect">
            <a:avLst/>
          </a:prstGeom>
        </p:spPr>
      </p:pic>
      <p:sp>
        <p:nvSpPr>
          <p:cNvPr id="17" name="scene-1-quote">
            <a:extLst>
              <a:ext uri="{FF2B5EF4-FFF2-40B4-BE49-F238E27FC236}">
                <ns2:creationId id="{691EB006-7091-4E58-A0DB-372F04BD0BE7}"/>
              </a:ext>
            </a:extLst>
          </p:cNvPr>
          <p:cNvSpPr>
            <a:spLocks noGrp="1"/>
          </p:cNvSpPr>
          <p:nvPr/>
        </p:nvSpPr>
        <p:spPr>
          <a:xfrm>
            <a:off x="571500" y="5329238"/>
            <a:ext cx="3200400" cy="1571625"/>
          </a:xfrm>
          <a:prstGeom prst="rect">
            <a:avLst/>
          </a:prstGeom>
          <a:noFill/>
          <a:ln w="0">
            <a:noFill/>
          </a:ln>
        </p:spPr>
        <p:txBody>
          <a:bodyPr wrap="none" lIns="0" tIns="0" rIns="0" bIns="0">
            <a:noAutofit/>
          </a:bodyPr>
          <a:lstStyle/>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“이 표의 핵심을</a:t>
            </a:r>
          </a:p>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설명해줘.”</a:t>
            </a:r>
          </a:p>
        </p:txBody>
      </p:sp>
      <p:sp>
        <p:nvSpPr>
          <p:cNvPr id="18" name="scene-1-behavior">
            <a:extLst>
              <a:ext uri="{FF2B5EF4-FFF2-40B4-BE49-F238E27FC236}">
                <ns2:creationId id="{D24BD105-AA78-44A0-83C1-FE0B8B4F10B1}"/>
              </a:ext>
            </a:extLst>
          </p:cNvPr>
          <p:cNvSpPr>
            <a:spLocks noGrp="1"/>
          </p:cNvSpPr>
          <p:nvPr/>
        </p:nvSpPr>
        <p:spPr>
          <a:xfrm>
            <a:off x="571500" y="7229475"/>
            <a:ext cx="3200400" cy="828675"/>
          </a:xfrm>
          <a:prstGeom prst="rect">
            <a:avLst/>
          </a:prstGeom>
          <a:noFill/>
          <a:ln w="0">
            <a:noFill/>
          </a:ln>
        </p:spPr>
        <p:txBody>
          <a:bodyPr wrap="none" lIns="0" tIns="0" rIns="0" bIns="0">
            <a:noAutofit/>
          </a:bodyPr>
          <a:lstStyle/>
          <a:p>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당시 화면의 표를 지정</a:t>
            </a:r>
          </a:p>
          <a:p>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VIA가 핵심을 직접 설명</a:t>
            </a:r>
          </a:p>
        </p:txBody>
      </p:sp>
      <p:sp>
        <p:nvSpPr>
          <p:cNvPr id="19" name="scene-2-heading">
            <a:extLst>
              <a:ext uri="{FF2B5EF4-FFF2-40B4-BE49-F238E27FC236}">
                <ns2:creationId id="{F444B45D-43D8-4C1A-8A6A-75510E1BFE21}"/>
              </a:ext>
            </a:extLst>
          </p:cNvPr>
          <p:cNvSpPr>
            <a:spLocks noGrp="1"/>
          </p:cNvSpPr>
          <p:nvPr/>
        </p:nvSpPr>
        <p:spPr>
          <a:xfrm>
            <a:off x="4057650" y="2214562"/>
            <a:ext cx="3200400" cy="457200"/>
          </a:xfrm>
          <a:prstGeom prst="rect">
            <a:avLst/>
          </a:prstGeom>
          <a:noFill/>
          <a:ln w="0">
            <a:noFill/>
          </a:ln>
        </p:spPr>
        <p:txBody>
          <a:bodyPr wrap="none" lIns="0" tIns="0" rIns="0" bIns="0">
            <a:noAutofit/>
          </a:bodyPr>
          <a:lstStyle/>
          <a:p>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② 두 업무를 위임</a:t>
            </a:r>
          </a:p>
        </p:txBody>
      </p:sp>
      <p:pic>
        <p:nvPicPr>
          <p:cNvPr id="20" name=""/>
          <p:cNvPicPr>
            <a:picLocks noChangeAspect="1"/>
          </p:cNvPicPr>
          <p:nvPr/>
        </p:nvPicPr>
        <p:blipFill>
          <a:blip r:embed="R7d0fe689e32e4185"/>
          <a:stretch/>
        </p:blipFill>
        <p:spPr>
          <a:xfrm>
            <a:off x="4057650" y="2686050"/>
            <a:ext cx="3200400" cy="2400300"/>
          </a:xfrm>
          <a:prstGeom prst="rect">
            <a:avLst/>
          </a:prstGeom>
        </p:spPr>
      </p:pic>
      <p:sp>
        <p:nvSpPr>
          <p:cNvPr id="21" name="scene-2-quote">
            <a:extLst>
              <a:ext uri="{FF2B5EF4-FFF2-40B4-BE49-F238E27FC236}">
                <ns2:creationId id="{5C2FC624-B809-4890-B7CF-A40661BCF06A}"/>
              </a:ext>
            </a:extLst>
          </p:cNvPr>
          <p:cNvSpPr>
            <a:spLocks noGrp="1"/>
          </p:cNvSpPr>
          <p:nvPr/>
        </p:nvSpPr>
        <p:spPr>
          <a:xfrm>
            <a:off x="4057650" y="5329238"/>
            <a:ext cx="3200400" cy="1571625"/>
          </a:xfrm>
          <a:prstGeom prst="rect">
            <a:avLst/>
          </a:prstGeom>
          <a:noFill/>
          <a:ln w="0">
            <a:noFill/>
          </a:ln>
        </p:spPr>
        <p:txBody>
          <a:bodyPr wrap="none" lIns="0" tIns="0" rIns="0" bIns="0">
            <a:noAutofit/>
          </a:bodyPr>
          <a:lstStyle/>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“이 내용으로 PDF</a:t>
            </a:r>
          </a:p>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보고서 만들어줘.</a:t>
            </a:r>
          </a:p>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회의 안내 메일은</a:t>
            </a:r>
          </a:p>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초안만 작성해줘.”</a:t>
            </a:r>
          </a:p>
        </p:txBody>
      </p:sp>
      <p:sp>
        <p:nvSpPr>
          <p:cNvPr id="22" name="scene-2-behavior">
            <a:extLst>
              <a:ext uri="{FF2B5EF4-FFF2-40B4-BE49-F238E27FC236}">
                <ns2:creationId id="{B49DEA0C-5527-4A70-B806-7F62CFCE5A8F}"/>
              </a:ext>
            </a:extLst>
          </p:cNvPr>
          <p:cNvSpPr>
            <a:spLocks noGrp="1"/>
          </p:cNvSpPr>
          <p:nvPr/>
        </p:nvSpPr>
        <p:spPr>
          <a:xfrm>
            <a:off x="4057650" y="7229475"/>
            <a:ext cx="3200400" cy="828675"/>
          </a:xfrm>
          <a:prstGeom prst="rect">
            <a:avLst/>
          </a:prstGeom>
          <a:noFill/>
          <a:ln w="0">
            <a:noFill/>
          </a:ln>
        </p:spPr>
        <p:txBody>
          <a:bodyPr wrap="none" lIns="0" tIns="0" rIns="0" bIns="0">
            <a:noAutofit/>
          </a:bodyPr>
          <a:lstStyle/>
          <a:p>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앞선 설명으로 두 업무 위임</a:t>
            </a:r>
          </a:p>
          <a:p>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PDF와 ‘초안만’ 조건 보존</a:t>
            </a:r>
          </a:p>
        </p:txBody>
      </p:sp>
      <p:sp>
        <p:nvSpPr>
          <p:cNvPr id="23" name="scene-3-heading">
            <a:extLst>
              <a:ext uri="{FF2B5EF4-FFF2-40B4-BE49-F238E27FC236}">
                <ns2:creationId id="{5955D440-3682-4EF4-BF97-B254C94F2564}"/>
              </a:ext>
            </a:extLst>
          </p:cNvPr>
          <p:cNvSpPr>
            <a:spLocks noGrp="1"/>
          </p:cNvSpPr>
          <p:nvPr/>
        </p:nvSpPr>
        <p:spPr>
          <a:xfrm>
            <a:off x="7543800" y="2214562"/>
            <a:ext cx="3200400" cy="457200"/>
          </a:xfrm>
          <a:prstGeom prst="rect">
            <a:avLst/>
          </a:prstGeom>
          <a:noFill/>
          <a:ln w="0">
            <a:noFill/>
          </a:ln>
        </p:spPr>
        <p:txBody>
          <a:bodyPr wrap="none" lIns="0" tIns="0" rIns="0" bIns="0">
            <a:noAutofit/>
          </a:bodyPr>
          <a:lstStyle/>
          <a:p>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③ 말하는 도중 정정</a:t>
            </a:r>
          </a:p>
        </p:txBody>
      </p:sp>
      <p:pic>
        <p:nvPicPr>
          <p:cNvPr id="24" name=""/>
          <p:cNvPicPr>
            <a:picLocks noChangeAspect="1"/>
          </p:cNvPicPr>
          <p:nvPr/>
        </p:nvPicPr>
        <p:blipFill>
          <a:blip r:embed="Rdc14f194c893430b"/>
          <a:stretch/>
        </p:blipFill>
        <p:spPr>
          <a:xfrm>
            <a:off x="7543800" y="2686050"/>
            <a:ext cx="3200400" cy="2400300"/>
          </a:xfrm>
          <a:prstGeom prst="rect">
            <a:avLst/>
          </a:prstGeom>
        </p:spPr>
      </p:pic>
      <p:sp>
        <p:nvSpPr>
          <p:cNvPr id="25" name="scene-3-quote">
            <a:extLst>
              <a:ext uri="{FF2B5EF4-FFF2-40B4-BE49-F238E27FC236}">
                <ns2:creationId id="{CCE8EA90-40AF-42D8-8483-731D01F7CDF7}"/>
              </a:ext>
            </a:extLst>
          </p:cNvPr>
          <p:cNvSpPr>
            <a:spLocks noGrp="1"/>
          </p:cNvSpPr>
          <p:nvPr/>
        </p:nvSpPr>
        <p:spPr>
          <a:xfrm>
            <a:off x="7543800" y="5329238"/>
            <a:ext cx="3200400" cy="1571625"/>
          </a:xfrm>
          <a:prstGeom prst="rect">
            <a:avLst/>
          </a:prstGeom>
          <a:noFill/>
          <a:ln w="0">
            <a:noFill/>
          </a:ln>
        </p:spPr>
        <p:txBody>
          <a:bodyPr wrap="none" lIns="0" tIns="0" rIns="0" bIns="0">
            <a:noAutofit/>
          </a:bodyPr>
          <a:lstStyle/>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“잠깐, 보고서는 지난번</a:t>
            </a:r>
          </a:p>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고친 형식으로 만들어줘.</a:t>
            </a:r>
          </a:p>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메일은 그대로 진행해.”</a:t>
            </a:r>
          </a:p>
        </p:txBody>
      </p:sp>
      <p:sp>
        <p:nvSpPr>
          <p:cNvPr id="26" name="scene-3-behavior">
            <a:extLst>
              <a:ext uri="{FF2B5EF4-FFF2-40B4-BE49-F238E27FC236}">
                <ns2:creationId id="{CCA6DEBB-4F56-42DC-AD0B-4607FC971EBD}"/>
              </a:ext>
            </a:extLst>
          </p:cNvPr>
          <p:cNvSpPr>
            <a:spLocks noGrp="1"/>
          </p:cNvSpPr>
          <p:nvPr/>
        </p:nvSpPr>
        <p:spPr>
          <a:xfrm>
            <a:off x="7543800" y="7229475"/>
            <a:ext cx="3200400" cy="828675"/>
          </a:xfrm>
          <a:prstGeom prst="rect">
            <a:avLst/>
          </a:prstGeom>
          <a:noFill/>
          <a:ln w="0">
            <a:noFill/>
          </a:ln>
        </p:spPr>
        <p:txBody>
          <a:bodyPr wrap="none" lIns="0" tIns="0" rIns="0" bIns="0">
            <a:noAutofit/>
          </a:bodyPr>
          <a:lstStyle/>
          <a:p>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음성 응답을 즉시 중단</a:t>
            </a:r>
          </a:p>
          <a:p>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보고서의 형식만 변경</a:t>
            </a:r>
          </a:p>
        </p:txBody>
      </p:sp>
      <p:sp>
        <p:nvSpPr>
          <p:cNvPr id="27" name="scene-4-heading">
            <a:extLst>
              <a:ext uri="{FF2B5EF4-FFF2-40B4-BE49-F238E27FC236}">
                <ns2:creationId id="{9DB00A0E-71FC-453F-80B7-2DD7772B4A75}"/>
              </a:ext>
            </a:extLst>
          </p:cNvPr>
          <p:cNvSpPr>
            <a:spLocks noGrp="1"/>
          </p:cNvSpPr>
          <p:nvPr/>
        </p:nvSpPr>
        <p:spPr>
          <a:xfrm>
            <a:off x="11029950" y="2214562"/>
            <a:ext cx="3200400" cy="457200"/>
          </a:xfrm>
          <a:prstGeom prst="rect">
            <a:avLst/>
          </a:prstGeom>
          <a:noFill/>
          <a:ln w="0">
            <a:noFill/>
          </a:ln>
        </p:spPr>
        <p:txBody>
          <a:bodyPr wrap="none" lIns="0" tIns="0" rIns="0" bIns="0">
            <a:noAutofit/>
          </a:bodyPr>
          <a:lstStyle/>
          <a:p>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④ 해당 업무에 답변</a:t>
            </a:r>
          </a:p>
        </p:txBody>
      </p:sp>
      <p:pic>
        <p:nvPicPr>
          <p:cNvPr id="28" name=""/>
          <p:cNvPicPr>
            <a:picLocks noChangeAspect="1"/>
          </p:cNvPicPr>
          <p:nvPr/>
        </p:nvPicPr>
        <p:blipFill>
          <a:blip r:embed="R926c21a837c1492e"/>
          <a:stretch/>
        </p:blipFill>
        <p:spPr>
          <a:xfrm>
            <a:off x="11029950" y="2686050"/>
            <a:ext cx="3200400" cy="2400300"/>
          </a:xfrm>
          <a:prstGeom prst="rect">
            <a:avLst/>
          </a:prstGeom>
        </p:spPr>
      </p:pic>
      <p:sp>
        <p:nvSpPr>
          <p:cNvPr id="29" name="scene-4-quote">
            <a:extLst>
              <a:ext uri="{FF2B5EF4-FFF2-40B4-BE49-F238E27FC236}">
                <ns2:creationId id="{4D94570C-5467-41D6-8C6E-E2AAAF0ADD90}"/>
              </a:ext>
            </a:extLst>
          </p:cNvPr>
          <p:cNvSpPr>
            <a:spLocks noGrp="1"/>
          </p:cNvSpPr>
          <p:nvPr/>
        </p:nvSpPr>
        <p:spPr>
          <a:xfrm>
            <a:off x="11029950" y="5329238"/>
            <a:ext cx="3200400" cy="1571625"/>
          </a:xfrm>
          <a:prstGeom prst="rect">
            <a:avLst/>
          </a:prstGeom>
          <a:noFill/>
          <a:ln w="0">
            <a:noFill/>
          </a:ln>
        </p:spPr>
        <p:txBody>
          <a:bodyPr wrap="none" lIns="0" tIns="0" rIns="0" bIns="0">
            <a:noAutofit/>
          </a:bodyPr>
          <a:lstStyle/>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VIA “초안의</a:t>
            </a:r>
          </a:p>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받는 사람은?”</a:t>
            </a:r>
          </a:p>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사용자 “영업팀.”</a:t>
            </a:r>
          </a:p>
        </p:txBody>
      </p:sp>
      <p:sp>
        <p:nvSpPr>
          <p:cNvPr id="30" name="scene-4-behavior">
            <a:extLst>
              <a:ext uri="{FF2B5EF4-FFF2-40B4-BE49-F238E27FC236}">
                <ns2:creationId id="{35249B1C-946B-40EB-964E-37DBC59AE3A6}"/>
              </a:ext>
            </a:extLst>
          </p:cNvPr>
          <p:cNvSpPr>
            <a:spLocks noGrp="1"/>
          </p:cNvSpPr>
          <p:nvPr/>
        </p:nvSpPr>
        <p:spPr>
          <a:xfrm>
            <a:off x="11029950" y="7229475"/>
            <a:ext cx="3200400" cy="828675"/>
          </a:xfrm>
          <a:prstGeom prst="rect">
            <a:avLst/>
          </a:prstGeom>
          <a:noFill/>
          <a:ln w="0">
            <a:noFill/>
          </a:ln>
        </p:spPr>
        <p:txBody>
          <a:bodyPr wrap="none" lIns="0" tIns="0" rIns="0" bIns="0">
            <a:noAutofit/>
          </a:bodyPr>
          <a:lstStyle/>
          <a:p>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정정 중 도착한 질문을 보류</a:t>
            </a:r>
          </a:p>
          <a:p>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발화 후 메일에 답변 연결</a:t>
            </a:r>
          </a:p>
        </p:txBody>
      </p:sp>
      <p:sp>
        <p:nvSpPr>
          <p:cNvPr id="31" name="scene-5-heading">
            <a:extLst>
              <a:ext uri="{FF2B5EF4-FFF2-40B4-BE49-F238E27FC236}">
                <ns2:creationId id="{D2E74A05-3BE2-41CD-A790-11D160FBE758}"/>
              </a:ext>
            </a:extLst>
          </p:cNvPr>
          <p:cNvSpPr>
            <a:spLocks noGrp="1"/>
          </p:cNvSpPr>
          <p:nvPr/>
        </p:nvSpPr>
        <p:spPr>
          <a:xfrm>
            <a:off x="14516100" y="2214562"/>
            <a:ext cx="3200400" cy="457200"/>
          </a:xfrm>
          <a:prstGeom prst="rect">
            <a:avLst/>
          </a:prstGeom>
          <a:noFill/>
          <a:ln w="0">
            <a:noFill/>
          </a:ln>
        </p:spPr>
        <p:txBody>
          <a:bodyPr wrap="none" lIns="0" tIns="0" rIns="0" bIns="0">
            <a:noAutofit/>
          </a:bodyPr>
          <a:lstStyle/>
          <a:p>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⑤ Text로 상태 확인</a:t>
            </a:r>
          </a:p>
        </p:txBody>
      </p:sp>
      <p:pic>
        <p:nvPicPr>
          <p:cNvPr id="32" name=""/>
          <p:cNvPicPr>
            <a:picLocks noChangeAspect="1"/>
          </p:cNvPicPr>
          <p:nvPr/>
        </p:nvPicPr>
        <p:blipFill>
          <a:blip r:embed="Re7e7daa896bb48e9"/>
          <a:stretch/>
        </p:blipFill>
        <p:spPr>
          <a:xfrm>
            <a:off x="14516100" y="2686050"/>
            <a:ext cx="3200400" cy="2400300"/>
          </a:xfrm>
          <a:prstGeom prst="rect">
            <a:avLst/>
          </a:prstGeom>
        </p:spPr>
      </p:pic>
      <p:sp>
        <p:nvSpPr>
          <p:cNvPr id="33" name="scene-5-quote">
            <a:extLst>
              <a:ext uri="{FF2B5EF4-FFF2-40B4-BE49-F238E27FC236}">
                <ns2:creationId id="{893A4672-D5DF-455D-940A-8A6C3023211E}"/>
              </a:ext>
            </a:extLst>
          </p:cNvPr>
          <p:cNvSpPr>
            <a:spLocks noGrp="1"/>
          </p:cNvSpPr>
          <p:nvPr/>
        </p:nvSpPr>
        <p:spPr>
          <a:xfrm>
            <a:off x="14516100" y="5329238"/>
            <a:ext cx="3200400" cy="1571625"/>
          </a:xfrm>
          <a:prstGeom prst="rect">
            <a:avLst/>
          </a:prstGeom>
          <a:noFill/>
          <a:ln w="0">
            <a:noFill/>
          </a:ln>
        </p:spPr>
        <p:txBody>
          <a:bodyPr wrap="none" lIns="0" tIns="0" rIns="0" bIns="0">
            <a:noAutofit/>
          </a:bodyPr>
          <a:lstStyle/>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“아까 보고서</a:t>
            </a:r>
          </a:p>
          <a:p>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어디까지 됐어?”</a:t>
            </a:r>
          </a:p>
        </p:txBody>
      </p:sp>
      <p:sp>
        <p:nvSpPr>
          <p:cNvPr id="34" name="scene-5-behavior">
            <a:extLst>
              <a:ext uri="{FF2B5EF4-FFF2-40B4-BE49-F238E27FC236}">
                <ns2:creationId id="{58D903F9-C2B1-4D00-91ED-95DE64352D92}"/>
              </a:ext>
            </a:extLst>
          </p:cNvPr>
          <p:cNvSpPr>
            <a:spLocks noGrp="1"/>
          </p:cNvSpPr>
          <p:nvPr/>
        </p:nvSpPr>
        <p:spPr>
          <a:xfrm>
            <a:off x="14516100" y="7229475"/>
            <a:ext cx="3200400" cy="828675"/>
          </a:xfrm>
          <a:prstGeom prst="rect">
            <a:avLst/>
          </a:prstGeom>
          <a:noFill/>
          <a:ln w="0">
            <a:noFill/>
          </a:ln>
        </p:spPr>
        <p:txBody>
          <a:bodyPr wrap="none" lIns="0" tIns="0" rIns="0" bIns="0">
            <a:noAutofit/>
          </a:bodyPr>
          <a:lstStyle/>
          <a:p>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음성을 끄고 Text로 전환</a:t>
            </a:r>
          </a:p>
          <a:p>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기존 업무의 확인된 상태 전달</a:t>
            </a:r>
          </a:p>
        </p:txBody>
      </p:sp>
      <p:graphicFrame>
        <p:nvGraphicFramePr>
          <p:cNvPr id="35" name=""/>
          <p:cNvGraphicFramePr/>
          <p:nvPr/>
        </p:nvGraphicFramePr>
        <p:xfrm>
          <a:off x="571500" y="8343900"/>
          <a:ext cx="17145000" cy="1285875"/>
        </p:xfrm>
        <a:graphic>
          <a:graphicData uri="http://schemas.openxmlformats.org/drawingml/2006/table">
            <a:tbl>
              <a:tblPr firstRow="0" bandRow="0"/>
              <a:tblGrid>
                <a:gridCol w="3486150"/>
                <a:gridCol w="3414712"/>
                <a:gridCol w="3414712"/>
                <a:gridCol w="3414712"/>
                <a:gridCol w="3414712"/>
              </a:tblGrid>
              <a:tr h="428625">
                <a:tc>
                  <a:txBody>
                    <a:bodyPr/>
                    <a:lstStyle/>
                    <a:p>
                      <a:pPr algn="l"/>
                      <a:r>
                        <a:rPr sz="1912" b="1">
                          <a:solidFill>
                            <a:srgbClr val="FFFFFF"/>
                          </a:solidFill>
                          <a:latin typeface="Apple SD Gothic Neo"/>
                          <a:ea typeface="Apple SD Gothic Neo"/>
                          <a:cs typeface="Apple SD Gothic Neo"/>
                        </a:rPr>
                        <a:t>업무 상태</a:t>
                      </a:r>
                    </a:p>
                  </a:txBody>
                  <a:tcPr marL="128588" marR="128588" marT="14288" marB="14288" anchor="ctr">
                    <a:solidFill>
                      <a:srgbClr val="122445"/>
                    </a:solidFill>
                  </a:tcPr>
                </a:tc>
                <a:tc>
                  <a:txBody>
                    <a:bodyPr/>
                    <a:lstStyle/>
                    <a:p>
                      <a:pPr algn="l"/>
                      <a:r>
                        <a:rPr sz="1912" b="1">
                          <a:solidFill>
                            <a:srgbClr val="FFFFFF"/>
                          </a:solidFill>
                          <a:latin typeface="Apple SD Gothic Neo"/>
                          <a:ea typeface="Apple SD Gothic Neo"/>
                          <a:cs typeface="Apple SD Gothic Neo"/>
                        </a:rPr>
                        <a:t>② 위임</a:t>
                      </a:r>
                    </a:p>
                  </a:txBody>
                  <a:tcPr marL="128588" marR="128588" marT="14288" marB="14288" anchor="ctr">
                    <a:solidFill>
                      <a:srgbClr val="122445"/>
                    </a:solidFill>
                  </a:tcPr>
                </a:tc>
                <a:tc>
                  <a:txBody>
                    <a:bodyPr/>
                    <a:lstStyle/>
                    <a:p>
                      <a:pPr algn="l"/>
                      <a:r>
                        <a:rPr sz="1912" b="1">
                          <a:solidFill>
                            <a:srgbClr val="FFFFFF"/>
                          </a:solidFill>
                          <a:latin typeface="Apple SD Gothic Neo"/>
                          <a:ea typeface="Apple SD Gothic Neo"/>
                          <a:cs typeface="Apple SD Gothic Neo"/>
                        </a:rPr>
                        <a:t>③ 부분 정정</a:t>
                      </a:r>
                    </a:p>
                  </a:txBody>
                  <a:tcPr marL="128588" marR="128588" marT="14288" marB="14288" anchor="ctr">
                    <a:solidFill>
                      <a:srgbClr val="122445"/>
                    </a:solidFill>
                  </a:tcPr>
                </a:tc>
                <a:tc>
                  <a:txBody>
                    <a:bodyPr/>
                    <a:lstStyle/>
                    <a:p>
                      <a:pPr algn="l"/>
                      <a:r>
                        <a:rPr sz="1912" b="1">
                          <a:solidFill>
                            <a:srgbClr val="FFFFFF"/>
                          </a:solidFill>
                          <a:latin typeface="Apple SD Gothic Neo"/>
                          <a:ea typeface="Apple SD Gothic Neo"/>
                          <a:cs typeface="Apple SD Gothic Neo"/>
                        </a:rPr>
                        <a:t>④ 질문·답변</a:t>
                      </a:r>
                    </a:p>
                  </a:txBody>
                  <a:tcPr marL="128588" marR="128588" marT="14288" marB="14288" anchor="ctr">
                    <a:solidFill>
                      <a:srgbClr val="122445"/>
                    </a:solidFill>
                  </a:tcPr>
                </a:tc>
                <a:tc>
                  <a:txBody>
                    <a:bodyPr/>
                    <a:lstStyle/>
                    <a:p>
                      <a:pPr algn="l"/>
                      <a:r>
                        <a:rPr sz="1912" b="1">
                          <a:solidFill>
                            <a:srgbClr val="FFFFFF"/>
                          </a:solidFill>
                          <a:latin typeface="Apple SD Gothic Neo"/>
                          <a:ea typeface="Apple SD Gothic Neo"/>
                          <a:cs typeface="Apple SD Gothic Neo"/>
                        </a:rPr>
                        <a:t>⑤ 상태 확인</a:t>
                      </a:r>
                    </a:p>
                  </a:txBody>
                  <a:tcPr marL="128588" marR="128588" marT="14288" marB="14288" anchor="ctr">
                    <a:solidFill>
                      <a:srgbClr val="122445"/>
                    </a:solidFill>
                  </a:tcPr>
                </a:tc>
              </a:tr>
              <a:tr h="428625">
                <a:tc>
                  <a:txBody>
                    <a:bodyPr/>
                    <a:lstStyle/>
                    <a:p>
                      <a:pPr algn="l"/>
                      <a:r>
                        <a:rPr sz="1912" b="1">
                          <a:solidFill>
                            <a:srgbClr val="20262C"/>
                          </a:solidFill>
                          <a:latin typeface="Apple SD Gothic Neo"/>
                          <a:ea typeface="Apple SD Gothic Neo"/>
                          <a:cs typeface="Apple SD Gothic Neo"/>
                        </a:rPr>
                        <a:t>보고서</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PDF 작성</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이전 형식 적용, PDF 유지</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작성 계속</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확인된 진행 상태 전달</a:t>
                      </a:r>
                    </a:p>
                  </a:txBody>
                  <a:tcPr marL="128588" marR="128588" marT="14288" marB="14288" anchor="ctr">
                    <a:solidFill>
                      <a:srgbClr val="FFFFFF"/>
                    </a:solidFill>
                  </a:tcPr>
                </a:tc>
              </a:tr>
              <a:tr h="428625">
                <a:tc>
                  <a:txBody>
                    <a:bodyPr/>
                    <a:lstStyle/>
                    <a:p>
                      <a:pPr algn="l"/>
                      <a:r>
                        <a:rPr sz="1912" b="1">
                          <a:solidFill>
                            <a:srgbClr val="20262C"/>
                          </a:solidFill>
                          <a:latin typeface="Apple SD Gothic Neo"/>
                          <a:ea typeface="Apple SD Gothic Neo"/>
                          <a:cs typeface="Apple SD Gothic Neo"/>
                        </a:rPr>
                        <a:t>메일 초안</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초안만 작성</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기존 지시 유지</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받는 사람: 영업팀</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초안 상태 유지</a:t>
                      </a:r>
                    </a:p>
                  </a:txBody>
                  <a:tcPr marL="128588" marR="128588" marT="14288" marB="14288" anchor="ctr">
                    <a:solidFill>
                      <a:srgbClr val="FFFFFF"/>
                    </a:solidFill>
                  </a:tcPr>
                </a:tc>
              </a:tr>
            </a:tbl>
          </a:graphicData>
        </a:graphic>
      </p:graphicFrame>
      <p:sp>
        <p:nvSpPr>
          <p:cNvPr id="36" name="role-boundary">
            <a:extLst>
              <a:ext uri="{FF2B5EF4-FFF2-40B4-BE49-F238E27FC236}">
                <ns2:creationId id="{18F976E7-BC2C-4ABE-97FC-1718E9E62D45}"/>
              </a:ext>
            </a:extLst>
          </p:cNvPr>
          <p:cNvSpPr>
            <a:spLocks noGrp="1"/>
          </p:cNvSpPr>
          <p:nvPr/>
        </p:nvSpPr>
        <p:spPr>
          <a:xfrm>
            <a:off x="671512" y="9858375"/>
            <a:ext cx="16573500" cy="314325"/>
          </a:xfrm>
          <a:prstGeom prst="rect">
            <a:avLst/>
          </a:prstGeom>
          <a:noFill/>
          <a:ln w="0">
            <a:noFill/>
          </a:ln>
        </p:spPr>
        <p:txBody>
          <a:bodyPr wrap="none" lIns="0" tIns="0" rIns="0" bIns="0">
            <a:noAutofit/>
          </a:bodyPr>
          <a:lstStyle/>
          <a:p>
            <a:pPr algn="l">
              <a:defRPr sz="1688" b="0">
                <a:solidFill>
                  <a:srgbClr val="657079"/>
                </a:solidFill>
                <a:latin typeface="Apple SD Gothic Neo"/>
                <a:ea typeface="Apple SD Gothic Neo"/>
                <a:cs typeface="Apple SD Gothic Neo"/>
              </a:defRPr>
            </a:pPr>
            <a:r>
              <a:rPr sz="1688" b="0">
                <a:solidFill>
                  <a:srgbClr val="657079"/>
                </a:solidFill>
                <a:latin typeface="Apple SD Gothic Neo"/>
                <a:ea typeface="Apple SD Gothic Neo"/>
                <a:cs typeface="Apple SD Gothic Neo"/>
              </a:rPr>
              <a:t>VIA: 요청 이해와 대화·업무 연결     Downstream Agent: 보고서·메일 초안의 실제 작성</a:t>
            </a:r>
          </a:p>
        </p:txBody>
      </p:sp>
      <p:sp>
        <p:nvSpPr>
          <p:cNvPr id="37" name="v2-473-header-white">
            <a:extLst>
              <a:ext uri="{FF2B5EF4-FFF2-40B4-BE49-F238E27FC236}">
                <ns2:creationId id="{CCCAA2CA-0E50-4802-8F50-41D206E479B7}"/>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38" name="v2-474-page">
            <a:extLst>
              <a:ext uri="{FF2B5EF4-FFF2-40B4-BE49-F238E27FC236}">
                <ns2:creationId id="{8CF6521F-9887-4B4E-99F7-7301DE0D3299}"/>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배경과 소개 / v2 5</a:t>
            </a:r>
          </a:p>
        </p:txBody>
      </p:sp>
    </p:spTree>
    <p:extLst>
      <p:ext uri="{BB962C8B-B14F-4D97-AF65-F5344CB8AC3E}">
        <p14:creationId val="679796911"/>
      </p:ext>
    </p:extLst>
  </p:cSld>
</p:sld>
</file>

<file path=ppt/slides/slide3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responsibility-v2">
    <p:bg>
      <p:bgPr>
        <a:solidFill>
          <a:srgbClr val="FFFFFF"/>
        </a:solidFill>
      </p:bgPr>
    </p:bg>
    <p:spTree>
      <p:nvGrpSpPr>
        <p:cNvPr id="1" name=""/>
        <p:cNvGrpSpPr/>
        <p:nvPr/>
      </p:nvGrpSpPr>
      <p:grpSpPr>
        <a:xfrm/>
      </p:grpSpPr>
      <p:sp>
        <p:nvSpPr>
          <p:cNvPr id="2" name="via-v2-responsibilities / title / 1">
            <a:extLst>
              <a:ext uri="{FF2B5EF4-FFF2-40B4-BE49-F238E27FC236}">
                <ns2:creationId id="{124AFF3E-1658-4E04-8AFD-0F4B9BB8BC30}"/>
              </a:ext>
            </a:extLst>
          </p:cNvPr>
          <p:cNvSpPr>
            <a:spLocks noGrp="1"/>
          </p:cNvSpPr>
          <p:nvPr/>
        </p:nvSpPr>
        <p:spPr>
          <a:xfrm>
            <a:off x="666750" y="495300"/>
            <a:ext cx="17049750" cy="630079"/>
          </a:xfrm>
          <a:prstGeom prst="rect">
            <a:avLst/>
          </a:prstGeom>
          <a:noFill/>
          <a:ln w="0">
            <a:noFill/>
          </a:ln>
        </p:spPr>
        <p:txBody>
          <a:bodyPr wrap="none" lIns="0" tIns="0" rIns="0" bIns="0" anchor="t">
            <a:noAutofit/>
          </a:bodyPr>
          <a:lstStyle/>
          <a:p>
            <a:pPr algn="l">
              <a:defRPr sz="3675" b="1">
                <a:solidFill>
                  <a:srgbClr val="202B30"/>
                </a:solidFill>
                <a:latin typeface="Apple SD Gothic Neo"/>
                <a:ea typeface="Apple SD Gothic Neo"/>
                <a:cs typeface="Apple SD Gothic Neo"/>
              </a:defRPr>
            </a:pPr>
            <a:r>
              <a:rPr sz="3675" b="1">
                <a:solidFill>
                  <a:srgbClr val="202B30"/>
                </a:solidFill>
                <a:latin typeface="Apple SD Gothic Neo"/>
                <a:ea typeface="Apple SD Gothic Neo"/>
                <a:cs typeface="Apple SD Gothic Neo"/>
              </a:rPr>
              <a:t>사용자의 요청을 이해해 업무를 위임하고,</a:t>
            </a:r>
          </a:p>
        </p:txBody>
      </p:sp>
      <p:sp>
        <p:nvSpPr>
          <p:cNvPr id="3" name="via-v2-responsibilities / title / 2">
            <a:extLst>
              <a:ext uri="{FF2B5EF4-FFF2-40B4-BE49-F238E27FC236}">
                <ns2:creationId id="{F8DA2694-522B-4449-9D12-FD105AF07FF5}"/>
              </a:ext>
            </a:extLst>
          </p:cNvPr>
          <p:cNvSpPr>
            <a:spLocks noGrp="1"/>
          </p:cNvSpPr>
          <p:nvPr/>
        </p:nvSpPr>
        <p:spPr>
          <a:xfrm>
            <a:off x="666750" y="1078706"/>
            <a:ext cx="17049750" cy="630079"/>
          </a:xfrm>
          <a:prstGeom prst="rect">
            <a:avLst/>
          </a:prstGeom>
          <a:noFill/>
          <a:ln w="0">
            <a:noFill/>
          </a:ln>
        </p:spPr>
        <p:txBody>
          <a:bodyPr wrap="none" lIns="0" tIns="0" rIns="0" bIns="0" anchor="t">
            <a:noAutofit/>
          </a:bodyPr>
          <a:lstStyle/>
          <a:p>
            <a:pPr algn="l">
              <a:defRPr sz="3675" b="1">
                <a:solidFill>
                  <a:srgbClr val="202B30"/>
                </a:solidFill>
                <a:latin typeface="Apple SD Gothic Neo"/>
                <a:ea typeface="Apple SD Gothic Neo"/>
                <a:cs typeface="Apple SD Gothic Neo"/>
              </a:defRPr>
            </a:pPr>
            <a:r>
              <a:rPr sz="3675" b="1">
                <a:solidFill>
                  <a:srgbClr val="202B30"/>
                </a:solidFill>
                <a:latin typeface="Apple SD Gothic Neo"/>
                <a:ea typeface="Apple SD Gothic Neo"/>
                <a:cs typeface="Apple SD Gothic Neo"/>
              </a:rPr>
              <a:t>입력부터 응답까지 사용자와의 대화를 관리하는 VIA</a:t>
            </a:r>
          </a:p>
        </p:txBody>
      </p:sp>
      <p:sp>
        <p:nvSpPr>
          <p:cNvPr id="4"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775" b="1">
                <a:solidFill>
                  <a:srgbClr val="397C80"/>
                </a:solidFill>
                <a:latin typeface="Apple SD Gothic Neo"/>
                <a:ea typeface="Apple SD Gothic Neo"/>
                <a:cs typeface="Apple SD Gothic Neo"/>
              </a:defRPr>
            </a:pPr>
            <a:r>
              <a:rPr sz="2775" b="1">
                <a:solidFill>
                  <a:srgbClr val="397C80"/>
                </a:solidFill>
                <a:latin typeface="Apple SD Gothic Neo"/>
                <a:ea typeface="Apple SD Gothic Neo"/>
                <a:cs typeface="Apple SD Gothic Neo"/>
              </a:rPr>
              <a:t>“이 표와 지난달 매출보고서를 바탕으로</a:t>
            </a:r>
          </a:p>
        </p:txBody>
      </p:sp>
      <p:sp>
        <p:nvSpPr>
          <p:cNvPr id="5"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775" b="1">
                <a:solidFill>
                  <a:srgbClr val="397C80"/>
                </a:solidFill>
                <a:latin typeface="Apple SD Gothic Neo"/>
                <a:ea typeface="Apple SD Gothic Neo"/>
                <a:cs typeface="Apple SD Gothic Neo"/>
              </a:defRPr>
            </a:pPr>
            <a:r>
              <a:rPr sz="2775" b="1">
                <a:solidFill>
                  <a:srgbClr val="397C80"/>
                </a:solidFill>
                <a:latin typeface="Apple SD Gothic Neo"/>
                <a:ea typeface="Apple SD Gothic Neo"/>
                <a:cs typeface="Apple SD Gothic Neo"/>
              </a:rPr>
              <a:t>이번 달 매출보고서를 만들어줘.”</a:t>
            </a:r>
          </a:p>
        </p:txBody>
      </p:sp>
      <p:pic>
        <p:nvPicPr>
          <p:cNvPr id="6"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7"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8"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9"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사용자</a:t>
            </a:r>
          </a:p>
        </p:txBody>
      </p:sp>
      <p:sp>
        <p:nvSpPr>
          <p:cNvPr id="10"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VIA</a:t>
            </a:r>
          </a:p>
        </p:txBody>
      </p:sp>
      <p:sp>
        <p:nvSpPr>
          <p:cNvPr id="11"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업무 수행 Agent</a:t>
            </a:r>
          </a:p>
        </p:txBody>
      </p:sp>
      <p:sp>
        <p:nvSpPr>
          <p:cNvPr id="12"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5"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6"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7"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175" b="0">
                <a:solidFill>
                  <a:srgbClr val="397C80"/>
                </a:solidFill>
                <a:latin typeface="Apple SD Gothic Neo"/>
                <a:ea typeface="Apple SD Gothic Neo"/>
                <a:cs typeface="Apple SD Gothic Neo"/>
              </a:defRPr>
            </a:pPr>
            <a:r>
              <a:rPr sz="2175" b="0">
                <a:solidFill>
                  <a:srgbClr val="397C80"/>
                </a:solidFill>
                <a:latin typeface="Apple SD Gothic Neo"/>
                <a:ea typeface="Apple SD Gothic Neo"/>
                <a:cs typeface="Apple SD Gothic Neo"/>
              </a:rPr>
              <a:t>음성 요청 + 선택한 표</a:t>
            </a:r>
          </a:p>
        </p:txBody>
      </p:sp>
      <p:sp>
        <p:nvSpPr>
          <p:cNvPr id="18"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9"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0"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목표·자료·조건을 이해해 위임</a:t>
            </a:r>
          </a:p>
        </p:txBody>
      </p:sp>
      <p:sp>
        <p:nvSpPr>
          <p:cNvPr id="21"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2"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3"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강조할 항목은 무엇인가요?</a:t>
            </a:r>
          </a:p>
        </p:txBody>
      </p:sp>
      <p:sp>
        <p:nvSpPr>
          <p:cNvPr id="24"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5"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질문을 사용자에게 전달</a:t>
            </a:r>
          </a:p>
        </p:txBody>
      </p:sp>
      <p:sp>
        <p:nvSpPr>
          <p:cNvPr id="27"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8"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9"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a:solidFill>
                  <a:srgbClr val="397C80"/>
                </a:solidFill>
                <a:latin typeface="Apple SD Gothic Neo"/>
                <a:ea typeface="Apple SD Gothic Neo"/>
                <a:cs typeface="Apple SD Gothic Neo"/>
              </a:defRPr>
            </a:pPr>
            <a:r>
              <a:rPr sz="2100" b="0">
                <a:solidFill>
                  <a:srgbClr val="397C80"/>
                </a:solidFill>
                <a:latin typeface="Apple SD Gothic Neo"/>
                <a:ea typeface="Apple SD Gothic Neo"/>
                <a:cs typeface="Apple SD Gothic Neo"/>
              </a:rPr>
              <a:t>“국내 매출을 강조해줘.”</a:t>
            </a:r>
          </a:p>
        </p:txBody>
      </p:sp>
      <p:sp>
        <p:nvSpPr>
          <p:cNvPr id="30"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1"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2"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a:solidFill>
                  <a:srgbClr val="397C80"/>
                </a:solidFill>
                <a:latin typeface="Apple SD Gothic Neo"/>
                <a:ea typeface="Apple SD Gothic Neo"/>
                <a:cs typeface="Apple SD Gothic Neo"/>
              </a:defRPr>
            </a:pPr>
            <a:r>
              <a:rPr sz="2100" b="0">
                <a:solidFill>
                  <a:srgbClr val="397C80"/>
                </a:solidFill>
                <a:latin typeface="Apple SD Gothic Neo"/>
                <a:ea typeface="Apple SD Gothic Neo"/>
                <a:cs typeface="Apple SD Gothic Neo"/>
              </a:rPr>
              <a:t>답변을 해당 업무에 연결</a:t>
            </a:r>
          </a:p>
        </p:txBody>
      </p:sp>
      <p:sp>
        <p:nvSpPr>
          <p:cNvPr id="33"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4"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5"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완성된 보고서</a:t>
            </a:r>
          </a:p>
        </p:txBody>
      </p:sp>
      <p:sp>
        <p:nvSpPr>
          <p:cNvPr id="36"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7"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8"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화면에 결과, 음성으로 핵심 안내</a:t>
            </a:r>
          </a:p>
        </p:txBody>
      </p:sp>
      <p:sp>
        <p:nvSpPr>
          <p:cNvPr id="39"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250" b="1">
                <a:solidFill>
                  <a:srgbClr val="202B30"/>
                </a:solidFill>
                <a:latin typeface="Apple SD Gothic Neo"/>
                <a:ea typeface="Apple SD Gothic Neo"/>
                <a:cs typeface="Apple SD Gothic Neo"/>
              </a:defRPr>
            </a:pPr>
            <a:r>
              <a:rPr sz="2250" b="1">
                <a:solidFill>
                  <a:srgbClr val="202B30"/>
                </a:solidFill>
                <a:latin typeface="Apple SD Gothic Neo"/>
                <a:ea typeface="Apple SD Gothic Neo"/>
                <a:cs typeface="Apple SD Gothic Neo"/>
              </a:rPr>
              <a:t>사용자는 VIA에서 대화를 이어가고, Agent는 실제 보고서 작성을 수행합니다</a:t>
            </a:r>
          </a:p>
        </p:txBody>
      </p:sp>
      <p:sp>
        <p:nvSpPr>
          <p:cNvPr id="40" name="v2-475-header-white">
            <a:extLst>
              <a:ext uri="{FF2B5EF4-FFF2-40B4-BE49-F238E27FC236}">
                <ns2:creationId id="{8AFC85FD-87A4-4E7A-8D42-514DD4AA4BD4}"/>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41" name="v2-476-page">
            <a:extLst>
              <a:ext uri="{FF2B5EF4-FFF2-40B4-BE49-F238E27FC236}">
                <ns2:creationId id="{1B66DFC7-DEDC-4410-81BD-C59D8AE3E948}"/>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배경과 소개 / v2 6</a:t>
            </a:r>
          </a:p>
        </p:txBody>
      </p:sp>
    </p:spTree>
    <p:extLst>
      <p:ext uri="{BB962C8B-B14F-4D97-AF65-F5344CB8AC3E}">
        <p14:creationId val="1926313185"/>
      </p:ext>
    </p:extLst>
  </p:cSld>
</p:sld>
</file>

<file path=ppt/slides/slide37.xml><?xml version="1.0" encoding="utf-8"?>
<p:sld xmlns:a="http://schemas.openxmlformats.org/drawingml/2006/main" xmlns:ns2="http://schemas.microsoft.com/office/drawing/2014/main" xmlns:p="http://schemas.openxmlformats.org/presentationml/2006/main" xmlns:p14="http://schemas.microsoft.com/office/powerpoint/2010/main">
  <p:cSld name="requirements-v2">
    <p:bg>
      <p:bgPr>
        <a:solidFill>
          <a:srgbClr val="FFFFFF"/>
        </a:solidFill>
      </p:bgPr>
    </p:bg>
    <p:spTree>
      <p:nvGrpSpPr>
        <p:cNvPr id="1" name=""/>
        <p:cNvGrpSpPr/>
        <p:nvPr/>
      </p:nvGrpSpPr>
      <p:grpSpPr>
        <a:xfrm/>
      </p:grpSpPr>
      <p:sp>
        <p:nvSpPr>
          <p:cNvPr id="2" name="title">
            <a:extLst>
              <a:ext uri="{FF2B5EF4-FFF2-40B4-BE49-F238E27FC236}">
                <ns2:creationId id="{4092BEB7-8E0A-41CB-A00E-B902962BF04A}"/>
              </a:ext>
            </a:extLst>
          </p:cNvPr>
          <p:cNvSpPr>
            <a:spLocks noGrp="1"/>
          </p:cNvSpPr>
          <p:nvPr/>
        </p:nvSpPr>
        <p:spPr>
          <a:xfrm>
            <a:off x="457200" y="304800"/>
            <a:ext cx="17373600" cy="800100"/>
          </a:xfrm>
          <a:prstGeom prst="rect">
            <a:avLst/>
          </a:prstGeom>
          <a:noFill/>
          <a:ln w="0">
            <a:noFill/>
          </a:ln>
        </p:spPr>
        <p:txBody>
          <a:bodyPr wrap="none" lIns="0" tIns="0" rIns="0" bIns="0">
            <a:noAutofit/>
          </a:bodyPr>
          <a:lstStyle/>
          <a:p>
            <a:pPr>
              <a:defRPr sz="4800" b="1">
                <a:solidFill>
                  <a:srgbClr val="202B35"/>
                </a:solidFill>
                <a:latin typeface="Apple SD Gothic Neo"/>
                <a:ea typeface="Apple SD Gothic Neo"/>
                <a:cs typeface="Apple SD Gothic Neo"/>
              </a:defRPr>
            </a:pPr>
            <a:r>
              <a:rPr sz="4800" b="1">
                <a:solidFill>
                  <a:srgbClr val="202B35"/>
                </a:solidFill>
                <a:latin typeface="Apple SD Gothic Neo"/>
                <a:ea typeface="Apple SD Gothic Neo"/>
                <a:cs typeface="Apple SD Gothic Neo"/>
              </a:rPr>
              <a:t>기능 요구사항 및 제약사항</a:t>
            </a:r>
          </a:p>
        </p:txBody>
      </p:sp>
      <p:sp>
        <p:nvSpPr>
          <p:cNvPr id="3" name="functional-heading">
            <a:extLst>
              <a:ext uri="{FF2B5EF4-FFF2-40B4-BE49-F238E27FC236}">
                <ns2:creationId id="{D342F900-6824-479E-8844-5EB8A5366A74}"/>
              </a:ext>
            </a:extLst>
          </p:cNvPr>
          <p:cNvSpPr>
            <a:spLocks noGrp="1"/>
          </p:cNvSpPr>
          <p:nvPr/>
        </p:nvSpPr>
        <p:spPr>
          <a:xfrm>
            <a:off x="457200" y="1266825"/>
            <a:ext cx="17373600" cy="438150"/>
          </a:xfrm>
          <a:prstGeom prst="rect">
            <a:avLst/>
          </a:prstGeom>
          <a:noFill/>
          <a:ln w="0">
            <a:noFill/>
          </a:ln>
        </p:spPr>
        <p:txBody>
          <a:bodyPr wrap="none" lIns="0" tIns="0" rIns="0" bIns="0">
            <a:noAutofit/>
          </a:bodyPr>
          <a:lstStyle/>
          <a:p>
            <a:pPr>
              <a:defRPr sz="2700" b="1">
                <a:solidFill>
                  <a:srgbClr val="2873B9"/>
                </a:solidFill>
                <a:latin typeface="Apple SD Gothic Neo"/>
                <a:ea typeface="Apple SD Gothic Neo"/>
                <a:cs typeface="Apple SD Gothic Neo"/>
              </a:defRPr>
            </a:pPr>
            <a:r>
              <a:rPr sz="2700" b="1">
                <a:solidFill>
                  <a:srgbClr val="2873B9"/>
                </a:solidFill>
                <a:latin typeface="Apple SD Gothic Neo"/>
                <a:ea typeface="Apple SD Gothic Neo"/>
                <a:cs typeface="Apple SD Gothic Neo"/>
              </a:rPr>
              <a:t>기능 요구사항</a:t>
            </a:r>
          </a:p>
        </p:txBody>
      </p:sp>
      <p:graphicFrame>
        <p:nvGraphicFramePr>
          <p:cNvPr id="4" name=""/>
          <p:cNvGraphicFramePr/>
          <p:nvPr/>
        </p:nvGraphicFramePr>
        <p:xfrm>
          <a:off x="457200" y="1809750"/>
          <a:ext cx="17373600" cy="4991100"/>
        </p:xfrm>
        <a:graphic>
          <a:graphicData uri="http://schemas.openxmlformats.org/drawingml/2006/table">
            <a:tbl>
              <a:tblPr firstRow="0" bandRow="0"/>
              <a:tblGrid>
                <a:gridCol w="952500"/>
                <a:gridCol w="3333750"/>
                <a:gridCol w="10572750"/>
                <a:gridCol w="2514600"/>
              </a:tblGrid>
              <a:tr h="476250">
                <a:tc>
                  <a:txBody>
                    <a:bodyPr/>
                    <a:lstStyle/>
                    <a:p>
                      <a:pPr algn="ctr"/>
                      <a:r>
                        <a:rPr sz="2025" b="1">
                          <a:solidFill>
                            <a:srgbClr val="FFFFFF"/>
                          </a:solidFill>
                          <a:latin typeface="Apple SD Gothic Neo"/>
                          <a:ea typeface="Apple SD Gothic Neo"/>
                          <a:cs typeface="Apple SD Gothic Neo"/>
                        </a:rPr>
                        <a:t>ID</a:t>
                      </a:r>
                    </a:p>
                  </a:txBody>
                  <a:tcPr marL="95250" marR="95250" marT="19050" marB="19050" anchor="ctr">
                    <a:solidFill>
                      <a:srgbClr val="2873B9"/>
                    </a:solidFill>
                  </a:tcPr>
                </a:tc>
                <a:tc>
                  <a:txBody>
                    <a:bodyPr/>
                    <a:lstStyle/>
                    <a:p>
                      <a:pPr algn="ctr"/>
                      <a:r>
                        <a:rPr sz="2025" b="1">
                          <a:solidFill>
                            <a:srgbClr val="FFFFFF"/>
                          </a:solidFill>
                          <a:latin typeface="Apple SD Gothic Neo"/>
                          <a:ea typeface="Apple SD Gothic Neo"/>
                          <a:cs typeface="Apple SD Gothic Neo"/>
                        </a:rPr>
                        <a:t>기능 요구사항명</a:t>
                      </a:r>
                    </a:p>
                  </a:txBody>
                  <a:tcPr marL="95250" marR="95250" marT="19050" marB="19050" anchor="ctr">
                    <a:solidFill>
                      <a:srgbClr val="2873B9"/>
                    </a:solidFill>
                  </a:tcPr>
                </a:tc>
                <a:tc>
                  <a:txBody>
                    <a:bodyPr/>
                    <a:lstStyle/>
                    <a:p>
                      <a:pPr algn="l"/>
                      <a:r>
                        <a:rPr sz="2025" b="1">
                          <a:solidFill>
                            <a:srgbClr val="FFFFFF"/>
                          </a:solidFill>
                          <a:latin typeface="Apple SD Gothic Neo"/>
                          <a:ea typeface="Apple SD Gothic Neo"/>
                          <a:cs typeface="Apple SD Gothic Neo"/>
                        </a:rPr>
                        <a:t>설명</a:t>
                      </a:r>
                    </a:p>
                  </a:txBody>
                  <a:tcPr marL="152400" marR="152400" marT="19050" marB="19050" anchor="ctr">
                    <a:solidFill>
                      <a:srgbClr val="2873B9"/>
                    </a:solidFill>
                  </a:tcPr>
                </a:tc>
                <a:tc>
                  <a:txBody>
                    <a:bodyPr/>
                    <a:lstStyle/>
                    <a:p>
                      <a:pPr algn="ctr"/>
                      <a:r>
                        <a:rPr sz="2025" b="1">
                          <a:solidFill>
                            <a:srgbClr val="FFFFFF"/>
                          </a:solidFill>
                          <a:latin typeface="Apple SD Gothic Neo"/>
                          <a:ea typeface="Apple SD Gothic Neo"/>
                          <a:cs typeface="Apple SD Gothic Neo"/>
                        </a:rPr>
                        <a:t>관련 DP</a:t>
                      </a:r>
                    </a:p>
                  </a:txBody>
                  <a:tcPr marL="95250" marR="95250" marT="19050" marB="19050" anchor="ctr">
                    <a:solidFill>
                      <a:srgbClr val="2873B9"/>
                    </a:solidFill>
                  </a:tcPr>
                </a:tc>
              </a:tr>
              <a:tr h="752475">
                <a:tc>
                  <a:txBody>
                    <a:bodyPr/>
                    <a:lstStyle/>
                    <a:p>
                      <a:pPr algn="ctr"/>
                      <a:r>
                        <a:rPr sz="2175" b="1">
                          <a:solidFill>
                            <a:srgbClr val="2873B9"/>
                          </a:solidFill>
                          <a:latin typeface="Apple SD Gothic Neo"/>
                          <a:ea typeface="Apple SD Gothic Neo"/>
                          <a:cs typeface="Apple SD Gothic Neo"/>
                        </a:rPr>
                        <a:t>FR1</a:t>
                      </a:r>
                    </a:p>
                  </a:txBody>
                  <a:tcPr marL="95250" marR="95250" marT="19050" marB="19050" anchor="ctr">
                    <a:solidFill>
                      <a:srgbClr val="EEF4F9"/>
                    </a:solidFill>
                  </a:tcPr>
                </a:tc>
                <a:tc>
                  <a:txBody>
                    <a:bodyPr/>
                    <a:lstStyle/>
                    <a:p>
                      <a:pPr algn="ctr"/>
                      <a:r>
                        <a:rPr sz="2175" b="1">
                          <a:solidFill>
                            <a:srgbClr val="202B35"/>
                          </a:solidFill>
                          <a:latin typeface="Apple SD Gothic Neo"/>
                          <a:ea typeface="Apple SD Gothic Neo"/>
                          <a:cs typeface="Apple SD Gothic Neo"/>
                        </a:rPr>
                        <a:t>지속 대화 처리</a:t>
                      </a:r>
                    </a:p>
                  </a:txBody>
                  <a:tcPr marL="95250" marR="95250" marT="19050" marB="19050" anchor="ctr">
                    <a:solidFill>
                      <a:srgbClr val="EEF4F9"/>
                    </a:solidFill>
                  </a:tcPr>
                </a:tc>
                <a:tc>
                  <a:txBody>
                    <a:bodyPr/>
                    <a:lstStyle/>
                    <a:p>
                      <a:pPr algn="l"/>
                      <a:r>
                        <a:rPr sz="2175" b="0">
                          <a:solidFill>
                            <a:srgbClr val="202B35"/>
                          </a:solidFill>
                          <a:latin typeface="Apple SD Gothic Neo"/>
                          <a:ea typeface="Apple SD Gothic Neo"/>
                          <a:cs typeface="Apple SD Gothic Neo"/>
                        </a:rPr>
                        <a:t>VIA가 요청을 처리하거나 응답하는 동안에도 사용자의 음성 또는 텍스트 입력을 받아</a:t>
                      </a:r>
                    </a:p>
                    <a:p>
                      <a:pPr algn="l"/>
                      <a:r>
                        <a:rPr sz="2175" b="0">
                          <a:solidFill>
                            <a:srgbClr val="202B35"/>
                          </a:solidFill>
                          <a:latin typeface="Apple SD Gothic Neo"/>
                          <a:ea typeface="Apple SD Gothic Neo"/>
                          <a:cs typeface="Apple SD Gothic Neo"/>
                        </a:rPr>
                        <a:t>대화를 이어갈 수 있어야 한다.</a:t>
                      </a:r>
                    </a:p>
                  </a:txBody>
                  <a:tcPr marL="152400" marR="152400" marT="19050" marB="19050" anchor="ctr">
                    <a:solidFill>
                      <a:srgbClr val="EEF4F9"/>
                    </a:solidFill>
                  </a:tcPr>
                </a:tc>
                <a:tc>
                  <a:txBody>
                    <a:bodyPr/>
                    <a:lstStyle/>
                    <a:p>
                      <a:pPr algn="ctr"/>
                      <a:r>
                        <a:rPr sz="1950" b="0">
                          <a:solidFill>
                            <a:srgbClr val="202B35"/>
                          </a:solidFill>
                          <a:latin typeface="Apple SD Gothic Neo"/>
                          <a:ea typeface="Apple SD Gothic Neo"/>
                          <a:cs typeface="Apple SD Gothic Neo"/>
                        </a:rPr>
                        <a:t>04-44</a:t>
                      </a:r>
                    </a:p>
                  </a:txBody>
                  <a:tcPr marL="95250" marR="95250" marT="19050" marB="19050" anchor="ctr">
                    <a:solidFill>
                      <a:srgbClr val="EEF4F9"/>
                    </a:solidFill>
                  </a:tcPr>
                </a:tc>
              </a:tr>
              <a:tr h="752475">
                <a:tc>
                  <a:txBody>
                    <a:bodyPr/>
                    <a:lstStyle/>
                    <a:p>
                      <a:pPr algn="ctr"/>
                      <a:r>
                        <a:rPr sz="2175" b="1">
                          <a:solidFill>
                            <a:srgbClr val="2873B9"/>
                          </a:solidFill>
                          <a:latin typeface="Apple SD Gothic Neo"/>
                          <a:ea typeface="Apple SD Gothic Neo"/>
                          <a:cs typeface="Apple SD Gothic Neo"/>
                        </a:rPr>
                        <a:t>FR2</a:t>
                      </a:r>
                    </a:p>
                  </a:txBody>
                  <a:tcPr marL="95250" marR="95250" marT="19050" marB="19050" anchor="ctr">
                    <a:solidFill>
                      <a:srgbClr val="F8FAFC"/>
                    </a:solidFill>
                  </a:tcPr>
                </a:tc>
                <a:tc>
                  <a:txBody>
                    <a:bodyPr/>
                    <a:lstStyle/>
                    <a:p>
                      <a:pPr algn="ctr"/>
                      <a:r>
                        <a:rPr sz="2175" b="1">
                          <a:solidFill>
                            <a:srgbClr val="202B35"/>
                          </a:solidFill>
                          <a:latin typeface="Apple SD Gothic Neo"/>
                          <a:ea typeface="Apple SD Gothic Neo"/>
                          <a:cs typeface="Apple SD Gothic Neo"/>
                        </a:rPr>
                        <a:t>맥락 기반 요청 해석</a:t>
                      </a:r>
                    </a:p>
                  </a:txBody>
                  <a:tcPr marL="95250" marR="95250" marT="19050" marB="19050" anchor="ctr">
                    <a:solidFill>
                      <a:srgbClr val="F8FAFC"/>
                    </a:solidFill>
                  </a:tcPr>
                </a:tc>
                <a:tc>
                  <a:txBody>
                    <a:bodyPr/>
                    <a:lstStyle/>
                    <a:p>
                      <a:pPr algn="l"/>
                      <a:r>
                        <a:rPr sz="2175" b="0">
                          <a:solidFill>
                            <a:srgbClr val="202B35"/>
                          </a:solidFill>
                          <a:latin typeface="Apple SD Gothic Neo"/>
                          <a:ea typeface="Apple SD Gothic Neo"/>
                          <a:cs typeface="Apple SD Gothic Neo"/>
                        </a:rPr>
                        <a:t>화면, 자료와 대화 맥락을 이용해 사용자 입력을 목표, 대상, 조건과 관련 업무가</a:t>
                      </a:r>
                    </a:p>
                    <a:p>
                      <a:pPr algn="l"/>
                      <a:r>
                        <a:rPr sz="2175" b="0">
                          <a:solidFill>
                            <a:srgbClr val="202B35"/>
                          </a:solidFill>
                          <a:latin typeface="Apple SD Gothic Neo"/>
                          <a:ea typeface="Apple SD Gothic Neo"/>
                          <a:cs typeface="Apple SD Gothic Neo"/>
                        </a:rPr>
                        <a:t>식별된 요청으로 해석할 수 있어야 한다.</a:t>
                      </a:r>
                    </a:p>
                  </a:txBody>
                  <a:tcPr marL="152400" marR="152400" marT="19050" marB="19050" anchor="ctr">
                    <a:solidFill>
                      <a:srgbClr val="F8FAFC"/>
                    </a:solidFill>
                  </a:tcPr>
                </a:tc>
                <a:tc>
                  <a:txBody>
                    <a:bodyPr/>
                    <a:lstStyle/>
                    <a:p>
                      <a:pPr algn="ctr"/>
                      <a:r>
                        <a:rPr sz="1950" b="0">
                          <a:solidFill>
                            <a:srgbClr val="202B35"/>
                          </a:solidFill>
                          <a:latin typeface="Apple SD Gothic Neo"/>
                          <a:ea typeface="Apple SD Gothic Neo"/>
                          <a:cs typeface="Apple SD Gothic Neo"/>
                        </a:rPr>
                        <a:t>04-41</a:t>
                      </a:r>
                    </a:p>
                  </a:txBody>
                  <a:tcPr marL="95250" marR="95250" marT="19050" marB="19050" anchor="ctr">
                    <a:solidFill>
                      <a:srgbClr val="F8FAFC"/>
                    </a:solidFill>
                  </a:tcPr>
                </a:tc>
              </a:tr>
              <a:tr h="752475">
                <a:tc>
                  <a:txBody>
                    <a:bodyPr/>
                    <a:lstStyle/>
                    <a:p>
                      <a:pPr algn="ctr"/>
                      <a:r>
                        <a:rPr sz="2175" b="1">
                          <a:solidFill>
                            <a:srgbClr val="2873B9"/>
                          </a:solidFill>
                          <a:latin typeface="Apple SD Gothic Neo"/>
                          <a:ea typeface="Apple SD Gothic Neo"/>
                          <a:cs typeface="Apple SD Gothic Neo"/>
                        </a:rPr>
                        <a:t>FR3</a:t>
                      </a:r>
                    </a:p>
                  </a:txBody>
                  <a:tcPr marL="95250" marR="95250" marT="19050" marB="19050" anchor="ctr">
                    <a:solidFill>
                      <a:srgbClr val="EEF4F9"/>
                    </a:solidFill>
                  </a:tcPr>
                </a:tc>
                <a:tc>
                  <a:txBody>
                    <a:bodyPr/>
                    <a:lstStyle/>
                    <a:p>
                      <a:pPr algn="ctr"/>
                      <a:r>
                        <a:rPr sz="2175" b="1">
                          <a:solidFill>
                            <a:srgbClr val="202B35"/>
                          </a:solidFill>
                          <a:latin typeface="Apple SD Gothic Neo"/>
                          <a:ea typeface="Apple SD Gothic Neo"/>
                          <a:cs typeface="Apple SD Gothic Neo"/>
                        </a:rPr>
                        <a:t>복합 요청 처리</a:t>
                      </a:r>
                    </a:p>
                  </a:txBody>
                  <a:tcPr marL="95250" marR="95250" marT="19050" marB="19050" anchor="ctr">
                    <a:solidFill>
                      <a:srgbClr val="EEF4F9"/>
                    </a:solidFill>
                  </a:tcPr>
                </a:tc>
                <a:tc>
                  <a:txBody>
                    <a:bodyPr/>
                    <a:lstStyle/>
                    <a:p>
                      <a:pPr algn="l"/>
                      <a:r>
                        <a:rPr sz="2175" b="0">
                          <a:solidFill>
                            <a:srgbClr val="202B35"/>
                          </a:solidFill>
                          <a:latin typeface="Apple SD Gothic Neo"/>
                          <a:ea typeface="Apple SD Gothic Neo"/>
                          <a:cs typeface="Apple SD Gothic Neo"/>
                        </a:rPr>
                        <a:t>한 입력에 포함된 여러 요청을 사용자가 명시한 순서, 조건과 결과 의존 관계에 따라</a:t>
                      </a:r>
                    </a:p>
                    <a:p>
                      <a:pPr algn="l"/>
                      <a:r>
                        <a:rPr sz="2175" b="0">
                          <a:solidFill>
                            <a:srgbClr val="202B35"/>
                          </a:solidFill>
                          <a:latin typeface="Apple SD Gothic Neo"/>
                          <a:ea typeface="Apple SD Gothic Neo"/>
                          <a:cs typeface="Apple SD Gothic Neo"/>
                        </a:rPr>
                        <a:t>처리할 수 있어야 한다.</a:t>
                      </a:r>
                    </a:p>
                  </a:txBody>
                  <a:tcPr marL="152400" marR="152400" marT="19050" marB="19050" anchor="ctr">
                    <a:solidFill>
                      <a:srgbClr val="EEF4F9"/>
                    </a:solidFill>
                  </a:tcPr>
                </a:tc>
                <a:tc>
                  <a:txBody>
                    <a:bodyPr/>
                    <a:lstStyle/>
                    <a:p>
                      <a:pPr algn="ctr"/>
                      <a:r>
                        <a:rPr sz="1950" b="0">
                          <a:solidFill>
                            <a:srgbClr val="202B35"/>
                          </a:solidFill>
                          <a:latin typeface="Apple SD Gothic Neo"/>
                          <a:ea typeface="Apple SD Gothic Neo"/>
                          <a:cs typeface="Apple SD Gothic Neo"/>
                        </a:rPr>
                        <a:t>04-41, 04-44</a:t>
                      </a:r>
                    </a:p>
                  </a:txBody>
                  <a:tcPr marL="95250" marR="95250" marT="19050" marB="19050" anchor="ctr">
                    <a:solidFill>
                      <a:srgbClr val="EEF4F9"/>
                    </a:solidFill>
                  </a:tcPr>
                </a:tc>
              </a:tr>
              <a:tr h="752475">
                <a:tc>
                  <a:txBody>
                    <a:bodyPr/>
                    <a:lstStyle/>
                    <a:p>
                      <a:pPr algn="ctr"/>
                      <a:r>
                        <a:rPr sz="2175" b="1">
                          <a:solidFill>
                            <a:srgbClr val="2873B9"/>
                          </a:solidFill>
                          <a:latin typeface="Apple SD Gothic Neo"/>
                          <a:ea typeface="Apple SD Gothic Neo"/>
                          <a:cs typeface="Apple SD Gothic Neo"/>
                        </a:rPr>
                        <a:t>FR4</a:t>
                      </a:r>
                    </a:p>
                  </a:txBody>
                  <a:tcPr marL="95250" marR="95250" marT="19050" marB="19050" anchor="ctr">
                    <a:solidFill>
                      <a:srgbClr val="F8FAFC"/>
                    </a:solidFill>
                  </a:tcPr>
                </a:tc>
                <a:tc>
                  <a:txBody>
                    <a:bodyPr/>
                    <a:lstStyle/>
                    <a:p>
                      <a:pPr algn="ctr"/>
                      <a:r>
                        <a:rPr sz="2175" b="1">
                          <a:solidFill>
                            <a:srgbClr val="202B35"/>
                          </a:solidFill>
                          <a:latin typeface="Apple SD Gothic Neo"/>
                          <a:ea typeface="Apple SD Gothic Neo"/>
                          <a:cs typeface="Apple SD Gothic Neo"/>
                        </a:rPr>
                        <a:t>다중 업무 상호작용</a:t>
                      </a:r>
                    </a:p>
                  </a:txBody>
                  <a:tcPr marL="95250" marR="95250" marT="19050" marB="19050" anchor="ctr">
                    <a:solidFill>
                      <a:srgbClr val="F8FAFC"/>
                    </a:solidFill>
                  </a:tcPr>
                </a:tc>
                <a:tc>
                  <a:txBody>
                    <a:bodyPr/>
                    <a:lstStyle/>
                    <a:p>
                      <a:pPr algn="l"/>
                      <a:r>
                        <a:rPr sz="2175" b="0">
                          <a:solidFill>
                            <a:srgbClr val="202B35"/>
                          </a:solidFill>
                          <a:latin typeface="Apple SD Gothic Neo"/>
                          <a:ea typeface="Apple SD Gothic Neo"/>
                          <a:cs typeface="Apple SD Gothic Neo"/>
                        </a:rPr>
                        <a:t>여러 업무의 질문, 진행 상황, 결과와 사용자 후속 지시를 각각</a:t>
                      </a:r>
                    </a:p>
                    <a:p>
                      <a:pPr algn="l"/>
                      <a:r>
                        <a:rPr sz="2175" b="0">
                          <a:solidFill>
                            <a:srgbClr val="202B35"/>
                          </a:solidFill>
                          <a:latin typeface="Apple SD Gothic Neo"/>
                          <a:ea typeface="Apple SD Gothic Neo"/>
                          <a:cs typeface="Apple SD Gothic Neo"/>
                        </a:rPr>
                        <a:t>해당 업무에 연결할 수 있어야 한다.</a:t>
                      </a:r>
                    </a:p>
                  </a:txBody>
                  <a:tcPr marL="152400" marR="152400" marT="19050" marB="19050" anchor="ctr">
                    <a:solidFill>
                      <a:srgbClr val="F8FAFC"/>
                    </a:solidFill>
                  </a:tcPr>
                </a:tc>
                <a:tc>
                  <a:txBody>
                    <a:bodyPr/>
                    <a:lstStyle/>
                    <a:p>
                      <a:pPr algn="ctr"/>
                      <a:r>
                        <a:rPr sz="1950" b="0">
                          <a:solidFill>
                            <a:srgbClr val="202B35"/>
                          </a:solidFill>
                          <a:latin typeface="Apple SD Gothic Neo"/>
                          <a:ea typeface="Apple SD Gothic Neo"/>
                          <a:cs typeface="Apple SD Gothic Neo"/>
                        </a:rPr>
                        <a:t>04-42, 04-44</a:t>
                      </a:r>
                    </a:p>
                  </a:txBody>
                  <a:tcPr marL="95250" marR="95250" marT="19050" marB="19050" anchor="ctr">
                    <a:solidFill>
                      <a:srgbClr val="F8FAFC"/>
                    </a:solidFill>
                  </a:tcPr>
                </a:tc>
              </a:tr>
              <a:tr h="752475">
                <a:tc>
                  <a:txBody>
                    <a:bodyPr/>
                    <a:lstStyle/>
                    <a:p>
                      <a:pPr algn="ctr"/>
                      <a:r>
                        <a:rPr sz="2175" b="1">
                          <a:solidFill>
                            <a:srgbClr val="2873B9"/>
                          </a:solidFill>
                          <a:latin typeface="Apple SD Gothic Neo"/>
                          <a:ea typeface="Apple SD Gothic Neo"/>
                          <a:cs typeface="Apple SD Gothic Neo"/>
                        </a:rPr>
                        <a:t>FR5</a:t>
                      </a:r>
                    </a:p>
                  </a:txBody>
                  <a:tcPr marL="95250" marR="95250" marT="19050" marB="19050" anchor="ctr">
                    <a:solidFill>
                      <a:srgbClr val="EEF4F9"/>
                    </a:solidFill>
                  </a:tcPr>
                </a:tc>
                <a:tc>
                  <a:txBody>
                    <a:bodyPr/>
                    <a:lstStyle/>
                    <a:p>
                      <a:pPr algn="ctr"/>
                      <a:r>
                        <a:rPr sz="2175" b="1">
                          <a:solidFill>
                            <a:srgbClr val="202B35"/>
                          </a:solidFill>
                          <a:latin typeface="Apple SD Gothic Neo"/>
                          <a:ea typeface="Apple SD Gothic Neo"/>
                          <a:cs typeface="Apple SD Gothic Neo"/>
                        </a:rPr>
                        <a:t>업무 연속성 유지</a:t>
                      </a:r>
                    </a:p>
                  </a:txBody>
                  <a:tcPr marL="95250" marR="95250" marT="19050" marB="19050" anchor="ctr">
                    <a:solidFill>
                      <a:srgbClr val="EEF4F9"/>
                    </a:solidFill>
                  </a:tcPr>
                </a:tc>
                <a:tc>
                  <a:txBody>
                    <a:bodyPr/>
                    <a:lstStyle/>
                    <a:p>
                      <a:pPr algn="l"/>
                      <a:r>
                        <a:rPr sz="2175" b="0">
                          <a:solidFill>
                            <a:srgbClr val="202B35"/>
                          </a:solidFill>
                          <a:latin typeface="Apple SD Gothic Neo"/>
                          <a:ea typeface="Apple SD Gothic Neo"/>
                          <a:cs typeface="Apple SD Gothic Neo"/>
                        </a:rPr>
                        <a:t>음성 연결 종료, 대화 전환 또는 VIA 재시작 이후에도 기존 업무를</a:t>
                      </a:r>
                    </a:p>
                    <a:p>
                      <a:pPr algn="l"/>
                      <a:r>
                        <a:rPr sz="2175" b="0">
                          <a:solidFill>
                            <a:srgbClr val="202B35"/>
                          </a:solidFill>
                          <a:latin typeface="Apple SD Gothic Neo"/>
                          <a:ea typeface="Apple SD Gothic Neo"/>
                          <a:cs typeface="Apple SD Gothic Neo"/>
                        </a:rPr>
                        <a:t>중복 실행 없이 확인 가능한 상태로 이어갈 수 있어야 한다.</a:t>
                      </a:r>
                    </a:p>
                  </a:txBody>
                  <a:tcPr marL="152400" marR="152400" marT="19050" marB="19050" anchor="ctr">
                    <a:solidFill>
                      <a:srgbClr val="EEF4F9"/>
                    </a:solidFill>
                  </a:tcPr>
                </a:tc>
                <a:tc>
                  <a:txBody>
                    <a:bodyPr/>
                    <a:lstStyle/>
                    <a:p>
                      <a:pPr algn="ctr"/>
                      <a:r>
                        <a:rPr sz="1950" b="0">
                          <a:solidFill>
                            <a:srgbClr val="202B35"/>
                          </a:solidFill>
                          <a:latin typeface="Apple SD Gothic Neo"/>
                          <a:ea typeface="Apple SD Gothic Neo"/>
                          <a:cs typeface="Apple SD Gothic Neo"/>
                        </a:rPr>
                        <a:t>04-42</a:t>
                      </a:r>
                    </a:p>
                  </a:txBody>
                  <a:tcPr marL="95250" marR="95250" marT="19050" marB="19050" anchor="ctr">
                    <a:solidFill>
                      <a:srgbClr val="EEF4F9"/>
                    </a:solidFill>
                  </a:tcPr>
                </a:tc>
              </a:tr>
              <a:tr h="752475">
                <a:tc>
                  <a:txBody>
                    <a:bodyPr/>
                    <a:lstStyle/>
                    <a:p>
                      <a:pPr algn="ctr"/>
                      <a:r>
                        <a:rPr sz="2175" b="1">
                          <a:solidFill>
                            <a:srgbClr val="2873B9"/>
                          </a:solidFill>
                          <a:latin typeface="Apple SD Gothic Neo"/>
                          <a:ea typeface="Apple SD Gothic Neo"/>
                          <a:cs typeface="Apple SD Gothic Neo"/>
                        </a:rPr>
                        <a:t>FR6</a:t>
                      </a:r>
                    </a:p>
                  </a:txBody>
                  <a:tcPr marL="95250" marR="95250" marT="19050" marB="19050" anchor="ctr">
                    <a:solidFill>
                      <a:srgbClr val="F8FAFC"/>
                    </a:solidFill>
                  </a:tcPr>
                </a:tc>
                <a:tc>
                  <a:txBody>
                    <a:bodyPr/>
                    <a:lstStyle/>
                    <a:p>
                      <a:pPr algn="ctr"/>
                      <a:r>
                        <a:rPr sz="2175" b="1">
                          <a:solidFill>
                            <a:srgbClr val="202B35"/>
                          </a:solidFill>
                          <a:latin typeface="Apple SD Gothic Neo"/>
                          <a:ea typeface="Apple SD Gothic Neo"/>
                          <a:cs typeface="Apple SD Gothic Neo"/>
                        </a:rPr>
                        <a:t>과거 맥락 활용</a:t>
                      </a:r>
                    </a:p>
                  </a:txBody>
                  <a:tcPr marL="95250" marR="95250" marT="19050" marB="19050" anchor="ctr">
                    <a:solidFill>
                      <a:srgbClr val="F8FAFC"/>
                    </a:solidFill>
                  </a:tcPr>
                </a:tc>
                <a:tc>
                  <a:txBody>
                    <a:bodyPr/>
                    <a:lstStyle/>
                    <a:p>
                      <a:pPr algn="l"/>
                      <a:r>
                        <a:rPr sz="2175" b="0">
                          <a:solidFill>
                            <a:srgbClr val="202B35"/>
                          </a:solidFill>
                          <a:latin typeface="Apple SD Gothic Neo"/>
                          <a:ea typeface="Apple SD Gothic Neo"/>
                          <a:cs typeface="Apple SD Gothic Neo"/>
                        </a:rPr>
                        <a:t>이전 대화의 정정 내용, 업무 결과와 허용된 사용자 기억을</a:t>
                      </a:r>
                    </a:p>
                    <a:p>
                      <a:pPr algn="l"/>
                      <a:r>
                        <a:rPr sz="2175" b="0">
                          <a:solidFill>
                            <a:srgbClr val="202B35"/>
                          </a:solidFill>
                          <a:latin typeface="Apple SD Gothic Neo"/>
                          <a:ea typeface="Apple SD Gothic Neo"/>
                          <a:cs typeface="Apple SD Gothic Neo"/>
                        </a:rPr>
                        <a:t>현재 요청에 필요한 맥락으로 활용할 수 있어야 한다.</a:t>
                      </a:r>
                    </a:p>
                  </a:txBody>
                  <a:tcPr marL="152400" marR="152400" marT="19050" marB="19050" anchor="ctr">
                    <a:solidFill>
                      <a:srgbClr val="F8FAFC"/>
                    </a:solidFill>
                  </a:tcPr>
                </a:tc>
                <a:tc>
                  <a:txBody>
                    <a:bodyPr/>
                    <a:lstStyle/>
                    <a:p>
                      <a:pPr algn="ctr"/>
                      <a:r>
                        <a:rPr sz="1950" b="0">
                          <a:solidFill>
                            <a:srgbClr val="202B35"/>
                          </a:solidFill>
                          <a:latin typeface="Apple SD Gothic Neo"/>
                          <a:ea typeface="Apple SD Gothic Neo"/>
                          <a:cs typeface="Apple SD Gothic Neo"/>
                        </a:rPr>
                        <a:t>04-45</a:t>
                      </a:r>
                    </a:p>
                  </a:txBody>
                  <a:tcPr marL="95250" marR="95250" marT="19050" marB="19050" anchor="ctr">
                    <a:solidFill>
                      <a:srgbClr val="F8FAFC"/>
                    </a:solidFill>
                  </a:tcPr>
                </a:tc>
              </a:tr>
            </a:tbl>
          </a:graphicData>
        </a:graphic>
      </p:graphicFrame>
      <p:sp>
        <p:nvSpPr>
          <p:cNvPr id="5" name="constraints-heading">
            <a:extLst>
              <a:ext uri="{FF2B5EF4-FFF2-40B4-BE49-F238E27FC236}">
                <ns2:creationId id="{D36FAAF4-C26E-41F6-BBE5-D3138EC855F1}"/>
              </a:ext>
            </a:extLst>
          </p:cNvPr>
          <p:cNvSpPr>
            <a:spLocks noGrp="1"/>
          </p:cNvSpPr>
          <p:nvPr/>
        </p:nvSpPr>
        <p:spPr>
          <a:xfrm>
            <a:off x="457200" y="7162800"/>
            <a:ext cx="17373600" cy="438150"/>
          </a:xfrm>
          <a:prstGeom prst="rect">
            <a:avLst/>
          </a:prstGeom>
          <a:noFill/>
          <a:ln w="0">
            <a:noFill/>
          </a:ln>
        </p:spPr>
        <p:txBody>
          <a:bodyPr wrap="none" lIns="0" tIns="0" rIns="0" bIns="0">
            <a:noAutofit/>
          </a:bodyPr>
          <a:lstStyle/>
          <a:p>
            <a:pPr>
              <a:defRPr sz="2700" b="1">
                <a:solidFill>
                  <a:srgbClr val="B96D14"/>
                </a:solidFill>
                <a:latin typeface="Apple SD Gothic Neo"/>
                <a:ea typeface="Apple SD Gothic Neo"/>
                <a:cs typeface="Apple SD Gothic Neo"/>
              </a:defRPr>
            </a:pPr>
            <a:r>
              <a:rPr sz="2700" b="1">
                <a:solidFill>
                  <a:srgbClr val="B96D14"/>
                </a:solidFill>
                <a:latin typeface="Apple SD Gothic Neo"/>
                <a:ea typeface="Apple SD Gothic Neo"/>
                <a:cs typeface="Apple SD Gothic Neo"/>
              </a:rPr>
              <a:t>제약사항</a:t>
            </a:r>
          </a:p>
        </p:txBody>
      </p:sp>
      <p:graphicFrame>
        <p:nvGraphicFramePr>
          <p:cNvPr id="6" name=""/>
          <p:cNvGraphicFramePr/>
          <p:nvPr/>
        </p:nvGraphicFramePr>
        <p:xfrm>
          <a:off x="457200" y="7686675"/>
          <a:ext cx="17373600" cy="2076450"/>
        </p:xfrm>
        <a:graphic>
          <a:graphicData uri="http://schemas.openxmlformats.org/drawingml/2006/table">
            <a:tbl>
              <a:tblPr firstRow="0" bandRow="0"/>
              <a:tblGrid>
                <a:gridCol w="952500"/>
                <a:gridCol w="3333750"/>
                <a:gridCol w="10572750"/>
                <a:gridCol w="2514600"/>
              </a:tblGrid>
              <a:tr h="476250">
                <a:tc>
                  <a:txBody>
                    <a:bodyPr/>
                    <a:lstStyle/>
                    <a:p>
                      <a:pPr algn="ctr"/>
                      <a:r>
                        <a:rPr sz="2025" b="1">
                          <a:solidFill>
                            <a:srgbClr val="FFFFFF"/>
                          </a:solidFill>
                          <a:latin typeface="Apple SD Gothic Neo"/>
                          <a:ea typeface="Apple SD Gothic Neo"/>
                          <a:cs typeface="Apple SD Gothic Neo"/>
                        </a:rPr>
                        <a:t>ID</a:t>
                      </a:r>
                    </a:p>
                  </a:txBody>
                  <a:tcPr marL="95250" marR="95250" marT="19050" marB="19050" anchor="ctr">
                    <a:solidFill>
                      <a:srgbClr val="B96D14"/>
                    </a:solidFill>
                  </a:tcPr>
                </a:tc>
                <a:tc>
                  <a:txBody>
                    <a:bodyPr/>
                    <a:lstStyle/>
                    <a:p>
                      <a:pPr algn="ctr"/>
                      <a:r>
                        <a:rPr sz="2025" b="1">
                          <a:solidFill>
                            <a:srgbClr val="FFFFFF"/>
                          </a:solidFill>
                          <a:latin typeface="Apple SD Gothic Neo"/>
                          <a:ea typeface="Apple SD Gothic Neo"/>
                          <a:cs typeface="Apple SD Gothic Neo"/>
                        </a:rPr>
                        <a:t>제약사항명</a:t>
                      </a:r>
                    </a:p>
                  </a:txBody>
                  <a:tcPr marL="95250" marR="95250" marT="19050" marB="19050" anchor="ctr">
                    <a:solidFill>
                      <a:srgbClr val="B96D14"/>
                    </a:solidFill>
                  </a:tcPr>
                </a:tc>
                <a:tc>
                  <a:txBody>
                    <a:bodyPr/>
                    <a:lstStyle/>
                    <a:p>
                      <a:pPr algn="l"/>
                      <a:r>
                        <a:rPr sz="2025" b="1">
                          <a:solidFill>
                            <a:srgbClr val="FFFFFF"/>
                          </a:solidFill>
                          <a:latin typeface="Apple SD Gothic Neo"/>
                          <a:ea typeface="Apple SD Gothic Neo"/>
                          <a:cs typeface="Apple SD Gothic Neo"/>
                        </a:rPr>
                        <a:t>설명</a:t>
                      </a:r>
                    </a:p>
                  </a:txBody>
                  <a:tcPr marL="152400" marR="152400" marT="19050" marB="19050" anchor="ctr">
                    <a:solidFill>
                      <a:srgbClr val="B96D14"/>
                    </a:solidFill>
                  </a:tcPr>
                </a:tc>
                <a:tc>
                  <a:txBody>
                    <a:bodyPr/>
                    <a:lstStyle/>
                    <a:p>
                      <a:pPr algn="ctr"/>
                      <a:r>
                        <a:rPr sz="2025" b="1">
                          <a:solidFill>
                            <a:srgbClr val="FFFFFF"/>
                          </a:solidFill>
                          <a:latin typeface="Apple SD Gothic Neo"/>
                          <a:ea typeface="Apple SD Gothic Neo"/>
                          <a:cs typeface="Apple SD Gothic Neo"/>
                        </a:rPr>
                        <a:t>관련 DP</a:t>
                      </a:r>
                    </a:p>
                  </a:txBody>
                  <a:tcPr marL="95250" marR="95250" marT="19050" marB="19050" anchor="ctr">
                    <a:solidFill>
                      <a:srgbClr val="B96D14"/>
                    </a:solidFill>
                  </a:tcPr>
                </a:tc>
              </a:tr>
              <a:tr h="800100">
                <a:tc>
                  <a:txBody>
                    <a:bodyPr/>
                    <a:lstStyle/>
                    <a:p>
                      <a:pPr algn="ctr"/>
                      <a:r>
                        <a:rPr sz="2175" b="1">
                          <a:solidFill>
                            <a:srgbClr val="B96D14"/>
                          </a:solidFill>
                          <a:latin typeface="Apple SD Gothic Neo"/>
                          <a:ea typeface="Apple SD Gothic Neo"/>
                          <a:cs typeface="Apple SD Gothic Neo"/>
                        </a:rPr>
                        <a:t>C1</a:t>
                      </a:r>
                    </a:p>
                  </a:txBody>
                  <a:tcPr marL="95250" marR="95250" marT="19050" marB="19050" anchor="ctr">
                    <a:solidFill>
                      <a:srgbClr val="FCF4E8"/>
                    </a:solidFill>
                  </a:tcPr>
                </a:tc>
                <a:tc>
                  <a:txBody>
                    <a:bodyPr/>
                    <a:lstStyle/>
                    <a:p>
                      <a:pPr algn="ctr"/>
                      <a:r>
                        <a:rPr sz="2175" b="1">
                          <a:solidFill>
                            <a:srgbClr val="202B35"/>
                          </a:solidFill>
                          <a:latin typeface="Apple SD Gothic Neo"/>
                          <a:ea typeface="Apple SD Gothic Neo"/>
                          <a:cs typeface="Apple SD Gothic Neo"/>
                        </a:rPr>
                        <a:t>음성과 의미 모델 분리</a:t>
                      </a:r>
                    </a:p>
                  </a:txBody>
                  <a:tcPr marL="95250" marR="95250" marT="19050" marB="19050" anchor="ctr">
                    <a:solidFill>
                      <a:srgbClr val="FCF4E8"/>
                    </a:solidFill>
                  </a:tcPr>
                </a:tc>
                <a:tc>
                  <a:txBody>
                    <a:bodyPr/>
                    <a:lstStyle/>
                    <a:p>
                      <a:pPr algn="l"/>
                      <a:r>
                        <a:rPr sz="2175" b="0">
                          <a:solidFill>
                            <a:srgbClr val="202B35"/>
                          </a:solidFill>
                          <a:latin typeface="Apple SD Gothic Neo"/>
                          <a:ea typeface="Apple SD Gothic Neo"/>
                          <a:cs typeface="Apple SD Gothic Neo"/>
                        </a:rPr>
                        <a:t>VIA와 VAD는 사용자 PC에서 실행하고, 음성과 의미 해석은 별도 클라우드 모델을</a:t>
                      </a:r>
                    </a:p>
                    <a:p>
                      <a:pPr algn="l"/>
                      <a:r>
                        <a:rPr sz="2175" b="0">
                          <a:solidFill>
                            <a:srgbClr val="202B35"/>
                          </a:solidFill>
                          <a:latin typeface="Apple SD Gothic Neo"/>
                          <a:ea typeface="Apple SD Gothic Neo"/>
                          <a:cs typeface="Apple SD Gothic Neo"/>
                        </a:rPr>
                        <a:t>Model Access를 통해 사용해야 한다.</a:t>
                      </a:r>
                    </a:p>
                  </a:txBody>
                  <a:tcPr marL="152400" marR="152400" marT="19050" marB="19050" anchor="ctr">
                    <a:solidFill>
                      <a:srgbClr val="FCF4E8"/>
                    </a:solidFill>
                  </a:tcPr>
                </a:tc>
                <a:tc>
                  <a:txBody>
                    <a:bodyPr/>
                    <a:lstStyle/>
                    <a:p>
                      <a:pPr algn="ctr"/>
                      <a:r>
                        <a:rPr sz="1950" b="0">
                          <a:solidFill>
                            <a:srgbClr val="202B35"/>
                          </a:solidFill>
                          <a:latin typeface="Apple SD Gothic Neo"/>
                          <a:ea typeface="Apple SD Gothic Neo"/>
                          <a:cs typeface="Apple SD Gothic Neo"/>
                        </a:rPr>
                        <a:t>04-41, 04-44,</a:t>
                      </a:r>
                    </a:p>
                    <a:p>
                      <a:pPr algn="ctr"/>
                      <a:r>
                        <a:rPr sz="1950" b="0">
                          <a:solidFill>
                            <a:srgbClr val="202B35"/>
                          </a:solidFill>
                          <a:latin typeface="Apple SD Gothic Neo"/>
                          <a:ea typeface="Apple SD Gothic Neo"/>
                          <a:cs typeface="Apple SD Gothic Neo"/>
                        </a:rPr>
                        <a:t>04-45</a:t>
                      </a:r>
                    </a:p>
                  </a:txBody>
                  <a:tcPr marL="95250" marR="95250" marT="19050" marB="19050" anchor="ctr">
                    <a:solidFill>
                      <a:srgbClr val="FCF4E8"/>
                    </a:solidFill>
                  </a:tcPr>
                </a:tc>
              </a:tr>
              <a:tr h="800100">
                <a:tc>
                  <a:txBody>
                    <a:bodyPr/>
                    <a:lstStyle/>
                    <a:p>
                      <a:pPr algn="ctr"/>
                      <a:r>
                        <a:rPr sz="2175" b="1">
                          <a:solidFill>
                            <a:srgbClr val="B96D14"/>
                          </a:solidFill>
                          <a:latin typeface="Apple SD Gothic Neo"/>
                          <a:ea typeface="Apple SD Gothic Neo"/>
                          <a:cs typeface="Apple SD Gothic Neo"/>
                        </a:rPr>
                        <a:t>C2</a:t>
                      </a:r>
                    </a:p>
                  </a:txBody>
                  <a:tcPr marL="95250" marR="95250" marT="19050" marB="19050" anchor="ctr">
                    <a:solidFill>
                      <a:srgbClr val="FEFAF3"/>
                    </a:solidFill>
                  </a:tcPr>
                </a:tc>
                <a:tc>
                  <a:txBody>
                    <a:bodyPr/>
                    <a:lstStyle/>
                    <a:p>
                      <a:pPr algn="ctr"/>
                      <a:r>
                        <a:rPr sz="2175" b="1">
                          <a:solidFill>
                            <a:srgbClr val="202B35"/>
                          </a:solidFill>
                          <a:latin typeface="Apple SD Gothic Neo"/>
                          <a:ea typeface="Apple SD Gothic Neo"/>
                          <a:cs typeface="Apple SD Gothic Neo"/>
                        </a:rPr>
                        <a:t>업무 실행 위임</a:t>
                      </a:r>
                    </a:p>
                  </a:txBody>
                  <a:tcPr marL="95250" marR="95250" marT="19050" marB="19050" anchor="ctr">
                    <a:solidFill>
                      <a:srgbClr val="FEFAF3"/>
                    </a:solidFill>
                  </a:tcPr>
                </a:tc>
                <a:tc>
                  <a:txBody>
                    <a:bodyPr/>
                    <a:lstStyle/>
                    <a:p>
                      <a:pPr algn="l"/>
                      <a:r>
                        <a:rPr sz="2175" b="0">
                          <a:solidFill>
                            <a:srgbClr val="202B35"/>
                          </a:solidFill>
                          <a:latin typeface="Apple SD Gothic Neo"/>
                          <a:ea typeface="Apple SD Gothic Neo"/>
                          <a:cs typeface="Apple SD Gothic Neo"/>
                        </a:rPr>
                        <a:t>실제 업무 수행에 필요한 도메인 추론, 계획, 도구 선택과 실행은</a:t>
                      </a:r>
                    </a:p>
                    <a:p>
                      <a:pPr algn="l"/>
                      <a:r>
                        <a:rPr sz="2175" b="0">
                          <a:solidFill>
                            <a:srgbClr val="202B35"/>
                          </a:solidFill>
                          <a:latin typeface="Apple SD Gothic Neo"/>
                          <a:ea typeface="Apple SD Gothic Neo"/>
                          <a:cs typeface="Apple SD Gothic Neo"/>
                        </a:rPr>
                        <a:t>Downstream Agent에 위임해야 한다.</a:t>
                      </a:r>
                    </a:p>
                  </a:txBody>
                  <a:tcPr marL="152400" marR="152400" marT="19050" marB="19050" anchor="ctr">
                    <a:solidFill>
                      <a:srgbClr val="FEFAF3"/>
                    </a:solidFill>
                  </a:tcPr>
                </a:tc>
                <a:tc>
                  <a:txBody>
                    <a:bodyPr/>
                    <a:lstStyle/>
                    <a:p>
                      <a:pPr algn="ctr"/>
                      <a:r>
                        <a:rPr sz="1950" b="0">
                          <a:solidFill>
                            <a:srgbClr val="202B35"/>
                          </a:solidFill>
                          <a:latin typeface="Apple SD Gothic Neo"/>
                          <a:ea typeface="Apple SD Gothic Neo"/>
                          <a:cs typeface="Apple SD Gothic Neo"/>
                        </a:rPr>
                        <a:t>04-41, 04-42,</a:t>
                      </a:r>
                    </a:p>
                    <a:p>
                      <a:pPr algn="ctr"/>
                      <a:r>
                        <a:rPr sz="1950" b="0">
                          <a:solidFill>
                            <a:srgbClr val="202B35"/>
                          </a:solidFill>
                          <a:latin typeface="Apple SD Gothic Neo"/>
                          <a:ea typeface="Apple SD Gothic Neo"/>
                          <a:cs typeface="Apple SD Gothic Neo"/>
                        </a:rPr>
                        <a:t>04-44</a:t>
                      </a:r>
                    </a:p>
                  </a:txBody>
                  <a:tcPr marL="95250" marR="95250" marT="19050" marB="19050" anchor="ctr">
                    <a:solidFill>
                      <a:srgbClr val="FEFAF3"/>
                    </a:solidFill>
                  </a:tcPr>
                </a:tc>
              </a:tr>
            </a:tbl>
          </a:graphicData>
        </a:graphic>
      </p:graphicFrame>
      <p:sp>
        <p:nvSpPr>
          <p:cNvPr id="7" name="mapping-boundary">
            <a:extLst>
              <a:ext uri="{FF2B5EF4-FFF2-40B4-BE49-F238E27FC236}">
                <ns2:creationId id="{07A64B9E-7E9D-41F7-8E41-80C979F479C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25" b="0">
                <a:solidFill>
                  <a:srgbClr val="586878"/>
                </a:solidFill>
                <a:latin typeface="Apple SD Gothic Neo"/>
                <a:ea typeface="Apple SD Gothic Neo"/>
                <a:cs typeface="Apple SD Gothic Neo"/>
              </a:defRPr>
            </a:pPr>
            <a:r>
              <a:rPr sz="1725" b="0">
                <a:solidFill>
                  <a:srgbClr val="586878"/>
                </a:solidFill>
                <a:latin typeface="Apple SD Gothic Neo"/>
                <a:ea typeface="Apple SD Gothic Neo"/>
                <a:cs typeface="Apple SD Gothic Neo"/>
              </a:rPr>
              <a:t>관련 DP는 직접 설계 영향만 표시한다. 로컬 VAD와 업무 상태의 권위는 VIA에 있으며 모델 공급자는 별도 reference다.</a:t>
            </a:r>
          </a:p>
        </p:txBody>
      </p:sp>
      <p:sp>
        <p:nvSpPr>
          <p:cNvPr id="8" name="v2-477-header-white">
            <a:extLst>
              <a:ext uri="{FF2B5EF4-FFF2-40B4-BE49-F238E27FC236}">
                <ns2:creationId id="{F3814450-0FB5-43D2-AEB7-4075D326D128}"/>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9" name="v2-478-page">
            <a:extLst>
              <a:ext uri="{FF2B5EF4-FFF2-40B4-BE49-F238E27FC236}">
                <ns2:creationId id="{77611AE9-1783-439E-97A9-0C8A472A690C}"/>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요구사항과 QA / v2 8</a:t>
            </a:r>
          </a:p>
        </p:txBody>
      </p:sp>
    </p:spTree>
    <p:extLst>
      <p:ext uri="{BB962C8B-B14F-4D97-AF65-F5344CB8AC3E}">
        <p14:creationId val="1503880560"/>
      </p:ext>
    </p:extLst>
  </p:cSld>
</p:sld>
</file>

<file path=ppt/slides/slide38.xml><?xml version="1.0" encoding="utf-8"?>
<p:sld xmlns:a="http://schemas.openxmlformats.org/drawingml/2006/main" xmlns:ns2="http://schemas.microsoft.com/office/drawing/2014/main" xmlns:p="http://schemas.openxmlformats.org/presentationml/2006/main" xmlns:p14="http://schemas.microsoft.com/office/powerpoint/2010/main">
  <p:cSld name="quality-01-03-v2">
    <p:bg>
      <p:bgPr>
        <a:solidFill>
          <a:srgbClr val="FFFFFF"/>
        </a:solidFill>
      </p:bgPr>
    </p:bg>
    <p:spTree>
      <p:nvGrpSpPr>
        <p:cNvPr id="1" name=""/>
        <p:cNvGrpSpPr/>
        <p:nvPr/>
      </p:nvGrpSpPr>
      <p:grpSpPr>
        <a:xfrm/>
      </p:grpSpPr>
      <p:sp>
        <p:nvSpPr>
          <p:cNvPr id="2" name="title">
            <a:extLst>
              <a:ext uri="{FF2B5EF4-FFF2-40B4-BE49-F238E27FC236}">
                <ns2:creationId id="{D47C90FA-CC78-4FE4-BB65-C5695A80957C}"/>
              </a:ext>
            </a:extLst>
          </p:cNvPr>
          <p:cNvSpPr>
            <a:spLocks noGrp="1"/>
          </p:cNvSpPr>
          <p:nvPr/>
        </p:nvSpPr>
        <p:spPr>
          <a:xfrm>
            <a:off x="457200" y="247650"/>
            <a:ext cx="15716250" cy="800100"/>
          </a:xfrm>
          <a:prstGeom prst="rect">
            <a:avLst/>
          </a:prstGeom>
          <a:noFill/>
          <a:ln w="0">
            <a:noFill/>
          </a:ln>
        </p:spPr>
        <p:txBody>
          <a:bodyPr wrap="none" lIns="0" tIns="0" rIns="0" bIns="0">
            <a:noAutofit/>
          </a:bodyPr>
          <a:lstStyle/>
          <a:p>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품질 요구사항</a:t>
            </a:r>
          </a:p>
        </p:txBody>
      </p:sp>
      <p:sp>
        <p:nvSpPr>
          <p:cNvPr id="3" name="header-rule">
            <a:extLst>
              <a:ext uri="{FF2B5EF4-FFF2-40B4-BE49-F238E27FC236}">
                <ns2:creationId id="{1AE99F0D-1516-4243-8AA2-E5731C72807E}"/>
              </a:ext>
            </a:extLst>
          </p:cNvPr>
          <p:cNvSpPr>
            <a:spLocks noGrp="1"/>
          </p:cNvSpPr>
          <p:nvPr/>
        </p:nvSpPr>
        <p:spPr>
          <a:xfrm>
            <a:off x="457200" y="1066800"/>
            <a:ext cx="17373600" cy="19050"/>
          </a:xfrm>
          <a:prstGeom prst="rect">
            <a:avLst/>
          </a:prstGeom>
          <a:solidFill>
            <a:srgbClr val="9E9E9E"/>
          </a:solidFill>
          <a:ln w="0">
            <a:noFill/>
          </a:ln>
        </p:spPr>
      </p:sp>
      <p:sp>
        <p:nvSpPr>
          <p:cNvPr id="4" name="page">
            <a:extLst>
              <a:ext uri="{FF2B5EF4-FFF2-40B4-BE49-F238E27FC236}">
                <ns2:creationId id="{F4DB649A-571F-4189-B090-07C989DEC292}"/>
              </a:ext>
            </a:extLst>
          </p:cNvPr>
          <p:cNvSpPr>
            <a:spLocks noGrp="1"/>
          </p:cNvSpPr>
          <p:nvPr/>
        </p:nvSpPr>
        <p:spPr>
          <a:xfrm>
            <a:off x="16611600" y="504825"/>
            <a:ext cx="1219200" cy="333375"/>
          </a:xfrm>
          <a:prstGeom prst="rect">
            <a:avLst/>
          </a:prstGeom>
          <a:noFill/>
          <a:ln w="0">
            <a:noFill/>
          </a:ln>
        </p:spPr>
        <p:txBody>
          <a:bodyPr wrap="none" lIns="0" tIns="0" rIns="0" bIns="0">
            <a:noAutofit/>
          </a:bodyPr>
          <a:lstStyle/>
          <a:p>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1 / 6</a:t>
            </a:r>
          </a:p>
        </p:txBody>
      </p:sp>
      <p:sp>
        <p:nvSpPr>
          <p:cNvPr id="5" name="headline">
            <a:extLst>
              <a:ext uri="{FF2B5EF4-FFF2-40B4-BE49-F238E27FC236}">
                <ns2:creationId id="{08F1D3F3-1A1B-4338-87BE-7C207667BD5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핵심 품질속성: 정확성과 응답시간</a:t>
            </a:r>
          </a:p>
        </p:txBody>
      </p:sp>
      <p:sp>
        <p:nvSpPr>
          <p:cNvPr id="6" name="scope">
            <a:extLst>
              <a:ext uri="{FF2B5EF4-FFF2-40B4-BE49-F238E27FC236}">
                <ns2:creationId id="{064941F4-6E33-466E-95E4-0C2FC73BDA93}"/>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a:solidFill>
                  <a:srgbClr val="222A35"/>
                </a:solidFill>
                <a:latin typeface="Apple SD Gothic Neo"/>
                <a:ea typeface="Apple SD Gothic Neo"/>
                <a:cs typeface="Apple SD Gothic Neo"/>
              </a:defRPr>
            </a:pPr>
            <a:r>
              <a:rPr sz="2100" b="0">
                <a:solidFill>
                  <a:srgbClr val="222A35"/>
                </a:solidFill>
                <a:latin typeface="Apple SD Gothic Neo"/>
                <a:ea typeface="Apple SD Gothic Neo"/>
                <a:cs typeface="Apple SD Gothic Neo"/>
              </a:rPr>
              <a:t>같은 P21: 21개 사례를 5회 독립 반복. 번호순 우선 선택, 낮은 순위 약점은 tactic으로 보완</a:t>
            </a:r>
          </a:p>
        </p:txBody>
      </p:sp>
      <p:graphicFrame>
        <p:nvGraphicFramePr>
          <p:cNvPr id="7"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r>
                        <a:rPr sz="2025" b="1">
                          <a:solidFill>
                            <a:srgbClr val="FFFFFF"/>
                          </a:solidFill>
                          <a:latin typeface="Apple SD Gothic Neo"/>
                          <a:ea typeface="Apple SD Gothic Neo"/>
                          <a:cs typeface="Apple SD Gothic Neo"/>
                        </a:rPr>
                        <a:t>ID</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분류</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Title</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Scenario / 지표 / 목표 근거</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우선순위</a:t>
                      </a:r>
                    </a:p>
                  </a:txBody>
                  <a:tcPr marL="133350" marR="114300" marT="57150" marB="57150" anchor="ctr">
                    <a:solidFill>
                      <a:srgbClr val="4472C4"/>
                    </a:solidFill>
                  </a:tcPr>
                </a:tc>
              </a:tr>
              <a:tr h="2333625">
                <a:tc>
                  <a:txBody>
                    <a:bodyPr/>
                    <a:lstStyle/>
                    <a:p>
                      <a:pPr algn="ctr"/>
                      <a:r>
                        <a:rPr sz="1875" b="0">
                          <a:solidFill>
                            <a:srgbClr val="222A35"/>
                          </a:solidFill>
                          <a:latin typeface="Apple SD Gothic Neo"/>
                          <a:ea typeface="Apple SD Gothic Neo"/>
                          <a:cs typeface="Apple SD Gothic Neo"/>
                        </a:rPr>
                        <a:t>ASR-QA-01</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Accuracy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요청 처리</a:t>
                      </a:r>
                    </a:p>
                    <a:p>
                      <a:pPr algn="ctr"/>
                      <a:r>
                        <a:rPr sz="2550" b="1">
                          <a:solidFill>
                            <a:srgbClr val="222A35"/>
                          </a:solidFill>
                          <a:latin typeface="Apple SD Gothic Neo"/>
                          <a:ea typeface="Apple SD Gothic Neo"/>
                          <a:cs typeface="Apple SD Gothic Neo"/>
                        </a:rPr>
                        <a:t>정확성</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사용자의 의도와 확인된 사실에 맞게 요청을 처리하는 능력</a:t>
                      </a:r>
                    </a:p>
                    <a:p>
                      <a:pPr algn="l"/>
                      <a:r>
                        <a:rPr sz="2325" b="1">
                          <a:solidFill>
                            <a:srgbClr val="43AACC"/>
                          </a:solidFill>
                          <a:latin typeface="Apple SD Gothic Neo"/>
                          <a:ea typeface="Apple SD Gothic Neo"/>
                          <a:cs typeface="Apple SD Gothic Neo"/>
                        </a:rPr>
                        <a:t>필수 정답 조건 충족률 ≥ 98%</a:t>
                      </a:r>
                    </a:p>
                    <a:p>
                      <a:pPr algn="l"/>
                      <a:r>
                        <a:rPr sz="1950" b="0">
                          <a:solidFill>
                            <a:srgbClr val="222A35"/>
                          </a:solidFill>
                          <a:latin typeface="Apple SD Gothic Neo"/>
                          <a:ea typeface="Apple SD Gothic Neo"/>
                          <a:cs typeface="Apple SD Gothic Neo"/>
                        </a:rPr>
                        <a:t>측정: 21개 Voice/Agent 사례 × 5회 × 6조건 = 630개</a:t>
                      </a:r>
                    </a:p>
                    <a:p>
                      <a:pPr algn="l"/>
                      <a:r>
                        <a:rPr sz="1950" b="0">
                          <a:solidFill>
                            <a:srgbClr val="56606B"/>
                          </a:solidFill>
                          <a:latin typeface="Apple SD Gothic Neo"/>
                          <a:ea typeface="Apple SD Gothic Neo"/>
                          <a:cs typeface="Apple SD Gothic Neo"/>
                        </a:rPr>
                        <a:t>근거: 50개 조건당 오류 1개 이하, 전체 시나리오 실패 ≤5%</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1</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ASR-QA-02</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상호작용</a:t>
                      </a:r>
                    </a:p>
                    <a:p>
                      <a:pPr algn="ctr"/>
                      <a:r>
                        <a:rPr sz="2550" b="1">
                          <a:solidFill>
                            <a:srgbClr val="222A35"/>
                          </a:solidFill>
                          <a:latin typeface="Apple SD Gothic Neo"/>
                          <a:ea typeface="Apple SD Gothic Neo"/>
                          <a:cs typeface="Apple SD Gothic Neo"/>
                        </a:rPr>
                        <a:t>응답시간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 입력이나 업무 상태 변화에 VIA가 알맞은 답변이나 동작으로 반응하기까지 걸리는 시간 (예: VIA가 말하는 중 사용자 끼어들기 → 음성 재생 중단, Agent의 확인 질문 도착 → 사용자에게 질문 제시)</a:t>
                      </a:r>
                    </a:p>
                    <a:p>
                      <a:pPr algn="l"/>
                      <a:r>
                        <a:rPr sz="2325" b="1">
                          <a:solidFill>
                            <a:srgbClr val="43AACC"/>
                          </a:solidFill>
                          <a:latin typeface="Apple SD Gothic Neo"/>
                          <a:ea typeface="Apple SD Gothic Neo"/>
                          <a:cs typeface="Apple SD Gothic Neo"/>
                        </a:rPr>
                        <a:t>평균 상호작용 응답시간 ≤ 1초</a:t>
                      </a:r>
                    </a:p>
                    <a:p>
                      <a:pPr algn="l"/>
                      <a:r>
                        <a:rPr sz="1950" b="0">
                          <a:solidFill>
                            <a:srgbClr val="222A35"/>
                          </a:solidFill>
                          <a:latin typeface="Apple SD Gothic Neo"/>
                          <a:ea typeface="Apple SD Gothic Neo"/>
                          <a:cs typeface="Apple SD Gothic Neo"/>
                        </a:rPr>
                        <a:t>측정: 모든 사례의 지정 반응 27개 × 5회 = 135관측</a:t>
                      </a:r>
                    </a:p>
                    <a:p>
                      <a:pPr algn="l"/>
                      <a:r>
                        <a:rPr sz="1950" b="0">
                          <a:solidFill>
                            <a:srgbClr val="56606B"/>
                          </a:solidFill>
                          <a:latin typeface="Apple SD Gothic Neo"/>
                          <a:ea typeface="Apple SD Gothic Neo"/>
                          <a:cs typeface="Apple SD Gothic Neo"/>
                        </a:rPr>
                        <a:t>근거: 대화 흐름 1초, 끼어들기 local stop 0.1초 관리</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2</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ASR-QA-03</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요청</a:t>
                      </a:r>
                    </a:p>
                    <a:p>
                      <a:pPr algn="ctr"/>
                      <a:r>
                        <a:rPr sz="2550" b="1">
                          <a:solidFill>
                            <a:srgbClr val="222A35"/>
                          </a:solidFill>
                          <a:latin typeface="Apple SD Gothic Neo"/>
                          <a:ea typeface="Apple SD Gothic Neo"/>
                          <a:cs typeface="Apple SD Gothic Neo"/>
                        </a:rPr>
                        <a:t>처리시간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요청 접수부터 최종 결과 전달까지, VIA의 처리와 대기로 걸리는 시간 (예: 보고서 작성 요청 → 요청 해석 → Agent에 작성 업무 인계 → 결과 수신 → 사용자에게 보고서 전달)</a:t>
                      </a:r>
                    </a:p>
                    <a:p>
                      <a:pPr algn="l"/>
                      <a:r>
                        <a:rPr sz="2325" b="1">
                          <a:solidFill>
                            <a:srgbClr val="43AACC"/>
                          </a:solidFill>
                          <a:latin typeface="Apple SD Gothic Neo"/>
                          <a:ea typeface="Apple SD Gothic Neo"/>
                          <a:cs typeface="Apple SD Gothic Neo"/>
                        </a:rPr>
                        <a:t>평균 VIA 요청 처리시간 ≤ 10초</a:t>
                      </a:r>
                    </a:p>
                    <a:p>
                      <a:pPr algn="l"/>
                      <a:r>
                        <a:rPr sz="1950" b="0">
                          <a:solidFill>
                            <a:srgbClr val="222A35"/>
                          </a:solidFill>
                          <a:latin typeface="Apple SD Gothic Neo"/>
                          <a:ea typeface="Apple SD Gothic Neo"/>
                          <a:cs typeface="Apple SD Gothic Neo"/>
                        </a:rPr>
                        <a:t>측정: 사용자 목표 19개 × 5회 = 95사이클</a:t>
                      </a:r>
                    </a:p>
                    <a:p>
                      <a:pPr algn="l"/>
                      <a:r>
                        <a:rPr sz="1950" b="0">
                          <a:solidFill>
                            <a:srgbClr val="56606B"/>
                          </a:solidFill>
                          <a:latin typeface="Apple SD Gothic Neo"/>
                          <a:ea typeface="Apple SD Gothic Neo"/>
                          <a:cs typeface="Apple SD Gothic Neo"/>
                        </a:rPr>
                        <a:t>근거: 의미 6초 + 연결 1초 + 전달 1초 + 재검증 2초</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3</a:t>
                      </a:r>
                    </a:p>
                  </a:txBody>
                  <a:tcPr marL="133350" marR="114300" marT="57150" marB="57150" anchor="ctr">
                    <a:solidFill>
                      <a:srgbClr val="FFF6DE"/>
                    </a:solidFill>
                  </a:tcPr>
                </a:tc>
              </a:tr>
            </a:tbl>
          </a:graphicData>
        </a:graphic>
      </p:graphicFrame>
      <p:sp>
        <p:nvSpPr>
          <p:cNvPr id="8" name="footer">
            <a:extLst>
              <a:ext uri="{FF2B5EF4-FFF2-40B4-BE49-F238E27FC236}">
                <ns2:creationId id="{CF41FBD7-DE2E-4A7B-B884-B8962A1AE515}"/>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P21: 정확성 630조건 / 반응 135관측 / 처리 95사이클 / 비용·메모리도 같은 5회 전체 활동</a:t>
            </a:r>
          </a:p>
        </p:txBody>
      </p:sp>
      <p:sp>
        <p:nvSpPr>
          <p:cNvPr id="9" name="v2-479-header-white">
            <a:extLst>
              <a:ext uri="{FF2B5EF4-FFF2-40B4-BE49-F238E27FC236}">
                <ns2:creationId id="{8927DBBD-92F1-44F7-A023-ABB343EF1302}"/>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10" name="v2-480-page">
            <a:extLst>
              <a:ext uri="{FF2B5EF4-FFF2-40B4-BE49-F238E27FC236}">
                <ns2:creationId id="{F202504E-E91A-4CDB-AF74-C05F5CDAC4CE}"/>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요구사항과 QA / v2 9</a:t>
            </a:r>
          </a:p>
        </p:txBody>
      </p:sp>
    </p:spTree>
    <p:extLst>
      <p:ext uri="{BB962C8B-B14F-4D97-AF65-F5344CB8AC3E}">
        <p14:creationId val="1354158922"/>
      </p:ext>
    </p:extLst>
  </p:cSld>
</p:sld>
</file>

<file path=ppt/slides/slide39.xml><?xml version="1.0" encoding="utf-8"?>
<p:sld xmlns:a="http://schemas.openxmlformats.org/drawingml/2006/main" xmlns:ns2="http://schemas.microsoft.com/office/drawing/2014/main" xmlns:p="http://schemas.openxmlformats.org/presentationml/2006/main" xmlns:p14="http://schemas.microsoft.com/office/powerpoint/2010/main">
  <p:cSld name="quality-04-06-v2">
    <p:bg>
      <p:bgPr>
        <a:solidFill>
          <a:srgbClr val="FFFFFF"/>
        </a:solidFill>
      </p:bgPr>
    </p:bg>
    <p:spTree>
      <p:nvGrpSpPr>
        <p:cNvPr id="1" name=""/>
        <p:cNvGrpSpPr/>
        <p:nvPr/>
      </p:nvGrpSpPr>
      <p:grpSpPr>
        <a:xfrm/>
      </p:grpSpPr>
      <p:sp>
        <p:nvSpPr>
          <p:cNvPr id="2" name="title">
            <a:extLst>
              <a:ext uri="{FF2B5EF4-FFF2-40B4-BE49-F238E27FC236}">
                <ns2:creationId id="{A7C103DE-C20F-43E0-AFE4-8567DC06D3B9}"/>
              </a:ext>
            </a:extLst>
          </p:cNvPr>
          <p:cNvSpPr>
            <a:spLocks noGrp="1"/>
          </p:cNvSpPr>
          <p:nvPr/>
        </p:nvSpPr>
        <p:spPr>
          <a:xfrm>
            <a:off x="457200" y="247650"/>
            <a:ext cx="15716250" cy="800100"/>
          </a:xfrm>
          <a:prstGeom prst="rect">
            <a:avLst/>
          </a:prstGeom>
          <a:noFill/>
          <a:ln w="0">
            <a:noFill/>
          </a:ln>
        </p:spPr>
        <p:txBody>
          <a:bodyPr wrap="none" lIns="0" tIns="0" rIns="0" bIns="0">
            <a:noAutofit/>
          </a:bodyPr>
          <a:lstStyle/>
          <a:p>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품질 요구사항</a:t>
            </a:r>
          </a:p>
        </p:txBody>
      </p:sp>
      <p:sp>
        <p:nvSpPr>
          <p:cNvPr id="3" name="header-rule">
            <a:extLst>
              <a:ext uri="{FF2B5EF4-FFF2-40B4-BE49-F238E27FC236}">
                <ns2:creationId id="{3B5E52BE-6306-46D5-8F90-0A9C27BA5EBD}"/>
              </a:ext>
            </a:extLst>
          </p:cNvPr>
          <p:cNvSpPr>
            <a:spLocks noGrp="1"/>
          </p:cNvSpPr>
          <p:nvPr/>
        </p:nvSpPr>
        <p:spPr>
          <a:xfrm>
            <a:off x="457200" y="1066800"/>
            <a:ext cx="17373600" cy="19050"/>
          </a:xfrm>
          <a:prstGeom prst="rect">
            <a:avLst/>
          </a:prstGeom>
          <a:solidFill>
            <a:srgbClr val="9E9E9E"/>
          </a:solidFill>
          <a:ln w="0">
            <a:noFill/>
          </a:ln>
        </p:spPr>
      </p:sp>
      <p:sp>
        <p:nvSpPr>
          <p:cNvPr id="4" name="page">
            <a:extLst>
              <a:ext uri="{FF2B5EF4-FFF2-40B4-BE49-F238E27FC236}">
                <ns2:creationId id="{A100A0F0-E488-48F8-A363-788164D86B29}"/>
              </a:ext>
            </a:extLst>
          </p:cNvPr>
          <p:cNvSpPr>
            <a:spLocks noGrp="1"/>
          </p:cNvSpPr>
          <p:nvPr/>
        </p:nvSpPr>
        <p:spPr>
          <a:xfrm>
            <a:off x="16611600" y="504825"/>
            <a:ext cx="1219200" cy="333375"/>
          </a:xfrm>
          <a:prstGeom prst="rect">
            <a:avLst/>
          </a:prstGeom>
          <a:noFill/>
          <a:ln w="0">
            <a:noFill/>
          </a:ln>
        </p:spPr>
        <p:txBody>
          <a:bodyPr wrap="none" lIns="0" tIns="0" rIns="0" bIns="0">
            <a:noAutofit/>
          </a:bodyPr>
          <a:lstStyle/>
          <a:p>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2 / 6</a:t>
            </a:r>
          </a:p>
        </p:txBody>
      </p:sp>
      <p:sp>
        <p:nvSpPr>
          <p:cNvPr id="5" name="headline">
            <a:extLst>
              <a:ext uri="{FF2B5EF4-FFF2-40B4-BE49-F238E27FC236}">
                <ns2:creationId id="{5FCFC1A5-4B22-4A58-A4BA-F5FC31B3461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핵심 품질속성: 비용, 변경 용이성과 메모리</a:t>
            </a:r>
          </a:p>
        </p:txBody>
      </p:sp>
      <p:sp>
        <p:nvSpPr>
          <p:cNvPr id="6" name="scope">
            <a:extLst>
              <a:ext uri="{FF2B5EF4-FFF2-40B4-BE49-F238E27FC236}">
                <ns2:creationId id="{43F222AB-BDF3-43BE-B5EA-191BCB45DCB2}"/>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a:solidFill>
                  <a:srgbClr val="222A35"/>
                </a:solidFill>
                <a:latin typeface="Apple SD Gothic Neo"/>
                <a:ea typeface="Apple SD Gothic Neo"/>
                <a:cs typeface="Apple SD Gothic Neo"/>
              </a:defRPr>
            </a:pPr>
            <a:r>
              <a:rPr sz="2100" b="0">
                <a:solidFill>
                  <a:srgbClr val="222A35"/>
                </a:solidFill>
                <a:latin typeface="Apple SD Gothic Neo"/>
                <a:ea typeface="Apple SD Gothic Neo"/>
                <a:cs typeface="Apple SD Gothic Neo"/>
              </a:rPr>
              <a:t>같은 P21: 21개 사례를 5회 독립 반복. 번호순 우선 선택, 낮은 순위 약점은 tactic으로 보완</a:t>
            </a:r>
          </a:p>
        </p:txBody>
      </p:sp>
      <p:graphicFrame>
        <p:nvGraphicFramePr>
          <p:cNvPr id="7"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r>
                        <a:rPr sz="2025" b="1">
                          <a:solidFill>
                            <a:srgbClr val="FFFFFF"/>
                          </a:solidFill>
                          <a:latin typeface="Apple SD Gothic Neo"/>
                          <a:ea typeface="Apple SD Gothic Neo"/>
                          <a:cs typeface="Apple SD Gothic Neo"/>
                        </a:rPr>
                        <a:t>ID</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분류</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Title</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Scenario / 지표 / 목표 근거</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우선순위</a:t>
                      </a:r>
                    </a:p>
                  </a:txBody>
                  <a:tcPr marL="133350" marR="114300" marT="57150" marB="57150" anchor="ctr">
                    <a:solidFill>
                      <a:srgbClr val="4472C4"/>
                    </a:solidFill>
                  </a:tcPr>
                </a:tc>
              </a:tr>
              <a:tr h="2333625">
                <a:tc>
                  <a:txBody>
                    <a:bodyPr/>
                    <a:lstStyle/>
                    <a:p>
                      <a:pPr algn="ctr"/>
                      <a:r>
                        <a:rPr sz="1875" b="0">
                          <a:solidFill>
                            <a:srgbClr val="222A35"/>
                          </a:solidFill>
                          <a:latin typeface="Apple SD Gothic Neo"/>
                          <a:ea typeface="Apple SD Gothic Neo"/>
                          <a:cs typeface="Apple SD Gothic Neo"/>
                        </a:rPr>
                        <a:t>ASR-QA-04</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Cost</a:t>
                      </a:r>
                    </a:p>
                    <a:p>
                      <a:pPr algn="ctr"/>
                      <a:r>
                        <a:rPr sz="2100" b="0">
                          <a:solidFill>
                            <a:srgbClr val="222A35"/>
                          </a:solidFill>
                          <a:latin typeface="Apple SD Gothic Neo"/>
                          <a:ea typeface="Apple SD Gothic Neo"/>
                          <a:cs typeface="Apple SD Gothic Neo"/>
                        </a:rPr>
                        <a:t>Efficiency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모델</a:t>
                      </a:r>
                    </a:p>
                    <a:p>
                      <a:pPr algn="ctr"/>
                      <a:r>
                        <a:rPr sz="2550" b="1">
                          <a:solidFill>
                            <a:srgbClr val="222A35"/>
                          </a:solidFill>
                          <a:latin typeface="Apple SD Gothic Neo"/>
                          <a:ea typeface="Apple SD Gothic Neo"/>
                          <a:cs typeface="Apple SD Gothic Neo"/>
                        </a:rPr>
                        <a:t>사용 비용</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동일한 사용자 활동을 처리하는 동안 VIA의 음성/의미 모델 사용에 드는 금액</a:t>
                      </a:r>
                    </a:p>
                    <a:p>
                      <a:pPr algn="l"/>
                      <a:r>
                        <a:rPr sz="2325" b="1">
                          <a:solidFill>
                            <a:srgbClr val="43AACC"/>
                          </a:solidFill>
                          <a:latin typeface="Apple SD Gothic Neo"/>
                          <a:ea typeface="Apple SD Gothic Neo"/>
                          <a:cs typeface="Apple SD Gothic Neo"/>
                        </a:rPr>
                        <a:t>P21 1묶음 평균 모델 비용 ≤ $0.50</a:t>
                      </a:r>
                    </a:p>
                    <a:p>
                      <a:pPr algn="l"/>
                      <a:r>
                        <a:rPr sz="1950" b="0">
                          <a:solidFill>
                            <a:srgbClr val="222A35"/>
                          </a:solidFill>
                          <a:latin typeface="Apple SD Gothic Neo"/>
                          <a:ea typeface="Apple SD Gothic Neo"/>
                          <a:cs typeface="Apple SD Gothic Neo"/>
                        </a:rPr>
                        <a:t>측정: 동일 P21 전체 5회 총 청구량의 평균 × 단가</a:t>
                      </a:r>
                    </a:p>
                    <a:p>
                      <a:pPr algn="l"/>
                      <a:r>
                        <a:rPr sz="1950" b="0">
                          <a:solidFill>
                            <a:srgbClr val="56606B"/>
                          </a:solidFill>
                          <a:latin typeface="Apple SD Gothic Neo"/>
                          <a:ea typeface="Apple SD Gothic Neo"/>
                          <a:cs typeface="Apple SD Gothic Neo"/>
                        </a:rPr>
                        <a:t>근거: 신규 audio·Text 기본 $0.351840 + 추가 여유 $0.148160</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4</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ASR-QA-05</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Maintainability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변경</a:t>
                      </a:r>
                    </a:p>
                    <a:p>
                      <a:pPr algn="ctr"/>
                      <a:r>
                        <a:rPr sz="2550" b="1">
                          <a:solidFill>
                            <a:srgbClr val="222A35"/>
                          </a:solidFill>
                          <a:latin typeface="Apple SD Gothic Neo"/>
                          <a:ea typeface="Apple SD Gothic Neo"/>
                          <a:cs typeface="Apple SD Gothic Neo"/>
                        </a:rPr>
                        <a:t>용이성</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모델/Agent/정보원/기능 계약의 변화를 다른 사용자 기능을 유지하면서 수용하는 능력</a:t>
                      </a:r>
                    </a:p>
                    <a:p>
                      <a:pPr algn="l"/>
                      <a:r>
                        <a:rPr sz="2325" b="1">
                          <a:solidFill>
                            <a:srgbClr val="43AACC"/>
                          </a:solidFill>
                          <a:latin typeface="Apple SD Gothic Neo"/>
                          <a:ea typeface="Apple SD Gothic Neo"/>
                          <a:cs typeface="Apple SD Gothic Neo"/>
                        </a:rPr>
                        <a:t>평균 변경 책임 단위 수 ≤ 3개</a:t>
                      </a:r>
                    </a:p>
                    <a:p>
                      <a:pPr algn="l"/>
                      <a:r>
                        <a:rPr sz="1950" b="0">
                          <a:solidFill>
                            <a:srgbClr val="222A35"/>
                          </a:solidFill>
                          <a:latin typeface="Apple SD Gothic Neo"/>
                          <a:ea typeface="Apple SD Gothic Neo"/>
                          <a:cs typeface="Apple SD Gothic Neo"/>
                        </a:rPr>
                        <a:t>측정: 6개 변경 과제의 고유 수정 책임 수 평균</a:t>
                      </a:r>
                    </a:p>
                    <a:p>
                      <a:pPr algn="l"/>
                      <a:r>
                        <a:rPr sz="1950" b="0">
                          <a:solidFill>
                            <a:srgbClr val="56606B"/>
                          </a:solidFill>
                          <a:latin typeface="Apple SD Gothic Neo"/>
                          <a:ea typeface="Apple SD Gothic Neo"/>
                          <a:cs typeface="Apple SD Gothic Neo"/>
                        </a:rPr>
                        <a:t>근거: 일상 변경을 adapter/생산/소비 약 3개 책임에 국소화</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5</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ASR-QA-06</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Resource</a:t>
                      </a:r>
                    </a:p>
                    <a:p>
                      <a:pPr algn="ctr"/>
                      <a:r>
                        <a:rPr sz="2100" b="0">
                          <a:solidFill>
                            <a:srgbClr val="222A35"/>
                          </a:solidFill>
                          <a:latin typeface="Apple SD Gothic Neo"/>
                          <a:ea typeface="Apple SD Gothic Neo"/>
                          <a:cs typeface="Apple SD Gothic Neo"/>
                        </a:rPr>
                        <a:t>Efficiency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로컬 VIA</a:t>
                      </a:r>
                    </a:p>
                    <a:p>
                      <a:pPr algn="ctr"/>
                      <a:r>
                        <a:rPr sz="2550" b="1">
                          <a:solidFill>
                            <a:srgbClr val="222A35"/>
                          </a:solidFill>
                          <a:latin typeface="Apple SD Gothic Neo"/>
                          <a:ea typeface="Apple SD Gothic Neo"/>
                          <a:cs typeface="Apple SD Gothic Neo"/>
                        </a:rPr>
                        <a:t>메모리 사용량</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동일한 활동과 동시 부하에서 VIA가 로컬 PC에 할당해 유지하는 메모리의 최대량</a:t>
                      </a:r>
                    </a:p>
                    <a:p>
                      <a:pPr algn="l"/>
                      <a:r>
                        <a:rPr sz="2325" b="1">
                          <a:solidFill>
                            <a:srgbClr val="43AACC"/>
                          </a:solidFill>
                          <a:latin typeface="Apple SD Gothic Neo"/>
                          <a:ea typeface="Apple SD Gothic Neo"/>
                          <a:cs typeface="Apple SD Gothic Neo"/>
                        </a:rPr>
                        <a:t>최대 전체 commit 메모리 ≤ 4GiB</a:t>
                      </a:r>
                    </a:p>
                    <a:p>
                      <a:pPr algn="l"/>
                      <a:r>
                        <a:rPr sz="1950" b="0">
                          <a:solidFill>
                            <a:srgbClr val="222A35"/>
                          </a:solidFill>
                          <a:latin typeface="Apple SD Gothic Neo"/>
                          <a:ea typeface="Apple SD Gothic Neo"/>
                          <a:cs typeface="Apple SD Gothic Neo"/>
                        </a:rPr>
                        <a:t>측정: 동일 P21 전체 5회 중 최대 동시 commit량</a:t>
                      </a:r>
                    </a:p>
                    <a:p>
                      <a:pPr algn="l"/>
                      <a:r>
                        <a:rPr sz="1950" b="0">
                          <a:solidFill>
                            <a:srgbClr val="56606B"/>
                          </a:solidFill>
                          <a:latin typeface="Apple SD Gothic Neo"/>
                          <a:ea typeface="Apple SD Gothic Neo"/>
                          <a:cs typeface="Apple SD Gothic Neo"/>
                        </a:rPr>
                        <a:t>근거: 32GB급 PC의 사용자 앱과 공존하는 VIA 4GiB 예산</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6</a:t>
                      </a:r>
                    </a:p>
                  </a:txBody>
                  <a:tcPr marL="133350" marR="114300" marT="57150" marB="57150" anchor="ctr">
                    <a:solidFill>
                      <a:srgbClr val="FFF6DE"/>
                    </a:solidFill>
                  </a:tcPr>
                </a:tc>
              </a:tr>
            </a:tbl>
          </a:graphicData>
        </a:graphic>
      </p:graphicFrame>
      <p:sp>
        <p:nvSpPr>
          <p:cNvPr id="8" name="footer">
            <a:extLst>
              <a:ext uri="{FF2B5EF4-FFF2-40B4-BE49-F238E27FC236}">
                <ns2:creationId id="{69BC8A58-5AA0-4B2D-847A-805E0A30BBBB}"/>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P21: 정확성 630조건 / 반응 135관측 / 처리 95사이클 / 비용·메모리도 같은 5회 전체 활동</a:t>
            </a:r>
          </a:p>
        </p:txBody>
      </p:sp>
      <p:sp>
        <p:nvSpPr>
          <p:cNvPr id="9" name="v2-481-header-white">
            <a:extLst>
              <a:ext uri="{FF2B5EF4-FFF2-40B4-BE49-F238E27FC236}">
                <ns2:creationId id="{905CD084-C2FD-4A44-A371-FE8BA573EABD}"/>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10" name="v2-482-page">
            <a:extLst>
              <a:ext uri="{FF2B5EF4-FFF2-40B4-BE49-F238E27FC236}">
                <ns2:creationId id="{E2F85742-725E-4328-ACBC-F45D7229ABB2}"/>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요구사항과 QA / v2 10</a:t>
            </a:r>
          </a:p>
        </p:txBody>
      </p:sp>
    </p:spTree>
    <p:extLst>
      <p:ext uri="{BB962C8B-B14F-4D97-AF65-F5344CB8AC3E}">
        <p14:creationId val="1472402474"/>
      </p:ext>
    </p:extLst>
  </p:cSld>
</p:sld>
</file>

<file path=ppt/slides/slide40.xml><?xml version="1.0" encoding="utf-8"?>
<p:sld xmlns:a="http://schemas.openxmlformats.org/drawingml/2006/main" xmlns:ns2="http://schemas.microsoft.com/office/drawing/2014/main" xmlns:p="http://schemas.openxmlformats.org/presentationml/2006/main" xmlns:p14="http://schemas.microsoft.com/office/powerpoint/2010/main">
  <p:cSld name="overview-v2">
    <p:bg>
      <p:bgPr>
        <a:solidFill>
          <a:srgbClr val="FFFFFF"/>
        </a:solidFill>
      </p:bgPr>
    </p:bg>
    <p:spTree>
      <p:nvGrpSpPr>
        <p:cNvPr id="1" name=""/>
        <p:cNvGrpSpPr/>
        <p:nvPr/>
      </p:nvGrpSpPr>
      <p:grpSpPr>
        <a:xfrm/>
      </p:grpSpPr>
      <p:sp>
        <p:nvSpPr>
          <p:cNvPr id="2" name="overview-title">
            <a:extLst>
              <a:ext uri="{FF2B5EF4-FFF2-40B4-BE49-F238E27FC236}">
                <ns2:creationId id="{3FA9B9E0-1721-440B-B414-98E51D89BDE8}"/>
              </a:ext>
            </a:extLst>
          </p:cNvPr>
          <p:cNvSpPr>
            <a:spLocks noGrp="1"/>
          </p:cNvSpPr>
          <p:nvPr/>
        </p:nvSpPr>
        <p:spPr>
          <a:xfrm>
            <a:off x="495300" y="228600"/>
            <a:ext cx="6667500" cy="704850"/>
          </a:xfrm>
          <a:prstGeom prst="rect">
            <a:avLst/>
          </a:prstGeom>
          <a:noFill/>
          <a:ln w="0">
            <a:noFill/>
            <a:prstDash val="solid"/>
          </a:ln>
        </p:spPr>
        <p:txBody>
          <a:bodyPr wrap="none" lIns="0" tIns="0" rIns="0" bIns="0" anchor="ctr">
            <a:noAutofit/>
          </a:bodyPr>
          <a:lstStyle/>
          <a:p>
            <a:pPr algn="l">
              <a:defRPr sz="4800" b="1">
                <a:solidFill>
                  <a:srgbClr val="141414"/>
                </a:solidFill>
                <a:latin typeface="Apple SD Gothic Neo"/>
                <a:ea typeface="Apple SD Gothic Neo"/>
                <a:cs typeface="Apple SD Gothic Neo"/>
              </a:defRPr>
            </a:pPr>
            <a:r>
              <a:rPr sz="4800" b="1">
                <a:solidFill>
                  <a:srgbClr val="141414"/>
                </a:solidFill>
                <a:latin typeface="Apple SD Gothic Neo"/>
                <a:ea typeface="Apple SD Gothic Neo"/>
                <a:cs typeface="Apple SD Gothic Neo"/>
              </a:rPr>
              <a:t>설계 Overview</a:t>
            </a:r>
          </a:p>
        </p:txBody>
      </p:sp>
      <p:sp>
        <p:nvSpPr>
          <p:cNvPr id="3" name="overview-step-0">
            <a:extLst>
              <a:ext uri="{FF2B5EF4-FFF2-40B4-BE49-F238E27FC236}">
                <ns2:creationId id="{5D2C6240-291B-463B-B74F-9D4C53059BC2}"/>
              </a:ext>
            </a:extLst>
          </p:cNvPr>
          <p:cNvSpPr>
            <a:spLocks noGrp="1"/>
          </p:cNvSpPr>
          <p:nvPr/>
        </p:nvSpPr>
        <p:spPr>
          <a:xfrm>
            <a:off x="10763250" y="276225"/>
            <a:ext cx="1457325" cy="447675"/>
          </a:xfrm>
          <a:custGeom>
            <a:pathLst>
              <a:path w="1457325" h="447675">
                <a:moveTo>
                  <a:pt x="0" y="0"/>
                </a:moveTo>
                <a:lnTo>
                  <a:pt x="1276350" y="0"/>
                </a:lnTo>
                <a:lnTo>
                  <a:pt x="1457325" y="223838"/>
                </a:lnTo>
                <a:lnTo>
                  <a:pt x="1276350" y="447675"/>
                </a:lnTo>
                <a:lnTo>
                  <a:pt x="0" y="447675"/>
                </a:lnTo>
                <a:close/>
              </a:path>
            </a:pathLst>
          </a:custGeom>
          <a:solidFill>
            <a:srgbClr val="95989B"/>
          </a:solidFill>
          <a:ln w="28575">
            <a:solidFill>
              <a:srgbClr val="FFFFFF"/>
            </a:solidFill>
            <a:prstDash val="solid"/>
          </a:ln>
        </p:spPr>
      </p:sp>
      <p:sp>
        <p:nvSpPr>
          <p:cNvPr id="4" name="overview-step-label-0">
            <a:extLst>
              <a:ext uri="{FF2B5EF4-FFF2-40B4-BE49-F238E27FC236}">
                <ns2:creationId id="{FBA08701-9047-4A3A-8332-AFBAB7D43ECD}"/>
              </a:ext>
            </a:extLst>
          </p:cNvPr>
          <p:cNvSpPr>
            <a:spLocks noGrp="1"/>
          </p:cNvSpPr>
          <p:nvPr/>
        </p:nvSpPr>
        <p:spPr>
          <a:xfrm>
            <a:off x="10763250" y="276225"/>
            <a:ext cx="1371600" cy="447675"/>
          </a:xfrm>
          <a:prstGeom prst="rect">
            <a:avLst/>
          </a:prstGeom>
          <a:noFill/>
          <a:ln w="0">
            <a:noFill/>
            <a:prstDash val="solid"/>
          </a:ln>
        </p:spPr>
        <p:txBody>
          <a:bodyPr wrap="none" lIns="0" tIns="0" rIns="0" bIns="0" anchor="ctr">
            <a:noAutofit/>
          </a:bodyPr>
          <a:lstStyle/>
          <a:p>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배경과 소개</a:t>
            </a:r>
          </a:p>
        </p:txBody>
      </p:sp>
      <p:sp>
        <p:nvSpPr>
          <p:cNvPr id="5" name="overview-step-1">
            <a:extLst>
              <a:ext uri="{FF2B5EF4-FFF2-40B4-BE49-F238E27FC236}">
                <ns2:creationId id="{7F812109-A2ED-4705-90C6-57E5683CB498}"/>
              </a:ext>
            </a:extLst>
          </p:cNvPr>
          <p:cNvSpPr>
            <a:spLocks noGrp="1"/>
          </p:cNvSpPr>
          <p:nvPr/>
        </p:nvSpPr>
        <p:spPr>
          <a:xfrm>
            <a:off x="12172950" y="276225"/>
            <a:ext cx="1457325" cy="447675"/>
          </a:xfrm>
          <a:custGeom>
            <a:pathLst>
              <a:path w="1457325" h="447675">
                <a:moveTo>
                  <a:pt x="0" y="0"/>
                </a:moveTo>
                <a:lnTo>
                  <a:pt x="1276350" y="0"/>
                </a:lnTo>
                <a:lnTo>
                  <a:pt x="1457325" y="223838"/>
                </a:lnTo>
                <a:lnTo>
                  <a:pt x="1276350" y="447675"/>
                </a:lnTo>
                <a:lnTo>
                  <a:pt x="0" y="447675"/>
                </a:lnTo>
                <a:lnTo>
                  <a:pt x="180975" y="223838"/>
                </a:lnTo>
                <a:close/>
              </a:path>
            </a:pathLst>
          </a:custGeom>
          <a:solidFill>
            <a:srgbClr val="95989B"/>
          </a:solidFill>
          <a:ln w="28575">
            <a:solidFill>
              <a:srgbClr val="FFFFFF"/>
            </a:solidFill>
            <a:prstDash val="solid"/>
          </a:ln>
        </p:spPr>
      </p:sp>
      <p:sp>
        <p:nvSpPr>
          <p:cNvPr id="6" name="overview-step-label-1">
            <a:extLst>
              <a:ext uri="{FF2B5EF4-FFF2-40B4-BE49-F238E27FC236}">
                <ns2:creationId id="{E1774CA4-3A78-4AD3-B8C6-82F52180399B}"/>
              </a:ext>
            </a:extLst>
          </p:cNvPr>
          <p:cNvSpPr>
            <a:spLocks noGrp="1"/>
          </p:cNvSpPr>
          <p:nvPr/>
        </p:nvSpPr>
        <p:spPr>
          <a:xfrm>
            <a:off x="12325350" y="276225"/>
            <a:ext cx="1266825" cy="447675"/>
          </a:xfrm>
          <a:prstGeom prst="rect">
            <a:avLst/>
          </a:prstGeom>
          <a:noFill/>
          <a:ln w="0">
            <a:noFill/>
            <a:prstDash val="solid"/>
          </a:ln>
        </p:spPr>
        <p:txBody>
          <a:bodyPr wrap="none" lIns="0" tIns="0" rIns="0" bIns="0" anchor="ctr">
            <a:noAutofit/>
          </a:bodyPr>
          <a:lstStyle/>
          <a:p>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요구사항</a:t>
            </a:r>
          </a:p>
        </p:txBody>
      </p:sp>
      <p:sp>
        <p:nvSpPr>
          <p:cNvPr id="7" name="overview-step-2">
            <a:extLst>
              <a:ext uri="{FF2B5EF4-FFF2-40B4-BE49-F238E27FC236}">
                <ns2:creationId id="{E71D2F5C-FEEF-4FB5-BE94-3CBAE5FDFF8D}"/>
              </a:ext>
            </a:extLst>
          </p:cNvPr>
          <p:cNvSpPr>
            <a:spLocks noGrp="1"/>
          </p:cNvSpPr>
          <p:nvPr/>
        </p:nvSpPr>
        <p:spPr>
          <a:xfrm>
            <a:off x="13582650" y="276225"/>
            <a:ext cx="1457325" cy="447675"/>
          </a:xfrm>
          <a:custGeom>
            <a:pathLst>
              <a:path w="1457325" h="447675">
                <a:moveTo>
                  <a:pt x="0" y="0"/>
                </a:moveTo>
                <a:lnTo>
                  <a:pt x="1276350" y="0"/>
                </a:lnTo>
                <a:lnTo>
                  <a:pt x="1457325" y="223838"/>
                </a:lnTo>
                <a:lnTo>
                  <a:pt x="1276350" y="447675"/>
                </a:lnTo>
                <a:lnTo>
                  <a:pt x="0" y="447675"/>
                </a:lnTo>
                <a:lnTo>
                  <a:pt x="180975" y="223838"/>
                </a:lnTo>
                <a:close/>
              </a:path>
            </a:pathLst>
          </a:custGeom>
          <a:solidFill>
            <a:srgbClr val="38A9C9"/>
          </a:solidFill>
          <a:ln w="28575">
            <a:solidFill>
              <a:srgbClr val="FFFFFF"/>
            </a:solidFill>
            <a:prstDash val="solid"/>
          </a:ln>
        </p:spPr>
      </p:sp>
      <p:sp>
        <p:nvSpPr>
          <p:cNvPr id="8" name="overview-step-label-2">
            <a:extLst>
              <a:ext uri="{FF2B5EF4-FFF2-40B4-BE49-F238E27FC236}">
                <ns2:creationId id="{C0026E30-CF2D-4517-916D-EA0847A5D744}"/>
              </a:ext>
            </a:extLst>
          </p:cNvPr>
          <p:cNvSpPr>
            <a:spLocks noGrp="1"/>
          </p:cNvSpPr>
          <p:nvPr/>
        </p:nvSpPr>
        <p:spPr>
          <a:xfrm>
            <a:off x="13735050" y="276225"/>
            <a:ext cx="1266825" cy="447675"/>
          </a:xfrm>
          <a:prstGeom prst="rect">
            <a:avLst/>
          </a:prstGeom>
          <a:noFill/>
          <a:ln w="0">
            <a:noFill/>
            <a:prstDash val="solid"/>
          </a:ln>
        </p:spPr>
        <p:txBody>
          <a:bodyPr wrap="none" lIns="0" tIns="0" rIns="0" bIns="0" anchor="ctr">
            <a:noAutofit/>
          </a:bodyPr>
          <a:lstStyle/>
          <a:p>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설계 비교</a:t>
            </a:r>
          </a:p>
        </p:txBody>
      </p:sp>
      <p:sp>
        <p:nvSpPr>
          <p:cNvPr id="9" name="overview-step-3">
            <a:extLst>
              <a:ext uri="{FF2B5EF4-FFF2-40B4-BE49-F238E27FC236}">
                <ns2:creationId id="{1778232F-241B-45F6-BBC9-98DA0627FFAB}"/>
              </a:ext>
            </a:extLst>
          </p:cNvPr>
          <p:cNvSpPr>
            <a:spLocks noGrp="1"/>
          </p:cNvSpPr>
          <p:nvPr/>
        </p:nvSpPr>
        <p:spPr>
          <a:xfrm>
            <a:off x="14992350" y="276225"/>
            <a:ext cx="1457325" cy="447675"/>
          </a:xfrm>
          <a:custGeom>
            <a:pathLst>
              <a:path w="1457325" h="447675">
                <a:moveTo>
                  <a:pt x="0" y="0"/>
                </a:moveTo>
                <a:lnTo>
                  <a:pt x="1276350" y="0"/>
                </a:lnTo>
                <a:lnTo>
                  <a:pt x="1457325" y="223838"/>
                </a:lnTo>
                <a:lnTo>
                  <a:pt x="1276350" y="447675"/>
                </a:lnTo>
                <a:lnTo>
                  <a:pt x="0" y="447675"/>
                </a:lnTo>
                <a:lnTo>
                  <a:pt x="180975" y="223838"/>
                </a:lnTo>
                <a:close/>
              </a:path>
            </a:pathLst>
          </a:custGeom>
          <a:solidFill>
            <a:srgbClr val="95989B"/>
          </a:solidFill>
          <a:ln w="28575">
            <a:solidFill>
              <a:srgbClr val="FFFFFF"/>
            </a:solidFill>
            <a:prstDash val="solid"/>
          </a:ln>
        </p:spPr>
      </p:sp>
      <p:sp>
        <p:nvSpPr>
          <p:cNvPr id="10" name="overview-step-label-3">
            <a:extLst>
              <a:ext uri="{FF2B5EF4-FFF2-40B4-BE49-F238E27FC236}">
                <ns2:creationId id="{4733DE92-EA7E-4D20-A6B5-D0BEE3E3AF28}"/>
              </a:ext>
            </a:extLst>
          </p:cNvPr>
          <p:cNvSpPr>
            <a:spLocks noGrp="1"/>
          </p:cNvSpPr>
          <p:nvPr/>
        </p:nvSpPr>
        <p:spPr>
          <a:xfrm>
            <a:off x="15144750" y="276225"/>
            <a:ext cx="1266825" cy="447675"/>
          </a:xfrm>
          <a:prstGeom prst="rect">
            <a:avLst/>
          </a:prstGeom>
          <a:noFill/>
          <a:ln w="0">
            <a:noFill/>
            <a:prstDash val="solid"/>
          </a:ln>
        </p:spPr>
        <p:txBody>
          <a:bodyPr wrap="none" lIns="0" tIns="0" rIns="0" bIns="0" anchor="ctr">
            <a:noAutofit/>
          </a:bodyPr>
          <a:lstStyle/>
          <a:p>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검토 요약</a:t>
            </a:r>
          </a:p>
        </p:txBody>
      </p:sp>
      <p:sp>
        <p:nvSpPr>
          <p:cNvPr id="11" name="overview-step-4">
            <a:extLst>
              <a:ext uri="{FF2B5EF4-FFF2-40B4-BE49-F238E27FC236}">
                <ns2:creationId id="{CF850C3C-2294-4B70-9961-8E240595230D}"/>
              </a:ext>
            </a:extLst>
          </p:cNvPr>
          <p:cNvSpPr>
            <a:spLocks noGrp="1"/>
          </p:cNvSpPr>
          <p:nvPr/>
        </p:nvSpPr>
        <p:spPr>
          <a:xfrm>
            <a:off x="16402050" y="276225"/>
            <a:ext cx="1457325" cy="447675"/>
          </a:xfrm>
          <a:custGeom>
            <a:pathLst>
              <a:path w="1457325" h="447675">
                <a:moveTo>
                  <a:pt x="0" y="0"/>
                </a:moveTo>
                <a:lnTo>
                  <a:pt x="1276350" y="0"/>
                </a:lnTo>
                <a:lnTo>
                  <a:pt x="1457325" y="223838"/>
                </a:lnTo>
                <a:lnTo>
                  <a:pt x="1276350" y="447675"/>
                </a:lnTo>
                <a:lnTo>
                  <a:pt x="0" y="447675"/>
                </a:lnTo>
                <a:lnTo>
                  <a:pt x="180975" y="223838"/>
                </a:lnTo>
                <a:close/>
              </a:path>
            </a:pathLst>
          </a:custGeom>
          <a:solidFill>
            <a:srgbClr val="95989B"/>
          </a:solidFill>
          <a:ln w="28575">
            <a:solidFill>
              <a:srgbClr val="FFFFFF"/>
            </a:solidFill>
            <a:prstDash val="solid"/>
          </a:ln>
        </p:spPr>
      </p:sp>
      <p:sp>
        <p:nvSpPr>
          <p:cNvPr id="12" name="overview-step-label-4">
            <a:extLst>
              <a:ext uri="{FF2B5EF4-FFF2-40B4-BE49-F238E27FC236}">
                <ns2:creationId id="{FD3E9190-E72A-4E7F-AF59-74AE2F0C60E2}"/>
              </a:ext>
            </a:extLst>
          </p:cNvPr>
          <p:cNvSpPr>
            <a:spLocks noGrp="1"/>
          </p:cNvSpPr>
          <p:nvPr/>
        </p:nvSpPr>
        <p:spPr>
          <a:xfrm>
            <a:off x="16554450" y="276225"/>
            <a:ext cx="1266825" cy="447675"/>
          </a:xfrm>
          <a:prstGeom prst="rect">
            <a:avLst/>
          </a:prstGeom>
          <a:noFill/>
          <a:ln w="0">
            <a:noFill/>
            <a:prstDash val="solid"/>
          </a:ln>
        </p:spPr>
        <p:txBody>
          <a:bodyPr wrap="none" lIns="0" tIns="0" rIns="0" bIns="0" anchor="ctr">
            <a:noAutofit/>
          </a:bodyPr>
          <a:lstStyle/>
          <a:p>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Appendix</a:t>
            </a:r>
          </a:p>
        </p:txBody>
      </p:sp>
      <p:sp>
        <p:nvSpPr>
          <p:cNvPr id="13" name="overview-header-rule">
            <a:extLst>
              <a:ext uri="{FF2B5EF4-FFF2-40B4-BE49-F238E27FC236}">
                <ns2:creationId id="{C6FAA2DD-FEF1-4097-9C91-131E4BE11434}"/>
              </a:ext>
            </a:extLst>
          </p:cNvPr>
          <p:cNvSpPr>
            <a:spLocks noGrp="1"/>
          </p:cNvSpPr>
          <p:nvPr/>
        </p:nvSpPr>
        <p:spPr>
          <a:xfrm>
            <a:off x="495300" y="1009650"/>
            <a:ext cx="17335500" cy="953"/>
          </a:xfrm>
          <a:custGeom>
            <a:pathLst>
              <a:path w="17335500" h="953">
                <a:moveTo>
                  <a:pt x="0" y="0"/>
                </a:moveTo>
                <a:lnTo>
                  <a:pt x="17335500" y="0"/>
                </a:lnTo>
              </a:path>
            </a:pathLst>
          </a:custGeom>
          <a:noFill/>
          <a:ln w="23813">
            <a:solidFill>
              <a:srgbClr val="9A9A9A"/>
            </a:solidFill>
            <a:prstDash val="solid"/>
          </a:ln>
        </p:spPr>
      </p:sp>
      <p:sp>
        <p:nvSpPr>
          <p:cNvPr id="14" name="overview-left-heading">
            <a:extLst>
              <a:ext uri="{FF2B5EF4-FFF2-40B4-BE49-F238E27FC236}">
                <ns2:creationId id="{B1FA0C3E-E018-4953-854E-03F4CFA7E889}"/>
              </a:ext>
            </a:extLst>
          </p:cNvPr>
          <p:cNvSpPr>
            <a:spLocks noGrp="1"/>
          </p:cNvSpPr>
          <p:nvPr/>
        </p:nvSpPr>
        <p:spPr>
          <a:xfrm>
            <a:off x="495300" y="1571625"/>
            <a:ext cx="7429500" cy="457200"/>
          </a:xfrm>
          <a:prstGeom prst="rect">
            <a:avLst/>
          </a:prstGeom>
          <a:noFill/>
          <a:ln w="0">
            <a:noFill/>
            <a:prstDash val="solid"/>
          </a:ln>
        </p:spPr>
        <p:txBody>
          <a:bodyPr wrap="none" lIns="0" tIns="0" rIns="0" bIns="0" anchor="ctr">
            <a:noAutofit/>
          </a:bodyPr>
          <a:lstStyle/>
          <a:p>
            <a:pPr algn="l">
              <a:defRPr sz="2550" b="1">
                <a:solidFill>
                  <a:srgbClr val="354354"/>
                </a:solidFill>
                <a:latin typeface="Apple SD Gothic Neo"/>
                <a:ea typeface="Apple SD Gothic Neo"/>
                <a:cs typeface="Apple SD Gothic Neo"/>
              </a:defRPr>
            </a:pPr>
            <a:r>
              <a:rPr sz="2550" b="1">
                <a:solidFill>
                  <a:srgbClr val="354354"/>
                </a:solidFill>
                <a:latin typeface="Apple SD Gothic Neo"/>
                <a:ea typeface="Apple SD Gothic Neo"/>
                <a:cs typeface="Apple SD Gothic Neo"/>
              </a:rPr>
              <a:t>품질 목표와 주요 설계 질문</a:t>
            </a:r>
          </a:p>
        </p:txBody>
      </p:sp>
      <p:sp>
        <p:nvSpPr>
          <p:cNvPr id="15" name="overview-quality-contract">
            <a:extLst>
              <a:ext uri="{FF2B5EF4-FFF2-40B4-BE49-F238E27FC236}">
                <ns2:creationId id="{6F52088C-2D65-4F63-8B41-AC849B3D4C0C}"/>
              </a:ext>
            </a:extLst>
          </p:cNvPr>
          <p:cNvSpPr>
            <a:spLocks noGrp="1"/>
          </p:cNvSpPr>
          <p:nvPr/>
        </p:nvSpPr>
        <p:spPr>
          <a:xfrm>
            <a:off x="495300" y="2057400"/>
            <a:ext cx="7429500" cy="285750"/>
          </a:xfrm>
          <a:prstGeom prst="rect">
            <a:avLst/>
          </a:prstGeom>
          <a:noFill/>
          <a:ln w="0">
            <a:noFill/>
            <a:prstDash val="solid"/>
          </a:ln>
        </p:spPr>
        <p:txBody>
          <a:bodyPr wrap="none" lIns="0" tIns="0" rIns="0" bIns="0" anchor="ctr">
            <a:noAutofit/>
          </a:bodyPr>
          <a:lstStyle/>
          <a:p>
            <a:pPr algn="l">
              <a:defRPr sz="1650" b="0">
                <a:solidFill>
                  <a:srgbClr val="59616B"/>
                </a:solidFill>
                <a:latin typeface="Apple SD Gothic Neo"/>
                <a:ea typeface="Apple SD Gothic Neo"/>
                <a:cs typeface="Apple SD Gothic Neo"/>
              </a:defRPr>
            </a:pPr>
            <a:r>
              <a:rPr sz="1650" b="0">
                <a:solidFill>
                  <a:srgbClr val="59616B"/>
                </a:solidFill>
                <a:latin typeface="Apple SD Gothic Neo"/>
                <a:ea typeface="Apple SD Gothic Neo"/>
                <a:cs typeface="Apple SD Gothic Neo"/>
              </a:rPr>
              <a:t>ASR-QA-v6 / 번호순 우선순위</a:t>
            </a:r>
          </a:p>
        </p:txBody>
      </p:sp>
      <p:sp>
        <p:nvSpPr>
          <p:cNvPr id="16" name="overview-goal-1-41">
            <a:extLst>
              <a:ext uri="{FF2B5EF4-FFF2-40B4-BE49-F238E27FC236}">
                <ns2:creationId id="{48048AF6-B46C-4AC6-A145-98ACCAEA01DA}"/>
              </a:ext>
            </a:extLst>
          </p:cNvPr>
          <p:cNvSpPr>
            <a:spLocks noGrp="1"/>
          </p:cNvSpPr>
          <p:nvPr/>
        </p:nvSpPr>
        <p:spPr>
          <a:xfrm>
            <a:off x="3238500" y="2686050"/>
            <a:ext cx="257175" cy="104775"/>
          </a:xfrm>
          <a:custGeom>
            <a:pathLst>
              <a:path w="257175" h="104775">
                <a:moveTo>
                  <a:pt x="0" y="104775"/>
                </a:moveTo>
                <a:lnTo>
                  <a:pt x="257175" y="0"/>
                </a:lnTo>
              </a:path>
            </a:pathLst>
          </a:custGeom>
          <a:noFill/>
          <a:ln w="24765">
            <a:solidFill>
              <a:srgbClr val="E5A700"/>
            </a:solidFill>
            <a:prstDash val="solid"/>
          </a:ln>
        </p:spPr>
      </p:sp>
      <p:sp>
        <p:nvSpPr>
          <p:cNvPr id="17" name="overview-goal-1-45">
            <a:extLst>
              <a:ext uri="{FF2B5EF4-FFF2-40B4-BE49-F238E27FC236}">
                <ns2:creationId id="{B85A7F82-6AB9-4A6F-A70F-F75BA6FACF82}"/>
              </a:ext>
            </a:extLst>
          </p:cNvPr>
          <p:cNvSpPr>
            <a:spLocks noGrp="1"/>
          </p:cNvSpPr>
          <p:nvPr/>
        </p:nvSpPr>
        <p:spPr>
          <a:xfrm>
            <a:off x="3238500" y="2790825"/>
            <a:ext cx="257175" cy="3133725"/>
          </a:xfrm>
          <a:custGeom>
            <a:pathLst>
              <a:path w="257175" h="3133725">
                <a:moveTo>
                  <a:pt x="0" y="0"/>
                </a:moveTo>
                <a:lnTo>
                  <a:pt x="257175" y="3133725"/>
                </a:lnTo>
              </a:path>
            </a:pathLst>
          </a:custGeom>
          <a:noFill/>
          <a:ln w="24765">
            <a:solidFill>
              <a:srgbClr val="8D49B8"/>
            </a:solidFill>
            <a:prstDash val="solid"/>
          </a:ln>
        </p:spPr>
      </p:sp>
      <p:sp>
        <p:nvSpPr>
          <p:cNvPr id="18" name="overview-goal-ASR-QA-01">
            <a:extLst>
              <a:ext uri="{FF2B5EF4-FFF2-40B4-BE49-F238E27FC236}">
                <ns2:creationId id="{C40B0269-1EE0-45CA-9A6A-AADAF6EF1E0F}"/>
              </a:ext>
            </a:extLst>
          </p:cNvPr>
          <p:cNvSpPr>
            <a:spLocks noGrp="1"/>
          </p:cNvSpPr>
          <p:nvPr/>
        </p:nvSpPr>
        <p:spPr>
          <a:xfrm>
            <a:off x="495300" y="2409825"/>
            <a:ext cx="2743200" cy="771525"/>
          </a:xfrm>
          <a:prstGeom prst="rect">
            <a:avLst/>
          </a:prstGeom>
          <a:solidFill>
            <a:srgbClr val="354354"/>
          </a:solidFill>
          <a:ln w="19050">
            <a:solidFill>
              <a:srgbClr val="45699B"/>
            </a:solidFill>
            <a:prstDash val="solid"/>
          </a:ln>
        </p:spPr>
      </p:sp>
      <p:sp>
        <p:nvSpPr>
          <p:cNvPr id="19" name="overview-goal-name-ASR-QA-01">
            <a:extLst>
              <a:ext uri="{FF2B5EF4-FFF2-40B4-BE49-F238E27FC236}">
                <ns2:creationId id="{33A893EF-0B93-4ED0-86C7-D8266512AF2C}"/>
              </a:ext>
            </a:extLst>
          </p:cNvPr>
          <p:cNvSpPr>
            <a:spLocks noGrp="1"/>
          </p:cNvSpPr>
          <p:nvPr/>
        </p:nvSpPr>
        <p:spPr>
          <a:xfrm>
            <a:off x="581025" y="2457450"/>
            <a:ext cx="2571750" cy="342900"/>
          </a:xfrm>
          <a:prstGeom prst="rect">
            <a:avLst/>
          </a:prstGeom>
          <a:noFill/>
          <a:ln w="0">
            <a:noFill/>
            <a:prstDash val="solid"/>
          </a:ln>
        </p:spPr>
        <p:txBody>
          <a:bodyPr wrap="none" lIns="0" tIns="0" rIns="0" bIns="0" anchor="ctr">
            <a:noAutofit/>
          </a:bodyPr>
          <a:lstStyle/>
          <a:p>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01 요청 처리 정확성</a:t>
            </a:r>
          </a:p>
        </p:txBody>
      </p:sp>
      <p:sp>
        <p:nvSpPr>
          <p:cNvPr id="20" name="overview-goal-target-ASR-QA-01">
            <a:extLst>
              <a:ext uri="{FF2B5EF4-FFF2-40B4-BE49-F238E27FC236}">
                <ns2:creationId id="{786B7EAC-9562-4918-B9B6-1D0F83B8F30F}"/>
              </a:ext>
            </a:extLst>
          </p:cNvPr>
          <p:cNvSpPr>
            <a:spLocks noGrp="1"/>
          </p:cNvSpPr>
          <p:nvPr/>
        </p:nvSpPr>
        <p:spPr>
          <a:xfrm>
            <a:off x="552450" y="2809875"/>
            <a:ext cx="2628900" cy="295275"/>
          </a:xfrm>
          <a:prstGeom prst="rect">
            <a:avLst/>
          </a:prstGeom>
          <a:noFill/>
          <a:ln w="0">
            <a:noFill/>
            <a:prstDash val="solid"/>
          </a:ln>
        </p:spPr>
        <p:txBody>
          <a:bodyPr wrap="none" lIns="0" tIns="0" rIns="0" bIns="0" anchor="ctr">
            <a:noAutofit/>
          </a:bodyPr>
          <a:lstStyle/>
          <a:p>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98% 이상</a:t>
            </a:r>
          </a:p>
        </p:txBody>
      </p:sp>
      <p:sp>
        <p:nvSpPr>
          <p:cNvPr id="21" name="overview-goal-2-44">
            <a:extLst>
              <a:ext uri="{FF2B5EF4-FFF2-40B4-BE49-F238E27FC236}">
                <ns2:creationId id="{3EA41C85-312E-49A5-9884-0AB37F3DFE83}"/>
              </a:ext>
            </a:extLst>
          </p:cNvPr>
          <p:cNvSpPr>
            <a:spLocks noGrp="1"/>
          </p:cNvSpPr>
          <p:nvPr/>
        </p:nvSpPr>
        <p:spPr>
          <a:xfrm>
            <a:off x="3238500" y="3714750"/>
            <a:ext cx="257175" cy="590550"/>
          </a:xfrm>
          <a:custGeom>
            <a:pathLst>
              <a:path w="257175" h="590550">
                <a:moveTo>
                  <a:pt x="0" y="0"/>
                </a:moveTo>
                <a:lnTo>
                  <a:pt x="257175" y="590550"/>
                </a:lnTo>
              </a:path>
            </a:pathLst>
          </a:custGeom>
          <a:noFill/>
          <a:ln w="24765">
            <a:solidFill>
              <a:srgbClr val="00A65A"/>
            </a:solidFill>
            <a:prstDash val="solid"/>
          </a:ln>
        </p:spPr>
      </p:sp>
      <p:sp>
        <p:nvSpPr>
          <p:cNvPr id="22" name="overview-goal-ASR-QA-02">
            <a:extLst>
              <a:ext uri="{FF2B5EF4-FFF2-40B4-BE49-F238E27FC236}">
                <ns2:creationId id="{47DE8FFE-70BC-4BE8-A3BD-98E8EC716A87}"/>
              </a:ext>
            </a:extLst>
          </p:cNvPr>
          <p:cNvSpPr>
            <a:spLocks noGrp="1"/>
          </p:cNvSpPr>
          <p:nvPr/>
        </p:nvSpPr>
        <p:spPr>
          <a:xfrm>
            <a:off x="495300" y="3333750"/>
            <a:ext cx="2743200" cy="771525"/>
          </a:xfrm>
          <a:prstGeom prst="rect">
            <a:avLst/>
          </a:prstGeom>
          <a:solidFill>
            <a:srgbClr val="354354"/>
          </a:solidFill>
          <a:ln w="19050">
            <a:solidFill>
              <a:srgbClr val="45699B"/>
            </a:solidFill>
            <a:prstDash val="solid"/>
          </a:ln>
        </p:spPr>
      </p:sp>
      <p:sp>
        <p:nvSpPr>
          <p:cNvPr id="23" name="overview-goal-name-ASR-QA-02">
            <a:extLst>
              <a:ext uri="{FF2B5EF4-FFF2-40B4-BE49-F238E27FC236}">
                <ns2:creationId id="{B08B77C5-75BE-484E-BC51-4F51D121D082}"/>
              </a:ext>
            </a:extLst>
          </p:cNvPr>
          <p:cNvSpPr>
            <a:spLocks noGrp="1"/>
          </p:cNvSpPr>
          <p:nvPr/>
        </p:nvSpPr>
        <p:spPr>
          <a:xfrm>
            <a:off x="581025" y="3381375"/>
            <a:ext cx="2571750" cy="342900"/>
          </a:xfrm>
          <a:prstGeom prst="rect">
            <a:avLst/>
          </a:prstGeom>
          <a:noFill/>
          <a:ln w="0">
            <a:noFill/>
            <a:prstDash val="solid"/>
          </a:ln>
        </p:spPr>
        <p:txBody>
          <a:bodyPr wrap="none" lIns="0" tIns="0" rIns="0" bIns="0" anchor="ctr">
            <a:noAutofit/>
          </a:bodyPr>
          <a:lstStyle/>
          <a:p>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02 상호작용 응답시간</a:t>
            </a:r>
          </a:p>
        </p:txBody>
      </p:sp>
      <p:sp>
        <p:nvSpPr>
          <p:cNvPr id="24" name="overview-goal-target-ASR-QA-02">
            <a:extLst>
              <a:ext uri="{FF2B5EF4-FFF2-40B4-BE49-F238E27FC236}">
                <ns2:creationId id="{9D55656E-45B0-45D9-854D-ED28EC7575F5}"/>
              </a:ext>
            </a:extLst>
          </p:cNvPr>
          <p:cNvSpPr>
            <a:spLocks noGrp="1"/>
          </p:cNvSpPr>
          <p:nvPr/>
        </p:nvSpPr>
        <p:spPr>
          <a:xfrm>
            <a:off x="552450" y="3733800"/>
            <a:ext cx="2628900" cy="295275"/>
          </a:xfrm>
          <a:prstGeom prst="rect">
            <a:avLst/>
          </a:prstGeom>
          <a:noFill/>
          <a:ln w="0">
            <a:noFill/>
            <a:prstDash val="solid"/>
          </a:ln>
        </p:spPr>
        <p:txBody>
          <a:bodyPr wrap="none" lIns="0" tIns="0" rIns="0" bIns="0" anchor="ctr">
            <a:noAutofit/>
          </a:bodyPr>
          <a:lstStyle/>
          <a:p>
            <a:pPr algn="ctr">
              <a:defRPr sz="1425" b="0">
                <a:solidFill>
                  <a:srgbClr val="FFFFFF"/>
                </a:solidFill>
                <a:latin typeface="Apple SD Gothic Neo"/>
                <a:ea typeface="Apple SD Gothic Neo"/>
                <a:cs typeface="Apple SD Gothic Neo"/>
              </a:defRPr>
            </a:pPr>
            <a:r>
              <a:rPr sz="1425" b="0">
                <a:solidFill>
                  <a:srgbClr val="FFFFFF"/>
                </a:solidFill>
                <a:latin typeface="Apple SD Gothic Neo"/>
                <a:ea typeface="Apple SD Gothic Neo"/>
                <a:cs typeface="Apple SD Gothic Neo"/>
              </a:rPr>
              <a:t>평균 1초 이하, stop 0.1초 이하</a:t>
            </a:r>
          </a:p>
        </p:txBody>
      </p:sp>
      <p:sp>
        <p:nvSpPr>
          <p:cNvPr id="25" name="overview-goal-3-44">
            <a:extLst>
              <a:ext uri="{FF2B5EF4-FFF2-40B4-BE49-F238E27FC236}">
                <ns2:creationId id="{5A7432CB-123F-419B-AD5C-459087272C61}"/>
              </a:ext>
            </a:extLst>
          </p:cNvPr>
          <p:cNvSpPr>
            <a:spLocks noGrp="1"/>
          </p:cNvSpPr>
          <p:nvPr/>
        </p:nvSpPr>
        <p:spPr>
          <a:xfrm>
            <a:off x="3238500" y="4305300"/>
            <a:ext cx="257175" cy="333375"/>
          </a:xfrm>
          <a:custGeom>
            <a:pathLst>
              <a:path w="257175" h="333375">
                <a:moveTo>
                  <a:pt x="0" y="333375"/>
                </a:moveTo>
                <a:lnTo>
                  <a:pt x="257175" y="0"/>
                </a:lnTo>
              </a:path>
            </a:pathLst>
          </a:custGeom>
          <a:noFill/>
          <a:ln w="24765">
            <a:solidFill>
              <a:srgbClr val="00A65A"/>
            </a:solidFill>
            <a:prstDash val="solid"/>
          </a:ln>
        </p:spPr>
      </p:sp>
      <p:sp>
        <p:nvSpPr>
          <p:cNvPr id="26" name="overview-goal-ASR-QA-03">
            <a:extLst>
              <a:ext uri="{FF2B5EF4-FFF2-40B4-BE49-F238E27FC236}">
                <ns2:creationId id="{94039416-4C98-455A-81FF-820108EF8A6C}"/>
              </a:ext>
            </a:extLst>
          </p:cNvPr>
          <p:cNvSpPr>
            <a:spLocks noGrp="1"/>
          </p:cNvSpPr>
          <p:nvPr/>
        </p:nvSpPr>
        <p:spPr>
          <a:xfrm>
            <a:off x="495300" y="4257675"/>
            <a:ext cx="2743200" cy="771525"/>
          </a:xfrm>
          <a:prstGeom prst="rect">
            <a:avLst/>
          </a:prstGeom>
          <a:solidFill>
            <a:srgbClr val="354354"/>
          </a:solidFill>
          <a:ln w="19050">
            <a:solidFill>
              <a:srgbClr val="45699B"/>
            </a:solidFill>
            <a:prstDash val="solid"/>
          </a:ln>
        </p:spPr>
      </p:sp>
      <p:sp>
        <p:nvSpPr>
          <p:cNvPr id="27" name="overview-goal-name-ASR-QA-03">
            <a:extLst>
              <a:ext uri="{FF2B5EF4-FFF2-40B4-BE49-F238E27FC236}">
                <ns2:creationId id="{B75D278C-1D79-4BFF-87BE-A0008E5E0B9A}"/>
              </a:ext>
            </a:extLst>
          </p:cNvPr>
          <p:cNvSpPr>
            <a:spLocks noGrp="1"/>
          </p:cNvSpPr>
          <p:nvPr/>
        </p:nvSpPr>
        <p:spPr>
          <a:xfrm>
            <a:off x="581025" y="4305300"/>
            <a:ext cx="2571750" cy="342900"/>
          </a:xfrm>
          <a:prstGeom prst="rect">
            <a:avLst/>
          </a:prstGeom>
          <a:noFill/>
          <a:ln w="0">
            <a:noFill/>
            <a:prstDash val="solid"/>
          </a:ln>
        </p:spPr>
        <p:txBody>
          <a:bodyPr wrap="none" lIns="0" tIns="0" rIns="0" bIns="0" anchor="ctr">
            <a:noAutofit/>
          </a:bodyPr>
          <a:lstStyle/>
          <a:p>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03 VIA 요청 처리시간</a:t>
            </a:r>
          </a:p>
        </p:txBody>
      </p:sp>
      <p:sp>
        <p:nvSpPr>
          <p:cNvPr id="28" name="overview-goal-target-ASR-QA-03">
            <a:extLst>
              <a:ext uri="{FF2B5EF4-FFF2-40B4-BE49-F238E27FC236}">
                <ns2:creationId id="{A58BBC63-821F-4642-A8CC-F0F1C84026B3}"/>
              </a:ext>
            </a:extLst>
          </p:cNvPr>
          <p:cNvSpPr>
            <a:spLocks noGrp="1"/>
          </p:cNvSpPr>
          <p:nvPr/>
        </p:nvSpPr>
        <p:spPr>
          <a:xfrm>
            <a:off x="552450" y="4657725"/>
            <a:ext cx="2628900" cy="295275"/>
          </a:xfrm>
          <a:prstGeom prst="rect">
            <a:avLst/>
          </a:prstGeom>
          <a:noFill/>
          <a:ln w="0">
            <a:noFill/>
            <a:prstDash val="solid"/>
          </a:ln>
        </p:spPr>
        <p:txBody>
          <a:bodyPr wrap="none" lIns="0" tIns="0" rIns="0" bIns="0" anchor="ctr">
            <a:noAutofit/>
          </a:bodyPr>
          <a:lstStyle/>
          <a:p>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평균 10초 이하</a:t>
            </a:r>
          </a:p>
        </p:txBody>
      </p:sp>
      <p:sp>
        <p:nvSpPr>
          <p:cNvPr id="29" name="overview-goal-4-41">
            <a:extLst>
              <a:ext uri="{FF2B5EF4-FFF2-40B4-BE49-F238E27FC236}">
                <ns2:creationId id="{73AB4624-8CAB-41EC-8E84-9A40F6DE61C3}"/>
              </a:ext>
            </a:extLst>
          </p:cNvPr>
          <p:cNvSpPr>
            <a:spLocks noGrp="1"/>
          </p:cNvSpPr>
          <p:nvPr/>
        </p:nvSpPr>
        <p:spPr>
          <a:xfrm>
            <a:off x="3238500" y="2686050"/>
            <a:ext cx="257175" cy="2876550"/>
          </a:xfrm>
          <a:custGeom>
            <a:pathLst>
              <a:path w="257175" h="2876550">
                <a:moveTo>
                  <a:pt x="0" y="2876550"/>
                </a:moveTo>
                <a:lnTo>
                  <a:pt x="257175" y="0"/>
                </a:lnTo>
              </a:path>
            </a:pathLst>
          </a:custGeom>
          <a:noFill/>
          <a:ln w="24765">
            <a:solidFill>
              <a:srgbClr val="E5A700"/>
            </a:solidFill>
            <a:prstDash val="solid"/>
          </a:ln>
        </p:spPr>
      </p:sp>
      <p:sp>
        <p:nvSpPr>
          <p:cNvPr id="30" name="overview-goal-4-45">
            <a:extLst>
              <a:ext uri="{FF2B5EF4-FFF2-40B4-BE49-F238E27FC236}">
                <ns2:creationId id="{62342AAF-0482-49F4-BCFC-9018640F9854}"/>
              </a:ext>
            </a:extLst>
          </p:cNvPr>
          <p:cNvSpPr>
            <a:spLocks noGrp="1"/>
          </p:cNvSpPr>
          <p:nvPr/>
        </p:nvSpPr>
        <p:spPr>
          <a:xfrm>
            <a:off x="3238500" y="5562600"/>
            <a:ext cx="257175" cy="361950"/>
          </a:xfrm>
          <a:custGeom>
            <a:pathLst>
              <a:path w="257175" h="361950">
                <a:moveTo>
                  <a:pt x="0" y="0"/>
                </a:moveTo>
                <a:lnTo>
                  <a:pt x="257175" y="361950"/>
                </a:lnTo>
              </a:path>
            </a:pathLst>
          </a:custGeom>
          <a:noFill/>
          <a:ln w="24765">
            <a:solidFill>
              <a:srgbClr val="8D49B8"/>
            </a:solidFill>
            <a:prstDash val="solid"/>
          </a:ln>
        </p:spPr>
      </p:sp>
      <p:sp>
        <p:nvSpPr>
          <p:cNvPr id="31" name="overview-goal-ASR-QA-04">
            <a:extLst>
              <a:ext uri="{FF2B5EF4-FFF2-40B4-BE49-F238E27FC236}">
                <ns2:creationId id="{A5442B45-AF8D-431B-BA53-B1FFF3A95BC4}"/>
              </a:ext>
            </a:extLst>
          </p:cNvPr>
          <p:cNvSpPr>
            <a:spLocks noGrp="1"/>
          </p:cNvSpPr>
          <p:nvPr/>
        </p:nvSpPr>
        <p:spPr>
          <a:xfrm>
            <a:off x="495300" y="5181600"/>
            <a:ext cx="2743200" cy="771525"/>
          </a:xfrm>
          <a:prstGeom prst="rect">
            <a:avLst/>
          </a:prstGeom>
          <a:solidFill>
            <a:srgbClr val="354354"/>
          </a:solidFill>
          <a:ln w="19050">
            <a:solidFill>
              <a:srgbClr val="45699B"/>
            </a:solidFill>
            <a:prstDash val="solid"/>
          </a:ln>
        </p:spPr>
      </p:sp>
      <p:sp>
        <p:nvSpPr>
          <p:cNvPr id="32" name="overview-goal-name-ASR-QA-04">
            <a:extLst>
              <a:ext uri="{FF2B5EF4-FFF2-40B4-BE49-F238E27FC236}">
                <ns2:creationId id="{8A745147-861A-49A7-9133-65F7CD4D8997}"/>
              </a:ext>
            </a:extLst>
          </p:cNvPr>
          <p:cNvSpPr>
            <a:spLocks noGrp="1"/>
          </p:cNvSpPr>
          <p:nvPr/>
        </p:nvSpPr>
        <p:spPr>
          <a:xfrm>
            <a:off x="581025" y="5229225"/>
            <a:ext cx="2571750" cy="342900"/>
          </a:xfrm>
          <a:prstGeom prst="rect">
            <a:avLst/>
          </a:prstGeom>
          <a:noFill/>
          <a:ln w="0">
            <a:noFill/>
            <a:prstDash val="solid"/>
          </a:ln>
        </p:spPr>
        <p:txBody>
          <a:bodyPr wrap="none" lIns="0" tIns="0" rIns="0" bIns="0" anchor="ctr">
            <a:noAutofit/>
          </a:bodyPr>
          <a:lstStyle/>
          <a:p>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04 VIA 모델 사용 비용</a:t>
            </a:r>
          </a:p>
        </p:txBody>
      </p:sp>
      <p:sp>
        <p:nvSpPr>
          <p:cNvPr id="33" name="overview-goal-target-ASR-QA-04">
            <a:extLst>
              <a:ext uri="{FF2B5EF4-FFF2-40B4-BE49-F238E27FC236}">
                <ns2:creationId id="{A1E7A340-E402-44F5-AB96-7EFD356DE24E}"/>
              </a:ext>
            </a:extLst>
          </p:cNvPr>
          <p:cNvSpPr>
            <a:spLocks noGrp="1"/>
          </p:cNvSpPr>
          <p:nvPr/>
        </p:nvSpPr>
        <p:spPr>
          <a:xfrm>
            <a:off x="552450" y="5581650"/>
            <a:ext cx="2628900" cy="295275"/>
          </a:xfrm>
          <a:prstGeom prst="rect">
            <a:avLst/>
          </a:prstGeom>
          <a:noFill/>
          <a:ln w="0">
            <a:noFill/>
            <a:prstDash val="solid"/>
          </a:ln>
        </p:spPr>
        <p:txBody>
          <a:bodyPr wrap="none" lIns="0" tIns="0" rIns="0" bIns="0" anchor="ctr">
            <a:noAutofit/>
          </a:bodyPr>
          <a:lstStyle/>
          <a:p>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$0.50/P21 이하</a:t>
            </a:r>
          </a:p>
        </p:txBody>
      </p:sp>
      <p:sp>
        <p:nvSpPr>
          <p:cNvPr id="34" name="overview-goal-5-42">
            <a:extLst>
              <a:ext uri="{FF2B5EF4-FFF2-40B4-BE49-F238E27FC236}">
                <ns2:creationId id="{B14483C5-9D05-4439-AE28-21AD64D93E42}"/>
              </a:ext>
            </a:extLst>
          </p:cNvPr>
          <p:cNvSpPr>
            <a:spLocks noGrp="1"/>
          </p:cNvSpPr>
          <p:nvPr/>
        </p:nvSpPr>
        <p:spPr>
          <a:xfrm>
            <a:off x="3238500" y="6486525"/>
            <a:ext cx="257175" cy="866775"/>
          </a:xfrm>
          <a:custGeom>
            <a:pathLst>
              <a:path w="257175" h="866775">
                <a:moveTo>
                  <a:pt x="0" y="0"/>
                </a:moveTo>
                <a:lnTo>
                  <a:pt x="257175" y="866775"/>
                </a:lnTo>
              </a:path>
            </a:pathLst>
          </a:custGeom>
          <a:noFill/>
          <a:ln w="24765">
            <a:solidFill>
              <a:srgbClr val="2463DD"/>
            </a:solidFill>
            <a:prstDash val="solid"/>
          </a:ln>
        </p:spPr>
      </p:sp>
      <p:sp>
        <p:nvSpPr>
          <p:cNvPr id="35" name="overview-goal-ASR-QA-05">
            <a:extLst>
              <a:ext uri="{FF2B5EF4-FFF2-40B4-BE49-F238E27FC236}">
                <ns2:creationId id="{0A55BD03-61FF-4CB6-9B47-5BA39B81C553}"/>
              </a:ext>
            </a:extLst>
          </p:cNvPr>
          <p:cNvSpPr>
            <a:spLocks noGrp="1"/>
          </p:cNvSpPr>
          <p:nvPr/>
        </p:nvSpPr>
        <p:spPr>
          <a:xfrm>
            <a:off x="495300" y="6105525"/>
            <a:ext cx="2743200" cy="771525"/>
          </a:xfrm>
          <a:prstGeom prst="rect">
            <a:avLst/>
          </a:prstGeom>
          <a:solidFill>
            <a:srgbClr val="354354"/>
          </a:solidFill>
          <a:ln w="19050">
            <a:solidFill>
              <a:srgbClr val="45699B"/>
            </a:solidFill>
            <a:prstDash val="solid"/>
          </a:ln>
        </p:spPr>
      </p:sp>
      <p:sp>
        <p:nvSpPr>
          <p:cNvPr id="36" name="overview-goal-name-ASR-QA-05">
            <a:extLst>
              <a:ext uri="{FF2B5EF4-FFF2-40B4-BE49-F238E27FC236}">
                <ns2:creationId id="{9A39E249-2325-48F7-AC3C-69EAA8EAAB22}"/>
              </a:ext>
            </a:extLst>
          </p:cNvPr>
          <p:cNvSpPr>
            <a:spLocks noGrp="1"/>
          </p:cNvSpPr>
          <p:nvPr/>
        </p:nvSpPr>
        <p:spPr>
          <a:xfrm>
            <a:off x="581025" y="6153150"/>
            <a:ext cx="2571750" cy="342900"/>
          </a:xfrm>
          <a:prstGeom prst="rect">
            <a:avLst/>
          </a:prstGeom>
          <a:noFill/>
          <a:ln w="0">
            <a:noFill/>
            <a:prstDash val="solid"/>
          </a:ln>
        </p:spPr>
        <p:txBody>
          <a:bodyPr wrap="none" lIns="0" tIns="0" rIns="0" bIns="0" anchor="ctr">
            <a:noAutofit/>
          </a:bodyPr>
          <a:lstStyle/>
          <a:p>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05 VIA 변경 용이성</a:t>
            </a:r>
          </a:p>
        </p:txBody>
      </p:sp>
      <p:sp>
        <p:nvSpPr>
          <p:cNvPr id="37" name="overview-goal-target-ASR-QA-05">
            <a:extLst>
              <a:ext uri="{FF2B5EF4-FFF2-40B4-BE49-F238E27FC236}">
                <ns2:creationId id="{CB22923C-2C12-432C-9600-06704B1B768A}"/>
              </a:ext>
            </a:extLst>
          </p:cNvPr>
          <p:cNvSpPr>
            <a:spLocks noGrp="1"/>
          </p:cNvSpPr>
          <p:nvPr/>
        </p:nvSpPr>
        <p:spPr>
          <a:xfrm>
            <a:off x="552450" y="6505575"/>
            <a:ext cx="2628900" cy="295275"/>
          </a:xfrm>
          <a:prstGeom prst="rect">
            <a:avLst/>
          </a:prstGeom>
          <a:noFill/>
          <a:ln w="0">
            <a:noFill/>
            <a:prstDash val="solid"/>
          </a:ln>
        </p:spPr>
        <p:txBody>
          <a:bodyPr wrap="none" lIns="0" tIns="0" rIns="0" bIns="0" anchor="ctr">
            <a:noAutofit/>
          </a:bodyPr>
          <a:lstStyle/>
          <a:p>
            <a:pPr algn="ctr">
              <a:defRPr sz="1425" b="0">
                <a:solidFill>
                  <a:srgbClr val="FFFFFF"/>
                </a:solidFill>
                <a:latin typeface="Apple SD Gothic Neo"/>
                <a:ea typeface="Apple SD Gothic Neo"/>
                <a:cs typeface="Apple SD Gothic Neo"/>
              </a:defRPr>
            </a:pPr>
            <a:r>
              <a:rPr sz="1425" b="0">
                <a:solidFill>
                  <a:srgbClr val="FFFFFF"/>
                </a:solidFill>
                <a:latin typeface="Apple SD Gothic Neo"/>
                <a:ea typeface="Apple SD Gothic Neo"/>
                <a:cs typeface="Apple SD Gothic Neo"/>
              </a:rPr>
              <a:t>평균 3개 이하, 과제별 5개 이하</a:t>
            </a:r>
          </a:p>
        </p:txBody>
      </p:sp>
      <p:sp>
        <p:nvSpPr>
          <p:cNvPr id="38" name="overview-goal-6-42">
            <a:extLst>
              <a:ext uri="{FF2B5EF4-FFF2-40B4-BE49-F238E27FC236}">
                <ns2:creationId id="{7DAC7C8E-AC07-4FC9-B641-A62DBFB9C865}"/>
              </a:ext>
            </a:extLst>
          </p:cNvPr>
          <p:cNvSpPr>
            <a:spLocks noGrp="1"/>
          </p:cNvSpPr>
          <p:nvPr/>
        </p:nvSpPr>
        <p:spPr>
          <a:xfrm>
            <a:off x="3238500" y="7353300"/>
            <a:ext cx="257175" cy="57150"/>
          </a:xfrm>
          <a:custGeom>
            <a:pathLst>
              <a:path w="257175" h="57150">
                <a:moveTo>
                  <a:pt x="0" y="57150"/>
                </a:moveTo>
                <a:lnTo>
                  <a:pt x="257175" y="0"/>
                </a:lnTo>
              </a:path>
            </a:pathLst>
          </a:custGeom>
          <a:noFill/>
          <a:ln w="24765">
            <a:solidFill>
              <a:srgbClr val="2463DD"/>
            </a:solidFill>
            <a:prstDash val="solid"/>
          </a:ln>
        </p:spPr>
      </p:sp>
      <p:sp>
        <p:nvSpPr>
          <p:cNvPr id="39" name="overview-goal-ASR-QA-06">
            <a:extLst>
              <a:ext uri="{FF2B5EF4-FFF2-40B4-BE49-F238E27FC236}">
                <ns2:creationId id="{FB062707-8159-4FC1-B8B7-81A8266AC0ED}"/>
              </a:ext>
            </a:extLst>
          </p:cNvPr>
          <p:cNvSpPr>
            <a:spLocks noGrp="1"/>
          </p:cNvSpPr>
          <p:nvPr/>
        </p:nvSpPr>
        <p:spPr>
          <a:xfrm>
            <a:off x="495300" y="7029450"/>
            <a:ext cx="2743200" cy="771525"/>
          </a:xfrm>
          <a:prstGeom prst="rect">
            <a:avLst/>
          </a:prstGeom>
          <a:solidFill>
            <a:srgbClr val="354354"/>
          </a:solidFill>
          <a:ln w="19050">
            <a:solidFill>
              <a:srgbClr val="45699B"/>
            </a:solidFill>
            <a:prstDash val="solid"/>
          </a:ln>
        </p:spPr>
      </p:sp>
      <p:sp>
        <p:nvSpPr>
          <p:cNvPr id="40" name="overview-goal-name-ASR-QA-06">
            <a:extLst>
              <a:ext uri="{FF2B5EF4-FFF2-40B4-BE49-F238E27FC236}">
                <ns2:creationId id="{25FDCD8E-FD7C-4D0D-A29F-3AB509674788}"/>
              </a:ext>
            </a:extLst>
          </p:cNvPr>
          <p:cNvSpPr>
            <a:spLocks noGrp="1"/>
          </p:cNvSpPr>
          <p:nvPr/>
        </p:nvSpPr>
        <p:spPr>
          <a:xfrm>
            <a:off x="581025" y="7077075"/>
            <a:ext cx="2571750" cy="342900"/>
          </a:xfrm>
          <a:prstGeom prst="rect">
            <a:avLst/>
          </a:prstGeom>
          <a:noFill/>
          <a:ln w="0">
            <a:noFill/>
            <a:prstDash val="solid"/>
          </a:ln>
        </p:spPr>
        <p:txBody>
          <a:bodyPr wrap="none" lIns="0" tIns="0" rIns="0" bIns="0" anchor="ctr">
            <a:noAutofit/>
          </a:bodyPr>
          <a:lstStyle/>
          <a:p>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06 로컬 VIA 메모리 사용량</a:t>
            </a:r>
          </a:p>
        </p:txBody>
      </p:sp>
      <p:sp>
        <p:nvSpPr>
          <p:cNvPr id="41" name="overview-goal-target-ASR-QA-06">
            <a:extLst>
              <a:ext uri="{FF2B5EF4-FFF2-40B4-BE49-F238E27FC236}">
                <ns2:creationId id="{8DA9633C-43BB-499E-A772-A079C4BB6379}"/>
              </a:ext>
            </a:extLst>
          </p:cNvPr>
          <p:cNvSpPr>
            <a:spLocks noGrp="1"/>
          </p:cNvSpPr>
          <p:nvPr/>
        </p:nvSpPr>
        <p:spPr>
          <a:xfrm>
            <a:off x="552450" y="7429500"/>
            <a:ext cx="2628900" cy="295275"/>
          </a:xfrm>
          <a:prstGeom prst="rect">
            <a:avLst/>
          </a:prstGeom>
          <a:noFill/>
          <a:ln w="0">
            <a:noFill/>
            <a:prstDash val="solid"/>
          </a:ln>
        </p:spPr>
        <p:txBody>
          <a:bodyPr wrap="none" lIns="0" tIns="0" rIns="0" bIns="0" anchor="ctr">
            <a:noAutofit/>
          </a:bodyPr>
          <a:lstStyle/>
          <a:p>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4,096MiB 이하 (commit)</a:t>
            </a:r>
          </a:p>
        </p:txBody>
      </p:sp>
      <p:sp>
        <p:nvSpPr>
          <p:cNvPr id="42" name="overview-swatch-41">
            <a:extLst>
              <a:ext uri="{FF2B5EF4-FFF2-40B4-BE49-F238E27FC236}">
                <ns2:creationId id="{4FE98749-1B01-4D16-8D0F-AC39908EE617}"/>
              </a:ext>
            </a:extLst>
          </p:cNvPr>
          <p:cNvSpPr>
            <a:spLocks noGrp="1"/>
          </p:cNvSpPr>
          <p:nvPr/>
        </p:nvSpPr>
        <p:spPr>
          <a:xfrm>
            <a:off x="3276600" y="2486025"/>
            <a:ext cx="228600" cy="400050"/>
          </a:xfrm>
          <a:prstGeom prst="rect">
            <a:avLst/>
          </a:prstGeom>
          <a:solidFill>
            <a:srgbClr val="E5A700"/>
          </a:solidFill>
          <a:ln w="0">
            <a:solidFill>
              <a:srgbClr val="E5A700"/>
            </a:solidFill>
            <a:prstDash val="solid"/>
          </a:ln>
        </p:spPr>
      </p:sp>
      <p:sp>
        <p:nvSpPr>
          <p:cNvPr id="43" name="overview-decision-title-41">
            <a:extLst>
              <a:ext uri="{FF2B5EF4-FFF2-40B4-BE49-F238E27FC236}">
                <ns2:creationId id="{8793EE45-9E91-4D78-917A-FE44C52A39E5}"/>
              </a:ext>
            </a:extLst>
          </p:cNvPr>
          <p:cNvSpPr>
            <a:spLocks noGrp="1"/>
          </p:cNvSpPr>
          <p:nvPr/>
        </p:nvSpPr>
        <p:spPr>
          <a:xfrm>
            <a:off x="3714750" y="2381250"/>
            <a:ext cx="4438650" cy="476250"/>
          </a:xfrm>
          <a:prstGeom prst="rect">
            <a:avLst/>
          </a:prstGeom>
          <a:noFill/>
          <a:ln w="0">
            <a:noFill/>
            <a:prstDash val="solid"/>
          </a:ln>
        </p:spPr>
        <p:txBody>
          <a:bodyPr wrap="none" lIns="0" tIns="0" rIns="0" bIns="0" anchor="ctr">
            <a:noAutofit/>
          </a:bodyPr>
          <a:lstStyle/>
          <a:p>
            <a:pPr algn="l">
              <a:defRPr sz="2475" b="1">
                <a:solidFill>
                  <a:srgbClr val="141414"/>
                </a:solidFill>
                <a:latin typeface="Apple SD Gothic Neo"/>
                <a:ea typeface="Apple SD Gothic Neo"/>
                <a:cs typeface="Apple SD Gothic Neo"/>
              </a:defRPr>
            </a:pPr>
            <a:r>
              <a:rPr sz="2475" b="1">
                <a:solidFill>
                  <a:srgbClr val="141414"/>
                </a:solidFill>
                <a:latin typeface="Apple SD Gothic Neo"/>
                <a:ea typeface="Apple SD Gothic Neo"/>
                <a:cs typeface="Apple SD Gothic Neo"/>
              </a:rPr>
              <a:t>04-41. Request 해석 제어</a:t>
            </a:r>
          </a:p>
        </p:txBody>
      </p:sp>
      <p:sp>
        <p:nvSpPr>
          <p:cNvPr id="44" name="overview-decision-detail-41">
            <a:extLst>
              <a:ext uri="{FF2B5EF4-FFF2-40B4-BE49-F238E27FC236}">
                <ns2:creationId id="{8F0BF26E-F29A-4D5A-B4E2-1D6FF876EE05}"/>
              </a:ext>
            </a:extLst>
          </p:cNvPr>
          <p:cNvSpPr>
            <a:spLocks noGrp="1"/>
          </p:cNvSpPr>
          <p:nvPr/>
        </p:nvSpPr>
        <p:spPr>
          <a:xfrm>
            <a:off x="3714750" y="2876550"/>
            <a:ext cx="4429125" cy="371475"/>
          </a:xfrm>
          <a:prstGeom prst="rect">
            <a:avLst/>
          </a:prstGeom>
          <a:noFill/>
          <a:ln w="0">
            <a:noFill/>
            <a:prstDash val="solid"/>
          </a:ln>
        </p:spPr>
        <p:txBody>
          <a:bodyPr wrap="none" lIns="0" tIns="0" rIns="0" bIns="0" anchor="ctr">
            <a:noAutofit/>
          </a:bodyPr>
          <a:lstStyle/>
          <a:p>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조회와 의미 완성의 진행 책임</a:t>
            </a:r>
          </a:p>
        </p:txBody>
      </p:sp>
      <p:sp>
        <p:nvSpPr>
          <p:cNvPr id="45" name="overview-swatch-44">
            <a:extLst>
              <a:ext uri="{FF2B5EF4-FFF2-40B4-BE49-F238E27FC236}">
                <ns2:creationId id="{396106B6-E4BB-48FB-A36B-16A5D0EDE0EA}"/>
              </a:ext>
            </a:extLst>
          </p:cNvPr>
          <p:cNvSpPr>
            <a:spLocks noGrp="1"/>
          </p:cNvSpPr>
          <p:nvPr/>
        </p:nvSpPr>
        <p:spPr>
          <a:xfrm>
            <a:off x="3276600" y="4105275"/>
            <a:ext cx="228600" cy="400050"/>
          </a:xfrm>
          <a:prstGeom prst="rect">
            <a:avLst/>
          </a:prstGeom>
          <a:solidFill>
            <a:srgbClr val="00A65A"/>
          </a:solidFill>
          <a:ln w="0">
            <a:solidFill>
              <a:srgbClr val="00A65A"/>
            </a:solidFill>
            <a:prstDash val="solid"/>
          </a:ln>
        </p:spPr>
      </p:sp>
      <p:sp>
        <p:nvSpPr>
          <p:cNvPr id="46" name="overview-decision-title-44">
            <a:extLst>
              <a:ext uri="{FF2B5EF4-FFF2-40B4-BE49-F238E27FC236}">
                <ns2:creationId id="{D8ADDD93-DD7E-4DE8-A135-B1840395FD00}"/>
              </a:ext>
            </a:extLst>
          </p:cNvPr>
          <p:cNvSpPr>
            <a:spLocks noGrp="1"/>
          </p:cNvSpPr>
          <p:nvPr/>
        </p:nvSpPr>
        <p:spPr>
          <a:xfrm>
            <a:off x="3714750" y="4000500"/>
            <a:ext cx="4438650" cy="476250"/>
          </a:xfrm>
          <a:prstGeom prst="rect">
            <a:avLst/>
          </a:prstGeom>
          <a:noFill/>
          <a:ln w="0">
            <a:noFill/>
            <a:prstDash val="solid"/>
          </a:ln>
        </p:spPr>
        <p:txBody>
          <a:bodyPr wrap="none" lIns="0" tIns="0" rIns="0" bIns="0" anchor="ctr">
            <a:noAutofit/>
          </a:bodyPr>
          <a:lstStyle/>
          <a:p>
            <a:pPr algn="l">
              <a:defRPr sz="2475" b="1">
                <a:solidFill>
                  <a:srgbClr val="141414"/>
                </a:solidFill>
                <a:latin typeface="Apple SD Gothic Neo"/>
                <a:ea typeface="Apple SD Gothic Neo"/>
                <a:cs typeface="Apple SD Gothic Neo"/>
              </a:defRPr>
            </a:pPr>
            <a:r>
              <a:rPr sz="2475" b="1">
                <a:solidFill>
                  <a:srgbClr val="141414"/>
                </a:solidFill>
                <a:latin typeface="Apple SD Gothic Neo"/>
                <a:ea typeface="Apple SD Gothic Neo"/>
                <a:cs typeface="Apple SD Gothic Neo"/>
              </a:rPr>
              <a:t>04-44. 지속 대화 실행</a:t>
            </a:r>
          </a:p>
        </p:txBody>
      </p:sp>
      <p:sp>
        <p:nvSpPr>
          <p:cNvPr id="47" name="overview-decision-detail-44">
            <a:extLst>
              <a:ext uri="{FF2B5EF4-FFF2-40B4-BE49-F238E27FC236}">
                <ns2:creationId id="{A4BF74CB-1700-46F4-BD48-A33A11BFC304}"/>
              </a:ext>
            </a:extLst>
          </p:cNvPr>
          <p:cNvSpPr>
            <a:spLocks noGrp="1"/>
          </p:cNvSpPr>
          <p:nvPr/>
        </p:nvSpPr>
        <p:spPr>
          <a:xfrm>
            <a:off x="3714750" y="4495800"/>
            <a:ext cx="4429125" cy="371475"/>
          </a:xfrm>
          <a:prstGeom prst="rect">
            <a:avLst/>
          </a:prstGeom>
          <a:noFill/>
          <a:ln w="0">
            <a:noFill/>
            <a:prstDash val="solid"/>
          </a:ln>
        </p:spPr>
        <p:txBody>
          <a:bodyPr wrap="none" lIns="0" tIns="0" rIns="0" bIns="0" anchor="ctr">
            <a:noAutofit/>
          </a:bodyPr>
          <a:lstStyle/>
          <a:p>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입력과 질문 및 결과의 후속 실행</a:t>
            </a:r>
          </a:p>
        </p:txBody>
      </p:sp>
      <p:sp>
        <p:nvSpPr>
          <p:cNvPr id="48" name="overview-swatch-45">
            <a:extLst>
              <a:ext uri="{FF2B5EF4-FFF2-40B4-BE49-F238E27FC236}">
                <ns2:creationId id="{7631732F-1137-4649-9478-389F0E363914}"/>
              </a:ext>
            </a:extLst>
          </p:cNvPr>
          <p:cNvSpPr>
            <a:spLocks noGrp="1"/>
          </p:cNvSpPr>
          <p:nvPr/>
        </p:nvSpPr>
        <p:spPr>
          <a:xfrm>
            <a:off x="3276600" y="5724525"/>
            <a:ext cx="228600" cy="400050"/>
          </a:xfrm>
          <a:prstGeom prst="rect">
            <a:avLst/>
          </a:prstGeom>
          <a:solidFill>
            <a:srgbClr val="8D49B8"/>
          </a:solidFill>
          <a:ln w="0">
            <a:solidFill>
              <a:srgbClr val="8D49B8"/>
            </a:solidFill>
            <a:prstDash val="solid"/>
          </a:ln>
        </p:spPr>
      </p:sp>
      <p:sp>
        <p:nvSpPr>
          <p:cNvPr id="49" name="overview-decision-title-45">
            <a:extLst>
              <a:ext uri="{FF2B5EF4-FFF2-40B4-BE49-F238E27FC236}">
                <ns2:creationId id="{E52F407F-FDC8-4EFC-A9D2-E53C5F03CC76}"/>
              </a:ext>
            </a:extLst>
          </p:cNvPr>
          <p:cNvSpPr>
            <a:spLocks noGrp="1"/>
          </p:cNvSpPr>
          <p:nvPr/>
        </p:nvSpPr>
        <p:spPr>
          <a:xfrm>
            <a:off x="3714750" y="5619750"/>
            <a:ext cx="4438650" cy="476250"/>
          </a:xfrm>
          <a:prstGeom prst="rect">
            <a:avLst/>
          </a:prstGeom>
          <a:noFill/>
          <a:ln w="0">
            <a:noFill/>
            <a:prstDash val="solid"/>
          </a:ln>
        </p:spPr>
        <p:txBody>
          <a:bodyPr wrap="none" lIns="0" tIns="0" rIns="0" bIns="0" anchor="ctr">
            <a:noAutofit/>
          </a:bodyPr>
          <a:lstStyle/>
          <a:p>
            <a:pPr algn="l">
              <a:defRPr sz="2475" b="1">
                <a:solidFill>
                  <a:srgbClr val="141414"/>
                </a:solidFill>
                <a:latin typeface="Apple SD Gothic Neo"/>
                <a:ea typeface="Apple SD Gothic Neo"/>
                <a:cs typeface="Apple SD Gothic Neo"/>
              </a:defRPr>
            </a:pPr>
            <a:r>
              <a:rPr sz="2475" b="1">
                <a:solidFill>
                  <a:srgbClr val="141414"/>
                </a:solidFill>
                <a:latin typeface="Apple SD Gothic Neo"/>
                <a:ea typeface="Apple SD Gothic Neo"/>
                <a:cs typeface="Apple SD Gothic Neo"/>
              </a:rPr>
              <a:t>04-45. 기억과 Context</a:t>
            </a:r>
          </a:p>
        </p:txBody>
      </p:sp>
      <p:sp>
        <p:nvSpPr>
          <p:cNvPr id="50" name="overview-decision-detail-45">
            <a:extLst>
              <a:ext uri="{FF2B5EF4-FFF2-40B4-BE49-F238E27FC236}">
                <ns2:creationId id="{6DB70456-EF81-48E7-A9F0-F58A943556D5}"/>
              </a:ext>
            </a:extLst>
          </p:cNvPr>
          <p:cNvSpPr>
            <a:spLocks noGrp="1"/>
          </p:cNvSpPr>
          <p:nvPr/>
        </p:nvSpPr>
        <p:spPr>
          <a:xfrm>
            <a:off x="3714750" y="6115050"/>
            <a:ext cx="4429125" cy="371475"/>
          </a:xfrm>
          <a:prstGeom prst="rect">
            <a:avLst/>
          </a:prstGeom>
          <a:noFill/>
          <a:ln w="0">
            <a:noFill/>
            <a:prstDash val="solid"/>
          </a:ln>
        </p:spPr>
        <p:txBody>
          <a:bodyPr wrap="none" lIns="0" tIns="0" rIns="0" bIns="0" anchor="ctr">
            <a:noAutofit/>
          </a:bodyPr>
          <a:lstStyle/>
          <a:p>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과거 근거의 구성 및 공통 기억 제공</a:t>
            </a:r>
          </a:p>
        </p:txBody>
      </p:sp>
      <p:sp>
        <p:nvSpPr>
          <p:cNvPr id="51" name="overview-swatch-42">
            <a:extLst>
              <a:ext uri="{FF2B5EF4-FFF2-40B4-BE49-F238E27FC236}">
                <ns2:creationId id="{D9B0A4C1-2205-4E7E-9E07-3F1217E974EE}"/>
              </a:ext>
            </a:extLst>
          </p:cNvPr>
          <p:cNvSpPr>
            <a:spLocks noGrp="1"/>
          </p:cNvSpPr>
          <p:nvPr/>
        </p:nvSpPr>
        <p:spPr>
          <a:xfrm>
            <a:off x="3276600" y="7153275"/>
            <a:ext cx="228600" cy="400050"/>
          </a:xfrm>
          <a:prstGeom prst="rect">
            <a:avLst/>
          </a:prstGeom>
          <a:solidFill>
            <a:srgbClr val="2463DD"/>
          </a:solidFill>
          <a:ln w="0">
            <a:solidFill>
              <a:srgbClr val="2463DD"/>
            </a:solidFill>
            <a:prstDash val="solid"/>
          </a:ln>
        </p:spPr>
      </p:sp>
      <p:sp>
        <p:nvSpPr>
          <p:cNvPr id="52" name="overview-decision-title-42">
            <a:extLst>
              <a:ext uri="{FF2B5EF4-FFF2-40B4-BE49-F238E27FC236}">
                <ns2:creationId id="{58124065-1888-4363-BE35-0F6260A72F08}"/>
              </a:ext>
            </a:extLst>
          </p:cNvPr>
          <p:cNvSpPr>
            <a:spLocks noGrp="1"/>
          </p:cNvSpPr>
          <p:nvPr/>
        </p:nvSpPr>
        <p:spPr>
          <a:xfrm>
            <a:off x="3714750" y="7048500"/>
            <a:ext cx="4438650" cy="476250"/>
          </a:xfrm>
          <a:prstGeom prst="rect">
            <a:avLst/>
          </a:prstGeom>
          <a:noFill/>
          <a:ln w="0">
            <a:noFill/>
            <a:prstDash val="solid"/>
          </a:ln>
        </p:spPr>
        <p:txBody>
          <a:bodyPr wrap="none" lIns="0" tIns="0" rIns="0" bIns="0" anchor="ctr">
            <a:noAutofit/>
          </a:bodyPr>
          <a:lstStyle/>
          <a:p>
            <a:pPr algn="l">
              <a:defRPr sz="2175" b="1">
                <a:solidFill>
                  <a:srgbClr val="141414"/>
                </a:solidFill>
                <a:latin typeface="Apple SD Gothic Neo"/>
                <a:ea typeface="Apple SD Gothic Neo"/>
                <a:cs typeface="Apple SD Gothic Neo"/>
              </a:defRPr>
            </a:pPr>
            <a:r>
              <a:rPr sz="2175" b="1">
                <a:solidFill>
                  <a:srgbClr val="141414"/>
                </a:solidFill>
                <a:latin typeface="Apple SD Gothic Neo"/>
                <a:ea typeface="Apple SD Gothic Neo"/>
                <a:cs typeface="Apple SD Gothic Neo"/>
              </a:rPr>
              <a:t>04-42. Conversation과 Task 관리</a:t>
            </a:r>
          </a:p>
        </p:txBody>
      </p:sp>
      <p:sp>
        <p:nvSpPr>
          <p:cNvPr id="53" name="overview-decision-detail-42">
            <a:extLst>
              <a:ext uri="{FF2B5EF4-FFF2-40B4-BE49-F238E27FC236}">
                <ns2:creationId id="{466D25E9-1831-40FB-80F8-1D449E64168E}"/>
              </a:ext>
            </a:extLst>
          </p:cNvPr>
          <p:cNvSpPr>
            <a:spLocks noGrp="1"/>
          </p:cNvSpPr>
          <p:nvPr/>
        </p:nvSpPr>
        <p:spPr>
          <a:xfrm>
            <a:off x="3714750" y="7543800"/>
            <a:ext cx="4429125" cy="371475"/>
          </a:xfrm>
          <a:prstGeom prst="rect">
            <a:avLst/>
          </a:prstGeom>
          <a:noFill/>
          <a:ln w="0">
            <a:noFill/>
            <a:prstDash val="solid"/>
          </a:ln>
        </p:spPr>
        <p:txBody>
          <a:bodyPr wrap="none" lIns="0" tIns="0" rIns="0" bIns="0" anchor="ctr">
            <a:noAutofit/>
          </a:bodyPr>
          <a:lstStyle/>
          <a:p>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상태 소유와 실행 수명의 분리 방식</a:t>
            </a:r>
          </a:p>
        </p:txBody>
      </p:sp>
      <p:sp>
        <p:nvSpPr>
          <p:cNvPr id="54" name="overview-VIA-boundary">
            <a:extLst>
              <a:ext uri="{FF2B5EF4-FFF2-40B4-BE49-F238E27FC236}">
                <ns2:creationId id="{0667F901-341B-44E1-B622-EDA03A2B690A}"/>
              </a:ext>
            </a:extLst>
          </p:cNvPr>
          <p:cNvSpPr>
            <a:spLocks noGrp="1"/>
          </p:cNvSpPr>
          <p:nvPr/>
        </p:nvSpPr>
        <p:spPr>
          <a:xfrm>
            <a:off x="8439150" y="1285875"/>
            <a:ext cx="9372600" cy="7324725"/>
          </a:xfrm>
          <a:prstGeom prst="rect">
            <a:avLst/>
          </a:prstGeom>
          <a:solidFill>
            <a:srgbClr val="FFFFFF"/>
          </a:solidFill>
          <a:ln w="16193">
            <a:solidFill>
              <a:srgbClr val="141414"/>
            </a:solidFill>
            <a:prstDash val="solid"/>
          </a:ln>
        </p:spPr>
      </p:sp>
      <p:sp>
        <p:nvSpPr>
          <p:cNvPr id="55" name="overview-VIA-label">
            <a:extLst>
              <a:ext uri="{FF2B5EF4-FFF2-40B4-BE49-F238E27FC236}">
                <ns2:creationId id="{D4B1B01E-411B-48FB-B131-F0A731EA7F93}"/>
              </a:ext>
            </a:extLst>
          </p:cNvPr>
          <p:cNvSpPr>
            <a:spLocks noGrp="1"/>
          </p:cNvSpPr>
          <p:nvPr/>
        </p:nvSpPr>
        <p:spPr>
          <a:xfrm>
            <a:off x="8658225" y="1381125"/>
            <a:ext cx="2095500" cy="381000"/>
          </a:xfrm>
          <a:prstGeom prst="rect">
            <a:avLst/>
          </a:prstGeom>
          <a:noFill/>
          <a:ln w="0">
            <a:noFill/>
            <a:prstDash val="solid"/>
          </a:ln>
        </p:spPr>
        <p:txBody>
          <a:bodyPr wrap="none" lIns="0" tIns="0" rIns="0" bIns="0" anchor="ctr">
            <a:noAutofit/>
          </a:bodyPr>
          <a:lstStyle/>
          <a:p>
            <a:pPr algn="l">
              <a:defRPr sz="2625" b="0">
                <a:solidFill>
                  <a:srgbClr val="141414"/>
                </a:solidFill>
                <a:latin typeface="Apple SD Gothic Neo"/>
                <a:ea typeface="Apple SD Gothic Neo"/>
                <a:cs typeface="Apple SD Gothic Neo"/>
              </a:defRPr>
            </a:pPr>
            <a:r>
              <a:rPr sz="2625" b="0">
                <a:solidFill>
                  <a:srgbClr val="141414"/>
                </a:solidFill>
                <a:latin typeface="Apple SD Gothic Neo"/>
                <a:ea typeface="Apple SD Gothic Neo"/>
                <a:cs typeface="Apple SD Gothic Neo"/>
              </a:rPr>
              <a:t>VIA</a:t>
            </a:r>
          </a:p>
        </p:txBody>
      </p:sp>
      <p:sp>
        <p:nvSpPr>
          <p:cNvPr id="56" name="overview-Interaction">
            <a:extLst>
              <a:ext uri="{FF2B5EF4-FFF2-40B4-BE49-F238E27FC236}">
                <ns2:creationId id="{05444503-736C-4A46-88AE-BAF5E3E47471}"/>
              </a:ext>
            </a:extLst>
          </p:cNvPr>
          <p:cNvSpPr>
            <a:spLocks noGrp="1"/>
          </p:cNvSpPr>
          <p:nvPr/>
        </p:nvSpPr>
        <p:spPr>
          <a:xfrm>
            <a:off x="8620125" y="1857375"/>
            <a:ext cx="9001125" cy="1381125"/>
          </a:xfrm>
          <a:prstGeom prst="rect">
            <a:avLst/>
          </a:prstGeom>
          <a:solidFill>
            <a:srgbClr val="F6F7F8"/>
          </a:solidFill>
          <a:ln w="16193">
            <a:solidFill>
              <a:srgbClr val="141414"/>
            </a:solidFill>
            <a:prstDash val="solid"/>
          </a:ln>
        </p:spPr>
      </p:sp>
      <p:sp>
        <p:nvSpPr>
          <p:cNvPr id="57" name="overview-Interaction-label">
            <a:extLst>
              <a:ext uri="{FF2B5EF4-FFF2-40B4-BE49-F238E27FC236}">
                <ns2:creationId id="{B4C83EED-8672-4B9F-99C8-3C29E33D4909}"/>
              </a:ext>
            </a:extLst>
          </p:cNvPr>
          <p:cNvSpPr>
            <a:spLocks noGrp="1"/>
          </p:cNvSpPr>
          <p:nvPr/>
        </p:nvSpPr>
        <p:spPr>
          <a:xfrm>
            <a:off x="8801100" y="1885950"/>
            <a:ext cx="4286250" cy="381000"/>
          </a:xfrm>
          <a:prstGeom prst="rect">
            <a:avLst/>
          </a:prstGeom>
          <a:noFill/>
          <a:ln w="0">
            <a:noFill/>
            <a:prstDash val="solid"/>
          </a:ln>
        </p:spPr>
        <p:txBody>
          <a:bodyPr wrap="none" lIns="0" tIns="0" rIns="0" bIns="0" anchor="ctr">
            <a:noAutofit/>
          </a:bodyPr>
          <a:lstStyle/>
          <a:p>
            <a:pPr algn="l">
              <a:defRPr sz="2175" b="0">
                <a:solidFill>
                  <a:srgbClr val="141414"/>
                </a:solidFill>
                <a:latin typeface="Apple SD Gothic Neo"/>
                <a:ea typeface="Apple SD Gothic Neo"/>
                <a:cs typeface="Apple SD Gothic Neo"/>
              </a:defRPr>
            </a:pPr>
            <a:r>
              <a:rPr sz="2175" b="0">
                <a:solidFill>
                  <a:srgbClr val="141414"/>
                </a:solidFill>
                <a:latin typeface="Apple SD Gothic Neo"/>
                <a:ea typeface="Apple SD Gothic Neo"/>
                <a:cs typeface="Apple SD Gothic Neo"/>
              </a:rPr>
              <a:t>Interaction</a:t>
            </a:r>
          </a:p>
        </p:txBody>
      </p:sp>
      <p:sp>
        <p:nvSpPr>
          <p:cNvPr id="58" name="overview-component-Interaction Manager">
            <a:extLst>
              <a:ext uri="{FF2B5EF4-FFF2-40B4-BE49-F238E27FC236}">
                <ns2:creationId id="{B311954B-3254-4B9A-B492-21E04BEA0852}"/>
              </a:ext>
            </a:extLst>
          </p:cNvPr>
          <p:cNvSpPr>
            <a:spLocks noGrp="1"/>
          </p:cNvSpPr>
          <p:nvPr/>
        </p:nvSpPr>
        <p:spPr>
          <a:xfrm>
            <a:off x="8915400" y="2400300"/>
            <a:ext cx="4105275" cy="533400"/>
          </a:xfrm>
          <a:prstGeom prst="rect">
            <a:avLst/>
          </a:prstGeom>
          <a:solidFill>
            <a:srgbClr val="FFFFFF"/>
          </a:solidFill>
          <a:ln w="16193">
            <a:solidFill>
              <a:srgbClr val="141414"/>
            </a:solidFill>
            <a:prstDash val="solid"/>
          </a:ln>
        </p:spPr>
      </p:sp>
      <p:sp>
        <p:nvSpPr>
          <p:cNvPr id="59" name="overview-name-Interaction Manager">
            <a:extLst>
              <a:ext uri="{FF2B5EF4-FFF2-40B4-BE49-F238E27FC236}">
                <ns2:creationId id="{C9EDC35C-F628-4FF9-BF4D-8AD712C66390}"/>
              </a:ext>
            </a:extLst>
          </p:cNvPr>
          <p:cNvSpPr>
            <a:spLocks noGrp="1"/>
          </p:cNvSpPr>
          <p:nvPr/>
        </p:nvSpPr>
        <p:spPr>
          <a:xfrm>
            <a:off x="8982075" y="2400300"/>
            <a:ext cx="3971925" cy="5334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Interaction Manager</a:t>
            </a:r>
          </a:p>
        </p:txBody>
      </p:sp>
      <p:sp>
        <p:nvSpPr>
          <p:cNvPr id="60" name="overview-component-Response Manager">
            <a:extLst>
              <a:ext uri="{FF2B5EF4-FFF2-40B4-BE49-F238E27FC236}">
                <ns2:creationId id="{7452EC8B-254E-4254-94E5-6DC88F7E64B3}"/>
              </a:ext>
            </a:extLst>
          </p:cNvPr>
          <p:cNvSpPr>
            <a:spLocks noGrp="1"/>
          </p:cNvSpPr>
          <p:nvPr/>
        </p:nvSpPr>
        <p:spPr>
          <a:xfrm>
            <a:off x="13296900" y="2400300"/>
            <a:ext cx="4105275" cy="533400"/>
          </a:xfrm>
          <a:prstGeom prst="rect">
            <a:avLst/>
          </a:prstGeom>
          <a:solidFill>
            <a:srgbClr val="FFFFFF"/>
          </a:solidFill>
          <a:ln w="16193">
            <a:solidFill>
              <a:srgbClr val="141414"/>
            </a:solidFill>
            <a:prstDash val="solid"/>
          </a:ln>
        </p:spPr>
      </p:sp>
      <p:sp>
        <p:nvSpPr>
          <p:cNvPr id="61" name="overview-name-Response Manager">
            <a:extLst>
              <a:ext uri="{FF2B5EF4-FFF2-40B4-BE49-F238E27FC236}">
                <ns2:creationId id="{A7068843-721B-4A60-AD45-332B9611AF67}"/>
              </a:ext>
            </a:extLst>
          </p:cNvPr>
          <p:cNvSpPr>
            <a:spLocks noGrp="1"/>
          </p:cNvSpPr>
          <p:nvPr/>
        </p:nvSpPr>
        <p:spPr>
          <a:xfrm>
            <a:off x="13363575" y="2400300"/>
            <a:ext cx="3971925" cy="5334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Response Manager</a:t>
            </a:r>
          </a:p>
        </p:txBody>
      </p:sp>
      <p:sp>
        <p:nvSpPr>
          <p:cNvPr id="62" name="overview-Orchestration">
            <a:extLst>
              <a:ext uri="{FF2B5EF4-FFF2-40B4-BE49-F238E27FC236}">
                <ns2:creationId id="{AEBA02E5-2698-46DB-93E7-C9282787FD6E}"/>
              </a:ext>
            </a:extLst>
          </p:cNvPr>
          <p:cNvSpPr>
            <a:spLocks noGrp="1"/>
          </p:cNvSpPr>
          <p:nvPr/>
        </p:nvSpPr>
        <p:spPr>
          <a:xfrm>
            <a:off x="8620125" y="3371850"/>
            <a:ext cx="9001125" cy="3486150"/>
          </a:xfrm>
          <a:prstGeom prst="rect">
            <a:avLst/>
          </a:prstGeom>
          <a:solidFill>
            <a:srgbClr val="F6F7F8"/>
          </a:solidFill>
          <a:ln w="16193">
            <a:solidFill>
              <a:srgbClr val="141414"/>
            </a:solidFill>
            <a:prstDash val="solid"/>
          </a:ln>
        </p:spPr>
      </p:sp>
      <p:sp>
        <p:nvSpPr>
          <p:cNvPr id="63" name="overview-Orchestration-label">
            <a:extLst>
              <a:ext uri="{FF2B5EF4-FFF2-40B4-BE49-F238E27FC236}">
                <ns2:creationId id="{F7FA0B2B-F1C8-4AB6-AA80-D94EFD0B90C5}"/>
              </a:ext>
            </a:extLst>
          </p:cNvPr>
          <p:cNvSpPr>
            <a:spLocks noGrp="1"/>
          </p:cNvSpPr>
          <p:nvPr/>
        </p:nvSpPr>
        <p:spPr>
          <a:xfrm>
            <a:off x="8801100" y="3400425"/>
            <a:ext cx="2333625" cy="409575"/>
          </a:xfrm>
          <a:prstGeom prst="rect">
            <a:avLst/>
          </a:prstGeom>
          <a:noFill/>
          <a:ln w="0">
            <a:noFill/>
            <a:prstDash val="solid"/>
          </a:ln>
        </p:spPr>
        <p:txBody>
          <a:bodyPr wrap="none" lIns="0" tIns="0" rIns="0" bIns="0" anchor="ctr">
            <a:noAutofit/>
          </a:bodyPr>
          <a:lstStyle/>
          <a:p>
            <a:pPr algn="l">
              <a:defRPr sz="2175" b="0">
                <a:solidFill>
                  <a:srgbClr val="141414"/>
                </a:solidFill>
                <a:latin typeface="Apple SD Gothic Neo"/>
                <a:ea typeface="Apple SD Gothic Neo"/>
                <a:cs typeface="Apple SD Gothic Neo"/>
              </a:defRPr>
            </a:pPr>
            <a:r>
              <a:rPr sz="2175" b="0">
                <a:solidFill>
                  <a:srgbClr val="141414"/>
                </a:solidFill>
                <a:latin typeface="Apple SD Gothic Neo"/>
                <a:ea typeface="Apple SD Gothic Neo"/>
                <a:cs typeface="Apple SD Gothic Neo"/>
              </a:rPr>
              <a:t>Orchestration</a:t>
            </a:r>
          </a:p>
        </p:txBody>
      </p:sp>
      <p:sp>
        <p:nvSpPr>
          <p:cNvPr id="64" name="overview-component-Request Controller">
            <a:extLst>
              <a:ext uri="{FF2B5EF4-FFF2-40B4-BE49-F238E27FC236}">
                <ns2:creationId id="{DF4BE49B-E898-4802-91C1-CDCB6CCF8989}"/>
              </a:ext>
            </a:extLst>
          </p:cNvPr>
          <p:cNvSpPr>
            <a:spLocks noGrp="1"/>
          </p:cNvSpPr>
          <p:nvPr/>
        </p:nvSpPr>
        <p:spPr>
          <a:xfrm>
            <a:off x="8915400" y="4076700"/>
            <a:ext cx="4105275" cy="495300"/>
          </a:xfrm>
          <a:prstGeom prst="rect">
            <a:avLst/>
          </a:prstGeom>
          <a:solidFill>
            <a:srgbClr val="FFFFFF"/>
          </a:solidFill>
          <a:ln w="16193">
            <a:solidFill>
              <a:srgbClr val="141414"/>
            </a:solidFill>
            <a:prstDash val="solid"/>
          </a:ln>
        </p:spPr>
      </p:sp>
      <p:sp>
        <p:nvSpPr>
          <p:cNvPr id="65" name="overview-name-Request Controller">
            <a:extLst>
              <a:ext uri="{FF2B5EF4-FFF2-40B4-BE49-F238E27FC236}">
                <ns2:creationId id="{0BD89C5D-2909-4652-9B57-929FAEE069A2}"/>
              </a:ext>
            </a:extLst>
          </p:cNvPr>
          <p:cNvSpPr>
            <a:spLocks noGrp="1"/>
          </p:cNvSpPr>
          <p:nvPr/>
        </p:nvSpPr>
        <p:spPr>
          <a:xfrm>
            <a:off x="8982075" y="4076700"/>
            <a:ext cx="3971925" cy="4953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Request Controller</a:t>
            </a:r>
          </a:p>
        </p:txBody>
      </p:sp>
      <p:sp>
        <p:nvSpPr>
          <p:cNvPr id="66" name="overview-component-Request Interpreter">
            <a:extLst>
              <a:ext uri="{FF2B5EF4-FFF2-40B4-BE49-F238E27FC236}">
                <ns2:creationId id="{29E90C18-0D26-48D1-B96C-57CFD1F364AF}"/>
              </a:ext>
            </a:extLst>
          </p:cNvPr>
          <p:cNvSpPr>
            <a:spLocks noGrp="1"/>
          </p:cNvSpPr>
          <p:nvPr/>
        </p:nvSpPr>
        <p:spPr>
          <a:xfrm>
            <a:off x="13296900" y="4076700"/>
            <a:ext cx="4105275" cy="495300"/>
          </a:xfrm>
          <a:prstGeom prst="rect">
            <a:avLst/>
          </a:prstGeom>
          <a:solidFill>
            <a:srgbClr val="FFFFFF"/>
          </a:solidFill>
          <a:ln w="16193">
            <a:solidFill>
              <a:srgbClr val="141414"/>
            </a:solidFill>
            <a:prstDash val="solid"/>
          </a:ln>
        </p:spPr>
      </p:sp>
      <p:sp>
        <p:nvSpPr>
          <p:cNvPr id="67" name="overview-name-Request Interpreter">
            <a:extLst>
              <a:ext uri="{FF2B5EF4-FFF2-40B4-BE49-F238E27FC236}">
                <ns2:creationId id="{C7DE6FB3-F4ED-4273-A692-B5D4E85938E1}"/>
              </a:ext>
            </a:extLst>
          </p:cNvPr>
          <p:cNvSpPr>
            <a:spLocks noGrp="1"/>
          </p:cNvSpPr>
          <p:nvPr/>
        </p:nvSpPr>
        <p:spPr>
          <a:xfrm>
            <a:off x="13363575" y="4076700"/>
            <a:ext cx="3971925" cy="4953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Request Interpreter</a:t>
            </a:r>
          </a:p>
        </p:txBody>
      </p:sp>
      <p:sp>
        <p:nvSpPr>
          <p:cNvPr id="68" name="overview-component-Context Manager">
            <a:extLst>
              <a:ext uri="{FF2B5EF4-FFF2-40B4-BE49-F238E27FC236}">
                <ns2:creationId id="{CC588BA3-0092-4123-BD68-119001462853}"/>
              </a:ext>
            </a:extLst>
          </p:cNvPr>
          <p:cNvSpPr>
            <a:spLocks noGrp="1"/>
          </p:cNvSpPr>
          <p:nvPr/>
        </p:nvSpPr>
        <p:spPr>
          <a:xfrm>
            <a:off x="8915400" y="4981575"/>
            <a:ext cx="4105275" cy="495300"/>
          </a:xfrm>
          <a:prstGeom prst="rect">
            <a:avLst/>
          </a:prstGeom>
          <a:solidFill>
            <a:srgbClr val="FFFFFF"/>
          </a:solidFill>
          <a:ln w="16193">
            <a:solidFill>
              <a:srgbClr val="141414"/>
            </a:solidFill>
            <a:prstDash val="solid"/>
          </a:ln>
        </p:spPr>
      </p:sp>
      <p:sp>
        <p:nvSpPr>
          <p:cNvPr id="69" name="overview-name-Context Manager">
            <a:extLst>
              <a:ext uri="{FF2B5EF4-FFF2-40B4-BE49-F238E27FC236}">
                <ns2:creationId id="{5DDCC5D7-62AD-43D5-A518-69A59D4BF05C}"/>
              </a:ext>
            </a:extLst>
          </p:cNvPr>
          <p:cNvSpPr>
            <a:spLocks noGrp="1"/>
          </p:cNvSpPr>
          <p:nvPr/>
        </p:nvSpPr>
        <p:spPr>
          <a:xfrm>
            <a:off x="8982075" y="4981575"/>
            <a:ext cx="3971925" cy="4953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Context Manager</a:t>
            </a:r>
          </a:p>
        </p:txBody>
      </p:sp>
      <p:sp>
        <p:nvSpPr>
          <p:cNvPr id="70" name="overview-component-Policy Manager">
            <a:extLst>
              <a:ext uri="{FF2B5EF4-FFF2-40B4-BE49-F238E27FC236}">
                <ns2:creationId id="{B3071E9C-F3B5-4F3F-AC3C-BE3E74A2379B}"/>
              </a:ext>
            </a:extLst>
          </p:cNvPr>
          <p:cNvSpPr>
            <a:spLocks noGrp="1"/>
          </p:cNvSpPr>
          <p:nvPr/>
        </p:nvSpPr>
        <p:spPr>
          <a:xfrm>
            <a:off x="13296900" y="4981575"/>
            <a:ext cx="4105275" cy="495300"/>
          </a:xfrm>
          <a:prstGeom prst="rect">
            <a:avLst/>
          </a:prstGeom>
          <a:solidFill>
            <a:srgbClr val="FFFFFF"/>
          </a:solidFill>
          <a:ln w="16193">
            <a:solidFill>
              <a:srgbClr val="141414"/>
            </a:solidFill>
            <a:prstDash val="solid"/>
          </a:ln>
        </p:spPr>
      </p:sp>
      <p:sp>
        <p:nvSpPr>
          <p:cNvPr id="71" name="overview-name-Policy Manager">
            <a:extLst>
              <a:ext uri="{FF2B5EF4-FFF2-40B4-BE49-F238E27FC236}">
                <ns2:creationId id="{4C489507-5C88-47E3-B463-24C64B16F6E8}"/>
              </a:ext>
            </a:extLst>
          </p:cNvPr>
          <p:cNvSpPr>
            <a:spLocks noGrp="1"/>
          </p:cNvSpPr>
          <p:nvPr/>
        </p:nvSpPr>
        <p:spPr>
          <a:xfrm>
            <a:off x="13363575" y="4981575"/>
            <a:ext cx="3971925" cy="4953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Policy Manager</a:t>
            </a:r>
          </a:p>
        </p:txBody>
      </p:sp>
      <p:sp>
        <p:nvSpPr>
          <p:cNvPr id="72" name="overview-component-Task Manager">
            <a:extLst>
              <a:ext uri="{FF2B5EF4-FFF2-40B4-BE49-F238E27FC236}">
                <ns2:creationId id="{05DADF7B-2DA2-4E57-AAA1-8107E13776E1}"/>
              </a:ext>
            </a:extLst>
          </p:cNvPr>
          <p:cNvSpPr>
            <a:spLocks noGrp="1"/>
          </p:cNvSpPr>
          <p:nvPr/>
        </p:nvSpPr>
        <p:spPr>
          <a:xfrm>
            <a:off x="8915400" y="5886450"/>
            <a:ext cx="4105275" cy="495300"/>
          </a:xfrm>
          <a:prstGeom prst="rect">
            <a:avLst/>
          </a:prstGeom>
          <a:solidFill>
            <a:srgbClr val="FFFFFF"/>
          </a:solidFill>
          <a:ln w="16193">
            <a:solidFill>
              <a:srgbClr val="141414"/>
            </a:solidFill>
            <a:prstDash val="solid"/>
          </a:ln>
        </p:spPr>
      </p:sp>
      <p:sp>
        <p:nvSpPr>
          <p:cNvPr id="73" name="overview-name-Task Manager">
            <a:extLst>
              <a:ext uri="{FF2B5EF4-FFF2-40B4-BE49-F238E27FC236}">
                <ns2:creationId id="{3DE7176D-B17C-4FE8-A02A-6A566C6721E0}"/>
              </a:ext>
            </a:extLst>
          </p:cNvPr>
          <p:cNvSpPr>
            <a:spLocks noGrp="1"/>
          </p:cNvSpPr>
          <p:nvPr/>
        </p:nvSpPr>
        <p:spPr>
          <a:xfrm>
            <a:off x="8982075" y="5886450"/>
            <a:ext cx="3971925" cy="4953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Task Manager</a:t>
            </a:r>
          </a:p>
        </p:txBody>
      </p:sp>
      <p:sp>
        <p:nvSpPr>
          <p:cNvPr id="74" name="overview-component-Agent Gateway">
            <a:extLst>
              <a:ext uri="{FF2B5EF4-FFF2-40B4-BE49-F238E27FC236}">
                <ns2:creationId id="{8C58E22E-3D1B-4AAD-B5F8-66B4250D6F51}"/>
              </a:ext>
            </a:extLst>
          </p:cNvPr>
          <p:cNvSpPr>
            <a:spLocks noGrp="1"/>
          </p:cNvSpPr>
          <p:nvPr/>
        </p:nvSpPr>
        <p:spPr>
          <a:xfrm>
            <a:off x="13296900" y="5886450"/>
            <a:ext cx="4105275" cy="495300"/>
          </a:xfrm>
          <a:prstGeom prst="rect">
            <a:avLst/>
          </a:prstGeom>
          <a:solidFill>
            <a:srgbClr val="FFFFFF"/>
          </a:solidFill>
          <a:ln w="16193">
            <a:solidFill>
              <a:srgbClr val="141414"/>
            </a:solidFill>
            <a:prstDash val="solid"/>
          </a:ln>
        </p:spPr>
      </p:sp>
      <p:sp>
        <p:nvSpPr>
          <p:cNvPr id="75" name="overview-name-Agent Gateway">
            <a:extLst>
              <a:ext uri="{FF2B5EF4-FFF2-40B4-BE49-F238E27FC236}">
                <ns2:creationId id="{049E4586-44AB-4EC4-9BE6-59A688F09B55}"/>
              </a:ext>
            </a:extLst>
          </p:cNvPr>
          <p:cNvSpPr>
            <a:spLocks noGrp="1"/>
          </p:cNvSpPr>
          <p:nvPr/>
        </p:nvSpPr>
        <p:spPr>
          <a:xfrm>
            <a:off x="13363575" y="5886450"/>
            <a:ext cx="3971925" cy="495300"/>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Agent Gateway</a:t>
            </a:r>
          </a:p>
        </p:txBody>
      </p:sp>
      <p:sp>
        <p:nvSpPr>
          <p:cNvPr id="76" name="overview-Shared">
            <a:extLst>
              <a:ext uri="{FF2B5EF4-FFF2-40B4-BE49-F238E27FC236}">
                <ns2:creationId id="{7DCACDBD-8F04-48D7-A14C-B4352ED1E801}"/>
              </a:ext>
            </a:extLst>
          </p:cNvPr>
          <p:cNvSpPr>
            <a:spLocks noGrp="1"/>
          </p:cNvSpPr>
          <p:nvPr/>
        </p:nvSpPr>
        <p:spPr>
          <a:xfrm>
            <a:off x="8620125" y="7029450"/>
            <a:ext cx="9001125" cy="1400175"/>
          </a:xfrm>
          <a:prstGeom prst="rect">
            <a:avLst/>
          </a:prstGeom>
          <a:solidFill>
            <a:srgbClr val="F6F7F8"/>
          </a:solidFill>
          <a:ln w="16193">
            <a:solidFill>
              <a:srgbClr val="141414"/>
            </a:solidFill>
            <a:prstDash val="solid"/>
          </a:ln>
        </p:spPr>
      </p:sp>
      <p:sp>
        <p:nvSpPr>
          <p:cNvPr id="77" name="overview-Shared-label">
            <a:extLst>
              <a:ext uri="{FF2B5EF4-FFF2-40B4-BE49-F238E27FC236}">
                <ns2:creationId id="{35118724-3179-4EDC-8CF3-0CE5DC055862}"/>
              </a:ext>
            </a:extLst>
          </p:cNvPr>
          <p:cNvSpPr>
            <a:spLocks noGrp="1"/>
          </p:cNvSpPr>
          <p:nvPr/>
        </p:nvSpPr>
        <p:spPr>
          <a:xfrm>
            <a:off x="8801100" y="7086600"/>
            <a:ext cx="1905000" cy="409575"/>
          </a:xfrm>
          <a:prstGeom prst="rect">
            <a:avLst/>
          </a:prstGeom>
          <a:noFill/>
          <a:ln w="0">
            <a:noFill/>
            <a:prstDash val="solid"/>
          </a:ln>
        </p:spPr>
        <p:txBody>
          <a:bodyPr wrap="none" lIns="0" tIns="0" rIns="0" bIns="0" anchor="ctr">
            <a:noAutofit/>
          </a:bodyPr>
          <a:lstStyle/>
          <a:p>
            <a:pPr algn="l">
              <a:defRPr sz="2175" b="0">
                <a:solidFill>
                  <a:srgbClr val="141414"/>
                </a:solidFill>
                <a:latin typeface="Apple SD Gothic Neo"/>
                <a:ea typeface="Apple SD Gothic Neo"/>
                <a:cs typeface="Apple SD Gothic Neo"/>
              </a:defRPr>
            </a:pPr>
            <a:r>
              <a:rPr sz="2175" b="0">
                <a:solidFill>
                  <a:srgbClr val="141414"/>
                </a:solidFill>
                <a:latin typeface="Apple SD Gothic Neo"/>
                <a:ea typeface="Apple SD Gothic Neo"/>
                <a:cs typeface="Apple SD Gothic Neo"/>
              </a:rPr>
              <a:t>Shared</a:t>
            </a:r>
          </a:p>
        </p:txBody>
      </p:sp>
      <p:sp>
        <p:nvSpPr>
          <p:cNvPr id="78" name="overview-component-State Store">
            <a:extLst>
              <a:ext uri="{FF2B5EF4-FFF2-40B4-BE49-F238E27FC236}">
                <ns2:creationId id="{8DB15C76-A40F-4752-8C92-AA89EA15F4F5}"/>
              </a:ext>
            </a:extLst>
          </p:cNvPr>
          <p:cNvSpPr>
            <a:spLocks noGrp="1"/>
          </p:cNvSpPr>
          <p:nvPr/>
        </p:nvSpPr>
        <p:spPr>
          <a:xfrm>
            <a:off x="8915400" y="7781925"/>
            <a:ext cx="4105275" cy="447675"/>
          </a:xfrm>
          <a:prstGeom prst="can">
            <a:avLst/>
          </a:prstGeom>
          <a:solidFill>
            <a:srgbClr val="FFFFFF"/>
          </a:solidFill>
          <a:ln w="16193">
            <a:solidFill>
              <a:srgbClr val="141414"/>
            </a:solidFill>
            <a:prstDash val="solid"/>
          </a:ln>
        </p:spPr>
      </p:sp>
      <p:sp>
        <p:nvSpPr>
          <p:cNvPr id="79" name="overview-name-State Store">
            <a:extLst>
              <a:ext uri="{FF2B5EF4-FFF2-40B4-BE49-F238E27FC236}">
                <ns2:creationId id="{C04D2307-C7C3-4318-B8D0-DAD0DCCE8344}"/>
              </a:ext>
            </a:extLst>
          </p:cNvPr>
          <p:cNvSpPr>
            <a:spLocks noGrp="1"/>
          </p:cNvSpPr>
          <p:nvPr/>
        </p:nvSpPr>
        <p:spPr>
          <a:xfrm>
            <a:off x="8982075" y="7781925"/>
            <a:ext cx="3971925" cy="447675"/>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State Store</a:t>
            </a:r>
          </a:p>
        </p:txBody>
      </p:sp>
      <p:sp>
        <p:nvSpPr>
          <p:cNvPr id="80" name="overview-component-Model Access">
            <a:extLst>
              <a:ext uri="{FF2B5EF4-FFF2-40B4-BE49-F238E27FC236}">
                <ns2:creationId id="{7C955D5F-BF32-4962-915B-6F6B0C41FA8B}"/>
              </a:ext>
            </a:extLst>
          </p:cNvPr>
          <p:cNvSpPr>
            <a:spLocks noGrp="1"/>
          </p:cNvSpPr>
          <p:nvPr/>
        </p:nvSpPr>
        <p:spPr>
          <a:xfrm>
            <a:off x="13296900" y="7781925"/>
            <a:ext cx="4105275" cy="447675"/>
          </a:xfrm>
          <a:prstGeom prst="rect">
            <a:avLst/>
          </a:prstGeom>
          <a:solidFill>
            <a:srgbClr val="FFFFFF"/>
          </a:solidFill>
          <a:ln w="16193">
            <a:solidFill>
              <a:srgbClr val="141414"/>
            </a:solidFill>
            <a:prstDash val="solid"/>
          </a:ln>
        </p:spPr>
      </p:sp>
      <p:sp>
        <p:nvSpPr>
          <p:cNvPr id="81" name="overview-name-Model Access">
            <a:extLst>
              <a:ext uri="{FF2B5EF4-FFF2-40B4-BE49-F238E27FC236}">
                <ns2:creationId id="{C88EF205-84AC-4C5E-BD98-D592DEE8E74C}"/>
              </a:ext>
            </a:extLst>
          </p:cNvPr>
          <p:cNvSpPr>
            <a:spLocks noGrp="1"/>
          </p:cNvSpPr>
          <p:nvPr/>
        </p:nvSpPr>
        <p:spPr>
          <a:xfrm>
            <a:off x="13363575" y="7781925"/>
            <a:ext cx="3971925" cy="447675"/>
          </a:xfrm>
          <a:prstGeom prst="rect">
            <a:avLst/>
          </a:prstGeom>
          <a:noFill/>
          <a:ln w="0">
            <a:noFill/>
            <a:prstDash val="solid"/>
          </a:ln>
        </p:spPr>
        <p:txBody>
          <a:bodyPr wrap="none" lIns="0" tIns="0" rIns="0" bIns="0" anchor="ctr">
            <a:noAutofit/>
          </a:bodyPr>
          <a:lstStyle/>
          <a:p>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Model Access</a:t>
            </a:r>
          </a:p>
        </p:txBody>
      </p:sp>
      <p:sp>
        <p:nvSpPr>
          <p:cNvPr id="82" name="overview-External-boundary">
            <a:extLst>
              <a:ext uri="{FF2B5EF4-FFF2-40B4-BE49-F238E27FC236}">
                <ns2:creationId id="{4468BEAD-2D6B-4CA1-B88F-D85C9C8B2AB8}"/>
              </a:ext>
            </a:extLst>
          </p:cNvPr>
          <p:cNvSpPr>
            <a:spLocks noGrp="1"/>
          </p:cNvSpPr>
          <p:nvPr/>
        </p:nvSpPr>
        <p:spPr>
          <a:xfrm>
            <a:off x="8439150" y="8782050"/>
            <a:ext cx="9372600" cy="1066800"/>
          </a:xfrm>
          <a:prstGeom prst="rect">
            <a:avLst/>
          </a:prstGeom>
          <a:solidFill>
            <a:srgbClr val="FFFFFF"/>
          </a:solidFill>
          <a:ln w="16193">
            <a:solidFill>
              <a:srgbClr val="141414"/>
            </a:solidFill>
            <a:prstDash val="solid"/>
          </a:ln>
        </p:spPr>
      </p:sp>
      <p:sp>
        <p:nvSpPr>
          <p:cNvPr id="83" name="overview-External-label">
            <a:extLst>
              <a:ext uri="{FF2B5EF4-FFF2-40B4-BE49-F238E27FC236}">
                <ns2:creationId id="{2070E664-1378-40E8-865B-6A34F38FD443}"/>
              </a:ext>
            </a:extLst>
          </p:cNvPr>
          <p:cNvSpPr>
            <a:spLocks noGrp="1"/>
          </p:cNvSpPr>
          <p:nvPr/>
        </p:nvSpPr>
        <p:spPr>
          <a:xfrm>
            <a:off x="8658225" y="8829675"/>
            <a:ext cx="5715000" cy="352425"/>
          </a:xfrm>
          <a:prstGeom prst="rect">
            <a:avLst/>
          </a:prstGeom>
          <a:noFill/>
          <a:ln w="0">
            <a:noFill/>
            <a:prstDash val="solid"/>
          </a:ln>
        </p:spPr>
        <p:txBody>
          <a:bodyPr wrap="none" lIns="0" tIns="0" rIns="0" bIns="0" anchor="ctr">
            <a:noAutofit/>
          </a:bodyPr>
          <a:lstStyle/>
          <a:p>
            <a:pPr algn="l">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External Components</a:t>
            </a:r>
          </a:p>
        </p:txBody>
      </p:sp>
      <p:sp>
        <p:nvSpPr>
          <p:cNvPr id="84" name="overview-component-Context Sources">
            <a:extLst>
              <a:ext uri="{FF2B5EF4-FFF2-40B4-BE49-F238E27FC236}">
                <ns2:creationId id="{BE81075E-A92F-4D40-B9D4-DF438D10168E}"/>
              </a:ext>
            </a:extLst>
          </p:cNvPr>
          <p:cNvSpPr>
            <a:spLocks noGrp="1"/>
          </p:cNvSpPr>
          <p:nvPr/>
        </p:nvSpPr>
        <p:spPr>
          <a:xfrm>
            <a:off x="8648700" y="9296400"/>
            <a:ext cx="2181225" cy="381000"/>
          </a:xfrm>
          <a:prstGeom prst="rect">
            <a:avLst/>
          </a:prstGeom>
          <a:solidFill>
            <a:srgbClr val="DDE0E4"/>
          </a:solidFill>
          <a:ln w="16193">
            <a:solidFill>
              <a:srgbClr val="141414"/>
            </a:solidFill>
            <a:prstDash val="solid"/>
          </a:ln>
        </p:spPr>
      </p:sp>
      <p:sp>
        <p:nvSpPr>
          <p:cNvPr id="85" name="overview-name-Context Sources">
            <a:extLst>
              <a:ext uri="{FF2B5EF4-FFF2-40B4-BE49-F238E27FC236}">
                <ns2:creationId id="{2FAFE2F4-67D2-41D0-9B67-167C1EC50335}"/>
              </a:ext>
            </a:extLst>
          </p:cNvPr>
          <p:cNvSpPr>
            <a:spLocks noGrp="1"/>
          </p:cNvSpPr>
          <p:nvPr/>
        </p:nvSpPr>
        <p:spPr>
          <a:xfrm>
            <a:off x="8715375" y="9296400"/>
            <a:ext cx="2047875" cy="381000"/>
          </a:xfrm>
          <a:prstGeom prst="rect">
            <a:avLst/>
          </a:prstGeom>
          <a:noFill/>
          <a:ln w="0">
            <a:noFill/>
            <a:prstDash val="solid"/>
          </a:ln>
        </p:spPr>
        <p:txBody>
          <a:bodyPr wrap="none" lIns="0" tIns="0" rIns="0" bIns="0" anchor="ctr">
            <a:noAutofit/>
          </a:bodyPr>
          <a:lstStyle/>
          <a:p>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Context Sources</a:t>
            </a:r>
          </a:p>
        </p:txBody>
      </p:sp>
      <p:sp>
        <p:nvSpPr>
          <p:cNvPr id="86" name="overview-component-Downstream Agents">
            <a:extLst>
              <a:ext uri="{FF2B5EF4-FFF2-40B4-BE49-F238E27FC236}">
                <ns2:creationId id="{325498E5-EE7A-4CE6-8D76-2A1FAC17DAB5}"/>
              </a:ext>
            </a:extLst>
          </p:cNvPr>
          <p:cNvSpPr>
            <a:spLocks noGrp="1"/>
          </p:cNvSpPr>
          <p:nvPr/>
        </p:nvSpPr>
        <p:spPr>
          <a:xfrm>
            <a:off x="10991850" y="9296400"/>
            <a:ext cx="2314575" cy="381000"/>
          </a:xfrm>
          <a:prstGeom prst="rect">
            <a:avLst/>
          </a:prstGeom>
          <a:solidFill>
            <a:srgbClr val="DDE0E4"/>
          </a:solidFill>
          <a:ln w="16193">
            <a:solidFill>
              <a:srgbClr val="141414"/>
            </a:solidFill>
            <a:prstDash val="solid"/>
          </a:ln>
        </p:spPr>
      </p:sp>
      <p:sp>
        <p:nvSpPr>
          <p:cNvPr id="87" name="overview-name-Downstream Agents">
            <a:extLst>
              <a:ext uri="{FF2B5EF4-FFF2-40B4-BE49-F238E27FC236}">
                <ns2:creationId id="{CB888E71-FF3A-4BF4-A35D-C834EA91CE20}"/>
              </a:ext>
            </a:extLst>
          </p:cNvPr>
          <p:cNvSpPr>
            <a:spLocks noGrp="1"/>
          </p:cNvSpPr>
          <p:nvPr/>
        </p:nvSpPr>
        <p:spPr>
          <a:xfrm>
            <a:off x="11058525" y="9296400"/>
            <a:ext cx="2181225" cy="381000"/>
          </a:xfrm>
          <a:prstGeom prst="rect">
            <a:avLst/>
          </a:prstGeom>
          <a:noFill/>
          <a:ln w="0">
            <a:noFill/>
            <a:prstDash val="solid"/>
          </a:ln>
        </p:spPr>
        <p:txBody>
          <a:bodyPr wrap="none" lIns="0" tIns="0" rIns="0" bIns="0" anchor="ctr">
            <a:noAutofit/>
          </a:bodyPr>
          <a:lstStyle/>
          <a:p>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Downstream Agents</a:t>
            </a:r>
          </a:p>
        </p:txBody>
      </p:sp>
      <p:sp>
        <p:nvSpPr>
          <p:cNvPr id="88" name="overview-Model-runtime">
            <a:extLst>
              <a:ext uri="{FF2B5EF4-FFF2-40B4-BE49-F238E27FC236}">
                <ns2:creationId id="{D4B4485E-D4E7-4E0F-8BE2-8DAFF861E64B}"/>
              </a:ext>
            </a:extLst>
          </p:cNvPr>
          <p:cNvSpPr>
            <a:spLocks noGrp="1"/>
          </p:cNvSpPr>
          <p:nvPr/>
        </p:nvSpPr>
        <p:spPr>
          <a:xfrm>
            <a:off x="13468350" y="9134475"/>
            <a:ext cx="4124325" cy="619125"/>
          </a:xfrm>
          <a:prstGeom prst="rect">
            <a:avLst/>
          </a:prstGeom>
          <a:solidFill>
            <a:srgbClr val="F6F7F8"/>
          </a:solidFill>
          <a:ln w="16193">
            <a:solidFill>
              <a:srgbClr val="141414"/>
            </a:solidFill>
            <a:prstDash val="solid"/>
          </a:ln>
        </p:spPr>
      </p:sp>
      <p:sp>
        <p:nvSpPr>
          <p:cNvPr id="89" name="overview-Model-runtime-label">
            <a:extLst>
              <a:ext uri="{FF2B5EF4-FFF2-40B4-BE49-F238E27FC236}">
                <ns2:creationId id="{FCF21818-A223-494E-91B0-BCE7EC92D67E}"/>
              </a:ext>
            </a:extLst>
          </p:cNvPr>
          <p:cNvSpPr>
            <a:spLocks noGrp="1"/>
          </p:cNvSpPr>
          <p:nvPr/>
        </p:nvSpPr>
        <p:spPr>
          <a:xfrm>
            <a:off x="13582650" y="9144000"/>
            <a:ext cx="3810000" cy="228600"/>
          </a:xfrm>
          <a:prstGeom prst="rect">
            <a:avLst/>
          </a:prstGeom>
          <a:noFill/>
          <a:ln w="0">
            <a:noFill/>
            <a:prstDash val="solid"/>
          </a:ln>
        </p:spPr>
        <p:txBody>
          <a:bodyPr wrap="none" lIns="0" tIns="0" rIns="0" bIns="0" anchor="ctr">
            <a:noAutofit/>
          </a:bodyPr>
          <a:lstStyle/>
          <a:p>
            <a:pPr algn="l">
              <a:defRPr sz="1575" b="0">
                <a:solidFill>
                  <a:srgbClr val="141414"/>
                </a:solidFill>
                <a:latin typeface="Apple SD Gothic Neo"/>
                <a:ea typeface="Apple SD Gothic Neo"/>
                <a:cs typeface="Apple SD Gothic Neo"/>
              </a:defRPr>
            </a:pPr>
            <a:r>
              <a:rPr sz="1575" b="0">
                <a:solidFill>
                  <a:srgbClr val="141414"/>
                </a:solidFill>
                <a:latin typeface="Apple SD Gothic Neo"/>
                <a:ea typeface="Apple SD Gothic Neo"/>
                <a:cs typeface="Apple SD Gothic Neo"/>
              </a:rPr>
              <a:t>Cloud Model Runtime</a:t>
            </a:r>
          </a:p>
        </p:txBody>
      </p:sp>
      <p:sp>
        <p:nvSpPr>
          <p:cNvPr id="90" name="overview-component-음성 모델">
            <a:extLst>
              <a:ext uri="{FF2B5EF4-FFF2-40B4-BE49-F238E27FC236}">
                <ns2:creationId id="{73112365-6EA3-4C63-B7C9-7F4E911E6556}"/>
              </a:ext>
            </a:extLst>
          </p:cNvPr>
          <p:cNvSpPr>
            <a:spLocks noGrp="1"/>
          </p:cNvSpPr>
          <p:nvPr/>
        </p:nvSpPr>
        <p:spPr>
          <a:xfrm>
            <a:off x="13601700" y="9429750"/>
            <a:ext cx="1657350" cy="238125"/>
          </a:xfrm>
          <a:prstGeom prst="rect">
            <a:avLst/>
          </a:prstGeom>
          <a:solidFill>
            <a:srgbClr val="DDE0E4"/>
          </a:solidFill>
          <a:ln w="16193">
            <a:solidFill>
              <a:srgbClr val="141414"/>
            </a:solidFill>
            <a:prstDash val="solid"/>
          </a:ln>
        </p:spPr>
      </p:sp>
      <p:sp>
        <p:nvSpPr>
          <p:cNvPr id="91" name="overview-name-음성 모델">
            <a:extLst>
              <a:ext uri="{FF2B5EF4-FFF2-40B4-BE49-F238E27FC236}">
                <ns2:creationId id="{08145815-739F-4B46-A752-A183878634CA}"/>
              </a:ext>
            </a:extLst>
          </p:cNvPr>
          <p:cNvSpPr>
            <a:spLocks noGrp="1"/>
          </p:cNvSpPr>
          <p:nvPr/>
        </p:nvSpPr>
        <p:spPr>
          <a:xfrm>
            <a:off x="13668375" y="9429750"/>
            <a:ext cx="1524000" cy="238125"/>
          </a:xfrm>
          <a:prstGeom prst="rect">
            <a:avLst/>
          </a:prstGeom>
          <a:noFill/>
          <a:ln w="0">
            <a:noFill/>
            <a:prstDash val="solid"/>
          </a:ln>
        </p:spPr>
        <p:txBody>
          <a:bodyPr wrap="none" lIns="0" tIns="0" rIns="0" bIns="0" anchor="ctr">
            <a:noAutofit/>
          </a:bodyPr>
          <a:lstStyle/>
          <a:p>
            <a:pPr algn="ctr">
              <a:defRPr sz="1575" b="0">
                <a:solidFill>
                  <a:srgbClr val="141414"/>
                </a:solidFill>
                <a:latin typeface="Apple SD Gothic Neo"/>
                <a:ea typeface="Apple SD Gothic Neo"/>
                <a:cs typeface="Apple SD Gothic Neo"/>
              </a:defRPr>
            </a:pPr>
            <a:r>
              <a:rPr sz="1575" b="0">
                <a:solidFill>
                  <a:srgbClr val="141414"/>
                </a:solidFill>
                <a:latin typeface="Apple SD Gothic Neo"/>
                <a:ea typeface="Apple SD Gothic Neo"/>
                <a:cs typeface="Apple SD Gothic Neo"/>
              </a:rPr>
              <a:t>음성 모델</a:t>
            </a:r>
          </a:p>
        </p:txBody>
      </p:sp>
      <p:sp>
        <p:nvSpPr>
          <p:cNvPr id="92" name="overview-component-의미 LLM">
            <a:extLst>
              <a:ext uri="{FF2B5EF4-FFF2-40B4-BE49-F238E27FC236}">
                <ns2:creationId id="{A9C7AEAD-6EDD-4BFB-803F-D8F8641AB2AF}"/>
              </a:ext>
            </a:extLst>
          </p:cNvPr>
          <p:cNvSpPr>
            <a:spLocks noGrp="1"/>
          </p:cNvSpPr>
          <p:nvPr/>
        </p:nvSpPr>
        <p:spPr>
          <a:xfrm>
            <a:off x="15430500" y="9429750"/>
            <a:ext cx="2019300" cy="238125"/>
          </a:xfrm>
          <a:prstGeom prst="rect">
            <a:avLst/>
          </a:prstGeom>
          <a:solidFill>
            <a:srgbClr val="DDE0E4"/>
          </a:solidFill>
          <a:ln w="16193">
            <a:solidFill>
              <a:srgbClr val="141414"/>
            </a:solidFill>
            <a:prstDash val="solid"/>
          </a:ln>
        </p:spPr>
      </p:sp>
      <p:sp>
        <p:nvSpPr>
          <p:cNvPr id="93" name="overview-name-의미 LLM">
            <a:extLst>
              <a:ext uri="{FF2B5EF4-FFF2-40B4-BE49-F238E27FC236}">
                <ns2:creationId id="{46640195-5AB9-4311-A44B-668281A2A039}"/>
              </a:ext>
            </a:extLst>
          </p:cNvPr>
          <p:cNvSpPr>
            <a:spLocks noGrp="1"/>
          </p:cNvSpPr>
          <p:nvPr/>
        </p:nvSpPr>
        <p:spPr>
          <a:xfrm>
            <a:off x="15497175" y="9429750"/>
            <a:ext cx="1885950" cy="238125"/>
          </a:xfrm>
          <a:prstGeom prst="rect">
            <a:avLst/>
          </a:prstGeom>
          <a:noFill/>
          <a:ln w="0">
            <a:noFill/>
            <a:prstDash val="solid"/>
          </a:ln>
        </p:spPr>
        <p:txBody>
          <a:bodyPr wrap="none" lIns="0" tIns="0" rIns="0" bIns="0" anchor="ctr">
            <a:noAutofit/>
          </a:bodyPr>
          <a:lstStyle/>
          <a:p>
            <a:pPr algn="ctr">
              <a:defRPr sz="1575" b="0">
                <a:solidFill>
                  <a:srgbClr val="141414"/>
                </a:solidFill>
                <a:latin typeface="Apple SD Gothic Neo"/>
                <a:ea typeface="Apple SD Gothic Neo"/>
                <a:cs typeface="Apple SD Gothic Neo"/>
              </a:defRPr>
            </a:pPr>
            <a:r>
              <a:rPr sz="1575" b="0">
                <a:solidFill>
                  <a:srgbClr val="141414"/>
                </a:solidFill>
                <a:latin typeface="Apple SD Gothic Neo"/>
                <a:ea typeface="Apple SD Gothic Neo"/>
                <a:cs typeface="Apple SD Gothic Neo"/>
              </a:rPr>
              <a:t>의미 LLM</a:t>
            </a:r>
          </a:p>
        </p:txBody>
      </p:sp>
      <p:sp>
        <p:nvSpPr>
          <p:cNvPr id="94" name="overview-dp44-interaction-and-control">
            <a:extLst>
              <a:ext uri="{FF2B5EF4-FFF2-40B4-BE49-F238E27FC236}">
                <ns2:creationId id="{8155A883-55CA-4C69-A00E-94D0ABE3A153}"/>
              </a:ext>
            </a:extLst>
          </p:cNvPr>
          <p:cNvSpPr>
            <a:spLocks noGrp="1"/>
          </p:cNvSpPr>
          <p:nvPr/>
        </p:nvSpPr>
        <p:spPr>
          <a:xfrm>
            <a:off x="8734425" y="2324100"/>
            <a:ext cx="8772525" cy="2352675"/>
          </a:xfrm>
          <a:custGeom>
            <a:pathLst>
              <a:path w="8772525" h="2352675">
                <a:moveTo>
                  <a:pt x="0" y="0"/>
                </a:moveTo>
                <a:lnTo>
                  <a:pt x="8772525" y="0"/>
                </a:lnTo>
                <a:lnTo>
                  <a:pt x="8772525" y="685800"/>
                </a:lnTo>
                <a:lnTo>
                  <a:pt x="4371975" y="685800"/>
                </a:lnTo>
                <a:lnTo>
                  <a:pt x="4371975" y="2352675"/>
                </a:lnTo>
                <a:lnTo>
                  <a:pt x="0" y="2352675"/>
                </a:lnTo>
                <a:lnTo>
                  <a:pt x="0" y="0"/>
                </a:lnTo>
              </a:path>
            </a:pathLst>
          </a:custGeom>
          <a:noFill/>
          <a:ln w="38100">
            <a:solidFill>
              <a:srgbClr val="00A65A"/>
            </a:solidFill>
            <a:prstDash val="dash"/>
          </a:ln>
        </p:spPr>
      </p:sp>
      <p:sp>
        <p:nvSpPr>
          <p:cNvPr id="95" name="overview-tag-44-interaction">
            <a:extLst>
              <a:ext uri="{FF2B5EF4-FFF2-40B4-BE49-F238E27FC236}">
                <ns2:creationId id="{C9AC9D45-BFC1-4646-AFD1-93C69A20FE6E}"/>
              </a:ext>
            </a:extLst>
          </p:cNvPr>
          <p:cNvSpPr>
            <a:spLocks noGrp="1"/>
          </p:cNvSpPr>
          <p:nvPr/>
        </p:nvSpPr>
        <p:spPr>
          <a:xfrm>
            <a:off x="16440150" y="1933575"/>
            <a:ext cx="1000125" cy="342900"/>
          </a:xfrm>
          <a:prstGeom prst="rect">
            <a:avLst/>
          </a:prstGeom>
          <a:solidFill>
            <a:srgbClr val="E0F5E8"/>
          </a:solidFill>
          <a:ln w="28575">
            <a:solidFill>
              <a:srgbClr val="00A65A"/>
            </a:solidFill>
            <a:prstDash val="solid"/>
          </a:ln>
        </p:spPr>
      </p:sp>
      <p:sp>
        <p:nvSpPr>
          <p:cNvPr id="96" name="overview-tag-text-44-interaction">
            <a:extLst>
              <a:ext uri="{FF2B5EF4-FFF2-40B4-BE49-F238E27FC236}">
                <ns2:creationId id="{050FDA99-9E25-4FEA-B995-EB94CC224FE1}"/>
              </a:ext>
            </a:extLst>
          </p:cNvPr>
          <p:cNvSpPr>
            <a:spLocks noGrp="1"/>
          </p:cNvSpPr>
          <p:nvPr/>
        </p:nvSpPr>
        <p:spPr>
          <a:xfrm>
            <a:off x="16440150" y="1933575"/>
            <a:ext cx="1000125" cy="342900"/>
          </a:xfrm>
          <a:prstGeom prst="rect">
            <a:avLst/>
          </a:prstGeom>
          <a:noFill/>
          <a:ln w="0">
            <a:noFill/>
            <a:prstDash val="solid"/>
          </a:ln>
        </p:spPr>
        <p:txBody>
          <a:bodyPr wrap="none" lIns="0" tIns="0" rIns="0" bIns="0" anchor="ctr">
            <a:noAutofit/>
          </a:bodyPr>
          <a:lstStyle/>
          <a:p>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04-44</a:t>
            </a:r>
          </a:p>
        </p:txBody>
      </p:sp>
      <p:sp>
        <p:nvSpPr>
          <p:cNvPr id="97" name="overview-dp41-resolution-control">
            <a:extLst>
              <a:ext uri="{FF2B5EF4-FFF2-40B4-BE49-F238E27FC236}">
                <ns2:creationId id="{618DD39E-BF49-4BF3-9267-DEDC4344382F}"/>
              </a:ext>
            </a:extLst>
          </p:cNvPr>
          <p:cNvSpPr>
            <a:spLocks noGrp="1"/>
          </p:cNvSpPr>
          <p:nvPr/>
        </p:nvSpPr>
        <p:spPr>
          <a:xfrm>
            <a:off x="8801100" y="3962400"/>
            <a:ext cx="8705850" cy="676275"/>
          </a:xfrm>
          <a:prstGeom prst="rect">
            <a:avLst/>
          </a:prstGeom>
          <a:noFill/>
          <a:ln w="38100">
            <a:solidFill>
              <a:srgbClr val="E5A700"/>
            </a:solidFill>
            <a:prstDash val="dash"/>
          </a:ln>
        </p:spPr>
      </p:sp>
      <p:sp>
        <p:nvSpPr>
          <p:cNvPr id="98" name="overview-tag-41-resolution">
            <a:extLst>
              <a:ext uri="{FF2B5EF4-FFF2-40B4-BE49-F238E27FC236}">
                <ns2:creationId id="{47BF70B7-A106-4E0A-A576-49141A5017C2}"/>
              </a:ext>
            </a:extLst>
          </p:cNvPr>
          <p:cNvSpPr>
            <a:spLocks noGrp="1"/>
          </p:cNvSpPr>
          <p:nvPr/>
        </p:nvSpPr>
        <p:spPr>
          <a:xfrm>
            <a:off x="12249150" y="3495675"/>
            <a:ext cx="1000125" cy="342900"/>
          </a:xfrm>
          <a:prstGeom prst="rect">
            <a:avLst/>
          </a:prstGeom>
          <a:solidFill>
            <a:srgbClr val="FFF1BE"/>
          </a:solidFill>
          <a:ln w="28575">
            <a:solidFill>
              <a:srgbClr val="E5A700"/>
            </a:solidFill>
            <a:prstDash val="solid"/>
          </a:ln>
        </p:spPr>
      </p:sp>
      <p:sp>
        <p:nvSpPr>
          <p:cNvPr id="99" name="overview-tag-text-41-resolution">
            <a:extLst>
              <a:ext uri="{FF2B5EF4-FFF2-40B4-BE49-F238E27FC236}">
                <ns2:creationId id="{0353F6F6-190E-4B13-8745-AF76511FD8D8}"/>
              </a:ext>
            </a:extLst>
          </p:cNvPr>
          <p:cNvSpPr>
            <a:spLocks noGrp="1"/>
          </p:cNvSpPr>
          <p:nvPr/>
        </p:nvSpPr>
        <p:spPr>
          <a:xfrm>
            <a:off x="12249150" y="3495675"/>
            <a:ext cx="1000125" cy="342900"/>
          </a:xfrm>
          <a:prstGeom prst="rect">
            <a:avLst/>
          </a:prstGeom>
          <a:noFill/>
          <a:ln w="0">
            <a:noFill/>
            <a:prstDash val="solid"/>
          </a:ln>
        </p:spPr>
        <p:txBody>
          <a:bodyPr wrap="none" lIns="0" tIns="0" rIns="0" bIns="0" anchor="ctr">
            <a:noAutofit/>
          </a:bodyPr>
          <a:lstStyle/>
          <a:p>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04-41</a:t>
            </a:r>
          </a:p>
        </p:txBody>
      </p:sp>
      <p:sp>
        <p:nvSpPr>
          <p:cNvPr id="100" name="overview-dp41-tag-link">
            <a:extLst>
              <a:ext uri="{FF2B5EF4-FFF2-40B4-BE49-F238E27FC236}">
                <ns2:creationId id="{F0AB8F29-A821-4DF2-AC5B-09B557066BE5}"/>
              </a:ext>
            </a:extLst>
          </p:cNvPr>
          <p:cNvSpPr>
            <a:spLocks noGrp="1"/>
          </p:cNvSpPr>
          <p:nvPr/>
        </p:nvSpPr>
        <p:spPr>
          <a:xfrm>
            <a:off x="12744450" y="3838575"/>
            <a:ext cx="953" cy="123825"/>
          </a:xfrm>
          <a:custGeom>
            <a:pathLst>
              <a:path w="953" h="123825">
                <a:moveTo>
                  <a:pt x="0" y="0"/>
                </a:moveTo>
                <a:lnTo>
                  <a:pt x="0" y="123825"/>
                </a:lnTo>
              </a:path>
            </a:pathLst>
          </a:custGeom>
          <a:noFill/>
          <a:ln w="28575">
            <a:solidFill>
              <a:srgbClr val="E5A700"/>
            </a:solidFill>
            <a:prstDash val="solid"/>
          </a:ln>
        </p:spPr>
      </p:sp>
      <p:sp>
        <p:nvSpPr>
          <p:cNvPr id="101" name="overview-dp42-dialogue-authority">
            <a:extLst>
              <a:ext uri="{FF2B5EF4-FFF2-40B4-BE49-F238E27FC236}">
                <ns2:creationId id="{972BD342-6CD2-49C0-8124-56DF0B46C676}"/>
              </a:ext>
            </a:extLst>
          </p:cNvPr>
          <p:cNvSpPr>
            <a:spLocks noGrp="1"/>
          </p:cNvSpPr>
          <p:nvPr/>
        </p:nvSpPr>
        <p:spPr>
          <a:xfrm>
            <a:off x="8858250" y="4010025"/>
            <a:ext cx="4210050" cy="600075"/>
          </a:xfrm>
          <a:prstGeom prst="rect">
            <a:avLst/>
          </a:prstGeom>
          <a:noFill/>
          <a:ln w="38100">
            <a:solidFill>
              <a:srgbClr val="2463DD"/>
            </a:solidFill>
            <a:prstDash val="dash"/>
          </a:ln>
        </p:spPr>
      </p:sp>
      <p:sp>
        <p:nvSpPr>
          <p:cNvPr id="102" name="overview-tag-42-dialogue">
            <a:extLst>
              <a:ext uri="{FF2B5EF4-FFF2-40B4-BE49-F238E27FC236}">
                <ns2:creationId id="{48D07129-7BFE-4338-ACAE-4723C40C8682}"/>
              </a:ext>
            </a:extLst>
          </p:cNvPr>
          <p:cNvSpPr>
            <a:spLocks noGrp="1"/>
          </p:cNvSpPr>
          <p:nvPr/>
        </p:nvSpPr>
        <p:spPr>
          <a:xfrm>
            <a:off x="11125200" y="3495675"/>
            <a:ext cx="1000125" cy="342900"/>
          </a:xfrm>
          <a:prstGeom prst="rect">
            <a:avLst/>
          </a:prstGeom>
          <a:solidFill>
            <a:srgbClr val="E4EDFF"/>
          </a:solidFill>
          <a:ln w="28575">
            <a:solidFill>
              <a:srgbClr val="2463DD"/>
            </a:solidFill>
            <a:prstDash val="solid"/>
          </a:ln>
        </p:spPr>
      </p:sp>
      <p:sp>
        <p:nvSpPr>
          <p:cNvPr id="103" name="overview-tag-text-42-dialogue">
            <a:extLst>
              <a:ext uri="{FF2B5EF4-FFF2-40B4-BE49-F238E27FC236}">
                <ns2:creationId id="{9BD8150C-7023-4E47-AE87-2170FA869D80}"/>
              </a:ext>
            </a:extLst>
          </p:cNvPr>
          <p:cNvSpPr>
            <a:spLocks noGrp="1"/>
          </p:cNvSpPr>
          <p:nvPr/>
        </p:nvSpPr>
        <p:spPr>
          <a:xfrm>
            <a:off x="11125200" y="3495675"/>
            <a:ext cx="1000125" cy="342900"/>
          </a:xfrm>
          <a:prstGeom prst="rect">
            <a:avLst/>
          </a:prstGeom>
          <a:noFill/>
          <a:ln w="0">
            <a:noFill/>
            <a:prstDash val="solid"/>
          </a:ln>
        </p:spPr>
        <p:txBody>
          <a:bodyPr wrap="none" lIns="0" tIns="0" rIns="0" bIns="0" anchor="ctr">
            <a:noAutofit/>
          </a:bodyPr>
          <a:lstStyle/>
          <a:p>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04" name="overview-dp42-dialogue-tag-link">
            <a:extLst>
              <a:ext uri="{FF2B5EF4-FFF2-40B4-BE49-F238E27FC236}">
                <ns2:creationId id="{CD209373-DC99-4E3C-9316-54B29A7B59F5}"/>
              </a:ext>
            </a:extLst>
          </p:cNvPr>
          <p:cNvSpPr>
            <a:spLocks noGrp="1"/>
          </p:cNvSpPr>
          <p:nvPr/>
        </p:nvSpPr>
        <p:spPr>
          <a:xfrm>
            <a:off x="11620500" y="3838575"/>
            <a:ext cx="953" cy="171450"/>
          </a:xfrm>
          <a:custGeom>
            <a:pathLst>
              <a:path w="953" h="171450">
                <a:moveTo>
                  <a:pt x="0" y="0"/>
                </a:moveTo>
                <a:lnTo>
                  <a:pt x="0" y="171450"/>
                </a:lnTo>
              </a:path>
            </a:pathLst>
          </a:custGeom>
          <a:noFill/>
          <a:ln w="28575">
            <a:solidFill>
              <a:srgbClr val="2463DD"/>
            </a:solidFill>
            <a:prstDash val="solid"/>
          </a:ln>
        </p:spPr>
      </p:sp>
      <p:sp>
        <p:nvSpPr>
          <p:cNvPr id="105" name="overview-dp42-work-authority">
            <a:extLst>
              <a:ext uri="{FF2B5EF4-FFF2-40B4-BE49-F238E27FC236}">
                <ns2:creationId id="{13813961-2DAB-4B76-A620-849617853E5A}"/>
              </a:ext>
            </a:extLst>
          </p:cNvPr>
          <p:cNvSpPr>
            <a:spLocks noGrp="1"/>
          </p:cNvSpPr>
          <p:nvPr/>
        </p:nvSpPr>
        <p:spPr>
          <a:xfrm>
            <a:off x="8791575" y="5800725"/>
            <a:ext cx="8715375" cy="657225"/>
          </a:xfrm>
          <a:prstGeom prst="rect">
            <a:avLst/>
          </a:prstGeom>
          <a:noFill/>
          <a:ln w="38100">
            <a:solidFill>
              <a:srgbClr val="2463DD"/>
            </a:solidFill>
            <a:prstDash val="dash"/>
          </a:ln>
        </p:spPr>
      </p:sp>
      <p:sp>
        <p:nvSpPr>
          <p:cNvPr id="106" name="overview-tag-42-work">
            <a:extLst>
              <a:ext uri="{FF2B5EF4-FFF2-40B4-BE49-F238E27FC236}">
                <ns2:creationId id="{B8BF9D41-0F7A-472D-B04D-4514F4E9BD6B}"/>
              </a:ext>
            </a:extLst>
          </p:cNvPr>
          <p:cNvSpPr>
            <a:spLocks noGrp="1"/>
          </p:cNvSpPr>
          <p:nvPr/>
        </p:nvSpPr>
        <p:spPr>
          <a:xfrm>
            <a:off x="16344900" y="6486525"/>
            <a:ext cx="1000125" cy="342900"/>
          </a:xfrm>
          <a:prstGeom prst="rect">
            <a:avLst/>
          </a:prstGeom>
          <a:solidFill>
            <a:srgbClr val="E4EDFF"/>
          </a:solidFill>
          <a:ln w="28575">
            <a:solidFill>
              <a:srgbClr val="2463DD"/>
            </a:solidFill>
            <a:prstDash val="solid"/>
          </a:ln>
        </p:spPr>
      </p:sp>
      <p:sp>
        <p:nvSpPr>
          <p:cNvPr id="107" name="overview-tag-text-42-work">
            <a:extLst>
              <a:ext uri="{FF2B5EF4-FFF2-40B4-BE49-F238E27FC236}">
                <ns2:creationId id="{5FB759DB-9A6C-400A-BFEE-34FA6000B142}"/>
              </a:ext>
            </a:extLst>
          </p:cNvPr>
          <p:cNvSpPr>
            <a:spLocks noGrp="1"/>
          </p:cNvSpPr>
          <p:nvPr/>
        </p:nvSpPr>
        <p:spPr>
          <a:xfrm>
            <a:off x="16344900" y="6486525"/>
            <a:ext cx="1000125" cy="342900"/>
          </a:xfrm>
          <a:prstGeom prst="rect">
            <a:avLst/>
          </a:prstGeom>
          <a:noFill/>
          <a:ln w="0">
            <a:noFill/>
            <a:prstDash val="solid"/>
          </a:ln>
        </p:spPr>
        <p:txBody>
          <a:bodyPr wrap="none" lIns="0" tIns="0" rIns="0" bIns="0" anchor="ctr">
            <a:noAutofit/>
          </a:bodyPr>
          <a:lstStyle/>
          <a:p>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08" name="overview-dp45-context-production">
            <a:extLst>
              <a:ext uri="{FF2B5EF4-FFF2-40B4-BE49-F238E27FC236}">
                <ns2:creationId id="{34199849-1520-46B4-A3BD-5008B9DA8D89}"/>
              </a:ext>
            </a:extLst>
          </p:cNvPr>
          <p:cNvSpPr>
            <a:spLocks noGrp="1"/>
          </p:cNvSpPr>
          <p:nvPr/>
        </p:nvSpPr>
        <p:spPr>
          <a:xfrm>
            <a:off x="8791575" y="4886325"/>
            <a:ext cx="4333875" cy="676275"/>
          </a:xfrm>
          <a:prstGeom prst="rect">
            <a:avLst/>
          </a:prstGeom>
          <a:noFill/>
          <a:ln w="38100">
            <a:solidFill>
              <a:srgbClr val="8D49B8"/>
            </a:solidFill>
            <a:prstDash val="dash"/>
          </a:ln>
        </p:spPr>
      </p:sp>
      <p:sp>
        <p:nvSpPr>
          <p:cNvPr id="109" name="overview-tag-45-context">
            <a:extLst>
              <a:ext uri="{FF2B5EF4-FFF2-40B4-BE49-F238E27FC236}">
                <ns2:creationId id="{58B80AB7-FB2F-4483-9363-92589F3C7BD1}"/>
              </a:ext>
            </a:extLst>
          </p:cNvPr>
          <p:cNvSpPr>
            <a:spLocks noGrp="1"/>
          </p:cNvSpPr>
          <p:nvPr/>
        </p:nvSpPr>
        <p:spPr>
          <a:xfrm>
            <a:off x="11858625" y="4695825"/>
            <a:ext cx="1000125" cy="266700"/>
          </a:xfrm>
          <a:prstGeom prst="rect">
            <a:avLst/>
          </a:prstGeom>
          <a:solidFill>
            <a:srgbClr val="F1E5FA"/>
          </a:solidFill>
          <a:ln w="28575">
            <a:solidFill>
              <a:srgbClr val="8D49B8"/>
            </a:solidFill>
            <a:prstDash val="solid"/>
          </a:ln>
        </p:spPr>
      </p:sp>
      <p:sp>
        <p:nvSpPr>
          <p:cNvPr id="110" name="overview-tag-text-45-context">
            <a:extLst>
              <a:ext uri="{FF2B5EF4-FFF2-40B4-BE49-F238E27FC236}">
                <ns2:creationId id="{FE6A6FEF-1D3F-46D2-AE94-BB3B8676D039}"/>
              </a:ext>
            </a:extLst>
          </p:cNvPr>
          <p:cNvSpPr>
            <a:spLocks noGrp="1"/>
          </p:cNvSpPr>
          <p:nvPr/>
        </p:nvSpPr>
        <p:spPr>
          <a:xfrm>
            <a:off x="11858625" y="4695825"/>
            <a:ext cx="1000125" cy="266700"/>
          </a:xfrm>
          <a:prstGeom prst="rect">
            <a:avLst/>
          </a:prstGeom>
          <a:noFill/>
          <a:ln w="0">
            <a:noFill/>
            <a:prstDash val="solid"/>
          </a:ln>
        </p:spPr>
        <p:txBody>
          <a:bodyPr wrap="none" lIns="0" tIns="0" rIns="0" bIns="0" anchor="ctr">
            <a:noAutofit/>
          </a:bodyPr>
          <a:lstStyle/>
          <a:p>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04-45</a:t>
            </a:r>
          </a:p>
        </p:txBody>
      </p:sp>
      <p:sp>
        <p:nvSpPr>
          <p:cNvPr id="111" name="overview-dp42-durable-ownership">
            <a:extLst>
              <a:ext uri="{FF2B5EF4-FFF2-40B4-BE49-F238E27FC236}">
                <ns2:creationId id="{EB38A937-9B8F-4BF3-A45F-5F2F52FB96EB}"/>
              </a:ext>
            </a:extLst>
          </p:cNvPr>
          <p:cNvSpPr>
            <a:spLocks noGrp="1"/>
          </p:cNvSpPr>
          <p:nvPr/>
        </p:nvSpPr>
        <p:spPr>
          <a:xfrm>
            <a:off x="8791575" y="7639050"/>
            <a:ext cx="4333875" cy="695325"/>
          </a:xfrm>
          <a:prstGeom prst="rect">
            <a:avLst/>
          </a:prstGeom>
          <a:noFill/>
          <a:ln w="38100">
            <a:solidFill>
              <a:srgbClr val="2463DD"/>
            </a:solidFill>
            <a:prstDash val="dash"/>
          </a:ln>
        </p:spPr>
      </p:sp>
      <p:sp>
        <p:nvSpPr>
          <p:cNvPr id="112" name="overview-dp45-memory-storage">
            <a:extLst>
              <a:ext uri="{FF2B5EF4-FFF2-40B4-BE49-F238E27FC236}">
                <ns2:creationId id="{C8BEE31E-2EA9-4135-A30C-9E49EF83C500}"/>
              </a:ext>
            </a:extLst>
          </p:cNvPr>
          <p:cNvSpPr>
            <a:spLocks noGrp="1"/>
          </p:cNvSpPr>
          <p:nvPr/>
        </p:nvSpPr>
        <p:spPr>
          <a:xfrm>
            <a:off x="8858250" y="7705725"/>
            <a:ext cx="4200525" cy="561975"/>
          </a:xfrm>
          <a:prstGeom prst="rect">
            <a:avLst/>
          </a:prstGeom>
          <a:noFill/>
          <a:ln w="38100">
            <a:solidFill>
              <a:srgbClr val="8D49B8"/>
            </a:solidFill>
            <a:prstDash val="dash"/>
          </a:ln>
        </p:spPr>
      </p:sp>
      <p:sp>
        <p:nvSpPr>
          <p:cNvPr id="113" name="overview-tag-42-store">
            <a:extLst>
              <a:ext uri="{FF2B5EF4-FFF2-40B4-BE49-F238E27FC236}">
                <ns2:creationId id="{229759EA-FD8E-4444-B482-C3ABDA93ECAC}"/>
              </a:ext>
            </a:extLst>
          </p:cNvPr>
          <p:cNvSpPr>
            <a:spLocks noGrp="1"/>
          </p:cNvSpPr>
          <p:nvPr/>
        </p:nvSpPr>
        <p:spPr>
          <a:xfrm>
            <a:off x="10982325" y="7143750"/>
            <a:ext cx="1000125" cy="342900"/>
          </a:xfrm>
          <a:prstGeom prst="rect">
            <a:avLst/>
          </a:prstGeom>
          <a:solidFill>
            <a:srgbClr val="E4EDFF"/>
          </a:solidFill>
          <a:ln w="28575">
            <a:solidFill>
              <a:srgbClr val="2463DD"/>
            </a:solidFill>
            <a:prstDash val="solid"/>
          </a:ln>
        </p:spPr>
      </p:sp>
      <p:sp>
        <p:nvSpPr>
          <p:cNvPr id="114" name="overview-tag-text-42-store">
            <a:extLst>
              <a:ext uri="{FF2B5EF4-FFF2-40B4-BE49-F238E27FC236}">
                <ns2:creationId id="{9D3B8A08-800B-49A4-A55F-463675ECEFB6}"/>
              </a:ext>
            </a:extLst>
          </p:cNvPr>
          <p:cNvSpPr>
            <a:spLocks noGrp="1"/>
          </p:cNvSpPr>
          <p:nvPr/>
        </p:nvSpPr>
        <p:spPr>
          <a:xfrm>
            <a:off x="10982325" y="7143750"/>
            <a:ext cx="1000125" cy="342900"/>
          </a:xfrm>
          <a:prstGeom prst="rect">
            <a:avLst/>
          </a:prstGeom>
          <a:noFill/>
          <a:ln w="0">
            <a:noFill/>
            <a:prstDash val="solid"/>
          </a:ln>
        </p:spPr>
        <p:txBody>
          <a:bodyPr wrap="none" lIns="0" tIns="0" rIns="0" bIns="0" anchor="ctr">
            <a:noAutofit/>
          </a:bodyPr>
          <a:lstStyle/>
          <a:p>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15" name="overview-tag-45-store">
            <a:extLst>
              <a:ext uri="{FF2B5EF4-FFF2-40B4-BE49-F238E27FC236}">
                <ns2:creationId id="{1DF3F2AF-9CA8-42F8-9781-6D41D9E4C84E}"/>
              </a:ext>
            </a:extLst>
          </p:cNvPr>
          <p:cNvSpPr>
            <a:spLocks noGrp="1"/>
          </p:cNvSpPr>
          <p:nvPr/>
        </p:nvSpPr>
        <p:spPr>
          <a:xfrm>
            <a:off x="12125325" y="7143750"/>
            <a:ext cx="1000125" cy="342900"/>
          </a:xfrm>
          <a:prstGeom prst="rect">
            <a:avLst/>
          </a:prstGeom>
          <a:solidFill>
            <a:srgbClr val="F1E5FA"/>
          </a:solidFill>
          <a:ln w="28575">
            <a:solidFill>
              <a:srgbClr val="8D49B8"/>
            </a:solidFill>
            <a:prstDash val="solid"/>
          </a:ln>
        </p:spPr>
      </p:sp>
      <p:sp>
        <p:nvSpPr>
          <p:cNvPr id="116" name="overview-tag-text-45-store">
            <a:extLst>
              <a:ext uri="{FF2B5EF4-FFF2-40B4-BE49-F238E27FC236}">
                <ns2:creationId id="{5A08A67E-36A0-4845-A203-49CD315BF00A}"/>
              </a:ext>
            </a:extLst>
          </p:cNvPr>
          <p:cNvSpPr>
            <a:spLocks noGrp="1"/>
          </p:cNvSpPr>
          <p:nvPr/>
        </p:nvSpPr>
        <p:spPr>
          <a:xfrm>
            <a:off x="12125325" y="7143750"/>
            <a:ext cx="1000125" cy="342900"/>
          </a:xfrm>
          <a:prstGeom prst="rect">
            <a:avLst/>
          </a:prstGeom>
          <a:noFill/>
          <a:ln w="0">
            <a:noFill/>
            <a:prstDash val="solid"/>
          </a:ln>
        </p:spPr>
        <p:txBody>
          <a:bodyPr wrap="none" lIns="0" tIns="0" rIns="0" bIns="0" anchor="ctr">
            <a:noAutofit/>
          </a:bodyPr>
          <a:lstStyle/>
          <a:p>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04-45</a:t>
            </a:r>
          </a:p>
        </p:txBody>
      </p:sp>
      <p:sp>
        <p:nvSpPr>
          <p:cNvPr id="117" name="overview-dp42-store-tag-link">
            <a:extLst>
              <a:ext uri="{FF2B5EF4-FFF2-40B4-BE49-F238E27FC236}">
                <ns2:creationId id="{C7DE68C1-9ACF-4859-A3EC-276F5124E0A6}"/>
              </a:ext>
            </a:extLst>
          </p:cNvPr>
          <p:cNvSpPr>
            <a:spLocks noGrp="1"/>
          </p:cNvSpPr>
          <p:nvPr/>
        </p:nvSpPr>
        <p:spPr>
          <a:xfrm>
            <a:off x="11477625" y="7486650"/>
            <a:ext cx="953" cy="152400"/>
          </a:xfrm>
          <a:custGeom>
            <a:pathLst>
              <a:path w="953" h="152400">
                <a:moveTo>
                  <a:pt x="0" y="0"/>
                </a:moveTo>
                <a:lnTo>
                  <a:pt x="0" y="152400"/>
                </a:lnTo>
              </a:path>
            </a:pathLst>
          </a:custGeom>
          <a:noFill/>
          <a:ln w="28575">
            <a:solidFill>
              <a:srgbClr val="2463DD"/>
            </a:solidFill>
            <a:prstDash val="solid"/>
          </a:ln>
        </p:spPr>
      </p:sp>
      <p:sp>
        <p:nvSpPr>
          <p:cNvPr id="118" name="overview-dp45-store-tag-link">
            <a:extLst>
              <a:ext uri="{FF2B5EF4-FFF2-40B4-BE49-F238E27FC236}">
                <ns2:creationId id="{1E0CC9FB-0922-433B-8916-5B48D92EEF86}"/>
              </a:ext>
            </a:extLst>
          </p:cNvPr>
          <p:cNvSpPr>
            <a:spLocks noGrp="1"/>
          </p:cNvSpPr>
          <p:nvPr/>
        </p:nvSpPr>
        <p:spPr>
          <a:xfrm>
            <a:off x="12620625" y="7486650"/>
            <a:ext cx="953" cy="219075"/>
          </a:xfrm>
          <a:custGeom>
            <a:pathLst>
              <a:path w="953" h="219075">
                <a:moveTo>
                  <a:pt x="0" y="0"/>
                </a:moveTo>
                <a:lnTo>
                  <a:pt x="0" y="219075"/>
                </a:lnTo>
              </a:path>
            </a:pathLst>
          </a:custGeom>
          <a:noFill/>
          <a:ln w="28575">
            <a:solidFill>
              <a:srgbClr val="8D49B8"/>
            </a:solidFill>
            <a:prstDash val="solid"/>
          </a:ln>
        </p:spPr>
      </p:sp>
      <p:sp>
        <p:nvSpPr>
          <p:cNvPr id="119" name="overview-legend">
            <a:extLst>
              <a:ext uri="{FF2B5EF4-FFF2-40B4-BE49-F238E27FC236}">
                <ns2:creationId id="{13D46BAB-2A34-47FA-BA80-0897576421A2}"/>
              </a:ext>
            </a:extLst>
          </p:cNvPr>
          <p:cNvSpPr>
            <a:spLocks noGrp="1"/>
          </p:cNvSpPr>
          <p:nvPr/>
        </p:nvSpPr>
        <p:spPr>
          <a:xfrm>
            <a:off x="495300" y="8429625"/>
            <a:ext cx="7419975" cy="1419225"/>
          </a:xfrm>
          <a:prstGeom prst="rect">
            <a:avLst/>
          </a:prstGeom>
          <a:solidFill>
            <a:srgbClr val="FFFFFF"/>
          </a:solidFill>
          <a:ln w="16193">
            <a:solidFill>
              <a:srgbClr val="141414"/>
            </a:solidFill>
            <a:prstDash val="solid"/>
          </a:ln>
        </p:spPr>
      </p:sp>
      <p:sp>
        <p:nvSpPr>
          <p:cNvPr id="120" name="overview-legend-title">
            <a:extLst>
              <a:ext uri="{FF2B5EF4-FFF2-40B4-BE49-F238E27FC236}">
                <ns2:creationId id="{45C12E20-AD8E-41ED-94B3-B2AE51B9B7B9}"/>
              </a:ext>
            </a:extLst>
          </p:cNvPr>
          <p:cNvSpPr>
            <a:spLocks noGrp="1"/>
          </p:cNvSpPr>
          <p:nvPr/>
        </p:nvSpPr>
        <p:spPr>
          <a:xfrm>
            <a:off x="495300" y="8448675"/>
            <a:ext cx="7419975" cy="333375"/>
          </a:xfrm>
          <a:prstGeom prst="rect">
            <a:avLst/>
          </a:prstGeom>
          <a:noFill/>
          <a:ln w="0">
            <a:noFill/>
            <a:prstDash val="solid"/>
          </a:ln>
        </p:spPr>
        <p:txBody>
          <a:bodyPr wrap="none" lIns="0" tIns="0" rIns="0" bIns="0" anchor="ctr">
            <a:noAutofit/>
          </a:bodyPr>
          <a:lstStyle/>
          <a:p>
            <a:pPr algn="ctr">
              <a:defRPr sz="2025" b="0">
                <a:solidFill>
                  <a:srgbClr val="141414"/>
                </a:solidFill>
                <a:latin typeface="Apple SD Gothic Neo"/>
                <a:ea typeface="Apple SD Gothic Neo"/>
                <a:cs typeface="Apple SD Gothic Neo"/>
              </a:defRPr>
            </a:pPr>
            <a:r>
              <a:rPr sz="2025" b="0">
                <a:solidFill>
                  <a:srgbClr val="141414"/>
                </a:solidFill>
                <a:latin typeface="Apple SD Gothic Neo"/>
                <a:ea typeface="Apple SD Gothic Neo"/>
                <a:cs typeface="Apple SD Gothic Neo"/>
              </a:rPr>
              <a:t>Legend</a:t>
            </a:r>
          </a:p>
        </p:txBody>
      </p:sp>
      <p:sp>
        <p:nvSpPr>
          <p:cNvPr id="121" name="overview-legend-module">
            <a:extLst>
              <a:ext uri="{FF2B5EF4-FFF2-40B4-BE49-F238E27FC236}">
                <ns2:creationId id="{C9ED8F48-4DF7-4532-B079-54EF52075876}"/>
              </a:ext>
            </a:extLst>
          </p:cNvPr>
          <p:cNvSpPr>
            <a:spLocks noGrp="1"/>
          </p:cNvSpPr>
          <p:nvPr/>
        </p:nvSpPr>
        <p:spPr>
          <a:xfrm>
            <a:off x="685800" y="8953500"/>
            <a:ext cx="561975" cy="266700"/>
          </a:xfrm>
          <a:prstGeom prst="rect">
            <a:avLst/>
          </a:prstGeom>
          <a:solidFill>
            <a:srgbClr val="FFFFFF"/>
          </a:solidFill>
          <a:ln w="16193">
            <a:solidFill>
              <a:srgbClr val="141414"/>
            </a:solidFill>
            <a:prstDash val="solid"/>
          </a:ln>
        </p:spPr>
      </p:sp>
      <p:sp>
        <p:nvSpPr>
          <p:cNvPr id="122" name="overview-legend-module-text">
            <a:extLst>
              <a:ext uri="{FF2B5EF4-FFF2-40B4-BE49-F238E27FC236}">
                <ns2:creationId id="{DE079278-585C-4E79-943A-523412311CDC}"/>
              </a:ext>
            </a:extLst>
          </p:cNvPr>
          <p:cNvSpPr>
            <a:spLocks noGrp="1"/>
          </p:cNvSpPr>
          <p:nvPr/>
        </p:nvSpPr>
        <p:spPr>
          <a:xfrm>
            <a:off x="1381125" y="8905875"/>
            <a:ext cx="1743075" cy="361950"/>
          </a:xfrm>
          <a:prstGeom prst="rect">
            <a:avLst/>
          </a:prstGeom>
          <a:noFill/>
          <a:ln w="0">
            <a:noFill/>
            <a:prstDash val="solid"/>
          </a:ln>
        </p:spPr>
        <p:txBody>
          <a:bodyPr wrap="none" lIns="0" tIns="0" rIns="0" bIns="0" anchor="ctr">
            <a:noAutofit/>
          </a:bodyPr>
          <a:lstStyle/>
          <a:p>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기능 모듈</a:t>
            </a:r>
          </a:p>
        </p:txBody>
      </p:sp>
      <p:sp>
        <p:nvSpPr>
          <p:cNvPr id="123" name="overview-legend-external">
            <a:extLst>
              <a:ext uri="{FF2B5EF4-FFF2-40B4-BE49-F238E27FC236}">
                <ns2:creationId id="{1DE87AB3-99BE-42D8-9DFE-7BEB74ED7F61}"/>
              </a:ext>
            </a:extLst>
          </p:cNvPr>
          <p:cNvSpPr>
            <a:spLocks noGrp="1"/>
          </p:cNvSpPr>
          <p:nvPr/>
        </p:nvSpPr>
        <p:spPr>
          <a:xfrm>
            <a:off x="3543300" y="8953500"/>
            <a:ext cx="561975" cy="266700"/>
          </a:xfrm>
          <a:prstGeom prst="rect">
            <a:avLst/>
          </a:prstGeom>
          <a:solidFill>
            <a:srgbClr val="DDE0E4"/>
          </a:solidFill>
          <a:ln w="16193">
            <a:solidFill>
              <a:srgbClr val="141414"/>
            </a:solidFill>
            <a:prstDash val="solid"/>
          </a:ln>
        </p:spPr>
      </p:sp>
      <p:sp>
        <p:nvSpPr>
          <p:cNvPr id="124" name="overview-legend-external-text">
            <a:extLst>
              <a:ext uri="{FF2B5EF4-FFF2-40B4-BE49-F238E27FC236}">
                <ns2:creationId id="{5A439BB7-A4F9-4D17-B310-817DE17EF3B9}"/>
              </a:ext>
            </a:extLst>
          </p:cNvPr>
          <p:cNvSpPr>
            <a:spLocks noGrp="1"/>
          </p:cNvSpPr>
          <p:nvPr/>
        </p:nvSpPr>
        <p:spPr>
          <a:xfrm>
            <a:off x="4238625" y="8905875"/>
            <a:ext cx="2905125" cy="361950"/>
          </a:xfrm>
          <a:prstGeom prst="rect">
            <a:avLst/>
          </a:prstGeom>
          <a:noFill/>
          <a:ln w="0">
            <a:noFill/>
            <a:prstDash val="solid"/>
          </a:ln>
        </p:spPr>
        <p:txBody>
          <a:bodyPr wrap="none" lIns="0" tIns="0" rIns="0" bIns="0" anchor="ctr">
            <a:noAutofit/>
          </a:bodyPr>
          <a:lstStyle/>
          <a:p>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외부 책임 모듈</a:t>
            </a:r>
          </a:p>
        </p:txBody>
      </p:sp>
      <p:sp>
        <p:nvSpPr>
          <p:cNvPr id="125" name="overview-legend-store">
            <a:extLst>
              <a:ext uri="{FF2B5EF4-FFF2-40B4-BE49-F238E27FC236}">
                <ns2:creationId id="{0035B82A-BA50-41A5-AF88-3A8518F373E6}"/>
              </a:ext>
            </a:extLst>
          </p:cNvPr>
          <p:cNvSpPr>
            <a:spLocks noGrp="1"/>
          </p:cNvSpPr>
          <p:nvPr/>
        </p:nvSpPr>
        <p:spPr>
          <a:xfrm>
            <a:off x="685800" y="9439275"/>
            <a:ext cx="561975" cy="257175"/>
          </a:xfrm>
          <a:prstGeom prst="can">
            <a:avLst/>
          </a:prstGeom>
          <a:solidFill>
            <a:srgbClr val="FFFFFF"/>
          </a:solidFill>
          <a:ln w="16193">
            <a:solidFill>
              <a:srgbClr val="141414"/>
            </a:solidFill>
            <a:prstDash val="solid"/>
          </a:ln>
        </p:spPr>
      </p:sp>
      <p:sp>
        <p:nvSpPr>
          <p:cNvPr id="126" name="overview-legend-store-text">
            <a:extLst>
              <a:ext uri="{FF2B5EF4-FFF2-40B4-BE49-F238E27FC236}">
                <ns2:creationId id="{6D7E8E32-97F1-4035-AF97-84215950B93D}"/>
              </a:ext>
            </a:extLst>
          </p:cNvPr>
          <p:cNvSpPr>
            <a:spLocks noGrp="1"/>
          </p:cNvSpPr>
          <p:nvPr/>
        </p:nvSpPr>
        <p:spPr>
          <a:xfrm>
            <a:off x="1381125" y="9382125"/>
            <a:ext cx="1809750" cy="361950"/>
          </a:xfrm>
          <a:prstGeom prst="rect">
            <a:avLst/>
          </a:prstGeom>
          <a:noFill/>
          <a:ln w="0">
            <a:noFill/>
            <a:prstDash val="solid"/>
          </a:ln>
        </p:spPr>
        <p:txBody>
          <a:bodyPr wrap="none" lIns="0" tIns="0" rIns="0" bIns="0" anchor="ctr">
            <a:noAutofit/>
          </a:bodyPr>
          <a:lstStyle/>
          <a:p>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영속 저장소</a:t>
            </a:r>
          </a:p>
        </p:txBody>
      </p:sp>
      <p:sp>
        <p:nvSpPr>
          <p:cNvPr id="127" name="overview-legend-dp">
            <a:extLst>
              <a:ext uri="{FF2B5EF4-FFF2-40B4-BE49-F238E27FC236}">
                <ns2:creationId id="{59742401-6355-4FBE-9BFA-06A3FC25A8A1}"/>
              </a:ext>
            </a:extLst>
          </p:cNvPr>
          <p:cNvSpPr>
            <a:spLocks noGrp="1"/>
          </p:cNvSpPr>
          <p:nvPr/>
        </p:nvSpPr>
        <p:spPr>
          <a:xfrm>
            <a:off x="3543300" y="9439275"/>
            <a:ext cx="561975" cy="257175"/>
          </a:xfrm>
          <a:prstGeom prst="rect">
            <a:avLst/>
          </a:prstGeom>
          <a:noFill/>
          <a:ln w="28575">
            <a:solidFill>
              <a:srgbClr val="2463DD"/>
            </a:solidFill>
            <a:prstDash val="dash"/>
          </a:ln>
        </p:spPr>
      </p:sp>
      <p:sp>
        <p:nvSpPr>
          <p:cNvPr id="128" name="overview-legend-dp-text">
            <a:extLst>
              <a:ext uri="{FF2B5EF4-FFF2-40B4-BE49-F238E27FC236}">
                <ns2:creationId id="{2B4F234E-E757-4F46-8CDD-D7859ABBA813}"/>
              </a:ext>
            </a:extLst>
          </p:cNvPr>
          <p:cNvSpPr>
            <a:spLocks noGrp="1"/>
          </p:cNvSpPr>
          <p:nvPr/>
        </p:nvSpPr>
        <p:spPr>
          <a:xfrm>
            <a:off x="4238625" y="9382125"/>
            <a:ext cx="3371850" cy="361950"/>
          </a:xfrm>
          <a:prstGeom prst="rect">
            <a:avLst/>
          </a:prstGeom>
          <a:noFill/>
          <a:ln w="0">
            <a:noFill/>
            <a:prstDash val="solid"/>
          </a:ln>
        </p:spPr>
        <p:txBody>
          <a:bodyPr wrap="none" lIns="0" tIns="0" rIns="0" bIns="0" anchor="ctr">
            <a:noAutofit/>
          </a:bodyPr>
          <a:lstStyle/>
          <a:p>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색상 점선: 주요 DP 범위</a:t>
            </a:r>
          </a:p>
        </p:txBody>
      </p:sp>
      <p:sp>
        <p:nvSpPr>
          <p:cNvPr id="129" name="overview-scope-footnote">
            <a:extLst>
              <a:ext uri="{FF2B5EF4-FFF2-40B4-BE49-F238E27FC236}">
                <ns2:creationId id="{E77E531B-F943-4860-BCCB-062254FAFF7F}"/>
              </a:ext>
            </a:extLst>
          </p:cNvPr>
          <p:cNvSpPr>
            <a:spLocks noGrp="1"/>
          </p:cNvSpPr>
          <p:nvPr/>
        </p:nvSpPr>
        <p:spPr>
          <a:xfrm>
            <a:off x="495300" y="9934575"/>
            <a:ext cx="17316450" cy="285750"/>
          </a:xfrm>
          <a:prstGeom prst="rect">
            <a:avLst/>
          </a:prstGeom>
          <a:noFill/>
          <a:ln w="0">
            <a:noFill/>
            <a:prstDash val="solid"/>
          </a:ln>
        </p:spPr>
        <p:txBody>
          <a:bodyPr wrap="none" lIns="0" tIns="0" rIns="0" bIns="0" anchor="ctr">
            <a:noAutofit/>
          </a:bodyPr>
          <a:lstStyle/>
          <a:p>
            <a:pPr algn="l">
              <a:defRPr sz="1575" b="0">
                <a:solidFill>
                  <a:srgbClr val="59616B"/>
                </a:solidFill>
                <a:latin typeface="Apple SD Gothic Neo"/>
                <a:ea typeface="Apple SD Gothic Neo"/>
                <a:cs typeface="Apple SD Gothic Neo"/>
              </a:defRPr>
            </a:pPr>
            <a:r>
              <a:rPr sz="1575" b="0">
                <a:solidFill>
                  <a:srgbClr val="59616B"/>
                </a:solidFill>
                <a:latin typeface="Apple SD Gothic Neo"/>
                <a:ea typeface="Apple SD Gothic Neo"/>
                <a:cs typeface="Apple SD Gothic Neo"/>
              </a:rPr>
              <a:t>점선은 주요 비교 위치. 모든 DP를 6개 QA로 검토하며, 권위 상태와 VAD는 로컬, 음성과 의미 모델은 클라우드</a:t>
            </a:r>
          </a:p>
        </p:txBody>
      </p:sp>
      <p:sp>
        <p:nvSpPr>
          <p:cNvPr id="130" name="v2-483-header-white">
            <a:extLst>
              <a:ext uri="{FF2B5EF4-FFF2-40B4-BE49-F238E27FC236}">
                <ns2:creationId id="{BB7E350D-2889-467F-B49B-6A044AD272E0}"/>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131" name="v2-484-page">
            <a:extLst>
              <a:ext uri="{FF2B5EF4-FFF2-40B4-BE49-F238E27FC236}">
                <ns2:creationId id="{3DF9EE03-FAD4-4E1A-805E-855653A322F7}"/>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설계 도입 / v2 13</a:t>
            </a:r>
          </a:p>
        </p:txBody>
      </p:sp>
    </p:spTree>
    <p:extLst>
      <p:ext uri="{BB962C8B-B14F-4D97-AF65-F5344CB8AC3E}">
        <p14:creationId val="95298337"/>
      </p:ext>
    </p:extLst>
  </p:cSld>
</p:sld>
</file>

<file path=ppt/slides/slide4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overlap-v2">
    <p:bg>
      <p:bgPr>
        <a:solidFill>
          <a:srgbClr val="FFFFFF"/>
        </a:solidFill>
      </p:bgPr>
    </p:bg>
    <p:spTree>
      <p:nvGrpSpPr>
        <p:cNvPr id="1" name=""/>
        <p:cNvGrpSpPr/>
        <p:nvPr/>
      </p:nvGrpSpPr>
      <p:grpSpPr>
        <a:xfrm/>
      </p:grpSpPr>
      <p:sp>
        <p:nvSpPr>
          <p:cNvPr id="2" name="via-v2-overlapping-events / title / 1">
            <a:extLst>
              <a:ext uri="{FF2B5EF4-FFF2-40B4-BE49-F238E27FC236}">
                <ns2:creationId id="{BD8E1CCA-674D-47A5-8CB9-E8619590D315}"/>
              </a:ext>
            </a:extLst>
          </p:cNvPr>
          <p:cNvSpPr>
            <a:spLocks noGrp="1"/>
          </p:cNvSpPr>
          <p:nvPr/>
        </p:nvSpPr>
        <p:spPr>
          <a:xfrm>
            <a:off x="666750" y="495300"/>
            <a:ext cx="1704975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업무를 맡긴 뒤에도,</a:t>
            </a:r>
          </a:p>
        </p:txBody>
      </p:sp>
      <p:sp>
        <p:nvSpPr>
          <p:cNvPr id="3" name="via-v2-overlapping-events / title / 2">
            <a:extLst>
              <a:ext uri="{FF2B5EF4-FFF2-40B4-BE49-F238E27FC236}">
                <ns2:creationId id="{D0A38325-6925-46ED-AD83-F0F8D65FB91E}"/>
              </a:ext>
            </a:extLst>
          </p:cNvPr>
          <p:cNvSpPr>
            <a:spLocks noGrp="1"/>
          </p:cNvSpPr>
          <p:nvPr/>
        </p:nvSpPr>
        <p:spPr>
          <a:xfrm>
            <a:off x="666750" y="1090613"/>
            <a:ext cx="1704975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발화와 업무 결과가 같은 대화로 들어옵니다</a:t>
            </a:r>
          </a:p>
        </p:txBody>
      </p:sp>
      <p:sp>
        <p:nvSpPr>
          <p:cNvPr id="4" name="via-v2-overlapping-events / request / 1">
            <a:extLst>
              <a:ext uri="{FF2B5EF4-FFF2-40B4-BE49-F238E27FC236}">
                <ns2:creationId id="{739004F3-3A81-4073-A48B-F2F815B1D001}"/>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“이 표와 지난달 보고서로 이번 달 매출보고서를 만들고,</a:t>
            </a:r>
          </a:p>
        </p:txBody>
      </p:sp>
      <p:sp>
        <p:nvSpPr>
          <p:cNvPr id="5" name="via-v2-overlapping-events / request / 2">
            <a:extLst>
              <a:ext uri="{FF2B5EF4-FFF2-40B4-BE49-F238E27FC236}">
                <ns2:creationId id="{DDADD937-A326-438A-879E-746D29BB8E98}"/>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내일 오후 3시 팀 회의 안내 메일 초안도 준비해줘.”</a:t>
            </a:r>
          </a:p>
        </p:txBody>
      </p:sp>
      <p:pic>
        <p:nvPicPr>
          <p:cNvPr id="6" name=""/>
          <p:cNvPicPr>
            <a:picLocks noChangeAspect="1"/>
          </p:cNvPicPr>
          <p:nvPr/>
        </p:nvPicPr>
        <p:blipFill>
          <a:blip r:embed="RviaIntroImage1"/>
          <a:srcRect l="0" t="15000" r="67000" b="22000"/>
          <a:stretch>
            <a:fillRect l="0" t="0" r="0" b="0"/>
          </a:stretch>
        </p:blipFill>
        <p:spPr>
          <a:xfrm>
            <a:off x="904875" y="2933700"/>
            <a:ext cx="4476750" cy="2952750"/>
          </a:xfrm>
          <a:prstGeom prst="rect">
            <a:avLst/>
          </a:prstGeom>
        </p:spPr>
      </p:pic>
      <p:pic>
        <p:nvPicPr>
          <p:cNvPr id="7" name=""/>
          <p:cNvPicPr>
            <a:picLocks noChangeAspect="1"/>
          </p:cNvPicPr>
          <p:nvPr/>
        </p:nvPicPr>
        <p:blipFill>
          <a:blip r:embed="RviaIntroImage2"/>
          <a:srcRect l="36000" t="25000" r="36000" b="24000"/>
          <a:stretch>
            <a:fillRect l="0" t="0" r="0" b="0"/>
          </a:stretch>
        </p:blipFill>
        <p:spPr>
          <a:xfrm>
            <a:off x="6834188" y="2933700"/>
            <a:ext cx="4714875" cy="2952750"/>
          </a:xfrm>
          <a:prstGeom prst="rect">
            <a:avLst/>
          </a:prstGeom>
        </p:spPr>
      </p:pic>
      <p:pic>
        <p:nvPicPr>
          <p:cNvPr id="8" name=""/>
          <p:cNvPicPr>
            <a:picLocks noChangeAspect="1"/>
          </p:cNvPicPr>
          <p:nvPr/>
        </p:nvPicPr>
        <p:blipFill>
          <a:blip r:embed="RviaIntroImage3"/>
          <a:srcRect l="65000" t="15000" r="1000" b="27000"/>
          <a:stretch>
            <a:fillRect l="0" t="0" r="0" b="0"/>
          </a:stretch>
        </p:blipFill>
        <p:spPr>
          <a:xfrm>
            <a:off x="12668250" y="2933700"/>
            <a:ext cx="4953000" cy="2952750"/>
          </a:xfrm>
          <a:prstGeom prst="rect">
            <a:avLst/>
          </a:prstGeom>
        </p:spPr>
      </p:pic>
      <p:sp>
        <p:nvSpPr>
          <p:cNvPr id="9" name="via-v2-overlapping-events / user / 1">
            <a:extLst>
              <a:ext uri="{FF2B5EF4-FFF2-40B4-BE49-F238E27FC236}">
                <ns2:creationId id="{AE065379-AB06-40B5-B61A-2B6A0281D154}"/>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사용자</a:t>
            </a:r>
          </a:p>
        </p:txBody>
      </p:sp>
      <p:sp>
        <p:nvSpPr>
          <p:cNvPr id="10" name="via-v2-overlapping-events / via / 1">
            <a:extLst>
              <a:ext uri="{FF2B5EF4-FFF2-40B4-BE49-F238E27FC236}">
                <ns2:creationId id="{36E07EA9-8D4F-42EB-A14B-BC1867D42DDF}"/>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VIA</a:t>
            </a:r>
          </a:p>
        </p:txBody>
      </p:sp>
      <p:sp>
        <p:nvSpPr>
          <p:cNvPr id="11" name="via-v2-overlapping-events / agent / 1">
            <a:extLst>
              <a:ext uri="{FF2B5EF4-FFF2-40B4-BE49-F238E27FC236}">
                <ns2:creationId id="{7AECB87C-F473-412F-BD19-1ECCC33E832E}"/>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업무 수행 Agent</a:t>
            </a:r>
          </a:p>
        </p:txBody>
      </p:sp>
      <p:sp>
        <p:nvSpPr>
          <p:cNvPr id="12" name="via-v2-overlapping-events / participant 330">
            <a:extLst>
              <a:ext uri="{FF2B5EF4-FFF2-40B4-BE49-F238E27FC236}">
                <ns2:creationId id="{56E66349-1B63-4467-ABB0-8193B6AA8E08}"/>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overlapping-events / participant 965">
            <a:extLst>
              <a:ext uri="{FF2B5EF4-FFF2-40B4-BE49-F238E27FC236}">
                <ns2:creationId id="{D98F9F2D-74D3-4CEF-9EAD-88E7F58D66CE}"/>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overlapping-events / participant 1590">
            <a:extLst>
              <a:ext uri="{FF2B5EF4-FFF2-40B4-BE49-F238E27FC236}">
                <ns2:creationId id="{8FE1D480-F8D5-4855-B9FF-6D2D8E9F7007}"/>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5" name="via-v2-overlapping-events / compound-input">
            <a:extLst>
              <a:ext uri="{FF2B5EF4-FFF2-40B4-BE49-F238E27FC236}">
                <ns2:creationId id="{9C6BF582-C60D-4F15-90AA-D65F6EB29135}"/>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6" name="via-v2-overlapping-events / compound-input / arrow">
            <a:extLst>
              <a:ext uri="{FF2B5EF4-FFF2-40B4-BE49-F238E27FC236}">
                <ns2:creationId id="{A02EEE77-1FA9-46F7-A6D1-0489854D455A}"/>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7" name="via-v2-overlapping-events / compound-input label / 1">
            <a:extLst>
              <a:ext uri="{FF2B5EF4-FFF2-40B4-BE49-F238E27FC236}">
                <ns2:creationId id="{B2133C54-9FFA-42C4-8912-D4526149FEA3}"/>
              </a:ext>
            </a:extLst>
          </p:cNvPr>
          <p:cNvSpPr>
            <a:spLocks noGrp="1"/>
          </p:cNvSpPr>
          <p:nvPr/>
        </p:nvSpPr>
        <p:spPr>
          <a:xfrm>
            <a:off x="3381375" y="6457950"/>
            <a:ext cx="557212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한 발화에 서로 독립적인 두 업무</a:t>
            </a:r>
          </a:p>
        </p:txBody>
      </p:sp>
      <p:sp>
        <p:nvSpPr>
          <p:cNvPr id="18" name="via-v2-overlapping-events / two-delegations">
            <a:extLst>
              <a:ext uri="{FF2B5EF4-FFF2-40B4-BE49-F238E27FC236}">
                <ns2:creationId id="{7F0F96B9-003E-4261-9FD4-8E41B3FEF108}"/>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9" name="via-v2-overlapping-events / two-delegations / arrow">
            <a:extLst>
              <a:ext uri="{FF2B5EF4-FFF2-40B4-BE49-F238E27FC236}">
                <ns2:creationId id="{121A1489-8292-49C0-8912-FF18A69CD152}"/>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0" name="via-v2-overlapping-events / two-delegations label / 1">
            <a:extLst>
              <a:ext uri="{FF2B5EF4-FFF2-40B4-BE49-F238E27FC236}">
                <ns2:creationId id="{B4116465-D30B-4756-8BC5-1F54185B3DA2}"/>
              </a:ext>
            </a:extLst>
          </p:cNvPr>
          <p:cNvSpPr>
            <a:spLocks noGrp="1"/>
          </p:cNvSpPr>
          <p:nvPr/>
        </p:nvSpPr>
        <p:spPr>
          <a:xfrm>
            <a:off x="9429750" y="6457950"/>
            <a:ext cx="5476875" cy="334328"/>
          </a:xfrm>
          <a:prstGeom prst="rect">
            <a:avLst/>
          </a:prstGeom>
          <a:noFill/>
          <a:ln w="0">
            <a:noFill/>
          </a:ln>
        </p:spPr>
        <p:txBody>
          <a:bodyPr wrap="none" lIns="0" tIns="0" rIns="0" bIns="0" anchor="t">
            <a:noAutofit/>
          </a:bodyPr>
          <a:lstStyle/>
          <a:p>
            <a:pPr algn="ctr">
              <a:defRPr sz="1950" b="0">
                <a:solidFill>
                  <a:srgbClr val="397C80"/>
                </a:solidFill>
                <a:latin typeface="Apple SD Gothic Neo"/>
                <a:ea typeface="Apple SD Gothic Neo"/>
                <a:cs typeface="Apple SD Gothic Neo"/>
              </a:defRPr>
            </a:pPr>
            <a:r>
              <a:rPr sz="1950" b="0">
                <a:solidFill>
                  <a:srgbClr val="397C80"/>
                </a:solidFill>
                <a:latin typeface="Apple SD Gothic Neo"/>
                <a:ea typeface="Apple SD Gothic Neo"/>
                <a:cs typeface="Apple SD Gothic Neo"/>
              </a:rPr>
              <a:t>보고서 작성 / 회의 안내 메일 초안</a:t>
            </a:r>
          </a:p>
        </p:txBody>
      </p:sp>
      <p:sp>
        <p:nvSpPr>
          <p:cNvPr id="21" name="via-v2-overlapping-events / ongoing-tasks / 1">
            <a:extLst>
              <a:ext uri="{FF2B5EF4-FFF2-40B4-BE49-F238E27FC236}">
                <ns2:creationId id="{29B2ECEF-137E-46B2-B14D-9D39C2B39CD6}"/>
              </a:ext>
            </a:extLst>
          </p:cNvPr>
          <p:cNvSpPr>
            <a:spLocks noGrp="1"/>
          </p:cNvSpPr>
          <p:nvPr/>
        </p:nvSpPr>
        <p:spPr>
          <a:xfrm>
            <a:off x="12211050" y="7086600"/>
            <a:ext cx="5429250" cy="347186"/>
          </a:xfrm>
          <a:prstGeom prst="rect">
            <a:avLst/>
          </a:prstGeom>
          <a:noFill/>
          <a:ln w="0">
            <a:noFill/>
          </a:ln>
        </p:spPr>
        <p:txBody>
          <a:bodyPr wrap="none" lIns="0" tIns="0" rIns="0" bIns="0" anchor="t">
            <a:noAutofit/>
          </a:bodyPr>
          <a:lstStyle/>
          <a:p>
            <a:pPr algn="ctr">
              <a:defRPr sz="2025" b="0">
                <a:solidFill>
                  <a:srgbClr val="66777D"/>
                </a:solidFill>
                <a:latin typeface="Apple SD Gothic Neo"/>
                <a:ea typeface="Apple SD Gothic Neo"/>
                <a:cs typeface="Apple SD Gothic Neo"/>
              </a:defRPr>
            </a:pPr>
            <a:r>
              <a:rPr sz="2025" b="0">
                <a:solidFill>
                  <a:srgbClr val="66777D"/>
                </a:solidFill>
                <a:latin typeface="Apple SD Gothic Neo"/>
                <a:ea typeface="Apple SD Gothic Neo"/>
                <a:cs typeface="Apple SD Gothic Neo"/>
              </a:rPr>
              <a:t>보고서·메일 처리 중</a:t>
            </a:r>
          </a:p>
        </p:txBody>
      </p:sp>
      <p:sp>
        <p:nvSpPr>
          <p:cNvPr id="22" name="via-v2-overlapping-events / interruption">
            <a:extLst>
              <a:ext uri="{FF2B5EF4-FFF2-40B4-BE49-F238E27FC236}">
                <ns2:creationId id="{E59C11DA-01E3-4154-8DED-17805E17BDB7}"/>
              </a:ext>
            </a:extLst>
          </p:cNvPr>
          <p:cNvSpPr>
            <a:spLocks noGrp="1"/>
          </p:cNvSpPr>
          <p:nvPr/>
        </p:nvSpPr>
        <p:spPr>
          <a:xfrm>
            <a:off x="3143250" y="7953375"/>
            <a:ext cx="6048375" cy="953"/>
          </a:xfrm>
          <a:custGeom>
            <a:pathLst>
              <a:path w="6048375" h="953">
                <a:moveTo>
                  <a:pt x="0" y="0"/>
                </a:moveTo>
                <a:lnTo>
                  <a:pt x="6048375" y="0"/>
                </a:lnTo>
              </a:path>
            </a:pathLst>
          </a:custGeom>
          <a:noFill/>
          <a:ln w="20003">
            <a:solidFill>
              <a:srgbClr val="397C80"/>
            </a:solidFill>
            <a:prstDash val="solid"/>
          </a:ln>
        </p:spPr>
      </p:sp>
      <p:sp>
        <p:nvSpPr>
          <p:cNvPr id="23" name="via-v2-overlapping-events / interruption / arrow">
            <a:extLst>
              <a:ext uri="{FF2B5EF4-FFF2-40B4-BE49-F238E27FC236}">
                <ns2:creationId id="{62363B97-A711-431E-9347-272D4AEFD98E}"/>
              </a:ext>
            </a:extLst>
          </p:cNvPr>
          <p:cNvSpPr>
            <a:spLocks noGrp="1"/>
          </p:cNvSpPr>
          <p:nvPr/>
        </p:nvSpPr>
        <p:spPr>
          <a:xfrm>
            <a:off x="9058275" y="788670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4" name="via-v2-overlapping-events / interruption label / 1">
            <a:extLst>
              <a:ext uri="{FF2B5EF4-FFF2-40B4-BE49-F238E27FC236}">
                <ns2:creationId id="{CE59B267-06E2-4FFE-BB5D-35A4EC66A974}"/>
              </a:ext>
            </a:extLst>
          </p:cNvPr>
          <p:cNvSpPr>
            <a:spLocks noGrp="1"/>
          </p:cNvSpPr>
          <p:nvPr/>
        </p:nvSpPr>
        <p:spPr>
          <a:xfrm>
            <a:off x="3381375" y="7505700"/>
            <a:ext cx="5572125" cy="334328"/>
          </a:xfrm>
          <a:prstGeom prst="rect">
            <a:avLst/>
          </a:prstGeom>
          <a:noFill/>
          <a:ln w="0">
            <a:noFill/>
          </a:ln>
        </p:spPr>
        <p:txBody>
          <a:bodyPr wrap="none" lIns="0" tIns="0" rIns="0" bIns="0" anchor="t">
            <a:noAutofit/>
          </a:bodyPr>
          <a:lstStyle/>
          <a:p>
            <a:pPr algn="ctr">
              <a:defRPr sz="1950" b="0">
                <a:solidFill>
                  <a:srgbClr val="397C80"/>
                </a:solidFill>
                <a:latin typeface="Apple SD Gothic Neo"/>
                <a:ea typeface="Apple SD Gothic Neo"/>
                <a:cs typeface="Apple SD Gothic Neo"/>
              </a:defRPr>
            </a:pPr>
            <a:r>
              <a:rPr sz="1950" b="0">
                <a:solidFill>
                  <a:srgbClr val="397C80"/>
                </a:solidFill>
                <a:latin typeface="Apple SD Gothic Neo"/>
                <a:ea typeface="Apple SD Gothic Neo"/>
                <a:cs typeface="Apple SD Gothic Neo"/>
              </a:rPr>
              <a:t>“잠깐, 보고서엔 국내 매출만 넣어줘.”</a:t>
            </a:r>
          </a:p>
        </p:txBody>
      </p:sp>
      <p:sp>
        <p:nvSpPr>
          <p:cNvPr id="25" name="via-v2-overlapping-events / old-result">
            <a:extLst>
              <a:ext uri="{FF2B5EF4-FFF2-40B4-BE49-F238E27FC236}">
                <ns2:creationId id="{2269C667-9E22-4E45-A766-769B26E04AA3}"/>
              </a:ext>
            </a:extLst>
          </p:cNvPr>
          <p:cNvSpPr>
            <a:spLocks noGrp="1"/>
          </p:cNvSpPr>
          <p:nvPr/>
        </p:nvSpPr>
        <p:spPr>
          <a:xfrm>
            <a:off x="9191625" y="7953375"/>
            <a:ext cx="5953125" cy="953"/>
          </a:xfrm>
          <a:custGeom>
            <a:pathLst>
              <a:path w="5953125" h="953">
                <a:moveTo>
                  <a:pt x="5953125" y="0"/>
                </a:moveTo>
                <a:lnTo>
                  <a:pt x="0" y="0"/>
                </a:lnTo>
              </a:path>
            </a:pathLst>
          </a:custGeom>
          <a:noFill/>
          <a:ln w="20003">
            <a:solidFill>
              <a:srgbClr val="A56237"/>
            </a:solidFill>
            <a:prstDash val="solid"/>
          </a:ln>
        </p:spPr>
      </p:sp>
      <p:sp>
        <p:nvSpPr>
          <p:cNvPr id="26" name="via-v2-overlapping-events / old-result / arrow">
            <a:extLst>
              <a:ext uri="{FF2B5EF4-FFF2-40B4-BE49-F238E27FC236}">
                <ns2:creationId id="{3C726ED0-6DD7-45BB-B9C6-020ABF018E4C}"/>
              </a:ext>
            </a:extLst>
          </p:cNvPr>
          <p:cNvSpPr>
            <a:spLocks noGrp="1"/>
          </p:cNvSpPr>
          <p:nvPr/>
        </p:nvSpPr>
        <p:spPr>
          <a:xfrm>
            <a:off x="9191625" y="788670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7" name="via-v2-overlapping-events / old-result label / 1">
            <a:extLst>
              <a:ext uri="{FF2B5EF4-FFF2-40B4-BE49-F238E27FC236}">
                <ns2:creationId id="{E6639921-42EE-4A17-B0E7-203215DEC0DF}"/>
              </a:ext>
            </a:extLst>
          </p:cNvPr>
          <p:cNvSpPr>
            <a:spLocks noGrp="1"/>
          </p:cNvSpPr>
          <p:nvPr/>
        </p:nvSpPr>
        <p:spPr>
          <a:xfrm>
            <a:off x="9429750" y="7505700"/>
            <a:ext cx="547687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이전에 맡긴 공급업체 견적 도착</a:t>
            </a:r>
          </a:p>
        </p:txBody>
      </p:sp>
      <p:sp>
        <p:nvSpPr>
          <p:cNvPr id="28" name="via-v2-overlapping-events / coincidence / 1">
            <a:extLst>
              <a:ext uri="{FF2B5EF4-FFF2-40B4-BE49-F238E27FC236}">
                <ns2:creationId id="{6EC7FD99-928D-4C0C-AAE2-73AD82006275}"/>
              </a:ext>
            </a:extLst>
          </p:cNvPr>
          <p:cNvSpPr>
            <a:spLocks noGrp="1"/>
          </p:cNvSpPr>
          <p:nvPr/>
        </p:nvSpPr>
        <p:spPr>
          <a:xfrm>
            <a:off x="7067550" y="8201025"/>
            <a:ext cx="4238625" cy="321469"/>
          </a:xfrm>
          <a:prstGeom prst="rect">
            <a:avLst/>
          </a:prstGeom>
          <a:noFill/>
          <a:ln w="0">
            <a:noFill/>
          </a:ln>
        </p:spPr>
        <p:txBody>
          <a:bodyPr wrap="none" lIns="0" tIns="0" rIns="0" bIns="0" anchor="t">
            <a:noAutofit/>
          </a:bodyPr>
          <a:lstStyle/>
          <a:p>
            <a:pPr algn="ctr">
              <a:defRPr sz="1875" b="1">
                <a:solidFill>
                  <a:srgbClr val="66777D"/>
                </a:solidFill>
                <a:latin typeface="Apple SD Gothic Neo"/>
                <a:ea typeface="Apple SD Gothic Neo"/>
                <a:cs typeface="Apple SD Gothic Neo"/>
              </a:defRPr>
            </a:pPr>
            <a:r>
              <a:rPr sz="1875" b="1">
                <a:solidFill>
                  <a:srgbClr val="66777D"/>
                </a:solidFill>
                <a:latin typeface="Apple SD Gothic Neo"/>
                <a:ea typeface="Apple SD Gothic Neo"/>
                <a:cs typeface="Apple SD Gothic Neo"/>
              </a:rPr>
              <a:t>새 발화와 결과가 겹쳐 도착</a:t>
            </a:r>
          </a:p>
        </p:txBody>
      </p:sp>
      <p:sp>
        <p:nvSpPr>
          <p:cNvPr id="29" name="via-v2-overlapping-events / report-correction">
            <a:extLst>
              <a:ext uri="{FF2B5EF4-FFF2-40B4-BE49-F238E27FC236}">
                <ns2:creationId id="{D270A7D1-DA5C-471B-B61B-628CF954AEFD}"/>
              </a:ext>
            </a:extLst>
          </p:cNvPr>
          <p:cNvSpPr>
            <a:spLocks noGrp="1"/>
          </p:cNvSpPr>
          <p:nvPr/>
        </p:nvSpPr>
        <p:spPr>
          <a:xfrm>
            <a:off x="9191625" y="9191625"/>
            <a:ext cx="5953125" cy="953"/>
          </a:xfrm>
          <a:custGeom>
            <a:pathLst>
              <a:path w="5953125" h="953">
                <a:moveTo>
                  <a:pt x="0" y="0"/>
                </a:moveTo>
                <a:lnTo>
                  <a:pt x="5953125" y="0"/>
                </a:lnTo>
              </a:path>
            </a:pathLst>
          </a:custGeom>
          <a:noFill/>
          <a:ln w="20003">
            <a:solidFill>
              <a:srgbClr val="397C80"/>
            </a:solidFill>
            <a:prstDash val="solid"/>
          </a:ln>
        </p:spPr>
      </p:sp>
      <p:sp>
        <p:nvSpPr>
          <p:cNvPr id="30" name="via-v2-overlapping-events / report-correction / arrow">
            <a:extLst>
              <a:ext uri="{FF2B5EF4-FFF2-40B4-BE49-F238E27FC236}">
                <ns2:creationId id="{9BA7F65F-F771-4319-9476-C3EE9A03219F}"/>
              </a:ext>
            </a:extLst>
          </p:cNvPr>
          <p:cNvSpPr>
            <a:spLocks noGrp="1"/>
          </p:cNvSpPr>
          <p:nvPr/>
        </p:nvSpPr>
        <p:spPr>
          <a:xfrm>
            <a:off x="15011400" y="9124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1" name="via-v2-overlapping-events / report-correction label / 1">
            <a:extLst>
              <a:ext uri="{FF2B5EF4-FFF2-40B4-BE49-F238E27FC236}">
                <ns2:creationId id="{A5F5493C-DE8D-4823-82BC-FA4FBEE2FB30}"/>
              </a:ext>
            </a:extLst>
          </p:cNvPr>
          <p:cNvSpPr>
            <a:spLocks noGrp="1"/>
          </p:cNvSpPr>
          <p:nvPr/>
        </p:nvSpPr>
        <p:spPr>
          <a:xfrm>
            <a:off x="9429750" y="8743950"/>
            <a:ext cx="547687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정정은 보고서 업무에 연결</a:t>
            </a:r>
          </a:p>
        </p:txBody>
      </p:sp>
      <p:sp>
        <p:nvSpPr>
          <p:cNvPr id="32" name="via-v2-overlapping-events / quote-delivery">
            <a:extLst>
              <a:ext uri="{FF2B5EF4-FFF2-40B4-BE49-F238E27FC236}">
                <ns2:creationId id="{C7613F8F-2E5F-4D61-BC07-10007786EA34}"/>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3" name="via-v2-overlapping-events / quote-delivery / arrow">
            <a:extLst>
              <a:ext uri="{FF2B5EF4-FFF2-40B4-BE49-F238E27FC236}">
                <ns2:creationId id="{D748DCE4-153C-4B61-963D-F5AE62F087A3}"/>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4" name="via-v2-overlapping-events / quote-delivery label / 1">
            <a:extLst>
              <a:ext uri="{FF2B5EF4-FFF2-40B4-BE49-F238E27FC236}">
                <ns2:creationId id="{FB38215E-B885-4C88-B378-D21B773B0B34}"/>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말을 마친 뒤, 견적 도착을 안내</a:t>
            </a:r>
          </a:p>
        </p:txBody>
      </p:sp>
      <p:sp>
        <p:nvSpPr>
          <p:cNvPr id="35" name="via-v2-overlapping-events / benefit / 1">
            <a:extLst>
              <a:ext uri="{FF2B5EF4-FFF2-40B4-BE49-F238E27FC236}">
                <ns2:creationId id="{DE9487C5-7DA2-4202-9694-70994998DA2F}"/>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250" b="1">
                <a:solidFill>
                  <a:srgbClr val="202B30"/>
                </a:solidFill>
                <a:latin typeface="Apple SD Gothic Neo"/>
                <a:ea typeface="Apple SD Gothic Neo"/>
                <a:cs typeface="Apple SD Gothic Neo"/>
              </a:defRPr>
            </a:pPr>
            <a:r>
              <a:rPr sz="2250" b="1">
                <a:solidFill>
                  <a:srgbClr val="202B30"/>
                </a:solidFill>
                <a:latin typeface="Apple SD Gothic Neo"/>
                <a:ea typeface="Apple SD Gothic Neo"/>
                <a:cs typeface="Apple SD Gothic Neo"/>
              </a:rPr>
              <a:t>사용자는 Agent별 창을 오가거나, 진행 중인 업무를 다시 설명할 필요가 없습니다</a:t>
            </a:r>
          </a:p>
        </p:txBody>
      </p:sp>
      <p:sp>
        <p:nvSpPr>
          <p:cNvPr id="36" name="v2-101-header-white">
            <a:extLst>
              <a:ext uri="{FF2B5EF4-FFF2-40B4-BE49-F238E27FC236}">
                <ns2:creationId id="{031CC21A-25E5-4204-97D1-C4E50EE0FDB9}"/>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37" name="v2-102-page">
            <a:extLst>
              <a:ext uri="{FF2B5EF4-FFF2-40B4-BE49-F238E27FC236}">
                <ns2:creationId id="{B2ABEEE1-89E9-4D30-9ADD-405CE67D15CB}"/>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설계 도입 / v2 14</a:t>
            </a:r>
          </a:p>
        </p:txBody>
      </p:sp>
      <p:sp>
        <p:nvSpPr>
          <p:cNvPr id="38" name="v2-103-note">
            <a:extLst>
              <a:ext uri="{FF2B5EF4-FFF2-40B4-BE49-F238E27FC236}">
                <ns2:creationId id="{CB5AD177-97D6-49C1-94FE-58A7A44D3E7B}"/>
              </a:ext>
            </a:extLst>
          </p:cNvPr>
          <p:cNvSpPr>
            <a:spLocks noGrp="1"/>
          </p:cNvSpPr>
          <p:nvPr/>
        </p:nvSpPr>
        <p:spPr>
          <a:xfrm>
            <a:off x="904875" y="2800350"/>
            <a:ext cx="16287750" cy="342900"/>
          </a:xfrm>
          <a:prstGeom prst="rect">
            <a:avLst/>
          </a:prstGeom>
          <a:noFill/>
          <a:ln w="0">
            <a:noFill/>
          </a:ln>
        </p:spPr>
        <p:txBody>
          <a:bodyPr wrap="none" lIns="0" tIns="0" rIns="0" bIns="0" anchor="ctr">
            <a:noAutofit/>
          </a:bodyPr>
          <a:lstStyle/>
          <a:p>
            <a:pPr algn="l">
              <a:defRPr sz="2025" b="0">
                <a:solidFill>
                  <a:srgbClr val="00889A"/>
                </a:solidFill>
                <a:latin typeface="Apple SD Gothic Neo"/>
                <a:ea typeface="Apple SD Gothic Neo"/>
                <a:cs typeface="Apple SD Gothic Neo"/>
              </a:defRPr>
            </a:pPr>
            <a:r>
              <a:rPr sz="2025" b="0">
                <a:solidFill>
                  <a:srgbClr val="00889A"/>
                </a:solidFill>
                <a:latin typeface="Apple SD Gothic Neo"/>
                <a:ea typeface="Apple SD Gothic Neo"/>
                <a:cs typeface="Apple SD Gothic Neo"/>
              </a:rPr>
              <a:t>시작 상태: 보고서와 메일을 지금 위임하며, 공급업체 견적은 그 전에 맡겨 아직 진행 중입니다.</a:t>
            </a:r>
          </a:p>
        </p:txBody>
      </p:sp>
    </p:spTree>
    <p:extLst>
      <p:ext uri="{BB962C8B-B14F-4D97-AF65-F5344CB8AC3E}">
        <p14:creationId val="1301013122"/>
      </p:ext>
    </p:extLst>
  </p:cSld>
</p:sld>
</file>

<file path=ppt/slides/slide4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1-background-v2">
    <p:bg>
      <p:bgPr>
        <a:solidFill>
          <a:srgbClr val="FFFFFF"/>
        </a:solidFill>
      </p:bgPr>
    </p:bg>
    <p:spTree>
      <p:nvGrpSpPr>
        <p:cNvPr id="1" name=""/>
        <p:cNvGrpSpPr/>
        <p:nvPr/>
      </p:nvGrpSpPr>
      <p:grpSpPr>
        <a:xfrm/>
      </p:grpSpPr>
      <p:sp>
        <p:nvSpPr>
          <p:cNvPr id="2" name="dp41-background / title / 1">
            <a:extLst>
              <a:ext uri="{FF2B5EF4-FFF2-40B4-BE49-F238E27FC236}">
                <ns2:creationId id="{8B992013-1FE2-4F9E-804A-32951F3BDB08}"/>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말 속의 지칭 대상과 조건을 찾아,</a:t>
            </a:r>
          </a:p>
        </p:txBody>
      </p:sp>
      <p:sp>
        <p:nvSpPr>
          <p:cNvPr id="3" name="dp41-background / title / 2">
            <a:extLst>
              <a:ext uri="{FF2B5EF4-FFF2-40B4-BE49-F238E27FC236}">
                <ns2:creationId id="{9D6A26AB-060B-42DB-91A1-FFB55DBF4846}"/>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위임할 Request를 완성하는 VIA</a:t>
            </a:r>
          </a:p>
        </p:txBody>
      </p:sp>
      <p:sp>
        <p:nvSpPr>
          <p:cNvPr id="4" name="dp41-background / request / 1">
            <a:extLst>
              <a:ext uri="{FF2B5EF4-FFF2-40B4-BE49-F238E27FC236}">
                <ns2:creationId id="{9B8C573C-6F22-4DDD-9221-5703930252F0}"/>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“이 표를 아까 보고서에 넣고,</a:t>
            </a:r>
          </a:p>
        </p:txBody>
      </p:sp>
      <p:sp>
        <p:nvSpPr>
          <p:cNvPr id="5" name="dp41-background / request / 2">
            <a:extLst>
              <a:ext uri="{FF2B5EF4-FFF2-40B4-BE49-F238E27FC236}">
                <ns2:creationId id="{6459E1C0-89D3-4B83-8FCF-3C436B15BC86}"/>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메일은 보내지 말고 보고서 결과로 메일 초안만 만들어줘.”</a:t>
            </a:r>
          </a:p>
        </p:txBody>
      </p:sp>
      <p:pic>
        <p:nvPicPr>
          <p:cNvPr id="6"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7"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8"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9" name="dp41-background / participant 0 / 1">
            <a:extLst>
              <a:ext uri="{FF2B5EF4-FFF2-40B4-BE49-F238E27FC236}">
                <ns2:creationId id="{6A8D78A8-E78A-4A55-AFA8-4C0A24C58D5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발화 + 선택한 화면</a:t>
            </a:r>
          </a:p>
        </p:txBody>
      </p:sp>
      <p:sp>
        <p:nvSpPr>
          <p:cNvPr id="10" name="dp41-background / participant 1 / 1">
            <a:extLst>
              <a:ext uri="{FF2B5EF4-FFF2-40B4-BE49-F238E27FC236}">
                <ns2:creationId id="{7C8B603D-5354-41A6-8421-27A25A04D73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Request 이해</a:t>
            </a:r>
          </a:p>
        </p:txBody>
      </p:sp>
      <p:sp>
        <p:nvSpPr>
          <p:cNvPr id="11" name="dp41-background / participant 2 / 1">
            <a:extLst>
              <a:ext uri="{FF2B5EF4-FFF2-40B4-BE49-F238E27FC236}">
                <ns2:creationId id="{963A27B5-E2E8-4758-A34F-90416D1748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위임할 Task</a:t>
            </a:r>
          </a:p>
        </p:txBody>
      </p:sp>
      <p:sp>
        <p:nvSpPr>
          <p:cNvPr id="12" name="dp41-background / evidence-to-via">
            <a:extLst>
              <a:ext uri="{FF2B5EF4-FFF2-40B4-BE49-F238E27FC236}">
                <ns2:creationId id="{9884EF06-F6C8-4453-8325-788B3857F29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3" name="dp41-background / evidence-to-via / arrow">
            <a:extLst>
              <a:ext uri="{FF2B5EF4-FFF2-40B4-BE49-F238E27FC236}">
                <ns2:creationId id="{B7E5CE01-A17E-4C44-A8F7-426B5BDA7AB7}"/>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4" name="dp41-background / via-to-agent">
            <a:extLst>
              <a:ext uri="{FF2B5EF4-FFF2-40B4-BE49-F238E27FC236}">
                <ns2:creationId id="{B90F5799-79C9-4033-A5FB-A150C97801D9}"/>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5" name="dp41-background / via-to-agent / arrow">
            <a:extLst>
              <a:ext uri="{FF2B5EF4-FFF2-40B4-BE49-F238E27FC236}">
                <ns2:creationId id="{D54ECED9-23F8-4DED-8CA0-6C00437BC2B1}"/>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6" name="dp41-background / input / 1">
            <a:extLst>
              <a:ext uri="{FF2B5EF4-FFF2-40B4-BE49-F238E27FC236}">
                <ns2:creationId id="{A3C12132-9E41-40CA-829D-050735921EE4}"/>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화면에서 선택한 표</a:t>
            </a:r>
          </a:p>
        </p:txBody>
      </p:sp>
      <p:sp>
        <p:nvSpPr>
          <p:cNvPr id="17" name="dp41-background / input / 2">
            <a:extLst>
              <a:ext uri="{FF2B5EF4-FFF2-40B4-BE49-F238E27FC236}">
                <ns2:creationId id="{948ABD54-A660-4EEF-97B6-2D27A450B96C}"/>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대화에 남아 있는 보고서</a:t>
            </a:r>
          </a:p>
        </p:txBody>
      </p:sp>
      <p:sp>
        <p:nvSpPr>
          <p:cNvPr id="18" name="dp41-background / resolve / 1">
            <a:extLst>
              <a:ext uri="{FF2B5EF4-FFF2-40B4-BE49-F238E27FC236}">
                <ns2:creationId id="{4A540566-7CD1-4111-9E15-4D6F34CE64FC}"/>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지칭 대상: 어느 표, 어느 보고서?</a:t>
            </a:r>
          </a:p>
        </p:txBody>
      </p:sp>
      <p:sp>
        <p:nvSpPr>
          <p:cNvPr id="19" name="dp41-background / resolve / 2">
            <a:extLst>
              <a:ext uri="{FF2B5EF4-FFF2-40B4-BE49-F238E27FC236}">
                <ns2:creationId id="{1316676B-D77C-4A5A-A6BD-48CACDAE52D1}"/>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순서: 보고서 수정 → 메일 초안</a:t>
            </a:r>
          </a:p>
        </p:txBody>
      </p:sp>
      <p:sp>
        <p:nvSpPr>
          <p:cNvPr id="20" name="dp41-background / resolve / 3">
            <a:extLst>
              <a:ext uri="{FF2B5EF4-FFF2-40B4-BE49-F238E27FC236}">
                <ns2:creationId id="{EF73FAF7-AFB3-420E-8A3A-D171075890DA}"/>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조건: 메일 발송 금지</a:t>
            </a:r>
          </a:p>
        </p:txBody>
      </p:sp>
      <p:sp>
        <p:nvSpPr>
          <p:cNvPr id="21" name="dp41-background / delegate / 1">
            <a:extLst>
              <a:ext uri="{FF2B5EF4-FFF2-40B4-BE49-F238E27FC236}">
                <ns2:creationId id="{F91B79E8-ECE4-40F5-ABA0-A30E405618B1}"/>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보고서에 표 추가</a:t>
            </a:r>
          </a:p>
        </p:txBody>
      </p:sp>
      <p:sp>
        <p:nvSpPr>
          <p:cNvPr id="22" name="dp41-background / delegate / 2">
            <a:extLst>
              <a:ext uri="{FF2B5EF4-FFF2-40B4-BE49-F238E27FC236}">
                <ns2:creationId id="{B21F981E-4305-4347-9AB9-1AF5AB3F85DA}"/>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그 결과로 메일 초안 작성</a:t>
            </a:r>
          </a:p>
        </p:txBody>
      </p:sp>
      <p:sp>
        <p:nvSpPr>
          <p:cNvPr id="23" name="dp41-background / delegate / 3">
            <a:extLst>
              <a:ext uri="{FF2B5EF4-FFF2-40B4-BE49-F238E27FC236}">
                <ns2:creationId id="{922F5513-5CC5-440C-87B5-E41BB7428298}"/>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발송하지 않는 조건 유지</a:t>
            </a:r>
          </a:p>
        </p:txBody>
      </p:sp>
      <p:sp>
        <p:nvSpPr>
          <p:cNvPr id="24" name="dp41-background / clarify / 1">
            <a:extLst>
              <a:ext uri="{FF2B5EF4-FFF2-40B4-BE49-F238E27FC236}">
                <ns2:creationId id="{FDBA5D44-0AA3-4AF2-B5BF-2886DF4A1C95}"/>
              </a:ext>
            </a:extLst>
          </p:cNvPr>
          <p:cNvSpPr>
            <a:spLocks noGrp="1"/>
          </p:cNvSpPr>
          <p:nvPr/>
        </p:nvSpPr>
        <p:spPr>
          <a:xfrm>
            <a:off x="6048375" y="7686675"/>
            <a:ext cx="6286500" cy="321469"/>
          </a:xfrm>
          <a:prstGeom prst="rect">
            <a:avLst/>
          </a:prstGeom>
          <a:noFill/>
          <a:ln w="0">
            <a:noFill/>
          </a:ln>
        </p:spPr>
        <p:txBody>
          <a:bodyPr wrap="none" lIns="0" tIns="0" rIns="0" bIns="0" anchor="t">
            <a:noAutofit/>
          </a:bodyPr>
          <a:lstStyle/>
          <a:p>
            <a:pPr algn="ctr">
              <a:defRPr sz="1875" b="0">
                <a:solidFill>
                  <a:srgbClr val="66777D"/>
                </a:solidFill>
                <a:latin typeface="Apple SD Gothic Neo"/>
                <a:ea typeface="Apple SD Gothic Neo"/>
                <a:cs typeface="Apple SD Gothic Neo"/>
              </a:defRPr>
            </a:pPr>
            <a:r>
              <a:rPr sz="1875" b="0">
                <a:solidFill>
                  <a:srgbClr val="66777D"/>
                </a:solidFill>
                <a:latin typeface="Apple SD Gothic Neo"/>
                <a:ea typeface="Apple SD Gothic Neo"/>
                <a:cs typeface="Apple SD Gothic Neo"/>
              </a:rPr>
              <a:t>지칭 대상이 모호하면 VIA가 사용자에게 확인합니다</a:t>
            </a:r>
          </a:p>
        </p:txBody>
      </p:sp>
      <p:sp>
        <p:nvSpPr>
          <p:cNvPr id="25" name="dp41-background / user-benefit / 1">
            <a:extLst>
              <a:ext uri="{FF2B5EF4-FFF2-40B4-BE49-F238E27FC236}">
                <ns2:creationId id="{68C0064A-C418-4ED4-814C-108BF337440A}"/>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파일명이나 Task 번호를 외우지 않아도, 지칭 대상과 순서, 조건을 함께 말할 수 있습니다</a:t>
            </a:r>
          </a:p>
        </p:txBody>
      </p:sp>
      <p:sp>
        <p:nvSpPr>
          <p:cNvPr id="26" name="dp41-background / challenge-divider">
            <a:extLst>
              <a:ext uri="{FF2B5EF4-FFF2-40B4-BE49-F238E27FC236}">
                <ns2:creationId id="{D316B416-9940-4FC9-8CF4-CAA93F4B6758}"/>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7" name="v2-104-header-white">
            <a:extLst>
              <a:ext uri="{FF2B5EF4-FFF2-40B4-BE49-F238E27FC236}">
                <ns2:creationId id="{8F5EB3AC-87C6-4B8B-B396-A7DB20890FE8}"/>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28" name="v2-105-page">
            <a:extLst>
              <a:ext uri="{FF2B5EF4-FFF2-40B4-BE49-F238E27FC236}">
                <ns2:creationId id="{D584DAE8-1F78-4F91-8CC0-C4F46C80AEC6}"/>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DP41 배경 / v2 15</a:t>
            </a:r>
          </a:p>
        </p:txBody>
      </p:sp>
      <p:sp>
        <p:nvSpPr>
          <p:cNvPr id="29" name="v2-106-choice-white">
            <a:extLst>
              <a:ext uri="{FF2B5EF4-FFF2-40B4-BE49-F238E27FC236}">
                <ns2:creationId id="{16B9579C-FD5E-4951-831D-941733699779}"/>
              </a:ext>
            </a:extLst>
          </p:cNvPr>
          <p:cNvSpPr>
            <a:spLocks noGrp="1"/>
          </p:cNvSpPr>
          <p:nvPr/>
        </p:nvSpPr>
        <p:spPr>
          <a:xfrm>
            <a:off x="514350" y="8953500"/>
            <a:ext cx="17278350" cy="1323975"/>
          </a:xfrm>
          <a:prstGeom prst="rect">
            <a:avLst/>
          </a:prstGeom>
          <a:solidFill>
            <a:srgbClr val="FFFFFF"/>
          </a:solidFill>
          <a:ln w="0">
            <a:solidFill>
              <a:srgbClr val="FFFFFF"/>
            </a:solidFill>
          </a:ln>
        </p:spPr>
      </p:sp>
      <p:sp>
        <p:nvSpPr>
          <p:cNvPr id="30" name="v2-107-choice-question">
            <a:extLst>
              <a:ext uri="{FF2B5EF4-FFF2-40B4-BE49-F238E27FC236}">
                <ns2:creationId id="{E71C772E-FF29-4510-B3DD-AEE0699B4879}"/>
              </a:ext>
            </a:extLst>
          </p:cNvPr>
          <p:cNvSpPr>
            <a:spLocks noGrp="1"/>
          </p:cNvSpPr>
          <p:nvPr/>
        </p:nvSpPr>
        <p:spPr>
          <a:xfrm>
            <a:off x="704850" y="9029700"/>
            <a:ext cx="17049750" cy="552450"/>
          </a:xfrm>
          <a:prstGeom prst="rect">
            <a:avLst/>
          </a:prstGeom>
          <a:noFill/>
          <a:ln w="0">
            <a:noFill/>
          </a:ln>
        </p:spPr>
        <p:txBody>
          <a:bodyPr wrap="none" lIns="0" tIns="0" rIns="0" bIns="0" anchor="ctr">
            <a:noAutofit/>
          </a:bodyPr>
          <a:lstStyle/>
          <a:p>
            <a:pPr algn="l">
              <a:defRPr sz="2325" b="1">
                <a:solidFill>
                  <a:srgbClr val="00889A"/>
                </a:solidFill>
                <a:latin typeface="Apple SD Gothic Neo"/>
                <a:ea typeface="Apple SD Gothic Neo"/>
                <a:cs typeface="Apple SD Gothic Neo"/>
              </a:defRPr>
            </a:pPr>
            <a:r>
              <a:rPr sz="2325" b="1">
                <a:solidFill>
                  <a:srgbClr val="00889A"/>
                </a:solidFill>
                <a:latin typeface="Apple SD Gothic Neo"/>
                <a:ea typeface="Apple SD Gothic Neo"/>
                <a:cs typeface="Apple SD Gothic Neo"/>
              </a:rPr>
              <a:t>설계 질문  다음 조회와 전체 의미 완성을 모델이 결정할까, 코드가 항목 해결 상태로 진행할까?</a:t>
            </a:r>
          </a:p>
        </p:txBody>
      </p:sp>
      <p:sp>
        <p:nvSpPr>
          <p:cNvPr id="31" name="v2-108-note">
            <a:extLst>
              <a:ext uri="{FF2B5EF4-FFF2-40B4-BE49-F238E27FC236}">
                <ns2:creationId id="{B2325057-EE6A-4466-9855-C9BBF1EFE5F5}"/>
              </a:ext>
            </a:extLst>
          </p:cNvPr>
          <p:cNvSpPr>
            <a:spLocks noGrp="1"/>
          </p:cNvSpPr>
          <p:nvPr/>
        </p:nvSpPr>
        <p:spPr>
          <a:xfrm>
            <a:off x="704850" y="9601200"/>
            <a:ext cx="16859250" cy="495300"/>
          </a:xfrm>
          <a:prstGeom prst="rect">
            <a:avLst/>
          </a:prstGeom>
          <a:noFill/>
          <a:ln w="0">
            <a:noFill/>
          </a:ln>
        </p:spPr>
        <p:txBody>
          <a:bodyPr wrap="none" lIns="0" tIns="0" rIns="0" bIns="0" anchor="ctr">
            <a:noAutofit/>
          </a:bodyPr>
          <a:lstStyle/>
          <a:p>
            <a:pPr algn="l">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모델 재판단의 유연성과 반복 비용 ↔ 유한 표현의 추적 가능성과 지원 범위/추가 해석 비용</a:t>
            </a:r>
          </a:p>
        </p:txBody>
      </p:sp>
    </p:spTree>
    <p:extLst>
      <p:ext uri="{BB962C8B-B14F-4D97-AF65-F5344CB8AC3E}">
        <p14:creationId val="75001597"/>
      </p:ext>
    </p:extLst>
  </p:cSld>
</p:sld>
</file>

<file path=ppt/slides/slide4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4-background-v2">
    <p:bg>
      <p:bgPr>
        <a:solidFill>
          <a:srgbClr val="FFFFFF"/>
        </a:solidFill>
      </p:bgPr>
    </p:bg>
    <p:spTree>
      <p:nvGrpSpPr>
        <p:cNvPr id="1" name=""/>
        <p:cNvGrpSpPr/>
        <p:nvPr/>
      </p:nvGrpSpPr>
      <p:grpSpPr>
        <a:xfrm/>
      </p:grpSpPr>
      <p:sp>
        <p:nvSpPr>
          <p:cNvPr id="2" name="dp44-background / title / 1">
            <a:extLst>
              <a:ext uri="{FF2B5EF4-FFF2-40B4-BE49-F238E27FC236}">
                <ns2:creationId id="{DA2B697F-DC99-47E2-986D-47A0B289CF12}"/>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VIA가 처리하는 동안에도,</a:t>
            </a:r>
          </a:p>
        </p:txBody>
      </p:sp>
      <p:sp>
        <p:nvSpPr>
          <p:cNvPr id="3" name="dp44-background / title / 2">
            <a:extLst>
              <a:ext uri="{FF2B5EF4-FFF2-40B4-BE49-F238E27FC236}">
                <ns2:creationId id="{5D52FB0B-EBB7-4B25-8FB0-96E241606FF3}"/>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발화와 Task 결과는 계속 들어옵니다</a:t>
            </a:r>
          </a:p>
        </p:txBody>
      </p:sp>
      <p:sp>
        <p:nvSpPr>
          <p:cNvPr id="4" name="dp44-background / request / 1">
            <a:extLst>
              <a:ext uri="{FF2B5EF4-FFF2-40B4-BE49-F238E27FC236}">
                <ns2:creationId id="{6E3FFBF0-B108-4580-9361-FA1EF95F0152}"/>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a:solidFill>
                  <a:srgbClr val="397C80"/>
                </a:solidFill>
                <a:latin typeface="Apple SD Gothic Neo"/>
                <a:ea typeface="Apple SD Gothic Neo"/>
                <a:cs typeface="Apple SD Gothic Neo"/>
              </a:defRPr>
            </a:pPr>
            <a:r>
              <a:rPr sz="2700" b="1">
                <a:solidFill>
                  <a:srgbClr val="397C80"/>
                </a:solidFill>
                <a:latin typeface="Apple SD Gothic Neo"/>
                <a:ea typeface="Apple SD Gothic Neo"/>
                <a:cs typeface="Apple SD Gothic Neo"/>
              </a:rPr>
              <a:t>“보고서 내용을 설명해주고,</a:t>
            </a:r>
          </a:p>
        </p:txBody>
      </p:sp>
      <p:sp>
        <p:nvSpPr>
          <p:cNvPr id="5" name="dp44-background / request / 2">
            <a:extLst>
              <a:ext uri="{FF2B5EF4-FFF2-40B4-BE49-F238E27FC236}">
                <ns2:creationId id="{3AD6196F-B978-4DD8-B09F-052F293CA923}"/>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a:solidFill>
                  <a:srgbClr val="397C80"/>
                </a:solidFill>
                <a:latin typeface="Apple SD Gothic Neo"/>
                <a:ea typeface="Apple SD Gothic Neo"/>
                <a:cs typeface="Apple SD Gothic Neo"/>
              </a:defRPr>
            </a:pPr>
            <a:r>
              <a:rPr sz="2700" b="1">
                <a:solidFill>
                  <a:srgbClr val="397C80"/>
                </a:solidFill>
                <a:latin typeface="Apple SD Gothic Neo"/>
                <a:ea typeface="Apple SD Gothic Neo"/>
                <a:cs typeface="Apple SD Gothic Neo"/>
              </a:rPr>
              <a:t>내일 팀 회의 안내 메일 초안도 만들어줘.”</a:t>
            </a:r>
          </a:p>
        </p:txBody>
      </p:sp>
      <p:pic>
        <p:nvPicPr>
          <p:cNvPr id="6"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7"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8"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9" name="dp44-background / participant 0 / 1">
            <a:extLst>
              <a:ext uri="{FF2B5EF4-FFF2-40B4-BE49-F238E27FC236}">
                <ns2:creationId id="{3772244C-10D7-4AC8-9D10-F72959F659B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새 사용자 발화</a:t>
            </a:r>
          </a:p>
        </p:txBody>
      </p:sp>
      <p:sp>
        <p:nvSpPr>
          <p:cNvPr id="10" name="dp44-background / participant 1 / 1">
            <a:extLst>
              <a:ext uri="{FF2B5EF4-FFF2-40B4-BE49-F238E27FC236}">
                <ns2:creationId id="{01D5DAC9-B45E-448A-8EA8-FF62C4E56954}"/>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준비 완료</a:t>
            </a:r>
          </a:p>
        </p:txBody>
      </p:sp>
      <p:sp>
        <p:nvSpPr>
          <p:cNvPr id="11" name="dp44-background / participant 2 / 1">
            <a:extLst>
              <a:ext uri="{FF2B5EF4-FFF2-40B4-BE49-F238E27FC236}">
                <ns2:creationId id="{FB3BDD10-7339-4BFE-B801-C12B17F807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Agent의 질문</a:t>
            </a:r>
          </a:p>
        </p:txBody>
      </p:sp>
      <p:sp>
        <p:nvSpPr>
          <p:cNvPr id="12" name="dp44-background / new-speech / 1">
            <a:extLst>
              <a:ext uri="{FF2B5EF4-FFF2-40B4-BE49-F238E27FC236}">
                <ns2:creationId id="{322FCA41-E1CA-4C7A-B2B2-2C9FBFBB333F}"/>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“잠깐, 표부터 설명해줘.”</a:t>
            </a:r>
          </a:p>
        </p:txBody>
      </p:sp>
      <p:sp>
        <p:nvSpPr>
          <p:cNvPr id="13" name="dp44-background / late-preparation / 1">
            <a:extLst>
              <a:ext uri="{FF2B5EF4-FFF2-40B4-BE49-F238E27FC236}">
                <ns2:creationId id="{16FBB36C-711D-4EBB-8FB4-E1038FC83BDC}"/>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이전 보고서 설명이</a:t>
            </a:r>
          </a:p>
        </p:txBody>
      </p:sp>
      <p:sp>
        <p:nvSpPr>
          <p:cNvPr id="14" name="dp44-background / late-preparation / 2">
            <a:extLst>
              <a:ext uri="{FF2B5EF4-FFF2-40B4-BE49-F238E27FC236}">
                <ns2:creationId id="{E73B662D-02C3-4FFA-AAF0-EBFFAE2AE4F2}"/>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늦게 준비됨</a:t>
            </a:r>
          </a:p>
        </p:txBody>
      </p:sp>
      <p:sp>
        <p:nvSpPr>
          <p:cNvPr id="15" name="dp44-background / agent-question / 1">
            <a:extLst>
              <a:ext uri="{FF2B5EF4-FFF2-40B4-BE49-F238E27FC236}">
                <ns2:creationId id="{327519EB-065E-4A27-B540-0478071CD60C}"/>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“회의 안내 메일의</a:t>
            </a:r>
          </a:p>
        </p:txBody>
      </p:sp>
      <p:sp>
        <p:nvSpPr>
          <p:cNvPr id="16" name="dp44-background / agent-question / 2">
            <a:extLst>
              <a:ext uri="{FF2B5EF4-FFF2-40B4-BE49-F238E27FC236}">
                <ns2:creationId id="{E3F48536-355E-4E4B-8460-BDA7907BF912}"/>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수신자는 누구인가요?”</a:t>
            </a:r>
          </a:p>
        </p:txBody>
      </p:sp>
      <p:sp>
        <p:nvSpPr>
          <p:cNvPr id="17" name="dp44-background / arrival 0">
            <a:extLst>
              <a:ext uri="{FF2B5EF4-FFF2-40B4-BE49-F238E27FC236}">
                <ns2:creationId id="{973B7B3B-5F1E-457A-BEBE-F3C4736CB63D}"/>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8" name="dp44-background / arrival 0 / arrow">
            <a:extLst>
              <a:ext uri="{FF2B5EF4-FFF2-40B4-BE49-F238E27FC236}">
                <ns2:creationId id="{5531EEAA-2579-46A5-A05B-17512F05B4EC}"/>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9" name="dp44-background / arrival 1">
            <a:extLst>
              <a:ext uri="{FF2B5EF4-FFF2-40B4-BE49-F238E27FC236}">
                <ns2:creationId id="{98FC3464-FAD4-444E-8381-B14A675B9246}"/>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20" name="dp44-background / arrival 1 / arrow">
            <a:extLst>
              <a:ext uri="{FF2B5EF4-FFF2-40B4-BE49-F238E27FC236}">
                <ns2:creationId id="{9F43C67E-5DCB-4352-973C-AF53922E7079}"/>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1" name="dp44-background / arrival 2">
            <a:extLst>
              <a:ext uri="{FF2B5EF4-FFF2-40B4-BE49-F238E27FC236}">
                <ns2:creationId id="{E5F60653-439B-4233-8B7F-696F02630FBE}"/>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2" name="dp44-background / arrival 2 / arrow">
            <a:extLst>
              <a:ext uri="{FF2B5EF4-FFF2-40B4-BE49-F238E27FC236}">
                <ns2:creationId id="{18728F62-F117-4FA9-BA73-5068B5EA4F49}"/>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3" name="dp44-background / event-join">
            <a:extLst>
              <a:ext uri="{FF2B5EF4-FFF2-40B4-BE49-F238E27FC236}">
                <ns2:creationId id="{8E579331-1B50-4111-9C5F-64B7DF98FCF3}"/>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4" name="dp44-background / continuation">
            <a:extLst>
              <a:ext uri="{FF2B5EF4-FFF2-40B4-BE49-F238E27FC236}">
                <ns2:creationId id="{33F945B1-4F19-4647-A478-4D945C8F2B0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5" name="dp44-background / continuation / arrow">
            <a:extLst>
              <a:ext uri="{FF2B5EF4-FFF2-40B4-BE49-F238E27FC236}">
                <ns2:creationId id="{90B815AE-242E-45CC-9592-A067C597918C}"/>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6" name="dp44-background / via-continuation / 1">
            <a:extLst>
              <a:ext uri="{FF2B5EF4-FFF2-40B4-BE49-F238E27FC236}">
                <ns2:creationId id="{A187847D-A833-4A6E-A90D-31372F07963E}"/>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새 입력 처리, 유효한 응답과 질문 연결, 실제 전달 뒤 후속 처리</a:t>
            </a:r>
          </a:p>
        </p:txBody>
      </p:sp>
      <p:sp>
        <p:nvSpPr>
          <p:cNvPr id="27" name="dp44-background / user-benefit / 1">
            <a:extLst>
              <a:ext uri="{FF2B5EF4-FFF2-40B4-BE49-F238E27FC236}">
                <ns2:creationId id="{13D138BA-0848-4A11-8032-491E9345922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말을 이어가고, Task 질문과 결과도 같은 대화에서 받습니다</a:t>
            </a:r>
          </a:p>
        </p:txBody>
      </p:sp>
      <p:sp>
        <p:nvSpPr>
          <p:cNvPr id="28" name="dp44-background / challenge-divider">
            <a:extLst>
              <a:ext uri="{FF2B5EF4-FFF2-40B4-BE49-F238E27FC236}">
                <ns2:creationId id="{A8496255-4DB7-4527-80A6-D64249E88D45}"/>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9" name="v2-109-header-white">
            <a:extLst>
              <a:ext uri="{FF2B5EF4-FFF2-40B4-BE49-F238E27FC236}">
                <ns2:creationId id="{AD52C790-E014-442F-90F8-14F038C24BEC}"/>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30" name="v2-110-page">
            <a:extLst>
              <a:ext uri="{FF2B5EF4-FFF2-40B4-BE49-F238E27FC236}">
                <ns2:creationId id="{8BF4AFEE-F181-49E8-B062-B1B471B1B218}"/>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DP44 배경 / v2 17</a:t>
            </a:r>
          </a:p>
        </p:txBody>
      </p:sp>
      <p:sp>
        <p:nvSpPr>
          <p:cNvPr id="31" name="v2-111-choice-white">
            <a:extLst>
              <a:ext uri="{FF2B5EF4-FFF2-40B4-BE49-F238E27FC236}">
                <ns2:creationId id="{80B1982B-D083-4409-9F9C-5DF0A8CB8C1B}"/>
              </a:ext>
            </a:extLst>
          </p:cNvPr>
          <p:cNvSpPr>
            <a:spLocks noGrp="1"/>
          </p:cNvSpPr>
          <p:nvPr/>
        </p:nvSpPr>
        <p:spPr>
          <a:xfrm>
            <a:off x="514350" y="8953500"/>
            <a:ext cx="17278350" cy="1323975"/>
          </a:xfrm>
          <a:prstGeom prst="rect">
            <a:avLst/>
          </a:prstGeom>
          <a:solidFill>
            <a:srgbClr val="FFFFFF"/>
          </a:solidFill>
          <a:ln w="0">
            <a:solidFill>
              <a:srgbClr val="FFFFFF"/>
            </a:solidFill>
          </a:ln>
        </p:spPr>
      </p:sp>
      <p:sp>
        <p:nvSpPr>
          <p:cNvPr id="32" name="v2-112-choice-question">
            <a:extLst>
              <a:ext uri="{FF2B5EF4-FFF2-40B4-BE49-F238E27FC236}">
                <ns2:creationId id="{D8265227-5F77-4DD4-AF23-C4CBFB51BD1A}"/>
              </a:ext>
            </a:extLst>
          </p:cNvPr>
          <p:cNvSpPr>
            <a:spLocks noGrp="1"/>
          </p:cNvSpPr>
          <p:nvPr/>
        </p:nvSpPr>
        <p:spPr>
          <a:xfrm>
            <a:off x="704850" y="9029700"/>
            <a:ext cx="17049750" cy="552450"/>
          </a:xfrm>
          <a:prstGeom prst="rect">
            <a:avLst/>
          </a:prstGeom>
          <a:noFill/>
          <a:ln w="0">
            <a:noFill/>
          </a:ln>
        </p:spPr>
        <p:txBody>
          <a:bodyPr wrap="none" lIns="0" tIns="0" rIns="0" bIns="0" anchor="ctr">
            <a:noAutofit/>
          </a:bodyPr>
          <a:lstStyle/>
          <a:p>
            <a:pPr algn="l">
              <a:defRPr sz="2325" b="1">
                <a:solidFill>
                  <a:srgbClr val="00889A"/>
                </a:solidFill>
                <a:latin typeface="Apple SD Gothic Neo"/>
                <a:ea typeface="Apple SD Gothic Neo"/>
                <a:cs typeface="Apple SD Gothic Neo"/>
              </a:defRPr>
            </a:pPr>
            <a:r>
              <a:rPr sz="2325" b="1">
                <a:solidFill>
                  <a:srgbClr val="00889A"/>
                </a:solidFill>
                <a:latin typeface="Apple SD Gothic Neo"/>
                <a:ea typeface="Apple SD Gothic Neo"/>
                <a:cs typeface="Apple SD Gothic Neo"/>
              </a:rPr>
              <a:t>설계 질문  완료마다 중앙이 다음 실행을 지시할까, 단계가 입력과 게시 조건으로 실행될까?</a:t>
            </a:r>
          </a:p>
        </p:txBody>
      </p:sp>
      <p:sp>
        <p:nvSpPr>
          <p:cNvPr id="33" name="v2-113-note">
            <a:extLst>
              <a:ext uri="{FF2B5EF4-FFF2-40B4-BE49-F238E27FC236}">
                <ns2:creationId id="{FD008B8A-1E99-47B0-B3A3-472DA810ED3F}"/>
              </a:ext>
            </a:extLst>
          </p:cNvPr>
          <p:cNvSpPr>
            <a:spLocks noGrp="1"/>
          </p:cNvSpPr>
          <p:nvPr/>
        </p:nvSpPr>
        <p:spPr>
          <a:xfrm>
            <a:off x="704850" y="9601200"/>
            <a:ext cx="16859250" cy="495300"/>
          </a:xfrm>
          <a:prstGeom prst="rect">
            <a:avLst/>
          </a:prstGeom>
          <a:noFill/>
          <a:ln w="0">
            <a:noFill/>
          </a:ln>
        </p:spPr>
        <p:txBody>
          <a:bodyPr wrap="none" lIns="0" tIns="0" rIns="0" bIns="0" anchor="ctr">
            <a:noAutofit/>
          </a:bodyPr>
          <a:lstStyle/>
          <a:p>
            <a:pPr algn="l">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중앙 진행 상태와 회수 대기 ↔ 단계별 상태와 Join 조건, 대기 및 수용량 관리 비용</a:t>
            </a:r>
          </a:p>
        </p:txBody>
      </p:sp>
    </p:spTree>
    <p:extLst>
      <p:ext uri="{BB962C8B-B14F-4D97-AF65-F5344CB8AC3E}">
        <p14:creationId val="464077372"/>
      </p:ext>
    </p:extLst>
  </p:cSld>
</p:sld>
</file>

<file path=ppt/slides/slide4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5-background-v2">
    <p:bg>
      <p:bgPr>
        <a:solidFill>
          <a:srgbClr val="FFFFFF"/>
        </a:solidFill>
      </p:bgPr>
    </p:bg>
    <p:spTree>
      <p:nvGrpSpPr>
        <p:cNvPr id="1" name=""/>
        <p:cNvGrpSpPr/>
        <p:nvPr/>
      </p:nvGrpSpPr>
      <p:grpSpPr>
        <a:xfrm/>
      </p:grpSpPr>
      <p:sp>
        <p:nvSpPr>
          <p:cNvPr id="2" name="dp45-background / title / 1">
            <a:extLst>
              <a:ext uri="{FF2B5EF4-FFF2-40B4-BE49-F238E27FC236}">
                <ns2:creationId id="{2BC78B4B-6818-406C-B813-2C328D735E49}"/>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이전 설명과 여러 Agent의 결과를,</a:t>
            </a:r>
          </a:p>
        </p:txBody>
      </p:sp>
      <p:sp>
        <p:nvSpPr>
          <p:cNvPr id="3" name="dp45-background / title / 2">
            <a:extLst>
              <a:ext uri="{FF2B5EF4-FFF2-40B4-BE49-F238E27FC236}">
                <ns2:creationId id="{608853CF-1913-449E-91EF-126B496AD672}"/>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Request에 함께 활용하는 VIA</a:t>
            </a:r>
          </a:p>
        </p:txBody>
      </p:sp>
      <p:sp>
        <p:nvSpPr>
          <p:cNvPr id="4" name="dp45-background / request / 1">
            <a:extLst>
              <a:ext uri="{FF2B5EF4-FFF2-40B4-BE49-F238E27FC236}">
                <ns2:creationId id="{A5CF8480-6DE0-4E72-ADF2-DA3DFCD75FFF}"/>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“지난번 네가 설명한 평가 기준으로,</a:t>
            </a:r>
          </a:p>
        </p:txBody>
      </p:sp>
      <p:sp>
        <p:nvSpPr>
          <p:cNvPr id="5" name="dp45-background / request / 2">
            <a:extLst>
              <a:ext uri="{FF2B5EF4-FFF2-40B4-BE49-F238E27FC236}">
                <ns2:creationId id="{E8E5101F-F87B-401C-A461-33BDDCD5CDB2}"/>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제품 비교와 견적 결과를 함께 써서 제안서를 만들어줘.”</a:t>
            </a:r>
          </a:p>
        </p:txBody>
      </p:sp>
      <p:pic>
        <p:nvPicPr>
          <p:cNvPr id="6"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7"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8"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9" name="dp45-background / participant 0 / 1">
            <a:extLst>
              <a:ext uri="{FF2B5EF4-FFF2-40B4-BE49-F238E27FC236}">
                <ns2:creationId id="{9D45AFCE-0880-4198-A1DA-5D156DBDF7E1}"/>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서로 다른 과거 기록</a:t>
            </a:r>
          </a:p>
        </p:txBody>
      </p:sp>
      <p:sp>
        <p:nvSpPr>
          <p:cNvPr id="10" name="dp45-background / participant 1 / 1">
            <a:extLst>
              <a:ext uri="{FF2B5EF4-FFF2-40B4-BE49-F238E27FC236}">
                <ns2:creationId id="{A9CD5550-417B-46E8-B6FA-BA359127B2D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맥락 연결</a:t>
            </a:r>
          </a:p>
        </p:txBody>
      </p:sp>
      <p:sp>
        <p:nvSpPr>
          <p:cNvPr id="11" name="dp45-background / participant 2 / 1">
            <a:extLst>
              <a:ext uri="{FF2B5EF4-FFF2-40B4-BE49-F238E27FC236}">
                <ns2:creationId id="{E745BF85-A65E-40A7-8F04-722C61B37F50}"/>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새 Task를 수행하는 Agent</a:t>
            </a:r>
          </a:p>
        </p:txBody>
      </p:sp>
      <p:sp>
        <p:nvSpPr>
          <p:cNvPr id="12" name="dp45-background / evidence-to-via">
            <a:extLst>
              <a:ext uri="{FF2B5EF4-FFF2-40B4-BE49-F238E27FC236}">
                <ns2:creationId id="{8CC2C518-0338-4D2F-95A9-EFB8B92058C2}"/>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3" name="dp45-background / evidence-to-via / arrow">
            <a:extLst>
              <a:ext uri="{FF2B5EF4-FFF2-40B4-BE49-F238E27FC236}">
                <ns2:creationId id="{3D046910-4FC4-437B-A3EF-AD8F9A090EBD}"/>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4" name="dp45-background / via-to-agent">
            <a:extLst>
              <a:ext uri="{FF2B5EF4-FFF2-40B4-BE49-F238E27FC236}">
                <ns2:creationId id="{BA721D73-F2F8-42F1-B700-3EE1C0784CE0}"/>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5" name="dp45-background / via-to-agent / arrow">
            <a:extLst>
              <a:ext uri="{FF2B5EF4-FFF2-40B4-BE49-F238E27FC236}">
                <ns2:creationId id="{28E3ABD6-6998-45F8-BF00-81BA209D9C32}"/>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6" name="dp45-background / past-records / 1">
            <a:extLst>
              <a:ext uri="{FF2B5EF4-FFF2-40B4-BE49-F238E27FC236}">
                <ns2:creationId id="{CD3BE1AC-3EEC-4F0C-B767-F971440DA4A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VIA가 설명한 평가 기준</a:t>
            </a:r>
          </a:p>
        </p:txBody>
      </p:sp>
      <p:sp>
        <p:nvSpPr>
          <p:cNvPr id="17" name="dp45-background / past-records / 2">
            <a:extLst>
              <a:ext uri="{FF2B5EF4-FFF2-40B4-BE49-F238E27FC236}">
                <ns2:creationId id="{9F30F7CB-82C1-4593-81C5-2A8B7ACADDF9}"/>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제품 조사 Agent의 비교 결과</a:t>
            </a:r>
          </a:p>
        </p:txBody>
      </p:sp>
      <p:sp>
        <p:nvSpPr>
          <p:cNvPr id="18" name="dp45-background / past-records / 3">
            <a:extLst>
              <a:ext uri="{FF2B5EF4-FFF2-40B4-BE49-F238E27FC236}">
                <ns2:creationId id="{51DA65E0-C635-402B-8747-93E7C18E7E8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견적 Agent의 견적 결과</a:t>
            </a:r>
          </a:p>
        </p:txBody>
      </p:sp>
      <p:sp>
        <p:nvSpPr>
          <p:cNvPr id="19" name="dp45-background / context / 1">
            <a:extLst>
              <a:ext uri="{FF2B5EF4-FFF2-40B4-BE49-F238E27FC236}">
                <ns2:creationId id="{67E12E21-89B3-4C22-B73D-99AFAAB913C9}"/>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관련 기록, 실제 전달 범위 확인</a:t>
            </a:r>
          </a:p>
        </p:txBody>
      </p:sp>
      <p:sp>
        <p:nvSpPr>
          <p:cNvPr id="20" name="dp45-background / context / 2">
            <a:extLst>
              <a:ext uri="{FF2B5EF4-FFF2-40B4-BE49-F238E27FC236}">
                <ns2:creationId id="{7E757AC0-E8D0-4B7B-AC53-8D9FA7C60634}"/>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필요한 발췌, 결과 참조 연결</a:t>
            </a:r>
          </a:p>
        </p:txBody>
      </p:sp>
      <p:sp>
        <p:nvSpPr>
          <p:cNvPr id="21" name="dp45-background / context / 3">
            <a:extLst>
              <a:ext uri="{FF2B5EF4-FFF2-40B4-BE49-F238E27FC236}">
                <ns2:creationId id="{289FE650-E1A9-4904-A46F-88FF60EE11C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이번 Request에 필요한 맥락 제공</a:t>
            </a:r>
          </a:p>
        </p:txBody>
      </p:sp>
      <p:sp>
        <p:nvSpPr>
          <p:cNvPr id="22" name="dp45-background / domain-work / 1">
            <a:extLst>
              <a:ext uri="{FF2B5EF4-FFF2-40B4-BE49-F238E27FC236}">
                <ns2:creationId id="{3ECE4081-3A17-40EF-A93F-793374F0C1D0}"/>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a:solidFill>
                  <a:srgbClr val="202B30"/>
                </a:solidFill>
                <a:latin typeface="Apple SD Gothic Neo"/>
                <a:ea typeface="Apple SD Gothic Neo"/>
                <a:cs typeface="Apple SD Gothic Neo"/>
              </a:defRPr>
            </a:pPr>
            <a:r>
              <a:rPr sz="2100" b="0">
                <a:solidFill>
                  <a:srgbClr val="202B30"/>
                </a:solidFill>
                <a:latin typeface="Apple SD Gothic Neo"/>
                <a:ea typeface="Apple SD Gothic Neo"/>
                <a:cs typeface="Apple SD Gothic Neo"/>
              </a:rPr>
              <a:t>평가 기준을 적용해 자료 분석</a:t>
            </a:r>
          </a:p>
        </p:txBody>
      </p:sp>
      <p:sp>
        <p:nvSpPr>
          <p:cNvPr id="23" name="dp45-background / domain-work / 2">
            <a:extLst>
              <a:ext uri="{FF2B5EF4-FFF2-40B4-BE49-F238E27FC236}">
                <ns2:creationId id="{1D746C4C-8437-472B-9966-0E357A7A46CC}"/>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a:solidFill>
                  <a:srgbClr val="202B30"/>
                </a:solidFill>
                <a:latin typeface="Apple SD Gothic Neo"/>
                <a:ea typeface="Apple SD Gothic Neo"/>
                <a:cs typeface="Apple SD Gothic Neo"/>
              </a:defRPr>
            </a:pPr>
            <a:r>
              <a:rPr sz="2100" b="0">
                <a:solidFill>
                  <a:srgbClr val="202B30"/>
                </a:solidFill>
                <a:latin typeface="Apple SD Gothic Neo"/>
                <a:ea typeface="Apple SD Gothic Neo"/>
                <a:cs typeface="Apple SD Gothic Neo"/>
              </a:rPr>
              <a:t>새 제안서 작성</a:t>
            </a:r>
          </a:p>
        </p:txBody>
      </p:sp>
      <p:sp>
        <p:nvSpPr>
          <p:cNvPr id="24" name="dp45-background / user-benefit / 1">
            <a:extLst>
              <a:ext uri="{FF2B5EF4-FFF2-40B4-BE49-F238E27FC236}">
                <ns2:creationId id="{DF95B438-4532-4305-A56F-56CF60810CCD}"/>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이전 설명과 여러 Task의 결과를 다시 모아 전달할 필요가 없습니다</a:t>
            </a:r>
          </a:p>
        </p:txBody>
      </p:sp>
      <p:sp>
        <p:nvSpPr>
          <p:cNvPr id="25" name="dp45-background / challenge-divider">
            <a:extLst>
              <a:ext uri="{FF2B5EF4-FFF2-40B4-BE49-F238E27FC236}">
                <ns2:creationId id="{7569077A-DED2-4E7A-B91E-5DEECE68641B}"/>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6" name="v2-114-header-white">
            <a:extLst>
              <a:ext uri="{FF2B5EF4-FFF2-40B4-BE49-F238E27FC236}">
                <ns2:creationId id="{90EC32BB-C2C0-4D38-A043-AA030EB1ED9B}"/>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27" name="v2-115-page">
            <a:extLst>
              <a:ext uri="{FF2B5EF4-FFF2-40B4-BE49-F238E27FC236}">
                <ns2:creationId id="{D8EE70C3-F160-4B55-8666-B4E09F373BB4}"/>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DP45 배경 / v2 19</a:t>
            </a:r>
          </a:p>
        </p:txBody>
      </p:sp>
      <p:sp>
        <p:nvSpPr>
          <p:cNvPr id="28" name="v2-116-choice-white">
            <a:extLst>
              <a:ext uri="{FF2B5EF4-FFF2-40B4-BE49-F238E27FC236}">
                <ns2:creationId id="{AEAD3BC0-D248-474F-8999-D46276F6F413}"/>
              </a:ext>
            </a:extLst>
          </p:cNvPr>
          <p:cNvSpPr>
            <a:spLocks noGrp="1"/>
          </p:cNvSpPr>
          <p:nvPr/>
        </p:nvSpPr>
        <p:spPr>
          <a:xfrm>
            <a:off x="514350" y="8953500"/>
            <a:ext cx="17278350" cy="1323975"/>
          </a:xfrm>
          <a:prstGeom prst="rect">
            <a:avLst/>
          </a:prstGeom>
          <a:solidFill>
            <a:srgbClr val="FFFFFF"/>
          </a:solidFill>
          <a:ln w="0">
            <a:solidFill>
              <a:srgbClr val="FFFFFF"/>
            </a:solidFill>
          </a:ln>
        </p:spPr>
      </p:sp>
      <p:sp>
        <p:nvSpPr>
          <p:cNvPr id="29" name="v2-117-choice-question">
            <a:extLst>
              <a:ext uri="{FF2B5EF4-FFF2-40B4-BE49-F238E27FC236}">
                <ns2:creationId id="{7EF0C2FA-804B-4E3D-805B-F95AFF5B0324}"/>
              </a:ext>
            </a:extLst>
          </p:cNvPr>
          <p:cNvSpPr>
            <a:spLocks noGrp="1"/>
          </p:cNvSpPr>
          <p:nvPr/>
        </p:nvSpPr>
        <p:spPr>
          <a:xfrm>
            <a:off x="704850" y="9029700"/>
            <a:ext cx="17049750" cy="552450"/>
          </a:xfrm>
          <a:prstGeom prst="rect">
            <a:avLst/>
          </a:prstGeom>
          <a:noFill/>
          <a:ln w="0">
            <a:noFill/>
          </a:ln>
        </p:spPr>
        <p:txBody>
          <a:bodyPr wrap="none" lIns="0" tIns="0" rIns="0" bIns="0" anchor="ctr">
            <a:noAutofit/>
          </a:bodyPr>
          <a:lstStyle/>
          <a:p>
            <a:pPr algn="l">
              <a:defRPr sz="2325" b="1">
                <a:solidFill>
                  <a:srgbClr val="00889A"/>
                </a:solidFill>
                <a:latin typeface="Apple SD Gothic Neo"/>
                <a:ea typeface="Apple SD Gothic Neo"/>
                <a:cs typeface="Apple SD Gothic Neo"/>
              </a:defRPr>
            </a:pPr>
            <a:r>
              <a:rPr sz="2325" b="1">
                <a:solidFill>
                  <a:srgbClr val="00889A"/>
                </a:solidFill>
                <a:latin typeface="Apple SD Gothic Neo"/>
                <a:ea typeface="Apple SD Gothic Neo"/>
                <a:cs typeface="Apple SD Gothic Neo"/>
              </a:rPr>
              <a:t>설계 질문  필요할 때 과거 원본을 조합할까, 여러 요청이 읽을 관계를 공통 생산할까?</a:t>
            </a:r>
          </a:p>
        </p:txBody>
      </p:sp>
      <p:sp>
        <p:nvSpPr>
          <p:cNvPr id="30" name="v2-118-note">
            <a:extLst>
              <a:ext uri="{FF2B5EF4-FFF2-40B4-BE49-F238E27FC236}">
                <ns2:creationId id="{100EE5A8-D338-4858-BF2E-F78DA3C38010}"/>
              </a:ext>
            </a:extLst>
          </p:cNvPr>
          <p:cNvSpPr>
            <a:spLocks noGrp="1"/>
          </p:cNvSpPr>
          <p:nvPr/>
        </p:nvSpPr>
        <p:spPr>
          <a:xfrm>
            <a:off x="704850" y="9601200"/>
            <a:ext cx="16859250" cy="495300"/>
          </a:xfrm>
          <a:prstGeom prst="rect">
            <a:avLst/>
          </a:prstGeom>
          <a:noFill/>
          <a:ln w="0">
            <a:noFill/>
          </a:ln>
        </p:spPr>
        <p:txBody>
          <a:bodyPr wrap="none" lIns="0" tIns="0" rIns="0" bIns="0" anchor="ctr">
            <a:noAutofit/>
          </a:bodyPr>
          <a:lstStyle/>
          <a:p>
            <a:pPr algn="l">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유효 cache와 요청별 miss 비용 ↔ 공통 조회와 초기/미사용 생산, 철회 및 coverage 비용</a:t>
            </a:r>
          </a:p>
        </p:txBody>
      </p:sp>
    </p:spTree>
    <p:extLst>
      <p:ext uri="{BB962C8B-B14F-4D97-AF65-F5344CB8AC3E}">
        <p14:creationId val="331947025"/>
      </p:ext>
    </p:extLst>
  </p:cSld>
</p:sld>
</file>

<file path=ppt/slides/slide4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2-background-v2">
    <p:bg>
      <p:bgPr>
        <a:solidFill>
          <a:srgbClr val="FFFFFF"/>
        </a:solidFill>
      </p:bgPr>
    </p:bg>
    <p:spTree>
      <p:nvGrpSpPr>
        <p:cNvPr id="1" name=""/>
        <p:cNvGrpSpPr/>
        <p:nvPr/>
      </p:nvGrpSpPr>
      <p:grpSpPr>
        <a:xfrm/>
      </p:grpSpPr>
      <p:sp>
        <p:nvSpPr>
          <p:cNvPr id="2" name="dp42-background / title / 1">
            <a:extLst>
              <a:ext uri="{FF2B5EF4-FFF2-40B4-BE49-F238E27FC236}">
                <ns2:creationId id="{37FDAAFD-5B0F-4220-94DC-2117D8CD4784}"/>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대화와 Task는</a:t>
            </a:r>
          </a:p>
        </p:txBody>
      </p:sp>
      <p:sp>
        <p:nvSpPr>
          <p:cNvPr id="3" name="dp42-background / title / 2">
            <a:extLst>
              <a:ext uri="{FF2B5EF4-FFF2-40B4-BE49-F238E27FC236}">
                <ns2:creationId id="{B729F88A-755D-40E6-BCA0-D6B6892F2370}"/>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서로 다른 시점에 시작하고 끝납니다</a:t>
            </a:r>
          </a:p>
        </p:txBody>
      </p:sp>
      <p:sp>
        <p:nvSpPr>
          <p:cNvPr id="4" name="dp42-background / request / 1">
            <a:extLst>
              <a:ext uri="{FF2B5EF4-FFF2-40B4-BE49-F238E27FC236}">
                <ns2:creationId id="{CDF1DC0F-302E-4441-A059-4FC4D42AC1D2}"/>
              </a:ext>
            </a:extLst>
          </p:cNvPr>
          <p:cNvSpPr>
            <a:spLocks noGrp="1"/>
          </p:cNvSpPr>
          <p:nvPr/>
        </p:nvSpPr>
        <p:spPr>
          <a:xfrm>
            <a:off x="904875" y="1962150"/>
            <a:ext cx="16573500" cy="437198"/>
          </a:xfrm>
          <a:prstGeom prst="rect">
            <a:avLst/>
          </a:prstGeom>
          <a:noFill/>
          <a:ln w="0">
            <a:noFill/>
          </a:ln>
        </p:spPr>
        <p:txBody>
          <a:bodyPr wrap="none" lIns="0" tIns="0" rIns="0" bIns="0" anchor="t">
            <a:noAutofit/>
          </a:bodyPr>
          <a:lstStyle/>
          <a:p>
            <a:pPr algn="l">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보고서를 맡기고 → 음성 연결을 잠시 끊고 → 다시 돌아와 결론을 수정</a:t>
            </a:r>
          </a:p>
        </p:txBody>
      </p:sp>
      <p:pic>
        <p:nvPicPr>
          <p:cNvPr id="5" name=""/>
          <p:cNvPicPr>
            <a:picLocks noChangeAspect="1"/>
          </p:cNvPicPr>
          <p:nvPr/>
        </p:nvPicPr>
        <p:blipFill>
          <a:blip r:embed="RviaBackgroundImage1"/>
          <a:srcRect l="0" t="9000" r="67000" b="12000"/>
          <a:stretch>
            <a:fillRect l="0" t="0" r="0" b="0"/>
          </a:stretch>
        </p:blipFill>
        <p:spPr>
          <a:xfrm>
            <a:off x="1595438" y="2590800"/>
            <a:ext cx="3095625" cy="2381250"/>
          </a:xfrm>
          <a:prstGeom prst="rect">
            <a:avLst/>
          </a:prstGeom>
        </p:spPr>
      </p:pic>
      <p:pic>
        <p:nvPicPr>
          <p:cNvPr id="6" name=""/>
          <p:cNvPicPr>
            <a:picLocks noChangeAspect="1"/>
          </p:cNvPicPr>
          <p:nvPr/>
        </p:nvPicPr>
        <p:blipFill>
          <a:blip r:embed="RviaBackgroundImage2"/>
          <a:srcRect l="34500" t="13000" r="34500" b="16000"/>
          <a:stretch>
            <a:fillRect l="0" t="0" r="0" b="0"/>
          </a:stretch>
        </p:blipFill>
        <p:spPr>
          <a:xfrm>
            <a:off x="7572375" y="2590800"/>
            <a:ext cx="3238500" cy="2381250"/>
          </a:xfrm>
          <a:prstGeom prst="rect">
            <a:avLst/>
          </a:prstGeom>
        </p:spPr>
      </p:pic>
      <p:pic>
        <p:nvPicPr>
          <p:cNvPr id="7" name=""/>
          <p:cNvPicPr>
            <a:picLocks noChangeAspect="1"/>
          </p:cNvPicPr>
          <p:nvPr/>
        </p:nvPicPr>
        <p:blipFill>
          <a:blip r:embed="RviaBackgroundImage3"/>
          <a:srcRect l="67000" t="9000" r="0" b="12000"/>
          <a:stretch>
            <a:fillRect l="0" t="0" r="0" b="0"/>
          </a:stretch>
        </p:blipFill>
        <p:spPr>
          <a:xfrm>
            <a:off x="13596938" y="2590800"/>
            <a:ext cx="3095625" cy="2381250"/>
          </a:xfrm>
          <a:prstGeom prst="rect">
            <a:avLst/>
          </a:prstGeom>
        </p:spPr>
      </p:pic>
      <p:sp>
        <p:nvSpPr>
          <p:cNvPr id="8" name="dp42-background / participant 0 / 1">
            <a:extLst>
              <a:ext uri="{FF2B5EF4-FFF2-40B4-BE49-F238E27FC236}">
                <ns2:creationId id="{E23FA07F-A0F8-41B8-BC39-3CBDBCFEB8D3}"/>
              </a:ext>
            </a:extLst>
          </p:cNvPr>
          <p:cNvSpPr>
            <a:spLocks noGrp="1"/>
          </p:cNvSpPr>
          <p:nvPr/>
        </p:nvSpPr>
        <p:spPr>
          <a:xfrm>
            <a:off x="523875" y="51625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보고서 작성 Request</a:t>
            </a:r>
          </a:p>
        </p:txBody>
      </p:sp>
      <p:sp>
        <p:nvSpPr>
          <p:cNvPr id="9" name="dp42-background / participant 1 / 1">
            <a:extLst>
              <a:ext uri="{FF2B5EF4-FFF2-40B4-BE49-F238E27FC236}">
                <ns2:creationId id="{3C137E82-836D-48C8-8885-9E4C5C736BA1}"/>
              </a:ext>
            </a:extLst>
          </p:cNvPr>
          <p:cNvSpPr>
            <a:spLocks noGrp="1"/>
          </p:cNvSpPr>
          <p:nvPr/>
        </p:nvSpPr>
        <p:spPr>
          <a:xfrm>
            <a:off x="6572250" y="51625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음성 연결을 잠시 종료</a:t>
            </a:r>
          </a:p>
        </p:txBody>
      </p:sp>
      <p:sp>
        <p:nvSpPr>
          <p:cNvPr id="10" name="dp42-background / participant 2 / 1">
            <a:extLst>
              <a:ext uri="{FF2B5EF4-FFF2-40B4-BE49-F238E27FC236}">
                <ns2:creationId id="{B4D1ED03-78CF-4BB1-AE8A-8B8343BA433D}"/>
              </a:ext>
            </a:extLst>
          </p:cNvPr>
          <p:cNvSpPr>
            <a:spLocks noGrp="1"/>
          </p:cNvSpPr>
          <p:nvPr/>
        </p:nvSpPr>
        <p:spPr>
          <a:xfrm>
            <a:off x="12525375" y="51625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완료된 보고서 수정 Request</a:t>
            </a:r>
          </a:p>
        </p:txBody>
      </p:sp>
      <p:sp>
        <p:nvSpPr>
          <p:cNvPr id="11" name="dp42-background / first-request / 1">
            <a:extLst>
              <a:ext uri="{FF2B5EF4-FFF2-40B4-BE49-F238E27FC236}">
                <ns2:creationId id="{48CAFF01-D417-4537-A981-6759C27960BB}"/>
              </a:ext>
            </a:extLst>
          </p:cNvPr>
          <p:cNvSpPr>
            <a:spLocks noGrp="1"/>
          </p:cNvSpPr>
          <p:nvPr/>
        </p:nvSpPr>
        <p:spPr>
          <a:xfrm>
            <a:off x="523875"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“이 자료로 보고서를 만들어줘.”</a:t>
            </a:r>
          </a:p>
        </p:txBody>
      </p:sp>
      <p:sp>
        <p:nvSpPr>
          <p:cNvPr id="12" name="dp42-background / connection-ended / 1">
            <a:extLst>
              <a:ext uri="{FF2B5EF4-FFF2-40B4-BE49-F238E27FC236}">
                <ns2:creationId id="{B75E7FEB-E06C-4D09-BCF9-4CF00BA10F0E}"/>
              </a:ext>
            </a:extLst>
          </p:cNvPr>
          <p:cNvSpPr>
            <a:spLocks noGrp="1"/>
          </p:cNvSpPr>
          <p:nvPr/>
        </p:nvSpPr>
        <p:spPr>
          <a:xfrm>
            <a:off x="6572250"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보고서 Task는 계속 진행</a:t>
            </a:r>
          </a:p>
        </p:txBody>
      </p:sp>
      <p:sp>
        <p:nvSpPr>
          <p:cNvPr id="13" name="dp42-background / revision / 1">
            <a:extLst>
              <a:ext uri="{FF2B5EF4-FFF2-40B4-BE49-F238E27FC236}">
                <ns2:creationId id="{F54A4FA4-65ED-4B70-A9C7-5B28E2C29516}"/>
              </a:ext>
            </a:extLst>
          </p:cNvPr>
          <p:cNvSpPr>
            <a:spLocks noGrp="1"/>
          </p:cNvSpPr>
          <p:nvPr/>
        </p:nvSpPr>
        <p:spPr>
          <a:xfrm>
            <a:off x="12525375"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“결론 부분만 짧게 바꿔줘.”</a:t>
            </a:r>
          </a:p>
        </p:txBody>
      </p:sp>
      <p:sp>
        <p:nvSpPr>
          <p:cNvPr id="14" name="dp42-background / row 음성 연결 / 1">
            <a:extLst>
              <a:ext uri="{FF2B5EF4-FFF2-40B4-BE49-F238E27FC236}">
                <ns2:creationId id="{72CFC0F1-CCF1-4977-A1FA-BB554657F4A8}"/>
              </a:ext>
            </a:extLst>
          </p:cNvPr>
          <p:cNvSpPr>
            <a:spLocks noGrp="1"/>
          </p:cNvSpPr>
          <p:nvPr/>
        </p:nvSpPr>
        <p:spPr>
          <a:xfrm>
            <a:off x="809625" y="6562725"/>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음성 연결</a:t>
            </a:r>
          </a:p>
        </p:txBody>
      </p:sp>
      <p:sp>
        <p:nvSpPr>
          <p:cNvPr id="15" name="dp42-background / baseline 음성 연결">
            <a:extLst>
              <a:ext uri="{FF2B5EF4-FFF2-40B4-BE49-F238E27FC236}">
                <ns2:creationId id="{1F283908-EA79-41BE-A3B7-1DB45E9DD809}"/>
              </a:ext>
            </a:extLst>
          </p:cNvPr>
          <p:cNvSpPr>
            <a:spLocks noGrp="1"/>
          </p:cNvSpPr>
          <p:nvPr/>
        </p:nvSpPr>
        <p:spPr>
          <a:xfrm>
            <a:off x="4429125" y="6724650"/>
            <a:ext cx="12620625" cy="953"/>
          </a:xfrm>
          <a:custGeom>
            <a:pathLst>
              <a:path w="12620625" h="953">
                <a:moveTo>
                  <a:pt x="0" y="0"/>
                </a:moveTo>
                <a:lnTo>
                  <a:pt x="12620625" y="0"/>
                </a:lnTo>
              </a:path>
            </a:pathLst>
          </a:custGeom>
          <a:noFill/>
          <a:ln w="10478">
            <a:solidFill>
              <a:srgbClr val="CDD7DA"/>
            </a:solidFill>
            <a:prstDash val="dash"/>
          </a:ln>
        </p:spPr>
      </p:sp>
      <p:sp>
        <p:nvSpPr>
          <p:cNvPr id="16" name="dp42-background / row 개별 요청 처리 / 1">
            <a:extLst>
              <a:ext uri="{FF2B5EF4-FFF2-40B4-BE49-F238E27FC236}">
                <ns2:creationId id="{629B7755-69AF-4522-9F41-7ED3F572645E}"/>
              </a:ext>
            </a:extLst>
          </p:cNvPr>
          <p:cNvSpPr>
            <a:spLocks noGrp="1"/>
          </p:cNvSpPr>
          <p:nvPr/>
        </p:nvSpPr>
        <p:spPr>
          <a:xfrm>
            <a:off x="809625" y="7105650"/>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개별 Request 처리</a:t>
            </a:r>
          </a:p>
        </p:txBody>
      </p:sp>
      <p:sp>
        <p:nvSpPr>
          <p:cNvPr id="17" name="dp42-background / baseline 개별 요청 처리">
            <a:extLst>
              <a:ext uri="{FF2B5EF4-FFF2-40B4-BE49-F238E27FC236}">
                <ns2:creationId id="{DBFACE34-3706-4EDF-A3F1-1DA38040E0FB}"/>
              </a:ext>
            </a:extLst>
          </p:cNvPr>
          <p:cNvSpPr>
            <a:spLocks noGrp="1"/>
          </p:cNvSpPr>
          <p:nvPr/>
        </p:nvSpPr>
        <p:spPr>
          <a:xfrm>
            <a:off x="4429125" y="7267575"/>
            <a:ext cx="12620625" cy="953"/>
          </a:xfrm>
          <a:custGeom>
            <a:pathLst>
              <a:path w="12620625" h="953">
                <a:moveTo>
                  <a:pt x="0" y="0"/>
                </a:moveTo>
                <a:lnTo>
                  <a:pt x="12620625" y="0"/>
                </a:lnTo>
              </a:path>
            </a:pathLst>
          </a:custGeom>
          <a:noFill/>
          <a:ln w="10478">
            <a:solidFill>
              <a:srgbClr val="CDD7DA"/>
            </a:solidFill>
            <a:prstDash val="dash"/>
          </a:ln>
        </p:spPr>
      </p:sp>
      <p:sp>
        <p:nvSpPr>
          <p:cNvPr id="18" name="dp42-background / row 보고서 업무 이력 / 1">
            <a:extLst>
              <a:ext uri="{FF2B5EF4-FFF2-40B4-BE49-F238E27FC236}">
                <ns2:creationId id="{F04B502D-7A5A-4997-A93D-8DACCA2CD748}"/>
              </a:ext>
            </a:extLst>
          </p:cNvPr>
          <p:cNvSpPr>
            <a:spLocks noGrp="1"/>
          </p:cNvSpPr>
          <p:nvPr/>
        </p:nvSpPr>
        <p:spPr>
          <a:xfrm>
            <a:off x="809625" y="7648575"/>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보고서 Task 이력</a:t>
            </a:r>
          </a:p>
        </p:txBody>
      </p:sp>
      <p:sp>
        <p:nvSpPr>
          <p:cNvPr id="19" name="dp42-background / baseline 보고서 업무 이력">
            <a:extLst>
              <a:ext uri="{FF2B5EF4-FFF2-40B4-BE49-F238E27FC236}">
                <ns2:creationId id="{48EB61FD-3000-479A-87C0-BB7466DAFB99}"/>
              </a:ext>
            </a:extLst>
          </p:cNvPr>
          <p:cNvSpPr>
            <a:spLocks noGrp="1"/>
          </p:cNvSpPr>
          <p:nvPr/>
        </p:nvSpPr>
        <p:spPr>
          <a:xfrm>
            <a:off x="4429125" y="7810500"/>
            <a:ext cx="12620625" cy="953"/>
          </a:xfrm>
          <a:custGeom>
            <a:pathLst>
              <a:path w="12620625" h="953">
                <a:moveTo>
                  <a:pt x="0" y="0"/>
                </a:moveTo>
                <a:lnTo>
                  <a:pt x="12620625" y="0"/>
                </a:lnTo>
              </a:path>
            </a:pathLst>
          </a:custGeom>
          <a:noFill/>
          <a:ln w="10478">
            <a:solidFill>
              <a:srgbClr val="CDD7DA"/>
            </a:solidFill>
            <a:prstDash val="dash"/>
          </a:ln>
        </p:spPr>
      </p:sp>
      <p:sp>
        <p:nvSpPr>
          <p:cNvPr id="20" name="dp42-background / row Agent의 실제 실행 / 1">
            <a:extLst>
              <a:ext uri="{FF2B5EF4-FFF2-40B4-BE49-F238E27FC236}">
                <ns2:creationId id="{4BB2548F-E530-4B88-823C-14AF4CC9F93A}"/>
              </a:ext>
            </a:extLst>
          </p:cNvPr>
          <p:cNvSpPr>
            <a:spLocks noGrp="1"/>
          </p:cNvSpPr>
          <p:nvPr/>
        </p:nvSpPr>
        <p:spPr>
          <a:xfrm>
            <a:off x="809625" y="8191500"/>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Agent의 실제 실행</a:t>
            </a:r>
          </a:p>
        </p:txBody>
      </p:sp>
      <p:sp>
        <p:nvSpPr>
          <p:cNvPr id="21" name="dp42-background / baseline Agent의 실제 실행">
            <a:extLst>
              <a:ext uri="{FF2B5EF4-FFF2-40B4-BE49-F238E27FC236}">
                <ns2:creationId id="{8BCA3FC4-337A-4EB7-8772-5201166DB6EC}"/>
              </a:ext>
            </a:extLst>
          </p:cNvPr>
          <p:cNvSpPr>
            <a:spLocks noGrp="1"/>
          </p:cNvSpPr>
          <p:nvPr/>
        </p:nvSpPr>
        <p:spPr>
          <a:xfrm>
            <a:off x="4429125" y="8353425"/>
            <a:ext cx="12620625" cy="953"/>
          </a:xfrm>
          <a:custGeom>
            <a:pathLst>
              <a:path w="12620625" h="953">
                <a:moveTo>
                  <a:pt x="0" y="0"/>
                </a:moveTo>
                <a:lnTo>
                  <a:pt x="12620625" y="0"/>
                </a:lnTo>
              </a:path>
            </a:pathLst>
          </a:custGeom>
          <a:noFill/>
          <a:ln w="10478">
            <a:solidFill>
              <a:srgbClr val="CDD7DA"/>
            </a:solidFill>
            <a:prstDash val="dash"/>
          </a:ln>
        </p:spPr>
      </p:sp>
      <p:sp>
        <p:nvSpPr>
          <p:cNvPr id="22" name="dp42-background / voice-first">
            <a:extLst>
              <a:ext uri="{FF2B5EF4-FFF2-40B4-BE49-F238E27FC236}">
                <ns2:creationId id="{185B9781-6D9F-4EA7-B0F1-F8127EF0966A}"/>
              </a:ext>
            </a:extLst>
          </p:cNvPr>
          <p:cNvSpPr>
            <a:spLocks noGrp="1"/>
          </p:cNvSpPr>
          <p:nvPr/>
        </p:nvSpPr>
        <p:spPr>
          <a:xfrm>
            <a:off x="4429125" y="6724650"/>
            <a:ext cx="2381250" cy="953"/>
          </a:xfrm>
          <a:custGeom>
            <a:pathLst>
              <a:path w="2381250" h="953">
                <a:moveTo>
                  <a:pt x="0" y="0"/>
                </a:moveTo>
                <a:lnTo>
                  <a:pt x="2381250" y="0"/>
                </a:lnTo>
              </a:path>
            </a:pathLst>
          </a:custGeom>
          <a:noFill/>
          <a:ln w="38100">
            <a:solidFill>
              <a:srgbClr val="397C80"/>
            </a:solidFill>
            <a:prstDash val="solid"/>
          </a:ln>
        </p:spPr>
      </p:sp>
      <p:sp>
        <p:nvSpPr>
          <p:cNvPr id="23" name="dp42-background / voice-return">
            <a:extLst>
              <a:ext uri="{FF2B5EF4-FFF2-40B4-BE49-F238E27FC236}">
                <ns2:creationId id="{AA752ACB-7B8E-4BB6-B88B-1E3A24685620}"/>
              </a:ext>
            </a:extLst>
          </p:cNvPr>
          <p:cNvSpPr>
            <a:spLocks noGrp="1"/>
          </p:cNvSpPr>
          <p:nvPr/>
        </p:nvSpPr>
        <p:spPr>
          <a:xfrm>
            <a:off x="13001625" y="6724650"/>
            <a:ext cx="4048125" cy="953"/>
          </a:xfrm>
          <a:custGeom>
            <a:pathLst>
              <a:path w="4048125" h="953">
                <a:moveTo>
                  <a:pt x="0" y="0"/>
                </a:moveTo>
                <a:lnTo>
                  <a:pt x="4048125" y="0"/>
                </a:lnTo>
              </a:path>
            </a:pathLst>
          </a:custGeom>
          <a:noFill/>
          <a:ln w="38100">
            <a:solidFill>
              <a:srgbClr val="397C80"/>
            </a:solidFill>
            <a:prstDash val="solid"/>
          </a:ln>
        </p:spPr>
      </p:sp>
      <p:sp>
        <p:nvSpPr>
          <p:cNvPr id="24" name="dp42-background / voice-off / 1">
            <a:extLst>
              <a:ext uri="{FF2B5EF4-FFF2-40B4-BE49-F238E27FC236}">
                <ns2:creationId id="{8FF0E6F2-B30A-4686-9EFC-026062A722AC}"/>
              </a:ext>
            </a:extLst>
          </p:cNvPr>
          <p:cNvSpPr>
            <a:spLocks noGrp="1"/>
          </p:cNvSpPr>
          <p:nvPr/>
        </p:nvSpPr>
        <p:spPr>
          <a:xfrm>
            <a:off x="8191500" y="6467475"/>
            <a:ext cx="3095625" cy="308610"/>
          </a:xfrm>
          <a:prstGeom prst="rect">
            <a:avLst/>
          </a:prstGeom>
          <a:noFill/>
          <a:ln w="0">
            <a:noFill/>
          </a:ln>
        </p:spPr>
        <p:txBody>
          <a:bodyPr wrap="none" lIns="0" tIns="0" rIns="0" bIns="0" anchor="t">
            <a:noAutofit/>
          </a:bodyPr>
          <a:lstStyle/>
          <a:p>
            <a:pPr algn="ctr">
              <a:defRPr sz="1800" b="0">
                <a:solidFill>
                  <a:srgbClr val="66777D"/>
                </a:solidFill>
                <a:latin typeface="Apple SD Gothic Neo"/>
                <a:ea typeface="Apple SD Gothic Neo"/>
                <a:cs typeface="Apple SD Gothic Neo"/>
              </a:defRPr>
            </a:pPr>
            <a:r>
              <a:rPr sz="1800" b="0">
                <a:solidFill>
                  <a:srgbClr val="66777D"/>
                </a:solidFill>
                <a:latin typeface="Apple SD Gothic Neo"/>
                <a:ea typeface="Apple SD Gothic Neo"/>
                <a:cs typeface="Apple SD Gothic Neo"/>
              </a:rPr>
              <a:t>연결 없음</a:t>
            </a:r>
          </a:p>
        </p:txBody>
      </p:sp>
      <p:sp>
        <p:nvSpPr>
          <p:cNvPr id="25" name="dp42-background / request-one">
            <a:extLst>
              <a:ext uri="{FF2B5EF4-FFF2-40B4-BE49-F238E27FC236}">
                <ns2:creationId id="{29DECE25-56B8-4564-A4C0-277601D3FE37}"/>
              </a:ext>
            </a:extLst>
          </p:cNvPr>
          <p:cNvSpPr>
            <a:spLocks noGrp="1"/>
          </p:cNvSpPr>
          <p:nvPr/>
        </p:nvSpPr>
        <p:spPr>
          <a:xfrm>
            <a:off x="4429125" y="7267575"/>
            <a:ext cx="1762125" cy="953"/>
          </a:xfrm>
          <a:custGeom>
            <a:pathLst>
              <a:path w="1762125" h="953">
                <a:moveTo>
                  <a:pt x="0" y="0"/>
                </a:moveTo>
                <a:lnTo>
                  <a:pt x="1762125" y="0"/>
                </a:lnTo>
              </a:path>
            </a:pathLst>
          </a:custGeom>
          <a:noFill/>
          <a:ln w="38100">
            <a:solidFill>
              <a:srgbClr val="397C80"/>
            </a:solidFill>
            <a:prstDash val="solid"/>
          </a:ln>
        </p:spPr>
      </p:sp>
      <p:sp>
        <p:nvSpPr>
          <p:cNvPr id="26" name="dp42-background / request-two">
            <a:extLst>
              <a:ext uri="{FF2B5EF4-FFF2-40B4-BE49-F238E27FC236}">
                <ns2:creationId id="{28789A24-B964-4B25-8179-18C52FAC046B}"/>
              </a:ext>
            </a:extLst>
          </p:cNvPr>
          <p:cNvSpPr>
            <a:spLocks noGrp="1"/>
          </p:cNvSpPr>
          <p:nvPr/>
        </p:nvSpPr>
        <p:spPr>
          <a:xfrm>
            <a:off x="13001625" y="7267575"/>
            <a:ext cx="2714625" cy="953"/>
          </a:xfrm>
          <a:custGeom>
            <a:pathLst>
              <a:path w="2714625" h="953">
                <a:moveTo>
                  <a:pt x="0" y="0"/>
                </a:moveTo>
                <a:lnTo>
                  <a:pt x="2714625" y="0"/>
                </a:lnTo>
              </a:path>
            </a:pathLst>
          </a:custGeom>
          <a:noFill/>
          <a:ln w="38100">
            <a:solidFill>
              <a:srgbClr val="397C80"/>
            </a:solidFill>
            <a:prstDash val="solid"/>
          </a:ln>
        </p:spPr>
      </p:sp>
      <p:sp>
        <p:nvSpPr>
          <p:cNvPr id="27" name="dp42-background / request-one-label / 1">
            <a:extLst>
              <a:ext uri="{FF2B5EF4-FFF2-40B4-BE49-F238E27FC236}">
                <ns2:creationId id="{D56CC3AF-4140-4237-9685-2EB0128D30CE}"/>
              </a:ext>
            </a:extLst>
          </p:cNvPr>
          <p:cNvSpPr>
            <a:spLocks noGrp="1"/>
          </p:cNvSpPr>
          <p:nvPr/>
        </p:nvSpPr>
        <p:spPr>
          <a:xfrm>
            <a:off x="4381500" y="7000875"/>
            <a:ext cx="1905000" cy="295751"/>
          </a:xfrm>
          <a:prstGeom prst="rect">
            <a:avLst/>
          </a:prstGeom>
          <a:noFill/>
          <a:ln w="0">
            <a:noFill/>
          </a:ln>
        </p:spPr>
        <p:txBody>
          <a:bodyPr wrap="none" lIns="0" tIns="0" rIns="0" bIns="0" anchor="t">
            <a:noAutofit/>
          </a:bodyPr>
          <a:lstStyle/>
          <a:p>
            <a:pPr algn="ctr">
              <a:defRPr sz="1725" b="0">
                <a:solidFill>
                  <a:srgbClr val="397C80"/>
                </a:solidFill>
                <a:latin typeface="Apple SD Gothic Neo"/>
                <a:ea typeface="Apple SD Gothic Neo"/>
                <a:cs typeface="Apple SD Gothic Neo"/>
              </a:defRPr>
            </a:pPr>
            <a:r>
              <a:rPr sz="1725" b="0">
                <a:solidFill>
                  <a:srgbClr val="397C80"/>
                </a:solidFill>
                <a:latin typeface="Apple SD Gothic Neo"/>
                <a:ea typeface="Apple SD Gothic Neo"/>
                <a:cs typeface="Apple SD Gothic Neo"/>
              </a:rPr>
              <a:t>위임 Request 처리</a:t>
            </a:r>
          </a:p>
        </p:txBody>
      </p:sp>
      <p:sp>
        <p:nvSpPr>
          <p:cNvPr id="28" name="dp42-background / request-two-label / 1">
            <a:extLst>
              <a:ext uri="{FF2B5EF4-FFF2-40B4-BE49-F238E27FC236}">
                <ns2:creationId id="{407A0982-4447-4681-960D-BF8B0E065C25}"/>
              </a:ext>
            </a:extLst>
          </p:cNvPr>
          <p:cNvSpPr>
            <a:spLocks noGrp="1"/>
          </p:cNvSpPr>
          <p:nvPr/>
        </p:nvSpPr>
        <p:spPr>
          <a:xfrm>
            <a:off x="13001625" y="7000875"/>
            <a:ext cx="2714625" cy="295751"/>
          </a:xfrm>
          <a:prstGeom prst="rect">
            <a:avLst/>
          </a:prstGeom>
          <a:noFill/>
          <a:ln w="0">
            <a:noFill/>
          </a:ln>
        </p:spPr>
        <p:txBody>
          <a:bodyPr wrap="none" lIns="0" tIns="0" rIns="0" bIns="0" anchor="t">
            <a:noAutofit/>
          </a:bodyPr>
          <a:lstStyle/>
          <a:p>
            <a:pPr algn="ctr">
              <a:defRPr sz="1725" b="0">
                <a:solidFill>
                  <a:srgbClr val="397C80"/>
                </a:solidFill>
                <a:latin typeface="Apple SD Gothic Neo"/>
                <a:ea typeface="Apple SD Gothic Neo"/>
                <a:cs typeface="Apple SD Gothic Neo"/>
              </a:defRPr>
            </a:pPr>
            <a:r>
              <a:rPr sz="1725" b="0">
                <a:solidFill>
                  <a:srgbClr val="397C80"/>
                </a:solidFill>
                <a:latin typeface="Apple SD Gothic Neo"/>
                <a:ea typeface="Apple SD Gothic Neo"/>
                <a:cs typeface="Apple SD Gothic Neo"/>
              </a:rPr>
              <a:t>수정 Request 처리</a:t>
            </a:r>
          </a:p>
        </p:txBody>
      </p:sp>
      <p:sp>
        <p:nvSpPr>
          <p:cNvPr id="29" name="dp42-background / task-history">
            <a:extLst>
              <a:ext uri="{FF2B5EF4-FFF2-40B4-BE49-F238E27FC236}">
                <ns2:creationId id="{E75DC90F-DAF2-4C8E-BE54-DE7D7D06ED0B}"/>
              </a:ext>
            </a:extLst>
          </p:cNvPr>
          <p:cNvSpPr>
            <a:spLocks noGrp="1"/>
          </p:cNvSpPr>
          <p:nvPr/>
        </p:nvSpPr>
        <p:spPr>
          <a:xfrm>
            <a:off x="4429125" y="7810500"/>
            <a:ext cx="12620625" cy="953"/>
          </a:xfrm>
          <a:custGeom>
            <a:pathLst>
              <a:path w="12620625" h="953">
                <a:moveTo>
                  <a:pt x="0" y="0"/>
                </a:moveTo>
                <a:lnTo>
                  <a:pt x="12620625" y="0"/>
                </a:lnTo>
              </a:path>
            </a:pathLst>
          </a:custGeom>
          <a:noFill/>
          <a:ln w="38100">
            <a:solidFill>
              <a:srgbClr val="397C80"/>
            </a:solidFill>
            <a:prstDash val="solid"/>
          </a:ln>
        </p:spPr>
      </p:sp>
      <p:sp>
        <p:nvSpPr>
          <p:cNvPr id="30" name="dp42-background / task-record / 1">
            <a:extLst>
              <a:ext uri="{FF2B5EF4-FFF2-40B4-BE49-F238E27FC236}">
                <ns2:creationId id="{BAC2511F-35A9-41BA-B9F2-8AD4B897DB31}"/>
              </a:ext>
            </a:extLst>
          </p:cNvPr>
          <p:cNvSpPr>
            <a:spLocks noGrp="1"/>
          </p:cNvSpPr>
          <p:nvPr/>
        </p:nvSpPr>
        <p:spPr>
          <a:xfrm>
            <a:off x="6953250" y="7543800"/>
            <a:ext cx="8953500" cy="308610"/>
          </a:xfrm>
          <a:prstGeom prst="rect">
            <a:avLst/>
          </a:prstGeom>
          <a:noFill/>
          <a:ln w="0">
            <a:noFill/>
          </a:ln>
        </p:spPr>
        <p:txBody>
          <a:bodyPr wrap="none" lIns="0" tIns="0" rIns="0" bIns="0" anchor="t">
            <a:noAutofit/>
          </a:bodyPr>
          <a:lstStyle/>
          <a:p>
            <a:pPr algn="ctr">
              <a:defRPr sz="1800" b="0">
                <a:solidFill>
                  <a:srgbClr val="397C80"/>
                </a:solidFill>
                <a:latin typeface="Apple SD Gothic Neo"/>
                <a:ea typeface="Apple SD Gothic Neo"/>
                <a:cs typeface="Apple SD Gothic Neo"/>
              </a:defRPr>
            </a:pPr>
            <a:r>
              <a:rPr sz="1800" b="0">
                <a:solidFill>
                  <a:srgbClr val="397C80"/>
                </a:solidFill>
                <a:latin typeface="Apple SD Gothic Neo"/>
                <a:ea typeface="Apple SD Gothic Neo"/>
                <a:cs typeface="Apple SD Gothic Neo"/>
              </a:rPr>
              <a:t>같은 보고서의 Task, 결과, 정정 이력을 유지</a:t>
            </a:r>
          </a:p>
        </p:txBody>
      </p:sp>
      <p:sp>
        <p:nvSpPr>
          <p:cNvPr id="31" name="dp42-background / write-execution">
            <a:extLst>
              <a:ext uri="{FF2B5EF4-FFF2-40B4-BE49-F238E27FC236}">
                <ns2:creationId id="{99304BD3-6851-4624-BD63-C82F9D964B16}"/>
              </a:ext>
            </a:extLst>
          </p:cNvPr>
          <p:cNvSpPr>
            <a:spLocks noGrp="1"/>
          </p:cNvSpPr>
          <p:nvPr/>
        </p:nvSpPr>
        <p:spPr>
          <a:xfrm>
            <a:off x="5286375" y="8353425"/>
            <a:ext cx="5429250" cy="953"/>
          </a:xfrm>
          <a:custGeom>
            <a:pathLst>
              <a:path w="5429250" h="953">
                <a:moveTo>
                  <a:pt x="0" y="0"/>
                </a:moveTo>
                <a:lnTo>
                  <a:pt x="5429250" y="0"/>
                </a:lnTo>
              </a:path>
            </a:pathLst>
          </a:custGeom>
          <a:noFill/>
          <a:ln w="38100">
            <a:solidFill>
              <a:srgbClr val="A56237"/>
            </a:solidFill>
            <a:prstDash val="solid"/>
          </a:ln>
        </p:spPr>
      </p:sp>
      <p:sp>
        <p:nvSpPr>
          <p:cNvPr id="32" name="dp42-background / revise-execution">
            <a:extLst>
              <a:ext uri="{FF2B5EF4-FFF2-40B4-BE49-F238E27FC236}">
                <ns2:creationId id="{3A618855-E9BE-4EB6-8DEF-463319E47E75}"/>
              </a:ext>
            </a:extLst>
          </p:cNvPr>
          <p:cNvSpPr>
            <a:spLocks noGrp="1"/>
          </p:cNvSpPr>
          <p:nvPr/>
        </p:nvSpPr>
        <p:spPr>
          <a:xfrm>
            <a:off x="14097000" y="8353425"/>
            <a:ext cx="2952750" cy="953"/>
          </a:xfrm>
          <a:custGeom>
            <a:pathLst>
              <a:path w="2952750" h="953">
                <a:moveTo>
                  <a:pt x="0" y="0"/>
                </a:moveTo>
                <a:lnTo>
                  <a:pt x="2952750" y="0"/>
                </a:lnTo>
              </a:path>
            </a:pathLst>
          </a:custGeom>
          <a:noFill/>
          <a:ln w="38100">
            <a:solidFill>
              <a:srgbClr val="A56237"/>
            </a:solidFill>
            <a:prstDash val="solid"/>
          </a:ln>
        </p:spPr>
      </p:sp>
      <p:sp>
        <p:nvSpPr>
          <p:cNvPr id="33" name="dp42-background / write-label / 1">
            <a:extLst>
              <a:ext uri="{FF2B5EF4-FFF2-40B4-BE49-F238E27FC236}">
                <ns2:creationId id="{B2F26442-1B03-4AF0-80A8-072F9280AE38}"/>
              </a:ext>
            </a:extLst>
          </p:cNvPr>
          <p:cNvSpPr>
            <a:spLocks noGrp="1"/>
          </p:cNvSpPr>
          <p:nvPr/>
        </p:nvSpPr>
        <p:spPr>
          <a:xfrm>
            <a:off x="6191250" y="8086725"/>
            <a:ext cx="3810000" cy="308610"/>
          </a:xfrm>
          <a:prstGeom prst="rect">
            <a:avLst/>
          </a:prstGeom>
          <a:noFill/>
          <a:ln w="0">
            <a:noFill/>
          </a:ln>
        </p:spPr>
        <p:txBody>
          <a:bodyPr wrap="none" lIns="0" tIns="0" rIns="0" bIns="0" anchor="t">
            <a:noAutofit/>
          </a:bodyPr>
          <a:lstStyle/>
          <a:p>
            <a:pPr algn="ctr">
              <a:defRPr sz="1800" b="0">
                <a:solidFill>
                  <a:srgbClr val="A56237"/>
                </a:solidFill>
                <a:latin typeface="Apple SD Gothic Neo"/>
                <a:ea typeface="Apple SD Gothic Neo"/>
                <a:cs typeface="Apple SD Gothic Neo"/>
              </a:defRPr>
            </a:pPr>
            <a:r>
              <a:rPr sz="1800" b="0">
                <a:solidFill>
                  <a:srgbClr val="A56237"/>
                </a:solidFill>
                <a:latin typeface="Apple SD Gothic Neo"/>
                <a:ea typeface="Apple SD Gothic Neo"/>
                <a:cs typeface="Apple SD Gothic Neo"/>
              </a:rPr>
              <a:t>보고서 작성 실행</a:t>
            </a:r>
          </a:p>
        </p:txBody>
      </p:sp>
      <p:sp>
        <p:nvSpPr>
          <p:cNvPr id="34" name="dp42-background / revise-label / 1">
            <a:extLst>
              <a:ext uri="{FF2B5EF4-FFF2-40B4-BE49-F238E27FC236}">
                <ns2:creationId id="{F7F7B9F8-E098-4522-BBBE-6268DEBD874F}"/>
              </a:ext>
            </a:extLst>
          </p:cNvPr>
          <p:cNvSpPr>
            <a:spLocks noGrp="1"/>
          </p:cNvSpPr>
          <p:nvPr/>
        </p:nvSpPr>
        <p:spPr>
          <a:xfrm>
            <a:off x="14097000" y="8086725"/>
            <a:ext cx="2952750" cy="308610"/>
          </a:xfrm>
          <a:prstGeom prst="rect">
            <a:avLst/>
          </a:prstGeom>
          <a:noFill/>
          <a:ln w="0">
            <a:noFill/>
          </a:ln>
        </p:spPr>
        <p:txBody>
          <a:bodyPr wrap="none" lIns="0" tIns="0" rIns="0" bIns="0" anchor="t">
            <a:noAutofit/>
          </a:bodyPr>
          <a:lstStyle/>
          <a:p>
            <a:pPr algn="ctr">
              <a:defRPr sz="1800" b="0">
                <a:solidFill>
                  <a:srgbClr val="A56237"/>
                </a:solidFill>
                <a:latin typeface="Apple SD Gothic Neo"/>
                <a:ea typeface="Apple SD Gothic Neo"/>
                <a:cs typeface="Apple SD Gothic Neo"/>
              </a:defRPr>
            </a:pPr>
            <a:r>
              <a:rPr sz="1800" b="0">
                <a:solidFill>
                  <a:srgbClr val="A56237"/>
                </a:solidFill>
                <a:latin typeface="Apple SD Gothic Neo"/>
                <a:ea typeface="Apple SD Gothic Neo"/>
                <a:cs typeface="Apple SD Gothic Neo"/>
              </a:rPr>
              <a:t>보고서 수정 실행</a:t>
            </a:r>
          </a:p>
        </p:txBody>
      </p:sp>
      <p:sp>
        <p:nvSpPr>
          <p:cNvPr id="35" name="dp42-background / user-benefit / 1">
            <a:extLst>
              <a:ext uri="{FF2B5EF4-FFF2-40B4-BE49-F238E27FC236}">
                <ns2:creationId id="{B26FCDF5-539B-4C14-94B4-44C3E94202AE}"/>
              </a:ext>
            </a:extLst>
          </p:cNvPr>
          <p:cNvSpPr>
            <a:spLocks noGrp="1"/>
          </p:cNvSpPr>
          <p:nvPr/>
        </p:nvSpPr>
        <p:spPr>
          <a:xfrm>
            <a:off x="904875" y="8696325"/>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다시 돌아와, 이미 맡긴 보고서의 결과를 확인하고 수정을 이어갑니다</a:t>
            </a:r>
          </a:p>
        </p:txBody>
      </p:sp>
      <p:sp>
        <p:nvSpPr>
          <p:cNvPr id="36" name="v2-119-header-white">
            <a:extLst>
              <a:ext uri="{FF2B5EF4-FFF2-40B4-BE49-F238E27FC236}">
                <ns2:creationId id="{2177A069-EBD7-46B2-959A-4D8C3B1975BD}"/>
              </a:ext>
            </a:extLst>
          </p:cNvPr>
          <p:cNvSpPr>
            <a:spLocks noGrp="1"/>
          </p:cNvSpPr>
          <p:nvPr/>
        </p:nvSpPr>
        <p:spPr>
          <a:xfrm>
            <a:off x="10668000" y="114300"/>
            <a:ext cx="7181850" cy="704850"/>
          </a:xfrm>
          <a:prstGeom prst="rect">
            <a:avLst/>
          </a:prstGeom>
          <a:solidFill>
            <a:srgbClr val="FFFFFF"/>
          </a:solidFill>
          <a:ln w="0">
            <a:solidFill>
              <a:srgbClr val="FFFFFF"/>
            </a:solidFill>
          </a:ln>
        </p:spPr>
      </p:sp>
      <p:sp>
        <p:nvSpPr>
          <p:cNvPr id="37" name="v2-120-page">
            <a:extLst>
              <a:ext uri="{FF2B5EF4-FFF2-40B4-BE49-F238E27FC236}">
                <ns2:creationId id="{1C1A7BF5-495F-44E9-87C0-4BD7BD806A1D}"/>
              </a:ext>
            </a:extLst>
          </p:cNvPr>
          <p:cNvSpPr>
            <a:spLocks noGrp="1"/>
          </p:cNvSpPr>
          <p:nvPr/>
        </p:nvSpPr>
        <p:spPr>
          <a:xfrm>
            <a:off x="10763250" y="190500"/>
            <a:ext cx="6991350" cy="323850"/>
          </a:xfrm>
          <a:prstGeom prst="rect">
            <a:avLst/>
          </a:prstGeom>
          <a:noFill/>
          <a:ln w="0">
            <a:noFill/>
          </a:ln>
        </p:spPr>
        <p:txBody>
          <a:bodyPr wrap="none" lIns="0" tIns="0" rIns="0" bIns="0" anchor="ctr">
            <a:noAutofit/>
          </a:bodyPr>
          <a:lstStyle/>
          <a:p>
            <a:pPr algn="r">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DP42 배경 / v2 21</a:t>
            </a:r>
          </a:p>
        </p:txBody>
      </p:sp>
      <p:sp>
        <p:nvSpPr>
          <p:cNvPr id="38" name="v2-121-choice-white">
            <a:extLst>
              <a:ext uri="{FF2B5EF4-FFF2-40B4-BE49-F238E27FC236}">
                <ns2:creationId id="{1735B41E-BEBE-46BA-B79C-225CE4449434}"/>
              </a:ext>
            </a:extLst>
          </p:cNvPr>
          <p:cNvSpPr>
            <a:spLocks noGrp="1"/>
          </p:cNvSpPr>
          <p:nvPr/>
        </p:nvSpPr>
        <p:spPr>
          <a:xfrm>
            <a:off x="514350" y="8953500"/>
            <a:ext cx="17278350" cy="1323975"/>
          </a:xfrm>
          <a:prstGeom prst="rect">
            <a:avLst/>
          </a:prstGeom>
          <a:solidFill>
            <a:srgbClr val="FFFFFF"/>
          </a:solidFill>
          <a:ln w="0">
            <a:solidFill>
              <a:srgbClr val="FFFFFF"/>
            </a:solidFill>
          </a:ln>
        </p:spPr>
      </p:sp>
      <p:sp>
        <p:nvSpPr>
          <p:cNvPr id="39" name="v2-122-choice-question">
            <a:extLst>
              <a:ext uri="{FF2B5EF4-FFF2-40B4-BE49-F238E27FC236}">
                <ns2:creationId id="{2F53DF19-2C18-41B7-A5BF-A4ED44F51206}"/>
              </a:ext>
            </a:extLst>
          </p:cNvPr>
          <p:cNvSpPr>
            <a:spLocks noGrp="1"/>
          </p:cNvSpPr>
          <p:nvPr/>
        </p:nvSpPr>
        <p:spPr>
          <a:xfrm>
            <a:off x="704850" y="9029700"/>
            <a:ext cx="17049750" cy="552450"/>
          </a:xfrm>
          <a:prstGeom prst="rect">
            <a:avLst/>
          </a:prstGeom>
          <a:noFill/>
          <a:ln w="0">
            <a:noFill/>
          </a:ln>
        </p:spPr>
        <p:txBody>
          <a:bodyPr wrap="none" lIns="0" tIns="0" rIns="0" bIns="0" anchor="ctr">
            <a:noAutofit/>
          </a:bodyPr>
          <a:lstStyle/>
          <a:p>
            <a:pPr algn="l">
              <a:defRPr sz="2250" b="1">
                <a:solidFill>
                  <a:srgbClr val="00889A"/>
                </a:solidFill>
                <a:latin typeface="Apple SD Gothic Neo"/>
                <a:ea typeface="Apple SD Gothic Neo"/>
                <a:cs typeface="Apple SD Gothic Neo"/>
              </a:defRPr>
            </a:pPr>
            <a:r>
              <a:rPr sz="2250" b="1">
                <a:solidFill>
                  <a:srgbClr val="00889A"/>
                </a:solidFill>
                <a:latin typeface="Apple SD Gothic Neo"/>
                <a:ea typeface="Apple SD Gothic Neo"/>
                <a:cs typeface="Apple SD Gothic Neo"/>
              </a:rPr>
              <a:t>설계 질문  대화와 업무의 관련 상태를 함께 확정할까, 독립 상태 권위의 접수로 맞출까?</a:t>
            </a:r>
          </a:p>
        </p:txBody>
      </p:sp>
      <p:sp>
        <p:nvSpPr>
          <p:cNvPr id="40" name="v2-123-note">
            <a:extLst>
              <a:ext uri="{FF2B5EF4-FFF2-40B4-BE49-F238E27FC236}">
                <ns2:creationId id="{FADC07F8-CC6A-4800-86ED-FAFBF47F3DC9}"/>
              </a:ext>
            </a:extLst>
          </p:cNvPr>
          <p:cNvSpPr>
            <a:spLocks noGrp="1"/>
          </p:cNvSpPr>
          <p:nvPr/>
        </p:nvSpPr>
        <p:spPr>
          <a:xfrm>
            <a:off x="704850" y="9601200"/>
            <a:ext cx="16859250" cy="495300"/>
          </a:xfrm>
          <a:prstGeom prst="rect">
            <a:avLst/>
          </a:prstGeom>
          <a:noFill/>
          <a:ln w="0">
            <a:noFill/>
          </a:ln>
        </p:spPr>
        <p:txBody>
          <a:bodyPr wrap="none" lIns="0" tIns="0" rIns="0" bIns="0" anchor="ctr">
            <a:noAutofit/>
          </a:bodyPr>
          <a:lstStyle/>
          <a:p>
            <a:pPr algn="l">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모듈형 Core의 공동 확정 ↔ 독립 운영 조건과 인계/재확인, process 및 접수 상태 비용</a:t>
            </a:r>
          </a:p>
        </p:txBody>
      </p:sp>
      <p:sp>
        <p:nvSpPr>
          <p:cNvPr id="41" name="v2-124-conversation-white">
            <a:extLst>
              <a:ext uri="{FF2B5EF4-FFF2-40B4-BE49-F238E27FC236}">
                <ns2:creationId id="{C7AB4E29-A1F9-4F9F-BC10-91E4C2D55A5E}"/>
              </a:ext>
            </a:extLst>
          </p:cNvPr>
          <p:cNvSpPr>
            <a:spLocks noGrp="1"/>
          </p:cNvSpPr>
          <p:nvPr/>
        </p:nvSpPr>
        <p:spPr>
          <a:xfrm>
            <a:off x="723900" y="2533650"/>
            <a:ext cx="16859250" cy="323850"/>
          </a:xfrm>
          <a:prstGeom prst="rect">
            <a:avLst/>
          </a:prstGeom>
          <a:solidFill>
            <a:srgbClr val="FFFFFF"/>
          </a:solidFill>
          <a:ln w="0">
            <a:solidFill>
              <a:srgbClr val="FFFFFF"/>
            </a:solidFill>
          </a:ln>
        </p:spPr>
      </p:sp>
      <p:sp>
        <p:nvSpPr>
          <p:cNvPr id="42" name="v2-125-note">
            <a:extLst>
              <a:ext uri="{FF2B5EF4-FFF2-40B4-BE49-F238E27FC236}">
                <ns2:creationId id="{77F3126A-AAFD-4DB2-B8EF-1EFD4CF49302}"/>
              </a:ext>
            </a:extLst>
          </p:cNvPr>
          <p:cNvSpPr>
            <a:spLocks noGrp="1"/>
          </p:cNvSpPr>
          <p:nvPr/>
        </p:nvSpPr>
        <p:spPr>
          <a:xfrm>
            <a:off x="904875" y="2533650"/>
            <a:ext cx="16764000" cy="323850"/>
          </a:xfrm>
          <a:prstGeom prst="rect">
            <a:avLst/>
          </a:prstGeom>
          <a:noFill/>
          <a:ln w="0">
            <a:noFill/>
          </a:ln>
        </p:spPr>
        <p:txBody>
          <a:bodyPr wrap="none" lIns="0" tIns="0" rIns="0" bIns="0" anchor="ctr">
            <a:noAutofit/>
          </a:bodyPr>
          <a:lstStyle/>
          <a:p>
            <a:pPr algn="l">
              <a:defRPr sz="1875" b="0">
                <a:solidFill>
                  <a:srgbClr val="00889A"/>
                </a:solidFill>
                <a:latin typeface="Apple SD Gothic Neo"/>
                <a:ea typeface="Apple SD Gothic Neo"/>
                <a:cs typeface="Apple SD Gothic Neo"/>
              </a:defRPr>
            </a:pPr>
            <a:r>
              <a:rPr sz="1875" b="0">
                <a:solidFill>
                  <a:srgbClr val="00889A"/>
                </a:solidFill>
                <a:latin typeface="Apple SD Gothic Neo"/>
                <a:ea typeface="Apple SD Gothic Neo"/>
                <a:cs typeface="Apple SD Gothic Neo"/>
              </a:rPr>
              <a:t>Conversation(대화 기록과 업무 연결)은 음성 연결 종료 뒤에도 이어집니다. 아래의 수명 차이는 양안 공통입니다.</a:t>
            </a:r>
          </a:p>
        </p:txBody>
      </p:sp>
    </p:spTree>
    <p:extLst>
      <p:ext uri="{BB962C8B-B14F-4D97-AF65-F5344CB8AC3E}">
        <p14:creationId val="2044630242"/>
      </p:ext>
    </p:extLst>
  </p:cSld>
</p:sld>
</file>

<file path=ppt/slides/slide46.xml><?xml version="1.0" encoding="utf-8"?>
<p:sld xmlns:p="http://schemas.openxmlformats.org/presentationml/2006/main">
  <p:cSld name="necessity-v2">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v2-0-section">
            <a:extLst xmlns:a="http://schemas.openxmlformats.org/drawingml/2006/main">
              <a:ext uri="{FF2B5EF4-FFF2-40B4-BE49-F238E27FC236}">
                <a16:creationId xmlns:a16="http://schemas.microsoft.com/office/drawing/2014/main" id="{FAF43B61-F354-4CEA-8B0D-4818C608827C}"/>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과제 필요성</a:t>
            </a:r>
          </a:p>
        </p:txBody>
      </p:sp>
      <p:sp>
        <p:nvSpPr>
          <p:cNvPr id="2" name="v2-1-title">
            <a:extLst xmlns:a="http://schemas.openxmlformats.org/drawingml/2006/main">
              <a:ext uri="{FF2B5EF4-FFF2-40B4-BE49-F238E27FC236}">
                <a16:creationId xmlns:a16="http://schemas.microsoft.com/office/drawing/2014/main" id="{28AAEB6B-63A7-4382-B7D9-A586A063F4C6}"/>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B35"/>
                </a:solidFill>
                <a:latin typeface="Apple SD Gothic Neo"/>
                <a:ea typeface="Apple SD Gothic Neo"/>
                <a:cs typeface="Apple SD Gothic Neo"/>
              </a:defRPr>
            </a:pPr>
            <a:r>
              <a:rPr sz="3600" b="1">
                <a:solidFill>
                  <a:srgbClr val="202B35"/>
                </a:solidFill>
                <a:latin typeface="Apple SD Gothic Neo"/>
                <a:ea typeface="Apple SD Gothic Neo"/>
                <a:cs typeface="Apple SD Gothic Neo"/>
              </a:rPr>
              <a:t>사용자의 흐름을 끊지 않고, 의도를 보존하며 업무를 이어가야 합니다</a:t>
            </a:r>
          </a:p>
        </p:txBody>
      </p:sp>
      <p:sp>
        <p:nvSpPr>
          <p:cNvPr id="3" name="v2-2-rule">
            <a:extLst xmlns:a="http://schemas.openxmlformats.org/drawingml/2006/main">
              <a:ext uri="{FF2B5EF4-FFF2-40B4-BE49-F238E27FC236}">
                <a16:creationId xmlns:a16="http://schemas.microsoft.com/office/drawing/2014/main" id="{0C08EC59-6690-463A-9924-165C75589F29}"/>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3-page">
            <a:extLst xmlns:a="http://schemas.openxmlformats.org/drawingml/2006/main">
              <a:ext uri="{FF2B5EF4-FFF2-40B4-BE49-F238E27FC236}">
                <a16:creationId xmlns:a16="http://schemas.microsoft.com/office/drawing/2014/main" id="{43F1920A-86E8-4E67-A63B-F6819F15E6DC}"/>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02</a:t>
            </a:r>
          </a:p>
        </p:txBody>
      </p:sp>
      <p:sp>
        <p:nvSpPr>
          <p:cNvPr id="5" name="v2-4-need-title">
            <a:extLst xmlns:a="http://schemas.openxmlformats.org/drawingml/2006/main">
              <a:ext uri="{FF2B5EF4-FFF2-40B4-BE49-F238E27FC236}">
                <a16:creationId xmlns:a16="http://schemas.microsoft.com/office/drawing/2014/main" id="{C8C4C48A-5FA9-4428-A46F-18A8D5553A95}"/>
              </a:ext>
            </a:extLst>
          </p:cNvPr>
          <p:cNvSpPr>
            <a:spLocks xmlns:a="http://schemas.openxmlformats.org/drawingml/2006/main" noGrp="1"/>
          </p:cNvSpPr>
          <p:nvPr/>
        </p:nvSpPr>
        <p:spPr>
          <a:xfrm xmlns:a="http://schemas.openxmlformats.org/drawingml/2006/main">
            <a:off x="495300" y="1885950"/>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75" b="1">
                <a:solidFill>
                  <a:srgbClr val="00889A"/>
                </a:solidFill>
                <a:latin typeface="Apple SD Gothic Neo"/>
                <a:ea typeface="Apple SD Gothic Neo"/>
                <a:cs typeface="Apple SD Gothic Neo"/>
              </a:defRPr>
            </a:pPr>
            <a:r>
              <a:rPr sz="2775" b="1">
                <a:solidFill>
                  <a:srgbClr val="00889A"/>
                </a:solidFill>
                <a:latin typeface="Apple SD Gothic Neo"/>
                <a:ea typeface="Apple SD Gothic Neo"/>
                <a:cs typeface="Apple SD Gothic Neo"/>
              </a:rPr>
              <a:t>뜻과 조건을 함께 보존</a:t>
            </a:r>
          </a:p>
        </p:txBody>
      </p:sp>
      <p:sp>
        <p:nvSpPr>
          <p:cNvPr id="6" name="v2-5-note">
            <a:extLst xmlns:a="http://schemas.openxmlformats.org/drawingml/2006/main">
              <a:ext uri="{FF2B5EF4-FFF2-40B4-BE49-F238E27FC236}">
                <a16:creationId xmlns:a16="http://schemas.microsoft.com/office/drawing/2014/main" id="{79ABC226-031E-46EB-90D9-9EF214165FE8}"/>
              </a:ext>
            </a:extLst>
          </p:cNvPr>
          <p:cNvSpPr>
            <a:spLocks xmlns:a="http://schemas.openxmlformats.org/drawingml/2006/main" noGrp="1"/>
          </p:cNvSpPr>
          <p:nvPr/>
        </p:nvSpPr>
        <p:spPr>
          <a:xfrm xmlns:a="http://schemas.openxmlformats.org/drawingml/2006/main">
            <a:off x="495300" y="2638425"/>
            <a:ext cx="552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0">
                <a:solidFill>
                  <a:srgbClr val="202B35"/>
                </a:solidFill>
                <a:latin typeface="Apple SD Gothic Neo"/>
                <a:ea typeface="Apple SD Gothic Neo"/>
                <a:cs typeface="Apple SD Gothic Neo"/>
              </a:defRPr>
            </a:pPr>
            <a:r>
              <a:rPr sz="2325" b="0">
                <a:solidFill>
                  <a:srgbClr val="202B35"/>
                </a:solidFill>
                <a:latin typeface="Apple SD Gothic Neo"/>
                <a:ea typeface="Apple SD Gothic Neo"/>
                <a:cs typeface="Apple SD Gothic Neo"/>
              </a:rPr>
              <a:t>“메일에는 이 표를 넣어줘.”</a:t>
            </a:r>
          </a:p>
        </p:txBody>
      </p:sp>
      <p:sp>
        <p:nvSpPr>
          <p:cNvPr id="7" name="v2-6-need-line">
            <a:extLst xmlns:a="http://schemas.openxmlformats.org/drawingml/2006/main">
              <a:ext uri="{FF2B5EF4-FFF2-40B4-BE49-F238E27FC236}">
                <a16:creationId xmlns:a16="http://schemas.microsoft.com/office/drawing/2014/main" id="{D3821A77-A8C3-4B65-B968-3FA87A6D9E45}"/>
              </a:ext>
            </a:extLst>
          </p:cNvPr>
          <p:cNvSpPr>
            <a:spLocks xmlns:a="http://schemas.openxmlformats.org/drawingml/2006/main" noGrp="1"/>
          </p:cNvSpPr>
          <p:nvPr/>
        </p:nvSpPr>
        <p:spPr>
          <a:xfrm xmlns:a="http://schemas.openxmlformats.org/drawingml/2006/main">
            <a:off x="495300" y="3571875"/>
            <a:ext cx="5410200" cy="9525"/>
          </a:xfrm>
          <a:custGeom xmlns:a="http://schemas.openxmlformats.org/drawingml/2006/main">
            <a:pathLst>
              <a:path w="5410200" h="9525">
                <a:moveTo>
                  <a:pt x="0" y="0"/>
                </a:moveTo>
                <a:lnTo>
                  <a:pt x="5410200" y="0"/>
                </a:lnTo>
              </a:path>
            </a:pathLst>
          </a:custGeom>
          <a:noFill xmlns:a="http://schemas.openxmlformats.org/drawingml/2006/main"/>
          <a:ln xmlns:a="http://schemas.openxmlformats.org/drawingml/2006/main" w="19050">
            <a:solidFill>
              <a:srgbClr val="BCCAD2"/>
            </a:solidFill>
            <a:prstDash val="solid"/>
          </a:ln>
        </p:spPr>
      </p:sp>
      <p:sp>
        <p:nvSpPr>
          <p:cNvPr id="8" name="v2-7-need-body">
            <a:extLst xmlns:a="http://schemas.openxmlformats.org/drawingml/2006/main">
              <a:ext uri="{FF2B5EF4-FFF2-40B4-BE49-F238E27FC236}">
                <a16:creationId xmlns:a16="http://schemas.microsoft.com/office/drawing/2014/main" id="{B944A4C2-C0CF-48A8-BA76-CD1F769B59B3}"/>
              </a:ext>
            </a:extLst>
          </p:cNvPr>
          <p:cNvSpPr>
            <a:spLocks xmlns:a="http://schemas.openxmlformats.org/drawingml/2006/main" noGrp="1"/>
          </p:cNvSpPr>
          <p:nvPr/>
        </p:nvSpPr>
        <p:spPr>
          <a:xfrm xmlns:a="http://schemas.openxmlformats.org/drawingml/2006/main">
            <a:off x="495300" y="3943350"/>
            <a:ext cx="5524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202B35"/>
                </a:solidFill>
                <a:latin typeface="Apple SD Gothic Neo"/>
                <a:ea typeface="Apple SD Gothic Neo"/>
                <a:cs typeface="Apple SD Gothic Neo"/>
              </a:defRPr>
            </a:pPr>
            <a:r>
              <a:rPr sz="2250" b="0">
                <a:solidFill>
                  <a:srgbClr val="202B35"/>
                </a:solidFill>
                <a:latin typeface="Apple SD Gothic Neo"/>
                <a:ea typeface="Apple SD Gothic Neo"/>
                <a:cs typeface="Apple SD Gothic Neo"/>
              </a:rPr>
              <a:t>바꿀 대상은 메일 내용입니다.</a:t>
            </a:r>
          </a:p>
          <a:p xmlns:a="http://schemas.openxmlformats.org/drawingml/2006/main">
            <a:pPr algn="l">
              <a:defRPr sz="2250" b="0">
                <a:solidFill>
                  <a:srgbClr val="202B35"/>
                </a:solidFill>
                <a:latin typeface="Apple SD Gothic Neo"/>
                <a:ea typeface="Apple SD Gothic Neo"/>
                <a:cs typeface="Apple SD Gothic Neo"/>
              </a:defRPr>
            </a:pPr>
            <a:r>
              <a:rPr sz="2250" b="0">
                <a:solidFill>
                  <a:srgbClr val="202B35"/>
                </a:solidFill>
                <a:latin typeface="Apple SD Gothic Neo"/>
                <a:ea typeface="Apple SD Gothic Neo"/>
                <a:cs typeface="Apple SD Gothic Neo"/>
              </a:rPr>
              <a:t>보고서 PDF와 초안만 조건은 유지해야 합니다.</a:t>
            </a:r>
          </a:p>
        </p:txBody>
      </p:sp>
      <p:sp>
        <p:nvSpPr>
          <p:cNvPr id="9" name="v2-8-need-title">
            <a:extLst xmlns:a="http://schemas.openxmlformats.org/drawingml/2006/main">
              <a:ext uri="{FF2B5EF4-FFF2-40B4-BE49-F238E27FC236}">
                <a16:creationId xmlns:a16="http://schemas.microsoft.com/office/drawing/2014/main" id="{F2840371-A41B-4A05-A1D2-26A1C4229551}"/>
              </a:ext>
            </a:extLst>
          </p:cNvPr>
          <p:cNvSpPr>
            <a:spLocks xmlns:a="http://schemas.openxmlformats.org/drawingml/2006/main" noGrp="1"/>
          </p:cNvSpPr>
          <p:nvPr/>
        </p:nvSpPr>
        <p:spPr>
          <a:xfrm xmlns:a="http://schemas.openxmlformats.org/drawingml/2006/main">
            <a:off x="6343650" y="1885950"/>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75" b="1">
                <a:solidFill>
                  <a:srgbClr val="00889A"/>
                </a:solidFill>
                <a:latin typeface="Apple SD Gothic Neo"/>
                <a:ea typeface="Apple SD Gothic Neo"/>
                <a:cs typeface="Apple SD Gothic Neo"/>
              </a:defRPr>
            </a:pPr>
            <a:r>
              <a:rPr sz="2775" b="1">
                <a:solidFill>
                  <a:srgbClr val="00889A"/>
                </a:solidFill>
                <a:latin typeface="Apple SD Gothic Neo"/>
                <a:ea typeface="Apple SD Gothic Neo"/>
                <a:cs typeface="Apple SD Gothic Neo"/>
              </a:rPr>
              <a:t>일하는 중에도 새 입력에 반응</a:t>
            </a:r>
          </a:p>
        </p:txBody>
      </p:sp>
      <p:sp>
        <p:nvSpPr>
          <p:cNvPr id="10" name="v2-9-note">
            <a:extLst xmlns:a="http://schemas.openxmlformats.org/drawingml/2006/main">
              <a:ext uri="{FF2B5EF4-FFF2-40B4-BE49-F238E27FC236}">
                <a16:creationId xmlns:a16="http://schemas.microsoft.com/office/drawing/2014/main" id="{602C06AC-86CA-4B53-B173-F759E5AA7CD9}"/>
              </a:ext>
            </a:extLst>
          </p:cNvPr>
          <p:cNvSpPr>
            <a:spLocks xmlns:a="http://schemas.openxmlformats.org/drawingml/2006/main" noGrp="1"/>
          </p:cNvSpPr>
          <p:nvPr/>
        </p:nvSpPr>
        <p:spPr>
          <a:xfrm xmlns:a="http://schemas.openxmlformats.org/drawingml/2006/main">
            <a:off x="6343650" y="2638425"/>
            <a:ext cx="552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0">
                <a:solidFill>
                  <a:srgbClr val="202B35"/>
                </a:solidFill>
                <a:latin typeface="Apple SD Gothic Neo"/>
                <a:ea typeface="Apple SD Gothic Neo"/>
                <a:cs typeface="Apple SD Gothic Neo"/>
              </a:defRPr>
            </a:pPr>
            <a:r>
              <a:rPr sz="2325" b="0">
                <a:solidFill>
                  <a:srgbClr val="202B35"/>
                </a:solidFill>
                <a:latin typeface="Apple SD Gothic Neo"/>
                <a:ea typeface="Apple SD Gothic Neo"/>
                <a:cs typeface="Apple SD Gothic Neo"/>
              </a:rPr>
              <a:t>보고서 작성 중 새 지시와 질문이 도착</a:t>
            </a:r>
          </a:p>
        </p:txBody>
      </p:sp>
      <p:sp>
        <p:nvSpPr>
          <p:cNvPr id="11" name="v2-10-need-line">
            <a:extLst xmlns:a="http://schemas.openxmlformats.org/drawingml/2006/main">
              <a:ext uri="{FF2B5EF4-FFF2-40B4-BE49-F238E27FC236}">
                <a16:creationId xmlns:a16="http://schemas.microsoft.com/office/drawing/2014/main" id="{7ED2467F-2C74-40DC-8054-C837A2CDFD90}"/>
              </a:ext>
            </a:extLst>
          </p:cNvPr>
          <p:cNvSpPr>
            <a:spLocks xmlns:a="http://schemas.openxmlformats.org/drawingml/2006/main" noGrp="1"/>
          </p:cNvSpPr>
          <p:nvPr/>
        </p:nvSpPr>
        <p:spPr>
          <a:xfrm xmlns:a="http://schemas.openxmlformats.org/drawingml/2006/main">
            <a:off x="6343650" y="3571875"/>
            <a:ext cx="5410200" cy="9525"/>
          </a:xfrm>
          <a:custGeom xmlns:a="http://schemas.openxmlformats.org/drawingml/2006/main">
            <a:pathLst>
              <a:path w="5410200" h="9525">
                <a:moveTo>
                  <a:pt x="0" y="0"/>
                </a:moveTo>
                <a:lnTo>
                  <a:pt x="5410200" y="0"/>
                </a:lnTo>
              </a:path>
            </a:pathLst>
          </a:custGeom>
          <a:noFill xmlns:a="http://schemas.openxmlformats.org/drawingml/2006/main"/>
          <a:ln xmlns:a="http://schemas.openxmlformats.org/drawingml/2006/main" w="19050">
            <a:solidFill>
              <a:srgbClr val="BCCAD2"/>
            </a:solidFill>
            <a:prstDash val="solid"/>
          </a:ln>
        </p:spPr>
      </p:sp>
      <p:sp>
        <p:nvSpPr>
          <p:cNvPr id="12" name="v2-11-need-body">
            <a:extLst xmlns:a="http://schemas.openxmlformats.org/drawingml/2006/main">
              <a:ext uri="{FF2B5EF4-FFF2-40B4-BE49-F238E27FC236}">
                <a16:creationId xmlns:a16="http://schemas.microsoft.com/office/drawing/2014/main" id="{301631E0-A6CD-445E-A1BA-D75CF99B72DB}"/>
              </a:ext>
            </a:extLst>
          </p:cNvPr>
          <p:cNvSpPr>
            <a:spLocks xmlns:a="http://schemas.openxmlformats.org/drawingml/2006/main" noGrp="1"/>
          </p:cNvSpPr>
          <p:nvPr/>
        </p:nvSpPr>
        <p:spPr>
          <a:xfrm xmlns:a="http://schemas.openxmlformats.org/drawingml/2006/main">
            <a:off x="6343650" y="3943350"/>
            <a:ext cx="5524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202B35"/>
                </a:solidFill>
                <a:latin typeface="Apple SD Gothic Neo"/>
                <a:ea typeface="Apple SD Gothic Neo"/>
                <a:cs typeface="Apple SD Gothic Neo"/>
              </a:defRPr>
            </a:pPr>
            <a:r>
              <a:rPr sz="2250" b="0">
                <a:solidFill>
                  <a:srgbClr val="202B35"/>
                </a:solidFill>
                <a:latin typeface="Apple SD Gothic Neo"/>
                <a:ea typeface="Apple SD Gothic Neo"/>
                <a:cs typeface="Apple SD Gothic Neo"/>
              </a:rPr>
              <a:t>처리 완료를 기다리지 않고 말을 받으며,</a:t>
            </a:r>
          </a:p>
          <a:p xmlns:a="http://schemas.openxmlformats.org/drawingml/2006/main">
            <a:pPr algn="l">
              <a:defRPr sz="2250" b="0">
                <a:solidFill>
                  <a:srgbClr val="202B35"/>
                </a:solidFill>
                <a:latin typeface="Apple SD Gothic Neo"/>
                <a:ea typeface="Apple SD Gothic Neo"/>
                <a:cs typeface="Apple SD Gothic Neo"/>
              </a:defRPr>
            </a:pPr>
            <a:r>
              <a:rPr sz="2250" b="0">
                <a:solidFill>
                  <a:srgbClr val="202B35"/>
                </a:solidFill>
                <a:latin typeface="Apple SD Gothic Neo"/>
                <a:ea typeface="Apple SD Gothic Neo"/>
                <a:cs typeface="Apple SD Gothic Neo"/>
              </a:rPr>
              <a:t>옛 응답과 새 지시를 구별해야 합니다.</a:t>
            </a:r>
          </a:p>
        </p:txBody>
      </p:sp>
      <p:sp>
        <p:nvSpPr>
          <p:cNvPr id="13" name="v2-12-need-title">
            <a:extLst xmlns:a="http://schemas.openxmlformats.org/drawingml/2006/main">
              <a:ext uri="{FF2B5EF4-FFF2-40B4-BE49-F238E27FC236}">
                <a16:creationId xmlns:a16="http://schemas.microsoft.com/office/drawing/2014/main" id="{2335F5D0-431B-4FA5-B420-917E12C60B0E}"/>
              </a:ext>
            </a:extLst>
          </p:cNvPr>
          <p:cNvSpPr>
            <a:spLocks xmlns:a="http://schemas.openxmlformats.org/drawingml/2006/main" noGrp="1"/>
          </p:cNvSpPr>
          <p:nvPr/>
        </p:nvSpPr>
        <p:spPr>
          <a:xfrm xmlns:a="http://schemas.openxmlformats.org/drawingml/2006/main">
            <a:off x="12192000" y="1885950"/>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75" b="1">
                <a:solidFill>
                  <a:srgbClr val="00889A"/>
                </a:solidFill>
                <a:latin typeface="Apple SD Gothic Neo"/>
                <a:ea typeface="Apple SD Gothic Neo"/>
                <a:cs typeface="Apple SD Gothic Neo"/>
              </a:defRPr>
            </a:pPr>
            <a:r>
              <a:rPr sz="2775" b="1">
                <a:solidFill>
                  <a:srgbClr val="00889A"/>
                </a:solidFill>
                <a:latin typeface="Apple SD Gothic Neo"/>
                <a:ea typeface="Apple SD Gothic Neo"/>
                <a:cs typeface="Apple SD Gothic Neo"/>
              </a:rPr>
              <a:t>변화하는 기술과 연결을 수용</a:t>
            </a:r>
          </a:p>
        </p:txBody>
      </p:sp>
      <p:sp>
        <p:nvSpPr>
          <p:cNvPr id="14" name="v2-13-note">
            <a:extLst xmlns:a="http://schemas.openxmlformats.org/drawingml/2006/main">
              <a:ext uri="{FF2B5EF4-FFF2-40B4-BE49-F238E27FC236}">
                <a16:creationId xmlns:a16="http://schemas.microsoft.com/office/drawing/2014/main" id="{DB8DEDE1-B895-4FB6-8BBC-E8A3ADFD7D9C}"/>
              </a:ext>
            </a:extLst>
          </p:cNvPr>
          <p:cNvSpPr>
            <a:spLocks xmlns:a="http://schemas.openxmlformats.org/drawingml/2006/main" noGrp="1"/>
          </p:cNvSpPr>
          <p:nvPr/>
        </p:nvSpPr>
        <p:spPr>
          <a:xfrm xmlns:a="http://schemas.openxmlformats.org/drawingml/2006/main">
            <a:off x="12192000" y="2638425"/>
            <a:ext cx="552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0">
                <a:solidFill>
                  <a:srgbClr val="202B35"/>
                </a:solidFill>
                <a:latin typeface="Apple SD Gothic Neo"/>
                <a:ea typeface="Apple SD Gothic Neo"/>
                <a:cs typeface="Apple SD Gothic Neo"/>
              </a:defRPr>
            </a:pPr>
            <a:r>
              <a:rPr sz="2325" b="0">
                <a:solidFill>
                  <a:srgbClr val="202B35"/>
                </a:solidFill>
                <a:latin typeface="Apple SD Gothic Neo"/>
                <a:ea typeface="Apple SD Gothic Neo"/>
                <a:cs typeface="Apple SD Gothic Neo"/>
              </a:rPr>
              <a:t>새 음성 모델, 업무 AI와 정보원이 등장</a:t>
            </a:r>
          </a:p>
        </p:txBody>
      </p:sp>
      <p:sp>
        <p:nvSpPr>
          <p:cNvPr id="15" name="v2-14-need-line">
            <a:extLst xmlns:a="http://schemas.openxmlformats.org/drawingml/2006/main">
              <a:ext uri="{FF2B5EF4-FFF2-40B4-BE49-F238E27FC236}">
                <a16:creationId xmlns:a16="http://schemas.microsoft.com/office/drawing/2014/main" id="{1FEDBB27-4820-4B6E-8F5C-B6AAA52101C3}"/>
              </a:ext>
            </a:extLst>
          </p:cNvPr>
          <p:cNvSpPr>
            <a:spLocks xmlns:a="http://schemas.openxmlformats.org/drawingml/2006/main" noGrp="1"/>
          </p:cNvSpPr>
          <p:nvPr/>
        </p:nvSpPr>
        <p:spPr>
          <a:xfrm xmlns:a="http://schemas.openxmlformats.org/drawingml/2006/main">
            <a:off x="12192000" y="3571875"/>
            <a:ext cx="5410200" cy="9525"/>
          </a:xfrm>
          <a:custGeom xmlns:a="http://schemas.openxmlformats.org/drawingml/2006/main">
            <a:pathLst>
              <a:path w="5410200" h="9525">
                <a:moveTo>
                  <a:pt x="0" y="0"/>
                </a:moveTo>
                <a:lnTo>
                  <a:pt x="5410200" y="0"/>
                </a:lnTo>
              </a:path>
            </a:pathLst>
          </a:custGeom>
          <a:noFill xmlns:a="http://schemas.openxmlformats.org/drawingml/2006/main"/>
          <a:ln xmlns:a="http://schemas.openxmlformats.org/drawingml/2006/main" w="19050">
            <a:solidFill>
              <a:srgbClr val="BCCAD2"/>
            </a:solidFill>
            <a:prstDash val="solid"/>
          </a:ln>
        </p:spPr>
      </p:sp>
      <p:sp>
        <p:nvSpPr>
          <p:cNvPr id="16" name="v2-15-need-body">
            <a:extLst xmlns:a="http://schemas.openxmlformats.org/drawingml/2006/main">
              <a:ext uri="{FF2B5EF4-FFF2-40B4-BE49-F238E27FC236}">
                <a16:creationId xmlns:a16="http://schemas.microsoft.com/office/drawing/2014/main" id="{550E8D24-E194-4CDB-B8D1-28EB70B90C9B}"/>
              </a:ext>
            </a:extLst>
          </p:cNvPr>
          <p:cNvSpPr>
            <a:spLocks xmlns:a="http://schemas.openxmlformats.org/drawingml/2006/main" noGrp="1"/>
          </p:cNvSpPr>
          <p:nvPr/>
        </p:nvSpPr>
        <p:spPr>
          <a:xfrm xmlns:a="http://schemas.openxmlformats.org/drawingml/2006/main">
            <a:off x="12192000" y="3943350"/>
            <a:ext cx="5524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202B35"/>
                </a:solidFill>
                <a:latin typeface="Apple SD Gothic Neo"/>
                <a:ea typeface="Apple SD Gothic Neo"/>
                <a:cs typeface="Apple SD Gothic Neo"/>
              </a:defRPr>
            </a:pPr>
            <a:r>
              <a:rPr sz="2250" b="0">
                <a:solidFill>
                  <a:srgbClr val="202B35"/>
                </a:solidFill>
                <a:latin typeface="Apple SD Gothic Neo"/>
                <a:ea typeface="Apple SD Gothic Neo"/>
                <a:cs typeface="Apple SD Gothic Neo"/>
              </a:rPr>
              <a:t>기존 사용자 기능을 유지하면서</a:t>
            </a:r>
          </a:p>
          <a:p xmlns:a="http://schemas.openxmlformats.org/drawingml/2006/main">
            <a:pPr algn="l">
              <a:defRPr sz="2250" b="0">
                <a:solidFill>
                  <a:srgbClr val="202B35"/>
                </a:solidFill>
                <a:latin typeface="Apple SD Gothic Neo"/>
                <a:ea typeface="Apple SD Gothic Neo"/>
                <a:cs typeface="Apple SD Gothic Neo"/>
              </a:defRPr>
            </a:pPr>
            <a:r>
              <a:rPr sz="2250" b="0">
                <a:solidFill>
                  <a:srgbClr val="202B35"/>
                </a:solidFill>
                <a:latin typeface="Apple SD Gothic Neo"/>
                <a:ea typeface="Apple SD Gothic Neo"/>
                <a:cs typeface="Apple SD Gothic Neo"/>
              </a:rPr>
              <a:t>영향받는 기능 책임을 수정해야 합니다.</a:t>
            </a:r>
          </a:p>
        </p:txBody>
      </p:sp>
      <p:sp>
        <p:nvSpPr>
          <p:cNvPr id="17" name="v2-16-resource-rule">
            <a:extLst xmlns:a="http://schemas.openxmlformats.org/drawingml/2006/main">
              <a:ext uri="{FF2B5EF4-FFF2-40B4-BE49-F238E27FC236}">
                <a16:creationId xmlns:a16="http://schemas.microsoft.com/office/drawing/2014/main" id="{9832B4E2-E419-4290-B1F6-6DEEC9CED853}"/>
              </a:ext>
            </a:extLst>
          </p:cNvPr>
          <p:cNvSpPr>
            <a:spLocks xmlns:a="http://schemas.openxmlformats.org/drawingml/2006/main" noGrp="1"/>
          </p:cNvSpPr>
          <p:nvPr/>
        </p:nvSpPr>
        <p:spPr>
          <a:xfrm xmlns:a="http://schemas.openxmlformats.org/drawingml/2006/main">
            <a:off x="495300" y="60960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18" name="v2-17-resource-heading">
            <a:extLst xmlns:a="http://schemas.openxmlformats.org/drawingml/2006/main">
              <a:ext uri="{FF2B5EF4-FFF2-40B4-BE49-F238E27FC236}">
                <a16:creationId xmlns:a16="http://schemas.microsoft.com/office/drawing/2014/main" id="{1ADD9D0A-1A97-4516-81BD-339052D22A12}"/>
              </a:ext>
            </a:extLst>
          </p:cNvPr>
          <p:cNvSpPr>
            <a:spLocks xmlns:a="http://schemas.openxmlformats.org/drawingml/2006/main" noGrp="1"/>
          </p:cNvSpPr>
          <p:nvPr/>
        </p:nvSpPr>
        <p:spPr>
          <a:xfrm xmlns:a="http://schemas.openxmlformats.org/drawingml/2006/main">
            <a:off x="495300" y="6419850"/>
            <a:ext cx="1685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50" b="1">
                <a:solidFill>
                  <a:srgbClr val="354354"/>
                </a:solidFill>
                <a:latin typeface="Apple SD Gothic Neo"/>
                <a:ea typeface="Apple SD Gothic Neo"/>
                <a:cs typeface="Apple SD Gothic Neo"/>
              </a:defRPr>
            </a:pPr>
            <a:r>
              <a:rPr sz="2850" b="1">
                <a:solidFill>
                  <a:srgbClr val="354354"/>
                </a:solidFill>
                <a:latin typeface="Apple SD Gothic Neo"/>
                <a:ea typeface="Apple SD Gothic Neo"/>
                <a:cs typeface="Apple SD Gothic Neo"/>
              </a:rPr>
              <a:t>계속되는 상호작용에는 운영 비용과 PC 자원도 필요합니다</a:t>
            </a:r>
          </a:p>
        </p:txBody>
      </p:sp>
      <p:sp>
        <p:nvSpPr>
          <p:cNvPr id="19" name="v2-18-cost-cause">
            <a:extLst xmlns:a="http://schemas.openxmlformats.org/drawingml/2006/main">
              <a:ext uri="{FF2B5EF4-FFF2-40B4-BE49-F238E27FC236}">
                <a16:creationId xmlns:a16="http://schemas.microsoft.com/office/drawing/2014/main" id="{7EC5BE3A-4D02-477D-96F1-2A1898CED9E3}"/>
              </a:ext>
            </a:extLst>
          </p:cNvPr>
          <p:cNvSpPr>
            <a:spLocks xmlns:a="http://schemas.openxmlformats.org/drawingml/2006/main" noGrp="1"/>
          </p:cNvSpPr>
          <p:nvPr/>
        </p:nvSpPr>
        <p:spPr>
          <a:xfrm xmlns:a="http://schemas.openxmlformats.org/drawingml/2006/main">
            <a:off x="495300" y="7267575"/>
            <a:ext cx="8286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0">
                <a:solidFill>
                  <a:srgbClr val="202B35"/>
                </a:solidFill>
                <a:latin typeface="Apple SD Gothic Neo"/>
                <a:ea typeface="Apple SD Gothic Neo"/>
                <a:cs typeface="Apple SD Gothic Neo"/>
              </a:defRPr>
            </a:pPr>
            <a:r>
              <a:rPr sz="2325" b="0">
                <a:solidFill>
                  <a:srgbClr val="202B35"/>
                </a:solidFill>
                <a:latin typeface="Apple SD Gothic Neo"/>
                <a:ea typeface="Apple SD Gothic Neo"/>
                <a:cs typeface="Apple SD Gothic Neo"/>
              </a:rPr>
              <a:t>의미 재판단, 음성 응답과 과거 정보 준비</a:t>
            </a:r>
          </a:p>
          <a:p xmlns:a="http://schemas.openxmlformats.org/drawingml/2006/main">
            <a:pPr algn="l">
              <a:defRPr sz="2325" b="0">
                <a:solidFill>
                  <a:srgbClr val="202B35"/>
                </a:solidFill>
                <a:latin typeface="Apple SD Gothic Neo"/>
                <a:ea typeface="Apple SD Gothic Neo"/>
                <a:cs typeface="Apple SD Gothic Neo"/>
              </a:defRPr>
            </a:pPr>
            <a:r>
              <a:rPr sz="2325" b="0">
                <a:solidFill>
                  <a:srgbClr val="202B35"/>
                </a:solidFill>
                <a:latin typeface="Apple SD Gothic Neo"/>
                <a:ea typeface="Apple SD Gothic Neo"/>
                <a:cs typeface="Apple SD Gothic Neo"/>
              </a:rPr>
              <a:t>→ 쓰이지 않은 준비와 재시도도 모델 사용량을 만듭니다.</a:t>
            </a:r>
          </a:p>
        </p:txBody>
      </p:sp>
      <p:sp>
        <p:nvSpPr>
          <p:cNvPr id="20" name="v2-19-memory-cause">
            <a:extLst xmlns:a="http://schemas.openxmlformats.org/drawingml/2006/main">
              <a:ext uri="{FF2B5EF4-FFF2-40B4-BE49-F238E27FC236}">
                <a16:creationId xmlns:a16="http://schemas.microsoft.com/office/drawing/2014/main" id="{59678C30-4D0A-4916-80EA-0059384FDD0D}"/>
              </a:ext>
            </a:extLst>
          </p:cNvPr>
          <p:cNvSpPr>
            <a:spLocks xmlns:a="http://schemas.openxmlformats.org/drawingml/2006/main" noGrp="1"/>
          </p:cNvSpPr>
          <p:nvPr/>
        </p:nvSpPr>
        <p:spPr>
          <a:xfrm xmlns:a="http://schemas.openxmlformats.org/drawingml/2006/main">
            <a:off x="9525000" y="7267575"/>
            <a:ext cx="8286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0">
                <a:solidFill>
                  <a:srgbClr val="202B35"/>
                </a:solidFill>
                <a:latin typeface="Apple SD Gothic Neo"/>
                <a:ea typeface="Apple SD Gothic Neo"/>
                <a:cs typeface="Apple SD Gothic Neo"/>
              </a:defRPr>
            </a:pPr>
            <a:r>
              <a:rPr sz="2325" b="0">
                <a:solidFill>
                  <a:srgbClr val="202B35"/>
                </a:solidFill>
                <a:latin typeface="Apple SD Gothic Neo"/>
                <a:ea typeface="Apple SD Gothic Neo"/>
                <a:cs typeface="Apple SD Gothic Neo"/>
              </a:rPr>
              <a:t>진행 업무, 대화 기록과 입출력 버퍼</a:t>
            </a:r>
          </a:p>
          <a:p xmlns:a="http://schemas.openxmlformats.org/drawingml/2006/main">
            <a:pPr algn="l">
              <a:defRPr sz="2325" b="0">
                <a:solidFill>
                  <a:srgbClr val="202B35"/>
                </a:solidFill>
                <a:latin typeface="Apple SD Gothic Neo"/>
                <a:ea typeface="Apple SD Gothic Neo"/>
                <a:cs typeface="Apple SD Gothic Neo"/>
              </a:defRPr>
            </a:pPr>
            <a:r>
              <a:rPr sz="2325" b="0">
                <a:solidFill>
                  <a:srgbClr val="202B35"/>
                </a:solidFill>
                <a:latin typeface="Apple SD Gothic Neo"/>
                <a:ea typeface="Apple SD Gothic Neo"/>
                <a:cs typeface="Apple SD Gothic Neo"/>
              </a:rPr>
              <a:t>→ 사용자 앱과 함께 쓰는 PC 메모리를 점유합니다.</a:t>
            </a:r>
          </a:p>
        </p:txBody>
      </p:sp>
      <p:sp>
        <p:nvSpPr>
          <p:cNvPr id="21" name="v2-20-note">
            <a:extLst xmlns:a="http://schemas.openxmlformats.org/drawingml/2006/main">
              <a:ext uri="{FF2B5EF4-FFF2-40B4-BE49-F238E27FC236}">
                <a16:creationId xmlns:a16="http://schemas.microsoft.com/office/drawing/2014/main" id="{16A35BC9-736D-4457-BCAB-2DD7EDB4EDA0}"/>
              </a:ext>
            </a:extLst>
          </p:cNvPr>
          <p:cNvSpPr>
            <a:spLocks xmlns:a="http://schemas.openxmlformats.org/drawingml/2006/main" noGrp="1"/>
          </p:cNvSpPr>
          <p:nvPr/>
        </p:nvSpPr>
        <p:spPr>
          <a:xfrm xmlns:a="http://schemas.openxmlformats.org/drawingml/2006/main">
            <a:off x="495300" y="9124950"/>
            <a:ext cx="1695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0">
                <a:solidFill>
                  <a:srgbClr val="00889A"/>
                </a:solidFill>
                <a:latin typeface="Apple SD Gothic Neo"/>
                <a:ea typeface="Apple SD Gothic Neo"/>
                <a:cs typeface="Apple SD Gothic Neo"/>
              </a:defRPr>
            </a:pPr>
            <a:r>
              <a:rPr sz="2325" b="0">
                <a:solidFill>
                  <a:srgbClr val="00889A"/>
                </a:solidFill>
                <a:latin typeface="Apple SD Gothic Neo"/>
                <a:ea typeface="Apple SD Gothic Neo"/>
                <a:cs typeface="Apple SD Gothic Neo"/>
              </a:rPr>
              <a:t>업무 AI의 실제 작성 시간과 별개로, VIA가 해석하고 연결하며 만드는 기다림도 줄여야 합니다.</a:t>
            </a:r>
          </a:p>
        </p:txBody>
      </p:sp>
    </p:spTree>
    <p:extLst>
      <p:ext uri="{BB962C8B-B14F-4D97-AF65-F5344CB8AC3E}">
        <p14:creationId xmlns:p14="http://schemas.microsoft.com/office/powerpoint/2010/main" val="1756832137"/>
      </p:ext>
    </p:extLst>
  </p:cSld>
</p:sld>
</file>

<file path=ppt/slides/slide47.xml><?xml version="1.0" encoding="utf-8"?>
<p:sld xmlns:p="http://schemas.openxmlformats.org/presentationml/2006/main">
  <p:cSld name="domain-primer">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v2-21-section">
            <a:extLst xmlns:a="http://schemas.openxmlformats.org/drawingml/2006/main">
              <a:ext uri="{FF2B5EF4-FFF2-40B4-BE49-F238E27FC236}">
                <a16:creationId xmlns:a16="http://schemas.microsoft.com/office/drawing/2014/main" id="{E5B0FFFB-F414-4407-8F02-853DB94B5A64}"/>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과제 소개</a:t>
            </a:r>
          </a:p>
        </p:txBody>
      </p:sp>
      <p:sp>
        <p:nvSpPr>
          <p:cNvPr id="2" name="v2-22-title">
            <a:extLst xmlns:a="http://schemas.openxmlformats.org/drawingml/2006/main">
              <a:ext uri="{FF2B5EF4-FFF2-40B4-BE49-F238E27FC236}">
                <a16:creationId xmlns:a16="http://schemas.microsoft.com/office/drawing/2014/main" id="{B24A0D38-4FD8-4D94-8A43-A0157DF0D9CD}"/>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B35"/>
                </a:solidFill>
                <a:latin typeface="Apple SD Gothic Neo"/>
                <a:ea typeface="Apple SD Gothic Neo"/>
                <a:cs typeface="Apple SD Gothic Neo"/>
              </a:defRPr>
            </a:pPr>
            <a:r>
              <a:rPr sz="3600" b="1">
                <a:solidFill>
                  <a:srgbClr val="202B35"/>
                </a:solidFill>
                <a:latin typeface="Apple SD Gothic Neo"/>
                <a:ea typeface="Apple SD Gothic Neo"/>
                <a:cs typeface="Apple SD Gothic Neo"/>
              </a:rPr>
              <a:t>VIA는 대화를 관리하고, 업무 AI는 실제 작업을 수행합니다</a:t>
            </a:r>
          </a:p>
        </p:txBody>
      </p:sp>
      <p:sp>
        <p:nvSpPr>
          <p:cNvPr id="3" name="v2-23-rule">
            <a:extLst xmlns:a="http://schemas.openxmlformats.org/drawingml/2006/main">
              <a:ext uri="{FF2B5EF4-FFF2-40B4-BE49-F238E27FC236}">
                <a16:creationId xmlns:a16="http://schemas.microsoft.com/office/drawing/2014/main" id="{FE120782-0998-4573-A0C0-F8821FFB668C}"/>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24-page">
            <a:extLst xmlns:a="http://schemas.openxmlformats.org/drawingml/2006/main">
              <a:ext uri="{FF2B5EF4-FFF2-40B4-BE49-F238E27FC236}">
                <a16:creationId xmlns:a16="http://schemas.microsoft.com/office/drawing/2014/main" id="{46D8EE02-8317-4AAF-B11F-AF88FFCF8699}"/>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04</a:t>
            </a:r>
          </a:p>
        </p:txBody>
      </p:sp>
      <p:sp>
        <p:nvSpPr>
          <p:cNvPr id="5" name="v2-25-note">
            <a:extLst xmlns:a="http://schemas.openxmlformats.org/drawingml/2006/main">
              <a:ext uri="{FF2B5EF4-FFF2-40B4-BE49-F238E27FC236}">
                <a16:creationId xmlns:a16="http://schemas.microsoft.com/office/drawing/2014/main" id="{4A710B79-A224-4755-8227-2B7A89B6BFCD}"/>
              </a:ext>
            </a:extLst>
          </p:cNvPr>
          <p:cNvSpPr>
            <a:spLocks xmlns:a="http://schemas.openxmlformats.org/drawingml/2006/main" noGrp="1"/>
          </p:cNvSpPr>
          <p:nvPr/>
        </p:nvSpPr>
        <p:spPr>
          <a:xfrm xmlns:a="http://schemas.openxmlformats.org/drawingml/2006/main">
            <a:off x="495300" y="1562100"/>
            <a:ext cx="1714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50" b="0">
                <a:solidFill>
                  <a:srgbClr val="00889A"/>
                </a:solidFill>
                <a:latin typeface="Apple SD Gothic Neo"/>
                <a:ea typeface="Apple SD Gothic Neo"/>
                <a:cs typeface="Apple SD Gothic Neo"/>
              </a:defRPr>
            </a:pPr>
            <a:r>
              <a:rPr sz="2550" b="0">
                <a:solidFill>
                  <a:srgbClr val="00889A"/>
                </a:solidFill>
                <a:latin typeface="Apple SD Gothic Neo"/>
                <a:ea typeface="Apple SD Gothic Neo"/>
                <a:cs typeface="Apple SD Gothic Neo"/>
              </a:rPr>
              <a:t>Voice Interaction Agent: 음성, 텍스트와 당시 화면을 함께 받아 PC 업무를 이어주는 프로그램</a:t>
            </a:r>
          </a:p>
        </p:txBody>
      </p:sp>
      <p:sp>
        <p:nvSpPr>
          <p:cNvPr id="6" name="v2-26-사용자">
            <a:extLst xmlns:a="http://schemas.openxmlformats.org/drawingml/2006/main">
              <a:ext uri="{FF2B5EF4-FFF2-40B4-BE49-F238E27FC236}">
                <a16:creationId xmlns:a16="http://schemas.microsoft.com/office/drawing/2014/main" id="{58E696E2-FF66-4406-99F0-0D47FE5950EB}"/>
              </a:ext>
            </a:extLst>
          </p:cNvPr>
          <p:cNvSpPr>
            <a:spLocks xmlns:a="http://schemas.openxmlformats.org/drawingml/2006/main" noGrp="1"/>
          </p:cNvSpPr>
          <p:nvPr/>
        </p:nvSpPr>
        <p:spPr>
          <a:xfrm xmlns:a="http://schemas.openxmlformats.org/drawingml/2006/main">
            <a:off x="495300" y="2857500"/>
            <a:ext cx="2476500" cy="809625"/>
          </a:xfrm>
          <a:prstGeom xmlns:a="http://schemas.openxmlformats.org/drawingml/2006/main" prst="rect">
            <a:avLst/>
          </a:prstGeom>
          <a:solidFill xmlns:a="http://schemas.openxmlformats.org/drawingml/2006/main">
            <a:srgbClr val="EAF3F7"/>
          </a:solidFill>
          <a:ln xmlns:a="http://schemas.openxmlformats.org/drawingml/2006/main" w="19050">
            <a:solidFill>
              <a:srgbClr val="576773"/>
            </a:solidFill>
          </a:ln>
        </p:spPr>
      </p:sp>
      <p:sp>
        <p:nvSpPr>
          <p:cNvPr id="7" name="v2-27-사용자-name">
            <a:extLst xmlns:a="http://schemas.openxmlformats.org/drawingml/2006/main">
              <a:ext uri="{FF2B5EF4-FFF2-40B4-BE49-F238E27FC236}">
                <a16:creationId xmlns:a16="http://schemas.microsoft.com/office/drawing/2014/main" id="{3B6D7BB6-02AC-4687-A338-F56FAD6EF272}"/>
              </a:ext>
            </a:extLst>
          </p:cNvPr>
          <p:cNvSpPr>
            <a:spLocks xmlns:a="http://schemas.openxmlformats.org/drawingml/2006/main" noGrp="1"/>
          </p:cNvSpPr>
          <p:nvPr/>
        </p:nvSpPr>
        <p:spPr>
          <a:xfrm xmlns:a="http://schemas.openxmlformats.org/drawingml/2006/main">
            <a:off x="571500" y="2857500"/>
            <a:ext cx="2324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850" b="0">
                <a:solidFill>
                  <a:srgbClr val="202B35"/>
                </a:solidFill>
                <a:latin typeface="Apple SD Gothic Neo"/>
                <a:ea typeface="Apple SD Gothic Neo"/>
                <a:cs typeface="Apple SD Gothic Neo"/>
              </a:defRPr>
            </a:pPr>
            <a:r>
              <a:rPr sz="2850" b="0">
                <a:solidFill>
                  <a:srgbClr val="202B35"/>
                </a:solidFill>
                <a:latin typeface="Apple SD Gothic Neo"/>
                <a:ea typeface="Apple SD Gothic Neo"/>
                <a:cs typeface="Apple SD Gothic Neo"/>
              </a:rPr>
              <a:t>사용자</a:t>
            </a:r>
          </a:p>
        </p:txBody>
      </p:sp>
      <p:sp>
        <p:nvSpPr>
          <p:cNvPr id="8" name="v2-28-로컬 VIA">
            <a:extLst xmlns:a="http://schemas.openxmlformats.org/drawingml/2006/main">
              <a:ext uri="{FF2B5EF4-FFF2-40B4-BE49-F238E27FC236}">
                <a16:creationId xmlns:a16="http://schemas.microsoft.com/office/drawing/2014/main" id="{224D553C-10F7-4679-A7A7-DFDC36468F64}"/>
              </a:ext>
            </a:extLst>
          </p:cNvPr>
          <p:cNvSpPr>
            <a:spLocks xmlns:a="http://schemas.openxmlformats.org/drawingml/2006/main" noGrp="1"/>
          </p:cNvSpPr>
          <p:nvPr/>
        </p:nvSpPr>
        <p:spPr>
          <a:xfrm xmlns:a="http://schemas.openxmlformats.org/drawingml/2006/main">
            <a:off x="5000625" y="2857500"/>
            <a:ext cx="4286250" cy="809625"/>
          </a:xfrm>
          <a:prstGeom xmlns:a="http://schemas.openxmlformats.org/drawingml/2006/main" prst="rect">
            <a:avLst/>
          </a:prstGeom>
          <a:solidFill xmlns:a="http://schemas.openxmlformats.org/drawingml/2006/main">
            <a:srgbClr val="EAF3F7"/>
          </a:solidFill>
          <a:ln xmlns:a="http://schemas.openxmlformats.org/drawingml/2006/main" w="19050">
            <a:solidFill>
              <a:srgbClr val="576773"/>
            </a:solidFill>
          </a:ln>
        </p:spPr>
      </p:sp>
      <p:sp>
        <p:nvSpPr>
          <p:cNvPr id="9" name="v2-29-로컬 VIA-name">
            <a:extLst xmlns:a="http://schemas.openxmlformats.org/drawingml/2006/main">
              <a:ext uri="{FF2B5EF4-FFF2-40B4-BE49-F238E27FC236}">
                <a16:creationId xmlns:a16="http://schemas.microsoft.com/office/drawing/2014/main" id="{96173FF5-7898-477B-9187-A075CF817DDF}"/>
              </a:ext>
            </a:extLst>
          </p:cNvPr>
          <p:cNvSpPr>
            <a:spLocks xmlns:a="http://schemas.openxmlformats.org/drawingml/2006/main" noGrp="1"/>
          </p:cNvSpPr>
          <p:nvPr/>
        </p:nvSpPr>
        <p:spPr>
          <a:xfrm xmlns:a="http://schemas.openxmlformats.org/drawingml/2006/main">
            <a:off x="5076825" y="2857500"/>
            <a:ext cx="413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850" b="0">
                <a:solidFill>
                  <a:srgbClr val="202B35"/>
                </a:solidFill>
                <a:latin typeface="Apple SD Gothic Neo"/>
                <a:ea typeface="Apple SD Gothic Neo"/>
                <a:cs typeface="Apple SD Gothic Neo"/>
              </a:defRPr>
            </a:pPr>
            <a:r>
              <a:rPr sz="2850" b="0">
                <a:solidFill>
                  <a:srgbClr val="202B35"/>
                </a:solidFill>
                <a:latin typeface="Apple SD Gothic Neo"/>
                <a:ea typeface="Apple SD Gothic Neo"/>
                <a:cs typeface="Apple SD Gothic Neo"/>
              </a:rPr>
              <a:t>로컬 VIA</a:t>
            </a:r>
          </a:p>
        </p:txBody>
      </p:sp>
      <p:sp>
        <p:nvSpPr>
          <p:cNvPr id="10" name="v2-30-Downstream Agent">
            <a:extLst xmlns:a="http://schemas.openxmlformats.org/drawingml/2006/main">
              <a:ext uri="{FF2B5EF4-FFF2-40B4-BE49-F238E27FC236}">
                <a16:creationId xmlns:a16="http://schemas.microsoft.com/office/drawing/2014/main" id="{223AE7CB-B3A5-4EE6-BD90-C9EA8BD5C65E}"/>
              </a:ext>
            </a:extLst>
          </p:cNvPr>
          <p:cNvSpPr>
            <a:spLocks xmlns:a="http://schemas.openxmlformats.org/drawingml/2006/main" noGrp="1"/>
          </p:cNvSpPr>
          <p:nvPr/>
        </p:nvSpPr>
        <p:spPr>
          <a:xfrm xmlns:a="http://schemas.openxmlformats.org/drawingml/2006/main">
            <a:off x="12715875" y="2857500"/>
            <a:ext cx="4905375" cy="809625"/>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11" name="v2-31-Downstream Agent-name">
            <a:extLst xmlns:a="http://schemas.openxmlformats.org/drawingml/2006/main">
              <a:ext uri="{FF2B5EF4-FFF2-40B4-BE49-F238E27FC236}">
                <a16:creationId xmlns:a16="http://schemas.microsoft.com/office/drawing/2014/main" id="{01F3DB6D-4EA7-4B81-9A0F-4C93D0AC9769}"/>
              </a:ext>
            </a:extLst>
          </p:cNvPr>
          <p:cNvSpPr>
            <a:spLocks xmlns:a="http://schemas.openxmlformats.org/drawingml/2006/main" noGrp="1"/>
          </p:cNvSpPr>
          <p:nvPr/>
        </p:nvSpPr>
        <p:spPr>
          <a:xfrm xmlns:a="http://schemas.openxmlformats.org/drawingml/2006/main">
            <a:off x="12792075" y="2857500"/>
            <a:ext cx="47529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700" b="0">
                <a:solidFill>
                  <a:srgbClr val="202B35"/>
                </a:solidFill>
                <a:latin typeface="Apple SD Gothic Neo"/>
                <a:ea typeface="Apple SD Gothic Neo"/>
                <a:cs typeface="Apple SD Gothic Neo"/>
              </a:defRPr>
            </a:pPr>
            <a:r>
              <a:rPr sz="2700" b="0">
                <a:solidFill>
                  <a:srgbClr val="202B35"/>
                </a:solidFill>
                <a:latin typeface="Apple SD Gothic Neo"/>
                <a:ea typeface="Apple SD Gothic Neo"/>
                <a:cs typeface="Apple SD Gothic Neo"/>
              </a:rPr>
              <a:t>Downstream Agent</a:t>
            </a:r>
          </a:p>
        </p:txBody>
      </p:sp>
      <p:sp>
        <p:nvSpPr>
          <p:cNvPr id="12" name="v2-32-user-via">
            <a:extLst xmlns:a="http://schemas.openxmlformats.org/drawingml/2006/main">
              <a:ext uri="{FF2B5EF4-FFF2-40B4-BE49-F238E27FC236}">
                <a16:creationId xmlns:a16="http://schemas.microsoft.com/office/drawing/2014/main" id="{AA26E279-855D-491B-8BB9-DCD85DD43610}"/>
              </a:ext>
            </a:extLst>
          </p:cNvPr>
          <p:cNvSpPr>
            <a:spLocks xmlns:a="http://schemas.openxmlformats.org/drawingml/2006/main" noGrp="1"/>
          </p:cNvSpPr>
          <p:nvPr/>
        </p:nvSpPr>
        <p:spPr>
          <a:xfrm xmlns:a="http://schemas.openxmlformats.org/drawingml/2006/main">
            <a:off x="2971800" y="3257550"/>
            <a:ext cx="2028825" cy="9525"/>
          </a:xfrm>
          <a:custGeom xmlns:a="http://schemas.openxmlformats.org/drawingml/2006/main">
            <a:pathLst>
              <a:path w="2028825" h="9525">
                <a:moveTo>
                  <a:pt x="0" y="0"/>
                </a:moveTo>
                <a:lnTo>
                  <a:pt x="2028825" y="0"/>
                </a:lnTo>
              </a:path>
            </a:pathLst>
          </a:custGeom>
          <a:noFill xmlns:a="http://schemas.openxmlformats.org/drawingml/2006/main"/>
          <a:ln xmlns:a="http://schemas.openxmlformats.org/drawingml/2006/main" w="28575">
            <a:solidFill>
              <a:srgbClr val="00889A"/>
            </a:solidFill>
            <a:prstDash val="solid"/>
          </a:ln>
        </p:spPr>
      </p:sp>
      <p:sp>
        <p:nvSpPr>
          <p:cNvPr id="13" name="v2-33-user-via-head">
            <a:extLst xmlns:a="http://schemas.openxmlformats.org/drawingml/2006/main">
              <a:ext uri="{FF2B5EF4-FFF2-40B4-BE49-F238E27FC236}">
                <a16:creationId xmlns:a16="http://schemas.microsoft.com/office/drawing/2014/main" id="{ACBC43A9-322E-45E4-BB47-FFA028FFF98C}"/>
              </a:ext>
            </a:extLst>
          </p:cNvPr>
          <p:cNvSpPr>
            <a:spLocks xmlns:a="http://schemas.openxmlformats.org/drawingml/2006/main" noGrp="1"/>
          </p:cNvSpPr>
          <p:nvPr/>
        </p:nvSpPr>
        <p:spPr>
          <a:xfrm xmlns:a="http://schemas.openxmlformats.org/drawingml/2006/main">
            <a:off x="4900317" y="32027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8575">
            <a:solidFill>
              <a:srgbClr val="00889A"/>
            </a:solidFill>
            <a:prstDash val="solid"/>
          </a:ln>
        </p:spPr>
      </p:sp>
      <p:sp>
        <p:nvSpPr>
          <p:cNvPr id="14" name="v2-34-note">
            <a:extLst xmlns:a="http://schemas.openxmlformats.org/drawingml/2006/main">
              <a:ext uri="{FF2B5EF4-FFF2-40B4-BE49-F238E27FC236}">
                <a16:creationId xmlns:a16="http://schemas.microsoft.com/office/drawing/2014/main" id="{72F237B1-E19D-4162-8F5D-9EF510E1A547}"/>
              </a:ext>
            </a:extLst>
          </p:cNvPr>
          <p:cNvSpPr>
            <a:spLocks xmlns:a="http://schemas.openxmlformats.org/drawingml/2006/main" noGrp="1"/>
          </p:cNvSpPr>
          <p:nvPr/>
        </p:nvSpPr>
        <p:spPr>
          <a:xfrm xmlns:a="http://schemas.openxmlformats.org/drawingml/2006/main">
            <a:off x="3114675" y="2609850"/>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576773"/>
                </a:solidFill>
                <a:latin typeface="Apple SD Gothic Neo"/>
                <a:ea typeface="Apple SD Gothic Neo"/>
                <a:cs typeface="Apple SD Gothic Neo"/>
              </a:defRPr>
            </a:pPr>
            <a:r>
              <a:rPr sz="2175" b="0">
                <a:solidFill>
                  <a:srgbClr val="576773"/>
                </a:solidFill>
                <a:latin typeface="Apple SD Gothic Neo"/>
                <a:ea typeface="Apple SD Gothic Neo"/>
                <a:cs typeface="Apple SD Gothic Neo"/>
              </a:rPr>
              <a:t>입력과 화면</a:t>
            </a:r>
          </a:p>
        </p:txBody>
      </p:sp>
      <p:sp>
        <p:nvSpPr>
          <p:cNvPr id="15" name="v2-35-via-agent">
            <a:extLst xmlns:a="http://schemas.openxmlformats.org/drawingml/2006/main">
              <a:ext uri="{FF2B5EF4-FFF2-40B4-BE49-F238E27FC236}">
                <a16:creationId xmlns:a16="http://schemas.microsoft.com/office/drawing/2014/main" id="{20F824F2-EBDF-451F-BBF0-4AD4F6EF9EF2}"/>
              </a:ext>
            </a:extLst>
          </p:cNvPr>
          <p:cNvSpPr>
            <a:spLocks xmlns:a="http://schemas.openxmlformats.org/drawingml/2006/main" noGrp="1"/>
          </p:cNvSpPr>
          <p:nvPr/>
        </p:nvSpPr>
        <p:spPr>
          <a:xfrm xmlns:a="http://schemas.openxmlformats.org/drawingml/2006/main">
            <a:off x="9286875" y="3257550"/>
            <a:ext cx="3429000" cy="9525"/>
          </a:xfrm>
          <a:custGeom xmlns:a="http://schemas.openxmlformats.org/drawingml/2006/main">
            <a:pathLst>
              <a:path w="3429000" h="9525">
                <a:moveTo>
                  <a:pt x="0" y="0"/>
                </a:moveTo>
                <a:lnTo>
                  <a:pt x="3429000" y="0"/>
                </a:lnTo>
              </a:path>
            </a:pathLst>
          </a:custGeom>
          <a:noFill xmlns:a="http://schemas.openxmlformats.org/drawingml/2006/main"/>
          <a:ln xmlns:a="http://schemas.openxmlformats.org/drawingml/2006/main" w="28575">
            <a:solidFill>
              <a:srgbClr val="00889A"/>
            </a:solidFill>
            <a:prstDash val="solid"/>
          </a:ln>
        </p:spPr>
      </p:sp>
      <p:sp>
        <p:nvSpPr>
          <p:cNvPr id="16" name="v2-36-via-agent-head">
            <a:extLst xmlns:a="http://schemas.openxmlformats.org/drawingml/2006/main">
              <a:ext uri="{FF2B5EF4-FFF2-40B4-BE49-F238E27FC236}">
                <a16:creationId xmlns:a16="http://schemas.microsoft.com/office/drawing/2014/main" id="{D7FEB17F-12DD-401F-9341-9E6B45FBA186}"/>
              </a:ext>
            </a:extLst>
          </p:cNvPr>
          <p:cNvSpPr>
            <a:spLocks xmlns:a="http://schemas.openxmlformats.org/drawingml/2006/main" noGrp="1"/>
          </p:cNvSpPr>
          <p:nvPr/>
        </p:nvSpPr>
        <p:spPr>
          <a:xfrm xmlns:a="http://schemas.openxmlformats.org/drawingml/2006/main">
            <a:off x="12615567" y="32027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8575">
            <a:solidFill>
              <a:srgbClr val="00889A"/>
            </a:solidFill>
            <a:prstDash val="solid"/>
          </a:ln>
        </p:spPr>
      </p:sp>
      <p:sp>
        <p:nvSpPr>
          <p:cNvPr id="17" name="v2-37-note">
            <a:extLst xmlns:a="http://schemas.openxmlformats.org/drawingml/2006/main">
              <a:ext uri="{FF2B5EF4-FFF2-40B4-BE49-F238E27FC236}">
                <a16:creationId xmlns:a16="http://schemas.microsoft.com/office/drawing/2014/main" id="{FC96D12E-46C5-4A21-B9EA-5432D92B4913}"/>
              </a:ext>
            </a:extLst>
          </p:cNvPr>
          <p:cNvSpPr>
            <a:spLocks xmlns:a="http://schemas.openxmlformats.org/drawingml/2006/main" noGrp="1"/>
          </p:cNvSpPr>
          <p:nvPr/>
        </p:nvSpPr>
        <p:spPr>
          <a:xfrm xmlns:a="http://schemas.openxmlformats.org/drawingml/2006/main">
            <a:off x="9658350" y="257175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검사 후 업무 위임</a:t>
            </a:r>
          </a:p>
        </p:txBody>
      </p:sp>
      <p:sp>
        <p:nvSpPr>
          <p:cNvPr id="18" name="v2-38-agent-return">
            <a:extLst xmlns:a="http://schemas.openxmlformats.org/drawingml/2006/main">
              <a:ext uri="{FF2B5EF4-FFF2-40B4-BE49-F238E27FC236}">
                <a16:creationId xmlns:a16="http://schemas.microsoft.com/office/drawing/2014/main" id="{00AB7417-DB56-4020-A735-14D1F22398C8}"/>
              </a:ext>
            </a:extLst>
          </p:cNvPr>
          <p:cNvSpPr>
            <a:spLocks xmlns:a="http://schemas.openxmlformats.org/drawingml/2006/main" noGrp="1"/>
          </p:cNvSpPr>
          <p:nvPr/>
        </p:nvSpPr>
        <p:spPr>
          <a:xfrm xmlns:a="http://schemas.openxmlformats.org/drawingml/2006/main">
            <a:off x="7143750" y="3667125"/>
            <a:ext cx="5572125" cy="219075"/>
          </a:xfrm>
          <a:custGeom xmlns:a="http://schemas.openxmlformats.org/drawingml/2006/main">
            <a:pathLst>
              <a:path w="5572125" h="219075">
                <a:moveTo>
                  <a:pt x="5572125" y="219075"/>
                </a:moveTo>
                <a:lnTo>
                  <a:pt x="0" y="219075"/>
                </a:lnTo>
                <a:lnTo>
                  <a:pt x="0" y="0"/>
                </a:lnTo>
              </a:path>
            </a:pathLst>
          </a:custGeom>
          <a:noFill xmlns:a="http://schemas.openxmlformats.org/drawingml/2006/main"/>
          <a:ln xmlns:a="http://schemas.openxmlformats.org/drawingml/2006/main" w="28575">
            <a:solidFill>
              <a:srgbClr val="576773"/>
            </a:solidFill>
            <a:prstDash val="solid"/>
          </a:ln>
        </p:spPr>
      </p:sp>
      <p:sp>
        <p:nvSpPr>
          <p:cNvPr id="19" name="v2-39-agent-return-head">
            <a:extLst xmlns:a="http://schemas.openxmlformats.org/drawingml/2006/main">
              <a:ext uri="{FF2B5EF4-FFF2-40B4-BE49-F238E27FC236}">
                <a16:creationId xmlns:a16="http://schemas.microsoft.com/office/drawing/2014/main" id="{2CD96EC4-5387-4BE5-840C-EB405FFD2839}"/>
              </a:ext>
            </a:extLst>
          </p:cNvPr>
          <p:cNvSpPr>
            <a:spLocks xmlns:a="http://schemas.openxmlformats.org/drawingml/2006/main" noGrp="1"/>
          </p:cNvSpPr>
          <p:nvPr/>
        </p:nvSpPr>
        <p:spPr>
          <a:xfrm xmlns:a="http://schemas.openxmlformats.org/drawingml/2006/main">
            <a:off x="7088952" y="3667125"/>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8575">
            <a:solidFill>
              <a:srgbClr val="576773"/>
            </a:solidFill>
            <a:prstDash val="solid"/>
          </a:ln>
        </p:spPr>
      </p:sp>
      <p:sp>
        <p:nvSpPr>
          <p:cNvPr id="20" name="v2-40-note">
            <a:extLst xmlns:a="http://schemas.openxmlformats.org/drawingml/2006/main">
              <a:ext uri="{FF2B5EF4-FFF2-40B4-BE49-F238E27FC236}">
                <a16:creationId xmlns:a16="http://schemas.microsoft.com/office/drawing/2014/main" id="{F27A43BB-C5D8-4204-8CC8-7D6196795198}"/>
              </a:ext>
            </a:extLst>
          </p:cNvPr>
          <p:cNvSpPr>
            <a:spLocks xmlns:a="http://schemas.openxmlformats.org/drawingml/2006/main" noGrp="1"/>
          </p:cNvSpPr>
          <p:nvPr/>
        </p:nvSpPr>
        <p:spPr>
          <a:xfrm xmlns:a="http://schemas.openxmlformats.org/drawingml/2006/main">
            <a:off x="8877300" y="3962400"/>
            <a:ext cx="647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576773"/>
                </a:solidFill>
                <a:latin typeface="Apple SD Gothic Neo"/>
                <a:ea typeface="Apple SD Gothic Neo"/>
                <a:cs typeface="Apple SD Gothic Neo"/>
              </a:defRPr>
            </a:pPr>
            <a:r>
              <a:rPr sz="2175" b="0">
                <a:solidFill>
                  <a:srgbClr val="576773"/>
                </a:solidFill>
                <a:latin typeface="Apple SD Gothic Neo"/>
                <a:ea typeface="Apple SD Gothic Neo"/>
                <a:cs typeface="Apple SD Gothic Neo"/>
              </a:rPr>
              <a:t>질문, 확인된 진행과 결과</a:t>
            </a:r>
          </a:p>
        </p:txBody>
      </p:sp>
      <p:sp>
        <p:nvSpPr>
          <p:cNvPr id="21" name="v2-41-Model Access">
            <a:extLst xmlns:a="http://schemas.openxmlformats.org/drawingml/2006/main">
              <a:ext uri="{FF2B5EF4-FFF2-40B4-BE49-F238E27FC236}">
                <a16:creationId xmlns:a16="http://schemas.microsoft.com/office/drawing/2014/main" id="{BB2DF0B2-836F-4B83-A54A-D41EDA6296C5}"/>
              </a:ext>
            </a:extLst>
          </p:cNvPr>
          <p:cNvSpPr>
            <a:spLocks xmlns:a="http://schemas.openxmlformats.org/drawingml/2006/main" noGrp="1"/>
          </p:cNvSpPr>
          <p:nvPr/>
        </p:nvSpPr>
        <p:spPr>
          <a:xfrm xmlns:a="http://schemas.openxmlformats.org/drawingml/2006/main">
            <a:off x="5000625" y="4667250"/>
            <a:ext cx="428625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22" name="v2-42-Model Access-name">
            <a:extLst xmlns:a="http://schemas.openxmlformats.org/drawingml/2006/main">
              <a:ext uri="{FF2B5EF4-FFF2-40B4-BE49-F238E27FC236}">
                <a16:creationId xmlns:a16="http://schemas.microsoft.com/office/drawing/2014/main" id="{23A25152-AFC9-436B-9F03-A6F6767FB3EC}"/>
              </a:ext>
            </a:extLst>
          </p:cNvPr>
          <p:cNvSpPr>
            <a:spLocks xmlns:a="http://schemas.openxmlformats.org/drawingml/2006/main" noGrp="1"/>
          </p:cNvSpPr>
          <p:nvPr/>
        </p:nvSpPr>
        <p:spPr>
          <a:xfrm xmlns:a="http://schemas.openxmlformats.org/drawingml/2006/main">
            <a:off x="5076825" y="4667250"/>
            <a:ext cx="4133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202B35"/>
                </a:solidFill>
                <a:latin typeface="Apple SD Gothic Neo"/>
                <a:ea typeface="Apple SD Gothic Neo"/>
                <a:cs typeface="Apple SD Gothic Neo"/>
              </a:defRPr>
            </a:pPr>
            <a:r>
              <a:rPr sz="2400" b="0">
                <a:solidFill>
                  <a:srgbClr val="202B35"/>
                </a:solidFill>
                <a:latin typeface="Apple SD Gothic Neo"/>
                <a:ea typeface="Apple SD Gothic Neo"/>
                <a:cs typeface="Apple SD Gothic Neo"/>
              </a:rPr>
              <a:t>Model Access</a:t>
            </a:r>
          </a:p>
        </p:txBody>
      </p:sp>
      <p:sp>
        <p:nvSpPr>
          <p:cNvPr id="23" name="v2-43-클라우드 음성 모델">
            <a:extLst xmlns:a="http://schemas.openxmlformats.org/drawingml/2006/main">
              <a:ext uri="{FF2B5EF4-FFF2-40B4-BE49-F238E27FC236}">
                <a16:creationId xmlns:a16="http://schemas.microsoft.com/office/drawing/2014/main" id="{3790AE97-2705-499F-8630-32F0E42CEF3E}"/>
              </a:ext>
            </a:extLst>
          </p:cNvPr>
          <p:cNvSpPr>
            <a:spLocks xmlns:a="http://schemas.openxmlformats.org/drawingml/2006/main" noGrp="1"/>
          </p:cNvSpPr>
          <p:nvPr/>
        </p:nvSpPr>
        <p:spPr>
          <a:xfrm xmlns:a="http://schemas.openxmlformats.org/drawingml/2006/main">
            <a:off x="10953750" y="4667250"/>
            <a:ext cx="3048000" cy="619125"/>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24" name="v2-44-클라우드 음성 모델-name">
            <a:extLst xmlns:a="http://schemas.openxmlformats.org/drawingml/2006/main">
              <a:ext uri="{FF2B5EF4-FFF2-40B4-BE49-F238E27FC236}">
                <a16:creationId xmlns:a16="http://schemas.microsoft.com/office/drawing/2014/main" id="{5723B902-979F-42B0-A9B0-1255660A4D7E}"/>
              </a:ext>
            </a:extLst>
          </p:cNvPr>
          <p:cNvSpPr>
            <a:spLocks xmlns:a="http://schemas.openxmlformats.org/drawingml/2006/main" noGrp="1"/>
          </p:cNvSpPr>
          <p:nvPr/>
        </p:nvSpPr>
        <p:spPr>
          <a:xfrm xmlns:a="http://schemas.openxmlformats.org/drawingml/2006/main">
            <a:off x="11029950" y="4667250"/>
            <a:ext cx="289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클라우드 음성 모델</a:t>
            </a:r>
          </a:p>
        </p:txBody>
      </p:sp>
      <p:sp>
        <p:nvSpPr>
          <p:cNvPr id="25" name="v2-45-클라우드 의미 LLM">
            <a:extLst xmlns:a="http://schemas.openxmlformats.org/drawingml/2006/main">
              <a:ext uri="{FF2B5EF4-FFF2-40B4-BE49-F238E27FC236}">
                <a16:creationId xmlns:a16="http://schemas.microsoft.com/office/drawing/2014/main" id="{D8F81462-06E6-42A5-A07A-06EC37F3EA01}"/>
              </a:ext>
            </a:extLst>
          </p:cNvPr>
          <p:cNvSpPr>
            <a:spLocks xmlns:a="http://schemas.openxmlformats.org/drawingml/2006/main" noGrp="1"/>
          </p:cNvSpPr>
          <p:nvPr/>
        </p:nvSpPr>
        <p:spPr>
          <a:xfrm xmlns:a="http://schemas.openxmlformats.org/drawingml/2006/main">
            <a:off x="14287500" y="4667250"/>
            <a:ext cx="3333750" cy="619125"/>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26" name="v2-46-클라우드 의미 LLM-name">
            <a:extLst xmlns:a="http://schemas.openxmlformats.org/drawingml/2006/main">
              <a:ext uri="{FF2B5EF4-FFF2-40B4-BE49-F238E27FC236}">
                <a16:creationId xmlns:a16="http://schemas.microsoft.com/office/drawing/2014/main" id="{738A8AEA-6222-468A-B829-B73CBD5D2040}"/>
              </a:ext>
            </a:extLst>
          </p:cNvPr>
          <p:cNvSpPr>
            <a:spLocks xmlns:a="http://schemas.openxmlformats.org/drawingml/2006/main" noGrp="1"/>
          </p:cNvSpPr>
          <p:nvPr/>
        </p:nvSpPr>
        <p:spPr>
          <a:xfrm xmlns:a="http://schemas.openxmlformats.org/drawingml/2006/main">
            <a:off x="14363700" y="4667250"/>
            <a:ext cx="3181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클라우드 의미 LLM</a:t>
            </a:r>
          </a:p>
        </p:txBody>
      </p:sp>
      <p:sp>
        <p:nvSpPr>
          <p:cNvPr id="27" name="v2-47-via-model">
            <a:extLst xmlns:a="http://schemas.openxmlformats.org/drawingml/2006/main">
              <a:ext uri="{FF2B5EF4-FFF2-40B4-BE49-F238E27FC236}">
                <a16:creationId xmlns:a16="http://schemas.microsoft.com/office/drawing/2014/main" id="{42545227-DEB6-49E5-8A46-2D03A25E20E9}"/>
              </a:ext>
            </a:extLst>
          </p:cNvPr>
          <p:cNvSpPr>
            <a:spLocks xmlns:a="http://schemas.openxmlformats.org/drawingml/2006/main" noGrp="1"/>
          </p:cNvSpPr>
          <p:nvPr/>
        </p:nvSpPr>
        <p:spPr>
          <a:xfrm xmlns:a="http://schemas.openxmlformats.org/drawingml/2006/main">
            <a:off x="7143750" y="3667125"/>
            <a:ext cx="9525" cy="1000125"/>
          </a:xfrm>
          <a:custGeom xmlns:a="http://schemas.openxmlformats.org/drawingml/2006/main">
            <a:pathLst>
              <a:path w="9525" h="1000125">
                <a:moveTo>
                  <a:pt x="0" y="0"/>
                </a:moveTo>
                <a:lnTo>
                  <a:pt x="0" y="1000125"/>
                </a:lnTo>
              </a:path>
            </a:pathLst>
          </a:custGeom>
          <a:noFill xmlns:a="http://schemas.openxmlformats.org/drawingml/2006/main"/>
          <a:ln xmlns:a="http://schemas.openxmlformats.org/drawingml/2006/main" w="28575">
            <a:solidFill>
              <a:srgbClr val="00889A"/>
            </a:solidFill>
            <a:prstDash val="solid"/>
          </a:ln>
        </p:spPr>
      </p:sp>
      <p:sp>
        <p:nvSpPr>
          <p:cNvPr id="28" name="v2-48-via-model-head">
            <a:extLst xmlns:a="http://schemas.openxmlformats.org/drawingml/2006/main">
              <a:ext uri="{FF2B5EF4-FFF2-40B4-BE49-F238E27FC236}">
                <a16:creationId xmlns:a16="http://schemas.microsoft.com/office/drawing/2014/main" id="{6F7DC035-1B4C-40E9-BC9A-80FA9A1AEF12}"/>
              </a:ext>
            </a:extLst>
          </p:cNvPr>
          <p:cNvSpPr>
            <a:spLocks xmlns:a="http://schemas.openxmlformats.org/drawingml/2006/main" noGrp="1"/>
          </p:cNvSpPr>
          <p:nvPr/>
        </p:nvSpPr>
        <p:spPr>
          <a:xfrm xmlns:a="http://schemas.openxmlformats.org/drawingml/2006/main">
            <a:off x="7088952" y="45669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8575">
            <a:solidFill>
              <a:srgbClr val="00889A"/>
            </a:solidFill>
            <a:prstDash val="solid"/>
          </a:ln>
        </p:spPr>
      </p:sp>
      <p:sp>
        <p:nvSpPr>
          <p:cNvPr id="29" name="v2-49-model-voice">
            <a:extLst xmlns:a="http://schemas.openxmlformats.org/drawingml/2006/main">
              <a:ext uri="{FF2B5EF4-FFF2-40B4-BE49-F238E27FC236}">
                <a16:creationId xmlns:a16="http://schemas.microsoft.com/office/drawing/2014/main" id="{144485ED-CC7C-41E3-8221-219B4EACF002}"/>
              </a:ext>
            </a:extLst>
          </p:cNvPr>
          <p:cNvSpPr>
            <a:spLocks xmlns:a="http://schemas.openxmlformats.org/drawingml/2006/main" noGrp="1"/>
          </p:cNvSpPr>
          <p:nvPr/>
        </p:nvSpPr>
        <p:spPr>
          <a:xfrm xmlns:a="http://schemas.openxmlformats.org/drawingml/2006/main">
            <a:off x="9286875" y="4991100"/>
            <a:ext cx="1666875" cy="9525"/>
          </a:xfrm>
          <a:custGeom xmlns:a="http://schemas.openxmlformats.org/drawingml/2006/main">
            <a:pathLst>
              <a:path w="1666875" h="9525">
                <a:moveTo>
                  <a:pt x="0" y="0"/>
                </a:moveTo>
                <a:lnTo>
                  <a:pt x="1666875" y="0"/>
                </a:lnTo>
              </a:path>
            </a:pathLst>
          </a:custGeom>
          <a:noFill xmlns:a="http://schemas.openxmlformats.org/drawingml/2006/main"/>
          <a:ln xmlns:a="http://schemas.openxmlformats.org/drawingml/2006/main" w="28575">
            <a:solidFill>
              <a:srgbClr val="576773"/>
            </a:solidFill>
            <a:prstDash val="solid"/>
          </a:ln>
        </p:spPr>
      </p:sp>
      <p:sp>
        <p:nvSpPr>
          <p:cNvPr id="30" name="v2-50-model-voice-head">
            <a:extLst xmlns:a="http://schemas.openxmlformats.org/drawingml/2006/main">
              <a:ext uri="{FF2B5EF4-FFF2-40B4-BE49-F238E27FC236}">
                <a16:creationId xmlns:a16="http://schemas.microsoft.com/office/drawing/2014/main" id="{AE2135DC-B061-4A56-8D00-CC107E2AAF83}"/>
              </a:ext>
            </a:extLst>
          </p:cNvPr>
          <p:cNvSpPr>
            <a:spLocks xmlns:a="http://schemas.openxmlformats.org/drawingml/2006/main" noGrp="1"/>
          </p:cNvSpPr>
          <p:nvPr/>
        </p:nvSpPr>
        <p:spPr>
          <a:xfrm xmlns:a="http://schemas.openxmlformats.org/drawingml/2006/main">
            <a:off x="10853442" y="493630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8575">
            <a:solidFill>
              <a:srgbClr val="576773"/>
            </a:solidFill>
            <a:prstDash val="solid"/>
          </a:ln>
        </p:spPr>
      </p:sp>
      <p:sp>
        <p:nvSpPr>
          <p:cNvPr id="31" name="v2-51-model-meaning">
            <a:extLst xmlns:a="http://schemas.openxmlformats.org/drawingml/2006/main">
              <a:ext uri="{FF2B5EF4-FFF2-40B4-BE49-F238E27FC236}">
                <a16:creationId xmlns:a16="http://schemas.microsoft.com/office/drawing/2014/main" id="{B7B4DD31-3441-468E-B879-967F59EF7AF9}"/>
              </a:ext>
            </a:extLst>
          </p:cNvPr>
          <p:cNvSpPr>
            <a:spLocks xmlns:a="http://schemas.openxmlformats.org/drawingml/2006/main" noGrp="1"/>
          </p:cNvSpPr>
          <p:nvPr/>
        </p:nvSpPr>
        <p:spPr>
          <a:xfrm xmlns:a="http://schemas.openxmlformats.org/drawingml/2006/main">
            <a:off x="9286875" y="5286375"/>
            <a:ext cx="6667500" cy="123825"/>
          </a:xfrm>
          <a:custGeom xmlns:a="http://schemas.openxmlformats.org/drawingml/2006/main">
            <a:pathLst>
              <a:path w="6667500" h="123825">
                <a:moveTo>
                  <a:pt x="0" y="123825"/>
                </a:moveTo>
                <a:lnTo>
                  <a:pt x="6667500" y="123825"/>
                </a:lnTo>
                <a:lnTo>
                  <a:pt x="6667500" y="0"/>
                </a:lnTo>
              </a:path>
            </a:pathLst>
          </a:custGeom>
          <a:noFill xmlns:a="http://schemas.openxmlformats.org/drawingml/2006/main"/>
          <a:ln xmlns:a="http://schemas.openxmlformats.org/drawingml/2006/main" w="28575">
            <a:solidFill>
              <a:srgbClr val="576773"/>
            </a:solidFill>
            <a:prstDash val="solid"/>
          </a:ln>
        </p:spPr>
      </p:sp>
      <p:sp>
        <p:nvSpPr>
          <p:cNvPr id="32" name="v2-52-model-meaning-head">
            <a:extLst xmlns:a="http://schemas.openxmlformats.org/drawingml/2006/main">
              <a:ext uri="{FF2B5EF4-FFF2-40B4-BE49-F238E27FC236}">
                <a16:creationId xmlns:a16="http://schemas.microsoft.com/office/drawing/2014/main" id="{B0654220-EEFE-435C-BABA-0F4EECF023AC}"/>
              </a:ext>
            </a:extLst>
          </p:cNvPr>
          <p:cNvSpPr>
            <a:spLocks xmlns:a="http://schemas.openxmlformats.org/drawingml/2006/main" noGrp="1"/>
          </p:cNvSpPr>
          <p:nvPr/>
        </p:nvSpPr>
        <p:spPr>
          <a:xfrm xmlns:a="http://schemas.openxmlformats.org/drawingml/2006/main">
            <a:off x="15899577" y="5286375"/>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8575">
            <a:solidFill>
              <a:srgbClr val="576773"/>
            </a:solidFill>
            <a:prstDash val="solid"/>
          </a:ln>
        </p:spPr>
      </p:sp>
      <p:sp>
        <p:nvSpPr>
          <p:cNvPr id="33" name="v2-53-note">
            <a:extLst xmlns:a="http://schemas.openxmlformats.org/drawingml/2006/main">
              <a:ext uri="{FF2B5EF4-FFF2-40B4-BE49-F238E27FC236}">
                <a16:creationId xmlns:a16="http://schemas.microsoft.com/office/drawing/2014/main" id="{823A08C4-4E55-4A6F-8545-BA3AF00AA9EB}"/>
              </a:ext>
            </a:extLst>
          </p:cNvPr>
          <p:cNvSpPr>
            <a:spLocks xmlns:a="http://schemas.openxmlformats.org/drawingml/2006/main" noGrp="1"/>
          </p:cNvSpPr>
          <p:nvPr/>
        </p:nvSpPr>
        <p:spPr>
          <a:xfrm xmlns:a="http://schemas.openxmlformats.org/drawingml/2006/main">
            <a:off x="495300" y="5753100"/>
            <a:ext cx="1704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576773"/>
                </a:solidFill>
                <a:latin typeface="Apple SD Gothic Neo"/>
                <a:ea typeface="Apple SD Gothic Neo"/>
                <a:cs typeface="Apple SD Gothic Neo"/>
              </a:defRPr>
            </a:pPr>
            <a:r>
              <a:rPr sz="2250" b="0">
                <a:solidFill>
                  <a:srgbClr val="576773"/>
                </a:solidFill>
                <a:latin typeface="Apple SD Gothic Neo"/>
                <a:ea typeface="Apple SD Gothic Neo"/>
                <a:cs typeface="Apple SD Gothic Neo"/>
              </a:rPr>
              <a:t>발화 시작/끝 탐지는 로컬 VAD. 전사와 뜻 해석은 별도입니다.</a:t>
            </a:r>
          </a:p>
        </p:txBody>
      </p:sp>
      <p:graphicFrame>
        <p:nvGraphicFramePr>
          <p:cNvPr id="69" name=""/>
          <p:cNvGraphicFramePr/>
          <p:nvPr/>
        </p:nvGraphicFramePr>
        <p:xfrm>
          <a:off xmlns:a="http://schemas.openxmlformats.org/drawingml/2006/main" x="495300" y="6524625"/>
          <a:ext xmlns:a="http://schemas.openxmlformats.org/drawingml/2006/main" cx="17297400" cy="2676525"/>
        </p:xfrm>
        <a:graphic xmlns:a="http://schemas.openxmlformats.org/drawingml/2006/main">
          <a:graphicData uri="http://schemas.openxmlformats.org/drawingml/2006/table">
            <a:tbl>
              <a:tblPr/>
              <a:tblGrid>
                <a:gridCol w="3829050"/>
                <a:gridCol w="3695700"/>
                <a:gridCol w="9772650"/>
              </a:tblGrid>
              <a:tr h="552450">
                <a:tc>
                  <a:txBody>
                    <a:bodyPr/>
                    <a:lstStyle/>
                    <a:p>
                      <a:pPr algn="l"/>
                      <a:r>
                        <a:rPr sz="2025" b="1">
                          <a:solidFill>
                            <a:srgbClr val="FFFFFF"/>
                          </a:solidFill>
                          <a:latin typeface="Apple SD Gothic Neo"/>
                          <a:ea typeface="Apple SD Gothic Neo"/>
                          <a:cs typeface="Apple SD Gothic Neo"/>
                        </a:rPr>
                        <a:t>일반 SW 관점</a:t>
                      </a:r>
                    </a:p>
                  </a:txBody>
                  <a:tcPr marL="114300" marR="76200" marT="47625" marB="47625" anchor="ctr">
                    <a:solidFill>
                      <a:srgbClr val="354354"/>
                    </a:solidFill>
                  </a:tcPr>
                </a:tc>
                <a:tc>
                  <a:txBody>
                    <a:bodyPr/>
                    <a:lstStyle/>
                    <a:p>
                      <a:pPr algn="l"/>
                      <a:r>
                        <a:rPr sz="2025" b="1">
                          <a:solidFill>
                            <a:srgbClr val="FFFFFF"/>
                          </a:solidFill>
                          <a:latin typeface="Apple SD Gothic Neo"/>
                          <a:ea typeface="Apple SD Gothic Neo"/>
                          <a:cs typeface="Apple SD Gothic Neo"/>
                        </a:rPr>
                        <a:t>VIA에서 쓰는 이름</a:t>
                      </a:r>
                    </a:p>
                  </a:txBody>
                  <a:tcPr marL="114300" marR="76200" marT="47625" marB="47625" anchor="ctr">
                    <a:solidFill>
                      <a:srgbClr val="354354"/>
                    </a:solidFill>
                  </a:tcPr>
                </a:tc>
                <a:tc>
                  <a:txBody>
                    <a:bodyPr/>
                    <a:lstStyle/>
                    <a:p>
                      <a:pPr algn="l"/>
                      <a:r>
                        <a:rPr sz="2025" b="1">
                          <a:solidFill>
                            <a:srgbClr val="FFFFFF"/>
                          </a:solidFill>
                          <a:latin typeface="Apple SD Gothic Neo"/>
                          <a:ea typeface="Apple SD Gothic Neo"/>
                          <a:cs typeface="Apple SD Gothic Neo"/>
                        </a:rPr>
                        <a:t>보고서와 메일 사례</a:t>
                      </a:r>
                    </a:p>
                  </a:txBody>
                  <a:tcPr marL="114300" marR="76200" marT="47625" marB="47625" anchor="ctr">
                    <a:solidFill>
                      <a:srgbClr val="354354"/>
                    </a:solidFill>
                  </a:tcPr>
                </a:tc>
              </a:tr>
              <a:tr h="531019">
                <a:tc>
                  <a:txBody>
                    <a:bodyPr/>
                    <a:lstStyle/>
                    <a:p>
                      <a:pPr algn="l"/>
                      <a:r>
                        <a:rPr sz="2025" b="0">
                          <a:solidFill>
                            <a:srgbClr val="202B35"/>
                          </a:solidFill>
                          <a:latin typeface="Apple SD Gothic Neo"/>
                          <a:ea typeface="Apple SD Gothic Neo"/>
                          <a:cs typeface="Apple SD Gothic Neo"/>
                        </a:rPr>
                        <a:t>이번 입력의 처리</a:t>
                      </a:r>
                    </a:p>
                  </a:txBody>
                  <a:tcPr marL="114300" marR="76200" marT="47625" marB="47625" anchor="ctr">
                    <a:solidFill>
                      <a:srgbClr val="FFFFFF"/>
                    </a:solidFill>
                  </a:tcPr>
                </a:tc>
                <a:tc>
                  <a:txBody>
                    <a:bodyPr/>
                    <a:lstStyle/>
                    <a:p>
                      <a:pPr algn="l"/>
                      <a:r>
                        <a:rPr sz="2025" b="0">
                          <a:solidFill>
                            <a:srgbClr val="202B35"/>
                          </a:solidFill>
                          <a:latin typeface="Apple SD Gothic Neo"/>
                          <a:ea typeface="Apple SD Gothic Neo"/>
                          <a:cs typeface="Apple SD Gothic Neo"/>
                        </a:rPr>
                        <a:t>Request</a:t>
                      </a:r>
                    </a:p>
                  </a:txBody>
                  <a:tcPr marL="114300" marR="76200" marT="47625" marB="47625" anchor="ctr">
                    <a:solidFill>
                      <a:srgbClr val="FFFFFF"/>
                    </a:solidFill>
                  </a:tcPr>
                </a:tc>
                <a:tc>
                  <a:txBody>
                    <a:bodyPr/>
                    <a:lstStyle/>
                    <a:p>
                      <a:pPr algn="l"/>
                      <a:r>
                        <a:rPr sz="2025" b="0">
                          <a:solidFill>
                            <a:srgbClr val="202B35"/>
                          </a:solidFill>
                          <a:latin typeface="Apple SD Gothic Neo"/>
                          <a:ea typeface="Apple SD Gothic Neo"/>
                          <a:cs typeface="Apple SD Gothic Neo"/>
                        </a:rPr>
                        <a:t>“보고서는 이전 형식으로, 메일은 그대로”라는 이번 요청</a:t>
                      </a:r>
                    </a:p>
                  </a:txBody>
                  <a:tcPr marL="114300" marR="76200" marT="47625" marB="47625" anchor="ctr">
                    <a:solidFill>
                      <a:srgbClr val="FFFFFF"/>
                    </a:solidFill>
                  </a:tcPr>
                </a:tc>
              </a:tr>
              <a:tr h="531019">
                <a:tc>
                  <a:txBody>
                    <a:bodyPr/>
                    <a:lstStyle/>
                    <a:p>
                      <a:pPr algn="l"/>
                      <a:r>
                        <a:rPr sz="2025" b="0">
                          <a:solidFill>
                            <a:srgbClr val="202B35"/>
                          </a:solidFill>
                          <a:latin typeface="Apple SD Gothic Neo"/>
                          <a:ea typeface="Apple SD Gothic Neo"/>
                          <a:cs typeface="Apple SD Gothic Neo"/>
                        </a:rPr>
                        <a:t>계속 추적하는 사용자 업무</a:t>
                      </a:r>
                    </a:p>
                  </a:txBody>
                  <a:tcPr marL="114300" marR="76200" marT="47625" marB="47625" anchor="ctr">
                    <a:solidFill>
                      <a:srgbClr val="F5F7F8"/>
                    </a:solidFill>
                  </a:tcPr>
                </a:tc>
                <a:tc>
                  <a:txBody>
                    <a:bodyPr/>
                    <a:lstStyle/>
                    <a:p>
                      <a:pPr algn="l"/>
                      <a:r>
                        <a:rPr sz="2025" b="0">
                          <a:solidFill>
                            <a:srgbClr val="202B35"/>
                          </a:solidFill>
                          <a:latin typeface="Apple SD Gothic Neo"/>
                          <a:ea typeface="Apple SD Gothic Neo"/>
                          <a:cs typeface="Apple SD Gothic Neo"/>
                        </a:rPr>
                        <a:t>Task</a:t>
                      </a:r>
                    </a:p>
                  </a:txBody>
                  <a:tcPr marL="114300" marR="76200" marT="47625" marB="47625" anchor="ctr">
                    <a:solidFill>
                      <a:srgbClr val="F5F7F8"/>
                    </a:solidFill>
                  </a:tcPr>
                </a:tc>
                <a:tc>
                  <a:txBody>
                    <a:bodyPr/>
                    <a:lstStyle/>
                    <a:p>
                      <a:pPr algn="l"/>
                      <a:r>
                        <a:rPr sz="2025" b="0">
                          <a:solidFill>
                            <a:srgbClr val="202B35"/>
                          </a:solidFill>
                          <a:latin typeface="Apple SD Gothic Neo"/>
                          <a:ea typeface="Apple SD Gothic Neo"/>
                          <a:cs typeface="Apple SD Gothic Neo"/>
                        </a:rPr>
                        <a:t>보고서와 메일 초안을 별도 업무로 유지</a:t>
                      </a:r>
                    </a:p>
                  </a:txBody>
                  <a:tcPr marL="114300" marR="76200" marT="47625" marB="47625" anchor="ctr">
                    <a:solidFill>
                      <a:srgbClr val="F5F7F8"/>
                    </a:solidFill>
                  </a:tcPr>
                </a:tc>
              </a:tr>
              <a:tr h="531019">
                <a:tc>
                  <a:txBody>
                    <a:bodyPr/>
                    <a:lstStyle/>
                    <a:p>
                      <a:pPr algn="l"/>
                      <a:r>
                        <a:rPr sz="2025" b="0">
                          <a:solidFill>
                            <a:srgbClr val="202B35"/>
                          </a:solidFill>
                          <a:latin typeface="Apple SD Gothic Neo"/>
                          <a:ea typeface="Apple SD Gothic Neo"/>
                          <a:cs typeface="Apple SD Gothic Neo"/>
                        </a:rPr>
                        <a:t>실제 작업 실행</a:t>
                      </a:r>
                    </a:p>
                  </a:txBody>
                  <a:tcPr marL="114300" marR="76200" marT="47625" marB="47625" anchor="ctr">
                    <a:solidFill>
                      <a:srgbClr val="FFFFFF"/>
                    </a:solidFill>
                  </a:tcPr>
                </a:tc>
                <a:tc>
                  <a:txBody>
                    <a:bodyPr/>
                    <a:lstStyle/>
                    <a:p>
                      <a:pPr algn="l"/>
                      <a:r>
                        <a:rPr sz="2025" b="0">
                          <a:solidFill>
                            <a:srgbClr val="202B35"/>
                          </a:solidFill>
                          <a:latin typeface="Apple SD Gothic Neo"/>
                          <a:ea typeface="Apple SD Gothic Neo"/>
                          <a:cs typeface="Apple SD Gothic Neo"/>
                        </a:rPr>
                        <a:t>Execution</a:t>
                      </a:r>
                    </a:p>
                  </a:txBody>
                  <a:tcPr marL="114300" marR="76200" marT="47625" marB="47625" anchor="ctr">
                    <a:solidFill>
                      <a:srgbClr val="FFFFFF"/>
                    </a:solidFill>
                  </a:tcPr>
                </a:tc>
                <a:tc>
                  <a:txBody>
                    <a:bodyPr/>
                    <a:lstStyle/>
                    <a:p>
                      <a:pPr algn="l"/>
                      <a:r>
                        <a:rPr sz="2025" b="0">
                          <a:solidFill>
                            <a:srgbClr val="202B35"/>
                          </a:solidFill>
                          <a:latin typeface="Apple SD Gothic Neo"/>
                          <a:ea typeface="Apple SD Gothic Neo"/>
                          <a:cs typeface="Apple SD Gothic Neo"/>
                        </a:rPr>
                        <a:t>외부 업무 AI의 작성 실행. 대화 종료와 수명이 다름</a:t>
                      </a:r>
                    </a:p>
                  </a:txBody>
                  <a:tcPr marL="114300" marR="76200" marT="47625" marB="47625" anchor="ctr">
                    <a:solidFill>
                      <a:srgbClr val="FFFFFF"/>
                    </a:solidFill>
                  </a:tcPr>
                </a:tc>
              </a:tr>
              <a:tr h="531019">
                <a:tc>
                  <a:txBody>
                    <a:bodyPr/>
                    <a:lstStyle/>
                    <a:p>
                      <a:pPr algn="l"/>
                      <a:r>
                        <a:rPr sz="2025" b="0">
                          <a:solidFill>
                            <a:srgbClr val="202B35"/>
                          </a:solidFill>
                          <a:latin typeface="Apple SD Gothic Neo"/>
                          <a:ea typeface="Apple SD Gothic Neo"/>
                          <a:cs typeface="Apple SD Gothic Neo"/>
                        </a:rPr>
                        <a:t>이어지는 대화 / 해석 근거</a:t>
                      </a:r>
                    </a:p>
                  </a:txBody>
                  <a:tcPr marL="114300" marR="76200" marT="47625" marB="47625" anchor="ctr">
                    <a:solidFill>
                      <a:srgbClr val="F5F7F8"/>
                    </a:solidFill>
                  </a:tcPr>
                </a:tc>
                <a:tc>
                  <a:txBody>
                    <a:bodyPr/>
                    <a:lstStyle/>
                    <a:p>
                      <a:pPr algn="l"/>
                      <a:r>
                        <a:rPr sz="2025" b="0">
                          <a:solidFill>
                            <a:srgbClr val="202B35"/>
                          </a:solidFill>
                          <a:latin typeface="Apple SD Gothic Neo"/>
                          <a:ea typeface="Apple SD Gothic Neo"/>
                          <a:cs typeface="Apple SD Gothic Neo"/>
                        </a:rPr>
                        <a:t>Conversation / Context</a:t>
                      </a:r>
                    </a:p>
                  </a:txBody>
                  <a:tcPr marL="114300" marR="76200" marT="47625" marB="47625" anchor="ctr">
                    <a:solidFill>
                      <a:srgbClr val="F5F7F8"/>
                    </a:solidFill>
                  </a:tcPr>
                </a:tc>
                <a:tc>
                  <a:txBody>
                    <a:bodyPr/>
                    <a:lstStyle/>
                    <a:p>
                      <a:pPr algn="l"/>
                      <a:r>
                        <a:rPr sz="2025" b="0">
                          <a:solidFill>
                            <a:srgbClr val="202B35"/>
                          </a:solidFill>
                          <a:latin typeface="Apple SD Gothic Neo"/>
                          <a:ea typeface="Apple SD Gothic Neo"/>
                          <a:cs typeface="Apple SD Gothic Neo"/>
                        </a:rPr>
                        <a:t>음성이 꺼져도 대화 기록과 업무 연결을 유지 / 화면과 과거 자료</a:t>
                      </a:r>
                    </a:p>
                  </a:txBody>
                  <a:tcPr marL="114300" marR="76200" marT="47625" marB="47625" anchor="ctr">
                    <a:solidFill>
                      <a:srgbClr val="F5F7F8"/>
                    </a:solidFill>
                  </a:tcPr>
                </a:tc>
              </a:tr>
            </a:tbl>
          </a:graphicData>
        </a:graphic>
      </p:graphicFrame>
      <p:sp>
        <p:nvSpPr>
          <p:cNvPr id="35" name="v2-54-note">
            <a:extLst xmlns:a="http://schemas.openxmlformats.org/drawingml/2006/main">
              <a:ext uri="{FF2B5EF4-FFF2-40B4-BE49-F238E27FC236}">
                <a16:creationId xmlns:a16="http://schemas.microsoft.com/office/drawing/2014/main" id="{8B58B7D3-E00C-413C-A31A-B822AE49E432}"/>
              </a:ext>
            </a:extLst>
          </p:cNvPr>
          <p:cNvSpPr>
            <a:spLocks xmlns:a="http://schemas.openxmlformats.org/drawingml/2006/main" noGrp="1"/>
          </p:cNvSpPr>
          <p:nvPr/>
        </p:nvSpPr>
        <p:spPr>
          <a:xfrm xmlns:a="http://schemas.openxmlformats.org/drawingml/2006/main">
            <a:off x="495300" y="9410700"/>
            <a:ext cx="17297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00889A"/>
                </a:solidFill>
                <a:latin typeface="Apple SD Gothic Neo"/>
                <a:ea typeface="Apple SD Gothic Neo"/>
                <a:cs typeface="Apple SD Gothic Neo"/>
              </a:defRPr>
            </a:pPr>
            <a:r>
              <a:rPr sz="2025" b="0">
                <a:solidFill>
                  <a:srgbClr val="00889A"/>
                </a:solidFill>
                <a:latin typeface="Apple SD Gothic Neo"/>
                <a:ea typeface="Apple SD Gothic Neo"/>
                <a:cs typeface="Apple SD Gothic Neo"/>
              </a:rPr>
              <a:t>다음 장면의 시작 상태: 화면에 표가 있고, 이전 보고서에서 수정한 형식이 허용된 기록으로 남아 있습니다.</a:t>
            </a:r>
          </a:p>
        </p:txBody>
      </p:sp>
    </p:spTree>
    <p:extLst>
      <p:ext uri="{BB962C8B-B14F-4D97-AF65-F5344CB8AC3E}">
        <p14:creationId xmlns:p14="http://schemas.microsoft.com/office/powerpoint/2010/main" val="144154101"/>
      </p:ext>
    </p:extLst>
  </p:cSld>
</p:sld>
</file>

<file path=ppt/slides/slide48.xml><?xml version="1.0" encoding="utf-8"?>
<p:sld xmlns:p="http://schemas.openxmlformats.org/presentationml/2006/main">
  <p:cSld name="requirements-rationale">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v2-55-section">
            <a:extLst xmlns:a="http://schemas.openxmlformats.org/drawingml/2006/main">
              <a:ext uri="{FF2B5EF4-FFF2-40B4-BE49-F238E27FC236}">
                <a16:creationId xmlns:a16="http://schemas.microsoft.com/office/drawing/2014/main" id="{260446E7-8DB8-4AA5-8C69-E7A7DA88A03F}"/>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요구사항</a:t>
            </a:r>
          </a:p>
        </p:txBody>
      </p:sp>
      <p:sp>
        <p:nvSpPr>
          <p:cNvPr id="2" name="v2-56-title">
            <a:extLst xmlns:a="http://schemas.openxmlformats.org/drawingml/2006/main">
              <a:ext uri="{FF2B5EF4-FFF2-40B4-BE49-F238E27FC236}">
                <a16:creationId xmlns:a16="http://schemas.microsoft.com/office/drawing/2014/main" id="{C875D98F-8EF7-4D58-A751-89F6DF945DED}"/>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B35"/>
                </a:solidFill>
                <a:latin typeface="Apple SD Gothic Neo"/>
                <a:ea typeface="Apple SD Gothic Neo"/>
                <a:cs typeface="Apple SD Gothic Neo"/>
              </a:defRPr>
            </a:pPr>
            <a:r>
              <a:rPr sz="3600" b="1">
                <a:solidFill>
                  <a:srgbClr val="202B35"/>
                </a:solidFill>
                <a:latin typeface="Apple SD Gothic Neo"/>
                <a:ea typeface="Apple SD Gothic Neo"/>
                <a:cs typeface="Apple SD Gothic Neo"/>
              </a:rPr>
              <a:t>대표 시나리오에서 필요한 기능을 추리고, 설계 범위로 좁힙니다</a:t>
            </a:r>
          </a:p>
        </p:txBody>
      </p:sp>
      <p:sp>
        <p:nvSpPr>
          <p:cNvPr id="3" name="v2-57-rule">
            <a:extLst xmlns:a="http://schemas.openxmlformats.org/drawingml/2006/main">
              <a:ext uri="{FF2B5EF4-FFF2-40B4-BE49-F238E27FC236}">
                <a16:creationId xmlns:a16="http://schemas.microsoft.com/office/drawing/2014/main" id="{0BA3B72D-8AC4-4B0F-B74E-0336369B94B4}"/>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58-page">
            <a:extLst xmlns:a="http://schemas.openxmlformats.org/drawingml/2006/main">
              <a:ext uri="{FF2B5EF4-FFF2-40B4-BE49-F238E27FC236}">
                <a16:creationId xmlns:a16="http://schemas.microsoft.com/office/drawing/2014/main" id="{96642CAF-DA64-44E0-86F7-C26D87FDB4BC}"/>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07</a:t>
            </a:r>
          </a:p>
        </p:txBody>
      </p:sp>
      <p:sp>
        <p:nvSpPr>
          <p:cNvPr id="5" name="v2-59-source-label">
            <a:extLst xmlns:a="http://schemas.openxmlformats.org/drawingml/2006/main">
              <a:ext uri="{FF2B5EF4-FFF2-40B4-BE49-F238E27FC236}">
                <a16:creationId xmlns:a16="http://schemas.microsoft.com/office/drawing/2014/main" id="{B171FF76-1ED5-4554-95FF-4907193DDEAB}"/>
              </a:ext>
            </a:extLst>
          </p:cNvPr>
          <p:cNvSpPr>
            <a:spLocks xmlns:a="http://schemas.openxmlformats.org/drawingml/2006/main" noGrp="1"/>
          </p:cNvSpPr>
          <p:nvPr/>
        </p:nvSpPr>
        <p:spPr>
          <a:xfrm xmlns:a="http://schemas.openxmlformats.org/drawingml/2006/main">
            <a:off x="495300" y="18669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075" b="1">
                <a:solidFill>
                  <a:srgbClr val="00889A"/>
                </a:solidFill>
                <a:latin typeface="Apple SD Gothic Neo"/>
                <a:ea typeface="Apple SD Gothic Neo"/>
                <a:cs typeface="Apple SD Gothic Neo"/>
              </a:defRPr>
            </a:pPr>
            <a:r>
              <a:rPr sz="3075" b="1">
                <a:solidFill>
                  <a:srgbClr val="00889A"/>
                </a:solidFill>
                <a:latin typeface="Apple SD Gothic Neo"/>
                <a:ea typeface="Apple SD Gothic Neo"/>
                <a:cs typeface="Apple SD Gothic Neo"/>
              </a:rPr>
              <a:t>요구의 근거</a:t>
            </a:r>
          </a:p>
        </p:txBody>
      </p:sp>
      <p:sp>
        <p:nvSpPr>
          <p:cNvPr id="6" name="v2-60-sources">
            <a:extLst xmlns:a="http://schemas.openxmlformats.org/drawingml/2006/main">
              <a:ext uri="{FF2B5EF4-FFF2-40B4-BE49-F238E27FC236}">
                <a16:creationId xmlns:a16="http://schemas.microsoft.com/office/drawing/2014/main" id="{CF68C1EA-57B1-4DF1-AD28-6EB91E1BBFD4}"/>
              </a:ext>
            </a:extLst>
          </p:cNvPr>
          <p:cNvSpPr>
            <a:spLocks xmlns:a="http://schemas.openxmlformats.org/drawingml/2006/main" noGrp="1"/>
          </p:cNvSpPr>
          <p:nvPr/>
        </p:nvSpPr>
        <p:spPr>
          <a:xfrm xmlns:a="http://schemas.openxmlformats.org/drawingml/2006/main">
            <a:off x="495300" y="2867025"/>
            <a:ext cx="5095875"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50" b="0">
                <a:solidFill>
                  <a:srgbClr val="202B35"/>
                </a:solidFill>
                <a:latin typeface="Apple SD Gothic Neo"/>
                <a:ea typeface="Apple SD Gothic Neo"/>
                <a:cs typeface="Apple SD Gothic Neo"/>
              </a:defRPr>
            </a:pPr>
            <a:r>
              <a:rPr sz="2550" b="0">
                <a:solidFill>
                  <a:srgbClr val="202B35"/>
                </a:solidFill>
                <a:latin typeface="Apple SD Gothic Neo"/>
                <a:ea typeface="Apple SD Gothic Neo"/>
                <a:cs typeface="Apple SD Gothic Neo"/>
              </a:rPr>
              <a:t>고정 Use Case와 변형 시나리오</a:t>
            </a:r>
          </a:p>
          <a:p xmlns:a="http://schemas.openxmlformats.org/drawingml/2006/main">
            <a:pPr algn="l">
              <a:defRPr sz="2550" b="0">
                <a:solidFill>
                  <a:srgbClr val="202B35"/>
                </a:solidFill>
                <a:latin typeface="Apple SD Gothic Neo"/>
                <a:ea typeface="Apple SD Gothic Neo"/>
                <a:cs typeface="Apple SD Gothic Neo"/>
              </a:defRPr>
            </a:pPr>
            <a:r>
              <a:rPr sz="2550" b="0">
                <a:solidFill>
                  <a:srgbClr val="202B35"/>
                </a:solidFill>
                <a:latin typeface="Apple SD Gothic Neo"/>
                <a:ea typeface="Apple SD Gothic Neo"/>
                <a:cs typeface="Apple SD Gothic Neo"/>
              </a:rPr>
              <a:t>현재 시스템의 책임과 경계</a:t>
            </a:r>
          </a:p>
          <a:p xmlns:a="http://schemas.openxmlformats.org/drawingml/2006/main">
            <a:pPr algn="l">
              <a:defRPr sz="2550" b="0">
                <a:solidFill>
                  <a:srgbClr val="202B35"/>
                </a:solidFill>
                <a:latin typeface="Apple SD Gothic Neo"/>
                <a:ea typeface="Apple SD Gothic Neo"/>
                <a:cs typeface="Apple SD Gothic Neo"/>
              </a:defRPr>
            </a:pPr>
            <a:r>
              <a:rPr sz="2550" b="0">
                <a:solidFill>
                  <a:srgbClr val="202B35"/>
                </a:solidFill>
                <a:latin typeface="Apple SD Gothic Neo"/>
                <a:ea typeface="Apple SD Gothic Neo"/>
                <a:cs typeface="Apple SD Gothic Neo"/>
              </a:rPr>
              <a:t>공통 실행 계약과 품질 정의</a:t>
            </a:r>
          </a:p>
        </p:txBody>
      </p:sp>
      <p:sp>
        <p:nvSpPr>
          <p:cNvPr id="7" name="v2-61-req-source">
            <a:extLst xmlns:a="http://schemas.openxmlformats.org/drawingml/2006/main">
              <a:ext uri="{FF2B5EF4-FFF2-40B4-BE49-F238E27FC236}">
                <a16:creationId xmlns:a16="http://schemas.microsoft.com/office/drawing/2014/main" id="{798C4272-8763-4127-9533-FA39E67D029C}"/>
              </a:ext>
            </a:extLst>
          </p:cNvPr>
          <p:cNvSpPr>
            <a:spLocks xmlns:a="http://schemas.openxmlformats.org/drawingml/2006/main" noGrp="1"/>
          </p:cNvSpPr>
          <p:nvPr/>
        </p:nvSpPr>
        <p:spPr>
          <a:xfrm xmlns:a="http://schemas.openxmlformats.org/drawingml/2006/main">
            <a:off x="5838825" y="3876675"/>
            <a:ext cx="1219200" cy="9525"/>
          </a:xfrm>
          <a:custGeom xmlns:a="http://schemas.openxmlformats.org/drawingml/2006/main">
            <a:pathLst>
              <a:path w="1219200" h="9525">
                <a:moveTo>
                  <a:pt x="0" y="0"/>
                </a:moveTo>
                <a:lnTo>
                  <a:pt x="1219200" y="0"/>
                </a:lnTo>
              </a:path>
            </a:pathLst>
          </a:custGeom>
          <a:noFill xmlns:a="http://schemas.openxmlformats.org/drawingml/2006/main"/>
          <a:ln xmlns:a="http://schemas.openxmlformats.org/drawingml/2006/main" w="28575">
            <a:solidFill>
              <a:srgbClr val="00889A"/>
            </a:solidFill>
            <a:prstDash val="solid"/>
          </a:ln>
        </p:spPr>
      </p:sp>
      <p:sp>
        <p:nvSpPr>
          <p:cNvPr id="8" name="v2-62-req-source-head">
            <a:extLst xmlns:a="http://schemas.openxmlformats.org/drawingml/2006/main">
              <a:ext uri="{FF2B5EF4-FFF2-40B4-BE49-F238E27FC236}">
                <a16:creationId xmlns:a16="http://schemas.microsoft.com/office/drawing/2014/main" id="{2F2DD275-FDAC-4DCA-94E6-9EB19E4374FF}"/>
              </a:ext>
            </a:extLst>
          </p:cNvPr>
          <p:cNvSpPr>
            <a:spLocks xmlns:a="http://schemas.openxmlformats.org/drawingml/2006/main" noGrp="1"/>
          </p:cNvSpPr>
          <p:nvPr/>
        </p:nvSpPr>
        <p:spPr>
          <a:xfrm xmlns:a="http://schemas.openxmlformats.org/drawingml/2006/main">
            <a:off x="6957717" y="382187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8575">
            <a:solidFill>
              <a:srgbClr val="00889A"/>
            </a:solidFill>
            <a:prstDash val="solid"/>
          </a:ln>
        </p:spPr>
      </p:sp>
      <p:sp>
        <p:nvSpPr>
          <p:cNvPr id="9" name="v2-63-scope-label">
            <a:extLst xmlns:a="http://schemas.openxmlformats.org/drawingml/2006/main">
              <a:ext uri="{FF2B5EF4-FFF2-40B4-BE49-F238E27FC236}">
                <a16:creationId xmlns:a16="http://schemas.microsoft.com/office/drawing/2014/main" id="{E38E70BA-5156-4C48-A71D-92ECA36B7CC7}"/>
              </a:ext>
            </a:extLst>
          </p:cNvPr>
          <p:cNvSpPr>
            <a:spLocks xmlns:a="http://schemas.openxmlformats.org/drawingml/2006/main" noGrp="1"/>
          </p:cNvSpPr>
          <p:nvPr/>
        </p:nvSpPr>
        <p:spPr>
          <a:xfrm xmlns:a="http://schemas.openxmlformats.org/drawingml/2006/main">
            <a:off x="7400925" y="18669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075" b="1">
                <a:solidFill>
                  <a:srgbClr val="00889A"/>
                </a:solidFill>
                <a:latin typeface="Apple SD Gothic Neo"/>
                <a:ea typeface="Apple SD Gothic Neo"/>
                <a:cs typeface="Apple SD Gothic Neo"/>
              </a:defRPr>
            </a:pPr>
            <a:r>
              <a:rPr sz="3075" b="1">
                <a:solidFill>
                  <a:srgbClr val="00889A"/>
                </a:solidFill>
                <a:latin typeface="Apple SD Gothic Neo"/>
                <a:ea typeface="Apple SD Gothic Neo"/>
                <a:cs typeface="Apple SD Gothic Neo"/>
              </a:rPr>
              <a:t>발표에서 설명할 기능</a:t>
            </a:r>
          </a:p>
        </p:txBody>
      </p:sp>
      <p:graphicFrame>
        <p:nvGraphicFramePr>
          <p:cNvPr id="23" name=""/>
          <p:cNvGraphicFramePr/>
          <p:nvPr/>
        </p:nvGraphicFramePr>
        <p:xfrm>
          <a:off xmlns:a="http://schemas.openxmlformats.org/drawingml/2006/main" x="7400925" y="2800350"/>
          <a:ext xmlns:a="http://schemas.openxmlformats.org/drawingml/2006/main" cx="10391775" cy="3429000"/>
        </p:xfrm>
        <a:graphic xmlns:a="http://schemas.openxmlformats.org/drawingml/2006/main">
          <a:graphicData uri="http://schemas.openxmlformats.org/drawingml/2006/table">
            <a:tbl>
              <a:tblPr/>
              <a:tblGrid>
                <a:gridCol w="4000500"/>
                <a:gridCol w="4381500"/>
                <a:gridCol w="2009775"/>
              </a:tblGrid>
              <a:tr h="552450">
                <a:tc>
                  <a:txBody>
                    <a:bodyPr/>
                    <a:lstStyle/>
                    <a:p>
                      <a:pPr algn="l"/>
                      <a:r>
                        <a:rPr sz="2100" b="1">
                          <a:solidFill>
                            <a:srgbClr val="FFFFFF"/>
                          </a:solidFill>
                          <a:latin typeface="Apple SD Gothic Neo"/>
                          <a:ea typeface="Apple SD Gothic Neo"/>
                          <a:cs typeface="Apple SD Gothic Neo"/>
                        </a:rPr>
                        <a:t>사용 중 생기는 일</a:t>
                      </a:r>
                    </a:p>
                  </a:txBody>
                  <a:tcPr marL="114300" marR="76200" marT="47625" marB="47625" anchor="ctr">
                    <a:solidFill>
                      <a:srgbClr val="354354"/>
                    </a:solidFill>
                  </a:tcPr>
                </a:tc>
                <a:tc>
                  <a:txBody>
                    <a:bodyPr/>
                    <a:lstStyle/>
                    <a:p>
                      <a:pPr algn="l"/>
                      <a:r>
                        <a:rPr sz="2100" b="1">
                          <a:solidFill>
                            <a:srgbClr val="FFFFFF"/>
                          </a:solidFill>
                          <a:latin typeface="Apple SD Gothic Neo"/>
                          <a:ea typeface="Apple SD Gothic Neo"/>
                          <a:cs typeface="Apple SD Gothic Neo"/>
                        </a:rPr>
                        <a:t>필요한 기능</a:t>
                      </a:r>
                    </a:p>
                  </a:txBody>
                  <a:tcPr marL="114300" marR="76200" marT="47625" marB="47625" anchor="ctr">
                    <a:solidFill>
                      <a:srgbClr val="354354"/>
                    </a:solidFill>
                  </a:tcPr>
                </a:tc>
                <a:tc>
                  <a:txBody>
                    <a:bodyPr/>
                    <a:lstStyle/>
                    <a:p>
                      <a:pPr algn="l"/>
                      <a:r>
                        <a:rPr sz="2100" b="1">
                          <a:solidFill>
                            <a:srgbClr val="FFFFFF"/>
                          </a:solidFill>
                          <a:latin typeface="Apple SD Gothic Neo"/>
                          <a:ea typeface="Apple SD Gothic Neo"/>
                          <a:cs typeface="Apple SD Gothic Neo"/>
                        </a:rPr>
                        <a:t>연결</a:t>
                      </a:r>
                    </a:p>
                  </a:txBody>
                  <a:tcPr marL="114300" marR="76200" marT="47625" marB="47625" anchor="ctr">
                    <a:solidFill>
                      <a:srgbClr val="354354"/>
                    </a:solidFill>
                  </a:tcPr>
                </a:tc>
              </a:tr>
              <a:tr h="719138">
                <a:tc>
                  <a:txBody>
                    <a:bodyPr/>
                    <a:lstStyle/>
                    <a:p>
                      <a:pPr algn="l"/>
                      <a:r>
                        <a:rPr sz="2100" b="0">
                          <a:solidFill>
                            <a:srgbClr val="202B35"/>
                          </a:solidFill>
                          <a:latin typeface="Apple SD Gothic Neo"/>
                          <a:ea typeface="Apple SD Gothic Neo"/>
                          <a:cs typeface="Apple SD Gothic Neo"/>
                        </a:rPr>
                        <a:t>말하는 중 정정, 늦은 응답 도착</a:t>
                      </a:r>
                    </a:p>
                  </a:txBody>
                  <a:tcPr marL="114300" marR="76200" marT="47625" marB="47625" anchor="ctr">
                    <a:solidFill>
                      <a:srgbClr val="FFFFFF"/>
                    </a:solidFill>
                  </a:tcPr>
                </a:tc>
                <a:tc>
                  <a:txBody>
                    <a:bodyPr/>
                    <a:lstStyle/>
                    <a:p>
                      <a:pPr algn="l"/>
                      <a:r>
                        <a:rPr sz="2100" b="0">
                          <a:solidFill>
                            <a:srgbClr val="202B35"/>
                          </a:solidFill>
                          <a:latin typeface="Apple SD Gothic Neo"/>
                          <a:ea typeface="Apple SD Gothic Neo"/>
                          <a:cs typeface="Apple SD Gothic Neo"/>
                        </a:rPr>
                        <a:t>지속 입력과 맥락 기반 해석</a:t>
                      </a:r>
                    </a:p>
                  </a:txBody>
                  <a:tcPr marL="114300" marR="76200" marT="47625" marB="47625" anchor="ctr">
                    <a:solidFill>
                      <a:srgbClr val="FFFFFF"/>
                    </a:solidFill>
                  </a:tcPr>
                </a:tc>
                <a:tc>
                  <a:txBody>
                    <a:bodyPr/>
                    <a:lstStyle/>
                    <a:p>
                      <a:pPr algn="l"/>
                      <a:r>
                        <a:rPr sz="2100" b="0">
                          <a:solidFill>
                            <a:srgbClr val="202B35"/>
                          </a:solidFill>
                          <a:latin typeface="Apple SD Gothic Neo"/>
                          <a:ea typeface="Apple SD Gothic Neo"/>
                          <a:cs typeface="Apple SD Gothic Neo"/>
                        </a:rPr>
                        <a:t>FR1 / FR2</a:t>
                      </a:r>
                    </a:p>
                  </a:txBody>
                  <a:tcPr marL="114300" marR="76200" marT="47625" marB="47625" anchor="ctr">
                    <a:solidFill>
                      <a:srgbClr val="FFFFFF"/>
                    </a:solidFill>
                  </a:tcPr>
                </a:tc>
              </a:tr>
              <a:tr h="719138">
                <a:tc>
                  <a:txBody>
                    <a:bodyPr/>
                    <a:lstStyle/>
                    <a:p>
                      <a:pPr algn="l"/>
                      <a:r>
                        <a:rPr sz="2100" b="0">
                          <a:solidFill>
                            <a:srgbClr val="202B35"/>
                          </a:solidFill>
                          <a:latin typeface="Apple SD Gothic Neo"/>
                          <a:ea typeface="Apple SD Gothic Neo"/>
                          <a:cs typeface="Apple SD Gothic Neo"/>
                        </a:rPr>
                        <a:t>보고서 결과로 메일 초안 작성</a:t>
                      </a:r>
                    </a:p>
                  </a:txBody>
                  <a:tcPr marL="114300" marR="76200" marT="47625" marB="47625" anchor="ctr">
                    <a:solidFill>
                      <a:srgbClr val="F5F7F8"/>
                    </a:solidFill>
                  </a:tcPr>
                </a:tc>
                <a:tc>
                  <a:txBody>
                    <a:bodyPr/>
                    <a:lstStyle/>
                    <a:p>
                      <a:pPr algn="l"/>
                      <a:r>
                        <a:rPr sz="2100" b="0">
                          <a:solidFill>
                            <a:srgbClr val="202B35"/>
                          </a:solidFill>
                          <a:latin typeface="Apple SD Gothic Neo"/>
                          <a:ea typeface="Apple SD Gothic Neo"/>
                          <a:cs typeface="Apple SD Gothic Neo"/>
                        </a:rPr>
                        <a:t>순서, 조건과 결과 의존 보존</a:t>
                      </a:r>
                    </a:p>
                  </a:txBody>
                  <a:tcPr marL="114300" marR="76200" marT="47625" marB="47625" anchor="ctr">
                    <a:solidFill>
                      <a:srgbClr val="F5F7F8"/>
                    </a:solidFill>
                  </a:tcPr>
                </a:tc>
                <a:tc>
                  <a:txBody>
                    <a:bodyPr/>
                    <a:lstStyle/>
                    <a:p>
                      <a:pPr algn="l"/>
                      <a:r>
                        <a:rPr sz="2100" b="0">
                          <a:solidFill>
                            <a:srgbClr val="202B35"/>
                          </a:solidFill>
                          <a:latin typeface="Apple SD Gothic Neo"/>
                          <a:ea typeface="Apple SD Gothic Neo"/>
                          <a:cs typeface="Apple SD Gothic Neo"/>
                        </a:rPr>
                        <a:t>FR3</a:t>
                      </a:r>
                    </a:p>
                  </a:txBody>
                  <a:tcPr marL="114300" marR="76200" marT="47625" marB="47625" anchor="ctr">
                    <a:solidFill>
                      <a:srgbClr val="F5F7F8"/>
                    </a:solidFill>
                  </a:tcPr>
                </a:tc>
              </a:tr>
              <a:tr h="719138">
                <a:tc>
                  <a:txBody>
                    <a:bodyPr/>
                    <a:lstStyle/>
                    <a:p>
                      <a:pPr algn="l"/>
                      <a:r>
                        <a:rPr sz="2100" b="0">
                          <a:solidFill>
                            <a:srgbClr val="202B35"/>
                          </a:solidFill>
                          <a:latin typeface="Apple SD Gothic Neo"/>
                          <a:ea typeface="Apple SD Gothic Neo"/>
                          <a:cs typeface="Apple SD Gothic Neo"/>
                        </a:rPr>
                        <a:t>여러 업무의 질문과 결과 도착</a:t>
                      </a:r>
                    </a:p>
                  </a:txBody>
                  <a:tcPr marL="114300" marR="76200" marT="47625" marB="47625" anchor="ctr">
                    <a:solidFill>
                      <a:srgbClr val="FFFFFF"/>
                    </a:solidFill>
                  </a:tcPr>
                </a:tc>
                <a:tc>
                  <a:txBody>
                    <a:bodyPr/>
                    <a:lstStyle/>
                    <a:p>
                      <a:pPr algn="l"/>
                      <a:r>
                        <a:rPr sz="2100" b="0">
                          <a:solidFill>
                            <a:srgbClr val="202B35"/>
                          </a:solidFill>
                          <a:latin typeface="Apple SD Gothic Neo"/>
                          <a:ea typeface="Apple SD Gothic Neo"/>
                          <a:cs typeface="Apple SD Gothic Neo"/>
                        </a:rPr>
                        <a:t>해당 업무와 연결, 기존 업무 계속</a:t>
                      </a:r>
                    </a:p>
                  </a:txBody>
                  <a:tcPr marL="114300" marR="76200" marT="47625" marB="47625" anchor="ctr">
                    <a:solidFill>
                      <a:srgbClr val="FFFFFF"/>
                    </a:solidFill>
                  </a:tcPr>
                </a:tc>
                <a:tc>
                  <a:txBody>
                    <a:bodyPr/>
                    <a:lstStyle/>
                    <a:p>
                      <a:pPr algn="l"/>
                      <a:r>
                        <a:rPr sz="2100" b="0">
                          <a:solidFill>
                            <a:srgbClr val="202B35"/>
                          </a:solidFill>
                          <a:latin typeface="Apple SD Gothic Neo"/>
                          <a:ea typeface="Apple SD Gothic Neo"/>
                          <a:cs typeface="Apple SD Gothic Neo"/>
                        </a:rPr>
                        <a:t>FR4 / FR5</a:t>
                      </a:r>
                    </a:p>
                  </a:txBody>
                  <a:tcPr marL="114300" marR="76200" marT="47625" marB="47625" anchor="ctr">
                    <a:solidFill>
                      <a:srgbClr val="FFFFFF"/>
                    </a:solidFill>
                  </a:tcPr>
                </a:tc>
              </a:tr>
              <a:tr h="719138">
                <a:tc>
                  <a:txBody>
                    <a:bodyPr/>
                    <a:lstStyle/>
                    <a:p>
                      <a:pPr algn="l"/>
                      <a:r>
                        <a:rPr sz="2100" b="0">
                          <a:solidFill>
                            <a:srgbClr val="202B35"/>
                          </a:solidFill>
                          <a:latin typeface="Apple SD Gothic Neo"/>
                          <a:ea typeface="Apple SD Gothic Neo"/>
                          <a:cs typeface="Apple SD Gothic Neo"/>
                        </a:rPr>
                        <a:t>“지난번 형식 / 평가 기준” 재사용</a:t>
                      </a:r>
                    </a:p>
                  </a:txBody>
                  <a:tcPr marL="114300" marR="76200" marT="47625" marB="47625" anchor="ctr">
                    <a:solidFill>
                      <a:srgbClr val="F5F7F8"/>
                    </a:solidFill>
                  </a:tcPr>
                </a:tc>
                <a:tc>
                  <a:txBody>
                    <a:bodyPr/>
                    <a:lstStyle/>
                    <a:p>
                      <a:pPr algn="l"/>
                      <a:r>
                        <a:rPr sz="2100" b="0">
                          <a:solidFill>
                            <a:srgbClr val="202B35"/>
                          </a:solidFill>
                          <a:latin typeface="Apple SD Gothic Neo"/>
                          <a:ea typeface="Apple SD Gothic Neo"/>
                          <a:cs typeface="Apple SD Gothic Neo"/>
                        </a:rPr>
                        <a:t>허용된 과거 맥락 공급</a:t>
                      </a:r>
                    </a:p>
                  </a:txBody>
                  <a:tcPr marL="114300" marR="76200" marT="47625" marB="47625" anchor="ctr">
                    <a:solidFill>
                      <a:srgbClr val="F5F7F8"/>
                    </a:solidFill>
                  </a:tcPr>
                </a:tc>
                <a:tc>
                  <a:txBody>
                    <a:bodyPr/>
                    <a:lstStyle/>
                    <a:p>
                      <a:pPr algn="l"/>
                      <a:r>
                        <a:rPr sz="2100" b="0">
                          <a:solidFill>
                            <a:srgbClr val="202B35"/>
                          </a:solidFill>
                          <a:latin typeface="Apple SD Gothic Neo"/>
                          <a:ea typeface="Apple SD Gothic Neo"/>
                          <a:cs typeface="Apple SD Gothic Neo"/>
                        </a:rPr>
                        <a:t>FR6</a:t>
                      </a:r>
                    </a:p>
                  </a:txBody>
                  <a:tcPr marL="114300" marR="76200" marT="47625" marB="47625" anchor="ctr">
                    <a:solidFill>
                      <a:srgbClr val="F5F7F8"/>
                    </a:solidFill>
                  </a:tcPr>
                </a:tc>
              </a:tr>
            </a:tbl>
          </a:graphicData>
        </a:graphic>
      </p:graphicFrame>
      <p:sp>
        <p:nvSpPr>
          <p:cNvPr id="11" name="v2-64-constraints-heading">
            <a:extLst xmlns:a="http://schemas.openxmlformats.org/drawingml/2006/main">
              <a:ext uri="{FF2B5EF4-FFF2-40B4-BE49-F238E27FC236}">
                <a16:creationId xmlns:a16="http://schemas.microsoft.com/office/drawing/2014/main" id="{5877D09C-181B-429B-B2FE-EFA2D4BD1A97}"/>
              </a:ext>
            </a:extLst>
          </p:cNvPr>
          <p:cNvSpPr>
            <a:spLocks xmlns:a="http://schemas.openxmlformats.org/drawingml/2006/main" noGrp="1"/>
          </p:cNvSpPr>
          <p:nvPr/>
        </p:nvSpPr>
        <p:spPr>
          <a:xfrm xmlns:a="http://schemas.openxmlformats.org/drawingml/2006/main">
            <a:off x="495300" y="6953250"/>
            <a:ext cx="1704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925" b="1">
                <a:solidFill>
                  <a:srgbClr val="354354"/>
                </a:solidFill>
                <a:latin typeface="Apple SD Gothic Neo"/>
                <a:ea typeface="Apple SD Gothic Neo"/>
                <a:cs typeface="Apple SD Gothic Neo"/>
              </a:defRPr>
            </a:pPr>
            <a:r>
              <a:rPr sz="2925" b="1">
                <a:solidFill>
                  <a:srgbClr val="354354"/>
                </a:solidFill>
                <a:latin typeface="Apple SD Gothic Neo"/>
                <a:ea typeface="Apple SD Gothic Neo"/>
                <a:cs typeface="Apple SD Gothic Neo"/>
              </a:rPr>
              <a:t>이 기능을 구현할 때 지킬 경계</a:t>
            </a:r>
          </a:p>
        </p:txBody>
      </p:sp>
      <p:sp>
        <p:nvSpPr>
          <p:cNvPr id="12" name="v2-65-constraints">
            <a:extLst xmlns:a="http://schemas.openxmlformats.org/drawingml/2006/main">
              <a:ext uri="{FF2B5EF4-FFF2-40B4-BE49-F238E27FC236}">
                <a16:creationId xmlns:a16="http://schemas.microsoft.com/office/drawing/2014/main" id="{F8ADD162-3B63-4891-B0E2-F8BDB3E51399}"/>
              </a:ext>
            </a:extLst>
          </p:cNvPr>
          <p:cNvSpPr>
            <a:spLocks xmlns:a="http://schemas.openxmlformats.org/drawingml/2006/main" noGrp="1"/>
          </p:cNvSpPr>
          <p:nvPr/>
        </p:nvSpPr>
        <p:spPr>
          <a:xfrm xmlns:a="http://schemas.openxmlformats.org/drawingml/2006/main">
            <a:off x="495300" y="7905750"/>
            <a:ext cx="16859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0">
                <a:solidFill>
                  <a:srgbClr val="202B35"/>
                </a:solidFill>
                <a:latin typeface="Apple SD Gothic Neo"/>
                <a:ea typeface="Apple SD Gothic Neo"/>
                <a:cs typeface="Apple SD Gothic Neo"/>
              </a:defRPr>
            </a:pPr>
            <a:r>
              <a:rPr sz="2475" b="0">
                <a:solidFill>
                  <a:srgbClr val="202B35"/>
                </a:solidFill>
                <a:latin typeface="Apple SD Gothic Neo"/>
                <a:ea typeface="Apple SD Gothic Neo"/>
                <a:cs typeface="Apple SD Gothic Neo"/>
              </a:rPr>
              <a:t>C1  로컬 VIA와 VAD, 별도 클라우드 음성/의미 모델</a:t>
            </a:r>
          </a:p>
          <a:p xmlns:a="http://schemas.openxmlformats.org/drawingml/2006/main">
            <a:pPr algn="l">
              <a:defRPr sz="2475" b="0">
                <a:solidFill>
                  <a:srgbClr val="202B35"/>
                </a:solidFill>
                <a:latin typeface="Apple SD Gothic Neo"/>
                <a:ea typeface="Apple SD Gothic Neo"/>
                <a:cs typeface="Apple SD Gothic Neo"/>
              </a:defRPr>
            </a:pPr>
            <a:r>
              <a:rPr sz="2475" b="0">
                <a:solidFill>
                  <a:srgbClr val="202B35"/>
                </a:solidFill>
                <a:latin typeface="Apple SD Gothic Neo"/>
                <a:ea typeface="Apple SD Gothic Neo"/>
                <a:cs typeface="Apple SD Gothic Neo"/>
              </a:rPr>
              <a:t>C2  도메인 추론, 계획, 도구 선택과 실제 업무 실행은 Downstream Agent</a:t>
            </a:r>
          </a:p>
        </p:txBody>
      </p:sp>
      <p:sp>
        <p:nvSpPr>
          <p:cNvPr id="13" name="v2-66-note">
            <a:extLst xmlns:a="http://schemas.openxmlformats.org/drawingml/2006/main">
              <a:ext uri="{FF2B5EF4-FFF2-40B4-BE49-F238E27FC236}">
                <a16:creationId xmlns:a16="http://schemas.microsoft.com/office/drawing/2014/main" id="{03AA631B-B572-44EA-9167-483C53F94DBC}"/>
              </a:ext>
            </a:extLst>
          </p:cNvPr>
          <p:cNvSpPr>
            <a:spLocks xmlns:a="http://schemas.openxmlformats.org/drawingml/2006/main" noGrp="1"/>
          </p:cNvSpPr>
          <p:nvPr/>
        </p:nvSpPr>
        <p:spPr>
          <a:xfrm xmlns:a="http://schemas.openxmlformats.org/drawingml/2006/main">
            <a:off x="495300" y="9525000"/>
            <a:ext cx="1714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576773"/>
                </a:solidFill>
                <a:latin typeface="Apple SD Gothic Neo"/>
                <a:ea typeface="Apple SD Gothic Neo"/>
                <a:cs typeface="Apple SD Gothic Neo"/>
              </a:defRPr>
            </a:pPr>
            <a:r>
              <a:rPr sz="1950" b="0">
                <a:solidFill>
                  <a:srgbClr val="576773"/>
                </a:solidFill>
                <a:latin typeface="Apple SD Gothic Neo"/>
                <a:ea typeface="Apple SD Gothic Neo"/>
                <a:cs typeface="Apple SD Gothic Neo"/>
              </a:rPr>
              <a:t>다음 표는 네 설계 질문과 직접 관련된 기능 6개와 제약 2개입니다. 전체 VIA 기능 목록은 별도 기준 문서에 보존합니다.</a:t>
            </a:r>
          </a:p>
        </p:txBody>
      </p:sp>
    </p:spTree>
    <p:extLst>
      <p:ext uri="{BB962C8B-B14F-4D97-AF65-F5344CB8AC3E}">
        <p14:creationId xmlns:p14="http://schemas.microsoft.com/office/powerpoint/2010/main" val="1237208146"/>
      </p:ext>
    </p:extLst>
  </p:cSld>
</p:sld>
</file>

<file path=ppt/slides/slide49.xml><?xml version="1.0" encoding="utf-8"?>
<p:sld xmlns:p="http://schemas.openxmlformats.org/presentationml/2006/main">
  <p:cSld name="time-boundaries">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v2-67-section">
            <a:extLst xmlns:a="http://schemas.openxmlformats.org/drawingml/2006/main">
              <a:ext uri="{FF2B5EF4-FFF2-40B4-BE49-F238E27FC236}">
                <a16:creationId xmlns:a16="http://schemas.microsoft.com/office/drawing/2014/main" id="{133CBBA3-FB20-4333-925C-91D76995C528}"/>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품질 요구사항</a:t>
            </a:r>
          </a:p>
        </p:txBody>
      </p:sp>
      <p:sp>
        <p:nvSpPr>
          <p:cNvPr id="2" name="v2-68-title">
            <a:extLst xmlns:a="http://schemas.openxmlformats.org/drawingml/2006/main">
              <a:ext uri="{FF2B5EF4-FFF2-40B4-BE49-F238E27FC236}">
                <a16:creationId xmlns:a16="http://schemas.microsoft.com/office/drawing/2014/main" id="{21575493-5A38-4308-B1E0-64C6CD91B1A2}"/>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B35"/>
                </a:solidFill>
                <a:latin typeface="Apple SD Gothic Neo"/>
                <a:ea typeface="Apple SD Gothic Neo"/>
                <a:cs typeface="Apple SD Gothic Neo"/>
              </a:defRPr>
            </a:pPr>
            <a:r>
              <a:rPr sz="3600" b="1">
                <a:solidFill>
                  <a:srgbClr val="202B35"/>
                </a:solidFill>
                <a:latin typeface="Apple SD Gothic Neo"/>
                <a:ea typeface="Apple SD Gothic Neo"/>
                <a:cs typeface="Apple SD Gothic Neo"/>
              </a:rPr>
              <a:t>빠르게 반응하는 시간과 VIA가 요청에 쓰는 시간을 구별합니다</a:t>
            </a:r>
          </a:p>
        </p:txBody>
      </p:sp>
      <p:sp>
        <p:nvSpPr>
          <p:cNvPr id="3" name="v2-69-rule">
            <a:extLst xmlns:a="http://schemas.openxmlformats.org/drawingml/2006/main">
              <a:ext uri="{FF2B5EF4-FFF2-40B4-BE49-F238E27FC236}">
                <a16:creationId xmlns:a16="http://schemas.microsoft.com/office/drawing/2014/main" id="{9393EE5B-2C0C-4AFD-8729-ADBE8B3C242C}"/>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70-page">
            <a:extLst xmlns:a="http://schemas.openxmlformats.org/drawingml/2006/main">
              <a:ext uri="{FF2B5EF4-FFF2-40B4-BE49-F238E27FC236}">
                <a16:creationId xmlns:a16="http://schemas.microsoft.com/office/drawing/2014/main" id="{EC9670E0-54AF-4B9B-B110-AD1CBDE0FA54}"/>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11</a:t>
            </a:r>
          </a:p>
        </p:txBody>
      </p:sp>
      <p:sp>
        <p:nvSpPr>
          <p:cNvPr id="5" name="v2-71-note">
            <a:extLst xmlns:a="http://schemas.openxmlformats.org/drawingml/2006/main">
              <a:ext uri="{FF2B5EF4-FFF2-40B4-BE49-F238E27FC236}">
                <a16:creationId xmlns:a16="http://schemas.microsoft.com/office/drawing/2014/main" id="{92EDE1B5-136A-494F-9FBB-7D0DA32081F2}"/>
              </a:ext>
            </a:extLst>
          </p:cNvPr>
          <p:cNvSpPr>
            <a:spLocks xmlns:a="http://schemas.openxmlformats.org/drawingml/2006/main" noGrp="1"/>
          </p:cNvSpPr>
          <p:nvPr/>
        </p:nvSpPr>
        <p:spPr>
          <a:xfrm xmlns:a="http://schemas.openxmlformats.org/drawingml/2006/main">
            <a:off x="495300" y="1657350"/>
            <a:ext cx="1704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0">
                <a:solidFill>
                  <a:srgbClr val="00889A"/>
                </a:solidFill>
                <a:latin typeface="Apple SD Gothic Neo"/>
                <a:ea typeface="Apple SD Gothic Neo"/>
                <a:cs typeface="Apple SD Gothic Neo"/>
              </a:defRPr>
            </a:pPr>
            <a:r>
              <a:rPr sz="2475" b="0">
                <a:solidFill>
                  <a:srgbClr val="00889A"/>
                </a:solidFill>
                <a:latin typeface="Apple SD Gothic Neo"/>
                <a:ea typeface="Apple SD Gothic Neo"/>
                <a:cs typeface="Apple SD Gothic Neo"/>
              </a:rPr>
              <a:t>예: “이 자료로 보고서를 만들어줘.” → 업무 인계 → 결과 수신 → 사용자에게 실제 전달</a:t>
            </a:r>
          </a:p>
        </p:txBody>
      </p:sp>
      <p:sp>
        <p:nvSpPr>
          <p:cNvPr id="6" name="v2-72-Interaction Manager">
            <a:extLst xmlns:a="http://schemas.openxmlformats.org/drawingml/2006/main">
              <a:ext uri="{FF2B5EF4-FFF2-40B4-BE49-F238E27FC236}">
                <a16:creationId xmlns:a16="http://schemas.microsoft.com/office/drawing/2014/main" id="{CE594CA4-9593-4033-A9D0-E9DDED5A7DEC}"/>
              </a:ext>
            </a:extLst>
          </p:cNvPr>
          <p:cNvSpPr>
            <a:spLocks xmlns:a="http://schemas.openxmlformats.org/drawingml/2006/main" noGrp="1"/>
          </p:cNvSpPr>
          <p:nvPr/>
        </p:nvSpPr>
        <p:spPr>
          <a:xfrm xmlns:a="http://schemas.openxmlformats.org/drawingml/2006/main">
            <a:off x="495300" y="2762250"/>
            <a:ext cx="3000375" cy="704850"/>
          </a:xfrm>
          <a:prstGeom xmlns:a="http://schemas.openxmlformats.org/drawingml/2006/main" prst="rect">
            <a:avLst/>
          </a:prstGeom>
          <a:solidFill xmlns:a="http://schemas.openxmlformats.org/drawingml/2006/main">
            <a:srgbClr val="EAF3F7"/>
          </a:solidFill>
          <a:ln xmlns:a="http://schemas.openxmlformats.org/drawingml/2006/main" w="19050">
            <a:solidFill>
              <a:srgbClr val="576773"/>
            </a:solidFill>
          </a:ln>
        </p:spPr>
      </p:sp>
      <p:sp>
        <p:nvSpPr>
          <p:cNvPr id="7" name="v2-73-Interaction Manager-name">
            <a:extLst xmlns:a="http://schemas.openxmlformats.org/drawingml/2006/main">
              <a:ext uri="{FF2B5EF4-FFF2-40B4-BE49-F238E27FC236}">
                <a16:creationId xmlns:a16="http://schemas.microsoft.com/office/drawing/2014/main" id="{4CE1D267-3478-410C-B50B-7010BC354A22}"/>
              </a:ext>
            </a:extLst>
          </p:cNvPr>
          <p:cNvSpPr>
            <a:spLocks xmlns:a="http://schemas.openxmlformats.org/drawingml/2006/main" noGrp="1"/>
          </p:cNvSpPr>
          <p:nvPr/>
        </p:nvSpPr>
        <p:spPr>
          <a:xfrm xmlns:a="http://schemas.openxmlformats.org/drawingml/2006/main">
            <a:off x="571500" y="2762250"/>
            <a:ext cx="28479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Interaction Manager</a:t>
            </a:r>
          </a:p>
        </p:txBody>
      </p:sp>
      <p:sp>
        <p:nvSpPr>
          <p:cNvPr id="8" name="v2-74-Request Interpreter">
            <a:extLst xmlns:a="http://schemas.openxmlformats.org/drawingml/2006/main">
              <a:ext uri="{FF2B5EF4-FFF2-40B4-BE49-F238E27FC236}">
                <a16:creationId xmlns:a16="http://schemas.microsoft.com/office/drawing/2014/main" id="{18B398A8-3CB1-4072-A8EB-43FF13D35660}"/>
              </a:ext>
            </a:extLst>
          </p:cNvPr>
          <p:cNvSpPr>
            <a:spLocks xmlns:a="http://schemas.openxmlformats.org/drawingml/2006/main" noGrp="1"/>
          </p:cNvSpPr>
          <p:nvPr/>
        </p:nvSpPr>
        <p:spPr>
          <a:xfrm xmlns:a="http://schemas.openxmlformats.org/drawingml/2006/main">
            <a:off x="4581525" y="2762250"/>
            <a:ext cx="3238500" cy="704850"/>
          </a:xfrm>
          <a:prstGeom xmlns:a="http://schemas.openxmlformats.org/drawingml/2006/main" prst="rect">
            <a:avLst/>
          </a:prstGeom>
          <a:solidFill xmlns:a="http://schemas.openxmlformats.org/drawingml/2006/main">
            <a:srgbClr val="EAF3F7"/>
          </a:solidFill>
          <a:ln xmlns:a="http://schemas.openxmlformats.org/drawingml/2006/main" w="19050">
            <a:solidFill>
              <a:srgbClr val="576773"/>
            </a:solidFill>
          </a:ln>
        </p:spPr>
      </p:sp>
      <p:sp>
        <p:nvSpPr>
          <p:cNvPr id="9" name="v2-75-Request Interpreter-name">
            <a:extLst xmlns:a="http://schemas.openxmlformats.org/drawingml/2006/main">
              <a:ext uri="{FF2B5EF4-FFF2-40B4-BE49-F238E27FC236}">
                <a16:creationId xmlns:a16="http://schemas.microsoft.com/office/drawing/2014/main" id="{D1A55344-8C18-4230-B422-25A1EAC59ECC}"/>
              </a:ext>
            </a:extLst>
          </p:cNvPr>
          <p:cNvSpPr>
            <a:spLocks xmlns:a="http://schemas.openxmlformats.org/drawingml/2006/main" noGrp="1"/>
          </p:cNvSpPr>
          <p:nvPr/>
        </p:nvSpPr>
        <p:spPr>
          <a:xfrm xmlns:a="http://schemas.openxmlformats.org/drawingml/2006/main">
            <a:off x="4657725" y="2762250"/>
            <a:ext cx="30861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Request Interpreter</a:t>
            </a:r>
          </a:p>
        </p:txBody>
      </p:sp>
      <p:sp>
        <p:nvSpPr>
          <p:cNvPr id="10" name="v2-76-Agent Gateway">
            <a:extLst xmlns:a="http://schemas.openxmlformats.org/drawingml/2006/main">
              <a:ext uri="{FF2B5EF4-FFF2-40B4-BE49-F238E27FC236}">
                <a16:creationId xmlns:a16="http://schemas.microsoft.com/office/drawing/2014/main" id="{58E9E2E8-115B-495F-955C-1F04ECDE6292}"/>
              </a:ext>
            </a:extLst>
          </p:cNvPr>
          <p:cNvSpPr>
            <a:spLocks xmlns:a="http://schemas.openxmlformats.org/drawingml/2006/main" noGrp="1"/>
          </p:cNvSpPr>
          <p:nvPr/>
        </p:nvSpPr>
        <p:spPr>
          <a:xfrm xmlns:a="http://schemas.openxmlformats.org/drawingml/2006/main">
            <a:off x="8905875" y="2762250"/>
            <a:ext cx="2762250" cy="704850"/>
          </a:xfrm>
          <a:prstGeom xmlns:a="http://schemas.openxmlformats.org/drawingml/2006/main" prst="rect">
            <a:avLst/>
          </a:prstGeom>
          <a:solidFill xmlns:a="http://schemas.openxmlformats.org/drawingml/2006/main">
            <a:srgbClr val="EAF3F7"/>
          </a:solidFill>
          <a:ln xmlns:a="http://schemas.openxmlformats.org/drawingml/2006/main" w="19050">
            <a:solidFill>
              <a:srgbClr val="576773"/>
            </a:solidFill>
          </a:ln>
        </p:spPr>
      </p:sp>
      <p:sp>
        <p:nvSpPr>
          <p:cNvPr id="11" name="v2-77-Agent Gateway-name">
            <a:extLst xmlns:a="http://schemas.openxmlformats.org/drawingml/2006/main">
              <a:ext uri="{FF2B5EF4-FFF2-40B4-BE49-F238E27FC236}">
                <a16:creationId xmlns:a16="http://schemas.microsoft.com/office/drawing/2014/main" id="{8215B20F-73B0-4A1F-8846-0E896B99164B}"/>
              </a:ext>
            </a:extLst>
          </p:cNvPr>
          <p:cNvSpPr>
            <a:spLocks xmlns:a="http://schemas.openxmlformats.org/drawingml/2006/main" noGrp="1"/>
          </p:cNvSpPr>
          <p:nvPr/>
        </p:nvSpPr>
        <p:spPr>
          <a:xfrm xmlns:a="http://schemas.openxmlformats.org/drawingml/2006/main">
            <a:off x="8982075" y="2762250"/>
            <a:ext cx="2609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Agent Gateway</a:t>
            </a:r>
          </a:p>
        </p:txBody>
      </p:sp>
      <p:sp>
        <p:nvSpPr>
          <p:cNvPr id="12" name="v2-78-Downstream Agent">
            <a:extLst xmlns:a="http://schemas.openxmlformats.org/drawingml/2006/main">
              <a:ext uri="{FF2B5EF4-FFF2-40B4-BE49-F238E27FC236}">
                <a16:creationId xmlns:a16="http://schemas.microsoft.com/office/drawing/2014/main" id="{BF08820D-C014-4A66-88F0-D0403EBD591F}"/>
              </a:ext>
            </a:extLst>
          </p:cNvPr>
          <p:cNvSpPr>
            <a:spLocks xmlns:a="http://schemas.openxmlformats.org/drawingml/2006/main" noGrp="1"/>
          </p:cNvSpPr>
          <p:nvPr/>
        </p:nvSpPr>
        <p:spPr>
          <a:xfrm xmlns:a="http://schemas.openxmlformats.org/drawingml/2006/main">
            <a:off x="12734925" y="2762250"/>
            <a:ext cx="5057775" cy="704850"/>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13" name="v2-79-Downstream Agent-name">
            <a:extLst xmlns:a="http://schemas.openxmlformats.org/drawingml/2006/main">
              <a:ext uri="{FF2B5EF4-FFF2-40B4-BE49-F238E27FC236}">
                <a16:creationId xmlns:a16="http://schemas.microsoft.com/office/drawing/2014/main" id="{490B8CB5-E574-403C-83F9-00654A192B5E}"/>
              </a:ext>
            </a:extLst>
          </p:cNvPr>
          <p:cNvSpPr>
            <a:spLocks xmlns:a="http://schemas.openxmlformats.org/drawingml/2006/main" noGrp="1"/>
          </p:cNvSpPr>
          <p:nvPr/>
        </p:nvSpPr>
        <p:spPr>
          <a:xfrm xmlns:a="http://schemas.openxmlformats.org/drawingml/2006/main">
            <a:off x="12811125" y="2762250"/>
            <a:ext cx="4905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Downstream Agent</a:t>
            </a:r>
          </a:p>
        </p:txBody>
      </p:sp>
      <p:sp>
        <p:nvSpPr>
          <p:cNvPr id="14" name="v2-80-time-forward">
            <a:extLst xmlns:a="http://schemas.openxmlformats.org/drawingml/2006/main">
              <a:ext uri="{FF2B5EF4-FFF2-40B4-BE49-F238E27FC236}">
                <a16:creationId xmlns:a16="http://schemas.microsoft.com/office/drawing/2014/main" id="{A6E06B8B-2608-4B5C-9839-4B71B429E9A2}"/>
              </a:ext>
            </a:extLst>
          </p:cNvPr>
          <p:cNvSpPr>
            <a:spLocks xmlns:a="http://schemas.openxmlformats.org/drawingml/2006/main" noGrp="1"/>
          </p:cNvSpPr>
          <p:nvPr/>
        </p:nvSpPr>
        <p:spPr>
          <a:xfrm xmlns:a="http://schemas.openxmlformats.org/drawingml/2006/main">
            <a:off x="3495675" y="3114675"/>
            <a:ext cx="1085850" cy="9525"/>
          </a:xfrm>
          <a:custGeom xmlns:a="http://schemas.openxmlformats.org/drawingml/2006/main">
            <a:pathLst>
              <a:path w="1085850" h="9525">
                <a:moveTo>
                  <a:pt x="0" y="0"/>
                </a:moveTo>
                <a:lnTo>
                  <a:pt x="1085850" y="0"/>
                </a:lnTo>
              </a:path>
            </a:pathLst>
          </a:custGeom>
          <a:noFill xmlns:a="http://schemas.openxmlformats.org/drawingml/2006/main"/>
          <a:ln xmlns:a="http://schemas.openxmlformats.org/drawingml/2006/main" w="28575">
            <a:solidFill>
              <a:srgbClr val="00889A"/>
            </a:solidFill>
            <a:prstDash val="solid"/>
          </a:ln>
        </p:spPr>
      </p:sp>
      <p:sp>
        <p:nvSpPr>
          <p:cNvPr id="15" name="v2-81-time-forward-head">
            <a:extLst xmlns:a="http://schemas.openxmlformats.org/drawingml/2006/main">
              <a:ext uri="{FF2B5EF4-FFF2-40B4-BE49-F238E27FC236}">
                <a16:creationId xmlns:a16="http://schemas.microsoft.com/office/drawing/2014/main" id="{85530BDE-A8C1-4620-8505-A49180C8CFA5}"/>
              </a:ext>
            </a:extLst>
          </p:cNvPr>
          <p:cNvSpPr>
            <a:spLocks xmlns:a="http://schemas.openxmlformats.org/drawingml/2006/main" noGrp="1"/>
          </p:cNvSpPr>
          <p:nvPr/>
        </p:nvSpPr>
        <p:spPr>
          <a:xfrm xmlns:a="http://schemas.openxmlformats.org/drawingml/2006/main">
            <a:off x="4481217" y="305987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8575">
            <a:solidFill>
              <a:srgbClr val="00889A"/>
            </a:solidFill>
            <a:prstDash val="solid"/>
          </a:ln>
        </p:spPr>
      </p:sp>
      <p:sp>
        <p:nvSpPr>
          <p:cNvPr id="16" name="v2-82-time-forward">
            <a:extLst xmlns:a="http://schemas.openxmlformats.org/drawingml/2006/main">
              <a:ext uri="{FF2B5EF4-FFF2-40B4-BE49-F238E27FC236}">
                <a16:creationId xmlns:a16="http://schemas.microsoft.com/office/drawing/2014/main" id="{2EBB4B1F-7FD9-4318-99CA-87EA481D09F6}"/>
              </a:ext>
            </a:extLst>
          </p:cNvPr>
          <p:cNvSpPr>
            <a:spLocks xmlns:a="http://schemas.openxmlformats.org/drawingml/2006/main" noGrp="1"/>
          </p:cNvSpPr>
          <p:nvPr/>
        </p:nvSpPr>
        <p:spPr>
          <a:xfrm xmlns:a="http://schemas.openxmlformats.org/drawingml/2006/main">
            <a:off x="7820025" y="3114675"/>
            <a:ext cx="1085850" cy="9525"/>
          </a:xfrm>
          <a:custGeom xmlns:a="http://schemas.openxmlformats.org/drawingml/2006/main">
            <a:pathLst>
              <a:path w="1085850" h="9525">
                <a:moveTo>
                  <a:pt x="0" y="0"/>
                </a:moveTo>
                <a:lnTo>
                  <a:pt x="1085850" y="0"/>
                </a:lnTo>
              </a:path>
            </a:pathLst>
          </a:custGeom>
          <a:noFill xmlns:a="http://schemas.openxmlformats.org/drawingml/2006/main"/>
          <a:ln xmlns:a="http://schemas.openxmlformats.org/drawingml/2006/main" w="28575">
            <a:solidFill>
              <a:srgbClr val="00889A"/>
            </a:solidFill>
            <a:prstDash val="solid"/>
          </a:ln>
        </p:spPr>
      </p:sp>
      <p:sp>
        <p:nvSpPr>
          <p:cNvPr id="17" name="v2-83-time-forward-head">
            <a:extLst xmlns:a="http://schemas.openxmlformats.org/drawingml/2006/main">
              <a:ext uri="{FF2B5EF4-FFF2-40B4-BE49-F238E27FC236}">
                <a16:creationId xmlns:a16="http://schemas.microsoft.com/office/drawing/2014/main" id="{92A6EB48-9B8E-4E37-A021-1C346B69A228}"/>
              </a:ext>
            </a:extLst>
          </p:cNvPr>
          <p:cNvSpPr>
            <a:spLocks xmlns:a="http://schemas.openxmlformats.org/drawingml/2006/main" noGrp="1"/>
          </p:cNvSpPr>
          <p:nvPr/>
        </p:nvSpPr>
        <p:spPr>
          <a:xfrm xmlns:a="http://schemas.openxmlformats.org/drawingml/2006/main">
            <a:off x="8805567" y="305987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8575">
            <a:solidFill>
              <a:srgbClr val="00889A"/>
            </a:solidFill>
            <a:prstDash val="solid"/>
          </a:ln>
        </p:spPr>
      </p:sp>
      <p:sp>
        <p:nvSpPr>
          <p:cNvPr id="18" name="v2-84-time-forward">
            <a:extLst xmlns:a="http://schemas.openxmlformats.org/drawingml/2006/main">
              <a:ext uri="{FF2B5EF4-FFF2-40B4-BE49-F238E27FC236}">
                <a16:creationId xmlns:a16="http://schemas.microsoft.com/office/drawing/2014/main" id="{CCED7DF3-CF6D-4130-A54E-0F009CA47078}"/>
              </a:ext>
            </a:extLst>
          </p:cNvPr>
          <p:cNvSpPr>
            <a:spLocks xmlns:a="http://schemas.openxmlformats.org/drawingml/2006/main" noGrp="1"/>
          </p:cNvSpPr>
          <p:nvPr/>
        </p:nvSpPr>
        <p:spPr>
          <a:xfrm xmlns:a="http://schemas.openxmlformats.org/drawingml/2006/main">
            <a:off x="11668125" y="3114675"/>
            <a:ext cx="1066800" cy="9525"/>
          </a:xfrm>
          <a:custGeom xmlns:a="http://schemas.openxmlformats.org/drawingml/2006/main">
            <a:pathLst>
              <a:path w="1066800" h="9525">
                <a:moveTo>
                  <a:pt x="0" y="0"/>
                </a:moveTo>
                <a:lnTo>
                  <a:pt x="1066800" y="0"/>
                </a:lnTo>
              </a:path>
            </a:pathLst>
          </a:custGeom>
          <a:noFill xmlns:a="http://schemas.openxmlformats.org/drawingml/2006/main"/>
          <a:ln xmlns:a="http://schemas.openxmlformats.org/drawingml/2006/main" w="28575">
            <a:solidFill>
              <a:srgbClr val="00889A"/>
            </a:solidFill>
            <a:prstDash val="solid"/>
          </a:ln>
        </p:spPr>
      </p:sp>
      <p:sp>
        <p:nvSpPr>
          <p:cNvPr id="19" name="v2-85-time-forward-head">
            <a:extLst xmlns:a="http://schemas.openxmlformats.org/drawingml/2006/main">
              <a:ext uri="{FF2B5EF4-FFF2-40B4-BE49-F238E27FC236}">
                <a16:creationId xmlns:a16="http://schemas.microsoft.com/office/drawing/2014/main" id="{B0D867D1-92D3-4F9A-8044-229F9D99EEA0}"/>
              </a:ext>
            </a:extLst>
          </p:cNvPr>
          <p:cNvSpPr>
            <a:spLocks xmlns:a="http://schemas.openxmlformats.org/drawingml/2006/main" noGrp="1"/>
          </p:cNvSpPr>
          <p:nvPr/>
        </p:nvSpPr>
        <p:spPr>
          <a:xfrm xmlns:a="http://schemas.openxmlformats.org/drawingml/2006/main">
            <a:off x="12634617" y="305987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8575">
            <a:solidFill>
              <a:srgbClr val="00889A"/>
            </a:solidFill>
            <a:prstDash val="solid"/>
          </a:ln>
        </p:spPr>
      </p:sp>
      <p:sp>
        <p:nvSpPr>
          <p:cNvPr id="20" name="v2-86-note">
            <a:extLst xmlns:a="http://schemas.openxmlformats.org/drawingml/2006/main">
              <a:ext uri="{FF2B5EF4-FFF2-40B4-BE49-F238E27FC236}">
                <a16:creationId xmlns:a16="http://schemas.microsoft.com/office/drawing/2014/main" id="{0DAAA8BD-6EFC-4CCE-B034-438263CA4857}"/>
              </a:ext>
            </a:extLst>
          </p:cNvPr>
          <p:cNvSpPr>
            <a:spLocks xmlns:a="http://schemas.openxmlformats.org/drawingml/2006/main" noGrp="1"/>
          </p:cNvSpPr>
          <p:nvPr/>
        </p:nvSpPr>
        <p:spPr>
          <a:xfrm xmlns:a="http://schemas.openxmlformats.org/drawingml/2006/main">
            <a:off x="495300" y="3629025"/>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입력 접수</a:t>
            </a:r>
          </a:p>
        </p:txBody>
      </p:sp>
      <p:sp>
        <p:nvSpPr>
          <p:cNvPr id="21" name="v2-87-note">
            <a:extLst xmlns:a="http://schemas.openxmlformats.org/drawingml/2006/main">
              <a:ext uri="{FF2B5EF4-FFF2-40B4-BE49-F238E27FC236}">
                <a16:creationId xmlns:a16="http://schemas.microsoft.com/office/drawing/2014/main" id="{9A0CC7BE-04A3-4C3A-BE55-185C974B2208}"/>
              </a:ext>
            </a:extLst>
          </p:cNvPr>
          <p:cNvSpPr>
            <a:spLocks xmlns:a="http://schemas.openxmlformats.org/drawingml/2006/main" noGrp="1"/>
          </p:cNvSpPr>
          <p:nvPr/>
        </p:nvSpPr>
        <p:spPr>
          <a:xfrm xmlns:a="http://schemas.openxmlformats.org/drawingml/2006/main">
            <a:off x="4581525" y="3629025"/>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VIA 해석</a:t>
            </a:r>
          </a:p>
        </p:txBody>
      </p:sp>
      <p:sp>
        <p:nvSpPr>
          <p:cNvPr id="22" name="v2-88-note">
            <a:extLst xmlns:a="http://schemas.openxmlformats.org/drawingml/2006/main">
              <a:ext uri="{FF2B5EF4-FFF2-40B4-BE49-F238E27FC236}">
                <a16:creationId xmlns:a16="http://schemas.microsoft.com/office/drawing/2014/main" id="{22C6A391-9FCD-4F7C-8A29-391B6D87588A}"/>
              </a:ext>
            </a:extLst>
          </p:cNvPr>
          <p:cNvSpPr>
            <a:spLocks xmlns:a="http://schemas.openxmlformats.org/drawingml/2006/main" noGrp="1"/>
          </p:cNvSpPr>
          <p:nvPr/>
        </p:nvSpPr>
        <p:spPr>
          <a:xfrm xmlns:a="http://schemas.openxmlformats.org/drawingml/2006/main">
            <a:off x="8905875" y="3629025"/>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VIA 인계</a:t>
            </a:r>
          </a:p>
        </p:txBody>
      </p:sp>
      <p:sp>
        <p:nvSpPr>
          <p:cNvPr id="23" name="v2-89-note">
            <a:extLst xmlns:a="http://schemas.openxmlformats.org/drawingml/2006/main">
              <a:ext uri="{FF2B5EF4-FFF2-40B4-BE49-F238E27FC236}">
                <a16:creationId xmlns:a16="http://schemas.microsoft.com/office/drawing/2014/main" id="{5132981A-5EA9-4DA5-8580-64F4A29593F3}"/>
              </a:ext>
            </a:extLst>
          </p:cNvPr>
          <p:cNvSpPr>
            <a:spLocks xmlns:a="http://schemas.openxmlformats.org/drawingml/2006/main" noGrp="1"/>
          </p:cNvSpPr>
          <p:nvPr/>
        </p:nvSpPr>
        <p:spPr>
          <a:xfrm xmlns:a="http://schemas.openxmlformats.org/drawingml/2006/main">
            <a:off x="12763500" y="3629025"/>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외부 AI의 실제 작성</a:t>
            </a:r>
          </a:p>
        </p:txBody>
      </p:sp>
      <p:sp>
        <p:nvSpPr>
          <p:cNvPr id="24" name="v2-90-time-return">
            <a:extLst xmlns:a="http://schemas.openxmlformats.org/drawingml/2006/main">
              <a:ext uri="{FF2B5EF4-FFF2-40B4-BE49-F238E27FC236}">
                <a16:creationId xmlns:a16="http://schemas.microsoft.com/office/drawing/2014/main" id="{31CF41D0-55B5-4893-8F01-CEC314FD8BB2}"/>
              </a:ext>
            </a:extLst>
          </p:cNvPr>
          <p:cNvSpPr>
            <a:spLocks xmlns:a="http://schemas.openxmlformats.org/drawingml/2006/main" noGrp="1"/>
          </p:cNvSpPr>
          <p:nvPr/>
        </p:nvSpPr>
        <p:spPr>
          <a:xfrm xmlns:a="http://schemas.openxmlformats.org/drawingml/2006/main">
            <a:off x="1781175" y="3467100"/>
            <a:ext cx="13477875" cy="1076325"/>
          </a:xfrm>
          <a:custGeom xmlns:a="http://schemas.openxmlformats.org/drawingml/2006/main">
            <a:pathLst>
              <a:path w="13477875" h="1076325">
                <a:moveTo>
                  <a:pt x="13477875" y="0"/>
                </a:moveTo>
                <a:lnTo>
                  <a:pt x="13477875" y="1076325"/>
                </a:lnTo>
                <a:lnTo>
                  <a:pt x="0" y="1076325"/>
                </a:lnTo>
                <a:lnTo>
                  <a:pt x="0" y="0"/>
                </a:lnTo>
              </a:path>
            </a:pathLst>
          </a:custGeom>
          <a:noFill xmlns:a="http://schemas.openxmlformats.org/drawingml/2006/main"/>
          <a:ln xmlns:a="http://schemas.openxmlformats.org/drawingml/2006/main" w="28575">
            <a:solidFill>
              <a:srgbClr val="576773"/>
            </a:solidFill>
            <a:prstDash val="solid"/>
          </a:ln>
        </p:spPr>
      </p:sp>
      <p:sp>
        <p:nvSpPr>
          <p:cNvPr id="25" name="v2-91-time-return-head">
            <a:extLst xmlns:a="http://schemas.openxmlformats.org/drawingml/2006/main">
              <a:ext uri="{FF2B5EF4-FFF2-40B4-BE49-F238E27FC236}">
                <a16:creationId xmlns:a16="http://schemas.microsoft.com/office/drawing/2014/main" id="{93118C6D-0CEE-40C7-A4E6-E3F8373B1A69}"/>
              </a:ext>
            </a:extLst>
          </p:cNvPr>
          <p:cNvSpPr>
            <a:spLocks xmlns:a="http://schemas.openxmlformats.org/drawingml/2006/main" noGrp="1"/>
          </p:cNvSpPr>
          <p:nvPr/>
        </p:nvSpPr>
        <p:spPr>
          <a:xfrm xmlns:a="http://schemas.openxmlformats.org/drawingml/2006/main">
            <a:off x="1726377" y="3467100"/>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8575">
            <a:solidFill>
              <a:srgbClr val="576773"/>
            </a:solidFill>
            <a:prstDash val="solid"/>
          </a:ln>
        </p:spPr>
      </p:sp>
      <p:sp>
        <p:nvSpPr>
          <p:cNvPr id="26" name="v2-92-note">
            <a:extLst xmlns:a="http://schemas.openxmlformats.org/drawingml/2006/main">
              <a:ext uri="{FF2B5EF4-FFF2-40B4-BE49-F238E27FC236}">
                <a16:creationId xmlns:a16="http://schemas.microsoft.com/office/drawing/2014/main" id="{E2FAB8E3-80FE-4667-AF31-7F837A0075E9}"/>
              </a:ext>
            </a:extLst>
          </p:cNvPr>
          <p:cNvSpPr>
            <a:spLocks xmlns:a="http://schemas.openxmlformats.org/drawingml/2006/main" noGrp="1"/>
          </p:cNvSpPr>
          <p:nvPr/>
        </p:nvSpPr>
        <p:spPr>
          <a:xfrm xmlns:a="http://schemas.openxmlformats.org/drawingml/2006/main">
            <a:off x="4972050" y="4552950"/>
            <a:ext cx="971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576773"/>
                </a:solidFill>
                <a:latin typeface="Apple SD Gothic Neo"/>
                <a:ea typeface="Apple SD Gothic Neo"/>
                <a:cs typeface="Apple SD Gothic Neo"/>
              </a:defRPr>
            </a:pPr>
            <a:r>
              <a:rPr sz="2400" b="0">
                <a:solidFill>
                  <a:srgbClr val="576773"/>
                </a:solidFill>
                <a:latin typeface="Apple SD Gothic Neo"/>
                <a:ea typeface="Apple SD Gothic Neo"/>
                <a:cs typeface="Apple SD Gothic Neo"/>
              </a:rPr>
              <a:t>결과를 받은 뒤 VIA가 준비하고 실제 전달</a:t>
            </a:r>
          </a:p>
        </p:txBody>
      </p:sp>
      <p:graphicFrame>
        <p:nvGraphicFramePr>
          <p:cNvPr id="56" name=""/>
          <p:cNvGraphicFramePr/>
          <p:nvPr/>
        </p:nvGraphicFramePr>
        <p:xfrm>
          <a:off xmlns:a="http://schemas.openxmlformats.org/drawingml/2006/main" x="495300" y="5810250"/>
          <a:ext xmlns:a="http://schemas.openxmlformats.org/drawingml/2006/main" cx="17297400" cy="2105025"/>
        </p:xfrm>
        <a:graphic xmlns:a="http://schemas.openxmlformats.org/drawingml/2006/main">
          <a:graphicData uri="http://schemas.openxmlformats.org/drawingml/2006/table">
            <a:tbl>
              <a:tblPr/>
              <a:tblGrid>
                <a:gridCol w="4171950"/>
                <a:gridCol w="6638925"/>
                <a:gridCol w="6486525"/>
              </a:tblGrid>
              <a:tr h="552450">
                <a:tc>
                  <a:txBody>
                    <a:bodyPr/>
                    <a:lstStyle/>
                    <a:p>
                      <a:pPr algn="l"/>
                      <a:r>
                        <a:rPr sz="2250" b="1">
                          <a:solidFill>
                            <a:srgbClr val="FFFFFF"/>
                          </a:solidFill>
                          <a:latin typeface="Apple SD Gothic Neo"/>
                          <a:ea typeface="Apple SD Gothic Neo"/>
                          <a:cs typeface="Apple SD Gothic Neo"/>
                        </a:rPr>
                        <a:t>지표</a:t>
                      </a:r>
                    </a:p>
                  </a:txBody>
                  <a:tcPr marL="114300" marR="76200" marT="47625" marB="47625" anchor="ctr">
                    <a:solidFill>
                      <a:srgbClr val="354354"/>
                    </a:solidFill>
                  </a:tcPr>
                </a:tc>
                <a:tc>
                  <a:txBody>
                    <a:bodyPr/>
                    <a:lstStyle/>
                    <a:p>
                      <a:pPr algn="l"/>
                      <a:r>
                        <a:rPr sz="2250" b="1">
                          <a:solidFill>
                            <a:srgbClr val="FFFFFF"/>
                          </a:solidFill>
                          <a:latin typeface="Apple SD Gothic Neo"/>
                          <a:ea typeface="Apple SD Gothic Neo"/>
                          <a:cs typeface="Apple SD Gothic Neo"/>
                        </a:rPr>
                        <a:t>사용자가 보는 의미</a:t>
                      </a:r>
                    </a:p>
                  </a:txBody>
                  <a:tcPr marL="114300" marR="76200" marT="47625" marB="47625" anchor="ctr">
                    <a:solidFill>
                      <a:srgbClr val="354354"/>
                    </a:solidFill>
                  </a:tcPr>
                </a:tc>
                <a:tc>
                  <a:txBody>
                    <a:bodyPr/>
                    <a:lstStyle/>
                    <a:p>
                      <a:pPr algn="l"/>
                      <a:r>
                        <a:rPr sz="2250" b="1">
                          <a:solidFill>
                            <a:srgbClr val="FFFFFF"/>
                          </a:solidFill>
                          <a:latin typeface="Apple SD Gothic Neo"/>
                          <a:ea typeface="Apple SD Gothic Neo"/>
                          <a:cs typeface="Apple SD Gothic Neo"/>
                        </a:rPr>
                        <a:t>현재 목표와 계산 경계</a:t>
                      </a:r>
                    </a:p>
                  </a:txBody>
                  <a:tcPr marL="114300" marR="76200" marT="47625" marB="47625" anchor="ctr">
                    <a:solidFill>
                      <a:srgbClr val="354354"/>
                    </a:solidFill>
                  </a:tcPr>
                </a:tc>
              </a:tr>
              <a:tr h="776288">
                <a:tc>
                  <a:txBody>
                    <a:bodyPr/>
                    <a:lstStyle/>
                    <a:p>
                      <a:pPr algn="l"/>
                      <a:r>
                        <a:rPr sz="2250" b="0">
                          <a:solidFill>
                            <a:srgbClr val="202B35"/>
                          </a:solidFill>
                          <a:latin typeface="Apple SD Gothic Neo"/>
                          <a:ea typeface="Apple SD Gothic Neo"/>
                          <a:cs typeface="Apple SD Gothic Neo"/>
                        </a:rPr>
                        <a:t>QA-02 상호작용 응답시간</a:t>
                      </a:r>
                    </a:p>
                  </a:txBody>
                  <a:tcPr marL="114300" marR="76200" marT="47625" marB="47625" anchor="ctr">
                    <a:solidFill>
                      <a:srgbClr val="FFFFFF"/>
                    </a:solidFill>
                  </a:tcPr>
                </a:tc>
                <a:tc>
                  <a:txBody>
                    <a:bodyPr/>
                    <a:lstStyle/>
                    <a:p>
                      <a:pPr algn="l"/>
                      <a:r>
                        <a:rPr sz="2250" b="0">
                          <a:solidFill>
                            <a:srgbClr val="202B35"/>
                          </a:solidFill>
                          <a:latin typeface="Apple SD Gothic Neo"/>
                          <a:ea typeface="Apple SD Gothic Neo"/>
                          <a:cs typeface="Apple SD Gothic Neo"/>
                        </a:rPr>
                        <a:t>새 입력, 질문이나 결과에 알맞게 반응하기까지</a:t>
                      </a:r>
                    </a:p>
                  </a:txBody>
                  <a:tcPr marL="114300" marR="76200" marT="47625" marB="47625" anchor="ctr">
                    <a:solidFill>
                      <a:srgbClr val="FFFFFF"/>
                    </a:solidFill>
                  </a:tcPr>
                </a:tc>
                <a:tc>
                  <a:txBody>
                    <a:bodyPr/>
                    <a:lstStyle/>
                    <a:p>
                      <a:pPr algn="l"/>
                      <a:r>
                        <a:rPr sz="2250" b="0">
                          <a:solidFill>
                            <a:srgbClr val="202B35"/>
                          </a:solidFill>
                          <a:latin typeface="Apple SD Gothic Neo"/>
                          <a:ea typeface="Apple SD Gothic Neo"/>
                          <a:cs typeface="Apple SD Gothic Neo"/>
                        </a:rPr>
                        <a:t>평균 ≤ 1초 / 로컬 재생 중단 ≤ 0.1초</a:t>
                      </a:r>
                    </a:p>
                  </a:txBody>
                  <a:tcPr marL="114300" marR="76200" marT="47625" marB="47625" anchor="ctr">
                    <a:solidFill>
                      <a:srgbClr val="FFFFFF"/>
                    </a:solidFill>
                  </a:tcPr>
                </a:tc>
              </a:tr>
              <a:tr h="776288">
                <a:tc>
                  <a:txBody>
                    <a:bodyPr/>
                    <a:lstStyle/>
                    <a:p>
                      <a:pPr algn="l"/>
                      <a:r>
                        <a:rPr sz="2250" b="0">
                          <a:solidFill>
                            <a:srgbClr val="202B35"/>
                          </a:solidFill>
                          <a:latin typeface="Apple SD Gothic Neo"/>
                          <a:ea typeface="Apple SD Gothic Neo"/>
                          <a:cs typeface="Apple SD Gothic Neo"/>
                        </a:rPr>
                        <a:t>QA-03 VIA 요청 처리시간</a:t>
                      </a:r>
                    </a:p>
                  </a:txBody>
                  <a:tcPr marL="114300" marR="76200" marT="47625" marB="47625" anchor="ctr">
                    <a:solidFill>
                      <a:srgbClr val="F5F7F8"/>
                    </a:solidFill>
                  </a:tcPr>
                </a:tc>
                <a:tc>
                  <a:txBody>
                    <a:bodyPr/>
                    <a:lstStyle/>
                    <a:p>
                      <a:pPr algn="l"/>
                      <a:r>
                        <a:rPr sz="2250" b="0">
                          <a:solidFill>
                            <a:srgbClr val="202B35"/>
                          </a:solidFill>
                          <a:latin typeface="Apple SD Gothic Neo"/>
                          <a:ea typeface="Apple SD Gothic Neo"/>
                          <a:cs typeface="Apple SD Gothic Neo"/>
                        </a:rPr>
                        <a:t>접수부터 결과 전달까지 VIA가 처리하고 기다린 시간</a:t>
                      </a:r>
                    </a:p>
                  </a:txBody>
                  <a:tcPr marL="114300" marR="76200" marT="47625" marB="47625" anchor="ctr">
                    <a:solidFill>
                      <a:srgbClr val="F5F7F8"/>
                    </a:solidFill>
                  </a:tcPr>
                </a:tc>
                <a:tc>
                  <a:txBody>
                    <a:bodyPr/>
                    <a:lstStyle/>
                    <a:p>
                      <a:pPr algn="l"/>
                      <a:r>
                        <a:rPr sz="2250" b="0">
                          <a:solidFill>
                            <a:srgbClr val="202B35"/>
                          </a:solidFill>
                          <a:latin typeface="Apple SD Gothic Neo"/>
                          <a:ea typeface="Apple SD Gothic Neo"/>
                          <a:cs typeface="Apple SD Gothic Neo"/>
                        </a:rPr>
                        <a:t>평균 ≤ 10초 / 외부 업무 실행과 사용자 대기 제외</a:t>
                      </a:r>
                    </a:p>
                  </a:txBody>
                  <a:tcPr marL="114300" marR="76200" marT="47625" marB="47625" anchor="ctr">
                    <a:solidFill>
                      <a:srgbClr val="F5F7F8"/>
                    </a:solidFill>
                  </a:tcPr>
                </a:tc>
              </a:tr>
            </a:tbl>
          </a:graphicData>
        </a:graphic>
      </p:graphicFrame>
      <p:sp>
        <p:nvSpPr>
          <p:cNvPr id="28" name="v2-93-time-boundary-footnote">
            <a:extLst xmlns:a="http://schemas.openxmlformats.org/drawingml/2006/main">
              <a:ext uri="{FF2B5EF4-FFF2-40B4-BE49-F238E27FC236}">
                <a16:creationId xmlns:a16="http://schemas.microsoft.com/office/drawing/2014/main" id="{FD9D7228-EEF4-418E-95CE-8033EE0BE4FD}"/>
              </a:ext>
            </a:extLst>
          </p:cNvPr>
          <p:cNvSpPr>
            <a:spLocks xmlns:a="http://schemas.openxmlformats.org/drawingml/2006/main" noGrp="1"/>
          </p:cNvSpPr>
          <p:nvPr/>
        </p:nvSpPr>
        <p:spPr>
          <a:xfrm xmlns:a="http://schemas.openxmlformats.org/drawingml/2006/main">
            <a:off x="495300" y="8429625"/>
            <a:ext cx="17049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202B35"/>
                </a:solidFill>
                <a:latin typeface="Apple SD Gothic Neo"/>
                <a:ea typeface="Apple SD Gothic Neo"/>
                <a:cs typeface="Apple SD Gothic Neo"/>
              </a:defRPr>
            </a:pPr>
            <a:r>
              <a:rPr sz="2250" b="0">
                <a:solidFill>
                  <a:srgbClr val="202B35"/>
                </a:solidFill>
                <a:latin typeface="Apple SD Gothic Neo"/>
                <a:ea typeface="Apple SD Gothic Neo"/>
                <a:cs typeface="Apple SD Gothic Neo"/>
              </a:rPr>
              <a:t>포함: VIA 의미 모델 호출, 자료 조회, queue 대기와 실제 전달</a:t>
            </a:r>
          </a:p>
          <a:p xmlns:a="http://schemas.openxmlformats.org/drawingml/2006/main">
            <a:pPr algn="l">
              <a:defRPr sz="2250" b="0">
                <a:solidFill>
                  <a:srgbClr val="202B35"/>
                </a:solidFill>
                <a:latin typeface="Apple SD Gothic Neo"/>
                <a:ea typeface="Apple SD Gothic Neo"/>
                <a:cs typeface="Apple SD Gothic Neo"/>
              </a:defRPr>
            </a:pPr>
            <a:r>
              <a:rPr sz="2250" b="0">
                <a:solidFill>
                  <a:srgbClr val="202B35"/>
                </a:solidFill>
                <a:latin typeface="Apple SD Gothic Neo"/>
                <a:ea typeface="Apple SD Gothic Neo"/>
                <a:cs typeface="Apple SD Gothic Neo"/>
              </a:rPr>
              <a:t>제외: 외부 업무 AI가 보고서를 작성하는 시간, 사용자 대기와 계약상 필요한 사용자 발화</a:t>
            </a:r>
          </a:p>
        </p:txBody>
      </p:sp>
      <p:sp>
        <p:nvSpPr>
          <p:cNvPr id="29" name="v2-94-note">
            <a:extLst xmlns:a="http://schemas.openxmlformats.org/drawingml/2006/main">
              <a:ext uri="{FF2B5EF4-FFF2-40B4-BE49-F238E27FC236}">
                <a16:creationId xmlns:a16="http://schemas.microsoft.com/office/drawing/2014/main" id="{3022D369-0D55-45F3-AEB1-1EE565610638}"/>
              </a:ext>
            </a:extLst>
          </p:cNvPr>
          <p:cNvSpPr>
            <a:spLocks xmlns:a="http://schemas.openxmlformats.org/drawingml/2006/main" noGrp="1"/>
          </p:cNvSpPr>
          <p:nvPr/>
        </p:nvSpPr>
        <p:spPr>
          <a:xfrm xmlns:a="http://schemas.openxmlformats.org/drawingml/2006/main">
            <a:off x="495300" y="9572625"/>
            <a:ext cx="1704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576773"/>
                </a:solidFill>
                <a:latin typeface="Apple SD Gothic Neo"/>
                <a:ea typeface="Apple SD Gothic Neo"/>
                <a:cs typeface="Apple SD Gothic Neo"/>
              </a:defRPr>
            </a:pPr>
            <a:r>
              <a:rPr sz="1950" b="0">
                <a:solidFill>
                  <a:srgbClr val="576773"/>
                </a:solidFill>
                <a:latin typeface="Apple SD Gothic Neo"/>
                <a:ea typeface="Apple SD Gothic Neo"/>
                <a:cs typeface="Apple SD Gothic Neo"/>
              </a:rPr>
              <a:t>그림의 길이는 시간 비율이 아닙니다. 같은 21개 사례를 5회 독립 반복하여 지정된 반응과 처리 사이클을 따로 평가합니다.</a:t>
            </a:r>
          </a:p>
        </p:txBody>
      </p:sp>
    </p:spTree>
    <p:extLst>
      <p:ext uri="{BB962C8B-B14F-4D97-AF65-F5344CB8AC3E}">
        <p14:creationId xmlns:p14="http://schemas.microsoft.com/office/powerpoint/2010/main" val="190162836"/>
      </p:ext>
    </p:extLst>
  </p:cSld>
</p:sld>
</file>

<file path=ppt/slides/slide50.xml><?xml version="1.0" encoding="utf-8"?>
<p:sld xmlns:p="http://schemas.openxmlformats.org/presentationml/2006/main">
  <p:cSld name="drivers">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v2-95-section">
            <a:extLst xmlns:a="http://schemas.openxmlformats.org/drawingml/2006/main">
              <a:ext uri="{FF2B5EF4-FFF2-40B4-BE49-F238E27FC236}">
                <a16:creationId xmlns:a16="http://schemas.microsoft.com/office/drawing/2014/main" id="{A8B9E03D-759E-4EF0-8147-B560417B6BCD}"/>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설계 도입</a:t>
            </a:r>
          </a:p>
        </p:txBody>
      </p:sp>
      <p:sp>
        <p:nvSpPr>
          <p:cNvPr id="2" name="v2-96-title">
            <a:extLst xmlns:a="http://schemas.openxmlformats.org/drawingml/2006/main">
              <a:ext uri="{FF2B5EF4-FFF2-40B4-BE49-F238E27FC236}">
                <a16:creationId xmlns:a16="http://schemas.microsoft.com/office/drawing/2014/main" id="{00FDFA54-88A8-4528-BAE0-6DD6C7C51598}"/>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B35"/>
                </a:solidFill>
                <a:latin typeface="Apple SD Gothic Neo"/>
                <a:ea typeface="Apple SD Gothic Neo"/>
                <a:cs typeface="Apple SD Gothic Neo"/>
              </a:defRPr>
            </a:pPr>
            <a:r>
              <a:rPr sz="3600" b="1">
                <a:solidFill>
                  <a:srgbClr val="202B35"/>
                </a:solidFill>
                <a:latin typeface="Apple SD Gothic Neo"/>
                <a:ea typeface="Apple SD Gothic Neo"/>
                <a:cs typeface="Apple SD Gothic Neo"/>
              </a:rPr>
              <a:t>필요한 기능은 같아도, 진행과 상태를 조직하는 방식은 다릅니다</a:t>
            </a:r>
          </a:p>
        </p:txBody>
      </p:sp>
      <p:sp>
        <p:nvSpPr>
          <p:cNvPr id="3" name="v2-97-rule">
            <a:extLst xmlns:a="http://schemas.openxmlformats.org/drawingml/2006/main">
              <a:ext uri="{FF2B5EF4-FFF2-40B4-BE49-F238E27FC236}">
                <a16:creationId xmlns:a16="http://schemas.microsoft.com/office/drawing/2014/main" id="{B9B136D6-3164-4DCD-BC4D-6FED53AFD807}"/>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98-page">
            <a:extLst xmlns:a="http://schemas.openxmlformats.org/drawingml/2006/main">
              <a:ext uri="{FF2B5EF4-FFF2-40B4-BE49-F238E27FC236}">
                <a16:creationId xmlns:a16="http://schemas.microsoft.com/office/drawing/2014/main" id="{8CEEA9C8-4FB9-436E-A0BB-657CA0439471}"/>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12</a:t>
            </a:r>
          </a:p>
        </p:txBody>
      </p:sp>
      <p:graphicFrame>
        <p:nvGraphicFramePr>
          <p:cNvPr id="12" name=""/>
          <p:cNvGraphicFramePr/>
          <p:nvPr/>
        </p:nvGraphicFramePr>
        <p:xfrm>
          <a:off xmlns:a="http://schemas.openxmlformats.org/drawingml/2006/main" x="495300" y="2019300"/>
          <a:ext xmlns:a="http://schemas.openxmlformats.org/drawingml/2006/main" cx="17297400" cy="4362450"/>
        </p:xfrm>
        <a:graphic xmlns:a="http://schemas.openxmlformats.org/drawingml/2006/main">
          <a:graphicData uri="http://schemas.openxmlformats.org/drawingml/2006/table">
            <a:tbl>
              <a:tblPr/>
              <a:tblGrid>
                <a:gridCol w="4619625"/>
                <a:gridCol w="4857750"/>
                <a:gridCol w="7820025"/>
              </a:tblGrid>
              <a:tr h="552450">
                <a:tc>
                  <a:txBody>
                    <a:bodyPr/>
                    <a:lstStyle/>
                    <a:p>
                      <a:pPr algn="l"/>
                      <a:r>
                        <a:rPr sz="2250" b="1">
                          <a:solidFill>
                            <a:srgbClr val="FFFFFF"/>
                          </a:solidFill>
                          <a:latin typeface="Apple SD Gothic Neo"/>
                          <a:ea typeface="Apple SD Gothic Neo"/>
                          <a:cs typeface="Apple SD Gothic Neo"/>
                        </a:rPr>
                        <a:t>필요한 기능과 제약</a:t>
                      </a:r>
                    </a:p>
                  </a:txBody>
                  <a:tcPr marL="114300" marR="76200" marT="47625" marB="47625" anchor="ctr">
                    <a:solidFill>
                      <a:srgbClr val="354354"/>
                    </a:solidFill>
                  </a:tcPr>
                </a:tc>
                <a:tc>
                  <a:txBody>
                    <a:bodyPr/>
                    <a:lstStyle/>
                    <a:p>
                      <a:pPr algn="l"/>
                      <a:r>
                        <a:rPr sz="2250" b="1">
                          <a:solidFill>
                            <a:srgbClr val="FFFFFF"/>
                          </a:solidFill>
                          <a:latin typeface="Apple SD Gothic Neo"/>
                          <a:ea typeface="Apple SD Gothic Neo"/>
                          <a:cs typeface="Apple SD Gothic Neo"/>
                        </a:rPr>
                        <a:t>비교할 품질 경로</a:t>
                      </a:r>
                    </a:p>
                  </a:txBody>
                  <a:tcPr marL="114300" marR="76200" marT="47625" marB="47625" anchor="ctr">
                    <a:solidFill>
                      <a:srgbClr val="354354"/>
                    </a:solidFill>
                  </a:tcPr>
                </a:tc>
                <a:tc>
                  <a:txBody>
                    <a:bodyPr/>
                    <a:lstStyle/>
                    <a:p>
                      <a:pPr algn="l"/>
                      <a:r>
                        <a:rPr sz="2250" b="1">
                          <a:solidFill>
                            <a:srgbClr val="FFFFFF"/>
                          </a:solidFill>
                          <a:latin typeface="Apple SD Gothic Neo"/>
                          <a:ea typeface="Apple SD Gothic Neo"/>
                          <a:cs typeface="Apple SD Gothic Neo"/>
                        </a:rPr>
                        <a:t>구조 선택 질문</a:t>
                      </a:r>
                    </a:p>
                  </a:txBody>
                  <a:tcPr marL="114300" marR="76200" marT="47625" marB="47625" anchor="ctr">
                    <a:solidFill>
                      <a:srgbClr val="354354"/>
                    </a:solidFill>
                  </a:tcPr>
                </a:tc>
              </a:tr>
              <a:tr h="952500">
                <a:tc>
                  <a:txBody>
                    <a:bodyPr/>
                    <a:lstStyle/>
                    <a:p>
                      <a:pPr algn="l"/>
                      <a:r>
                        <a:rPr sz="2250" b="0">
                          <a:solidFill>
                            <a:srgbClr val="202B35"/>
                          </a:solidFill>
                          <a:latin typeface="Apple SD Gothic Neo"/>
                          <a:ea typeface="Apple SD Gothic Neo"/>
                          <a:cs typeface="Apple SD Gothic Neo"/>
                        </a:rPr>
                        <a:t>FR2 / FR3  대상, 조건과 의존 관계</a:t>
                      </a:r>
                    </a:p>
                  </a:txBody>
                  <a:tcPr marL="114300" marR="76200" marT="47625" marB="47625" anchor="ctr">
                    <a:solidFill>
                      <a:srgbClr val="FFFFFF"/>
                    </a:solidFill>
                  </a:tcPr>
                </a:tc>
                <a:tc>
                  <a:txBody>
                    <a:bodyPr/>
                    <a:lstStyle/>
                    <a:p>
                      <a:pPr algn="l"/>
                      <a:r>
                        <a:rPr sz="2250" b="0">
                          <a:solidFill>
                            <a:srgbClr val="202B35"/>
                          </a:solidFill>
                          <a:latin typeface="Apple SD Gothic Neo"/>
                          <a:ea typeface="Apple SD Gothic Neo"/>
                          <a:cs typeface="Apple SD Gothic Neo"/>
                        </a:rPr>
                        <a:t>정확성 / VIA 처리시간 / 모델 비용</a:t>
                      </a:r>
                    </a:p>
                  </a:txBody>
                  <a:tcPr marL="114300" marR="76200" marT="47625" marB="47625" anchor="ctr">
                    <a:solidFill>
                      <a:srgbClr val="FFFFFF"/>
                    </a:solidFill>
                  </a:tcPr>
                </a:tc>
                <a:tc>
                  <a:txBody>
                    <a:bodyPr/>
                    <a:lstStyle/>
                    <a:p>
                      <a:pPr algn="l"/>
                      <a:r>
                        <a:rPr sz="2250" b="0">
                          <a:solidFill>
                            <a:srgbClr val="202B35"/>
                          </a:solidFill>
                          <a:latin typeface="Apple SD Gothic Neo"/>
                          <a:ea typeface="Apple SD Gothic Neo"/>
                          <a:cs typeface="Apple SD Gothic Neo"/>
                        </a:rPr>
                        <a:t>41  모델이 다음 조회를 정할까, 코드가 요청 항목을 해결할까?</a:t>
                      </a:r>
                    </a:p>
                  </a:txBody>
                  <a:tcPr marL="114300" marR="76200" marT="47625" marB="47625" anchor="ctr">
                    <a:solidFill>
                      <a:srgbClr val="FFFFFF"/>
                    </a:solidFill>
                  </a:tcPr>
                </a:tc>
              </a:tr>
              <a:tr h="952500">
                <a:tc>
                  <a:txBody>
                    <a:bodyPr/>
                    <a:lstStyle/>
                    <a:p>
                      <a:pPr algn="l"/>
                      <a:r>
                        <a:rPr sz="2250" b="0">
                          <a:solidFill>
                            <a:srgbClr val="202B35"/>
                          </a:solidFill>
                          <a:latin typeface="Apple SD Gothic Neo"/>
                          <a:ea typeface="Apple SD Gothic Neo"/>
                          <a:cs typeface="Apple SD Gothic Neo"/>
                        </a:rPr>
                        <a:t>FR1 / FR3 / FR4  지속 입력과 후속 전달</a:t>
                      </a:r>
                    </a:p>
                  </a:txBody>
                  <a:tcPr marL="114300" marR="76200" marT="47625" marB="47625" anchor="ctr">
                    <a:solidFill>
                      <a:srgbClr val="F5F7F8"/>
                    </a:solidFill>
                  </a:tcPr>
                </a:tc>
                <a:tc>
                  <a:txBody>
                    <a:bodyPr/>
                    <a:lstStyle/>
                    <a:p>
                      <a:pPr algn="l"/>
                      <a:r>
                        <a:rPr sz="2250" b="0">
                          <a:solidFill>
                            <a:srgbClr val="202B35"/>
                          </a:solidFill>
                          <a:latin typeface="Apple SD Gothic Neo"/>
                          <a:ea typeface="Apple SD Gothic Neo"/>
                          <a:cs typeface="Apple SD Gothic Neo"/>
                        </a:rPr>
                        <a:t>정확성 / 상호작용 응답시간 / VIA 처리시간</a:t>
                      </a:r>
                    </a:p>
                  </a:txBody>
                  <a:tcPr marL="114300" marR="76200" marT="47625" marB="47625" anchor="ctr">
                    <a:solidFill>
                      <a:srgbClr val="F5F7F8"/>
                    </a:solidFill>
                  </a:tcPr>
                </a:tc>
                <a:tc>
                  <a:txBody>
                    <a:bodyPr/>
                    <a:lstStyle/>
                    <a:p>
                      <a:pPr algn="l"/>
                      <a:r>
                        <a:rPr sz="2250" b="0">
                          <a:solidFill>
                            <a:srgbClr val="202B35"/>
                          </a:solidFill>
                          <a:latin typeface="Apple SD Gothic Neo"/>
                          <a:ea typeface="Apple SD Gothic Neo"/>
                          <a:cs typeface="Apple SD Gothic Neo"/>
                        </a:rPr>
                        <a:t>44  중앙이 다음 실행을 지시할까, 단계 조건이 실행을 이끌까?</a:t>
                      </a:r>
                    </a:p>
                  </a:txBody>
                  <a:tcPr marL="114300" marR="76200" marT="47625" marB="47625" anchor="ctr">
                    <a:solidFill>
                      <a:srgbClr val="F5F7F8"/>
                    </a:solidFill>
                  </a:tcPr>
                </a:tc>
              </a:tr>
              <a:tr h="952500">
                <a:tc>
                  <a:txBody>
                    <a:bodyPr/>
                    <a:lstStyle/>
                    <a:p>
                      <a:pPr algn="l"/>
                      <a:r>
                        <a:rPr sz="2250" b="0">
                          <a:solidFill>
                            <a:srgbClr val="202B35"/>
                          </a:solidFill>
                          <a:latin typeface="Apple SD Gothic Neo"/>
                          <a:ea typeface="Apple SD Gothic Neo"/>
                          <a:cs typeface="Apple SD Gothic Neo"/>
                        </a:rPr>
                        <a:t>FR6  허용된 과거 맥락 제공</a:t>
                      </a:r>
                    </a:p>
                  </a:txBody>
                  <a:tcPr marL="114300" marR="76200" marT="47625" marB="47625" anchor="ctr">
                    <a:solidFill>
                      <a:srgbClr val="FFFFFF"/>
                    </a:solidFill>
                  </a:tcPr>
                </a:tc>
                <a:tc>
                  <a:txBody>
                    <a:bodyPr/>
                    <a:lstStyle/>
                    <a:p>
                      <a:pPr algn="l"/>
                      <a:r>
                        <a:rPr sz="2250" b="0">
                          <a:solidFill>
                            <a:srgbClr val="202B35"/>
                          </a:solidFill>
                          <a:latin typeface="Apple SD Gothic Neo"/>
                          <a:ea typeface="Apple SD Gothic Neo"/>
                          <a:cs typeface="Apple SD Gothic Neo"/>
                        </a:rPr>
                        <a:t>정확성 / VIA 처리시간 / 모델 비용</a:t>
                      </a:r>
                    </a:p>
                  </a:txBody>
                  <a:tcPr marL="114300" marR="76200" marT="47625" marB="47625" anchor="ctr">
                    <a:solidFill>
                      <a:srgbClr val="FFFFFF"/>
                    </a:solidFill>
                  </a:tcPr>
                </a:tc>
                <a:tc>
                  <a:txBody>
                    <a:bodyPr/>
                    <a:lstStyle/>
                    <a:p>
                      <a:pPr algn="l"/>
                      <a:r>
                        <a:rPr sz="2250" b="0">
                          <a:solidFill>
                            <a:srgbClr val="202B35"/>
                          </a:solidFill>
                          <a:latin typeface="Apple SD Gothic Neo"/>
                          <a:ea typeface="Apple SD Gothic Neo"/>
                          <a:cs typeface="Apple SD Gothic Neo"/>
                        </a:rPr>
                        <a:t>45  요청 때 조합할까, 재사용할 관계를 공통 생산할까?</a:t>
                      </a:r>
                    </a:p>
                  </a:txBody>
                  <a:tcPr marL="114300" marR="76200" marT="47625" marB="47625" anchor="ctr">
                    <a:solidFill>
                      <a:srgbClr val="FFFFFF"/>
                    </a:solidFill>
                  </a:tcPr>
                </a:tc>
              </a:tr>
              <a:tr h="952500">
                <a:tc>
                  <a:txBody>
                    <a:bodyPr/>
                    <a:lstStyle/>
                    <a:p>
                      <a:pPr algn="l"/>
                      <a:r>
                        <a:rPr sz="2250" b="0">
                          <a:solidFill>
                            <a:srgbClr val="202B35"/>
                          </a:solidFill>
                          <a:latin typeface="Apple SD Gothic Neo"/>
                          <a:ea typeface="Apple SD Gothic Neo"/>
                          <a:cs typeface="Apple SD Gothic Neo"/>
                        </a:rPr>
                        <a:t>FR4 / FR5  업무 연결과 연속성</a:t>
                      </a:r>
                    </a:p>
                  </a:txBody>
                  <a:tcPr marL="114300" marR="76200" marT="47625" marB="47625" anchor="ctr">
                    <a:solidFill>
                      <a:srgbClr val="F5F7F8"/>
                    </a:solidFill>
                  </a:tcPr>
                </a:tc>
                <a:tc>
                  <a:txBody>
                    <a:bodyPr/>
                    <a:lstStyle/>
                    <a:p>
                      <a:pPr algn="l"/>
                      <a:r>
                        <a:rPr sz="2250" b="0">
                          <a:solidFill>
                            <a:srgbClr val="202B35"/>
                          </a:solidFill>
                          <a:latin typeface="Apple SD Gothic Neo"/>
                          <a:ea typeface="Apple SD Gothic Neo"/>
                          <a:cs typeface="Apple SD Gothic Neo"/>
                        </a:rPr>
                        <a:t>정확성 / 변경 용이성 / 로컬 메모리</a:t>
                      </a:r>
                    </a:p>
                  </a:txBody>
                  <a:tcPr marL="114300" marR="76200" marT="47625" marB="47625" anchor="ctr">
                    <a:solidFill>
                      <a:srgbClr val="F5F7F8"/>
                    </a:solidFill>
                  </a:tcPr>
                </a:tc>
                <a:tc>
                  <a:txBody>
                    <a:bodyPr/>
                    <a:lstStyle/>
                    <a:p>
                      <a:pPr algn="l"/>
                      <a:r>
                        <a:rPr sz="2250" b="0">
                          <a:solidFill>
                            <a:srgbClr val="202B35"/>
                          </a:solidFill>
                          <a:latin typeface="Apple SD Gothic Neo"/>
                          <a:ea typeface="Apple SD Gothic Neo"/>
                          <a:cs typeface="Apple SD Gothic Neo"/>
                        </a:rPr>
                        <a:t>42  관련 상태를 함께 확정할까, 독립 접수로 맞출까?</a:t>
                      </a:r>
                    </a:p>
                  </a:txBody>
                  <a:tcPr marL="114300" marR="76200" marT="47625" marB="47625" anchor="ctr">
                    <a:solidFill>
                      <a:srgbClr val="F5F7F8"/>
                    </a:solidFill>
                  </a:tcPr>
                </a:tc>
              </a:tr>
            </a:tbl>
          </a:graphicData>
        </a:graphic>
      </p:graphicFrame>
      <p:sp>
        <p:nvSpPr>
          <p:cNvPr id="6" name="v2-99-drivers-common">
            <a:extLst xmlns:a="http://schemas.openxmlformats.org/drawingml/2006/main">
              <a:ext uri="{FF2B5EF4-FFF2-40B4-BE49-F238E27FC236}">
                <a16:creationId xmlns:a16="http://schemas.microsoft.com/office/drawing/2014/main" id="{DBD12002-1462-42DC-87FD-389E3E19F039}"/>
              </a:ext>
            </a:extLst>
          </p:cNvPr>
          <p:cNvSpPr>
            <a:spLocks xmlns:a="http://schemas.openxmlformats.org/drawingml/2006/main" noGrp="1"/>
          </p:cNvSpPr>
          <p:nvPr/>
        </p:nvSpPr>
        <p:spPr>
          <a:xfrm xmlns:a="http://schemas.openxmlformats.org/drawingml/2006/main">
            <a:off x="495300" y="6943725"/>
            <a:ext cx="16954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50" b="1">
                <a:solidFill>
                  <a:srgbClr val="00889A"/>
                </a:solidFill>
                <a:latin typeface="Apple SD Gothic Neo"/>
                <a:ea typeface="Apple SD Gothic Neo"/>
                <a:cs typeface="Apple SD Gothic Neo"/>
              </a:defRPr>
            </a:pPr>
            <a:r>
              <a:rPr sz="2850" b="1">
                <a:solidFill>
                  <a:srgbClr val="00889A"/>
                </a:solidFill>
                <a:latin typeface="Apple SD Gothic Neo"/>
                <a:ea typeface="Apple SD Gothic Neo"/>
                <a:cs typeface="Apple SD Gothic Neo"/>
              </a:rPr>
              <a:t>공통 제약 C1/C2는 네 비교에서 모두 지킵니다.</a:t>
            </a:r>
          </a:p>
        </p:txBody>
      </p:sp>
      <p:sp>
        <p:nvSpPr>
          <p:cNvPr id="7" name="v2-100-drivers-qa">
            <a:extLst xmlns:a="http://schemas.openxmlformats.org/drawingml/2006/main">
              <a:ext uri="{FF2B5EF4-FFF2-40B4-BE49-F238E27FC236}">
                <a16:creationId xmlns:a16="http://schemas.microsoft.com/office/drawing/2014/main" id="{525BB69C-F790-41AF-8026-FC7D6FC2B0F0}"/>
              </a:ext>
            </a:extLst>
          </p:cNvPr>
          <p:cNvSpPr>
            <a:spLocks xmlns:a="http://schemas.openxmlformats.org/drawingml/2006/main" noGrp="1"/>
          </p:cNvSpPr>
          <p:nvPr/>
        </p:nvSpPr>
        <p:spPr>
          <a:xfrm xmlns:a="http://schemas.openxmlformats.org/drawingml/2006/main">
            <a:off x="495300" y="8001000"/>
            <a:ext cx="170497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0">
                <a:solidFill>
                  <a:srgbClr val="202B35"/>
                </a:solidFill>
                <a:latin typeface="Apple SD Gothic Neo"/>
                <a:ea typeface="Apple SD Gothic Neo"/>
                <a:cs typeface="Apple SD Gothic Neo"/>
              </a:defRPr>
            </a:pPr>
            <a:r>
              <a:rPr sz="2475" b="0">
                <a:solidFill>
                  <a:srgbClr val="202B35"/>
                </a:solidFill>
                <a:latin typeface="Apple SD Gothic Neo"/>
                <a:ea typeface="Apple SD Gothic Neo"/>
                <a:cs typeface="Apple SD Gothic Neo"/>
              </a:rPr>
              <a:t>여섯 QA 모두 검토합니다. 위 표는 대표 인과 경로이며 적용성 전수표나 효과 크기가 아닙니다.</a:t>
            </a:r>
          </a:p>
          <a:p xmlns:a="http://schemas.openxmlformats.org/drawingml/2006/main">
            <a:pPr algn="l">
              <a:defRPr sz="2475" b="0">
                <a:solidFill>
                  <a:srgbClr val="202B35"/>
                </a:solidFill>
                <a:latin typeface="Apple SD Gothic Neo"/>
                <a:ea typeface="Apple SD Gothic Neo"/>
                <a:cs typeface="Apple SD Gothic Neo"/>
              </a:defRPr>
            </a:pPr>
            <a:r>
              <a:rPr sz="2475" b="0">
                <a:solidFill>
                  <a:srgbClr val="202B35"/>
                </a:solidFill>
                <a:latin typeface="Apple SD Gothic Neo"/>
                <a:ea typeface="Apple SD Gothic Neo"/>
                <a:cs typeface="Apple SD Gothic Neo"/>
              </a:rPr>
              <a:t>같은 기능과 입력을 유지한 채, 품질 목표를 달성하는 비용과 지원 한계를 비교합니다.</a:t>
            </a:r>
          </a:p>
        </p:txBody>
      </p:sp>
    </p:spTree>
    <p:extLst>
      <p:ext uri="{BB962C8B-B14F-4D97-AF65-F5344CB8AC3E}">
        <p14:creationId xmlns:p14="http://schemas.microsoft.com/office/powerpoint/2010/main" val="944121076"/>
      </p:ext>
    </p:extLst>
  </p:cSld>
</p:sld>
</file>

<file path=ppt/slides/slide51.xml><?xml version="1.0" encoding="utf-8"?>
<p:sld xmlns:p="http://schemas.openxmlformats.org/presentationml/2006/main">
  <p:cSld name="dp41-comparison-v2">
    <p:bg>
      <p:bgPr>
        <a:solidFill xmlns:a="http://schemas.openxmlformats.org/drawingml/2006/main">
          <a:srgbClr val="FFFFFF"/>
        </a:solidFill>
      </p:bgPr>
    </p:bg>
    <p:spTree>
      <p:nvGrpSpPr>
        <p:cNvPr id="1" name=""/>
        <p:cNvGrpSpPr/>
        <p:nvPr/>
      </p:nvGrpSpPr>
      <p:grpSpPr>
        <a:xfrm xmlns:a="http://schemas.openxmlformats.org/drawingml/2006/main"/>
      </p:grpSpPr>
      <p:sp>
        <p:nvSpPr>
          <p:cNvPr id="99" name="v2-126-section">
            <a:extLst xmlns:a="http://schemas.openxmlformats.org/drawingml/2006/main">
              <a:ext uri="{FF2B5EF4-FFF2-40B4-BE49-F238E27FC236}">
                <a16:creationId xmlns:a16="http://schemas.microsoft.com/office/drawing/2014/main" id="{29DEE5B3-87D0-4159-B35D-0B7C64FE5D57}"/>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DP41 설계 비교</a:t>
            </a:r>
          </a:p>
        </p:txBody>
      </p:sp>
      <p:sp>
        <p:nvSpPr>
          <p:cNvPr id="2" name="v2-127-title">
            <a:extLst xmlns:a="http://schemas.openxmlformats.org/drawingml/2006/main">
              <a:ext uri="{FF2B5EF4-FFF2-40B4-BE49-F238E27FC236}">
                <a16:creationId xmlns:a16="http://schemas.microsoft.com/office/drawing/2014/main" id="{914A3633-14EF-4CA1-8A2D-D38FF2D70A96}"/>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75" b="1">
                <a:solidFill>
                  <a:srgbClr val="202B35"/>
                </a:solidFill>
                <a:latin typeface="Apple SD Gothic Neo"/>
                <a:ea typeface="Apple SD Gothic Neo"/>
                <a:cs typeface="Apple SD Gothic Neo"/>
              </a:defRPr>
            </a:pPr>
            <a:r>
              <a:rPr sz="3375" b="1">
                <a:solidFill>
                  <a:srgbClr val="202B35"/>
                </a:solidFill>
                <a:latin typeface="Apple SD Gothic Neo"/>
                <a:ea typeface="Apple SD Gothic Neo"/>
                <a:cs typeface="Apple SD Gothic Neo"/>
              </a:rPr>
              <a:t>41. 요청 처리 정확성을 위한 맥락 기반 요청 해석 설계</a:t>
            </a:r>
          </a:p>
        </p:txBody>
      </p:sp>
      <p:sp>
        <p:nvSpPr>
          <p:cNvPr id="3" name="v2-128-rule">
            <a:extLst xmlns:a="http://schemas.openxmlformats.org/drawingml/2006/main">
              <a:ext uri="{FF2B5EF4-FFF2-40B4-BE49-F238E27FC236}">
                <a16:creationId xmlns:a16="http://schemas.microsoft.com/office/drawing/2014/main" id="{9F554603-43F4-4811-B0AB-5F0887F08572}"/>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129-page">
            <a:extLst xmlns:a="http://schemas.openxmlformats.org/drawingml/2006/main">
              <a:ext uri="{FF2B5EF4-FFF2-40B4-BE49-F238E27FC236}">
                <a16:creationId xmlns:a16="http://schemas.microsoft.com/office/drawing/2014/main" id="{47ED5C63-8B87-4449-B3E2-5D9AEF6F92D8}"/>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16</a:t>
            </a:r>
          </a:p>
        </p:txBody>
      </p:sp>
      <p:sp>
        <p:nvSpPr>
          <p:cNvPr id="5" name="v2-130-note">
            <a:extLst xmlns:a="http://schemas.openxmlformats.org/drawingml/2006/main">
              <a:ext uri="{FF2B5EF4-FFF2-40B4-BE49-F238E27FC236}">
                <a16:creationId xmlns:a16="http://schemas.microsoft.com/office/drawing/2014/main" id="{FE38564E-474A-4F04-9209-54DB66279E88}"/>
              </a:ext>
            </a:extLst>
          </p:cNvPr>
          <p:cNvSpPr>
            <a:spLocks xmlns:a="http://schemas.openxmlformats.org/drawingml/2006/main" noGrp="1"/>
          </p:cNvSpPr>
          <p:nvPr/>
        </p:nvSpPr>
        <p:spPr>
          <a:xfrm xmlns:a="http://schemas.openxmlformats.org/drawingml/2006/main">
            <a:off x="495300" y="1457325"/>
            <a:ext cx="1729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576773"/>
                </a:solidFill>
                <a:latin typeface="Apple SD Gothic Neo"/>
                <a:ea typeface="Apple SD Gothic Neo"/>
                <a:cs typeface="Apple SD Gothic Neo"/>
              </a:defRPr>
            </a:pPr>
            <a:r>
              <a:rPr sz="2175" b="0">
                <a:solidFill>
                  <a:srgbClr val="576773"/>
                </a:solidFill>
                <a:latin typeface="Apple SD Gothic Neo"/>
                <a:ea typeface="Apple SD Gothic Neo"/>
                <a:cs typeface="Apple SD Gothic Neo"/>
              </a:rPr>
              <a:t>같은 입력: “이 표를 아까 보고서에 넣고, 보내지 말고 그 결과로 메일 초안만 만들어줘.”</a:t>
            </a:r>
          </a:p>
        </p:txBody>
      </p:sp>
      <p:sp>
        <p:nvSpPr>
          <p:cNvPr id="6" name="v2-131-option-a">
            <a:extLst xmlns:a="http://schemas.openxmlformats.org/drawingml/2006/main">
              <a:ext uri="{FF2B5EF4-FFF2-40B4-BE49-F238E27FC236}">
                <a16:creationId xmlns:a16="http://schemas.microsoft.com/office/drawing/2014/main" id="{C5097FA2-DBE3-4DFD-980F-8E82CDDB33A7}"/>
              </a:ext>
            </a:extLst>
          </p:cNvPr>
          <p:cNvSpPr>
            <a:spLocks xmlns:a="http://schemas.openxmlformats.org/drawingml/2006/main" noGrp="1"/>
          </p:cNvSpPr>
          <p:nvPr/>
        </p:nvSpPr>
        <p:spPr>
          <a:xfrm xmlns:a="http://schemas.openxmlformats.org/drawingml/2006/main">
            <a:off x="495300" y="2000250"/>
            <a:ext cx="8391525" cy="476250"/>
          </a:xfrm>
          <a:prstGeom xmlns:a="http://schemas.openxmlformats.org/drawingml/2006/main" prst="rect">
            <a:avLst/>
          </a:prstGeom>
          <a:solidFill xmlns:a="http://schemas.openxmlformats.org/drawingml/2006/main">
            <a:srgbClr val="EAF3F7"/>
          </a:solidFill>
          <a:ln xmlns:a="http://schemas.openxmlformats.org/drawingml/2006/main" w="9525">
            <a:solidFill>
              <a:srgbClr val="BCCAD2"/>
            </a:solidFill>
          </a:ln>
        </p:spPr>
      </p:sp>
      <p:sp>
        <p:nvSpPr>
          <p:cNvPr id="7" name="v2-132-option-b">
            <a:extLst xmlns:a="http://schemas.openxmlformats.org/drawingml/2006/main">
              <a:ext uri="{FF2B5EF4-FFF2-40B4-BE49-F238E27FC236}">
                <a16:creationId xmlns:a16="http://schemas.microsoft.com/office/drawing/2014/main" id="{D6A83B6B-4D44-4E9F-B4AB-F4D8DF2BDF85}"/>
              </a:ext>
            </a:extLst>
          </p:cNvPr>
          <p:cNvSpPr>
            <a:spLocks xmlns:a="http://schemas.openxmlformats.org/drawingml/2006/main" noGrp="1"/>
          </p:cNvSpPr>
          <p:nvPr/>
        </p:nvSpPr>
        <p:spPr>
          <a:xfrm xmlns:a="http://schemas.openxmlformats.org/drawingml/2006/main">
            <a:off x="9229725" y="2000250"/>
            <a:ext cx="8562975" cy="476250"/>
          </a:xfrm>
          <a:prstGeom xmlns:a="http://schemas.openxmlformats.org/drawingml/2006/main" prst="rect">
            <a:avLst/>
          </a:prstGeom>
          <a:solidFill xmlns:a="http://schemas.openxmlformats.org/drawingml/2006/main">
            <a:srgbClr val="FFF0DE"/>
          </a:solidFill>
          <a:ln xmlns:a="http://schemas.openxmlformats.org/drawingml/2006/main" w="9525">
            <a:solidFill>
              <a:srgbClr val="BCCAD2"/>
            </a:solidFill>
          </a:ln>
        </p:spPr>
      </p:sp>
      <p:sp>
        <p:nvSpPr>
          <p:cNvPr id="8" name="v2-133-option-a-text">
            <a:extLst xmlns:a="http://schemas.openxmlformats.org/drawingml/2006/main">
              <a:ext uri="{FF2B5EF4-FFF2-40B4-BE49-F238E27FC236}">
                <a16:creationId xmlns:a16="http://schemas.microsoft.com/office/drawing/2014/main" id="{E929CB88-C612-4B4E-9ADF-EDAF884F6E90}"/>
              </a:ext>
            </a:extLst>
          </p:cNvPr>
          <p:cNvSpPr>
            <a:spLocks xmlns:a="http://schemas.openxmlformats.org/drawingml/2006/main" noGrp="1"/>
          </p:cNvSpPr>
          <p:nvPr/>
        </p:nvSpPr>
        <p:spPr>
          <a:xfrm xmlns:a="http://schemas.openxmlformats.org/drawingml/2006/main">
            <a:off x="619125" y="2000250"/>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54354"/>
                </a:solidFill>
                <a:latin typeface="Apple SD Gothic Neo"/>
                <a:ea typeface="Apple SD Gothic Neo"/>
                <a:cs typeface="Apple SD Gothic Neo"/>
              </a:defRPr>
            </a:pPr>
            <a:r>
              <a:rPr sz="2325" b="1">
                <a:solidFill>
                  <a:srgbClr val="354354"/>
                </a:solidFill>
                <a:latin typeface="Apple SD Gothic Neo"/>
                <a:ea typeface="Apple SD Gothic Neo"/>
                <a:cs typeface="Apple SD Gothic Neo"/>
              </a:rPr>
              <a:t>A  모델이 조회와 전체 의미를 제안</a:t>
            </a:r>
          </a:p>
        </p:txBody>
      </p:sp>
      <p:sp>
        <p:nvSpPr>
          <p:cNvPr id="9" name="v2-134-option-b-text">
            <a:extLst xmlns:a="http://schemas.openxmlformats.org/drawingml/2006/main">
              <a:ext uri="{FF2B5EF4-FFF2-40B4-BE49-F238E27FC236}">
                <a16:creationId xmlns:a16="http://schemas.microsoft.com/office/drawing/2014/main" id="{89C45882-4B6D-43D5-8CD3-89A4BB00495A}"/>
              </a:ext>
            </a:extLst>
          </p:cNvPr>
          <p:cNvSpPr>
            <a:spLocks xmlns:a="http://schemas.openxmlformats.org/drawingml/2006/main" noGrp="1"/>
          </p:cNvSpPr>
          <p:nvPr/>
        </p:nvSpPr>
        <p:spPr>
          <a:xfrm xmlns:a="http://schemas.openxmlformats.org/drawingml/2006/main">
            <a:off x="9353550" y="2000250"/>
            <a:ext cx="828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54354"/>
                </a:solidFill>
                <a:latin typeface="Apple SD Gothic Neo"/>
                <a:ea typeface="Apple SD Gothic Neo"/>
                <a:cs typeface="Apple SD Gothic Neo"/>
              </a:defRPr>
            </a:pPr>
            <a:r>
              <a:rPr sz="2325" b="1">
                <a:solidFill>
                  <a:srgbClr val="354354"/>
                </a:solidFill>
                <a:latin typeface="Apple SD Gothic Neo"/>
                <a:ea typeface="Apple SD Gothic Neo"/>
                <a:cs typeface="Apple SD Gothic Neo"/>
              </a:rPr>
              <a:t>B  모델의 요청 틀을 코드가 완성</a:t>
            </a:r>
          </a:p>
        </p:txBody>
      </p:sp>
      <p:sp>
        <p:nvSpPr>
          <p:cNvPr id="10" name="v2-135-클라우드 의미 LLM">
            <a:extLst xmlns:a="http://schemas.openxmlformats.org/drawingml/2006/main">
              <a:ext uri="{FF2B5EF4-FFF2-40B4-BE49-F238E27FC236}">
                <a16:creationId xmlns:a16="http://schemas.microsoft.com/office/drawing/2014/main" id="{61478EE3-0FAA-4401-A385-40AB982825AB}"/>
              </a:ext>
            </a:extLst>
          </p:cNvPr>
          <p:cNvSpPr>
            <a:spLocks xmlns:a="http://schemas.openxmlformats.org/drawingml/2006/main" noGrp="1"/>
          </p:cNvSpPr>
          <p:nvPr/>
        </p:nvSpPr>
        <p:spPr>
          <a:xfrm xmlns:a="http://schemas.openxmlformats.org/drawingml/2006/main">
            <a:off x="704850" y="2619375"/>
            <a:ext cx="3076575" cy="447675"/>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11" name="v2-136-클라우드 의미 LLM-name">
            <a:extLst xmlns:a="http://schemas.openxmlformats.org/drawingml/2006/main">
              <a:ext uri="{FF2B5EF4-FFF2-40B4-BE49-F238E27FC236}">
                <a16:creationId xmlns:a16="http://schemas.microsoft.com/office/drawing/2014/main" id="{3F8D4F10-9B31-4901-805D-0AADE288373D}"/>
              </a:ext>
            </a:extLst>
          </p:cNvPr>
          <p:cNvSpPr>
            <a:spLocks xmlns:a="http://schemas.openxmlformats.org/drawingml/2006/main" noGrp="1"/>
          </p:cNvSpPr>
          <p:nvPr/>
        </p:nvSpPr>
        <p:spPr>
          <a:xfrm xmlns:a="http://schemas.openxmlformats.org/drawingml/2006/main">
            <a:off x="781050" y="2619375"/>
            <a:ext cx="29241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a:solidFill>
                  <a:srgbClr val="202B35"/>
                </a:solidFill>
                <a:latin typeface="Apple SD Gothic Neo"/>
                <a:ea typeface="Apple SD Gothic Neo"/>
                <a:cs typeface="Apple SD Gothic Neo"/>
              </a:defRPr>
            </a:pPr>
            <a:r>
              <a:rPr sz="1950" b="0">
                <a:solidFill>
                  <a:srgbClr val="202B35"/>
                </a:solidFill>
                <a:latin typeface="Apple SD Gothic Neo"/>
                <a:ea typeface="Apple SD Gothic Neo"/>
                <a:cs typeface="Apple SD Gothic Neo"/>
              </a:rPr>
              <a:t>클라우드 의미 LLM</a:t>
            </a:r>
          </a:p>
        </p:txBody>
      </p:sp>
      <p:sp>
        <p:nvSpPr>
          <p:cNvPr id="12" name="v2-137-Model Access">
            <a:extLst xmlns:a="http://schemas.openxmlformats.org/drawingml/2006/main">
              <a:ext uri="{FF2B5EF4-FFF2-40B4-BE49-F238E27FC236}">
                <a16:creationId xmlns:a16="http://schemas.microsoft.com/office/drawing/2014/main" id="{61E9C7B6-0FAB-4BE6-86B3-D6B7B25FA422}"/>
              </a:ext>
            </a:extLst>
          </p:cNvPr>
          <p:cNvSpPr>
            <a:spLocks xmlns:a="http://schemas.openxmlformats.org/drawingml/2006/main" noGrp="1"/>
          </p:cNvSpPr>
          <p:nvPr/>
        </p:nvSpPr>
        <p:spPr>
          <a:xfrm xmlns:a="http://schemas.openxmlformats.org/drawingml/2006/main">
            <a:off x="4324350" y="2619375"/>
            <a:ext cx="2724150" cy="44767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3" name="v2-138-Model Access-name">
            <a:extLst xmlns:a="http://schemas.openxmlformats.org/drawingml/2006/main">
              <a:ext uri="{FF2B5EF4-FFF2-40B4-BE49-F238E27FC236}">
                <a16:creationId xmlns:a16="http://schemas.microsoft.com/office/drawing/2014/main" id="{A7F593B5-DD28-4B78-83AB-9F2F76F6A84D}"/>
              </a:ext>
            </a:extLst>
          </p:cNvPr>
          <p:cNvSpPr>
            <a:spLocks xmlns:a="http://schemas.openxmlformats.org/drawingml/2006/main" noGrp="1"/>
          </p:cNvSpPr>
          <p:nvPr/>
        </p:nvSpPr>
        <p:spPr>
          <a:xfrm xmlns:a="http://schemas.openxmlformats.org/drawingml/2006/main">
            <a:off x="4400550" y="2619375"/>
            <a:ext cx="257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5"/>
                </a:solidFill>
                <a:latin typeface="Apple SD Gothic Neo"/>
                <a:ea typeface="Apple SD Gothic Neo"/>
                <a:cs typeface="Apple SD Gothic Neo"/>
              </a:defRPr>
            </a:pPr>
            <a:r>
              <a:rPr sz="2025" b="0">
                <a:solidFill>
                  <a:srgbClr val="202B35"/>
                </a:solidFill>
                <a:latin typeface="Apple SD Gothic Neo"/>
                <a:ea typeface="Apple SD Gothic Neo"/>
                <a:cs typeface="Apple SD Gothic Neo"/>
              </a:rPr>
              <a:t>Model Access</a:t>
            </a:r>
          </a:p>
        </p:txBody>
      </p:sp>
      <p:sp>
        <p:nvSpPr>
          <p:cNvPr id="14" name="v2-139-model-call">
            <a:extLst xmlns:a="http://schemas.openxmlformats.org/drawingml/2006/main">
              <a:ext uri="{FF2B5EF4-FFF2-40B4-BE49-F238E27FC236}">
                <a16:creationId xmlns:a16="http://schemas.microsoft.com/office/drawing/2014/main" id="{23F355C3-E176-47AF-AF39-77B294B3F6E9}"/>
              </a:ext>
            </a:extLst>
          </p:cNvPr>
          <p:cNvSpPr>
            <a:spLocks xmlns:a="http://schemas.openxmlformats.org/drawingml/2006/main" noGrp="1"/>
          </p:cNvSpPr>
          <p:nvPr/>
        </p:nvSpPr>
        <p:spPr>
          <a:xfrm xmlns:a="http://schemas.openxmlformats.org/drawingml/2006/main">
            <a:off x="3781425" y="2752725"/>
            <a:ext cx="542925" cy="9525"/>
          </a:xfrm>
          <a:custGeom xmlns:a="http://schemas.openxmlformats.org/drawingml/2006/main">
            <a:pathLst>
              <a:path w="542925" h="9525">
                <a:moveTo>
                  <a:pt x="542925" y="0"/>
                </a:moveTo>
                <a:lnTo>
                  <a:pt x="0" y="0"/>
                </a:lnTo>
              </a:path>
            </a:pathLst>
          </a:custGeom>
          <a:noFill xmlns:a="http://schemas.openxmlformats.org/drawingml/2006/main"/>
          <a:ln xmlns:a="http://schemas.openxmlformats.org/drawingml/2006/main" w="19050">
            <a:solidFill>
              <a:srgbClr val="576773"/>
            </a:solidFill>
            <a:prstDash val="solid"/>
          </a:ln>
        </p:spPr>
      </p:sp>
      <p:sp>
        <p:nvSpPr>
          <p:cNvPr id="15" name="v2-140-model-call-head">
            <a:extLst xmlns:a="http://schemas.openxmlformats.org/drawingml/2006/main">
              <a:ext uri="{FF2B5EF4-FFF2-40B4-BE49-F238E27FC236}">
                <a16:creationId xmlns:a16="http://schemas.microsoft.com/office/drawing/2014/main" id="{9B62CA40-1B2C-492F-A87D-16BC4E5D4982}"/>
              </a:ext>
            </a:extLst>
          </p:cNvPr>
          <p:cNvSpPr>
            <a:spLocks xmlns:a="http://schemas.openxmlformats.org/drawingml/2006/main" noGrp="1"/>
          </p:cNvSpPr>
          <p:nvPr/>
        </p:nvSpPr>
        <p:spPr>
          <a:xfrm xmlns:a="http://schemas.openxmlformats.org/drawingml/2006/main">
            <a:off x="3781425" y="2697927"/>
            <a:ext cx="100308" cy="109597"/>
          </a:xfrm>
          <a:custGeom xmlns:a="http://schemas.openxmlformats.org/drawingml/2006/main">
            <a:pathLst>
              <a:path w="100308" h="109597">
                <a:moveTo>
                  <a:pt x="100308" y="0"/>
                </a:moveTo>
                <a:lnTo>
                  <a:pt x="0" y="54798"/>
                </a:lnTo>
                <a:lnTo>
                  <a:pt x="100308" y="109597"/>
                </a:lnTo>
              </a:path>
            </a:pathLst>
          </a:custGeom>
          <a:noFill xmlns:a="http://schemas.openxmlformats.org/drawingml/2006/main"/>
          <a:ln xmlns:a="http://schemas.openxmlformats.org/drawingml/2006/main" w="19050">
            <a:solidFill>
              <a:srgbClr val="576773"/>
            </a:solidFill>
            <a:prstDash val="solid"/>
          </a:ln>
        </p:spPr>
      </p:sp>
      <p:sp>
        <p:nvSpPr>
          <p:cNvPr id="16" name="v2-141-model-result">
            <a:extLst xmlns:a="http://schemas.openxmlformats.org/drawingml/2006/main">
              <a:ext uri="{FF2B5EF4-FFF2-40B4-BE49-F238E27FC236}">
                <a16:creationId xmlns:a16="http://schemas.microsoft.com/office/drawing/2014/main" id="{3831F03A-A9EF-4856-B3AD-6279DF75A81C}"/>
              </a:ext>
            </a:extLst>
          </p:cNvPr>
          <p:cNvSpPr>
            <a:spLocks xmlns:a="http://schemas.openxmlformats.org/drawingml/2006/main" noGrp="1"/>
          </p:cNvSpPr>
          <p:nvPr/>
        </p:nvSpPr>
        <p:spPr>
          <a:xfrm xmlns:a="http://schemas.openxmlformats.org/drawingml/2006/main">
            <a:off x="3781425" y="2952750"/>
            <a:ext cx="542925" cy="9525"/>
          </a:xfrm>
          <a:custGeom xmlns:a="http://schemas.openxmlformats.org/drawingml/2006/main">
            <a:pathLst>
              <a:path w="542925" h="9525">
                <a:moveTo>
                  <a:pt x="0" y="0"/>
                </a:moveTo>
                <a:lnTo>
                  <a:pt x="542925" y="0"/>
                </a:lnTo>
              </a:path>
            </a:pathLst>
          </a:custGeom>
          <a:noFill xmlns:a="http://schemas.openxmlformats.org/drawingml/2006/main"/>
          <a:ln xmlns:a="http://schemas.openxmlformats.org/drawingml/2006/main" w="19050">
            <a:solidFill>
              <a:srgbClr val="576773"/>
            </a:solidFill>
            <a:prstDash val="solid"/>
          </a:ln>
        </p:spPr>
      </p:sp>
      <p:sp>
        <p:nvSpPr>
          <p:cNvPr id="17" name="v2-142-model-result-head">
            <a:extLst xmlns:a="http://schemas.openxmlformats.org/drawingml/2006/main">
              <a:ext uri="{FF2B5EF4-FFF2-40B4-BE49-F238E27FC236}">
                <a16:creationId xmlns:a16="http://schemas.microsoft.com/office/drawing/2014/main" id="{86949BA9-DB99-4265-8742-E93AD48785E7}"/>
              </a:ext>
            </a:extLst>
          </p:cNvPr>
          <p:cNvSpPr>
            <a:spLocks xmlns:a="http://schemas.openxmlformats.org/drawingml/2006/main" noGrp="1"/>
          </p:cNvSpPr>
          <p:nvPr/>
        </p:nvSpPr>
        <p:spPr>
          <a:xfrm xmlns:a="http://schemas.openxmlformats.org/drawingml/2006/main">
            <a:off x="4224042" y="28979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19050">
            <a:solidFill>
              <a:srgbClr val="576773"/>
            </a:solidFill>
            <a:prstDash val="solid"/>
          </a:ln>
        </p:spPr>
      </p:sp>
      <p:sp>
        <p:nvSpPr>
          <p:cNvPr id="18" name="v2-143-Request Interpreter">
            <a:extLst xmlns:a="http://schemas.openxmlformats.org/drawingml/2006/main">
              <a:ext uri="{FF2B5EF4-FFF2-40B4-BE49-F238E27FC236}">
                <a16:creationId xmlns:a16="http://schemas.microsoft.com/office/drawing/2014/main" id="{F97DEE2D-ED0C-44BF-8197-DA271D5B1A53}"/>
              </a:ext>
            </a:extLst>
          </p:cNvPr>
          <p:cNvSpPr>
            <a:spLocks xmlns:a="http://schemas.openxmlformats.org/drawingml/2006/main" noGrp="1"/>
          </p:cNvSpPr>
          <p:nvPr/>
        </p:nvSpPr>
        <p:spPr>
          <a:xfrm xmlns:a="http://schemas.openxmlformats.org/drawingml/2006/main">
            <a:off x="590550" y="3248025"/>
            <a:ext cx="8105775" cy="2209800"/>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19" name="v2-144-Request Interpreter-boundary">
            <a:extLst xmlns:a="http://schemas.openxmlformats.org/drawingml/2006/main">
              <a:ext uri="{FF2B5EF4-FFF2-40B4-BE49-F238E27FC236}">
                <a16:creationId xmlns:a16="http://schemas.microsoft.com/office/drawing/2014/main" id="{625C3A4C-E6A8-4ECA-A705-0FDE9136995F}"/>
              </a:ext>
            </a:extLst>
          </p:cNvPr>
          <p:cNvSpPr>
            <a:spLocks xmlns:a="http://schemas.openxmlformats.org/drawingml/2006/main" noGrp="1"/>
          </p:cNvSpPr>
          <p:nvPr/>
        </p:nvSpPr>
        <p:spPr>
          <a:xfrm xmlns:a="http://schemas.openxmlformats.org/drawingml/2006/main">
            <a:off x="723900" y="32861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Request Interpreter</a:t>
            </a:r>
          </a:p>
        </p:txBody>
      </p:sp>
      <p:sp>
        <p:nvSpPr>
          <p:cNvPr id="20" name="v2-145-클라우드 의미 LLM">
            <a:extLst xmlns:a="http://schemas.openxmlformats.org/drawingml/2006/main">
              <a:ext uri="{FF2B5EF4-FFF2-40B4-BE49-F238E27FC236}">
                <a16:creationId xmlns:a16="http://schemas.microsoft.com/office/drawing/2014/main" id="{2EAA4132-0376-4CC6-B421-4D878E425670}"/>
              </a:ext>
            </a:extLst>
          </p:cNvPr>
          <p:cNvSpPr>
            <a:spLocks xmlns:a="http://schemas.openxmlformats.org/drawingml/2006/main" noGrp="1"/>
          </p:cNvSpPr>
          <p:nvPr/>
        </p:nvSpPr>
        <p:spPr>
          <a:xfrm xmlns:a="http://schemas.openxmlformats.org/drawingml/2006/main">
            <a:off x="9439275" y="2619375"/>
            <a:ext cx="3076575" cy="447675"/>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21" name="v2-146-클라우드 의미 LLM-name">
            <a:extLst xmlns:a="http://schemas.openxmlformats.org/drawingml/2006/main">
              <a:ext uri="{FF2B5EF4-FFF2-40B4-BE49-F238E27FC236}">
                <a16:creationId xmlns:a16="http://schemas.microsoft.com/office/drawing/2014/main" id="{955A65DC-3882-49A4-8ACC-2A322E743F26}"/>
              </a:ext>
            </a:extLst>
          </p:cNvPr>
          <p:cNvSpPr>
            <a:spLocks xmlns:a="http://schemas.openxmlformats.org/drawingml/2006/main" noGrp="1"/>
          </p:cNvSpPr>
          <p:nvPr/>
        </p:nvSpPr>
        <p:spPr>
          <a:xfrm xmlns:a="http://schemas.openxmlformats.org/drawingml/2006/main">
            <a:off x="9515475" y="2619375"/>
            <a:ext cx="29241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a:solidFill>
                  <a:srgbClr val="202B35"/>
                </a:solidFill>
                <a:latin typeface="Apple SD Gothic Neo"/>
                <a:ea typeface="Apple SD Gothic Neo"/>
                <a:cs typeface="Apple SD Gothic Neo"/>
              </a:defRPr>
            </a:pPr>
            <a:r>
              <a:rPr sz="1950" b="0">
                <a:solidFill>
                  <a:srgbClr val="202B35"/>
                </a:solidFill>
                <a:latin typeface="Apple SD Gothic Neo"/>
                <a:ea typeface="Apple SD Gothic Neo"/>
                <a:cs typeface="Apple SD Gothic Neo"/>
              </a:rPr>
              <a:t>클라우드 의미 LLM</a:t>
            </a:r>
          </a:p>
        </p:txBody>
      </p:sp>
      <p:sp>
        <p:nvSpPr>
          <p:cNvPr id="22" name="v2-147-Model Access">
            <a:extLst xmlns:a="http://schemas.openxmlformats.org/drawingml/2006/main">
              <a:ext uri="{FF2B5EF4-FFF2-40B4-BE49-F238E27FC236}">
                <a16:creationId xmlns:a16="http://schemas.microsoft.com/office/drawing/2014/main" id="{B096E3FB-857C-43F9-BFA8-9593AC1C9183}"/>
              </a:ext>
            </a:extLst>
          </p:cNvPr>
          <p:cNvSpPr>
            <a:spLocks xmlns:a="http://schemas.openxmlformats.org/drawingml/2006/main" noGrp="1"/>
          </p:cNvSpPr>
          <p:nvPr/>
        </p:nvSpPr>
        <p:spPr>
          <a:xfrm xmlns:a="http://schemas.openxmlformats.org/drawingml/2006/main">
            <a:off x="13058775" y="2619375"/>
            <a:ext cx="2724150" cy="44767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23" name="v2-148-Model Access-name">
            <a:extLst xmlns:a="http://schemas.openxmlformats.org/drawingml/2006/main">
              <a:ext uri="{FF2B5EF4-FFF2-40B4-BE49-F238E27FC236}">
                <a16:creationId xmlns:a16="http://schemas.microsoft.com/office/drawing/2014/main" id="{F773C714-5921-4378-BA32-798E04E7B3BF}"/>
              </a:ext>
            </a:extLst>
          </p:cNvPr>
          <p:cNvSpPr>
            <a:spLocks xmlns:a="http://schemas.openxmlformats.org/drawingml/2006/main" noGrp="1"/>
          </p:cNvSpPr>
          <p:nvPr/>
        </p:nvSpPr>
        <p:spPr>
          <a:xfrm xmlns:a="http://schemas.openxmlformats.org/drawingml/2006/main">
            <a:off x="13134975" y="2619375"/>
            <a:ext cx="257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5"/>
                </a:solidFill>
                <a:latin typeface="Apple SD Gothic Neo"/>
                <a:ea typeface="Apple SD Gothic Neo"/>
                <a:cs typeface="Apple SD Gothic Neo"/>
              </a:defRPr>
            </a:pPr>
            <a:r>
              <a:rPr sz="2025" b="0">
                <a:solidFill>
                  <a:srgbClr val="202B35"/>
                </a:solidFill>
                <a:latin typeface="Apple SD Gothic Neo"/>
                <a:ea typeface="Apple SD Gothic Neo"/>
                <a:cs typeface="Apple SD Gothic Neo"/>
              </a:rPr>
              <a:t>Model Access</a:t>
            </a:r>
          </a:p>
        </p:txBody>
      </p:sp>
      <p:sp>
        <p:nvSpPr>
          <p:cNvPr id="24" name="v2-149-model-call">
            <a:extLst xmlns:a="http://schemas.openxmlformats.org/drawingml/2006/main">
              <a:ext uri="{FF2B5EF4-FFF2-40B4-BE49-F238E27FC236}">
                <a16:creationId xmlns:a16="http://schemas.microsoft.com/office/drawing/2014/main" id="{C2A656A2-8B8D-4234-9122-F4E887F1683C}"/>
              </a:ext>
            </a:extLst>
          </p:cNvPr>
          <p:cNvSpPr>
            <a:spLocks xmlns:a="http://schemas.openxmlformats.org/drawingml/2006/main" noGrp="1"/>
          </p:cNvSpPr>
          <p:nvPr/>
        </p:nvSpPr>
        <p:spPr>
          <a:xfrm xmlns:a="http://schemas.openxmlformats.org/drawingml/2006/main">
            <a:off x="12515850" y="2752725"/>
            <a:ext cx="542925" cy="9525"/>
          </a:xfrm>
          <a:custGeom xmlns:a="http://schemas.openxmlformats.org/drawingml/2006/main">
            <a:pathLst>
              <a:path w="542925" h="9525">
                <a:moveTo>
                  <a:pt x="542925" y="0"/>
                </a:moveTo>
                <a:lnTo>
                  <a:pt x="0" y="0"/>
                </a:lnTo>
              </a:path>
            </a:pathLst>
          </a:custGeom>
          <a:noFill xmlns:a="http://schemas.openxmlformats.org/drawingml/2006/main"/>
          <a:ln xmlns:a="http://schemas.openxmlformats.org/drawingml/2006/main" w="19050">
            <a:solidFill>
              <a:srgbClr val="576773"/>
            </a:solidFill>
            <a:prstDash val="solid"/>
          </a:ln>
        </p:spPr>
      </p:sp>
      <p:sp>
        <p:nvSpPr>
          <p:cNvPr id="25" name="v2-150-model-call-head">
            <a:extLst xmlns:a="http://schemas.openxmlformats.org/drawingml/2006/main">
              <a:ext uri="{FF2B5EF4-FFF2-40B4-BE49-F238E27FC236}">
                <a16:creationId xmlns:a16="http://schemas.microsoft.com/office/drawing/2014/main" id="{444F95D9-FAB6-4C6F-AD10-4C3373CC5C64}"/>
              </a:ext>
            </a:extLst>
          </p:cNvPr>
          <p:cNvSpPr>
            <a:spLocks xmlns:a="http://schemas.openxmlformats.org/drawingml/2006/main" noGrp="1"/>
          </p:cNvSpPr>
          <p:nvPr/>
        </p:nvSpPr>
        <p:spPr>
          <a:xfrm xmlns:a="http://schemas.openxmlformats.org/drawingml/2006/main">
            <a:off x="12515850" y="2697927"/>
            <a:ext cx="100308" cy="109597"/>
          </a:xfrm>
          <a:custGeom xmlns:a="http://schemas.openxmlformats.org/drawingml/2006/main">
            <a:pathLst>
              <a:path w="100308" h="109597">
                <a:moveTo>
                  <a:pt x="100308" y="0"/>
                </a:moveTo>
                <a:lnTo>
                  <a:pt x="0" y="54798"/>
                </a:lnTo>
                <a:lnTo>
                  <a:pt x="100308" y="109597"/>
                </a:lnTo>
              </a:path>
            </a:pathLst>
          </a:custGeom>
          <a:noFill xmlns:a="http://schemas.openxmlformats.org/drawingml/2006/main"/>
          <a:ln xmlns:a="http://schemas.openxmlformats.org/drawingml/2006/main" w="19050">
            <a:solidFill>
              <a:srgbClr val="576773"/>
            </a:solidFill>
            <a:prstDash val="solid"/>
          </a:ln>
        </p:spPr>
      </p:sp>
      <p:sp>
        <p:nvSpPr>
          <p:cNvPr id="26" name="v2-151-model-result">
            <a:extLst xmlns:a="http://schemas.openxmlformats.org/drawingml/2006/main">
              <a:ext uri="{FF2B5EF4-FFF2-40B4-BE49-F238E27FC236}">
                <a16:creationId xmlns:a16="http://schemas.microsoft.com/office/drawing/2014/main" id="{530460F0-1800-48C6-B058-23972BFA8168}"/>
              </a:ext>
            </a:extLst>
          </p:cNvPr>
          <p:cNvSpPr>
            <a:spLocks xmlns:a="http://schemas.openxmlformats.org/drawingml/2006/main" noGrp="1"/>
          </p:cNvSpPr>
          <p:nvPr/>
        </p:nvSpPr>
        <p:spPr>
          <a:xfrm xmlns:a="http://schemas.openxmlformats.org/drawingml/2006/main">
            <a:off x="12515850" y="2952750"/>
            <a:ext cx="542925" cy="9525"/>
          </a:xfrm>
          <a:custGeom xmlns:a="http://schemas.openxmlformats.org/drawingml/2006/main">
            <a:pathLst>
              <a:path w="542925" h="9525">
                <a:moveTo>
                  <a:pt x="0" y="0"/>
                </a:moveTo>
                <a:lnTo>
                  <a:pt x="542925" y="0"/>
                </a:lnTo>
              </a:path>
            </a:pathLst>
          </a:custGeom>
          <a:noFill xmlns:a="http://schemas.openxmlformats.org/drawingml/2006/main"/>
          <a:ln xmlns:a="http://schemas.openxmlformats.org/drawingml/2006/main" w="19050">
            <a:solidFill>
              <a:srgbClr val="576773"/>
            </a:solidFill>
            <a:prstDash val="solid"/>
          </a:ln>
        </p:spPr>
      </p:sp>
      <p:sp>
        <p:nvSpPr>
          <p:cNvPr id="27" name="v2-152-model-result-head">
            <a:extLst xmlns:a="http://schemas.openxmlformats.org/drawingml/2006/main">
              <a:ext uri="{FF2B5EF4-FFF2-40B4-BE49-F238E27FC236}">
                <a16:creationId xmlns:a16="http://schemas.microsoft.com/office/drawing/2014/main" id="{F8810380-712F-45B6-B2BE-58ED2169EFD1}"/>
              </a:ext>
            </a:extLst>
          </p:cNvPr>
          <p:cNvSpPr>
            <a:spLocks xmlns:a="http://schemas.openxmlformats.org/drawingml/2006/main" noGrp="1"/>
          </p:cNvSpPr>
          <p:nvPr/>
        </p:nvSpPr>
        <p:spPr>
          <a:xfrm xmlns:a="http://schemas.openxmlformats.org/drawingml/2006/main">
            <a:off x="12958467" y="28979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19050">
            <a:solidFill>
              <a:srgbClr val="576773"/>
            </a:solidFill>
            <a:prstDash val="solid"/>
          </a:ln>
        </p:spPr>
      </p:sp>
      <p:sp>
        <p:nvSpPr>
          <p:cNvPr id="28" name="v2-153-Request Interpreter">
            <a:extLst xmlns:a="http://schemas.openxmlformats.org/drawingml/2006/main">
              <a:ext uri="{FF2B5EF4-FFF2-40B4-BE49-F238E27FC236}">
                <a16:creationId xmlns:a16="http://schemas.microsoft.com/office/drawing/2014/main" id="{8165AB30-0C0C-499E-8D6A-A98C3D1D0C51}"/>
              </a:ext>
            </a:extLst>
          </p:cNvPr>
          <p:cNvSpPr>
            <a:spLocks xmlns:a="http://schemas.openxmlformats.org/drawingml/2006/main" noGrp="1"/>
          </p:cNvSpPr>
          <p:nvPr/>
        </p:nvSpPr>
        <p:spPr>
          <a:xfrm xmlns:a="http://schemas.openxmlformats.org/drawingml/2006/main">
            <a:off x="9324975" y="3248025"/>
            <a:ext cx="8105775" cy="2209800"/>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29" name="v2-154-Request Interpreter-boundary">
            <a:extLst xmlns:a="http://schemas.openxmlformats.org/drawingml/2006/main">
              <a:ext uri="{FF2B5EF4-FFF2-40B4-BE49-F238E27FC236}">
                <a16:creationId xmlns:a16="http://schemas.microsoft.com/office/drawing/2014/main" id="{29FD2D62-7D67-41EA-9F0A-F63B609E219B}"/>
              </a:ext>
            </a:extLst>
          </p:cNvPr>
          <p:cNvSpPr>
            <a:spLocks xmlns:a="http://schemas.openxmlformats.org/drawingml/2006/main" noGrp="1"/>
          </p:cNvSpPr>
          <p:nvPr/>
        </p:nvSpPr>
        <p:spPr>
          <a:xfrm xmlns:a="http://schemas.openxmlformats.org/drawingml/2006/main">
            <a:off x="9458325" y="32861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Request Interpreter</a:t>
            </a:r>
          </a:p>
        </p:txBody>
      </p:sp>
      <p:sp>
        <p:nvSpPr>
          <p:cNvPr id="30" name="v2-155-모델 주도 해석 제어기">
            <a:extLst xmlns:a="http://schemas.openxmlformats.org/drawingml/2006/main">
              <a:ext uri="{FF2B5EF4-FFF2-40B4-BE49-F238E27FC236}">
                <a16:creationId xmlns:a16="http://schemas.microsoft.com/office/drawing/2014/main" id="{BEFCF12F-1B53-4BA8-9A18-68256CB3E77E}"/>
              </a:ext>
            </a:extLst>
          </p:cNvPr>
          <p:cNvSpPr>
            <a:spLocks xmlns:a="http://schemas.openxmlformats.org/drawingml/2006/main" noGrp="1"/>
          </p:cNvSpPr>
          <p:nvPr/>
        </p:nvSpPr>
        <p:spPr>
          <a:xfrm xmlns:a="http://schemas.openxmlformats.org/drawingml/2006/main">
            <a:off x="800100" y="3838575"/>
            <a:ext cx="3200400" cy="52387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31" name="v2-156-모델 주도 해석 제어기-name">
            <a:extLst xmlns:a="http://schemas.openxmlformats.org/drawingml/2006/main">
              <a:ext uri="{FF2B5EF4-FFF2-40B4-BE49-F238E27FC236}">
                <a16:creationId xmlns:a16="http://schemas.microsoft.com/office/drawing/2014/main" id="{C90B6383-B14F-463F-8C56-3E165601B337}"/>
              </a:ext>
            </a:extLst>
          </p:cNvPr>
          <p:cNvSpPr>
            <a:spLocks xmlns:a="http://schemas.openxmlformats.org/drawingml/2006/main" noGrp="1"/>
          </p:cNvSpPr>
          <p:nvPr/>
        </p:nvSpPr>
        <p:spPr>
          <a:xfrm xmlns:a="http://schemas.openxmlformats.org/drawingml/2006/main">
            <a:off x="876300" y="3838575"/>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모델 주도 해석 제어기</a:t>
            </a:r>
          </a:p>
        </p:txBody>
      </p:sp>
      <p:sp>
        <p:nvSpPr>
          <p:cNvPr id="32" name="v2-157-읽기 도구 실행기">
            <a:extLst xmlns:a="http://schemas.openxmlformats.org/drawingml/2006/main">
              <a:ext uri="{FF2B5EF4-FFF2-40B4-BE49-F238E27FC236}">
                <a16:creationId xmlns:a16="http://schemas.microsoft.com/office/drawing/2014/main" id="{8644218A-3CE1-48BF-95D8-8F6C97282ADE}"/>
              </a:ext>
            </a:extLst>
          </p:cNvPr>
          <p:cNvSpPr>
            <a:spLocks xmlns:a="http://schemas.openxmlformats.org/drawingml/2006/main" noGrp="1"/>
          </p:cNvSpPr>
          <p:nvPr/>
        </p:nvSpPr>
        <p:spPr>
          <a:xfrm xmlns:a="http://schemas.openxmlformats.org/drawingml/2006/main">
            <a:off x="5257800" y="3838575"/>
            <a:ext cx="3076575" cy="52387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33" name="v2-158-읽기 도구 실행기-name">
            <a:extLst xmlns:a="http://schemas.openxmlformats.org/drawingml/2006/main">
              <a:ext uri="{FF2B5EF4-FFF2-40B4-BE49-F238E27FC236}">
                <a16:creationId xmlns:a16="http://schemas.microsoft.com/office/drawing/2014/main" id="{137DC136-3A25-4C0C-9EE3-0E4872AA5859}"/>
              </a:ext>
            </a:extLst>
          </p:cNvPr>
          <p:cNvSpPr>
            <a:spLocks xmlns:a="http://schemas.openxmlformats.org/drawingml/2006/main" noGrp="1"/>
          </p:cNvSpPr>
          <p:nvPr/>
        </p:nvSpPr>
        <p:spPr>
          <a:xfrm xmlns:a="http://schemas.openxmlformats.org/drawingml/2006/main">
            <a:off x="5334000" y="3838575"/>
            <a:ext cx="29241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읽기 도구 실행기</a:t>
            </a:r>
          </a:p>
        </p:txBody>
      </p:sp>
      <p:sp>
        <p:nvSpPr>
          <p:cNvPr id="34" name="v2-159-모델에 제공할 해석 맥락">
            <a:extLst xmlns:a="http://schemas.openxmlformats.org/drawingml/2006/main">
              <a:ext uri="{FF2B5EF4-FFF2-40B4-BE49-F238E27FC236}">
                <a16:creationId xmlns:a16="http://schemas.microsoft.com/office/drawing/2014/main" id="{59026275-2ADB-4E6B-A8ED-C6B0D215BB57}"/>
              </a:ext>
            </a:extLst>
          </p:cNvPr>
          <p:cNvSpPr>
            <a:spLocks xmlns:a="http://schemas.openxmlformats.org/drawingml/2006/main" noGrp="1"/>
          </p:cNvSpPr>
          <p:nvPr/>
        </p:nvSpPr>
        <p:spPr>
          <a:xfrm xmlns:a="http://schemas.openxmlformats.org/drawingml/2006/main">
            <a:off x="800100" y="4810125"/>
            <a:ext cx="3200400" cy="46672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35" name="v2-160-모델에 제공할 해석 맥락-name">
            <a:extLst xmlns:a="http://schemas.openxmlformats.org/drawingml/2006/main">
              <a:ext uri="{FF2B5EF4-FFF2-40B4-BE49-F238E27FC236}">
                <a16:creationId xmlns:a16="http://schemas.microsoft.com/office/drawing/2014/main" id="{D708C4E2-BA8A-4EC9-A7F4-1071908FA3A7}"/>
              </a:ext>
            </a:extLst>
          </p:cNvPr>
          <p:cNvSpPr>
            <a:spLocks xmlns:a="http://schemas.openxmlformats.org/drawingml/2006/main" noGrp="1"/>
          </p:cNvSpPr>
          <p:nvPr/>
        </p:nvSpPr>
        <p:spPr>
          <a:xfrm xmlns:a="http://schemas.openxmlformats.org/drawingml/2006/main">
            <a:off x="876300" y="4810125"/>
            <a:ext cx="304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a:solidFill>
                  <a:srgbClr val="202B35"/>
                </a:solidFill>
                <a:latin typeface="Apple SD Gothic Neo"/>
                <a:ea typeface="Apple SD Gothic Neo"/>
                <a:cs typeface="Apple SD Gothic Neo"/>
              </a:defRPr>
            </a:pPr>
            <a:r>
              <a:rPr sz="1950" b="0">
                <a:solidFill>
                  <a:srgbClr val="202B35"/>
                </a:solidFill>
                <a:latin typeface="Apple SD Gothic Neo"/>
                <a:ea typeface="Apple SD Gothic Neo"/>
                <a:cs typeface="Apple SD Gothic Neo"/>
              </a:rPr>
              <a:t>모델에 제공할 해석 맥락</a:t>
            </a:r>
          </a:p>
        </p:txBody>
      </p:sp>
      <p:sp>
        <p:nvSpPr>
          <p:cNvPr id="36" name="v2-161-의미 제안 검증기">
            <a:extLst xmlns:a="http://schemas.openxmlformats.org/drawingml/2006/main">
              <a:ext uri="{FF2B5EF4-FFF2-40B4-BE49-F238E27FC236}">
                <a16:creationId xmlns:a16="http://schemas.microsoft.com/office/drawing/2014/main" id="{386500E5-2EA3-4C84-9E3E-79EE442EDEFB}"/>
              </a:ext>
            </a:extLst>
          </p:cNvPr>
          <p:cNvSpPr>
            <a:spLocks xmlns:a="http://schemas.openxmlformats.org/drawingml/2006/main" noGrp="1"/>
          </p:cNvSpPr>
          <p:nvPr/>
        </p:nvSpPr>
        <p:spPr>
          <a:xfrm xmlns:a="http://schemas.openxmlformats.org/drawingml/2006/main">
            <a:off x="5257800" y="4810125"/>
            <a:ext cx="3076575" cy="46672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37" name="v2-162-의미 제안 검증기-name">
            <a:extLst xmlns:a="http://schemas.openxmlformats.org/drawingml/2006/main">
              <a:ext uri="{FF2B5EF4-FFF2-40B4-BE49-F238E27FC236}">
                <a16:creationId xmlns:a16="http://schemas.microsoft.com/office/drawing/2014/main" id="{5A9AD564-E438-4BCC-8947-BF1DAAFA6B10}"/>
              </a:ext>
            </a:extLst>
          </p:cNvPr>
          <p:cNvSpPr>
            <a:spLocks xmlns:a="http://schemas.openxmlformats.org/drawingml/2006/main" noGrp="1"/>
          </p:cNvSpPr>
          <p:nvPr/>
        </p:nvSpPr>
        <p:spPr>
          <a:xfrm xmlns:a="http://schemas.openxmlformats.org/drawingml/2006/main">
            <a:off x="5334000" y="4810125"/>
            <a:ext cx="2924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의미 제안 검증기</a:t>
            </a:r>
          </a:p>
        </p:txBody>
      </p:sp>
      <p:sp>
        <p:nvSpPr>
          <p:cNvPr id="38" name="v2-163-a-read">
            <a:extLst xmlns:a="http://schemas.openxmlformats.org/drawingml/2006/main">
              <a:ext uri="{FF2B5EF4-FFF2-40B4-BE49-F238E27FC236}">
                <a16:creationId xmlns:a16="http://schemas.microsoft.com/office/drawing/2014/main" id="{51ED4CBB-5236-4CA1-99CD-91943FBDDB68}"/>
              </a:ext>
            </a:extLst>
          </p:cNvPr>
          <p:cNvSpPr>
            <a:spLocks xmlns:a="http://schemas.openxmlformats.org/drawingml/2006/main" noGrp="1"/>
          </p:cNvSpPr>
          <p:nvPr/>
        </p:nvSpPr>
        <p:spPr>
          <a:xfrm xmlns:a="http://schemas.openxmlformats.org/drawingml/2006/main">
            <a:off x="4000500" y="4095750"/>
            <a:ext cx="1257300" cy="9525"/>
          </a:xfrm>
          <a:custGeom xmlns:a="http://schemas.openxmlformats.org/drawingml/2006/main">
            <a:pathLst>
              <a:path w="1257300" h="9525">
                <a:moveTo>
                  <a:pt x="0" y="0"/>
                </a:moveTo>
                <a:lnTo>
                  <a:pt x="1257300" y="0"/>
                </a:lnTo>
              </a:path>
            </a:pathLst>
          </a:custGeom>
          <a:noFill xmlns:a="http://schemas.openxmlformats.org/drawingml/2006/main"/>
          <a:ln xmlns:a="http://schemas.openxmlformats.org/drawingml/2006/main" w="26670">
            <a:solidFill>
              <a:srgbClr val="00889A"/>
            </a:solidFill>
            <a:prstDash val="solid"/>
          </a:ln>
        </p:spPr>
      </p:sp>
      <p:sp>
        <p:nvSpPr>
          <p:cNvPr id="39" name="v2-164-a-read-head">
            <a:extLst xmlns:a="http://schemas.openxmlformats.org/drawingml/2006/main">
              <a:ext uri="{FF2B5EF4-FFF2-40B4-BE49-F238E27FC236}">
                <a16:creationId xmlns:a16="http://schemas.microsoft.com/office/drawing/2014/main" id="{D416B11E-43B3-4485-89DA-85A188475966}"/>
              </a:ext>
            </a:extLst>
          </p:cNvPr>
          <p:cNvSpPr>
            <a:spLocks xmlns:a="http://schemas.openxmlformats.org/drawingml/2006/main" noGrp="1"/>
          </p:cNvSpPr>
          <p:nvPr/>
        </p:nvSpPr>
        <p:spPr>
          <a:xfrm xmlns:a="http://schemas.openxmlformats.org/drawingml/2006/main">
            <a:off x="5157492" y="40409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6670">
            <a:solidFill>
              <a:srgbClr val="00889A"/>
            </a:solidFill>
            <a:prstDash val="solid"/>
          </a:ln>
        </p:spPr>
      </p:sp>
      <p:sp>
        <p:nvSpPr>
          <p:cNvPr id="40" name="v2-165-note">
            <a:extLst xmlns:a="http://schemas.openxmlformats.org/drawingml/2006/main">
              <a:ext uri="{FF2B5EF4-FFF2-40B4-BE49-F238E27FC236}">
                <a16:creationId xmlns:a16="http://schemas.microsoft.com/office/drawing/2014/main" id="{BCAC4950-9943-4F26-98BB-9E2ADB39666C}"/>
              </a:ext>
            </a:extLst>
          </p:cNvPr>
          <p:cNvSpPr>
            <a:spLocks xmlns:a="http://schemas.openxmlformats.org/drawingml/2006/main" noGrp="1"/>
          </p:cNvSpPr>
          <p:nvPr/>
        </p:nvSpPr>
        <p:spPr>
          <a:xfrm xmlns:a="http://schemas.openxmlformats.org/drawingml/2006/main">
            <a:off x="4086225" y="37338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② 조회 선택</a:t>
            </a:r>
          </a:p>
        </p:txBody>
      </p:sp>
      <p:sp>
        <p:nvSpPr>
          <p:cNvPr id="41" name="v2-166-a-results">
            <a:extLst xmlns:a="http://schemas.openxmlformats.org/drawingml/2006/main">
              <a:ext uri="{FF2B5EF4-FFF2-40B4-BE49-F238E27FC236}">
                <a16:creationId xmlns:a16="http://schemas.microsoft.com/office/drawing/2014/main" id="{73D83836-144C-4637-873B-1F3026913CDB}"/>
              </a:ext>
            </a:extLst>
          </p:cNvPr>
          <p:cNvSpPr>
            <a:spLocks xmlns:a="http://schemas.openxmlformats.org/drawingml/2006/main" noGrp="1"/>
          </p:cNvSpPr>
          <p:nvPr/>
        </p:nvSpPr>
        <p:spPr>
          <a:xfrm xmlns:a="http://schemas.openxmlformats.org/drawingml/2006/main">
            <a:off x="2400300" y="4362450"/>
            <a:ext cx="4391025" cy="447675"/>
          </a:xfrm>
          <a:custGeom xmlns:a="http://schemas.openxmlformats.org/drawingml/2006/main">
            <a:pathLst>
              <a:path w="4391025" h="447675">
                <a:moveTo>
                  <a:pt x="4391025" y="0"/>
                </a:moveTo>
                <a:lnTo>
                  <a:pt x="4391025" y="228600"/>
                </a:lnTo>
                <a:lnTo>
                  <a:pt x="0" y="228600"/>
                </a:lnTo>
                <a:lnTo>
                  <a:pt x="0" y="447675"/>
                </a:lnTo>
              </a:path>
            </a:pathLst>
          </a:custGeom>
          <a:noFill xmlns:a="http://schemas.openxmlformats.org/drawingml/2006/main"/>
          <a:ln xmlns:a="http://schemas.openxmlformats.org/drawingml/2006/main" w="26670">
            <a:solidFill>
              <a:srgbClr val="00889A"/>
            </a:solidFill>
            <a:prstDash val="solid"/>
          </a:ln>
        </p:spPr>
      </p:sp>
      <p:sp>
        <p:nvSpPr>
          <p:cNvPr id="42" name="v2-167-a-results-head">
            <a:extLst xmlns:a="http://schemas.openxmlformats.org/drawingml/2006/main">
              <a:ext uri="{FF2B5EF4-FFF2-40B4-BE49-F238E27FC236}">
                <a16:creationId xmlns:a16="http://schemas.microsoft.com/office/drawing/2014/main" id="{B57C6B69-ED53-4FEB-A637-AF21FABA31A9}"/>
              </a:ext>
            </a:extLst>
          </p:cNvPr>
          <p:cNvSpPr>
            <a:spLocks xmlns:a="http://schemas.openxmlformats.org/drawingml/2006/main" noGrp="1"/>
          </p:cNvSpPr>
          <p:nvPr/>
        </p:nvSpPr>
        <p:spPr>
          <a:xfrm xmlns:a="http://schemas.openxmlformats.org/drawingml/2006/main">
            <a:off x="2345502" y="47098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6670">
            <a:solidFill>
              <a:srgbClr val="00889A"/>
            </a:solidFill>
            <a:prstDash val="solid"/>
          </a:ln>
        </p:spPr>
      </p:sp>
      <p:sp>
        <p:nvSpPr>
          <p:cNvPr id="43" name="v2-168-note">
            <a:extLst xmlns:a="http://schemas.openxmlformats.org/drawingml/2006/main">
              <a:ext uri="{FF2B5EF4-FFF2-40B4-BE49-F238E27FC236}">
                <a16:creationId xmlns:a16="http://schemas.microsoft.com/office/drawing/2014/main" id="{DF088886-EF77-4CB7-A21D-D884A7F59D15}"/>
              </a:ext>
            </a:extLst>
          </p:cNvPr>
          <p:cNvSpPr>
            <a:spLocks xmlns:a="http://schemas.openxmlformats.org/drawingml/2006/main" noGrp="1"/>
          </p:cNvSpPr>
          <p:nvPr/>
        </p:nvSpPr>
        <p:spPr>
          <a:xfrm xmlns:a="http://schemas.openxmlformats.org/drawingml/2006/main">
            <a:off x="3048000" y="44196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③ 결과를 해석 맥락에 반영</a:t>
            </a:r>
          </a:p>
        </p:txBody>
      </p:sp>
      <p:sp>
        <p:nvSpPr>
          <p:cNvPr id="44" name="v2-169-a-rejudge">
            <a:extLst xmlns:a="http://schemas.openxmlformats.org/drawingml/2006/main">
              <a:ext uri="{FF2B5EF4-FFF2-40B4-BE49-F238E27FC236}">
                <a16:creationId xmlns:a16="http://schemas.microsoft.com/office/drawing/2014/main" id="{23804142-B7CD-4490-80A1-389887295865}"/>
              </a:ext>
            </a:extLst>
          </p:cNvPr>
          <p:cNvSpPr>
            <a:spLocks xmlns:a="http://schemas.openxmlformats.org/drawingml/2006/main" noGrp="1"/>
          </p:cNvSpPr>
          <p:nvPr/>
        </p:nvSpPr>
        <p:spPr>
          <a:xfrm xmlns:a="http://schemas.openxmlformats.org/drawingml/2006/main">
            <a:off x="609600" y="3067050"/>
            <a:ext cx="4591050" cy="1743075"/>
          </a:xfrm>
          <a:custGeom xmlns:a="http://schemas.openxmlformats.org/drawingml/2006/main">
            <a:pathLst>
              <a:path w="4591050" h="1743075">
                <a:moveTo>
                  <a:pt x="1790700" y="1743075"/>
                </a:moveTo>
                <a:lnTo>
                  <a:pt x="0" y="1743075"/>
                </a:lnTo>
                <a:lnTo>
                  <a:pt x="0" y="57150"/>
                </a:lnTo>
                <a:lnTo>
                  <a:pt x="4591050" y="57150"/>
                </a:lnTo>
                <a:lnTo>
                  <a:pt x="4591050" y="0"/>
                </a:lnTo>
              </a:path>
            </a:pathLst>
          </a:custGeom>
          <a:noFill xmlns:a="http://schemas.openxmlformats.org/drawingml/2006/main"/>
          <a:ln xmlns:a="http://schemas.openxmlformats.org/drawingml/2006/main" w="26670">
            <a:solidFill>
              <a:srgbClr val="00889A"/>
            </a:solidFill>
            <a:prstDash val="solid"/>
          </a:ln>
        </p:spPr>
      </p:sp>
      <p:sp>
        <p:nvSpPr>
          <p:cNvPr id="45" name="v2-170-a-rejudge-head">
            <a:extLst xmlns:a="http://schemas.openxmlformats.org/drawingml/2006/main">
              <a:ext uri="{FF2B5EF4-FFF2-40B4-BE49-F238E27FC236}">
                <a16:creationId xmlns:a16="http://schemas.microsoft.com/office/drawing/2014/main" id="{3B059275-4165-487D-8E48-2D5189429067}"/>
              </a:ext>
            </a:extLst>
          </p:cNvPr>
          <p:cNvSpPr>
            <a:spLocks xmlns:a="http://schemas.openxmlformats.org/drawingml/2006/main" noGrp="1"/>
          </p:cNvSpPr>
          <p:nvPr/>
        </p:nvSpPr>
        <p:spPr>
          <a:xfrm xmlns:a="http://schemas.openxmlformats.org/drawingml/2006/main">
            <a:off x="5145852" y="3067050"/>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6670">
            <a:solidFill>
              <a:srgbClr val="00889A"/>
            </a:solidFill>
            <a:prstDash val="solid"/>
          </a:ln>
        </p:spPr>
      </p:sp>
      <p:sp>
        <p:nvSpPr>
          <p:cNvPr id="46" name="v2-171-note">
            <a:extLst xmlns:a="http://schemas.openxmlformats.org/drawingml/2006/main">
              <a:ext uri="{FF2B5EF4-FFF2-40B4-BE49-F238E27FC236}">
                <a16:creationId xmlns:a16="http://schemas.microsoft.com/office/drawing/2014/main" id="{DF25C22F-6FAF-4AB8-9F31-45BDCCC906FF}"/>
              </a:ext>
            </a:extLst>
          </p:cNvPr>
          <p:cNvSpPr>
            <a:spLocks xmlns:a="http://schemas.openxmlformats.org/drawingml/2006/main" noGrp="1"/>
          </p:cNvSpPr>
          <p:nvPr/>
        </p:nvSpPr>
        <p:spPr>
          <a:xfrm xmlns:a="http://schemas.openxmlformats.org/drawingml/2006/main">
            <a:off x="666750" y="5495925"/>
            <a:ext cx="3876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④ 누적 근거로 모델 재호출</a:t>
            </a:r>
          </a:p>
        </p:txBody>
      </p:sp>
      <p:sp>
        <p:nvSpPr>
          <p:cNvPr id="47" name="v2-172-a-action">
            <a:extLst xmlns:a="http://schemas.openxmlformats.org/drawingml/2006/main">
              <a:ext uri="{FF2B5EF4-FFF2-40B4-BE49-F238E27FC236}">
                <a16:creationId xmlns:a16="http://schemas.microsoft.com/office/drawing/2014/main" id="{0787E1EA-B0C2-41B2-BE6A-D8E8DE761117}"/>
              </a:ext>
            </a:extLst>
          </p:cNvPr>
          <p:cNvSpPr>
            <a:spLocks xmlns:a="http://schemas.openxmlformats.org/drawingml/2006/main" noGrp="1"/>
          </p:cNvSpPr>
          <p:nvPr/>
        </p:nvSpPr>
        <p:spPr>
          <a:xfrm xmlns:a="http://schemas.openxmlformats.org/drawingml/2006/main">
            <a:off x="2400300" y="3067050"/>
            <a:ext cx="2800350" cy="771525"/>
          </a:xfrm>
          <a:custGeom xmlns:a="http://schemas.openxmlformats.org/drawingml/2006/main">
            <a:pathLst>
              <a:path w="2800350" h="771525">
                <a:moveTo>
                  <a:pt x="2800350" y="0"/>
                </a:moveTo>
                <a:lnTo>
                  <a:pt x="2800350" y="628650"/>
                </a:lnTo>
                <a:lnTo>
                  <a:pt x="0" y="628650"/>
                </a:lnTo>
                <a:lnTo>
                  <a:pt x="0" y="771525"/>
                </a:lnTo>
              </a:path>
            </a:pathLst>
          </a:custGeom>
          <a:noFill xmlns:a="http://schemas.openxmlformats.org/drawingml/2006/main"/>
          <a:ln xmlns:a="http://schemas.openxmlformats.org/drawingml/2006/main" w="26670">
            <a:solidFill>
              <a:srgbClr val="00889A"/>
            </a:solidFill>
            <a:prstDash val="solid"/>
          </a:ln>
        </p:spPr>
      </p:sp>
      <p:sp>
        <p:nvSpPr>
          <p:cNvPr id="48" name="v2-173-a-action-head">
            <a:extLst xmlns:a="http://schemas.openxmlformats.org/drawingml/2006/main">
              <a:ext uri="{FF2B5EF4-FFF2-40B4-BE49-F238E27FC236}">
                <a16:creationId xmlns:a16="http://schemas.microsoft.com/office/drawing/2014/main" id="{7F94799A-B896-4B48-BE80-8FC4855771F5}"/>
              </a:ext>
            </a:extLst>
          </p:cNvPr>
          <p:cNvSpPr>
            <a:spLocks xmlns:a="http://schemas.openxmlformats.org/drawingml/2006/main" noGrp="1"/>
          </p:cNvSpPr>
          <p:nvPr/>
        </p:nvSpPr>
        <p:spPr>
          <a:xfrm xmlns:a="http://schemas.openxmlformats.org/drawingml/2006/main">
            <a:off x="2345502" y="373826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6670">
            <a:solidFill>
              <a:srgbClr val="00889A"/>
            </a:solidFill>
            <a:prstDash val="solid"/>
          </a:ln>
        </p:spPr>
      </p:sp>
      <p:sp>
        <p:nvSpPr>
          <p:cNvPr id="49" name="v2-174-note">
            <a:extLst xmlns:a="http://schemas.openxmlformats.org/drawingml/2006/main">
              <a:ext uri="{FF2B5EF4-FFF2-40B4-BE49-F238E27FC236}">
                <a16:creationId xmlns:a16="http://schemas.microsoft.com/office/drawing/2014/main" id="{1219E202-C53B-412B-A31C-CB8110458268}"/>
              </a:ext>
            </a:extLst>
          </p:cNvPr>
          <p:cNvSpPr>
            <a:spLocks xmlns:a="http://schemas.openxmlformats.org/drawingml/2006/main" noGrp="1"/>
          </p:cNvSpPr>
          <p:nvPr/>
        </p:nvSpPr>
        <p:spPr>
          <a:xfrm xmlns:a="http://schemas.openxmlformats.org/drawingml/2006/main">
            <a:off x="5524500" y="3314700"/>
            <a:ext cx="2962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① 다음 조회 / 의미 / 질문</a:t>
            </a:r>
          </a:p>
        </p:txBody>
      </p:sp>
      <p:sp>
        <p:nvSpPr>
          <p:cNvPr id="50" name="v2-175-a-proposal">
            <a:extLst xmlns:a="http://schemas.openxmlformats.org/drawingml/2006/main">
              <a:ext uri="{FF2B5EF4-FFF2-40B4-BE49-F238E27FC236}">
                <a16:creationId xmlns:a16="http://schemas.microsoft.com/office/drawing/2014/main" id="{F57BF01C-87C3-4BCD-94E3-DA978B8FAE55}"/>
              </a:ext>
            </a:extLst>
          </p:cNvPr>
          <p:cNvSpPr>
            <a:spLocks xmlns:a="http://schemas.openxmlformats.org/drawingml/2006/main" noGrp="1"/>
          </p:cNvSpPr>
          <p:nvPr/>
        </p:nvSpPr>
        <p:spPr>
          <a:xfrm xmlns:a="http://schemas.openxmlformats.org/drawingml/2006/main">
            <a:off x="4000500" y="4181475"/>
            <a:ext cx="1257300" cy="866775"/>
          </a:xfrm>
          <a:custGeom xmlns:a="http://schemas.openxmlformats.org/drawingml/2006/main">
            <a:pathLst>
              <a:path w="1257300" h="866775">
                <a:moveTo>
                  <a:pt x="0" y="0"/>
                </a:moveTo>
                <a:lnTo>
                  <a:pt x="371475" y="0"/>
                </a:lnTo>
                <a:lnTo>
                  <a:pt x="371475" y="866775"/>
                </a:lnTo>
                <a:lnTo>
                  <a:pt x="1257300" y="866775"/>
                </a:lnTo>
              </a:path>
            </a:pathLst>
          </a:custGeom>
          <a:noFill xmlns:a="http://schemas.openxmlformats.org/drawingml/2006/main"/>
          <a:ln xmlns:a="http://schemas.openxmlformats.org/drawingml/2006/main" w="19050">
            <a:solidFill>
              <a:srgbClr val="576773"/>
            </a:solidFill>
            <a:prstDash val="solid"/>
          </a:ln>
        </p:spPr>
      </p:sp>
      <p:sp>
        <p:nvSpPr>
          <p:cNvPr id="51" name="v2-176-a-proposal-head">
            <a:extLst xmlns:a="http://schemas.openxmlformats.org/drawingml/2006/main">
              <a:ext uri="{FF2B5EF4-FFF2-40B4-BE49-F238E27FC236}">
                <a16:creationId xmlns:a16="http://schemas.microsoft.com/office/drawing/2014/main" id="{49569D1D-D1F5-4826-9F08-89DFE8278506}"/>
              </a:ext>
            </a:extLst>
          </p:cNvPr>
          <p:cNvSpPr>
            <a:spLocks xmlns:a="http://schemas.openxmlformats.org/drawingml/2006/main" noGrp="1"/>
          </p:cNvSpPr>
          <p:nvPr/>
        </p:nvSpPr>
        <p:spPr>
          <a:xfrm xmlns:a="http://schemas.openxmlformats.org/drawingml/2006/main">
            <a:off x="5157492" y="49934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19050">
            <a:solidFill>
              <a:srgbClr val="576773"/>
            </a:solidFill>
            <a:prstDash val="solid"/>
          </a:ln>
        </p:spPr>
      </p:sp>
      <p:sp>
        <p:nvSpPr>
          <p:cNvPr id="52" name="v2-177-note">
            <a:extLst xmlns:a="http://schemas.openxmlformats.org/drawingml/2006/main">
              <a:ext uri="{FF2B5EF4-FFF2-40B4-BE49-F238E27FC236}">
                <a16:creationId xmlns:a16="http://schemas.microsoft.com/office/drawing/2014/main" id="{9F62F035-043F-4ABB-B0D4-65DCB808324E}"/>
              </a:ext>
            </a:extLst>
          </p:cNvPr>
          <p:cNvSpPr>
            <a:spLocks xmlns:a="http://schemas.openxmlformats.org/drawingml/2006/main" noGrp="1"/>
          </p:cNvSpPr>
          <p:nvPr/>
        </p:nvSpPr>
        <p:spPr>
          <a:xfrm xmlns:a="http://schemas.openxmlformats.org/drawingml/2006/main">
            <a:off x="4276725" y="5172075"/>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완성 제안</a:t>
            </a:r>
          </a:p>
        </p:txBody>
      </p:sp>
      <p:sp>
        <p:nvSpPr>
          <p:cNvPr id="53" name="v2-178-Context Manager">
            <a:extLst xmlns:a="http://schemas.openxmlformats.org/drawingml/2006/main">
              <a:ext uri="{FF2B5EF4-FFF2-40B4-BE49-F238E27FC236}">
                <a16:creationId xmlns:a16="http://schemas.microsoft.com/office/drawing/2014/main" id="{A75D6AE3-B5AB-417E-BC35-4BF68D77D228}"/>
              </a:ext>
            </a:extLst>
          </p:cNvPr>
          <p:cNvSpPr>
            <a:spLocks xmlns:a="http://schemas.openxmlformats.org/drawingml/2006/main" noGrp="1"/>
          </p:cNvSpPr>
          <p:nvPr/>
        </p:nvSpPr>
        <p:spPr>
          <a:xfrm xmlns:a="http://schemas.openxmlformats.org/drawingml/2006/main">
            <a:off x="5067300" y="5648325"/>
            <a:ext cx="2162175" cy="419100"/>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54" name="v2-179-Context Manager-name">
            <a:extLst xmlns:a="http://schemas.openxmlformats.org/drawingml/2006/main">
              <a:ext uri="{FF2B5EF4-FFF2-40B4-BE49-F238E27FC236}">
                <a16:creationId xmlns:a16="http://schemas.microsoft.com/office/drawing/2014/main" id="{AB1799C5-BDB4-41F2-8D9C-98500E242744}"/>
              </a:ext>
            </a:extLst>
          </p:cNvPr>
          <p:cNvSpPr>
            <a:spLocks xmlns:a="http://schemas.openxmlformats.org/drawingml/2006/main" noGrp="1"/>
          </p:cNvSpPr>
          <p:nvPr/>
        </p:nvSpPr>
        <p:spPr>
          <a:xfrm xmlns:a="http://schemas.openxmlformats.org/drawingml/2006/main">
            <a:off x="5143500" y="5648325"/>
            <a:ext cx="2009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202B35"/>
                </a:solidFill>
                <a:latin typeface="Apple SD Gothic Neo"/>
                <a:ea typeface="Apple SD Gothic Neo"/>
                <a:cs typeface="Apple SD Gothic Neo"/>
              </a:defRPr>
            </a:pPr>
            <a:r>
              <a:rPr sz="1875" b="0">
                <a:solidFill>
                  <a:srgbClr val="202B35"/>
                </a:solidFill>
                <a:latin typeface="Apple SD Gothic Neo"/>
                <a:ea typeface="Apple SD Gothic Neo"/>
                <a:cs typeface="Apple SD Gothic Neo"/>
              </a:rPr>
              <a:t>Context Manager</a:t>
            </a:r>
          </a:p>
        </p:txBody>
      </p:sp>
      <p:sp>
        <p:nvSpPr>
          <p:cNvPr id="55" name="v2-180-Task Manager">
            <a:extLst xmlns:a="http://schemas.openxmlformats.org/drawingml/2006/main">
              <a:ext uri="{FF2B5EF4-FFF2-40B4-BE49-F238E27FC236}">
                <a16:creationId xmlns:a16="http://schemas.microsoft.com/office/drawing/2014/main" id="{993C6A33-1437-48D9-9847-A80969E944A8}"/>
              </a:ext>
            </a:extLst>
          </p:cNvPr>
          <p:cNvSpPr>
            <a:spLocks xmlns:a="http://schemas.openxmlformats.org/drawingml/2006/main" noGrp="1"/>
          </p:cNvSpPr>
          <p:nvPr/>
        </p:nvSpPr>
        <p:spPr>
          <a:xfrm xmlns:a="http://schemas.openxmlformats.org/drawingml/2006/main">
            <a:off x="7372350" y="5648325"/>
            <a:ext cx="1438275" cy="419100"/>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56" name="v2-181-Task Manager-name">
            <a:extLst xmlns:a="http://schemas.openxmlformats.org/drawingml/2006/main">
              <a:ext uri="{FF2B5EF4-FFF2-40B4-BE49-F238E27FC236}">
                <a16:creationId xmlns:a16="http://schemas.microsoft.com/office/drawing/2014/main" id="{8384DBF1-FB29-4051-9E3E-C84CE2426034}"/>
              </a:ext>
            </a:extLst>
          </p:cNvPr>
          <p:cNvSpPr>
            <a:spLocks xmlns:a="http://schemas.openxmlformats.org/drawingml/2006/main" noGrp="1"/>
          </p:cNvSpPr>
          <p:nvPr/>
        </p:nvSpPr>
        <p:spPr>
          <a:xfrm xmlns:a="http://schemas.openxmlformats.org/drawingml/2006/main">
            <a:off x="7448550" y="5648325"/>
            <a:ext cx="128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202B35"/>
                </a:solidFill>
                <a:latin typeface="Apple SD Gothic Neo"/>
                <a:ea typeface="Apple SD Gothic Neo"/>
                <a:cs typeface="Apple SD Gothic Neo"/>
              </a:defRPr>
            </a:pPr>
            <a:r>
              <a:rPr sz="1800" b="0">
                <a:solidFill>
                  <a:srgbClr val="202B35"/>
                </a:solidFill>
                <a:latin typeface="Apple SD Gothic Neo"/>
                <a:ea typeface="Apple SD Gothic Neo"/>
                <a:cs typeface="Apple SD Gothic Neo"/>
              </a:rPr>
              <a:t>Task Manager</a:t>
            </a:r>
          </a:p>
        </p:txBody>
      </p:sp>
      <p:sp>
        <p:nvSpPr>
          <p:cNvPr id="57" name="v2-182-a-sources">
            <a:extLst xmlns:a="http://schemas.openxmlformats.org/drawingml/2006/main">
              <a:ext uri="{FF2B5EF4-FFF2-40B4-BE49-F238E27FC236}">
                <a16:creationId xmlns:a16="http://schemas.microsoft.com/office/drawing/2014/main" id="{594DF430-0EDE-48EF-97BA-EC3EF8EA5BC1}"/>
              </a:ext>
            </a:extLst>
          </p:cNvPr>
          <p:cNvSpPr>
            <a:spLocks xmlns:a="http://schemas.openxmlformats.org/drawingml/2006/main" noGrp="1"/>
          </p:cNvSpPr>
          <p:nvPr/>
        </p:nvSpPr>
        <p:spPr>
          <a:xfrm xmlns:a="http://schemas.openxmlformats.org/drawingml/2006/main">
            <a:off x="6191250" y="4095750"/>
            <a:ext cx="2581275" cy="1552575"/>
          </a:xfrm>
          <a:custGeom xmlns:a="http://schemas.openxmlformats.org/drawingml/2006/main">
            <a:pathLst>
              <a:path w="2581275" h="1552575">
                <a:moveTo>
                  <a:pt x="2143125" y="0"/>
                </a:moveTo>
                <a:lnTo>
                  <a:pt x="2581275" y="0"/>
                </a:lnTo>
                <a:lnTo>
                  <a:pt x="2581275" y="1457325"/>
                </a:lnTo>
                <a:lnTo>
                  <a:pt x="0" y="1457325"/>
                </a:lnTo>
                <a:lnTo>
                  <a:pt x="0" y="1552575"/>
                </a:lnTo>
              </a:path>
            </a:pathLst>
          </a:custGeom>
          <a:noFill xmlns:a="http://schemas.openxmlformats.org/drawingml/2006/main"/>
          <a:ln xmlns:a="http://schemas.openxmlformats.org/drawingml/2006/main" w="19050">
            <a:solidFill>
              <a:srgbClr val="576773"/>
            </a:solidFill>
            <a:prstDash val="solid"/>
          </a:ln>
        </p:spPr>
      </p:sp>
      <p:sp>
        <p:nvSpPr>
          <p:cNvPr id="58" name="v2-183-a-sources-head">
            <a:extLst xmlns:a="http://schemas.openxmlformats.org/drawingml/2006/main">
              <a:ext uri="{FF2B5EF4-FFF2-40B4-BE49-F238E27FC236}">
                <a16:creationId xmlns:a16="http://schemas.microsoft.com/office/drawing/2014/main" id="{2EED4201-4607-4460-828A-E0F9530AEB0F}"/>
              </a:ext>
            </a:extLst>
          </p:cNvPr>
          <p:cNvSpPr>
            <a:spLocks xmlns:a="http://schemas.openxmlformats.org/drawingml/2006/main" noGrp="1"/>
          </p:cNvSpPr>
          <p:nvPr/>
        </p:nvSpPr>
        <p:spPr>
          <a:xfrm xmlns:a="http://schemas.openxmlformats.org/drawingml/2006/main">
            <a:off x="6136452" y="55480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19050">
            <a:solidFill>
              <a:srgbClr val="576773"/>
            </a:solidFill>
            <a:prstDash val="solid"/>
          </a:ln>
        </p:spPr>
      </p:sp>
      <p:sp>
        <p:nvSpPr>
          <p:cNvPr id="59" name="v2-184-a-task-source">
            <a:extLst xmlns:a="http://schemas.openxmlformats.org/drawingml/2006/main">
              <a:ext uri="{FF2B5EF4-FFF2-40B4-BE49-F238E27FC236}">
                <a16:creationId xmlns:a16="http://schemas.microsoft.com/office/drawing/2014/main" id="{50B68D1E-4239-4FFB-8D54-C2BCA8BFAF28}"/>
              </a:ext>
            </a:extLst>
          </p:cNvPr>
          <p:cNvSpPr>
            <a:spLocks xmlns:a="http://schemas.openxmlformats.org/drawingml/2006/main" noGrp="1"/>
          </p:cNvSpPr>
          <p:nvPr/>
        </p:nvSpPr>
        <p:spPr>
          <a:xfrm xmlns:a="http://schemas.openxmlformats.org/drawingml/2006/main">
            <a:off x="8096250" y="5553075"/>
            <a:ext cx="9525" cy="95250"/>
          </a:xfrm>
          <a:custGeom xmlns:a="http://schemas.openxmlformats.org/drawingml/2006/main">
            <a:pathLst>
              <a:path w="9525" h="95250">
                <a:moveTo>
                  <a:pt x="0" y="0"/>
                </a:moveTo>
                <a:lnTo>
                  <a:pt x="0" y="95250"/>
                </a:lnTo>
              </a:path>
            </a:pathLst>
          </a:custGeom>
          <a:noFill xmlns:a="http://schemas.openxmlformats.org/drawingml/2006/main"/>
          <a:ln xmlns:a="http://schemas.openxmlformats.org/drawingml/2006/main" w="19050">
            <a:solidFill>
              <a:srgbClr val="576773"/>
            </a:solidFill>
            <a:prstDash val="solid"/>
          </a:ln>
        </p:spPr>
      </p:sp>
      <p:sp>
        <p:nvSpPr>
          <p:cNvPr id="60" name="v2-185-a-task-source-head">
            <a:extLst xmlns:a="http://schemas.openxmlformats.org/drawingml/2006/main">
              <a:ext uri="{FF2B5EF4-FFF2-40B4-BE49-F238E27FC236}">
                <a16:creationId xmlns:a16="http://schemas.microsoft.com/office/drawing/2014/main" id="{0FCCC364-4AA4-4BEB-B9D1-0221A8E4CFDD}"/>
              </a:ext>
            </a:extLst>
          </p:cNvPr>
          <p:cNvSpPr>
            <a:spLocks xmlns:a="http://schemas.openxmlformats.org/drawingml/2006/main" noGrp="1"/>
          </p:cNvSpPr>
          <p:nvPr/>
        </p:nvSpPr>
        <p:spPr>
          <a:xfrm xmlns:a="http://schemas.openxmlformats.org/drawingml/2006/main">
            <a:off x="8041452" y="55480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19050">
            <a:solidFill>
              <a:srgbClr val="576773"/>
            </a:solidFill>
            <a:prstDash val="solid"/>
          </a:ln>
        </p:spPr>
      </p:sp>
      <p:sp>
        <p:nvSpPr>
          <p:cNvPr id="61" name="v2-186-요청 구조화기">
            <a:extLst xmlns:a="http://schemas.openxmlformats.org/drawingml/2006/main">
              <a:ext uri="{FF2B5EF4-FFF2-40B4-BE49-F238E27FC236}">
                <a16:creationId xmlns:a16="http://schemas.microsoft.com/office/drawing/2014/main" id="{36D1727E-405B-455C-8C40-4BAEB8BB35AC}"/>
              </a:ext>
            </a:extLst>
          </p:cNvPr>
          <p:cNvSpPr>
            <a:spLocks xmlns:a="http://schemas.openxmlformats.org/drawingml/2006/main" noGrp="1"/>
          </p:cNvSpPr>
          <p:nvPr/>
        </p:nvSpPr>
        <p:spPr>
          <a:xfrm xmlns:a="http://schemas.openxmlformats.org/drawingml/2006/main">
            <a:off x="9515475" y="3838575"/>
            <a:ext cx="2838450" cy="52387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62" name="v2-187-요청 구조화기-name">
            <a:extLst xmlns:a="http://schemas.openxmlformats.org/drawingml/2006/main">
              <a:ext uri="{FF2B5EF4-FFF2-40B4-BE49-F238E27FC236}">
                <a16:creationId xmlns:a16="http://schemas.microsoft.com/office/drawing/2014/main" id="{8C4C0983-FA63-4F50-98CD-CFF2248F0B6C}"/>
              </a:ext>
            </a:extLst>
          </p:cNvPr>
          <p:cNvSpPr>
            <a:spLocks xmlns:a="http://schemas.openxmlformats.org/drawingml/2006/main" noGrp="1"/>
          </p:cNvSpPr>
          <p:nvPr/>
        </p:nvSpPr>
        <p:spPr>
          <a:xfrm xmlns:a="http://schemas.openxmlformats.org/drawingml/2006/main">
            <a:off x="9591675" y="3838575"/>
            <a:ext cx="2686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요청 구조화기</a:t>
            </a:r>
          </a:p>
        </p:txBody>
      </p:sp>
      <p:sp>
        <p:nvSpPr>
          <p:cNvPr id="63" name="v2-188-Request Resolution Engine">
            <a:extLst xmlns:a="http://schemas.openxmlformats.org/drawingml/2006/main">
              <a:ext uri="{FF2B5EF4-FFF2-40B4-BE49-F238E27FC236}">
                <a16:creationId xmlns:a16="http://schemas.microsoft.com/office/drawing/2014/main" id="{FDC1DDB3-417B-4AFA-A72B-2CC3624AF2D8}"/>
              </a:ext>
            </a:extLst>
          </p:cNvPr>
          <p:cNvSpPr>
            <a:spLocks xmlns:a="http://schemas.openxmlformats.org/drawingml/2006/main" noGrp="1"/>
          </p:cNvSpPr>
          <p:nvPr/>
        </p:nvSpPr>
        <p:spPr>
          <a:xfrm xmlns:a="http://schemas.openxmlformats.org/drawingml/2006/main">
            <a:off x="13239750" y="3838575"/>
            <a:ext cx="4029075" cy="52387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64" name="v2-189-Request Resolution Engine-name">
            <a:extLst xmlns:a="http://schemas.openxmlformats.org/drawingml/2006/main">
              <a:ext uri="{FF2B5EF4-FFF2-40B4-BE49-F238E27FC236}">
                <a16:creationId xmlns:a16="http://schemas.microsoft.com/office/drawing/2014/main" id="{75AE8F2F-7F07-4E2E-8362-8232AD8B5C53}"/>
              </a:ext>
            </a:extLst>
          </p:cNvPr>
          <p:cNvSpPr>
            <a:spLocks xmlns:a="http://schemas.openxmlformats.org/drawingml/2006/main" noGrp="1"/>
          </p:cNvSpPr>
          <p:nvPr/>
        </p:nvSpPr>
        <p:spPr>
          <a:xfrm xmlns:a="http://schemas.openxmlformats.org/drawingml/2006/main">
            <a:off x="13315950" y="3838575"/>
            <a:ext cx="3876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Request Resolution Engine</a:t>
            </a:r>
          </a:p>
        </p:txBody>
      </p:sp>
      <p:sp>
        <p:nvSpPr>
          <p:cNvPr id="65" name="v2-190-항목별 해결 상태">
            <a:extLst xmlns:a="http://schemas.openxmlformats.org/drawingml/2006/main">
              <a:ext uri="{FF2B5EF4-FFF2-40B4-BE49-F238E27FC236}">
                <a16:creationId xmlns:a16="http://schemas.microsoft.com/office/drawing/2014/main" id="{8342863E-1726-4D0E-8217-8D2AE03EBDA4}"/>
              </a:ext>
            </a:extLst>
          </p:cNvPr>
          <p:cNvSpPr>
            <a:spLocks xmlns:a="http://schemas.openxmlformats.org/drawingml/2006/main" noGrp="1"/>
          </p:cNvSpPr>
          <p:nvPr/>
        </p:nvSpPr>
        <p:spPr>
          <a:xfrm xmlns:a="http://schemas.openxmlformats.org/drawingml/2006/main">
            <a:off x="9515475" y="4810125"/>
            <a:ext cx="2838450" cy="46672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66" name="v2-191-항목별 해결 상태-name">
            <a:extLst xmlns:a="http://schemas.openxmlformats.org/drawingml/2006/main">
              <a:ext uri="{FF2B5EF4-FFF2-40B4-BE49-F238E27FC236}">
                <a16:creationId xmlns:a16="http://schemas.microsoft.com/office/drawing/2014/main" id="{EA91CF49-0E65-4938-95DC-317ED4A47FF1}"/>
              </a:ext>
            </a:extLst>
          </p:cNvPr>
          <p:cNvSpPr>
            <a:spLocks xmlns:a="http://schemas.openxmlformats.org/drawingml/2006/main" noGrp="1"/>
          </p:cNvSpPr>
          <p:nvPr/>
        </p:nvSpPr>
        <p:spPr>
          <a:xfrm xmlns:a="http://schemas.openxmlformats.org/drawingml/2006/main">
            <a:off x="9591675" y="4810125"/>
            <a:ext cx="2686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5"/>
                </a:solidFill>
                <a:latin typeface="Apple SD Gothic Neo"/>
                <a:ea typeface="Apple SD Gothic Neo"/>
                <a:cs typeface="Apple SD Gothic Neo"/>
              </a:defRPr>
            </a:pPr>
            <a:r>
              <a:rPr sz="2025" b="0">
                <a:solidFill>
                  <a:srgbClr val="202B35"/>
                </a:solidFill>
                <a:latin typeface="Apple SD Gothic Neo"/>
                <a:ea typeface="Apple SD Gothic Neo"/>
                <a:cs typeface="Apple SD Gothic Neo"/>
              </a:rPr>
              <a:t>항목별 해결 상태</a:t>
            </a:r>
          </a:p>
        </p:txBody>
      </p:sp>
      <p:sp>
        <p:nvSpPr>
          <p:cNvPr id="67" name="v2-192-읽기 도구 실행기">
            <a:extLst xmlns:a="http://schemas.openxmlformats.org/drawingml/2006/main">
              <a:ext uri="{FF2B5EF4-FFF2-40B4-BE49-F238E27FC236}">
                <a16:creationId xmlns:a16="http://schemas.microsoft.com/office/drawing/2014/main" id="{43B7D774-32F7-4F78-B997-AE3473B94396}"/>
              </a:ext>
            </a:extLst>
          </p:cNvPr>
          <p:cNvSpPr>
            <a:spLocks xmlns:a="http://schemas.openxmlformats.org/drawingml/2006/main" noGrp="1"/>
          </p:cNvSpPr>
          <p:nvPr/>
        </p:nvSpPr>
        <p:spPr>
          <a:xfrm xmlns:a="http://schemas.openxmlformats.org/drawingml/2006/main">
            <a:off x="13239750" y="4810125"/>
            <a:ext cx="4029075" cy="46672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68" name="v2-193-읽기 도구 실행기-name">
            <a:extLst xmlns:a="http://schemas.openxmlformats.org/drawingml/2006/main">
              <a:ext uri="{FF2B5EF4-FFF2-40B4-BE49-F238E27FC236}">
                <a16:creationId xmlns:a16="http://schemas.microsoft.com/office/drawing/2014/main" id="{B1B47252-7C36-44CB-806B-B8894F3B52FB}"/>
              </a:ext>
            </a:extLst>
          </p:cNvPr>
          <p:cNvSpPr>
            <a:spLocks xmlns:a="http://schemas.openxmlformats.org/drawingml/2006/main" noGrp="1"/>
          </p:cNvSpPr>
          <p:nvPr/>
        </p:nvSpPr>
        <p:spPr>
          <a:xfrm xmlns:a="http://schemas.openxmlformats.org/drawingml/2006/main">
            <a:off x="13315950" y="4810125"/>
            <a:ext cx="38766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읽기 도구 실행기</a:t>
            </a:r>
          </a:p>
        </p:txBody>
      </p:sp>
      <p:sp>
        <p:nvSpPr>
          <p:cNvPr id="69" name="v2-194-b-frame">
            <a:extLst xmlns:a="http://schemas.openxmlformats.org/drawingml/2006/main">
              <a:ext uri="{FF2B5EF4-FFF2-40B4-BE49-F238E27FC236}">
                <a16:creationId xmlns:a16="http://schemas.microsoft.com/office/drawing/2014/main" id="{836F7C6F-36E9-4273-A84C-9763C5FD6F51}"/>
              </a:ext>
            </a:extLst>
          </p:cNvPr>
          <p:cNvSpPr>
            <a:spLocks xmlns:a="http://schemas.openxmlformats.org/drawingml/2006/main" noGrp="1"/>
          </p:cNvSpPr>
          <p:nvPr/>
        </p:nvSpPr>
        <p:spPr>
          <a:xfrm xmlns:a="http://schemas.openxmlformats.org/drawingml/2006/main">
            <a:off x="12353925" y="4095750"/>
            <a:ext cx="885825" cy="9525"/>
          </a:xfrm>
          <a:custGeom xmlns:a="http://schemas.openxmlformats.org/drawingml/2006/main">
            <a:pathLst>
              <a:path w="885825" h="9525">
                <a:moveTo>
                  <a:pt x="0" y="0"/>
                </a:moveTo>
                <a:lnTo>
                  <a:pt x="885825" y="0"/>
                </a:lnTo>
              </a:path>
            </a:pathLst>
          </a:custGeom>
          <a:noFill xmlns:a="http://schemas.openxmlformats.org/drawingml/2006/main"/>
          <a:ln xmlns:a="http://schemas.openxmlformats.org/drawingml/2006/main" w="26670">
            <a:solidFill>
              <a:srgbClr val="00889A"/>
            </a:solidFill>
            <a:prstDash val="solid"/>
          </a:ln>
        </p:spPr>
      </p:sp>
      <p:sp>
        <p:nvSpPr>
          <p:cNvPr id="70" name="v2-195-b-frame-head">
            <a:extLst xmlns:a="http://schemas.openxmlformats.org/drawingml/2006/main">
              <a:ext uri="{FF2B5EF4-FFF2-40B4-BE49-F238E27FC236}">
                <a16:creationId xmlns:a16="http://schemas.microsoft.com/office/drawing/2014/main" id="{6FF297D4-4349-46A3-A0B3-7533896393D0}"/>
              </a:ext>
            </a:extLst>
          </p:cNvPr>
          <p:cNvSpPr>
            <a:spLocks xmlns:a="http://schemas.openxmlformats.org/drawingml/2006/main" noGrp="1"/>
          </p:cNvSpPr>
          <p:nvPr/>
        </p:nvSpPr>
        <p:spPr>
          <a:xfrm xmlns:a="http://schemas.openxmlformats.org/drawingml/2006/main">
            <a:off x="13139442" y="40409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6670">
            <a:solidFill>
              <a:srgbClr val="00889A"/>
            </a:solidFill>
            <a:prstDash val="solid"/>
          </a:ln>
        </p:spPr>
      </p:sp>
      <p:sp>
        <p:nvSpPr>
          <p:cNvPr id="71" name="v2-196-note">
            <a:extLst xmlns:a="http://schemas.openxmlformats.org/drawingml/2006/main">
              <a:ext uri="{FF2B5EF4-FFF2-40B4-BE49-F238E27FC236}">
                <a16:creationId xmlns:a16="http://schemas.microsoft.com/office/drawing/2014/main" id="{0A8BF5E7-F355-4807-A7B1-F00842874030}"/>
              </a:ext>
            </a:extLst>
          </p:cNvPr>
          <p:cNvSpPr>
            <a:spLocks xmlns:a="http://schemas.openxmlformats.org/drawingml/2006/main" noGrp="1"/>
          </p:cNvSpPr>
          <p:nvPr/>
        </p:nvSpPr>
        <p:spPr>
          <a:xfrm xmlns:a="http://schemas.openxmlformats.org/drawingml/2006/main">
            <a:off x="12277725" y="3552825"/>
            <a:ext cx="1571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① 요청 틀</a:t>
            </a:r>
          </a:p>
        </p:txBody>
      </p:sp>
      <p:sp>
        <p:nvSpPr>
          <p:cNvPr id="72" name="v2-197-b-code-read">
            <a:extLst xmlns:a="http://schemas.openxmlformats.org/drawingml/2006/main">
              <a:ext uri="{FF2B5EF4-FFF2-40B4-BE49-F238E27FC236}">
                <a16:creationId xmlns:a16="http://schemas.microsoft.com/office/drawing/2014/main" id="{4775300E-56C3-46B5-BC7B-EBD639E5991A}"/>
              </a:ext>
            </a:extLst>
          </p:cNvPr>
          <p:cNvSpPr>
            <a:spLocks xmlns:a="http://schemas.openxmlformats.org/drawingml/2006/main" noGrp="1"/>
          </p:cNvSpPr>
          <p:nvPr/>
        </p:nvSpPr>
        <p:spPr>
          <a:xfrm xmlns:a="http://schemas.openxmlformats.org/drawingml/2006/main">
            <a:off x="15249525" y="4362450"/>
            <a:ext cx="9525" cy="447675"/>
          </a:xfrm>
          <a:custGeom xmlns:a="http://schemas.openxmlformats.org/drawingml/2006/main">
            <a:pathLst>
              <a:path w="9525" h="447675">
                <a:moveTo>
                  <a:pt x="0" y="0"/>
                </a:moveTo>
                <a:lnTo>
                  <a:pt x="0" y="447675"/>
                </a:lnTo>
              </a:path>
            </a:pathLst>
          </a:custGeom>
          <a:noFill xmlns:a="http://schemas.openxmlformats.org/drawingml/2006/main"/>
          <a:ln xmlns:a="http://schemas.openxmlformats.org/drawingml/2006/main" w="26670">
            <a:solidFill>
              <a:srgbClr val="00889A"/>
            </a:solidFill>
            <a:prstDash val="solid"/>
          </a:ln>
        </p:spPr>
      </p:sp>
      <p:sp>
        <p:nvSpPr>
          <p:cNvPr id="73" name="v2-198-b-code-read-head">
            <a:extLst xmlns:a="http://schemas.openxmlformats.org/drawingml/2006/main">
              <a:ext uri="{FF2B5EF4-FFF2-40B4-BE49-F238E27FC236}">
                <a16:creationId xmlns:a16="http://schemas.microsoft.com/office/drawing/2014/main" id="{CD62BF69-C551-47B2-A549-A79C83B7E55A}"/>
              </a:ext>
            </a:extLst>
          </p:cNvPr>
          <p:cNvSpPr>
            <a:spLocks xmlns:a="http://schemas.openxmlformats.org/drawingml/2006/main" noGrp="1"/>
          </p:cNvSpPr>
          <p:nvPr/>
        </p:nvSpPr>
        <p:spPr>
          <a:xfrm xmlns:a="http://schemas.openxmlformats.org/drawingml/2006/main">
            <a:off x="15194727" y="47098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6670">
            <a:solidFill>
              <a:srgbClr val="00889A"/>
            </a:solidFill>
            <a:prstDash val="solid"/>
          </a:ln>
        </p:spPr>
      </p:sp>
      <p:sp>
        <p:nvSpPr>
          <p:cNvPr id="74" name="v2-199-note">
            <a:extLst xmlns:a="http://schemas.openxmlformats.org/drawingml/2006/main">
              <a:ext uri="{FF2B5EF4-FFF2-40B4-BE49-F238E27FC236}">
                <a16:creationId xmlns:a16="http://schemas.microsoft.com/office/drawing/2014/main" id="{BF7A7CFE-3E41-4FE8-8D4C-F3E711FEB1F3}"/>
              </a:ext>
            </a:extLst>
          </p:cNvPr>
          <p:cNvSpPr>
            <a:spLocks xmlns:a="http://schemas.openxmlformats.org/drawingml/2006/main" noGrp="1"/>
          </p:cNvSpPr>
          <p:nvPr/>
        </p:nvSpPr>
        <p:spPr>
          <a:xfrm xmlns:a="http://schemas.openxmlformats.org/drawingml/2006/main">
            <a:off x="14211300" y="4410075"/>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② 코드가 조회 선택</a:t>
            </a:r>
          </a:p>
        </p:txBody>
      </p:sp>
      <p:sp>
        <p:nvSpPr>
          <p:cNvPr id="75" name="v2-200-b-results">
            <a:extLst xmlns:a="http://schemas.openxmlformats.org/drawingml/2006/main">
              <a:ext uri="{FF2B5EF4-FFF2-40B4-BE49-F238E27FC236}">
                <a16:creationId xmlns:a16="http://schemas.microsoft.com/office/drawing/2014/main" id="{1F572CBF-65B7-45F3-9DED-1FE0CBA99B0C}"/>
              </a:ext>
            </a:extLst>
          </p:cNvPr>
          <p:cNvSpPr>
            <a:spLocks xmlns:a="http://schemas.openxmlformats.org/drawingml/2006/main" noGrp="1"/>
          </p:cNvSpPr>
          <p:nvPr/>
        </p:nvSpPr>
        <p:spPr>
          <a:xfrm xmlns:a="http://schemas.openxmlformats.org/drawingml/2006/main">
            <a:off x="12353925" y="5048250"/>
            <a:ext cx="885825" cy="9525"/>
          </a:xfrm>
          <a:custGeom xmlns:a="http://schemas.openxmlformats.org/drawingml/2006/main">
            <a:pathLst>
              <a:path w="885825" h="9525">
                <a:moveTo>
                  <a:pt x="885825" y="0"/>
                </a:moveTo>
                <a:lnTo>
                  <a:pt x="0" y="0"/>
                </a:lnTo>
              </a:path>
            </a:pathLst>
          </a:custGeom>
          <a:noFill xmlns:a="http://schemas.openxmlformats.org/drawingml/2006/main"/>
          <a:ln xmlns:a="http://schemas.openxmlformats.org/drawingml/2006/main" w="26670">
            <a:solidFill>
              <a:srgbClr val="00889A"/>
            </a:solidFill>
            <a:prstDash val="solid"/>
          </a:ln>
        </p:spPr>
      </p:sp>
      <p:sp>
        <p:nvSpPr>
          <p:cNvPr id="76" name="v2-201-b-results-head">
            <a:extLst xmlns:a="http://schemas.openxmlformats.org/drawingml/2006/main">
              <a:ext uri="{FF2B5EF4-FFF2-40B4-BE49-F238E27FC236}">
                <a16:creationId xmlns:a16="http://schemas.microsoft.com/office/drawing/2014/main" id="{8C19033B-7F7C-40E8-8202-AD23B6E20FF2}"/>
              </a:ext>
            </a:extLst>
          </p:cNvPr>
          <p:cNvSpPr>
            <a:spLocks xmlns:a="http://schemas.openxmlformats.org/drawingml/2006/main" noGrp="1"/>
          </p:cNvSpPr>
          <p:nvPr/>
        </p:nvSpPr>
        <p:spPr>
          <a:xfrm xmlns:a="http://schemas.openxmlformats.org/drawingml/2006/main">
            <a:off x="12353925" y="4993452"/>
            <a:ext cx="100308" cy="109597"/>
          </a:xfrm>
          <a:custGeom xmlns:a="http://schemas.openxmlformats.org/drawingml/2006/main">
            <a:pathLst>
              <a:path w="100308" h="109597">
                <a:moveTo>
                  <a:pt x="100308" y="0"/>
                </a:moveTo>
                <a:lnTo>
                  <a:pt x="0" y="54798"/>
                </a:lnTo>
                <a:lnTo>
                  <a:pt x="100308" y="109597"/>
                </a:lnTo>
              </a:path>
            </a:pathLst>
          </a:custGeom>
          <a:noFill xmlns:a="http://schemas.openxmlformats.org/drawingml/2006/main"/>
          <a:ln xmlns:a="http://schemas.openxmlformats.org/drawingml/2006/main" w="26670">
            <a:solidFill>
              <a:srgbClr val="00889A"/>
            </a:solidFill>
            <a:prstDash val="solid"/>
          </a:ln>
        </p:spPr>
      </p:sp>
      <p:sp>
        <p:nvSpPr>
          <p:cNvPr id="77" name="v2-202-note">
            <a:extLst xmlns:a="http://schemas.openxmlformats.org/drawingml/2006/main">
              <a:ext uri="{FF2B5EF4-FFF2-40B4-BE49-F238E27FC236}">
                <a16:creationId xmlns:a16="http://schemas.microsoft.com/office/drawing/2014/main" id="{E70802DF-46AE-433B-B5EF-D234F3357DB5}"/>
              </a:ext>
            </a:extLst>
          </p:cNvPr>
          <p:cNvSpPr>
            <a:spLocks xmlns:a="http://schemas.openxmlformats.org/drawingml/2006/main" noGrp="1"/>
          </p:cNvSpPr>
          <p:nvPr/>
        </p:nvSpPr>
        <p:spPr>
          <a:xfrm xmlns:a="http://schemas.openxmlformats.org/drawingml/2006/main">
            <a:off x="12344400" y="52101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③ 반영</a:t>
            </a:r>
          </a:p>
        </p:txBody>
      </p:sp>
      <p:sp>
        <p:nvSpPr>
          <p:cNvPr id="78" name="v2-203-b-recheck">
            <a:extLst xmlns:a="http://schemas.openxmlformats.org/drawingml/2006/main">
              <a:ext uri="{FF2B5EF4-FFF2-40B4-BE49-F238E27FC236}">
                <a16:creationId xmlns:a16="http://schemas.microsoft.com/office/drawing/2014/main" id="{E81D438A-1D7B-4D89-B2E8-5175811E7BA0}"/>
              </a:ext>
            </a:extLst>
          </p:cNvPr>
          <p:cNvSpPr>
            <a:spLocks xmlns:a="http://schemas.openxmlformats.org/drawingml/2006/main" noGrp="1"/>
          </p:cNvSpPr>
          <p:nvPr/>
        </p:nvSpPr>
        <p:spPr>
          <a:xfrm xmlns:a="http://schemas.openxmlformats.org/drawingml/2006/main">
            <a:off x="10934700" y="4362450"/>
            <a:ext cx="2743200" cy="447675"/>
          </a:xfrm>
          <a:custGeom xmlns:a="http://schemas.openxmlformats.org/drawingml/2006/main">
            <a:pathLst>
              <a:path w="2743200" h="447675">
                <a:moveTo>
                  <a:pt x="0" y="447675"/>
                </a:moveTo>
                <a:lnTo>
                  <a:pt x="0" y="200025"/>
                </a:lnTo>
                <a:lnTo>
                  <a:pt x="2743200" y="200025"/>
                </a:lnTo>
                <a:lnTo>
                  <a:pt x="2743200" y="0"/>
                </a:lnTo>
              </a:path>
            </a:pathLst>
          </a:custGeom>
          <a:noFill xmlns:a="http://schemas.openxmlformats.org/drawingml/2006/main"/>
          <a:ln xmlns:a="http://schemas.openxmlformats.org/drawingml/2006/main" w="26670">
            <a:solidFill>
              <a:srgbClr val="00889A"/>
            </a:solidFill>
            <a:prstDash val="solid"/>
          </a:ln>
        </p:spPr>
      </p:sp>
      <p:sp>
        <p:nvSpPr>
          <p:cNvPr id="79" name="v2-204-b-recheck-head">
            <a:extLst xmlns:a="http://schemas.openxmlformats.org/drawingml/2006/main">
              <a:ext uri="{FF2B5EF4-FFF2-40B4-BE49-F238E27FC236}">
                <a16:creationId xmlns:a16="http://schemas.microsoft.com/office/drawing/2014/main" id="{AD5D289D-824B-4331-A843-E727D5196F81}"/>
              </a:ext>
            </a:extLst>
          </p:cNvPr>
          <p:cNvSpPr>
            <a:spLocks xmlns:a="http://schemas.openxmlformats.org/drawingml/2006/main" noGrp="1"/>
          </p:cNvSpPr>
          <p:nvPr/>
        </p:nvSpPr>
        <p:spPr>
          <a:xfrm xmlns:a="http://schemas.openxmlformats.org/drawingml/2006/main">
            <a:off x="13623102" y="4362450"/>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6670">
            <a:solidFill>
              <a:srgbClr val="00889A"/>
            </a:solidFill>
            <a:prstDash val="solid"/>
          </a:ln>
        </p:spPr>
      </p:sp>
      <p:sp>
        <p:nvSpPr>
          <p:cNvPr id="80" name="v2-205-b-partial">
            <a:extLst xmlns:a="http://schemas.openxmlformats.org/drawingml/2006/main">
              <a:ext uri="{FF2B5EF4-FFF2-40B4-BE49-F238E27FC236}">
                <a16:creationId xmlns:a16="http://schemas.microsoft.com/office/drawing/2014/main" id="{E74EF213-1CEF-4D4E-A709-4D880093A8B3}"/>
              </a:ext>
            </a:extLst>
          </p:cNvPr>
          <p:cNvSpPr>
            <a:spLocks xmlns:a="http://schemas.openxmlformats.org/drawingml/2006/main" noGrp="1"/>
          </p:cNvSpPr>
          <p:nvPr/>
        </p:nvSpPr>
        <p:spPr>
          <a:xfrm xmlns:a="http://schemas.openxmlformats.org/drawingml/2006/main">
            <a:off x="10934700" y="3209925"/>
            <a:ext cx="6057900" cy="628650"/>
          </a:xfrm>
          <a:custGeom xmlns:a="http://schemas.openxmlformats.org/drawingml/2006/main">
            <a:pathLst>
              <a:path w="6057900" h="628650">
                <a:moveTo>
                  <a:pt x="6057900" y="628650"/>
                </a:moveTo>
                <a:lnTo>
                  <a:pt x="6057900" y="0"/>
                </a:lnTo>
                <a:lnTo>
                  <a:pt x="0" y="0"/>
                </a:lnTo>
                <a:lnTo>
                  <a:pt x="0" y="628650"/>
                </a:lnTo>
              </a:path>
            </a:pathLst>
          </a:custGeom>
          <a:noFill xmlns:a="http://schemas.openxmlformats.org/drawingml/2006/main"/>
          <a:ln xmlns:a="http://schemas.openxmlformats.org/drawingml/2006/main" w="19050">
            <a:solidFill>
              <a:srgbClr val="576773"/>
            </a:solidFill>
            <a:prstDash val="dash"/>
          </a:ln>
        </p:spPr>
      </p:sp>
      <p:sp>
        <p:nvSpPr>
          <p:cNvPr id="81" name="v2-206-b-partial-head">
            <a:extLst xmlns:a="http://schemas.openxmlformats.org/drawingml/2006/main">
              <a:ext uri="{FF2B5EF4-FFF2-40B4-BE49-F238E27FC236}">
                <a16:creationId xmlns:a16="http://schemas.microsoft.com/office/drawing/2014/main" id="{77FB0ACD-52B7-47B4-94AC-D6CA577A67EC}"/>
              </a:ext>
            </a:extLst>
          </p:cNvPr>
          <p:cNvSpPr>
            <a:spLocks xmlns:a="http://schemas.openxmlformats.org/drawingml/2006/main" noGrp="1"/>
          </p:cNvSpPr>
          <p:nvPr/>
        </p:nvSpPr>
        <p:spPr>
          <a:xfrm xmlns:a="http://schemas.openxmlformats.org/drawingml/2006/main">
            <a:off x="10879902" y="373826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19050">
            <a:solidFill>
              <a:srgbClr val="576773"/>
            </a:solidFill>
            <a:prstDash val="solid"/>
          </a:ln>
        </p:spPr>
      </p:sp>
      <p:sp>
        <p:nvSpPr>
          <p:cNvPr id="82" name="v2-207-note">
            <a:extLst xmlns:a="http://schemas.openxmlformats.org/drawingml/2006/main">
              <a:ext uri="{FF2B5EF4-FFF2-40B4-BE49-F238E27FC236}">
                <a16:creationId xmlns:a16="http://schemas.microsoft.com/office/drawing/2014/main" id="{9A9FA3DE-F538-4A53-934B-C30277CE4E6C}"/>
              </a:ext>
            </a:extLst>
          </p:cNvPr>
          <p:cNvSpPr>
            <a:spLocks xmlns:a="http://schemas.openxmlformats.org/drawingml/2006/main" noGrp="1"/>
          </p:cNvSpPr>
          <p:nvPr/>
        </p:nvSpPr>
        <p:spPr>
          <a:xfrm xmlns:a="http://schemas.openxmlformats.org/drawingml/2006/main">
            <a:off x="12763500" y="3305175"/>
            <a:ext cx="457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④ 필요 항목만 조건부 해석</a:t>
            </a:r>
          </a:p>
        </p:txBody>
      </p:sp>
      <p:sp>
        <p:nvSpPr>
          <p:cNvPr id="83" name="v2-208-b-cloud">
            <a:extLst xmlns:a="http://schemas.openxmlformats.org/drawingml/2006/main">
              <a:ext uri="{FF2B5EF4-FFF2-40B4-BE49-F238E27FC236}">
                <a16:creationId xmlns:a16="http://schemas.microsoft.com/office/drawing/2014/main" id="{C64F4680-499F-4CEE-90AE-F35D5342B004}"/>
              </a:ext>
            </a:extLst>
          </p:cNvPr>
          <p:cNvSpPr>
            <a:spLocks xmlns:a="http://schemas.openxmlformats.org/drawingml/2006/main" noGrp="1"/>
          </p:cNvSpPr>
          <p:nvPr/>
        </p:nvSpPr>
        <p:spPr>
          <a:xfrm xmlns:a="http://schemas.openxmlformats.org/drawingml/2006/main">
            <a:off x="10934700" y="3067050"/>
            <a:ext cx="3429000" cy="771525"/>
          </a:xfrm>
          <a:custGeom xmlns:a="http://schemas.openxmlformats.org/drawingml/2006/main">
            <a:pathLst>
              <a:path w="3429000" h="771525">
                <a:moveTo>
                  <a:pt x="0" y="771525"/>
                </a:moveTo>
                <a:lnTo>
                  <a:pt x="0" y="85725"/>
                </a:lnTo>
                <a:lnTo>
                  <a:pt x="3429000" y="85725"/>
                </a:lnTo>
                <a:lnTo>
                  <a:pt x="3429000" y="0"/>
                </a:lnTo>
              </a:path>
            </a:pathLst>
          </a:custGeom>
          <a:noFill xmlns:a="http://schemas.openxmlformats.org/drawingml/2006/main"/>
          <a:ln xmlns:a="http://schemas.openxmlformats.org/drawingml/2006/main" w="19050">
            <a:solidFill>
              <a:srgbClr val="576773"/>
            </a:solidFill>
            <a:prstDash val="solid"/>
          </a:ln>
        </p:spPr>
      </p:sp>
      <p:sp>
        <p:nvSpPr>
          <p:cNvPr id="84" name="v2-209-b-cloud-head">
            <a:extLst xmlns:a="http://schemas.openxmlformats.org/drawingml/2006/main">
              <a:ext uri="{FF2B5EF4-FFF2-40B4-BE49-F238E27FC236}">
                <a16:creationId xmlns:a16="http://schemas.microsoft.com/office/drawing/2014/main" id="{5C2E743B-44B7-4670-A1F3-70BB667F4DE4}"/>
              </a:ext>
            </a:extLst>
          </p:cNvPr>
          <p:cNvSpPr>
            <a:spLocks xmlns:a="http://schemas.openxmlformats.org/drawingml/2006/main" noGrp="1"/>
          </p:cNvSpPr>
          <p:nvPr/>
        </p:nvSpPr>
        <p:spPr>
          <a:xfrm xmlns:a="http://schemas.openxmlformats.org/drawingml/2006/main">
            <a:off x="14308902" y="3067050"/>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19050">
            <a:solidFill>
              <a:srgbClr val="576773"/>
            </a:solidFill>
            <a:prstDash val="solid"/>
          </a:ln>
        </p:spPr>
      </p:sp>
      <p:sp>
        <p:nvSpPr>
          <p:cNvPr id="85" name="v2-210-Context Manager">
            <a:extLst xmlns:a="http://schemas.openxmlformats.org/drawingml/2006/main">
              <a:ext uri="{FF2B5EF4-FFF2-40B4-BE49-F238E27FC236}">
                <a16:creationId xmlns:a16="http://schemas.microsoft.com/office/drawing/2014/main" id="{B23FCE13-4494-48E3-9BE2-D1ADAF685E78}"/>
              </a:ext>
            </a:extLst>
          </p:cNvPr>
          <p:cNvSpPr>
            <a:spLocks xmlns:a="http://schemas.openxmlformats.org/drawingml/2006/main" noGrp="1"/>
          </p:cNvSpPr>
          <p:nvPr/>
        </p:nvSpPr>
        <p:spPr>
          <a:xfrm xmlns:a="http://schemas.openxmlformats.org/drawingml/2006/main">
            <a:off x="13439775" y="5648325"/>
            <a:ext cx="2190750" cy="419100"/>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86" name="v2-211-Context Manager-name">
            <a:extLst xmlns:a="http://schemas.openxmlformats.org/drawingml/2006/main">
              <a:ext uri="{FF2B5EF4-FFF2-40B4-BE49-F238E27FC236}">
                <a16:creationId xmlns:a16="http://schemas.microsoft.com/office/drawing/2014/main" id="{A4853841-CA33-4BE2-AF53-825988B48087}"/>
              </a:ext>
            </a:extLst>
          </p:cNvPr>
          <p:cNvSpPr>
            <a:spLocks xmlns:a="http://schemas.openxmlformats.org/drawingml/2006/main" noGrp="1"/>
          </p:cNvSpPr>
          <p:nvPr/>
        </p:nvSpPr>
        <p:spPr>
          <a:xfrm xmlns:a="http://schemas.openxmlformats.org/drawingml/2006/main">
            <a:off x="13515975" y="5648325"/>
            <a:ext cx="2038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202B35"/>
                </a:solidFill>
                <a:latin typeface="Apple SD Gothic Neo"/>
                <a:ea typeface="Apple SD Gothic Neo"/>
                <a:cs typeface="Apple SD Gothic Neo"/>
              </a:defRPr>
            </a:pPr>
            <a:r>
              <a:rPr sz="1875" b="0">
                <a:solidFill>
                  <a:srgbClr val="202B35"/>
                </a:solidFill>
                <a:latin typeface="Apple SD Gothic Neo"/>
                <a:ea typeface="Apple SD Gothic Neo"/>
                <a:cs typeface="Apple SD Gothic Neo"/>
              </a:rPr>
              <a:t>Context Manager</a:t>
            </a:r>
          </a:p>
        </p:txBody>
      </p:sp>
      <p:sp>
        <p:nvSpPr>
          <p:cNvPr id="87" name="v2-212-Task Manager">
            <a:extLst xmlns:a="http://schemas.openxmlformats.org/drawingml/2006/main">
              <a:ext uri="{FF2B5EF4-FFF2-40B4-BE49-F238E27FC236}">
                <a16:creationId xmlns:a16="http://schemas.microsoft.com/office/drawing/2014/main" id="{F7A67874-29A3-4793-9DA0-53B231A05905}"/>
              </a:ext>
            </a:extLst>
          </p:cNvPr>
          <p:cNvSpPr>
            <a:spLocks xmlns:a="http://schemas.openxmlformats.org/drawingml/2006/main" noGrp="1"/>
          </p:cNvSpPr>
          <p:nvPr/>
        </p:nvSpPr>
        <p:spPr>
          <a:xfrm xmlns:a="http://schemas.openxmlformats.org/drawingml/2006/main">
            <a:off x="15830550" y="5648325"/>
            <a:ext cx="1847850" cy="419100"/>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88" name="v2-213-Task Manager-name">
            <a:extLst xmlns:a="http://schemas.openxmlformats.org/drawingml/2006/main">
              <a:ext uri="{FF2B5EF4-FFF2-40B4-BE49-F238E27FC236}">
                <a16:creationId xmlns:a16="http://schemas.microsoft.com/office/drawing/2014/main" id="{24C64E10-5361-456A-8671-92ED08D0D82B}"/>
              </a:ext>
            </a:extLst>
          </p:cNvPr>
          <p:cNvSpPr>
            <a:spLocks xmlns:a="http://schemas.openxmlformats.org/drawingml/2006/main" noGrp="1"/>
          </p:cNvSpPr>
          <p:nvPr/>
        </p:nvSpPr>
        <p:spPr>
          <a:xfrm xmlns:a="http://schemas.openxmlformats.org/drawingml/2006/main">
            <a:off x="15906750" y="5648325"/>
            <a:ext cx="1695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202B35"/>
                </a:solidFill>
                <a:latin typeface="Apple SD Gothic Neo"/>
                <a:ea typeface="Apple SD Gothic Neo"/>
                <a:cs typeface="Apple SD Gothic Neo"/>
              </a:defRPr>
            </a:pPr>
            <a:r>
              <a:rPr sz="1800" b="0">
                <a:solidFill>
                  <a:srgbClr val="202B35"/>
                </a:solidFill>
                <a:latin typeface="Apple SD Gothic Neo"/>
                <a:ea typeface="Apple SD Gothic Neo"/>
                <a:cs typeface="Apple SD Gothic Neo"/>
              </a:rPr>
              <a:t>Task Manager</a:t>
            </a:r>
          </a:p>
        </p:txBody>
      </p:sp>
      <p:sp>
        <p:nvSpPr>
          <p:cNvPr id="89" name="v2-214-b-sources">
            <a:extLst xmlns:a="http://schemas.openxmlformats.org/drawingml/2006/main">
              <a:ext uri="{FF2B5EF4-FFF2-40B4-BE49-F238E27FC236}">
                <a16:creationId xmlns:a16="http://schemas.microsoft.com/office/drawing/2014/main" id="{9862BB28-43B7-4751-A600-63C399C1156E}"/>
              </a:ext>
            </a:extLst>
          </p:cNvPr>
          <p:cNvSpPr>
            <a:spLocks xmlns:a="http://schemas.openxmlformats.org/drawingml/2006/main" noGrp="1"/>
          </p:cNvSpPr>
          <p:nvPr/>
        </p:nvSpPr>
        <p:spPr>
          <a:xfrm xmlns:a="http://schemas.openxmlformats.org/drawingml/2006/main">
            <a:off x="14535150" y="5048250"/>
            <a:ext cx="3295650" cy="600075"/>
          </a:xfrm>
          <a:custGeom xmlns:a="http://schemas.openxmlformats.org/drawingml/2006/main">
            <a:pathLst>
              <a:path w="3295650" h="600075">
                <a:moveTo>
                  <a:pt x="2733675" y="0"/>
                </a:moveTo>
                <a:lnTo>
                  <a:pt x="3295650" y="0"/>
                </a:lnTo>
                <a:lnTo>
                  <a:pt x="3295650" y="504825"/>
                </a:lnTo>
                <a:lnTo>
                  <a:pt x="0" y="504825"/>
                </a:lnTo>
                <a:lnTo>
                  <a:pt x="0" y="600075"/>
                </a:lnTo>
              </a:path>
            </a:pathLst>
          </a:custGeom>
          <a:noFill xmlns:a="http://schemas.openxmlformats.org/drawingml/2006/main"/>
          <a:ln xmlns:a="http://schemas.openxmlformats.org/drawingml/2006/main" w="19050">
            <a:solidFill>
              <a:srgbClr val="576773"/>
            </a:solidFill>
            <a:prstDash val="solid"/>
          </a:ln>
        </p:spPr>
      </p:sp>
      <p:sp>
        <p:nvSpPr>
          <p:cNvPr id="90" name="v2-215-b-sources-head">
            <a:extLst xmlns:a="http://schemas.openxmlformats.org/drawingml/2006/main">
              <a:ext uri="{FF2B5EF4-FFF2-40B4-BE49-F238E27FC236}">
                <a16:creationId xmlns:a16="http://schemas.microsoft.com/office/drawing/2014/main" id="{FD9883F0-E042-4D7D-AADB-3913D4CD73FB}"/>
              </a:ext>
            </a:extLst>
          </p:cNvPr>
          <p:cNvSpPr>
            <a:spLocks xmlns:a="http://schemas.openxmlformats.org/drawingml/2006/main" noGrp="1"/>
          </p:cNvSpPr>
          <p:nvPr/>
        </p:nvSpPr>
        <p:spPr>
          <a:xfrm xmlns:a="http://schemas.openxmlformats.org/drawingml/2006/main">
            <a:off x="14480352" y="55480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19050">
            <a:solidFill>
              <a:srgbClr val="576773"/>
            </a:solidFill>
            <a:prstDash val="solid"/>
          </a:ln>
        </p:spPr>
      </p:sp>
      <p:sp>
        <p:nvSpPr>
          <p:cNvPr id="91" name="v2-216-b-task-source">
            <a:extLst xmlns:a="http://schemas.openxmlformats.org/drawingml/2006/main">
              <a:ext uri="{FF2B5EF4-FFF2-40B4-BE49-F238E27FC236}">
                <a16:creationId xmlns:a16="http://schemas.microsoft.com/office/drawing/2014/main" id="{3DE455FA-9BBA-4EC7-ACE7-7D3F1E649962}"/>
              </a:ext>
            </a:extLst>
          </p:cNvPr>
          <p:cNvSpPr>
            <a:spLocks xmlns:a="http://schemas.openxmlformats.org/drawingml/2006/main" noGrp="1"/>
          </p:cNvSpPr>
          <p:nvPr/>
        </p:nvSpPr>
        <p:spPr>
          <a:xfrm xmlns:a="http://schemas.openxmlformats.org/drawingml/2006/main">
            <a:off x="16754475" y="5553075"/>
            <a:ext cx="9525" cy="95250"/>
          </a:xfrm>
          <a:custGeom xmlns:a="http://schemas.openxmlformats.org/drawingml/2006/main">
            <a:pathLst>
              <a:path w="9525" h="95250">
                <a:moveTo>
                  <a:pt x="0" y="0"/>
                </a:moveTo>
                <a:lnTo>
                  <a:pt x="0" y="95250"/>
                </a:lnTo>
              </a:path>
            </a:pathLst>
          </a:custGeom>
          <a:noFill xmlns:a="http://schemas.openxmlformats.org/drawingml/2006/main"/>
          <a:ln xmlns:a="http://schemas.openxmlformats.org/drawingml/2006/main" w="19050">
            <a:solidFill>
              <a:srgbClr val="576773"/>
            </a:solidFill>
            <a:prstDash val="solid"/>
          </a:ln>
        </p:spPr>
      </p:sp>
      <p:sp>
        <p:nvSpPr>
          <p:cNvPr id="92" name="v2-217-b-task-source-head">
            <a:extLst xmlns:a="http://schemas.openxmlformats.org/drawingml/2006/main">
              <a:ext uri="{FF2B5EF4-FFF2-40B4-BE49-F238E27FC236}">
                <a16:creationId xmlns:a16="http://schemas.microsoft.com/office/drawing/2014/main" id="{DB950453-A68F-4A18-AA2B-520D06EA5B2F}"/>
              </a:ext>
            </a:extLst>
          </p:cNvPr>
          <p:cNvSpPr>
            <a:spLocks xmlns:a="http://schemas.openxmlformats.org/drawingml/2006/main" noGrp="1"/>
          </p:cNvSpPr>
          <p:nvPr/>
        </p:nvSpPr>
        <p:spPr>
          <a:xfrm xmlns:a="http://schemas.openxmlformats.org/drawingml/2006/main">
            <a:off x="16699677" y="55480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19050">
            <a:solidFill>
              <a:srgbClr val="576773"/>
            </a:solidFill>
            <a:prstDash val="solid"/>
          </a:ln>
        </p:spPr>
      </p:sp>
      <p:sp>
        <p:nvSpPr>
          <p:cNvPr id="93" name="v2-218-note">
            <a:extLst xmlns:a="http://schemas.openxmlformats.org/drawingml/2006/main">
              <a:ext uri="{FF2B5EF4-FFF2-40B4-BE49-F238E27FC236}">
                <a16:creationId xmlns:a16="http://schemas.microsoft.com/office/drawing/2014/main" id="{87A6AFBF-892B-42E8-8254-BF8DDCEB0640}"/>
              </a:ext>
            </a:extLst>
          </p:cNvPr>
          <p:cNvSpPr>
            <a:spLocks xmlns:a="http://schemas.openxmlformats.org/drawingml/2006/main" noGrp="1"/>
          </p:cNvSpPr>
          <p:nvPr/>
        </p:nvSpPr>
        <p:spPr>
          <a:xfrm xmlns:a="http://schemas.openxmlformats.org/drawingml/2006/main">
            <a:off x="9372600" y="5505450"/>
            <a:ext cx="40290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⑤ 코드가 지원 연산으로 전체 의미 구성</a:t>
            </a:r>
          </a:p>
        </p:txBody>
      </p:sp>
      <p:sp>
        <p:nvSpPr>
          <p:cNvPr id="94" name="v2-219-note">
            <a:extLst xmlns:a="http://schemas.openxmlformats.org/drawingml/2006/main">
              <a:ext uri="{FF2B5EF4-FFF2-40B4-BE49-F238E27FC236}">
                <a16:creationId xmlns:a16="http://schemas.microsoft.com/office/drawing/2014/main" id="{E6AABA55-93FA-488A-A271-7641AFB2F5D4}"/>
              </a:ext>
            </a:extLst>
          </p:cNvPr>
          <p:cNvSpPr>
            <a:spLocks xmlns:a="http://schemas.openxmlformats.org/drawingml/2006/main" noGrp="1"/>
          </p:cNvSpPr>
          <p:nvPr/>
        </p:nvSpPr>
        <p:spPr>
          <a:xfrm xmlns:a="http://schemas.openxmlformats.org/drawingml/2006/main">
            <a:off x="495300" y="6334125"/>
            <a:ext cx="17297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0889A"/>
                </a:solidFill>
                <a:latin typeface="Apple SD Gothic Neo"/>
                <a:ea typeface="Apple SD Gothic Neo"/>
                <a:cs typeface="Apple SD Gothic Neo"/>
              </a:defRPr>
            </a:pPr>
            <a:r>
              <a:rPr sz="1950" b="0">
                <a:solidFill>
                  <a:srgbClr val="00889A"/>
                </a:solidFill>
                <a:latin typeface="Apple SD Gothic Neo"/>
                <a:ea typeface="Apple SD Gothic Neo"/>
                <a:cs typeface="Apple SD Gothic Neo"/>
              </a:rPr>
              <a:t>공통: 의미 제안 검증 → Request Controller의 최신성/권한 검사와 채택 → 직접 응답 또는 Task Manager / Agent Gateway 위임</a:t>
            </a:r>
          </a:p>
        </p:txBody>
      </p:sp>
      <p:sp>
        <p:nvSpPr>
          <p:cNvPr id="95" name="v2-220-a-cost">
            <a:extLst xmlns:a="http://schemas.openxmlformats.org/drawingml/2006/main">
              <a:ext uri="{FF2B5EF4-FFF2-40B4-BE49-F238E27FC236}">
                <a16:creationId xmlns:a16="http://schemas.microsoft.com/office/drawing/2014/main" id="{E89C76D6-739D-4C84-80AD-B32212D4A3E2}"/>
              </a:ext>
            </a:extLst>
          </p:cNvPr>
          <p:cNvSpPr>
            <a:spLocks xmlns:a="http://schemas.openxmlformats.org/drawingml/2006/main" noGrp="1"/>
          </p:cNvSpPr>
          <p:nvPr/>
        </p:nvSpPr>
        <p:spPr>
          <a:xfrm xmlns:a="http://schemas.openxmlformats.org/drawingml/2006/main">
            <a:off x="495300" y="6743700"/>
            <a:ext cx="83724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A도 구조화 출력, cache와 부분 갱신 가능</a:t>
            </a:r>
          </a:p>
        </p:txBody>
      </p:sp>
      <p:sp>
        <p:nvSpPr>
          <p:cNvPr id="96" name="v2-221-b-cost">
            <a:extLst xmlns:a="http://schemas.openxmlformats.org/drawingml/2006/main">
              <a:ext uri="{FF2B5EF4-FFF2-40B4-BE49-F238E27FC236}">
                <a16:creationId xmlns:a16="http://schemas.microsoft.com/office/drawing/2014/main" id="{469E09BE-76BE-4AA7-A00C-D6FF5A6DB2E9}"/>
              </a:ext>
            </a:extLst>
          </p:cNvPr>
          <p:cNvSpPr>
            <a:spLocks xmlns:a="http://schemas.openxmlformats.org/drawingml/2006/main" noGrp="1"/>
          </p:cNvSpPr>
          <p:nvPr/>
        </p:nvSpPr>
        <p:spPr>
          <a:xfrm xmlns:a="http://schemas.openxmlformats.org/drawingml/2006/main">
            <a:off x="9239250" y="6743700"/>
            <a:ext cx="8553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B는 유한 표현 한계와 추가 해석/확인 비용</a:t>
            </a:r>
          </a:p>
        </p:txBody>
      </p:sp>
      <p:graphicFrame>
        <p:nvGraphicFramePr>
          <p:cNvPr id="195" name=""/>
          <p:cNvGraphicFramePr/>
          <p:nvPr/>
        </p:nvGraphicFramePr>
        <p:xfrm>
          <a:off xmlns:a="http://schemas.openxmlformats.org/drawingml/2006/main" x="495300" y="7258050"/>
          <a:ext xmlns:a="http://schemas.openxmlformats.org/drawingml/2006/main" cx="17297400" cy="2533650"/>
        </p:xfrm>
        <a:graphic xmlns:a="http://schemas.openxmlformats.org/drawingml/2006/main">
          <a:graphicData uri="http://schemas.openxmlformats.org/drawingml/2006/table">
            <a:tbl>
              <a:tblPr/>
              <a:tblGrid>
                <a:gridCol w="4038600"/>
                <a:gridCol w="6629400"/>
                <a:gridCol w="6629400"/>
              </a:tblGrid>
              <a:tr h="381000">
                <a:tc>
                  <a:txBody>
                    <a:bodyPr/>
                    <a:lstStyle/>
                    <a:p>
                      <a:pPr algn="l"/>
                      <a:r>
                        <a:rPr sz="1725" b="1">
                          <a:solidFill>
                            <a:srgbClr val="FFFFFF"/>
                          </a:solidFill>
                          <a:latin typeface="Apple SD Gothic Neo"/>
                          <a:ea typeface="Apple SD Gothic Neo"/>
                          <a:cs typeface="Apple SD Gothic Neo"/>
                        </a:rPr>
                        <a:t>고정 품질 / 같은 P21</a:t>
                      </a:r>
                    </a:p>
                  </a:txBody>
                  <a:tcPr marL="114300" marR="76200" marT="9525" marB="9525" anchor="ctr">
                    <a:solidFill>
                      <a:srgbClr val="354354"/>
                    </a:solidFill>
                  </a:tcPr>
                </a:tc>
                <a:tc>
                  <a:txBody>
                    <a:bodyPr/>
                    <a:lstStyle/>
                    <a:p>
                      <a:pPr algn="l"/>
                      <a:r>
                        <a:rPr sz="1725" b="1">
                          <a:solidFill>
                            <a:srgbClr val="FFFFFF"/>
                          </a:solidFill>
                          <a:latin typeface="Apple SD Gothic Neo"/>
                          <a:ea typeface="Apple SD Gothic Neo"/>
                          <a:cs typeface="Apple SD Gothic Neo"/>
                        </a:rPr>
                        <a:t>A: 평가 경로와 현재 상태</a:t>
                      </a:r>
                    </a:p>
                  </a:txBody>
                  <a:tcPr marL="114300" marR="76200" marT="9525" marB="9525" anchor="ctr">
                    <a:solidFill>
                      <a:srgbClr val="354354"/>
                    </a:solidFill>
                  </a:tcPr>
                </a:tc>
                <a:tc>
                  <a:txBody>
                    <a:bodyPr/>
                    <a:lstStyle/>
                    <a:p>
                      <a:pPr algn="l"/>
                      <a:r>
                        <a:rPr sz="1725" b="1">
                          <a:solidFill>
                            <a:srgbClr val="FFFFFF"/>
                          </a:solidFill>
                          <a:latin typeface="Apple SD Gothic Neo"/>
                          <a:ea typeface="Apple SD Gothic Neo"/>
                          <a:cs typeface="Apple SD Gothic Neo"/>
                        </a:rPr>
                        <a:t>B: 평가 경로와 현재 상태</a:t>
                      </a:r>
                    </a:p>
                  </a:txBody>
                  <a:tcPr marL="114300" marR="76200" marT="9525" marB="9525" anchor="ctr">
                    <a:solidFill>
                      <a:srgbClr val="354354"/>
                    </a:solidFill>
                  </a:tcPr>
                </a:tc>
              </a:tr>
              <a:tr h="358775">
                <a:tc>
                  <a:txBody>
                    <a:bodyPr/>
                    <a:lstStyle/>
                    <a:p>
                      <a:pPr algn="l"/>
                      <a:r>
                        <a:rPr sz="1725" b="0">
                          <a:solidFill>
                            <a:srgbClr val="202B35"/>
                          </a:solidFill>
                          <a:latin typeface="Apple SD Gothic Neo"/>
                          <a:ea typeface="Apple SD Gothic Neo"/>
                          <a:cs typeface="Apple SD Gothic Neo"/>
                        </a:rPr>
                        <a:t>QA-01  요청 처리 정확성</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전체 의미와 부분 갱신</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표현 범위와 코드 결합</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QA-02  상호작용 응답시간</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조회 후 재판단 대기</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항목 해결과 추가 해석 대기</a:t>
                      </a:r>
                    </a:p>
                  </a:txBody>
                  <a:tcPr marL="114300" marR="76200" marT="9525" marB="9525" anchor="ctr">
                    <a:solidFill>
                      <a:srgbClr val="F5F7F8"/>
                    </a:solidFill>
                  </a:tcPr>
                </a:tc>
              </a:tr>
              <a:tr h="358775">
                <a:tc>
                  <a:txBody>
                    <a:bodyPr/>
                    <a:lstStyle/>
                    <a:p>
                      <a:pPr algn="l"/>
                      <a:r>
                        <a:rPr sz="1725" b="0">
                          <a:solidFill>
                            <a:srgbClr val="202B35"/>
                          </a:solidFill>
                          <a:latin typeface="Apple SD Gothic Neo"/>
                          <a:ea typeface="Apple SD Gothic Neo"/>
                          <a:cs typeface="Apple SD Gothic Neo"/>
                        </a:rPr>
                        <a:t>QA-03  VIA 요청 처리시간</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조회와 전체 판단 반복</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항목 해결과 전체 결합</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QA-04  VIA 모델 사용 비용</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재판단, retry와 폐기 청구</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부분 해석과 전체 실제 청구</a:t>
                      </a:r>
                    </a:p>
                  </a:txBody>
                  <a:tcPr marL="114300" marR="76200" marT="9525" marB="9525" anchor="ctr">
                    <a:solidFill>
                      <a:srgbClr val="F5F7F8"/>
                    </a:solidFill>
                  </a:tcPr>
                </a:tc>
              </a:tr>
              <a:tr h="358775">
                <a:tc>
                  <a:txBody>
                    <a:bodyPr/>
                    <a:lstStyle/>
                    <a:p>
                      <a:pPr algn="l"/>
                      <a:r>
                        <a:rPr sz="1725" b="0">
                          <a:solidFill>
                            <a:srgbClr val="202B35"/>
                          </a:solidFill>
                          <a:latin typeface="Apple SD Gothic Neo"/>
                          <a:ea typeface="Apple SD Gothic Neo"/>
                          <a:cs typeface="Apple SD Gothic Neo"/>
                        </a:rPr>
                        <a:t>QA-05  VIA 변경 용이성</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지침과 검증의 실제 수정</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요청 틀과 Engine 규칙 수정</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QA-06  로컬 VIA 메모리 사용량</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예산 1,792MiB / 해석 맥락과 buffer</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예산 1,760MiB / 틀과 항목 해결 상태</a:t>
                      </a:r>
                    </a:p>
                  </a:txBody>
                  <a:tcPr marL="114300" marR="76200" marT="9525" marB="9525" anchor="ctr">
                    <a:solidFill>
                      <a:srgbClr val="F5F7F8"/>
                    </a:solidFill>
                  </a:tcPr>
                </a:tc>
              </a:tr>
            </a:tbl>
          </a:graphicData>
        </a:graphic>
      </p:graphicFrame>
      <p:sp>
        <p:nvSpPr>
          <p:cNvPr id="98" name="v2-222-note">
            <a:extLst xmlns:a="http://schemas.openxmlformats.org/drawingml/2006/main">
              <a:ext uri="{FF2B5EF4-FFF2-40B4-BE49-F238E27FC236}">
                <a16:creationId xmlns:a16="http://schemas.microsoft.com/office/drawing/2014/main" id="{C0A501B7-70F6-48EF-8355-56295944E605}"/>
              </a:ext>
            </a:extLst>
          </p:cNvPr>
          <p:cNvSpPr>
            <a:spLocks xmlns:a="http://schemas.openxmlformats.org/drawingml/2006/main" noGrp="1"/>
          </p:cNvSpPr>
          <p:nvPr/>
        </p:nvSpPr>
        <p:spPr>
          <a:xfrm xmlns:a="http://schemas.openxmlformats.org/drawingml/2006/main">
            <a:off x="495300" y="9839325"/>
            <a:ext cx="1729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실측 없음. 메모리는 설계 예산이며 측정값이 아닙니다. 전체 목표/보호 조건과 지역 계산의 상세 근거는 appendix에 보존합니다.</a:t>
            </a:r>
          </a:p>
        </p:txBody>
      </p:sp>
    </p:spTree>
    <p:extLst>
      <p:ext uri="{BB962C8B-B14F-4D97-AF65-F5344CB8AC3E}">
        <p14:creationId xmlns:p14="http://schemas.microsoft.com/office/powerpoint/2010/main" val="563305708"/>
      </p:ext>
    </p:extLst>
  </p:cSld>
</p:sld>
</file>

<file path=ppt/slides/slide52.xml><?xml version="1.0" encoding="utf-8"?>
<p:sld xmlns:p="http://schemas.openxmlformats.org/presentationml/2006/main">
  <p:cSld name="dp44-comparison-v2">
    <p:bg>
      <p:bgPr>
        <a:solidFill xmlns:a="http://schemas.openxmlformats.org/drawingml/2006/main">
          <a:srgbClr val="FFFFFF"/>
        </a:solidFill>
      </p:bgPr>
    </p:bg>
    <p:spTree>
      <p:nvGrpSpPr>
        <p:cNvPr id="1" name=""/>
        <p:cNvGrpSpPr/>
        <p:nvPr/>
      </p:nvGrpSpPr>
      <p:grpSpPr>
        <a:xfrm xmlns:a="http://schemas.openxmlformats.org/drawingml/2006/main"/>
      </p:grpSpPr>
      <p:sp>
        <p:nvSpPr>
          <p:cNvPr id="94" name="v2-223-section">
            <a:extLst xmlns:a="http://schemas.openxmlformats.org/drawingml/2006/main">
              <a:ext uri="{FF2B5EF4-FFF2-40B4-BE49-F238E27FC236}">
                <a16:creationId xmlns:a16="http://schemas.microsoft.com/office/drawing/2014/main" id="{C803DA1A-0BBB-459D-84E3-E46551261574}"/>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DP44 설계 비교</a:t>
            </a:r>
          </a:p>
        </p:txBody>
      </p:sp>
      <p:sp>
        <p:nvSpPr>
          <p:cNvPr id="2" name="v2-224-title">
            <a:extLst xmlns:a="http://schemas.openxmlformats.org/drawingml/2006/main">
              <a:ext uri="{FF2B5EF4-FFF2-40B4-BE49-F238E27FC236}">
                <a16:creationId xmlns:a16="http://schemas.microsoft.com/office/drawing/2014/main" id="{C023B46D-0734-4BF2-82CE-0896B965B877}"/>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75" b="1">
                <a:solidFill>
                  <a:srgbClr val="202B35"/>
                </a:solidFill>
                <a:latin typeface="Apple SD Gothic Neo"/>
                <a:ea typeface="Apple SD Gothic Neo"/>
                <a:cs typeface="Apple SD Gothic Neo"/>
              </a:defRPr>
            </a:pPr>
            <a:r>
              <a:rPr sz="3375" b="1">
                <a:solidFill>
                  <a:srgbClr val="202B35"/>
                </a:solidFill>
                <a:latin typeface="Apple SD Gothic Neo"/>
                <a:ea typeface="Apple SD Gothic Neo"/>
                <a:cs typeface="Apple SD Gothic Neo"/>
              </a:rPr>
              <a:t>44. 상호작용 응답시간을 위한 지속 대화 실행 설계</a:t>
            </a:r>
          </a:p>
        </p:txBody>
      </p:sp>
      <p:sp>
        <p:nvSpPr>
          <p:cNvPr id="3" name="v2-225-rule">
            <a:extLst xmlns:a="http://schemas.openxmlformats.org/drawingml/2006/main">
              <a:ext uri="{FF2B5EF4-FFF2-40B4-BE49-F238E27FC236}">
                <a16:creationId xmlns:a16="http://schemas.microsoft.com/office/drawing/2014/main" id="{08BD07EB-5150-493C-9132-FEA9548BDCF4}"/>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226-page">
            <a:extLst xmlns:a="http://schemas.openxmlformats.org/drawingml/2006/main">
              <a:ext uri="{FF2B5EF4-FFF2-40B4-BE49-F238E27FC236}">
                <a16:creationId xmlns:a16="http://schemas.microsoft.com/office/drawing/2014/main" id="{B2782F7B-E1E7-4F82-B241-996F0BBFAC89}"/>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18</a:t>
            </a:r>
          </a:p>
        </p:txBody>
      </p:sp>
      <p:sp>
        <p:nvSpPr>
          <p:cNvPr id="5" name="v2-227-note">
            <a:extLst xmlns:a="http://schemas.openxmlformats.org/drawingml/2006/main">
              <a:ext uri="{FF2B5EF4-FFF2-40B4-BE49-F238E27FC236}">
                <a16:creationId xmlns:a16="http://schemas.microsoft.com/office/drawing/2014/main" id="{3920B635-CC86-4452-9F21-854F33BEA64C}"/>
              </a:ext>
            </a:extLst>
          </p:cNvPr>
          <p:cNvSpPr>
            <a:spLocks xmlns:a="http://schemas.openxmlformats.org/drawingml/2006/main" noGrp="1"/>
          </p:cNvSpPr>
          <p:nvPr/>
        </p:nvSpPr>
        <p:spPr>
          <a:xfrm xmlns:a="http://schemas.openxmlformats.org/drawingml/2006/main">
            <a:off x="495300" y="1457325"/>
            <a:ext cx="1729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576773"/>
                </a:solidFill>
                <a:latin typeface="Apple SD Gothic Neo"/>
                <a:ea typeface="Apple SD Gothic Neo"/>
                <a:cs typeface="Apple SD Gothic Neo"/>
              </a:defRPr>
            </a:pPr>
            <a:r>
              <a:rPr sz="2175" b="0">
                <a:solidFill>
                  <a:srgbClr val="576773"/>
                </a:solidFill>
                <a:latin typeface="Apple SD Gothic Neo"/>
                <a:ea typeface="Apple SD Gothic Neo"/>
                <a:cs typeface="Apple SD Gothic Neo"/>
              </a:rPr>
              <a:t>같은 사건: 새 “표부터 설명해줘” + 메일 수신자 질문 + 이전 응답 준비의 늦은 완료</a:t>
            </a:r>
          </a:p>
        </p:txBody>
      </p:sp>
      <p:sp>
        <p:nvSpPr>
          <p:cNvPr id="6" name="v2-228-option-a">
            <a:extLst xmlns:a="http://schemas.openxmlformats.org/drawingml/2006/main">
              <a:ext uri="{FF2B5EF4-FFF2-40B4-BE49-F238E27FC236}">
                <a16:creationId xmlns:a16="http://schemas.microsoft.com/office/drawing/2014/main" id="{1C349DDE-BB2A-4356-AB27-2A6B5BB40C49}"/>
              </a:ext>
            </a:extLst>
          </p:cNvPr>
          <p:cNvSpPr>
            <a:spLocks xmlns:a="http://schemas.openxmlformats.org/drawingml/2006/main" noGrp="1"/>
          </p:cNvSpPr>
          <p:nvPr/>
        </p:nvSpPr>
        <p:spPr>
          <a:xfrm xmlns:a="http://schemas.openxmlformats.org/drawingml/2006/main">
            <a:off x="495300" y="2000250"/>
            <a:ext cx="8391525" cy="476250"/>
          </a:xfrm>
          <a:prstGeom xmlns:a="http://schemas.openxmlformats.org/drawingml/2006/main" prst="rect">
            <a:avLst/>
          </a:prstGeom>
          <a:solidFill xmlns:a="http://schemas.openxmlformats.org/drawingml/2006/main">
            <a:srgbClr val="EAF3F7"/>
          </a:solidFill>
          <a:ln xmlns:a="http://schemas.openxmlformats.org/drawingml/2006/main" w="9525">
            <a:solidFill>
              <a:srgbClr val="BCCAD2"/>
            </a:solidFill>
          </a:ln>
        </p:spPr>
      </p:sp>
      <p:sp>
        <p:nvSpPr>
          <p:cNvPr id="7" name="v2-229-option-b">
            <a:extLst xmlns:a="http://schemas.openxmlformats.org/drawingml/2006/main">
              <a:ext uri="{FF2B5EF4-FFF2-40B4-BE49-F238E27FC236}">
                <a16:creationId xmlns:a16="http://schemas.microsoft.com/office/drawing/2014/main" id="{19F101DC-0E54-43DB-ABC6-102F155AEC48}"/>
              </a:ext>
            </a:extLst>
          </p:cNvPr>
          <p:cNvSpPr>
            <a:spLocks xmlns:a="http://schemas.openxmlformats.org/drawingml/2006/main" noGrp="1"/>
          </p:cNvSpPr>
          <p:nvPr/>
        </p:nvSpPr>
        <p:spPr>
          <a:xfrm xmlns:a="http://schemas.openxmlformats.org/drawingml/2006/main">
            <a:off x="9229725" y="2000250"/>
            <a:ext cx="8562975" cy="476250"/>
          </a:xfrm>
          <a:prstGeom xmlns:a="http://schemas.openxmlformats.org/drawingml/2006/main" prst="rect">
            <a:avLst/>
          </a:prstGeom>
          <a:solidFill xmlns:a="http://schemas.openxmlformats.org/drawingml/2006/main">
            <a:srgbClr val="FFF0DE"/>
          </a:solidFill>
          <a:ln xmlns:a="http://schemas.openxmlformats.org/drawingml/2006/main" w="9525">
            <a:solidFill>
              <a:srgbClr val="BCCAD2"/>
            </a:solidFill>
          </a:ln>
        </p:spPr>
      </p:sp>
      <p:sp>
        <p:nvSpPr>
          <p:cNvPr id="8" name="v2-230-option-a-text">
            <a:extLst xmlns:a="http://schemas.openxmlformats.org/drawingml/2006/main">
              <a:ext uri="{FF2B5EF4-FFF2-40B4-BE49-F238E27FC236}">
                <a16:creationId xmlns:a16="http://schemas.microsoft.com/office/drawing/2014/main" id="{D0662DB0-D47F-41B2-AB4C-5053A2D4D103}"/>
              </a:ext>
            </a:extLst>
          </p:cNvPr>
          <p:cNvSpPr>
            <a:spLocks xmlns:a="http://schemas.openxmlformats.org/drawingml/2006/main" noGrp="1"/>
          </p:cNvSpPr>
          <p:nvPr/>
        </p:nvSpPr>
        <p:spPr>
          <a:xfrm xmlns:a="http://schemas.openxmlformats.org/drawingml/2006/main">
            <a:off x="619125" y="2000250"/>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54354"/>
                </a:solidFill>
                <a:latin typeface="Apple SD Gothic Neo"/>
                <a:ea typeface="Apple SD Gothic Neo"/>
                <a:cs typeface="Apple SD Gothic Neo"/>
              </a:defRPr>
            </a:pPr>
            <a:r>
              <a:rPr sz="2325" b="1">
                <a:solidFill>
                  <a:srgbClr val="354354"/>
                </a:solidFill>
                <a:latin typeface="Apple SD Gothic Neo"/>
                <a:ea typeface="Apple SD Gothic Neo"/>
                <a:cs typeface="Apple SD Gothic Neo"/>
              </a:rPr>
              <a:t>A  중앙이 완료를 회수하고 후속 지시</a:t>
            </a:r>
          </a:p>
        </p:txBody>
      </p:sp>
      <p:sp>
        <p:nvSpPr>
          <p:cNvPr id="9" name="v2-231-option-b-text">
            <a:extLst xmlns:a="http://schemas.openxmlformats.org/drawingml/2006/main">
              <a:ext uri="{FF2B5EF4-FFF2-40B4-BE49-F238E27FC236}">
                <a16:creationId xmlns:a16="http://schemas.microsoft.com/office/drawing/2014/main" id="{06B5D6C4-3BE0-4E97-ACA7-08EA3EE0BBB5}"/>
              </a:ext>
            </a:extLst>
          </p:cNvPr>
          <p:cNvSpPr>
            <a:spLocks xmlns:a="http://schemas.openxmlformats.org/drawingml/2006/main" noGrp="1"/>
          </p:cNvSpPr>
          <p:nvPr/>
        </p:nvSpPr>
        <p:spPr>
          <a:xfrm xmlns:a="http://schemas.openxmlformats.org/drawingml/2006/main">
            <a:off x="9353550" y="2000250"/>
            <a:ext cx="828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54354"/>
                </a:solidFill>
                <a:latin typeface="Apple SD Gothic Neo"/>
                <a:ea typeface="Apple SD Gothic Neo"/>
                <a:cs typeface="Apple SD Gothic Neo"/>
              </a:defRPr>
            </a:pPr>
            <a:r>
              <a:rPr sz="2325" b="1">
                <a:solidFill>
                  <a:srgbClr val="354354"/>
                </a:solidFill>
                <a:latin typeface="Apple SD Gothic Neo"/>
                <a:ea typeface="Apple SD Gothic Neo"/>
                <a:cs typeface="Apple SD Gothic Neo"/>
              </a:rPr>
              <a:t>B  단계와 Join이 조건을 보고 실행</a:t>
            </a:r>
          </a:p>
        </p:txBody>
      </p:sp>
      <p:sp>
        <p:nvSpPr>
          <p:cNvPr id="10" name="v2-232-Interaction Manager">
            <a:extLst xmlns:a="http://schemas.openxmlformats.org/drawingml/2006/main">
              <a:ext uri="{FF2B5EF4-FFF2-40B4-BE49-F238E27FC236}">
                <a16:creationId xmlns:a16="http://schemas.microsoft.com/office/drawing/2014/main" id="{6358AFF3-98E2-48FF-AEE8-A93BA66CD60B}"/>
              </a:ext>
            </a:extLst>
          </p:cNvPr>
          <p:cNvSpPr>
            <a:spLocks xmlns:a="http://schemas.openxmlformats.org/drawingml/2006/main" noGrp="1"/>
          </p:cNvSpPr>
          <p:nvPr/>
        </p:nvSpPr>
        <p:spPr>
          <a:xfrm xmlns:a="http://schemas.openxmlformats.org/drawingml/2006/main">
            <a:off x="723900" y="2657475"/>
            <a:ext cx="363855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1" name="v2-233-Interaction Manager-name">
            <a:extLst xmlns:a="http://schemas.openxmlformats.org/drawingml/2006/main">
              <a:ext uri="{FF2B5EF4-FFF2-40B4-BE49-F238E27FC236}">
                <a16:creationId xmlns:a16="http://schemas.microsoft.com/office/drawing/2014/main" id="{D9C4F6D6-ECA2-4F3B-8E3B-15F1A0C6473B}"/>
              </a:ext>
            </a:extLst>
          </p:cNvPr>
          <p:cNvSpPr>
            <a:spLocks xmlns:a="http://schemas.openxmlformats.org/drawingml/2006/main" noGrp="1"/>
          </p:cNvSpPr>
          <p:nvPr/>
        </p:nvSpPr>
        <p:spPr>
          <a:xfrm xmlns:a="http://schemas.openxmlformats.org/drawingml/2006/main">
            <a:off x="800100" y="2657475"/>
            <a:ext cx="3486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Interaction Manager</a:t>
            </a:r>
          </a:p>
        </p:txBody>
      </p:sp>
      <p:sp>
        <p:nvSpPr>
          <p:cNvPr id="12" name="v2-234-Task Manager">
            <a:extLst xmlns:a="http://schemas.openxmlformats.org/drawingml/2006/main">
              <a:ext uri="{FF2B5EF4-FFF2-40B4-BE49-F238E27FC236}">
                <a16:creationId xmlns:a16="http://schemas.microsoft.com/office/drawing/2014/main" id="{E6F460AB-48F0-466C-AB34-23F291B23E53}"/>
              </a:ext>
            </a:extLst>
          </p:cNvPr>
          <p:cNvSpPr>
            <a:spLocks xmlns:a="http://schemas.openxmlformats.org/drawingml/2006/main" noGrp="1"/>
          </p:cNvSpPr>
          <p:nvPr/>
        </p:nvSpPr>
        <p:spPr>
          <a:xfrm xmlns:a="http://schemas.openxmlformats.org/drawingml/2006/main">
            <a:off x="5153025" y="2657475"/>
            <a:ext cx="35052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3" name="v2-235-Task Manager-name">
            <a:extLst xmlns:a="http://schemas.openxmlformats.org/drawingml/2006/main">
              <a:ext uri="{FF2B5EF4-FFF2-40B4-BE49-F238E27FC236}">
                <a16:creationId xmlns:a16="http://schemas.microsoft.com/office/drawing/2014/main" id="{BE0CD999-8A0F-4077-B6B6-3246FEC27F69}"/>
              </a:ext>
            </a:extLst>
          </p:cNvPr>
          <p:cNvSpPr>
            <a:spLocks xmlns:a="http://schemas.openxmlformats.org/drawingml/2006/main" noGrp="1"/>
          </p:cNvSpPr>
          <p:nvPr/>
        </p:nvSpPr>
        <p:spPr>
          <a:xfrm xmlns:a="http://schemas.openxmlformats.org/drawingml/2006/main">
            <a:off x="5229225" y="2657475"/>
            <a:ext cx="335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Task Manager</a:t>
            </a:r>
          </a:p>
        </p:txBody>
      </p:sp>
      <p:sp>
        <p:nvSpPr>
          <p:cNvPr id="14" name="v2-236-Interaction Manager">
            <a:extLst xmlns:a="http://schemas.openxmlformats.org/drawingml/2006/main">
              <a:ext uri="{FF2B5EF4-FFF2-40B4-BE49-F238E27FC236}">
                <a16:creationId xmlns:a16="http://schemas.microsoft.com/office/drawing/2014/main" id="{EE42A785-8692-4892-BFDD-55F317DDC51E}"/>
              </a:ext>
            </a:extLst>
          </p:cNvPr>
          <p:cNvSpPr>
            <a:spLocks xmlns:a="http://schemas.openxmlformats.org/drawingml/2006/main" noGrp="1"/>
          </p:cNvSpPr>
          <p:nvPr/>
        </p:nvSpPr>
        <p:spPr>
          <a:xfrm xmlns:a="http://schemas.openxmlformats.org/drawingml/2006/main">
            <a:off x="9458325" y="2657475"/>
            <a:ext cx="363855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5" name="v2-237-Interaction Manager-name">
            <a:extLst xmlns:a="http://schemas.openxmlformats.org/drawingml/2006/main">
              <a:ext uri="{FF2B5EF4-FFF2-40B4-BE49-F238E27FC236}">
                <a16:creationId xmlns:a16="http://schemas.microsoft.com/office/drawing/2014/main" id="{19FD4EB0-5D50-464F-806F-9FB76DFF2EBA}"/>
              </a:ext>
            </a:extLst>
          </p:cNvPr>
          <p:cNvSpPr>
            <a:spLocks xmlns:a="http://schemas.openxmlformats.org/drawingml/2006/main" noGrp="1"/>
          </p:cNvSpPr>
          <p:nvPr/>
        </p:nvSpPr>
        <p:spPr>
          <a:xfrm xmlns:a="http://schemas.openxmlformats.org/drawingml/2006/main">
            <a:off x="9534525" y="2657475"/>
            <a:ext cx="3486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Interaction Manager</a:t>
            </a:r>
          </a:p>
        </p:txBody>
      </p:sp>
      <p:sp>
        <p:nvSpPr>
          <p:cNvPr id="16" name="v2-238-Task Manager">
            <a:extLst xmlns:a="http://schemas.openxmlformats.org/drawingml/2006/main">
              <a:ext uri="{FF2B5EF4-FFF2-40B4-BE49-F238E27FC236}">
                <a16:creationId xmlns:a16="http://schemas.microsoft.com/office/drawing/2014/main" id="{86FC882E-8E92-4BB0-B701-4327E1CE3475}"/>
              </a:ext>
            </a:extLst>
          </p:cNvPr>
          <p:cNvSpPr>
            <a:spLocks xmlns:a="http://schemas.openxmlformats.org/drawingml/2006/main" noGrp="1"/>
          </p:cNvSpPr>
          <p:nvPr/>
        </p:nvSpPr>
        <p:spPr>
          <a:xfrm xmlns:a="http://schemas.openxmlformats.org/drawingml/2006/main">
            <a:off x="13887450" y="2657475"/>
            <a:ext cx="35052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7" name="v2-239-Task Manager-name">
            <a:extLst xmlns:a="http://schemas.openxmlformats.org/drawingml/2006/main">
              <a:ext uri="{FF2B5EF4-FFF2-40B4-BE49-F238E27FC236}">
                <a16:creationId xmlns:a16="http://schemas.microsoft.com/office/drawing/2014/main" id="{E377BA4F-17D5-44D0-BE40-961AF5D8DDF6}"/>
              </a:ext>
            </a:extLst>
          </p:cNvPr>
          <p:cNvSpPr>
            <a:spLocks xmlns:a="http://schemas.openxmlformats.org/drawingml/2006/main" noGrp="1"/>
          </p:cNvSpPr>
          <p:nvPr/>
        </p:nvSpPr>
        <p:spPr>
          <a:xfrm xmlns:a="http://schemas.openxmlformats.org/drawingml/2006/main">
            <a:off x="13963650" y="2657475"/>
            <a:ext cx="335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Task Manager</a:t>
            </a:r>
          </a:p>
        </p:txBody>
      </p:sp>
      <p:sp>
        <p:nvSpPr>
          <p:cNvPr id="18" name="v2-240-Request Controller">
            <a:extLst xmlns:a="http://schemas.openxmlformats.org/drawingml/2006/main">
              <a:ext uri="{FF2B5EF4-FFF2-40B4-BE49-F238E27FC236}">
                <a16:creationId xmlns:a16="http://schemas.microsoft.com/office/drawing/2014/main" id="{8C0BF3DF-3739-488F-8771-DAA0DCDA6F8F}"/>
              </a:ext>
            </a:extLst>
          </p:cNvPr>
          <p:cNvSpPr>
            <a:spLocks xmlns:a="http://schemas.openxmlformats.org/drawingml/2006/main" noGrp="1"/>
          </p:cNvSpPr>
          <p:nvPr/>
        </p:nvSpPr>
        <p:spPr>
          <a:xfrm xmlns:a="http://schemas.openxmlformats.org/drawingml/2006/main">
            <a:off x="600075" y="3371850"/>
            <a:ext cx="8105775" cy="1552575"/>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19" name="v2-241-Request Controller-boundary">
            <a:extLst xmlns:a="http://schemas.openxmlformats.org/drawingml/2006/main">
              <a:ext uri="{FF2B5EF4-FFF2-40B4-BE49-F238E27FC236}">
                <a16:creationId xmlns:a16="http://schemas.microsoft.com/office/drawing/2014/main" id="{3EE44F9D-8974-434E-97C8-C30EE47312A5}"/>
              </a:ext>
            </a:extLst>
          </p:cNvPr>
          <p:cNvSpPr>
            <a:spLocks xmlns:a="http://schemas.openxmlformats.org/drawingml/2006/main" noGrp="1"/>
          </p:cNvSpPr>
          <p:nvPr/>
        </p:nvSpPr>
        <p:spPr>
          <a:xfrm xmlns:a="http://schemas.openxmlformats.org/drawingml/2006/main">
            <a:off x="733425" y="34099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Request Controller</a:t>
            </a:r>
          </a:p>
        </p:txBody>
      </p:sp>
      <p:sp>
        <p:nvSpPr>
          <p:cNvPr id="20" name="v2-242-Dialogue Dispatcher">
            <a:extLst xmlns:a="http://schemas.openxmlformats.org/drawingml/2006/main">
              <a:ext uri="{FF2B5EF4-FFF2-40B4-BE49-F238E27FC236}">
                <a16:creationId xmlns:a16="http://schemas.microsoft.com/office/drawing/2014/main" id="{B9CCD998-3CE2-4140-977F-5A4350CFD0B7}"/>
              </a:ext>
            </a:extLst>
          </p:cNvPr>
          <p:cNvSpPr>
            <a:spLocks xmlns:a="http://schemas.openxmlformats.org/drawingml/2006/main" noGrp="1"/>
          </p:cNvSpPr>
          <p:nvPr/>
        </p:nvSpPr>
        <p:spPr>
          <a:xfrm xmlns:a="http://schemas.openxmlformats.org/drawingml/2006/main">
            <a:off x="2305050" y="3829050"/>
            <a:ext cx="3524250" cy="571500"/>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21" name="v2-243-Dialogue Dispatcher-name">
            <a:extLst xmlns:a="http://schemas.openxmlformats.org/drawingml/2006/main">
              <a:ext uri="{FF2B5EF4-FFF2-40B4-BE49-F238E27FC236}">
                <a16:creationId xmlns:a16="http://schemas.microsoft.com/office/drawing/2014/main" id="{92080B8B-7D8B-4879-BA35-537FBF5AAACC}"/>
              </a:ext>
            </a:extLst>
          </p:cNvPr>
          <p:cNvSpPr>
            <a:spLocks xmlns:a="http://schemas.openxmlformats.org/drawingml/2006/main" noGrp="1"/>
          </p:cNvSpPr>
          <p:nvPr/>
        </p:nvSpPr>
        <p:spPr>
          <a:xfrm xmlns:a="http://schemas.openxmlformats.org/drawingml/2006/main">
            <a:off x="2381250" y="3829050"/>
            <a:ext cx="3371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202B35"/>
                </a:solidFill>
                <a:latin typeface="Apple SD Gothic Neo"/>
                <a:ea typeface="Apple SD Gothic Neo"/>
                <a:cs typeface="Apple SD Gothic Neo"/>
              </a:defRPr>
            </a:pPr>
            <a:r>
              <a:rPr sz="2400" b="0">
                <a:solidFill>
                  <a:srgbClr val="202B35"/>
                </a:solidFill>
                <a:latin typeface="Apple SD Gothic Neo"/>
                <a:ea typeface="Apple SD Gothic Neo"/>
                <a:cs typeface="Apple SD Gothic Neo"/>
              </a:rPr>
              <a:t>Dialogue Dispatcher</a:t>
            </a:r>
          </a:p>
        </p:txBody>
      </p:sp>
      <p:sp>
        <p:nvSpPr>
          <p:cNvPr id="22" name="v2-244-Dialogue Progress State">
            <a:extLst xmlns:a="http://schemas.openxmlformats.org/drawingml/2006/main">
              <a:ext uri="{FF2B5EF4-FFF2-40B4-BE49-F238E27FC236}">
                <a16:creationId xmlns:a16="http://schemas.microsoft.com/office/drawing/2014/main" id="{71128F4C-99C5-4F2B-B0F8-B6520009F420}"/>
              </a:ext>
            </a:extLst>
          </p:cNvPr>
          <p:cNvSpPr>
            <a:spLocks xmlns:a="http://schemas.openxmlformats.org/drawingml/2006/main" noGrp="1"/>
          </p:cNvSpPr>
          <p:nvPr/>
        </p:nvSpPr>
        <p:spPr>
          <a:xfrm xmlns:a="http://schemas.openxmlformats.org/drawingml/2006/main">
            <a:off x="6229350" y="3876675"/>
            <a:ext cx="2209800" cy="50482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23" name="v2-245-Dialogue Progress State-name">
            <a:extLst xmlns:a="http://schemas.openxmlformats.org/drawingml/2006/main">
              <a:ext uri="{FF2B5EF4-FFF2-40B4-BE49-F238E27FC236}">
                <a16:creationId xmlns:a16="http://schemas.microsoft.com/office/drawing/2014/main" id="{33AF4A53-B351-49DB-B480-3767908164A2}"/>
              </a:ext>
            </a:extLst>
          </p:cNvPr>
          <p:cNvSpPr>
            <a:spLocks xmlns:a="http://schemas.openxmlformats.org/drawingml/2006/main" noGrp="1"/>
          </p:cNvSpPr>
          <p:nvPr/>
        </p:nvSpPr>
        <p:spPr>
          <a:xfrm xmlns:a="http://schemas.openxmlformats.org/drawingml/2006/main">
            <a:off x="6305550" y="3876675"/>
            <a:ext cx="2057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202B35"/>
                </a:solidFill>
                <a:latin typeface="Apple SD Gothic Neo"/>
                <a:ea typeface="Apple SD Gothic Neo"/>
                <a:cs typeface="Apple SD Gothic Neo"/>
              </a:defRPr>
            </a:pPr>
            <a:r>
              <a:rPr sz="1650" b="0">
                <a:solidFill>
                  <a:srgbClr val="202B35"/>
                </a:solidFill>
                <a:latin typeface="Apple SD Gothic Neo"/>
                <a:ea typeface="Apple SD Gothic Neo"/>
                <a:cs typeface="Apple SD Gothic Neo"/>
              </a:rPr>
              <a:t>Dialogue Progress State</a:t>
            </a:r>
          </a:p>
        </p:txBody>
      </p:sp>
      <p:sp>
        <p:nvSpPr>
          <p:cNvPr id="24" name="v2-246-Request Interpreter">
            <a:extLst xmlns:a="http://schemas.openxmlformats.org/drawingml/2006/main">
              <a:ext uri="{FF2B5EF4-FFF2-40B4-BE49-F238E27FC236}">
                <a16:creationId xmlns:a16="http://schemas.microsoft.com/office/drawing/2014/main" id="{10515061-9C96-4A77-9466-47004398756F}"/>
              </a:ext>
            </a:extLst>
          </p:cNvPr>
          <p:cNvSpPr>
            <a:spLocks xmlns:a="http://schemas.openxmlformats.org/drawingml/2006/main" noGrp="1"/>
          </p:cNvSpPr>
          <p:nvPr/>
        </p:nvSpPr>
        <p:spPr>
          <a:xfrm xmlns:a="http://schemas.openxmlformats.org/drawingml/2006/main">
            <a:off x="809625" y="5391150"/>
            <a:ext cx="3238500" cy="4572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25" name="v2-247-Request Interpreter-name">
            <a:extLst xmlns:a="http://schemas.openxmlformats.org/drawingml/2006/main">
              <a:ext uri="{FF2B5EF4-FFF2-40B4-BE49-F238E27FC236}">
                <a16:creationId xmlns:a16="http://schemas.microsoft.com/office/drawing/2014/main" id="{E6EBC088-E892-4E48-8542-ABF28F60254C}"/>
              </a:ext>
            </a:extLst>
          </p:cNvPr>
          <p:cNvSpPr>
            <a:spLocks xmlns:a="http://schemas.openxmlformats.org/drawingml/2006/main" noGrp="1"/>
          </p:cNvSpPr>
          <p:nvPr/>
        </p:nvSpPr>
        <p:spPr>
          <a:xfrm xmlns:a="http://schemas.openxmlformats.org/drawingml/2006/main">
            <a:off x="885825" y="5391150"/>
            <a:ext cx="3086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Request Interpreter</a:t>
            </a:r>
          </a:p>
        </p:txBody>
      </p:sp>
      <p:sp>
        <p:nvSpPr>
          <p:cNvPr id="26" name="v2-248-Response Manager">
            <a:extLst xmlns:a="http://schemas.openxmlformats.org/drawingml/2006/main">
              <a:ext uri="{FF2B5EF4-FFF2-40B4-BE49-F238E27FC236}">
                <a16:creationId xmlns:a16="http://schemas.microsoft.com/office/drawing/2014/main" id="{C9E84AAA-8BDC-4B33-A292-FF9D35BBF6FC}"/>
              </a:ext>
            </a:extLst>
          </p:cNvPr>
          <p:cNvSpPr>
            <a:spLocks xmlns:a="http://schemas.openxmlformats.org/drawingml/2006/main" noGrp="1"/>
          </p:cNvSpPr>
          <p:nvPr/>
        </p:nvSpPr>
        <p:spPr>
          <a:xfrm xmlns:a="http://schemas.openxmlformats.org/drawingml/2006/main">
            <a:off x="5191125" y="5076825"/>
            <a:ext cx="3429000" cy="1028700"/>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27" name="v2-249-Response Manager-boundary">
            <a:extLst xmlns:a="http://schemas.openxmlformats.org/drawingml/2006/main">
              <a:ext uri="{FF2B5EF4-FFF2-40B4-BE49-F238E27FC236}">
                <a16:creationId xmlns:a16="http://schemas.microsoft.com/office/drawing/2014/main" id="{AE9A41A5-2576-4C21-8365-470120E29C69}"/>
              </a:ext>
            </a:extLst>
          </p:cNvPr>
          <p:cNvSpPr>
            <a:spLocks xmlns:a="http://schemas.openxmlformats.org/drawingml/2006/main" noGrp="1"/>
          </p:cNvSpPr>
          <p:nvPr/>
        </p:nvSpPr>
        <p:spPr>
          <a:xfrm xmlns:a="http://schemas.openxmlformats.org/drawingml/2006/main">
            <a:off x="5324475" y="51149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Response Manager</a:t>
            </a:r>
          </a:p>
        </p:txBody>
      </p:sp>
      <p:sp>
        <p:nvSpPr>
          <p:cNvPr id="28" name="v2-250-Response Composer">
            <a:extLst xmlns:a="http://schemas.openxmlformats.org/drawingml/2006/main">
              <a:ext uri="{FF2B5EF4-FFF2-40B4-BE49-F238E27FC236}">
                <a16:creationId xmlns:a16="http://schemas.microsoft.com/office/drawing/2014/main" id="{DEA13993-EBAE-46FF-9CA4-6B3DC6A76ABE}"/>
              </a:ext>
            </a:extLst>
          </p:cNvPr>
          <p:cNvSpPr>
            <a:spLocks xmlns:a="http://schemas.openxmlformats.org/drawingml/2006/main" noGrp="1"/>
          </p:cNvSpPr>
          <p:nvPr/>
        </p:nvSpPr>
        <p:spPr>
          <a:xfrm xmlns:a="http://schemas.openxmlformats.org/drawingml/2006/main">
            <a:off x="5295900" y="5505450"/>
            <a:ext cx="3200400" cy="42862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29" name="v2-251-Response Composer-name">
            <a:extLst xmlns:a="http://schemas.openxmlformats.org/drawingml/2006/main">
              <a:ext uri="{FF2B5EF4-FFF2-40B4-BE49-F238E27FC236}">
                <a16:creationId xmlns:a16="http://schemas.microsoft.com/office/drawing/2014/main" id="{07521CCA-8E11-48DC-AF6F-CC1DAFD657C1}"/>
              </a:ext>
            </a:extLst>
          </p:cNvPr>
          <p:cNvSpPr>
            <a:spLocks xmlns:a="http://schemas.openxmlformats.org/drawingml/2006/main" noGrp="1"/>
          </p:cNvSpPr>
          <p:nvPr/>
        </p:nvSpPr>
        <p:spPr>
          <a:xfrm xmlns:a="http://schemas.openxmlformats.org/drawingml/2006/main">
            <a:off x="5372100" y="55054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Response Composer</a:t>
            </a:r>
          </a:p>
        </p:txBody>
      </p:sp>
      <p:sp>
        <p:nvSpPr>
          <p:cNvPr id="30" name="v2-252-a-progress-state">
            <a:extLst xmlns:a="http://schemas.openxmlformats.org/drawingml/2006/main">
              <a:ext uri="{FF2B5EF4-FFF2-40B4-BE49-F238E27FC236}">
                <a16:creationId xmlns:a16="http://schemas.microsoft.com/office/drawing/2014/main" id="{75DE4B8E-E875-442A-B918-A99AE3E3AE48}"/>
              </a:ext>
            </a:extLst>
          </p:cNvPr>
          <p:cNvSpPr>
            <a:spLocks xmlns:a="http://schemas.openxmlformats.org/drawingml/2006/main" noGrp="1"/>
          </p:cNvSpPr>
          <p:nvPr/>
        </p:nvSpPr>
        <p:spPr>
          <a:xfrm xmlns:a="http://schemas.openxmlformats.org/drawingml/2006/main">
            <a:off x="5829300" y="4114800"/>
            <a:ext cx="400050" cy="9525"/>
          </a:xfrm>
          <a:custGeom xmlns:a="http://schemas.openxmlformats.org/drawingml/2006/main">
            <a:pathLst>
              <a:path w="400050" h="9525">
                <a:moveTo>
                  <a:pt x="0" y="0"/>
                </a:moveTo>
                <a:lnTo>
                  <a:pt x="400050" y="0"/>
                </a:lnTo>
              </a:path>
            </a:pathLst>
          </a:custGeom>
          <a:noFill xmlns:a="http://schemas.openxmlformats.org/drawingml/2006/main"/>
          <a:ln xmlns:a="http://schemas.openxmlformats.org/drawingml/2006/main" w="19050">
            <a:solidFill>
              <a:srgbClr val="576773"/>
            </a:solidFill>
            <a:prstDash val="solid"/>
          </a:ln>
        </p:spPr>
      </p:sp>
      <p:sp>
        <p:nvSpPr>
          <p:cNvPr id="31" name="v2-253-a-progress-state-head">
            <a:extLst xmlns:a="http://schemas.openxmlformats.org/drawingml/2006/main">
              <a:ext uri="{FF2B5EF4-FFF2-40B4-BE49-F238E27FC236}">
                <a16:creationId xmlns:a16="http://schemas.microsoft.com/office/drawing/2014/main" id="{91E10480-327E-4948-B062-C0D4189160F2}"/>
              </a:ext>
            </a:extLst>
          </p:cNvPr>
          <p:cNvSpPr>
            <a:spLocks xmlns:a="http://schemas.openxmlformats.org/drawingml/2006/main" noGrp="1"/>
          </p:cNvSpPr>
          <p:nvPr/>
        </p:nvSpPr>
        <p:spPr>
          <a:xfrm xmlns:a="http://schemas.openxmlformats.org/drawingml/2006/main">
            <a:off x="6129042" y="406000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19050">
            <a:solidFill>
              <a:srgbClr val="576773"/>
            </a:solidFill>
            <a:prstDash val="solid"/>
          </a:ln>
        </p:spPr>
      </p:sp>
      <p:sp>
        <p:nvSpPr>
          <p:cNvPr id="32" name="v2-254-a-input">
            <a:extLst xmlns:a="http://schemas.openxmlformats.org/drawingml/2006/main">
              <a:ext uri="{FF2B5EF4-FFF2-40B4-BE49-F238E27FC236}">
                <a16:creationId xmlns:a16="http://schemas.microsoft.com/office/drawing/2014/main" id="{F2DBB809-146D-42F7-8545-32C38767E080}"/>
              </a:ext>
            </a:extLst>
          </p:cNvPr>
          <p:cNvSpPr>
            <a:spLocks xmlns:a="http://schemas.openxmlformats.org/drawingml/2006/main" noGrp="1"/>
          </p:cNvSpPr>
          <p:nvPr/>
        </p:nvSpPr>
        <p:spPr>
          <a:xfrm xmlns:a="http://schemas.openxmlformats.org/drawingml/2006/main">
            <a:off x="2543175" y="3152775"/>
            <a:ext cx="1524000" cy="676275"/>
          </a:xfrm>
          <a:custGeom xmlns:a="http://schemas.openxmlformats.org/drawingml/2006/main">
            <a:pathLst>
              <a:path w="1524000" h="676275">
                <a:moveTo>
                  <a:pt x="0" y="0"/>
                </a:moveTo>
                <a:lnTo>
                  <a:pt x="0" y="495300"/>
                </a:lnTo>
                <a:lnTo>
                  <a:pt x="1524000" y="495300"/>
                </a:lnTo>
                <a:lnTo>
                  <a:pt x="1524000" y="676275"/>
                </a:lnTo>
              </a:path>
            </a:pathLst>
          </a:custGeom>
          <a:noFill xmlns:a="http://schemas.openxmlformats.org/drawingml/2006/main"/>
          <a:ln xmlns:a="http://schemas.openxmlformats.org/drawingml/2006/main" w="28575">
            <a:solidFill>
              <a:srgbClr val="00889A"/>
            </a:solidFill>
            <a:prstDash val="solid"/>
          </a:ln>
        </p:spPr>
      </p:sp>
      <p:sp>
        <p:nvSpPr>
          <p:cNvPr id="33" name="v2-255-a-input-head">
            <a:extLst xmlns:a="http://schemas.openxmlformats.org/drawingml/2006/main">
              <a:ext uri="{FF2B5EF4-FFF2-40B4-BE49-F238E27FC236}">
                <a16:creationId xmlns:a16="http://schemas.microsoft.com/office/drawing/2014/main" id="{128D5E54-A7A4-4975-921F-60990F46E123}"/>
              </a:ext>
            </a:extLst>
          </p:cNvPr>
          <p:cNvSpPr>
            <a:spLocks xmlns:a="http://schemas.openxmlformats.org/drawingml/2006/main" noGrp="1"/>
          </p:cNvSpPr>
          <p:nvPr/>
        </p:nvSpPr>
        <p:spPr>
          <a:xfrm xmlns:a="http://schemas.openxmlformats.org/drawingml/2006/main">
            <a:off x="4012377" y="37287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8575">
            <a:solidFill>
              <a:srgbClr val="00889A"/>
            </a:solidFill>
            <a:prstDash val="solid"/>
          </a:ln>
        </p:spPr>
      </p:sp>
      <p:sp>
        <p:nvSpPr>
          <p:cNvPr id="34" name="v2-256-a-task">
            <a:extLst xmlns:a="http://schemas.openxmlformats.org/drawingml/2006/main">
              <a:ext uri="{FF2B5EF4-FFF2-40B4-BE49-F238E27FC236}">
                <a16:creationId xmlns:a16="http://schemas.microsoft.com/office/drawing/2014/main" id="{F23881D9-16E9-45E4-8A6E-D69B9E73B7A7}"/>
              </a:ext>
            </a:extLst>
          </p:cNvPr>
          <p:cNvSpPr>
            <a:spLocks xmlns:a="http://schemas.openxmlformats.org/drawingml/2006/main" noGrp="1"/>
          </p:cNvSpPr>
          <p:nvPr/>
        </p:nvSpPr>
        <p:spPr>
          <a:xfrm xmlns:a="http://schemas.openxmlformats.org/drawingml/2006/main">
            <a:off x="4067175" y="3152775"/>
            <a:ext cx="2838450" cy="495300"/>
          </a:xfrm>
          <a:custGeom xmlns:a="http://schemas.openxmlformats.org/drawingml/2006/main">
            <a:pathLst>
              <a:path w="2838450" h="495300">
                <a:moveTo>
                  <a:pt x="2838450" y="0"/>
                </a:moveTo>
                <a:lnTo>
                  <a:pt x="2838450" y="495300"/>
                </a:lnTo>
                <a:lnTo>
                  <a:pt x="0" y="495300"/>
                </a:lnTo>
              </a:path>
            </a:pathLst>
          </a:custGeom>
          <a:noFill xmlns:a="http://schemas.openxmlformats.org/drawingml/2006/main"/>
          <a:ln xmlns:a="http://schemas.openxmlformats.org/drawingml/2006/main" w="28575">
            <a:solidFill>
              <a:srgbClr val="00889A"/>
            </a:solidFill>
            <a:prstDash val="solid"/>
          </a:ln>
        </p:spPr>
      </p:sp>
      <p:sp>
        <p:nvSpPr>
          <p:cNvPr id="35" name="v2-257-a-infer">
            <a:extLst xmlns:a="http://schemas.openxmlformats.org/drawingml/2006/main">
              <a:ext uri="{FF2B5EF4-FFF2-40B4-BE49-F238E27FC236}">
                <a16:creationId xmlns:a16="http://schemas.microsoft.com/office/drawing/2014/main" id="{7A3372B2-1020-4795-A27D-37D30287F342}"/>
              </a:ext>
            </a:extLst>
          </p:cNvPr>
          <p:cNvSpPr>
            <a:spLocks xmlns:a="http://schemas.openxmlformats.org/drawingml/2006/main" noGrp="1"/>
          </p:cNvSpPr>
          <p:nvPr/>
        </p:nvSpPr>
        <p:spPr>
          <a:xfrm xmlns:a="http://schemas.openxmlformats.org/drawingml/2006/main">
            <a:off x="2428875" y="4400550"/>
            <a:ext cx="942975" cy="990600"/>
          </a:xfrm>
          <a:custGeom xmlns:a="http://schemas.openxmlformats.org/drawingml/2006/main">
            <a:pathLst>
              <a:path w="942975" h="990600">
                <a:moveTo>
                  <a:pt x="942975" y="0"/>
                </a:moveTo>
                <a:lnTo>
                  <a:pt x="942975" y="409575"/>
                </a:lnTo>
                <a:lnTo>
                  <a:pt x="0" y="409575"/>
                </a:lnTo>
                <a:lnTo>
                  <a:pt x="0" y="990600"/>
                </a:lnTo>
              </a:path>
            </a:pathLst>
          </a:custGeom>
          <a:noFill xmlns:a="http://schemas.openxmlformats.org/drawingml/2006/main"/>
          <a:ln xmlns:a="http://schemas.openxmlformats.org/drawingml/2006/main" w="24765">
            <a:solidFill>
              <a:srgbClr val="00889A"/>
            </a:solidFill>
            <a:prstDash val="solid"/>
          </a:ln>
        </p:spPr>
      </p:sp>
      <p:sp>
        <p:nvSpPr>
          <p:cNvPr id="36" name="v2-258-a-infer-head">
            <a:extLst xmlns:a="http://schemas.openxmlformats.org/drawingml/2006/main">
              <a:ext uri="{FF2B5EF4-FFF2-40B4-BE49-F238E27FC236}">
                <a16:creationId xmlns:a16="http://schemas.microsoft.com/office/drawing/2014/main" id="{A46EE732-3280-433E-9E02-2E350937B860}"/>
              </a:ext>
            </a:extLst>
          </p:cNvPr>
          <p:cNvSpPr>
            <a:spLocks xmlns:a="http://schemas.openxmlformats.org/drawingml/2006/main" noGrp="1"/>
          </p:cNvSpPr>
          <p:nvPr/>
        </p:nvSpPr>
        <p:spPr>
          <a:xfrm xmlns:a="http://schemas.openxmlformats.org/drawingml/2006/main">
            <a:off x="2374077" y="52908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4765">
            <a:solidFill>
              <a:srgbClr val="00889A"/>
            </a:solidFill>
            <a:prstDash val="solid"/>
          </a:ln>
        </p:spPr>
      </p:sp>
      <p:sp>
        <p:nvSpPr>
          <p:cNvPr id="37" name="v2-259-note">
            <a:extLst xmlns:a="http://schemas.openxmlformats.org/drawingml/2006/main">
              <a:ext uri="{FF2B5EF4-FFF2-40B4-BE49-F238E27FC236}">
                <a16:creationId xmlns:a16="http://schemas.microsoft.com/office/drawing/2014/main" id="{A5FB2E84-E2DC-4E40-B46B-6B68309D8A29}"/>
              </a:ext>
            </a:extLst>
          </p:cNvPr>
          <p:cNvSpPr>
            <a:spLocks xmlns:a="http://schemas.openxmlformats.org/drawingml/2006/main" noGrp="1"/>
          </p:cNvSpPr>
          <p:nvPr/>
        </p:nvSpPr>
        <p:spPr>
          <a:xfrm xmlns:a="http://schemas.openxmlformats.org/drawingml/2006/main">
            <a:off x="819150" y="441007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① 지시</a:t>
            </a:r>
          </a:p>
        </p:txBody>
      </p:sp>
      <p:sp>
        <p:nvSpPr>
          <p:cNvPr id="38" name="v2-260-a-infer-return">
            <a:extLst xmlns:a="http://schemas.openxmlformats.org/drawingml/2006/main">
              <a:ext uri="{FF2B5EF4-FFF2-40B4-BE49-F238E27FC236}">
                <a16:creationId xmlns:a16="http://schemas.microsoft.com/office/drawing/2014/main" id="{B79F5ADE-7773-44C6-822C-1B87009CBC02}"/>
              </a:ext>
            </a:extLst>
          </p:cNvPr>
          <p:cNvSpPr>
            <a:spLocks xmlns:a="http://schemas.openxmlformats.org/drawingml/2006/main" noGrp="1"/>
          </p:cNvSpPr>
          <p:nvPr/>
        </p:nvSpPr>
        <p:spPr>
          <a:xfrm xmlns:a="http://schemas.openxmlformats.org/drawingml/2006/main">
            <a:off x="4048125" y="4400550"/>
            <a:ext cx="466725" cy="1219200"/>
          </a:xfrm>
          <a:custGeom xmlns:a="http://schemas.openxmlformats.org/drawingml/2006/main">
            <a:pathLst>
              <a:path w="466725" h="1219200">
                <a:moveTo>
                  <a:pt x="0" y="1219200"/>
                </a:moveTo>
                <a:lnTo>
                  <a:pt x="466725" y="1219200"/>
                </a:lnTo>
                <a:lnTo>
                  <a:pt x="466725" y="0"/>
                </a:lnTo>
              </a:path>
            </a:pathLst>
          </a:custGeom>
          <a:noFill xmlns:a="http://schemas.openxmlformats.org/drawingml/2006/main"/>
          <a:ln xmlns:a="http://schemas.openxmlformats.org/drawingml/2006/main" w="24765">
            <a:solidFill>
              <a:srgbClr val="576773"/>
            </a:solidFill>
            <a:prstDash val="solid"/>
          </a:ln>
        </p:spPr>
      </p:sp>
      <p:sp>
        <p:nvSpPr>
          <p:cNvPr id="39" name="v2-261-a-infer-return-head">
            <a:extLst xmlns:a="http://schemas.openxmlformats.org/drawingml/2006/main">
              <a:ext uri="{FF2B5EF4-FFF2-40B4-BE49-F238E27FC236}">
                <a16:creationId xmlns:a16="http://schemas.microsoft.com/office/drawing/2014/main" id="{3BDA8E63-1A25-4814-933A-AC67476D6684}"/>
              </a:ext>
            </a:extLst>
          </p:cNvPr>
          <p:cNvSpPr>
            <a:spLocks xmlns:a="http://schemas.openxmlformats.org/drawingml/2006/main" noGrp="1"/>
          </p:cNvSpPr>
          <p:nvPr/>
        </p:nvSpPr>
        <p:spPr>
          <a:xfrm xmlns:a="http://schemas.openxmlformats.org/drawingml/2006/main">
            <a:off x="4460052" y="4400550"/>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4765">
            <a:solidFill>
              <a:srgbClr val="576773"/>
            </a:solidFill>
            <a:prstDash val="solid"/>
          </a:ln>
        </p:spPr>
      </p:sp>
      <p:sp>
        <p:nvSpPr>
          <p:cNvPr id="40" name="v2-262-note">
            <a:extLst xmlns:a="http://schemas.openxmlformats.org/drawingml/2006/main">
              <a:ext uri="{FF2B5EF4-FFF2-40B4-BE49-F238E27FC236}">
                <a16:creationId xmlns:a16="http://schemas.microsoft.com/office/drawing/2014/main" id="{90254A0B-BD9B-42F5-A9E4-D002865D89CA}"/>
              </a:ext>
            </a:extLst>
          </p:cNvPr>
          <p:cNvSpPr>
            <a:spLocks xmlns:a="http://schemas.openxmlformats.org/drawingml/2006/main" noGrp="1"/>
          </p:cNvSpPr>
          <p:nvPr/>
        </p:nvSpPr>
        <p:spPr>
          <a:xfrm xmlns:a="http://schemas.openxmlformats.org/drawingml/2006/main">
            <a:off x="3314700" y="4857750"/>
            <a:ext cx="2105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② 완료 회수</a:t>
            </a:r>
          </a:p>
        </p:txBody>
      </p:sp>
      <p:sp>
        <p:nvSpPr>
          <p:cNvPr id="41" name="v2-263-a-compose">
            <a:extLst xmlns:a="http://schemas.openxmlformats.org/drawingml/2006/main">
              <a:ext uri="{FF2B5EF4-FFF2-40B4-BE49-F238E27FC236}">
                <a16:creationId xmlns:a16="http://schemas.microsoft.com/office/drawing/2014/main" id="{B66C43C1-4B45-420D-92A8-531E2611D112}"/>
              </a:ext>
            </a:extLst>
          </p:cNvPr>
          <p:cNvSpPr>
            <a:spLocks xmlns:a="http://schemas.openxmlformats.org/drawingml/2006/main" noGrp="1"/>
          </p:cNvSpPr>
          <p:nvPr/>
        </p:nvSpPr>
        <p:spPr>
          <a:xfrm xmlns:a="http://schemas.openxmlformats.org/drawingml/2006/main">
            <a:off x="5076825" y="4400550"/>
            <a:ext cx="1819275" cy="1104900"/>
          </a:xfrm>
          <a:custGeom xmlns:a="http://schemas.openxmlformats.org/drawingml/2006/main">
            <a:pathLst>
              <a:path w="1819275" h="1104900">
                <a:moveTo>
                  <a:pt x="0" y="0"/>
                </a:moveTo>
                <a:lnTo>
                  <a:pt x="0" y="371475"/>
                </a:lnTo>
                <a:lnTo>
                  <a:pt x="1819275" y="371475"/>
                </a:lnTo>
                <a:lnTo>
                  <a:pt x="1819275" y="1104900"/>
                </a:lnTo>
              </a:path>
            </a:pathLst>
          </a:custGeom>
          <a:noFill xmlns:a="http://schemas.openxmlformats.org/drawingml/2006/main"/>
          <a:ln xmlns:a="http://schemas.openxmlformats.org/drawingml/2006/main" w="24765">
            <a:solidFill>
              <a:srgbClr val="00889A"/>
            </a:solidFill>
            <a:prstDash val="solid"/>
          </a:ln>
        </p:spPr>
      </p:sp>
      <p:sp>
        <p:nvSpPr>
          <p:cNvPr id="42" name="v2-264-a-compose-head">
            <a:extLst xmlns:a="http://schemas.openxmlformats.org/drawingml/2006/main">
              <a:ext uri="{FF2B5EF4-FFF2-40B4-BE49-F238E27FC236}">
                <a16:creationId xmlns:a16="http://schemas.microsoft.com/office/drawing/2014/main" id="{BB79F469-C51D-4622-9CB4-657DF2206553}"/>
              </a:ext>
            </a:extLst>
          </p:cNvPr>
          <p:cNvSpPr>
            <a:spLocks xmlns:a="http://schemas.openxmlformats.org/drawingml/2006/main" noGrp="1"/>
          </p:cNvSpPr>
          <p:nvPr/>
        </p:nvSpPr>
        <p:spPr>
          <a:xfrm xmlns:a="http://schemas.openxmlformats.org/drawingml/2006/main">
            <a:off x="6841302" y="54051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4765">
            <a:solidFill>
              <a:srgbClr val="00889A"/>
            </a:solidFill>
            <a:prstDash val="solid"/>
          </a:ln>
        </p:spPr>
      </p:sp>
      <p:sp>
        <p:nvSpPr>
          <p:cNvPr id="43" name="v2-265-note">
            <a:extLst xmlns:a="http://schemas.openxmlformats.org/drawingml/2006/main">
              <a:ext uri="{FF2B5EF4-FFF2-40B4-BE49-F238E27FC236}">
                <a16:creationId xmlns:a16="http://schemas.microsoft.com/office/drawing/2014/main" id="{FA75560D-11D4-42D2-B84F-6F525F4DD23F}"/>
              </a:ext>
            </a:extLst>
          </p:cNvPr>
          <p:cNvSpPr>
            <a:spLocks xmlns:a="http://schemas.openxmlformats.org/drawingml/2006/main" noGrp="1"/>
          </p:cNvSpPr>
          <p:nvPr/>
        </p:nvSpPr>
        <p:spPr>
          <a:xfrm xmlns:a="http://schemas.openxmlformats.org/drawingml/2006/main">
            <a:off x="6334125" y="4438650"/>
            <a:ext cx="2047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③ 준비 지시</a:t>
            </a:r>
          </a:p>
        </p:txBody>
      </p:sp>
      <p:sp>
        <p:nvSpPr>
          <p:cNvPr id="44" name="v2-266-a-comp-return">
            <a:extLst xmlns:a="http://schemas.openxmlformats.org/drawingml/2006/main">
              <a:ext uri="{FF2B5EF4-FFF2-40B4-BE49-F238E27FC236}">
                <a16:creationId xmlns:a16="http://schemas.microsoft.com/office/drawing/2014/main" id="{32E03223-F0F8-4936-9326-42CE56686BA1}"/>
              </a:ext>
            </a:extLst>
          </p:cNvPr>
          <p:cNvSpPr>
            <a:spLocks xmlns:a="http://schemas.openxmlformats.org/drawingml/2006/main" noGrp="1"/>
          </p:cNvSpPr>
          <p:nvPr/>
        </p:nvSpPr>
        <p:spPr>
          <a:xfrm xmlns:a="http://schemas.openxmlformats.org/drawingml/2006/main">
            <a:off x="4724400" y="4400550"/>
            <a:ext cx="571500" cy="1323975"/>
          </a:xfrm>
          <a:custGeom xmlns:a="http://schemas.openxmlformats.org/drawingml/2006/main">
            <a:pathLst>
              <a:path w="571500" h="1323975">
                <a:moveTo>
                  <a:pt x="571500" y="1323975"/>
                </a:moveTo>
                <a:lnTo>
                  <a:pt x="0" y="1323975"/>
                </a:lnTo>
                <a:lnTo>
                  <a:pt x="0" y="0"/>
                </a:lnTo>
              </a:path>
            </a:pathLst>
          </a:custGeom>
          <a:noFill xmlns:a="http://schemas.openxmlformats.org/drawingml/2006/main"/>
          <a:ln xmlns:a="http://schemas.openxmlformats.org/drawingml/2006/main" w="24765">
            <a:solidFill>
              <a:srgbClr val="576773"/>
            </a:solidFill>
            <a:prstDash val="solid"/>
          </a:ln>
        </p:spPr>
      </p:sp>
      <p:sp>
        <p:nvSpPr>
          <p:cNvPr id="45" name="v2-267-a-comp-return-head">
            <a:extLst xmlns:a="http://schemas.openxmlformats.org/drawingml/2006/main">
              <a:ext uri="{FF2B5EF4-FFF2-40B4-BE49-F238E27FC236}">
                <a16:creationId xmlns:a16="http://schemas.microsoft.com/office/drawing/2014/main" id="{D5A3F212-A008-430F-85DD-B1E63907A13E}"/>
              </a:ext>
            </a:extLst>
          </p:cNvPr>
          <p:cNvSpPr>
            <a:spLocks xmlns:a="http://schemas.openxmlformats.org/drawingml/2006/main" noGrp="1"/>
          </p:cNvSpPr>
          <p:nvPr/>
        </p:nvSpPr>
        <p:spPr>
          <a:xfrm xmlns:a="http://schemas.openxmlformats.org/drawingml/2006/main">
            <a:off x="4669602" y="4400550"/>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4765">
            <a:solidFill>
              <a:srgbClr val="576773"/>
            </a:solidFill>
            <a:prstDash val="solid"/>
          </a:ln>
        </p:spPr>
      </p:sp>
      <p:sp>
        <p:nvSpPr>
          <p:cNvPr id="46" name="v2-268-Request Controller">
            <a:extLst xmlns:a="http://schemas.openxmlformats.org/drawingml/2006/main">
              <a:ext uri="{FF2B5EF4-FFF2-40B4-BE49-F238E27FC236}">
                <a16:creationId xmlns:a16="http://schemas.microsoft.com/office/drawing/2014/main" id="{AA4ACB19-B03A-4D44-A5D6-77D887B38511}"/>
              </a:ext>
            </a:extLst>
          </p:cNvPr>
          <p:cNvSpPr>
            <a:spLocks xmlns:a="http://schemas.openxmlformats.org/drawingml/2006/main" noGrp="1"/>
          </p:cNvSpPr>
          <p:nvPr/>
        </p:nvSpPr>
        <p:spPr>
          <a:xfrm xmlns:a="http://schemas.openxmlformats.org/drawingml/2006/main">
            <a:off x="9334500" y="3371850"/>
            <a:ext cx="8372475" cy="1552575"/>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47" name="v2-269-Request Controller-boundary">
            <a:extLst xmlns:a="http://schemas.openxmlformats.org/drawingml/2006/main">
              <a:ext uri="{FF2B5EF4-FFF2-40B4-BE49-F238E27FC236}">
                <a16:creationId xmlns:a16="http://schemas.microsoft.com/office/drawing/2014/main" id="{F831E72C-9EC8-47B9-BB66-6D875CA14ADF}"/>
              </a:ext>
            </a:extLst>
          </p:cNvPr>
          <p:cNvSpPr>
            <a:spLocks xmlns:a="http://schemas.openxmlformats.org/drawingml/2006/main" noGrp="1"/>
          </p:cNvSpPr>
          <p:nvPr/>
        </p:nvSpPr>
        <p:spPr>
          <a:xfrm xmlns:a="http://schemas.openxmlformats.org/drawingml/2006/main">
            <a:off x="9467850" y="34099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Request Controller</a:t>
            </a:r>
          </a:p>
        </p:txBody>
      </p:sp>
      <p:sp>
        <p:nvSpPr>
          <p:cNvPr id="48" name="v2-270-Input Resolution Stage">
            <a:extLst xmlns:a="http://schemas.openxmlformats.org/drawingml/2006/main">
              <a:ext uri="{FF2B5EF4-FFF2-40B4-BE49-F238E27FC236}">
                <a16:creationId xmlns:a16="http://schemas.microsoft.com/office/drawing/2014/main" id="{5C643E7F-22F3-44F1-9C86-F355B4BF8A2B}"/>
              </a:ext>
            </a:extLst>
          </p:cNvPr>
          <p:cNvSpPr>
            <a:spLocks xmlns:a="http://schemas.openxmlformats.org/drawingml/2006/main" noGrp="1"/>
          </p:cNvSpPr>
          <p:nvPr/>
        </p:nvSpPr>
        <p:spPr>
          <a:xfrm xmlns:a="http://schemas.openxmlformats.org/drawingml/2006/main">
            <a:off x="9448800" y="3800475"/>
            <a:ext cx="3857625" cy="48577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49" name="v2-271-Input Resolution Stage-name">
            <a:extLst xmlns:a="http://schemas.openxmlformats.org/drawingml/2006/main">
              <a:ext uri="{FF2B5EF4-FFF2-40B4-BE49-F238E27FC236}">
                <a16:creationId xmlns:a16="http://schemas.microsoft.com/office/drawing/2014/main" id="{6FF308B9-5525-4942-A3BA-82134AC776B5}"/>
              </a:ext>
            </a:extLst>
          </p:cNvPr>
          <p:cNvSpPr>
            <a:spLocks xmlns:a="http://schemas.openxmlformats.org/drawingml/2006/main" noGrp="1"/>
          </p:cNvSpPr>
          <p:nvPr/>
        </p:nvSpPr>
        <p:spPr>
          <a:xfrm xmlns:a="http://schemas.openxmlformats.org/drawingml/2006/main">
            <a:off x="9525000" y="3800475"/>
            <a:ext cx="3705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Input Resolution Stage</a:t>
            </a:r>
          </a:p>
        </p:txBody>
      </p:sp>
      <p:sp>
        <p:nvSpPr>
          <p:cNvPr id="50" name="v2-272-Task Notice Stage">
            <a:extLst xmlns:a="http://schemas.openxmlformats.org/drawingml/2006/main">
              <a:ext uri="{FF2B5EF4-FFF2-40B4-BE49-F238E27FC236}">
                <a16:creationId xmlns:a16="http://schemas.microsoft.com/office/drawing/2014/main" id="{BA862099-4D56-4EB4-AAC8-0BB6CA9AF7E8}"/>
              </a:ext>
            </a:extLst>
          </p:cNvPr>
          <p:cNvSpPr>
            <a:spLocks xmlns:a="http://schemas.openxmlformats.org/drawingml/2006/main" noGrp="1"/>
          </p:cNvSpPr>
          <p:nvPr/>
        </p:nvSpPr>
        <p:spPr>
          <a:xfrm xmlns:a="http://schemas.openxmlformats.org/drawingml/2006/main">
            <a:off x="14011275" y="3800475"/>
            <a:ext cx="3524250" cy="48577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51" name="v2-273-Task Notice Stage-name">
            <a:extLst xmlns:a="http://schemas.openxmlformats.org/drawingml/2006/main">
              <a:ext uri="{FF2B5EF4-FFF2-40B4-BE49-F238E27FC236}">
                <a16:creationId xmlns:a16="http://schemas.microsoft.com/office/drawing/2014/main" id="{DD1F0FE6-8E78-4362-952E-79C93AC72F14}"/>
              </a:ext>
            </a:extLst>
          </p:cNvPr>
          <p:cNvSpPr>
            <a:spLocks xmlns:a="http://schemas.openxmlformats.org/drawingml/2006/main" noGrp="1"/>
          </p:cNvSpPr>
          <p:nvPr/>
        </p:nvSpPr>
        <p:spPr>
          <a:xfrm xmlns:a="http://schemas.openxmlformats.org/drawingml/2006/main">
            <a:off x="14087475" y="3800475"/>
            <a:ext cx="33718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Task Notice Stage</a:t>
            </a:r>
          </a:p>
        </p:txBody>
      </p:sp>
      <p:sp>
        <p:nvSpPr>
          <p:cNvPr id="52" name="v2-274-Input Window">
            <a:extLst xmlns:a="http://schemas.openxmlformats.org/drawingml/2006/main">
              <a:ext uri="{FF2B5EF4-FFF2-40B4-BE49-F238E27FC236}">
                <a16:creationId xmlns:a16="http://schemas.microsoft.com/office/drawing/2014/main" id="{C8BA59D1-1B33-4D24-80B6-7B525134C4B8}"/>
              </a:ext>
            </a:extLst>
          </p:cNvPr>
          <p:cNvSpPr>
            <a:spLocks xmlns:a="http://schemas.openxmlformats.org/drawingml/2006/main" noGrp="1"/>
          </p:cNvSpPr>
          <p:nvPr/>
        </p:nvSpPr>
        <p:spPr>
          <a:xfrm xmlns:a="http://schemas.openxmlformats.org/drawingml/2006/main">
            <a:off x="9448800" y="4438650"/>
            <a:ext cx="2190750" cy="42862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53" name="v2-275-Input Window-name">
            <a:extLst xmlns:a="http://schemas.openxmlformats.org/drawingml/2006/main">
              <a:ext uri="{FF2B5EF4-FFF2-40B4-BE49-F238E27FC236}">
                <a16:creationId xmlns:a16="http://schemas.microsoft.com/office/drawing/2014/main" id="{89F283C8-9863-4ABB-9491-E5EDFCF5FA72}"/>
              </a:ext>
            </a:extLst>
          </p:cNvPr>
          <p:cNvSpPr>
            <a:spLocks xmlns:a="http://schemas.openxmlformats.org/drawingml/2006/main" noGrp="1"/>
          </p:cNvSpPr>
          <p:nvPr/>
        </p:nvSpPr>
        <p:spPr>
          <a:xfrm xmlns:a="http://schemas.openxmlformats.org/drawingml/2006/main">
            <a:off x="9525000" y="443865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202B35"/>
                </a:solidFill>
                <a:latin typeface="Apple SD Gothic Neo"/>
                <a:ea typeface="Apple SD Gothic Neo"/>
                <a:cs typeface="Apple SD Gothic Neo"/>
              </a:defRPr>
            </a:pPr>
            <a:r>
              <a:rPr sz="1875" b="0">
                <a:solidFill>
                  <a:srgbClr val="202B35"/>
                </a:solidFill>
                <a:latin typeface="Apple SD Gothic Neo"/>
                <a:ea typeface="Apple SD Gothic Neo"/>
                <a:cs typeface="Apple SD Gothic Neo"/>
              </a:rPr>
              <a:t>Input Window</a:t>
            </a:r>
          </a:p>
        </p:txBody>
      </p:sp>
      <p:sp>
        <p:nvSpPr>
          <p:cNvPr id="54" name="v2-276-Notice Window">
            <a:extLst xmlns:a="http://schemas.openxmlformats.org/drawingml/2006/main">
              <a:ext uri="{FF2B5EF4-FFF2-40B4-BE49-F238E27FC236}">
                <a16:creationId xmlns:a16="http://schemas.microsoft.com/office/drawing/2014/main" id="{90A77247-D0D0-4278-948B-1A0E84688BC3}"/>
              </a:ext>
            </a:extLst>
          </p:cNvPr>
          <p:cNvSpPr>
            <a:spLocks xmlns:a="http://schemas.openxmlformats.org/drawingml/2006/main" noGrp="1"/>
          </p:cNvSpPr>
          <p:nvPr/>
        </p:nvSpPr>
        <p:spPr>
          <a:xfrm xmlns:a="http://schemas.openxmlformats.org/drawingml/2006/main">
            <a:off x="15344775" y="4438650"/>
            <a:ext cx="2190750" cy="42862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55" name="v2-277-Notice Window-name">
            <a:extLst xmlns:a="http://schemas.openxmlformats.org/drawingml/2006/main">
              <a:ext uri="{FF2B5EF4-FFF2-40B4-BE49-F238E27FC236}">
                <a16:creationId xmlns:a16="http://schemas.microsoft.com/office/drawing/2014/main" id="{0B725E0D-4A2D-430E-8D06-3406532A2D0C}"/>
              </a:ext>
            </a:extLst>
          </p:cNvPr>
          <p:cNvSpPr>
            <a:spLocks xmlns:a="http://schemas.openxmlformats.org/drawingml/2006/main" noGrp="1"/>
          </p:cNvSpPr>
          <p:nvPr/>
        </p:nvSpPr>
        <p:spPr>
          <a:xfrm xmlns:a="http://schemas.openxmlformats.org/drawingml/2006/main">
            <a:off x="15420975" y="443865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202B35"/>
                </a:solidFill>
                <a:latin typeface="Apple SD Gothic Neo"/>
                <a:ea typeface="Apple SD Gothic Neo"/>
                <a:cs typeface="Apple SD Gothic Neo"/>
              </a:defRPr>
            </a:pPr>
            <a:r>
              <a:rPr sz="1875" b="0">
                <a:solidFill>
                  <a:srgbClr val="202B35"/>
                </a:solidFill>
                <a:latin typeface="Apple SD Gothic Neo"/>
                <a:ea typeface="Apple SD Gothic Neo"/>
                <a:cs typeface="Apple SD Gothic Neo"/>
              </a:rPr>
              <a:t>Notice Window</a:t>
            </a:r>
          </a:p>
        </p:txBody>
      </p:sp>
      <p:sp>
        <p:nvSpPr>
          <p:cNvPr id="56" name="v2-278-b-input">
            <a:extLst xmlns:a="http://schemas.openxmlformats.org/drawingml/2006/main">
              <a:ext uri="{FF2B5EF4-FFF2-40B4-BE49-F238E27FC236}">
                <a16:creationId xmlns:a16="http://schemas.microsoft.com/office/drawing/2014/main" id="{3E9CB588-B3BF-4ADE-8E2E-2F2C5E54CB70}"/>
              </a:ext>
            </a:extLst>
          </p:cNvPr>
          <p:cNvSpPr>
            <a:spLocks xmlns:a="http://schemas.openxmlformats.org/drawingml/2006/main" noGrp="1"/>
          </p:cNvSpPr>
          <p:nvPr/>
        </p:nvSpPr>
        <p:spPr>
          <a:xfrm xmlns:a="http://schemas.openxmlformats.org/drawingml/2006/main">
            <a:off x="11277600" y="3152775"/>
            <a:ext cx="9525" cy="647700"/>
          </a:xfrm>
          <a:custGeom xmlns:a="http://schemas.openxmlformats.org/drawingml/2006/main">
            <a:pathLst>
              <a:path w="9525" h="647700">
                <a:moveTo>
                  <a:pt x="0" y="0"/>
                </a:moveTo>
                <a:lnTo>
                  <a:pt x="0" y="647700"/>
                </a:lnTo>
              </a:path>
            </a:pathLst>
          </a:custGeom>
          <a:noFill xmlns:a="http://schemas.openxmlformats.org/drawingml/2006/main"/>
          <a:ln xmlns:a="http://schemas.openxmlformats.org/drawingml/2006/main" w="28575">
            <a:solidFill>
              <a:srgbClr val="00889A"/>
            </a:solidFill>
            <a:prstDash val="solid"/>
          </a:ln>
        </p:spPr>
      </p:sp>
      <p:sp>
        <p:nvSpPr>
          <p:cNvPr id="57" name="v2-279-b-input-head">
            <a:extLst xmlns:a="http://schemas.openxmlformats.org/drawingml/2006/main">
              <a:ext uri="{FF2B5EF4-FFF2-40B4-BE49-F238E27FC236}">
                <a16:creationId xmlns:a16="http://schemas.microsoft.com/office/drawing/2014/main" id="{3721A980-E25B-47FE-8753-28D745AF9D61}"/>
              </a:ext>
            </a:extLst>
          </p:cNvPr>
          <p:cNvSpPr>
            <a:spLocks xmlns:a="http://schemas.openxmlformats.org/drawingml/2006/main" noGrp="1"/>
          </p:cNvSpPr>
          <p:nvPr/>
        </p:nvSpPr>
        <p:spPr>
          <a:xfrm xmlns:a="http://schemas.openxmlformats.org/drawingml/2006/main">
            <a:off x="11222802" y="370016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8575">
            <a:solidFill>
              <a:srgbClr val="00889A"/>
            </a:solidFill>
            <a:prstDash val="solid"/>
          </a:ln>
        </p:spPr>
      </p:sp>
      <p:sp>
        <p:nvSpPr>
          <p:cNvPr id="58" name="v2-280-b-task">
            <a:extLst xmlns:a="http://schemas.openxmlformats.org/drawingml/2006/main">
              <a:ext uri="{FF2B5EF4-FFF2-40B4-BE49-F238E27FC236}">
                <a16:creationId xmlns:a16="http://schemas.microsoft.com/office/drawing/2014/main" id="{93FCC4A5-EDCD-4929-9428-0579DF94C9AC}"/>
              </a:ext>
            </a:extLst>
          </p:cNvPr>
          <p:cNvSpPr>
            <a:spLocks xmlns:a="http://schemas.openxmlformats.org/drawingml/2006/main" noGrp="1"/>
          </p:cNvSpPr>
          <p:nvPr/>
        </p:nvSpPr>
        <p:spPr>
          <a:xfrm xmlns:a="http://schemas.openxmlformats.org/drawingml/2006/main">
            <a:off x="15792450" y="3152775"/>
            <a:ext cx="9525" cy="647700"/>
          </a:xfrm>
          <a:custGeom xmlns:a="http://schemas.openxmlformats.org/drawingml/2006/main">
            <a:pathLst>
              <a:path w="9525" h="647700">
                <a:moveTo>
                  <a:pt x="0" y="0"/>
                </a:moveTo>
                <a:lnTo>
                  <a:pt x="0" y="647700"/>
                </a:lnTo>
              </a:path>
            </a:pathLst>
          </a:custGeom>
          <a:noFill xmlns:a="http://schemas.openxmlformats.org/drawingml/2006/main"/>
          <a:ln xmlns:a="http://schemas.openxmlformats.org/drawingml/2006/main" w="28575">
            <a:solidFill>
              <a:srgbClr val="00889A"/>
            </a:solidFill>
            <a:prstDash val="solid"/>
          </a:ln>
        </p:spPr>
      </p:sp>
      <p:sp>
        <p:nvSpPr>
          <p:cNvPr id="59" name="v2-281-b-task-head">
            <a:extLst xmlns:a="http://schemas.openxmlformats.org/drawingml/2006/main">
              <a:ext uri="{FF2B5EF4-FFF2-40B4-BE49-F238E27FC236}">
                <a16:creationId xmlns:a16="http://schemas.microsoft.com/office/drawing/2014/main" id="{59D1A660-5CF6-47AD-99D0-209C083EEA57}"/>
              </a:ext>
            </a:extLst>
          </p:cNvPr>
          <p:cNvSpPr>
            <a:spLocks xmlns:a="http://schemas.openxmlformats.org/drawingml/2006/main" noGrp="1"/>
          </p:cNvSpPr>
          <p:nvPr/>
        </p:nvSpPr>
        <p:spPr>
          <a:xfrm xmlns:a="http://schemas.openxmlformats.org/drawingml/2006/main">
            <a:off x="15737652" y="370016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8575">
            <a:solidFill>
              <a:srgbClr val="00889A"/>
            </a:solidFill>
            <a:prstDash val="solid"/>
          </a:ln>
        </p:spPr>
      </p:sp>
      <p:sp>
        <p:nvSpPr>
          <p:cNvPr id="60" name="v2-282-b-input-state">
            <a:extLst xmlns:a="http://schemas.openxmlformats.org/drawingml/2006/main">
              <a:ext uri="{FF2B5EF4-FFF2-40B4-BE49-F238E27FC236}">
                <a16:creationId xmlns:a16="http://schemas.microsoft.com/office/drawing/2014/main" id="{23CF3CF7-6445-4FC2-92FF-9D2B96A0E884}"/>
              </a:ext>
            </a:extLst>
          </p:cNvPr>
          <p:cNvSpPr>
            <a:spLocks xmlns:a="http://schemas.openxmlformats.org/drawingml/2006/main" noGrp="1"/>
          </p:cNvSpPr>
          <p:nvPr/>
        </p:nvSpPr>
        <p:spPr>
          <a:xfrm xmlns:a="http://schemas.openxmlformats.org/drawingml/2006/main">
            <a:off x="10544175" y="428625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19050">
            <a:solidFill>
              <a:srgbClr val="576773"/>
            </a:solidFill>
            <a:prstDash val="solid"/>
          </a:ln>
        </p:spPr>
      </p:sp>
      <p:sp>
        <p:nvSpPr>
          <p:cNvPr id="61" name="v2-283-b-input-state-head">
            <a:extLst xmlns:a="http://schemas.openxmlformats.org/drawingml/2006/main">
              <a:ext uri="{FF2B5EF4-FFF2-40B4-BE49-F238E27FC236}">
                <a16:creationId xmlns:a16="http://schemas.microsoft.com/office/drawing/2014/main" id="{23273D72-5773-48EE-9397-A43B0F31756A}"/>
              </a:ext>
            </a:extLst>
          </p:cNvPr>
          <p:cNvSpPr>
            <a:spLocks xmlns:a="http://schemas.openxmlformats.org/drawingml/2006/main" noGrp="1"/>
          </p:cNvSpPr>
          <p:nvPr/>
        </p:nvSpPr>
        <p:spPr>
          <a:xfrm xmlns:a="http://schemas.openxmlformats.org/drawingml/2006/main">
            <a:off x="10489377" y="43383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19050">
            <a:solidFill>
              <a:srgbClr val="576773"/>
            </a:solidFill>
            <a:prstDash val="solid"/>
          </a:ln>
        </p:spPr>
      </p:sp>
      <p:sp>
        <p:nvSpPr>
          <p:cNvPr id="62" name="v2-284-b-notice-state">
            <a:extLst xmlns:a="http://schemas.openxmlformats.org/drawingml/2006/main">
              <a:ext uri="{FF2B5EF4-FFF2-40B4-BE49-F238E27FC236}">
                <a16:creationId xmlns:a16="http://schemas.microsoft.com/office/drawing/2014/main" id="{888F5816-5AD2-41AC-A875-D707AEA4CA17}"/>
              </a:ext>
            </a:extLst>
          </p:cNvPr>
          <p:cNvSpPr>
            <a:spLocks xmlns:a="http://schemas.openxmlformats.org/drawingml/2006/main" noGrp="1"/>
          </p:cNvSpPr>
          <p:nvPr/>
        </p:nvSpPr>
        <p:spPr>
          <a:xfrm xmlns:a="http://schemas.openxmlformats.org/drawingml/2006/main">
            <a:off x="16440150" y="4286250"/>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19050">
            <a:solidFill>
              <a:srgbClr val="576773"/>
            </a:solidFill>
            <a:prstDash val="solid"/>
          </a:ln>
        </p:spPr>
      </p:sp>
      <p:sp>
        <p:nvSpPr>
          <p:cNvPr id="63" name="v2-285-b-notice-state-head">
            <a:extLst xmlns:a="http://schemas.openxmlformats.org/drawingml/2006/main">
              <a:ext uri="{FF2B5EF4-FFF2-40B4-BE49-F238E27FC236}">
                <a16:creationId xmlns:a16="http://schemas.microsoft.com/office/drawing/2014/main" id="{2466763E-E991-4D62-B10C-E537C805ABAD}"/>
              </a:ext>
            </a:extLst>
          </p:cNvPr>
          <p:cNvSpPr>
            <a:spLocks xmlns:a="http://schemas.openxmlformats.org/drawingml/2006/main" noGrp="1"/>
          </p:cNvSpPr>
          <p:nvPr/>
        </p:nvSpPr>
        <p:spPr>
          <a:xfrm xmlns:a="http://schemas.openxmlformats.org/drawingml/2006/main">
            <a:off x="16385352" y="43383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19050">
            <a:solidFill>
              <a:srgbClr val="576773"/>
            </a:solidFill>
            <a:prstDash val="solid"/>
          </a:ln>
        </p:spPr>
      </p:sp>
      <p:sp>
        <p:nvSpPr>
          <p:cNvPr id="64" name="v2-286-Request Interpreter">
            <a:extLst xmlns:a="http://schemas.openxmlformats.org/drawingml/2006/main">
              <a:ext uri="{FF2B5EF4-FFF2-40B4-BE49-F238E27FC236}">
                <a16:creationId xmlns:a16="http://schemas.microsoft.com/office/drawing/2014/main" id="{4B7B331B-356C-43EE-BF6E-12DE7A6DCB8A}"/>
              </a:ext>
            </a:extLst>
          </p:cNvPr>
          <p:cNvSpPr>
            <a:spLocks xmlns:a="http://schemas.openxmlformats.org/drawingml/2006/main" noGrp="1"/>
          </p:cNvSpPr>
          <p:nvPr/>
        </p:nvSpPr>
        <p:spPr>
          <a:xfrm xmlns:a="http://schemas.openxmlformats.org/drawingml/2006/main">
            <a:off x="9477375" y="5314950"/>
            <a:ext cx="3857625" cy="42862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65" name="v2-287-Request Interpreter-name">
            <a:extLst xmlns:a="http://schemas.openxmlformats.org/drawingml/2006/main">
              <a:ext uri="{FF2B5EF4-FFF2-40B4-BE49-F238E27FC236}">
                <a16:creationId xmlns:a16="http://schemas.microsoft.com/office/drawing/2014/main" id="{45E2C3D7-F729-42B9-93FA-636F52B60B02}"/>
              </a:ext>
            </a:extLst>
          </p:cNvPr>
          <p:cNvSpPr>
            <a:spLocks xmlns:a="http://schemas.openxmlformats.org/drawingml/2006/main" noGrp="1"/>
          </p:cNvSpPr>
          <p:nvPr/>
        </p:nvSpPr>
        <p:spPr>
          <a:xfrm xmlns:a="http://schemas.openxmlformats.org/drawingml/2006/main">
            <a:off x="9553575" y="5314950"/>
            <a:ext cx="3705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Request Interpreter</a:t>
            </a:r>
          </a:p>
        </p:txBody>
      </p:sp>
      <p:sp>
        <p:nvSpPr>
          <p:cNvPr id="66" name="v2-288-Response Manager">
            <a:extLst xmlns:a="http://schemas.openxmlformats.org/drawingml/2006/main">
              <a:ext uri="{FF2B5EF4-FFF2-40B4-BE49-F238E27FC236}">
                <a16:creationId xmlns:a16="http://schemas.microsoft.com/office/drawing/2014/main" id="{B768E91E-6077-47EE-B5F9-76E90E1FA16B}"/>
              </a:ext>
            </a:extLst>
          </p:cNvPr>
          <p:cNvSpPr>
            <a:spLocks xmlns:a="http://schemas.openxmlformats.org/drawingml/2006/main" noGrp="1"/>
          </p:cNvSpPr>
          <p:nvPr/>
        </p:nvSpPr>
        <p:spPr>
          <a:xfrm xmlns:a="http://schemas.openxmlformats.org/drawingml/2006/main">
            <a:off x="13839825" y="5010150"/>
            <a:ext cx="3886200" cy="1114425"/>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67" name="v2-289-Response Manager-boundary">
            <a:extLst xmlns:a="http://schemas.openxmlformats.org/drawingml/2006/main">
              <a:ext uri="{FF2B5EF4-FFF2-40B4-BE49-F238E27FC236}">
                <a16:creationId xmlns:a16="http://schemas.microsoft.com/office/drawing/2014/main" id="{63E0799F-D00C-40F7-A4E1-5AEAF0CFAE49}"/>
              </a:ext>
            </a:extLst>
          </p:cNvPr>
          <p:cNvSpPr>
            <a:spLocks xmlns:a="http://schemas.openxmlformats.org/drawingml/2006/main" noGrp="1"/>
          </p:cNvSpPr>
          <p:nvPr/>
        </p:nvSpPr>
        <p:spPr>
          <a:xfrm xmlns:a="http://schemas.openxmlformats.org/drawingml/2006/main">
            <a:off x="13973175" y="5048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Response Manager</a:t>
            </a:r>
          </a:p>
        </p:txBody>
      </p:sp>
      <p:sp>
        <p:nvSpPr>
          <p:cNvPr id="68" name="v2-290-Response Composer">
            <a:extLst xmlns:a="http://schemas.openxmlformats.org/drawingml/2006/main">
              <a:ext uri="{FF2B5EF4-FFF2-40B4-BE49-F238E27FC236}">
                <a16:creationId xmlns:a16="http://schemas.microsoft.com/office/drawing/2014/main" id="{8E7B5E4B-9B13-40D0-8F2A-F6B6C2DAE3BE}"/>
              </a:ext>
            </a:extLst>
          </p:cNvPr>
          <p:cNvSpPr>
            <a:spLocks xmlns:a="http://schemas.openxmlformats.org/drawingml/2006/main" noGrp="1"/>
          </p:cNvSpPr>
          <p:nvPr/>
        </p:nvSpPr>
        <p:spPr>
          <a:xfrm xmlns:a="http://schemas.openxmlformats.org/drawingml/2006/main">
            <a:off x="14001750" y="5391150"/>
            <a:ext cx="3552825" cy="3048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69" name="v2-291-Response Composer-name">
            <a:extLst xmlns:a="http://schemas.openxmlformats.org/drawingml/2006/main">
              <a:ext uri="{FF2B5EF4-FFF2-40B4-BE49-F238E27FC236}">
                <a16:creationId xmlns:a16="http://schemas.microsoft.com/office/drawing/2014/main" id="{5EF0B62B-FA4A-47B1-B6F2-A082CD3F7E64}"/>
              </a:ext>
            </a:extLst>
          </p:cNvPr>
          <p:cNvSpPr>
            <a:spLocks xmlns:a="http://schemas.openxmlformats.org/drawingml/2006/main" noGrp="1"/>
          </p:cNvSpPr>
          <p:nvPr/>
        </p:nvSpPr>
        <p:spPr>
          <a:xfrm xmlns:a="http://schemas.openxmlformats.org/drawingml/2006/main">
            <a:off x="14077950" y="5391150"/>
            <a:ext cx="3400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202B35"/>
                </a:solidFill>
                <a:latin typeface="Apple SD Gothic Neo"/>
                <a:ea typeface="Apple SD Gothic Neo"/>
                <a:cs typeface="Apple SD Gothic Neo"/>
              </a:defRPr>
            </a:pPr>
            <a:r>
              <a:rPr sz="1875" b="0">
                <a:solidFill>
                  <a:srgbClr val="202B35"/>
                </a:solidFill>
                <a:latin typeface="Apple SD Gothic Neo"/>
                <a:ea typeface="Apple SD Gothic Neo"/>
                <a:cs typeface="Apple SD Gothic Neo"/>
              </a:rPr>
              <a:t>Response Composer</a:t>
            </a:r>
          </a:p>
        </p:txBody>
      </p:sp>
      <p:sp>
        <p:nvSpPr>
          <p:cNvPr id="70" name="v2-292-Publication Join">
            <a:extLst xmlns:a="http://schemas.openxmlformats.org/drawingml/2006/main">
              <a:ext uri="{FF2B5EF4-FFF2-40B4-BE49-F238E27FC236}">
                <a16:creationId xmlns:a16="http://schemas.microsoft.com/office/drawing/2014/main" id="{460C16DC-E3B8-481D-992A-61E1601A23A1}"/>
              </a:ext>
            </a:extLst>
          </p:cNvPr>
          <p:cNvSpPr>
            <a:spLocks xmlns:a="http://schemas.openxmlformats.org/drawingml/2006/main" noGrp="1"/>
          </p:cNvSpPr>
          <p:nvPr/>
        </p:nvSpPr>
        <p:spPr>
          <a:xfrm xmlns:a="http://schemas.openxmlformats.org/drawingml/2006/main">
            <a:off x="14001750" y="5772150"/>
            <a:ext cx="3552825" cy="304800"/>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71" name="v2-293-Publication Join-name">
            <a:extLst xmlns:a="http://schemas.openxmlformats.org/drawingml/2006/main">
              <a:ext uri="{FF2B5EF4-FFF2-40B4-BE49-F238E27FC236}">
                <a16:creationId xmlns:a16="http://schemas.microsoft.com/office/drawing/2014/main" id="{B8065C27-3C07-4882-B1AD-6613648383CA}"/>
              </a:ext>
            </a:extLst>
          </p:cNvPr>
          <p:cNvSpPr>
            <a:spLocks xmlns:a="http://schemas.openxmlformats.org/drawingml/2006/main" noGrp="1"/>
          </p:cNvSpPr>
          <p:nvPr/>
        </p:nvSpPr>
        <p:spPr>
          <a:xfrm xmlns:a="http://schemas.openxmlformats.org/drawingml/2006/main">
            <a:off x="14077950" y="5772150"/>
            <a:ext cx="3400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a:solidFill>
                  <a:srgbClr val="202B35"/>
                </a:solidFill>
                <a:latin typeface="Apple SD Gothic Neo"/>
                <a:ea typeface="Apple SD Gothic Neo"/>
                <a:cs typeface="Apple SD Gothic Neo"/>
              </a:defRPr>
            </a:pPr>
            <a:r>
              <a:rPr sz="1950" b="0">
                <a:solidFill>
                  <a:srgbClr val="202B35"/>
                </a:solidFill>
                <a:latin typeface="Apple SD Gothic Neo"/>
                <a:ea typeface="Apple SD Gothic Neo"/>
                <a:cs typeface="Apple SD Gothic Neo"/>
              </a:rPr>
              <a:t>Publication Join</a:t>
            </a:r>
          </a:p>
        </p:txBody>
      </p:sp>
      <p:sp>
        <p:nvSpPr>
          <p:cNvPr id="72" name="v2-294-b-meaning">
            <a:extLst xmlns:a="http://schemas.openxmlformats.org/drawingml/2006/main">
              <a:ext uri="{FF2B5EF4-FFF2-40B4-BE49-F238E27FC236}">
                <a16:creationId xmlns:a16="http://schemas.microsoft.com/office/drawing/2014/main" id="{35F51184-54C3-4A97-89B5-6C9523D64795}"/>
              </a:ext>
            </a:extLst>
          </p:cNvPr>
          <p:cNvSpPr>
            <a:spLocks xmlns:a="http://schemas.openxmlformats.org/drawingml/2006/main" noGrp="1"/>
          </p:cNvSpPr>
          <p:nvPr/>
        </p:nvSpPr>
        <p:spPr>
          <a:xfrm xmlns:a="http://schemas.openxmlformats.org/drawingml/2006/main">
            <a:off x="11401425" y="4048125"/>
            <a:ext cx="2162175" cy="1266825"/>
          </a:xfrm>
          <a:custGeom xmlns:a="http://schemas.openxmlformats.org/drawingml/2006/main">
            <a:pathLst>
              <a:path w="2162175" h="1266825">
                <a:moveTo>
                  <a:pt x="1905000" y="0"/>
                </a:moveTo>
                <a:lnTo>
                  <a:pt x="2162175" y="0"/>
                </a:lnTo>
                <a:lnTo>
                  <a:pt x="2162175" y="1104900"/>
                </a:lnTo>
                <a:lnTo>
                  <a:pt x="0" y="1104900"/>
                </a:lnTo>
                <a:lnTo>
                  <a:pt x="0" y="1266825"/>
                </a:lnTo>
              </a:path>
            </a:pathLst>
          </a:custGeom>
          <a:noFill xmlns:a="http://schemas.openxmlformats.org/drawingml/2006/main"/>
          <a:ln xmlns:a="http://schemas.openxmlformats.org/drawingml/2006/main" w="23813">
            <a:solidFill>
              <a:srgbClr val="00889A"/>
            </a:solidFill>
            <a:prstDash val="solid"/>
          </a:ln>
        </p:spPr>
      </p:sp>
      <p:sp>
        <p:nvSpPr>
          <p:cNvPr id="73" name="v2-295-b-meaning-head">
            <a:extLst xmlns:a="http://schemas.openxmlformats.org/drawingml/2006/main">
              <a:ext uri="{FF2B5EF4-FFF2-40B4-BE49-F238E27FC236}">
                <a16:creationId xmlns:a16="http://schemas.microsoft.com/office/drawing/2014/main" id="{A24B0CDA-B05B-4A86-877A-A8078C0E6A00}"/>
              </a:ext>
            </a:extLst>
          </p:cNvPr>
          <p:cNvSpPr>
            <a:spLocks xmlns:a="http://schemas.openxmlformats.org/drawingml/2006/main" noGrp="1"/>
          </p:cNvSpPr>
          <p:nvPr/>
        </p:nvSpPr>
        <p:spPr>
          <a:xfrm xmlns:a="http://schemas.openxmlformats.org/drawingml/2006/main">
            <a:off x="11346627" y="52146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00889A"/>
            </a:solidFill>
            <a:prstDash val="solid"/>
          </a:ln>
        </p:spPr>
      </p:sp>
      <p:sp>
        <p:nvSpPr>
          <p:cNvPr id="74" name="v2-296-b-proposal-return">
            <a:extLst xmlns:a="http://schemas.openxmlformats.org/drawingml/2006/main">
              <a:ext uri="{FF2B5EF4-FFF2-40B4-BE49-F238E27FC236}">
                <a16:creationId xmlns:a16="http://schemas.microsoft.com/office/drawing/2014/main" id="{9D1B66C4-45F0-4EC7-B37A-D1EE02713380}"/>
              </a:ext>
            </a:extLst>
          </p:cNvPr>
          <p:cNvSpPr>
            <a:spLocks xmlns:a="http://schemas.openxmlformats.org/drawingml/2006/main" noGrp="1"/>
          </p:cNvSpPr>
          <p:nvPr/>
        </p:nvSpPr>
        <p:spPr>
          <a:xfrm xmlns:a="http://schemas.openxmlformats.org/drawingml/2006/main">
            <a:off x="12992100" y="3667125"/>
            <a:ext cx="666750" cy="1866900"/>
          </a:xfrm>
          <a:custGeom xmlns:a="http://schemas.openxmlformats.org/drawingml/2006/main">
            <a:pathLst>
              <a:path w="666750" h="1866900">
                <a:moveTo>
                  <a:pt x="342900" y="1866900"/>
                </a:moveTo>
                <a:lnTo>
                  <a:pt x="666750" y="1866900"/>
                </a:lnTo>
                <a:lnTo>
                  <a:pt x="666750" y="0"/>
                </a:lnTo>
                <a:lnTo>
                  <a:pt x="0" y="0"/>
                </a:lnTo>
                <a:lnTo>
                  <a:pt x="0" y="133350"/>
                </a:lnTo>
              </a:path>
            </a:pathLst>
          </a:custGeom>
          <a:noFill xmlns:a="http://schemas.openxmlformats.org/drawingml/2006/main"/>
          <a:ln xmlns:a="http://schemas.openxmlformats.org/drawingml/2006/main" w="23813">
            <a:solidFill>
              <a:srgbClr val="576773"/>
            </a:solidFill>
            <a:prstDash val="solid"/>
          </a:ln>
        </p:spPr>
      </p:sp>
      <p:sp>
        <p:nvSpPr>
          <p:cNvPr id="75" name="v2-297-b-proposal-return-head">
            <a:extLst xmlns:a="http://schemas.openxmlformats.org/drawingml/2006/main">
              <a:ext uri="{FF2B5EF4-FFF2-40B4-BE49-F238E27FC236}">
                <a16:creationId xmlns:a16="http://schemas.microsoft.com/office/drawing/2014/main" id="{2CD80145-B2CC-4268-8830-937F7D1E2F3D}"/>
              </a:ext>
            </a:extLst>
          </p:cNvPr>
          <p:cNvSpPr>
            <a:spLocks xmlns:a="http://schemas.openxmlformats.org/drawingml/2006/main" noGrp="1"/>
          </p:cNvSpPr>
          <p:nvPr/>
        </p:nvSpPr>
        <p:spPr>
          <a:xfrm xmlns:a="http://schemas.openxmlformats.org/drawingml/2006/main">
            <a:off x="12937302" y="370016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576773"/>
            </a:solidFill>
            <a:prstDash val="solid"/>
          </a:ln>
        </p:spPr>
      </p:sp>
      <p:sp>
        <p:nvSpPr>
          <p:cNvPr id="76" name="v2-298-b-adopted-compose">
            <a:extLst xmlns:a="http://schemas.openxmlformats.org/drawingml/2006/main">
              <a:ext uri="{FF2B5EF4-FFF2-40B4-BE49-F238E27FC236}">
                <a16:creationId xmlns:a16="http://schemas.microsoft.com/office/drawing/2014/main" id="{4FFA312A-0D73-44FD-947B-CEFC085D8432}"/>
              </a:ext>
            </a:extLst>
          </p:cNvPr>
          <p:cNvSpPr>
            <a:spLocks xmlns:a="http://schemas.openxmlformats.org/drawingml/2006/main" noGrp="1"/>
          </p:cNvSpPr>
          <p:nvPr/>
        </p:nvSpPr>
        <p:spPr>
          <a:xfrm xmlns:a="http://schemas.openxmlformats.org/drawingml/2006/main">
            <a:off x="13306425" y="4219575"/>
            <a:ext cx="695325" cy="1314450"/>
          </a:xfrm>
          <a:custGeom xmlns:a="http://schemas.openxmlformats.org/drawingml/2006/main">
            <a:pathLst>
              <a:path w="695325" h="1314450">
                <a:moveTo>
                  <a:pt x="0" y="0"/>
                </a:moveTo>
                <a:lnTo>
                  <a:pt x="457200" y="0"/>
                </a:lnTo>
                <a:lnTo>
                  <a:pt x="457200" y="1314450"/>
                </a:lnTo>
                <a:lnTo>
                  <a:pt x="695325" y="1314450"/>
                </a:lnTo>
              </a:path>
            </a:pathLst>
          </a:custGeom>
          <a:noFill xmlns:a="http://schemas.openxmlformats.org/drawingml/2006/main"/>
          <a:ln xmlns:a="http://schemas.openxmlformats.org/drawingml/2006/main" w="23813">
            <a:solidFill>
              <a:srgbClr val="00889A"/>
            </a:solidFill>
            <a:prstDash val="solid"/>
          </a:ln>
        </p:spPr>
      </p:sp>
      <p:sp>
        <p:nvSpPr>
          <p:cNvPr id="77" name="v2-299-b-adopted-compose-head">
            <a:extLst xmlns:a="http://schemas.openxmlformats.org/drawingml/2006/main">
              <a:ext uri="{FF2B5EF4-FFF2-40B4-BE49-F238E27FC236}">
                <a16:creationId xmlns:a16="http://schemas.microsoft.com/office/drawing/2014/main" id="{1F3A3607-E7B8-421A-B243-844A3A1FEA8B}"/>
              </a:ext>
            </a:extLst>
          </p:cNvPr>
          <p:cNvSpPr>
            <a:spLocks xmlns:a="http://schemas.openxmlformats.org/drawingml/2006/main" noGrp="1"/>
          </p:cNvSpPr>
          <p:nvPr/>
        </p:nvSpPr>
        <p:spPr>
          <a:xfrm xmlns:a="http://schemas.openxmlformats.org/drawingml/2006/main">
            <a:off x="13901442" y="547922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3813">
            <a:solidFill>
              <a:srgbClr val="00889A"/>
            </a:solidFill>
            <a:prstDash val="solid"/>
          </a:ln>
        </p:spPr>
      </p:sp>
      <p:sp>
        <p:nvSpPr>
          <p:cNvPr id="78" name="v2-300-note">
            <a:extLst xmlns:a="http://schemas.openxmlformats.org/drawingml/2006/main">
              <a:ext uri="{FF2B5EF4-FFF2-40B4-BE49-F238E27FC236}">
                <a16:creationId xmlns:a16="http://schemas.microsoft.com/office/drawing/2014/main" id="{E20219C1-1523-42FD-A7FF-7423C64ABFF5}"/>
              </a:ext>
            </a:extLst>
          </p:cNvPr>
          <p:cNvSpPr>
            <a:spLocks xmlns:a="http://schemas.openxmlformats.org/drawingml/2006/main" noGrp="1"/>
          </p:cNvSpPr>
          <p:nvPr/>
        </p:nvSpPr>
        <p:spPr>
          <a:xfrm xmlns:a="http://schemas.openxmlformats.org/drawingml/2006/main">
            <a:off x="9477375" y="506730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576773"/>
                </a:solidFill>
                <a:latin typeface="Apple SD Gothic Neo"/>
                <a:ea typeface="Apple SD Gothic Neo"/>
                <a:cs typeface="Apple SD Gothic Neo"/>
              </a:defRPr>
            </a:pPr>
            <a:r>
              <a:rPr sz="1500" b="0">
                <a:solidFill>
                  <a:srgbClr val="576773"/>
                </a:solidFill>
                <a:latin typeface="Apple SD Gothic Neo"/>
                <a:ea typeface="Apple SD Gothic Neo"/>
                <a:cs typeface="Apple SD Gothic Neo"/>
              </a:rPr>
              <a:t>제안 반환 후 채택</a:t>
            </a:r>
          </a:p>
        </p:txBody>
      </p:sp>
      <p:sp>
        <p:nvSpPr>
          <p:cNvPr id="79" name="v2-301-b-notice-compose">
            <a:extLst xmlns:a="http://schemas.openxmlformats.org/drawingml/2006/main">
              <a:ext uri="{FF2B5EF4-FFF2-40B4-BE49-F238E27FC236}">
                <a16:creationId xmlns:a16="http://schemas.microsoft.com/office/drawing/2014/main" id="{5CBD4FDF-8E10-46A1-8BC3-176A2FF094F2}"/>
              </a:ext>
            </a:extLst>
          </p:cNvPr>
          <p:cNvSpPr>
            <a:spLocks xmlns:a="http://schemas.openxmlformats.org/drawingml/2006/main" noGrp="1"/>
          </p:cNvSpPr>
          <p:nvPr/>
        </p:nvSpPr>
        <p:spPr>
          <a:xfrm xmlns:a="http://schemas.openxmlformats.org/drawingml/2006/main">
            <a:off x="17535525" y="4095750"/>
            <a:ext cx="428625" cy="1438275"/>
          </a:xfrm>
          <a:custGeom xmlns:a="http://schemas.openxmlformats.org/drawingml/2006/main">
            <a:pathLst>
              <a:path w="428625" h="1438275">
                <a:moveTo>
                  <a:pt x="0" y="0"/>
                </a:moveTo>
                <a:lnTo>
                  <a:pt x="428625" y="0"/>
                </a:lnTo>
                <a:lnTo>
                  <a:pt x="428625" y="1438275"/>
                </a:lnTo>
                <a:lnTo>
                  <a:pt x="19050" y="1438275"/>
                </a:lnTo>
              </a:path>
            </a:pathLst>
          </a:custGeom>
          <a:noFill xmlns:a="http://schemas.openxmlformats.org/drawingml/2006/main"/>
          <a:ln xmlns:a="http://schemas.openxmlformats.org/drawingml/2006/main" w="23813">
            <a:solidFill>
              <a:srgbClr val="00889A"/>
            </a:solidFill>
            <a:prstDash val="solid"/>
          </a:ln>
        </p:spPr>
      </p:sp>
      <p:sp>
        <p:nvSpPr>
          <p:cNvPr id="80" name="v2-302-b-notice-compose-head">
            <a:extLst xmlns:a="http://schemas.openxmlformats.org/drawingml/2006/main">
              <a:ext uri="{FF2B5EF4-FFF2-40B4-BE49-F238E27FC236}">
                <a16:creationId xmlns:a16="http://schemas.microsoft.com/office/drawing/2014/main" id="{79C2861B-E61B-4443-880A-C64AC0DFFF49}"/>
              </a:ext>
            </a:extLst>
          </p:cNvPr>
          <p:cNvSpPr>
            <a:spLocks xmlns:a="http://schemas.openxmlformats.org/drawingml/2006/main" noGrp="1"/>
          </p:cNvSpPr>
          <p:nvPr/>
        </p:nvSpPr>
        <p:spPr>
          <a:xfrm xmlns:a="http://schemas.openxmlformats.org/drawingml/2006/main">
            <a:off x="17554575" y="5479227"/>
            <a:ext cx="100308" cy="109597"/>
          </a:xfrm>
          <a:custGeom xmlns:a="http://schemas.openxmlformats.org/drawingml/2006/main">
            <a:pathLst>
              <a:path w="100308" h="109597">
                <a:moveTo>
                  <a:pt x="100308" y="0"/>
                </a:moveTo>
                <a:lnTo>
                  <a:pt x="0" y="54798"/>
                </a:lnTo>
                <a:lnTo>
                  <a:pt x="100308" y="109597"/>
                </a:lnTo>
              </a:path>
            </a:pathLst>
          </a:custGeom>
          <a:noFill xmlns:a="http://schemas.openxmlformats.org/drawingml/2006/main"/>
          <a:ln xmlns:a="http://schemas.openxmlformats.org/drawingml/2006/main" w="23813">
            <a:solidFill>
              <a:srgbClr val="00889A"/>
            </a:solidFill>
            <a:prstDash val="solid"/>
          </a:ln>
        </p:spPr>
      </p:sp>
      <p:sp>
        <p:nvSpPr>
          <p:cNvPr id="81" name="v2-303-note">
            <a:extLst xmlns:a="http://schemas.openxmlformats.org/drawingml/2006/main">
              <a:ext uri="{FF2B5EF4-FFF2-40B4-BE49-F238E27FC236}">
                <a16:creationId xmlns:a16="http://schemas.microsoft.com/office/drawing/2014/main" id="{71B3062C-EC78-4722-B69D-E77C1FF2B851}"/>
              </a:ext>
            </a:extLst>
          </p:cNvPr>
          <p:cNvSpPr>
            <a:spLocks xmlns:a="http://schemas.openxmlformats.org/drawingml/2006/main" noGrp="1"/>
          </p:cNvSpPr>
          <p:nvPr/>
        </p:nvSpPr>
        <p:spPr>
          <a:xfrm xmlns:a="http://schemas.openxmlformats.org/drawingml/2006/main">
            <a:off x="16192500" y="3438525"/>
            <a:ext cx="1466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576773"/>
                </a:solidFill>
                <a:latin typeface="Apple SD Gothic Neo"/>
                <a:ea typeface="Apple SD Gothic Neo"/>
                <a:cs typeface="Apple SD Gothic Neo"/>
              </a:defRPr>
            </a:pPr>
            <a:r>
              <a:rPr sz="1500" b="0">
                <a:solidFill>
                  <a:srgbClr val="576773"/>
                </a:solidFill>
                <a:latin typeface="Apple SD Gothic Neo"/>
                <a:ea typeface="Apple SD Gothic Neo"/>
                <a:cs typeface="Apple SD Gothic Neo"/>
              </a:rPr>
              <a:t>유효 Notice</a:t>
            </a:r>
          </a:p>
        </p:txBody>
      </p:sp>
      <p:sp>
        <p:nvSpPr>
          <p:cNvPr id="82" name="v2-304-b-candidate">
            <a:extLst xmlns:a="http://schemas.openxmlformats.org/drawingml/2006/main">
              <a:ext uri="{FF2B5EF4-FFF2-40B4-BE49-F238E27FC236}">
                <a16:creationId xmlns:a16="http://schemas.microsoft.com/office/drawing/2014/main" id="{FF620E1D-59E0-40CF-A23E-EF6071003DF5}"/>
              </a:ext>
            </a:extLst>
          </p:cNvPr>
          <p:cNvSpPr>
            <a:spLocks xmlns:a="http://schemas.openxmlformats.org/drawingml/2006/main" noGrp="1"/>
          </p:cNvSpPr>
          <p:nvPr/>
        </p:nvSpPr>
        <p:spPr>
          <a:xfrm xmlns:a="http://schemas.openxmlformats.org/drawingml/2006/main">
            <a:off x="15773400" y="5695950"/>
            <a:ext cx="9525" cy="76200"/>
          </a:xfrm>
          <a:custGeom xmlns:a="http://schemas.openxmlformats.org/drawingml/2006/main">
            <a:pathLst>
              <a:path w="9525" h="76200">
                <a:moveTo>
                  <a:pt x="0" y="0"/>
                </a:moveTo>
                <a:lnTo>
                  <a:pt x="0" y="76200"/>
                </a:lnTo>
              </a:path>
            </a:pathLst>
          </a:custGeom>
          <a:noFill xmlns:a="http://schemas.openxmlformats.org/drawingml/2006/main"/>
          <a:ln xmlns:a="http://schemas.openxmlformats.org/drawingml/2006/main" w="23813">
            <a:solidFill>
              <a:srgbClr val="00889A"/>
            </a:solidFill>
            <a:prstDash val="solid"/>
          </a:ln>
        </p:spPr>
      </p:sp>
      <p:sp>
        <p:nvSpPr>
          <p:cNvPr id="83" name="v2-305-b-candidate-head">
            <a:extLst xmlns:a="http://schemas.openxmlformats.org/drawingml/2006/main">
              <a:ext uri="{FF2B5EF4-FFF2-40B4-BE49-F238E27FC236}">
                <a16:creationId xmlns:a16="http://schemas.microsoft.com/office/drawing/2014/main" id="{B034E452-2423-4663-B174-E7B4E71A904A}"/>
              </a:ext>
            </a:extLst>
          </p:cNvPr>
          <p:cNvSpPr>
            <a:spLocks xmlns:a="http://schemas.openxmlformats.org/drawingml/2006/main" noGrp="1"/>
          </p:cNvSpPr>
          <p:nvPr/>
        </p:nvSpPr>
        <p:spPr>
          <a:xfrm xmlns:a="http://schemas.openxmlformats.org/drawingml/2006/main">
            <a:off x="15718602" y="56718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00889A"/>
            </a:solidFill>
            <a:prstDash val="solid"/>
          </a:ln>
        </p:spPr>
      </p:sp>
      <p:sp>
        <p:nvSpPr>
          <p:cNvPr id="84" name="v2-306-b-join-input">
            <a:extLst xmlns:a="http://schemas.openxmlformats.org/drawingml/2006/main">
              <a:ext uri="{FF2B5EF4-FFF2-40B4-BE49-F238E27FC236}">
                <a16:creationId xmlns:a16="http://schemas.microsoft.com/office/drawing/2014/main" id="{8659B599-F90A-4F70-A80D-B35B019FED2C}"/>
              </a:ext>
            </a:extLst>
          </p:cNvPr>
          <p:cNvSpPr>
            <a:spLocks xmlns:a="http://schemas.openxmlformats.org/drawingml/2006/main" noGrp="1"/>
          </p:cNvSpPr>
          <p:nvPr/>
        </p:nvSpPr>
        <p:spPr>
          <a:xfrm xmlns:a="http://schemas.openxmlformats.org/drawingml/2006/main">
            <a:off x="9372600" y="4867275"/>
            <a:ext cx="4629150" cy="1057275"/>
          </a:xfrm>
          <a:custGeom xmlns:a="http://schemas.openxmlformats.org/drawingml/2006/main">
            <a:pathLst>
              <a:path w="4629150" h="1057275">
                <a:moveTo>
                  <a:pt x="1171575" y="0"/>
                </a:moveTo>
                <a:lnTo>
                  <a:pt x="1171575" y="152400"/>
                </a:lnTo>
                <a:lnTo>
                  <a:pt x="0" y="152400"/>
                </a:lnTo>
                <a:lnTo>
                  <a:pt x="0" y="1057275"/>
                </a:lnTo>
                <a:lnTo>
                  <a:pt x="4629150" y="1057275"/>
                </a:lnTo>
              </a:path>
            </a:pathLst>
          </a:custGeom>
          <a:noFill xmlns:a="http://schemas.openxmlformats.org/drawingml/2006/main"/>
          <a:ln xmlns:a="http://schemas.openxmlformats.org/drawingml/2006/main" w="23813">
            <a:solidFill>
              <a:srgbClr val="00889A"/>
            </a:solidFill>
            <a:prstDash val="solid"/>
          </a:ln>
        </p:spPr>
      </p:sp>
      <p:sp>
        <p:nvSpPr>
          <p:cNvPr id="85" name="v2-307-b-join-input-head">
            <a:extLst xmlns:a="http://schemas.openxmlformats.org/drawingml/2006/main">
              <a:ext uri="{FF2B5EF4-FFF2-40B4-BE49-F238E27FC236}">
                <a16:creationId xmlns:a16="http://schemas.microsoft.com/office/drawing/2014/main" id="{9F21ABB8-FBD7-4D17-9747-344EC748C62D}"/>
              </a:ext>
            </a:extLst>
          </p:cNvPr>
          <p:cNvSpPr>
            <a:spLocks xmlns:a="http://schemas.openxmlformats.org/drawingml/2006/main" noGrp="1"/>
          </p:cNvSpPr>
          <p:nvPr/>
        </p:nvSpPr>
        <p:spPr>
          <a:xfrm xmlns:a="http://schemas.openxmlformats.org/drawingml/2006/main">
            <a:off x="13901442" y="58697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3813">
            <a:solidFill>
              <a:srgbClr val="00889A"/>
            </a:solidFill>
            <a:prstDash val="solid"/>
          </a:ln>
        </p:spPr>
      </p:sp>
      <p:sp>
        <p:nvSpPr>
          <p:cNvPr id="86" name="v2-308-b-join-notice">
            <a:extLst xmlns:a="http://schemas.openxmlformats.org/drawingml/2006/main">
              <a:ext uri="{FF2B5EF4-FFF2-40B4-BE49-F238E27FC236}">
                <a16:creationId xmlns:a16="http://schemas.microsoft.com/office/drawing/2014/main" id="{AC621F8A-9A8F-49A6-BFC1-9BF06BF8082F}"/>
              </a:ext>
            </a:extLst>
          </p:cNvPr>
          <p:cNvSpPr>
            <a:spLocks xmlns:a="http://schemas.openxmlformats.org/drawingml/2006/main" noGrp="1"/>
          </p:cNvSpPr>
          <p:nvPr/>
        </p:nvSpPr>
        <p:spPr>
          <a:xfrm xmlns:a="http://schemas.openxmlformats.org/drawingml/2006/main">
            <a:off x="16440150" y="4867275"/>
            <a:ext cx="1390650" cy="1057275"/>
          </a:xfrm>
          <a:custGeom xmlns:a="http://schemas.openxmlformats.org/drawingml/2006/main">
            <a:pathLst>
              <a:path w="1390650" h="1057275">
                <a:moveTo>
                  <a:pt x="0" y="0"/>
                </a:moveTo>
                <a:lnTo>
                  <a:pt x="1390650" y="0"/>
                </a:lnTo>
                <a:lnTo>
                  <a:pt x="1390650" y="1057275"/>
                </a:lnTo>
                <a:lnTo>
                  <a:pt x="1114425" y="1057275"/>
                </a:lnTo>
              </a:path>
            </a:pathLst>
          </a:custGeom>
          <a:noFill xmlns:a="http://schemas.openxmlformats.org/drawingml/2006/main"/>
          <a:ln xmlns:a="http://schemas.openxmlformats.org/drawingml/2006/main" w="23813">
            <a:solidFill>
              <a:srgbClr val="00889A"/>
            </a:solidFill>
            <a:prstDash val="solid"/>
          </a:ln>
        </p:spPr>
      </p:sp>
      <p:sp>
        <p:nvSpPr>
          <p:cNvPr id="87" name="v2-309-b-join-notice-head">
            <a:extLst xmlns:a="http://schemas.openxmlformats.org/drawingml/2006/main">
              <a:ext uri="{FF2B5EF4-FFF2-40B4-BE49-F238E27FC236}">
                <a16:creationId xmlns:a16="http://schemas.microsoft.com/office/drawing/2014/main" id="{073526A7-C758-401E-8964-B44414282891}"/>
              </a:ext>
            </a:extLst>
          </p:cNvPr>
          <p:cNvSpPr>
            <a:spLocks xmlns:a="http://schemas.openxmlformats.org/drawingml/2006/main" noGrp="1"/>
          </p:cNvSpPr>
          <p:nvPr/>
        </p:nvSpPr>
        <p:spPr>
          <a:xfrm xmlns:a="http://schemas.openxmlformats.org/drawingml/2006/main">
            <a:off x="17554575" y="5869752"/>
            <a:ext cx="100308" cy="109597"/>
          </a:xfrm>
          <a:custGeom xmlns:a="http://schemas.openxmlformats.org/drawingml/2006/main">
            <a:pathLst>
              <a:path w="100308" h="109597">
                <a:moveTo>
                  <a:pt x="100308" y="0"/>
                </a:moveTo>
                <a:lnTo>
                  <a:pt x="0" y="54798"/>
                </a:lnTo>
                <a:lnTo>
                  <a:pt x="100308" y="109597"/>
                </a:lnTo>
              </a:path>
            </a:pathLst>
          </a:custGeom>
          <a:noFill xmlns:a="http://schemas.openxmlformats.org/drawingml/2006/main"/>
          <a:ln xmlns:a="http://schemas.openxmlformats.org/drawingml/2006/main" w="23813">
            <a:solidFill>
              <a:srgbClr val="00889A"/>
            </a:solidFill>
            <a:prstDash val="solid"/>
          </a:ln>
        </p:spPr>
      </p:sp>
      <p:sp>
        <p:nvSpPr>
          <p:cNvPr id="88" name="v2-310-note">
            <a:extLst xmlns:a="http://schemas.openxmlformats.org/drawingml/2006/main">
              <a:ext uri="{FF2B5EF4-FFF2-40B4-BE49-F238E27FC236}">
                <a16:creationId xmlns:a16="http://schemas.microsoft.com/office/drawing/2014/main" id="{82A583D3-411A-4741-B1D5-621882DD8530}"/>
              </a:ext>
            </a:extLst>
          </p:cNvPr>
          <p:cNvSpPr>
            <a:spLocks xmlns:a="http://schemas.openxmlformats.org/drawingml/2006/main" noGrp="1"/>
          </p:cNvSpPr>
          <p:nvPr/>
        </p:nvSpPr>
        <p:spPr>
          <a:xfrm xmlns:a="http://schemas.openxmlformats.org/drawingml/2006/main">
            <a:off x="9477375" y="611505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576773"/>
                </a:solidFill>
                <a:latin typeface="Apple SD Gothic Neo"/>
                <a:ea typeface="Apple SD Gothic Neo"/>
                <a:cs typeface="Apple SD Gothic Neo"/>
              </a:defRPr>
            </a:pPr>
            <a:r>
              <a:rPr sz="1575" b="0">
                <a:solidFill>
                  <a:srgbClr val="576773"/>
                </a:solidFill>
                <a:latin typeface="Apple SD Gothic Neo"/>
                <a:ea typeface="Apple SD Gothic Neo"/>
                <a:cs typeface="Apple SD Gothic Neo"/>
              </a:rPr>
              <a:t>입력/알림 조건 + 준비된 후보 → 게시 가능 여부</a:t>
            </a:r>
          </a:p>
        </p:txBody>
      </p:sp>
      <p:sp>
        <p:nvSpPr>
          <p:cNvPr id="89" name="v2-311-note">
            <a:extLst xmlns:a="http://schemas.openxmlformats.org/drawingml/2006/main">
              <a:ext uri="{FF2B5EF4-FFF2-40B4-BE49-F238E27FC236}">
                <a16:creationId xmlns:a16="http://schemas.microsoft.com/office/drawing/2014/main" id="{A012552B-6836-45C3-B8B3-7E7A816A27D2}"/>
              </a:ext>
            </a:extLst>
          </p:cNvPr>
          <p:cNvSpPr>
            <a:spLocks xmlns:a="http://schemas.openxmlformats.org/drawingml/2006/main" noGrp="1"/>
          </p:cNvSpPr>
          <p:nvPr/>
        </p:nvSpPr>
        <p:spPr>
          <a:xfrm xmlns:a="http://schemas.openxmlformats.org/drawingml/2006/main">
            <a:off x="495300" y="6334125"/>
            <a:ext cx="17297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0889A"/>
                </a:solidFill>
                <a:latin typeface="Apple SD Gothic Neo"/>
                <a:ea typeface="Apple SD Gothic Neo"/>
                <a:cs typeface="Apple SD Gothic Neo"/>
              </a:defRPr>
            </a:pPr>
            <a:r>
              <a:rPr sz="1950" b="0">
                <a:solidFill>
                  <a:srgbClr val="00889A"/>
                </a:solidFill>
                <a:latin typeface="Apple SD Gothic Neo"/>
                <a:ea typeface="Apple SD Gothic Neo"/>
                <a:cs typeface="Apple SD Gothic Neo"/>
              </a:rPr>
              <a:t>공통: Publication Control의 검사 → Interaction Manager 실제 표시/재생 → Response Manager 전달 기록. 옛 후보 폐기 / 질문은 별도 허용</a:t>
            </a:r>
          </a:p>
        </p:txBody>
      </p:sp>
      <p:sp>
        <p:nvSpPr>
          <p:cNvPr id="90" name="v2-312-a-cost">
            <a:extLst xmlns:a="http://schemas.openxmlformats.org/drawingml/2006/main">
              <a:ext uri="{FF2B5EF4-FFF2-40B4-BE49-F238E27FC236}">
                <a16:creationId xmlns:a16="http://schemas.microsoft.com/office/drawing/2014/main" id="{F263034A-F85B-4CA3-9DB2-70221C31A9BE}"/>
              </a:ext>
            </a:extLst>
          </p:cNvPr>
          <p:cNvSpPr>
            <a:spLocks xmlns:a="http://schemas.openxmlformats.org/drawingml/2006/main" noGrp="1"/>
          </p:cNvSpPr>
          <p:nvPr/>
        </p:nvSpPr>
        <p:spPr>
          <a:xfrm xmlns:a="http://schemas.openxmlformats.org/drawingml/2006/main">
            <a:off x="495300" y="6743700"/>
            <a:ext cx="83724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A도 비동기, 병렬 실행과 우선순위 처리 가능</a:t>
            </a:r>
          </a:p>
        </p:txBody>
      </p:sp>
      <p:sp>
        <p:nvSpPr>
          <p:cNvPr id="91" name="v2-313-b-cost">
            <a:extLst xmlns:a="http://schemas.openxmlformats.org/drawingml/2006/main">
              <a:ext uri="{FF2B5EF4-FFF2-40B4-BE49-F238E27FC236}">
                <a16:creationId xmlns:a16="http://schemas.microsoft.com/office/drawing/2014/main" id="{C3D09DC4-687D-43E8-9103-7CEFFDA09DE6}"/>
              </a:ext>
            </a:extLst>
          </p:cNvPr>
          <p:cNvSpPr>
            <a:spLocks xmlns:a="http://schemas.openxmlformats.org/drawingml/2006/main" noGrp="1"/>
          </p:cNvSpPr>
          <p:nvPr/>
        </p:nvSpPr>
        <p:spPr>
          <a:xfrm xmlns:a="http://schemas.openxmlformats.org/drawingml/2006/main">
            <a:off x="9239250" y="6743700"/>
            <a:ext cx="8553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B는 Stage/Window, credit와 Join 상태 비용</a:t>
            </a:r>
          </a:p>
        </p:txBody>
      </p:sp>
      <p:graphicFrame>
        <p:nvGraphicFramePr>
          <p:cNvPr id="185" name=""/>
          <p:cNvGraphicFramePr/>
          <p:nvPr/>
        </p:nvGraphicFramePr>
        <p:xfrm>
          <a:off xmlns:a="http://schemas.openxmlformats.org/drawingml/2006/main" x="495300" y="7258050"/>
          <a:ext xmlns:a="http://schemas.openxmlformats.org/drawingml/2006/main" cx="17297400" cy="2533650"/>
        </p:xfrm>
        <a:graphic xmlns:a="http://schemas.openxmlformats.org/drawingml/2006/main">
          <a:graphicData uri="http://schemas.openxmlformats.org/drawingml/2006/table">
            <a:tbl>
              <a:tblPr/>
              <a:tblGrid>
                <a:gridCol w="4038600"/>
                <a:gridCol w="6629400"/>
                <a:gridCol w="6629400"/>
              </a:tblGrid>
              <a:tr h="381000">
                <a:tc>
                  <a:txBody>
                    <a:bodyPr/>
                    <a:lstStyle/>
                    <a:p>
                      <a:pPr algn="l"/>
                      <a:r>
                        <a:rPr sz="1725" b="1">
                          <a:solidFill>
                            <a:srgbClr val="FFFFFF"/>
                          </a:solidFill>
                          <a:latin typeface="Apple SD Gothic Neo"/>
                          <a:ea typeface="Apple SD Gothic Neo"/>
                          <a:cs typeface="Apple SD Gothic Neo"/>
                        </a:rPr>
                        <a:t>고정 품질 / 같은 P21</a:t>
                      </a:r>
                    </a:p>
                  </a:txBody>
                  <a:tcPr marL="114300" marR="76200" marT="9525" marB="9525" anchor="ctr">
                    <a:solidFill>
                      <a:srgbClr val="354354"/>
                    </a:solidFill>
                  </a:tcPr>
                </a:tc>
                <a:tc>
                  <a:txBody>
                    <a:bodyPr/>
                    <a:lstStyle/>
                    <a:p>
                      <a:pPr algn="l"/>
                      <a:r>
                        <a:rPr sz="1725" b="1">
                          <a:solidFill>
                            <a:srgbClr val="FFFFFF"/>
                          </a:solidFill>
                          <a:latin typeface="Apple SD Gothic Neo"/>
                          <a:ea typeface="Apple SD Gothic Neo"/>
                          <a:cs typeface="Apple SD Gothic Neo"/>
                        </a:rPr>
                        <a:t>A: 평가 경로와 현재 상태</a:t>
                      </a:r>
                    </a:p>
                  </a:txBody>
                  <a:tcPr marL="114300" marR="76200" marT="9525" marB="9525" anchor="ctr">
                    <a:solidFill>
                      <a:srgbClr val="354354"/>
                    </a:solidFill>
                  </a:tcPr>
                </a:tc>
                <a:tc>
                  <a:txBody>
                    <a:bodyPr/>
                    <a:lstStyle/>
                    <a:p>
                      <a:pPr algn="l"/>
                      <a:r>
                        <a:rPr sz="1725" b="1">
                          <a:solidFill>
                            <a:srgbClr val="FFFFFF"/>
                          </a:solidFill>
                          <a:latin typeface="Apple SD Gothic Neo"/>
                          <a:ea typeface="Apple SD Gothic Neo"/>
                          <a:cs typeface="Apple SD Gothic Neo"/>
                        </a:rPr>
                        <a:t>B: 평가 경로와 현재 상태</a:t>
                      </a:r>
                    </a:p>
                  </a:txBody>
                  <a:tcPr marL="114300" marR="76200" marT="9525" marB="9525" anchor="ctr">
                    <a:solidFill>
                      <a:srgbClr val="354354"/>
                    </a:solidFill>
                  </a:tcPr>
                </a:tc>
              </a:tr>
              <a:tr h="358775">
                <a:tc>
                  <a:txBody>
                    <a:bodyPr/>
                    <a:lstStyle/>
                    <a:p>
                      <a:pPr algn="l"/>
                      <a:r>
                        <a:rPr sz="1725" b="0">
                          <a:solidFill>
                            <a:srgbClr val="202B35"/>
                          </a:solidFill>
                          <a:latin typeface="Apple SD Gothic Neo"/>
                          <a:ea typeface="Apple SD Gothic Neo"/>
                          <a:cs typeface="Apple SD Gothic Neo"/>
                        </a:rPr>
                        <a:t>QA-01  요청 처리 정확성</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현재성 검사와 후속 지시</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Window와 Join의 현재성</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QA-02  상호작용 응답시간</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중앙 queue와 회수 대기</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Stage, Join과 수용량 대기</a:t>
                      </a:r>
                    </a:p>
                  </a:txBody>
                  <a:tcPr marL="114300" marR="76200" marT="9525" marB="9525" anchor="ctr">
                    <a:solidFill>
                      <a:srgbClr val="F5F7F8"/>
                    </a:solidFill>
                  </a:tcPr>
                </a:tc>
              </a:tr>
              <a:tr h="358775">
                <a:tc>
                  <a:txBody>
                    <a:bodyPr/>
                    <a:lstStyle/>
                    <a:p>
                      <a:pPr algn="l"/>
                      <a:r>
                        <a:rPr sz="1725" b="0">
                          <a:solidFill>
                            <a:srgbClr val="202B35"/>
                          </a:solidFill>
                          <a:latin typeface="Apple SD Gothic Neo"/>
                          <a:ea typeface="Apple SD Gothic Neo"/>
                          <a:cs typeface="Apple SD Gothic Neo"/>
                        </a:rPr>
                        <a:t>QA-03  VIA 요청 처리시간</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회수와 다음 실행 연결</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단계 활성화와 게시 Join</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QA-04  VIA 모델 사용 비용</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실제 호출, retry와 폐기</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실제 호출, retry와 폐기</a:t>
                      </a:r>
                    </a:p>
                  </a:txBody>
                  <a:tcPr marL="114300" marR="76200" marT="9525" marB="9525" anchor="ctr">
                    <a:solidFill>
                      <a:srgbClr val="F5F7F8"/>
                    </a:solidFill>
                  </a:tcPr>
                </a:tc>
              </a:tr>
              <a:tr h="358775">
                <a:tc>
                  <a:txBody>
                    <a:bodyPr/>
                    <a:lstStyle/>
                    <a:p>
                      <a:pPr algn="l"/>
                      <a:r>
                        <a:rPr sz="1725" b="0">
                          <a:solidFill>
                            <a:srgbClr val="202B35"/>
                          </a:solidFill>
                          <a:latin typeface="Apple SD Gothic Neo"/>
                          <a:ea typeface="Apple SD Gothic Neo"/>
                          <a:cs typeface="Apple SD Gothic Neo"/>
                        </a:rPr>
                        <a:t>QA-05  VIA 변경 용이성</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후속 규칙과 사건 계약</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단계와 Join 계약</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QA-06  로컬 VIA 메모리 사용량</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예산 1,792MiB / 중앙 상태와 queue</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예산 1,840MiB / Window, credit, copy</a:t>
                      </a:r>
                    </a:p>
                  </a:txBody>
                  <a:tcPr marL="114300" marR="76200" marT="9525" marB="9525" anchor="ctr">
                    <a:solidFill>
                      <a:srgbClr val="F5F7F8"/>
                    </a:solidFill>
                  </a:tcPr>
                </a:tc>
              </a:tr>
            </a:tbl>
          </a:graphicData>
        </a:graphic>
      </p:graphicFrame>
      <p:sp>
        <p:nvSpPr>
          <p:cNvPr id="93" name="v2-314-note">
            <a:extLst xmlns:a="http://schemas.openxmlformats.org/drawingml/2006/main">
              <a:ext uri="{FF2B5EF4-FFF2-40B4-BE49-F238E27FC236}">
                <a16:creationId xmlns:a16="http://schemas.microsoft.com/office/drawing/2014/main" id="{6378C499-39A5-40BF-8572-67798CF3B82A}"/>
              </a:ext>
            </a:extLst>
          </p:cNvPr>
          <p:cNvSpPr>
            <a:spLocks xmlns:a="http://schemas.openxmlformats.org/drawingml/2006/main" noGrp="1"/>
          </p:cNvSpPr>
          <p:nvPr/>
        </p:nvSpPr>
        <p:spPr>
          <a:xfrm xmlns:a="http://schemas.openxmlformats.org/drawingml/2006/main">
            <a:off x="495300" y="9839325"/>
            <a:ext cx="1729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실측 없음. 메모리는 설계 예산이며 측정값이 아닙니다. 전체 목표/보호 조건과 지역 계산의 상세 근거는 appendix에 보존합니다.</a:t>
            </a:r>
          </a:p>
        </p:txBody>
      </p:sp>
    </p:spTree>
    <p:extLst>
      <p:ext uri="{BB962C8B-B14F-4D97-AF65-F5344CB8AC3E}">
        <p14:creationId xmlns:p14="http://schemas.microsoft.com/office/powerpoint/2010/main" val="1964571774"/>
      </p:ext>
    </p:extLst>
  </p:cSld>
</p:sld>
</file>

<file path=ppt/slides/slide53.xml><?xml version="1.0" encoding="utf-8"?>
<p:sld xmlns:p="http://schemas.openxmlformats.org/presentationml/2006/main">
  <p:cSld name="dp45-comparison-v2">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v2-315-section">
            <a:extLst xmlns:a="http://schemas.openxmlformats.org/drawingml/2006/main">
              <a:ext uri="{FF2B5EF4-FFF2-40B4-BE49-F238E27FC236}">
                <a16:creationId xmlns:a16="http://schemas.microsoft.com/office/drawing/2014/main" id="{D19AA893-A9DB-454E-9A4F-F2AC0D467729}"/>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DP45 설계 비교</a:t>
            </a:r>
          </a:p>
        </p:txBody>
      </p:sp>
      <p:sp>
        <p:nvSpPr>
          <p:cNvPr id="2" name="v2-316-title">
            <a:extLst xmlns:a="http://schemas.openxmlformats.org/drawingml/2006/main">
              <a:ext uri="{FF2B5EF4-FFF2-40B4-BE49-F238E27FC236}">
                <a16:creationId xmlns:a16="http://schemas.microsoft.com/office/drawing/2014/main" id="{0DAC1176-66CD-4690-92E1-75F3FA4CB275}"/>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075" b="1">
                <a:solidFill>
                  <a:srgbClr val="202B35"/>
                </a:solidFill>
                <a:latin typeface="Apple SD Gothic Neo"/>
                <a:ea typeface="Apple SD Gothic Neo"/>
                <a:cs typeface="Apple SD Gothic Neo"/>
              </a:defRPr>
            </a:pPr>
            <a:r>
              <a:rPr sz="3075" b="1">
                <a:solidFill>
                  <a:srgbClr val="202B35"/>
                </a:solidFill>
                <a:latin typeface="Apple SD Gothic Neo"/>
                <a:ea typeface="Apple SD Gothic Neo"/>
                <a:cs typeface="Apple SD Gothic Neo"/>
              </a:rPr>
              <a:t>45. VIA 요청 처리시간과 모델 사용 비용을 위한 과거 맥락 제공 설계</a:t>
            </a:r>
          </a:p>
        </p:txBody>
      </p:sp>
      <p:sp>
        <p:nvSpPr>
          <p:cNvPr id="3" name="v2-317-rule">
            <a:extLst xmlns:a="http://schemas.openxmlformats.org/drawingml/2006/main">
              <a:ext uri="{FF2B5EF4-FFF2-40B4-BE49-F238E27FC236}">
                <a16:creationId xmlns:a16="http://schemas.microsoft.com/office/drawing/2014/main" id="{6733FE53-EA56-443B-AC0D-DFE39C3A86E3}"/>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318-page">
            <a:extLst xmlns:a="http://schemas.openxmlformats.org/drawingml/2006/main">
              <a:ext uri="{FF2B5EF4-FFF2-40B4-BE49-F238E27FC236}">
                <a16:creationId xmlns:a16="http://schemas.microsoft.com/office/drawing/2014/main" id="{ED56F267-D6C0-405B-8A5E-C99E7567CFB5}"/>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20</a:t>
            </a:r>
          </a:p>
        </p:txBody>
      </p:sp>
      <p:sp>
        <p:nvSpPr>
          <p:cNvPr id="5" name="v2-319-note">
            <a:extLst xmlns:a="http://schemas.openxmlformats.org/drawingml/2006/main">
              <a:ext uri="{FF2B5EF4-FFF2-40B4-BE49-F238E27FC236}">
                <a16:creationId xmlns:a16="http://schemas.microsoft.com/office/drawing/2014/main" id="{5A199CA3-8279-49EA-B70C-E8DCCEF2BB9E}"/>
              </a:ext>
            </a:extLst>
          </p:cNvPr>
          <p:cNvSpPr>
            <a:spLocks xmlns:a="http://schemas.openxmlformats.org/drawingml/2006/main" noGrp="1"/>
          </p:cNvSpPr>
          <p:nvPr/>
        </p:nvSpPr>
        <p:spPr>
          <a:xfrm xmlns:a="http://schemas.openxmlformats.org/drawingml/2006/main">
            <a:off x="495300" y="1457325"/>
            <a:ext cx="1729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576773"/>
                </a:solidFill>
                <a:latin typeface="Apple SD Gothic Neo"/>
                <a:ea typeface="Apple SD Gothic Neo"/>
                <a:cs typeface="Apple SD Gothic Neo"/>
              </a:defRPr>
            </a:pPr>
            <a:r>
              <a:rPr sz="2175" b="0">
                <a:solidFill>
                  <a:srgbClr val="576773"/>
                </a:solidFill>
                <a:latin typeface="Apple SD Gothic Neo"/>
                <a:ea typeface="Apple SD Gothic Neo"/>
                <a:cs typeface="Apple SD Gothic Neo"/>
              </a:rPr>
              <a:t>같은 요청: “지난번 평가 기준으로 제품 비교와 견적 결과를 함께 써서 제안서를 만들어줘.”</a:t>
            </a:r>
          </a:p>
        </p:txBody>
      </p:sp>
      <p:sp>
        <p:nvSpPr>
          <p:cNvPr id="6" name="v2-320-option-a">
            <a:extLst xmlns:a="http://schemas.openxmlformats.org/drawingml/2006/main">
              <a:ext uri="{FF2B5EF4-FFF2-40B4-BE49-F238E27FC236}">
                <a16:creationId xmlns:a16="http://schemas.microsoft.com/office/drawing/2014/main" id="{7FFCAB25-74E5-4BA6-A4BF-E3CBDF2CE393}"/>
              </a:ext>
            </a:extLst>
          </p:cNvPr>
          <p:cNvSpPr>
            <a:spLocks xmlns:a="http://schemas.openxmlformats.org/drawingml/2006/main" noGrp="1"/>
          </p:cNvSpPr>
          <p:nvPr/>
        </p:nvSpPr>
        <p:spPr>
          <a:xfrm xmlns:a="http://schemas.openxmlformats.org/drawingml/2006/main">
            <a:off x="495300" y="2000250"/>
            <a:ext cx="8391525" cy="476250"/>
          </a:xfrm>
          <a:prstGeom xmlns:a="http://schemas.openxmlformats.org/drawingml/2006/main" prst="rect">
            <a:avLst/>
          </a:prstGeom>
          <a:solidFill xmlns:a="http://schemas.openxmlformats.org/drawingml/2006/main">
            <a:srgbClr val="EAF3F7"/>
          </a:solidFill>
          <a:ln xmlns:a="http://schemas.openxmlformats.org/drawingml/2006/main" w="9525">
            <a:solidFill>
              <a:srgbClr val="BCCAD2"/>
            </a:solidFill>
          </a:ln>
        </p:spPr>
      </p:sp>
      <p:sp>
        <p:nvSpPr>
          <p:cNvPr id="7" name="v2-321-option-b">
            <a:extLst xmlns:a="http://schemas.openxmlformats.org/drawingml/2006/main">
              <a:ext uri="{FF2B5EF4-FFF2-40B4-BE49-F238E27FC236}">
                <a16:creationId xmlns:a16="http://schemas.microsoft.com/office/drawing/2014/main" id="{04163C29-2963-4406-8EEB-9B2C983301F7}"/>
              </a:ext>
            </a:extLst>
          </p:cNvPr>
          <p:cNvSpPr>
            <a:spLocks xmlns:a="http://schemas.openxmlformats.org/drawingml/2006/main" noGrp="1"/>
          </p:cNvSpPr>
          <p:nvPr/>
        </p:nvSpPr>
        <p:spPr>
          <a:xfrm xmlns:a="http://schemas.openxmlformats.org/drawingml/2006/main">
            <a:off x="9229725" y="2000250"/>
            <a:ext cx="8562975" cy="476250"/>
          </a:xfrm>
          <a:prstGeom xmlns:a="http://schemas.openxmlformats.org/drawingml/2006/main" prst="rect">
            <a:avLst/>
          </a:prstGeom>
          <a:solidFill xmlns:a="http://schemas.openxmlformats.org/drawingml/2006/main">
            <a:srgbClr val="FFF0DE"/>
          </a:solidFill>
          <a:ln xmlns:a="http://schemas.openxmlformats.org/drawingml/2006/main" w="9525">
            <a:solidFill>
              <a:srgbClr val="BCCAD2"/>
            </a:solidFill>
          </a:ln>
        </p:spPr>
      </p:sp>
      <p:sp>
        <p:nvSpPr>
          <p:cNvPr id="8" name="v2-322-option-a-text">
            <a:extLst xmlns:a="http://schemas.openxmlformats.org/drawingml/2006/main">
              <a:ext uri="{FF2B5EF4-FFF2-40B4-BE49-F238E27FC236}">
                <a16:creationId xmlns:a16="http://schemas.microsoft.com/office/drawing/2014/main" id="{1ECBAE3C-EE45-475E-B78B-0B516CD2E978}"/>
              </a:ext>
            </a:extLst>
          </p:cNvPr>
          <p:cNvSpPr>
            <a:spLocks xmlns:a="http://schemas.openxmlformats.org/drawingml/2006/main" noGrp="1"/>
          </p:cNvSpPr>
          <p:nvPr/>
        </p:nvSpPr>
        <p:spPr>
          <a:xfrm xmlns:a="http://schemas.openxmlformats.org/drawingml/2006/main">
            <a:off x="619125" y="2000250"/>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54354"/>
                </a:solidFill>
                <a:latin typeface="Apple SD Gothic Neo"/>
                <a:ea typeface="Apple SD Gothic Neo"/>
                <a:cs typeface="Apple SD Gothic Neo"/>
              </a:defRPr>
            </a:pPr>
            <a:r>
              <a:rPr sz="2325" b="1">
                <a:solidFill>
                  <a:srgbClr val="354354"/>
                </a:solidFill>
                <a:latin typeface="Apple SD Gothic Neo"/>
                <a:ea typeface="Apple SD Gothic Neo"/>
                <a:cs typeface="Apple SD Gothic Neo"/>
              </a:rPr>
              <a:t>A  현재 요청에 맞춰 원본을 조합</a:t>
            </a:r>
          </a:p>
        </p:txBody>
      </p:sp>
      <p:sp>
        <p:nvSpPr>
          <p:cNvPr id="9" name="v2-323-option-b-text">
            <a:extLst xmlns:a="http://schemas.openxmlformats.org/drawingml/2006/main">
              <a:ext uri="{FF2B5EF4-FFF2-40B4-BE49-F238E27FC236}">
                <a16:creationId xmlns:a16="http://schemas.microsoft.com/office/drawing/2014/main" id="{58BF011E-0375-462D-B910-112F5361683E}"/>
              </a:ext>
            </a:extLst>
          </p:cNvPr>
          <p:cNvSpPr>
            <a:spLocks xmlns:a="http://schemas.openxmlformats.org/drawingml/2006/main" noGrp="1"/>
          </p:cNvSpPr>
          <p:nvPr/>
        </p:nvSpPr>
        <p:spPr>
          <a:xfrm xmlns:a="http://schemas.openxmlformats.org/drawingml/2006/main">
            <a:off x="9353550" y="2000250"/>
            <a:ext cx="828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54354"/>
                </a:solidFill>
                <a:latin typeface="Apple SD Gothic Neo"/>
                <a:ea typeface="Apple SD Gothic Neo"/>
                <a:cs typeface="Apple SD Gothic Neo"/>
              </a:defRPr>
            </a:pPr>
            <a:r>
              <a:rPr sz="2325" b="1">
                <a:solidFill>
                  <a:srgbClr val="354354"/>
                </a:solidFill>
                <a:latin typeface="Apple SD Gothic Neo"/>
                <a:ea typeface="Apple SD Gothic Neo"/>
                <a:cs typeface="Apple SD Gothic Neo"/>
              </a:rPr>
              <a:t>B  과거 관계를 공통 생산하고 조회</a:t>
            </a:r>
          </a:p>
        </p:txBody>
      </p:sp>
      <p:sp>
        <p:nvSpPr>
          <p:cNvPr id="10" name="v2-324-note">
            <a:extLst xmlns:a="http://schemas.openxmlformats.org/drawingml/2006/main">
              <a:ext uri="{FF2B5EF4-FFF2-40B4-BE49-F238E27FC236}">
                <a16:creationId xmlns:a16="http://schemas.microsoft.com/office/drawing/2014/main" id="{61E7D39F-CCE5-422F-8663-50E14892FAD5}"/>
              </a:ext>
            </a:extLst>
          </p:cNvPr>
          <p:cNvSpPr>
            <a:spLocks xmlns:a="http://schemas.openxmlformats.org/drawingml/2006/main" noGrp="1"/>
          </p:cNvSpPr>
          <p:nvPr/>
        </p:nvSpPr>
        <p:spPr>
          <a:xfrm xmlns:a="http://schemas.openxmlformats.org/drawingml/2006/main">
            <a:off x="495300" y="2552700"/>
            <a:ext cx="63912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00889A"/>
                </a:solidFill>
                <a:latin typeface="Apple SD Gothic Neo"/>
                <a:ea typeface="Apple SD Gothic Neo"/>
                <a:cs typeface="Apple SD Gothic Neo"/>
              </a:defRPr>
            </a:pPr>
            <a:r>
              <a:rPr sz="2025" b="0">
                <a:solidFill>
                  <a:srgbClr val="00889A"/>
                </a:solidFill>
                <a:latin typeface="Apple SD Gothic Neo"/>
                <a:ea typeface="Apple SD Gothic Neo"/>
                <a:cs typeface="Apple SD Gothic Neo"/>
              </a:rPr>
              <a:t>원본: 실제 전달한 설명과 업무 결과</a:t>
            </a:r>
          </a:p>
        </p:txBody>
      </p:sp>
      <p:sp>
        <p:nvSpPr>
          <p:cNvPr id="11" name="v2-325-Model Access">
            <a:extLst xmlns:a="http://schemas.openxmlformats.org/drawingml/2006/main">
              <a:ext uri="{FF2B5EF4-FFF2-40B4-BE49-F238E27FC236}">
                <a16:creationId xmlns:a16="http://schemas.microsoft.com/office/drawing/2014/main" id="{EB368250-516F-4AE9-9B24-DAF74AE24C3D}"/>
              </a:ext>
            </a:extLst>
          </p:cNvPr>
          <p:cNvSpPr>
            <a:spLocks xmlns:a="http://schemas.openxmlformats.org/drawingml/2006/main" noGrp="1"/>
          </p:cNvSpPr>
          <p:nvPr/>
        </p:nvSpPr>
        <p:spPr>
          <a:xfrm xmlns:a="http://schemas.openxmlformats.org/drawingml/2006/main">
            <a:off x="7143750" y="2628900"/>
            <a:ext cx="4095750" cy="428625"/>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2" name="v2-326-Model Access-name">
            <a:extLst xmlns:a="http://schemas.openxmlformats.org/drawingml/2006/main">
              <a:ext uri="{FF2B5EF4-FFF2-40B4-BE49-F238E27FC236}">
                <a16:creationId xmlns:a16="http://schemas.microsoft.com/office/drawing/2014/main" id="{461C608C-C973-4BDD-8D7F-7BA5D1F76FE5}"/>
              </a:ext>
            </a:extLst>
          </p:cNvPr>
          <p:cNvSpPr>
            <a:spLocks xmlns:a="http://schemas.openxmlformats.org/drawingml/2006/main" noGrp="1"/>
          </p:cNvSpPr>
          <p:nvPr/>
        </p:nvSpPr>
        <p:spPr>
          <a:xfrm xmlns:a="http://schemas.openxmlformats.org/drawingml/2006/main">
            <a:off x="7219950" y="2628900"/>
            <a:ext cx="3943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5"/>
                </a:solidFill>
                <a:latin typeface="Apple SD Gothic Neo"/>
                <a:ea typeface="Apple SD Gothic Neo"/>
                <a:cs typeface="Apple SD Gothic Neo"/>
              </a:defRPr>
            </a:pPr>
            <a:r>
              <a:rPr sz="2025" b="0">
                <a:solidFill>
                  <a:srgbClr val="202B35"/>
                </a:solidFill>
                <a:latin typeface="Apple SD Gothic Neo"/>
                <a:ea typeface="Apple SD Gothic Neo"/>
                <a:cs typeface="Apple SD Gothic Neo"/>
              </a:rPr>
              <a:t>Model Access</a:t>
            </a:r>
          </a:p>
        </p:txBody>
      </p:sp>
      <p:sp>
        <p:nvSpPr>
          <p:cNvPr id="13" name="v2-327-클라우드 의미 LLM">
            <a:extLst xmlns:a="http://schemas.openxmlformats.org/drawingml/2006/main">
              <a:ext uri="{FF2B5EF4-FFF2-40B4-BE49-F238E27FC236}">
                <a16:creationId xmlns:a16="http://schemas.microsoft.com/office/drawing/2014/main" id="{D106CF12-2AB3-49FB-9878-58CA9844772E}"/>
              </a:ext>
            </a:extLst>
          </p:cNvPr>
          <p:cNvSpPr>
            <a:spLocks xmlns:a="http://schemas.openxmlformats.org/drawingml/2006/main" noGrp="1"/>
          </p:cNvSpPr>
          <p:nvPr/>
        </p:nvSpPr>
        <p:spPr>
          <a:xfrm xmlns:a="http://schemas.openxmlformats.org/drawingml/2006/main">
            <a:off x="13430250" y="2628900"/>
            <a:ext cx="4181475" cy="428625"/>
          </a:xfrm>
          <a:prstGeom xmlns:a="http://schemas.openxmlformats.org/drawingml/2006/main" prst="rect">
            <a:avLst/>
          </a:prstGeom>
          <a:solidFill xmlns:a="http://schemas.openxmlformats.org/drawingml/2006/main">
            <a:srgbClr val="F5F7F8"/>
          </a:solidFill>
          <a:ln xmlns:a="http://schemas.openxmlformats.org/drawingml/2006/main" w="19050">
            <a:solidFill>
              <a:srgbClr val="576773"/>
            </a:solidFill>
          </a:ln>
        </p:spPr>
      </p:sp>
      <p:sp>
        <p:nvSpPr>
          <p:cNvPr id="14" name="v2-328-클라우드 의미 LLM-name">
            <a:extLst xmlns:a="http://schemas.openxmlformats.org/drawingml/2006/main">
              <a:ext uri="{FF2B5EF4-FFF2-40B4-BE49-F238E27FC236}">
                <a16:creationId xmlns:a16="http://schemas.microsoft.com/office/drawing/2014/main" id="{AC16E972-C29F-4D66-96E4-78BC90C7609E}"/>
              </a:ext>
            </a:extLst>
          </p:cNvPr>
          <p:cNvSpPr>
            <a:spLocks xmlns:a="http://schemas.openxmlformats.org/drawingml/2006/main" noGrp="1"/>
          </p:cNvSpPr>
          <p:nvPr/>
        </p:nvSpPr>
        <p:spPr>
          <a:xfrm xmlns:a="http://schemas.openxmlformats.org/drawingml/2006/main">
            <a:off x="13506450" y="2628900"/>
            <a:ext cx="4029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5"/>
                </a:solidFill>
                <a:latin typeface="Apple SD Gothic Neo"/>
                <a:ea typeface="Apple SD Gothic Neo"/>
                <a:cs typeface="Apple SD Gothic Neo"/>
              </a:defRPr>
            </a:pPr>
            <a:r>
              <a:rPr sz="2025" b="0">
                <a:solidFill>
                  <a:srgbClr val="202B35"/>
                </a:solidFill>
                <a:latin typeface="Apple SD Gothic Neo"/>
                <a:ea typeface="Apple SD Gothic Neo"/>
                <a:cs typeface="Apple SD Gothic Neo"/>
              </a:rPr>
              <a:t>클라우드 의미 LLM</a:t>
            </a:r>
          </a:p>
        </p:txBody>
      </p:sp>
      <p:sp>
        <p:nvSpPr>
          <p:cNvPr id="15" name="v2-329-common-meaning">
            <a:extLst xmlns:a="http://schemas.openxmlformats.org/drawingml/2006/main">
              <a:ext uri="{FF2B5EF4-FFF2-40B4-BE49-F238E27FC236}">
                <a16:creationId xmlns:a16="http://schemas.microsoft.com/office/drawing/2014/main" id="{189C3EE8-89F6-4BF0-8BF8-4A41C6FC1C8B}"/>
              </a:ext>
            </a:extLst>
          </p:cNvPr>
          <p:cNvSpPr>
            <a:spLocks xmlns:a="http://schemas.openxmlformats.org/drawingml/2006/main" noGrp="1"/>
          </p:cNvSpPr>
          <p:nvPr/>
        </p:nvSpPr>
        <p:spPr>
          <a:xfrm xmlns:a="http://schemas.openxmlformats.org/drawingml/2006/main">
            <a:off x="11239500" y="2838450"/>
            <a:ext cx="2190750" cy="9525"/>
          </a:xfrm>
          <a:custGeom xmlns:a="http://schemas.openxmlformats.org/drawingml/2006/main">
            <a:pathLst>
              <a:path w="2190750" h="9525">
                <a:moveTo>
                  <a:pt x="0" y="0"/>
                </a:moveTo>
                <a:lnTo>
                  <a:pt x="2190750" y="0"/>
                </a:lnTo>
              </a:path>
            </a:pathLst>
          </a:custGeom>
          <a:noFill xmlns:a="http://schemas.openxmlformats.org/drawingml/2006/main"/>
          <a:ln xmlns:a="http://schemas.openxmlformats.org/drawingml/2006/main" w="19050">
            <a:solidFill>
              <a:srgbClr val="576773"/>
            </a:solidFill>
            <a:prstDash val="solid"/>
          </a:ln>
        </p:spPr>
      </p:sp>
      <p:sp>
        <p:nvSpPr>
          <p:cNvPr id="16" name="v2-330-common-meaning-head">
            <a:extLst xmlns:a="http://schemas.openxmlformats.org/drawingml/2006/main">
              <a:ext uri="{FF2B5EF4-FFF2-40B4-BE49-F238E27FC236}">
                <a16:creationId xmlns:a16="http://schemas.microsoft.com/office/drawing/2014/main" id="{539ACD00-3E1B-4513-817F-4FE5303725EB}"/>
              </a:ext>
            </a:extLst>
          </p:cNvPr>
          <p:cNvSpPr>
            <a:spLocks xmlns:a="http://schemas.openxmlformats.org/drawingml/2006/main" noGrp="1"/>
          </p:cNvSpPr>
          <p:nvPr/>
        </p:nvSpPr>
        <p:spPr>
          <a:xfrm xmlns:a="http://schemas.openxmlformats.org/drawingml/2006/main">
            <a:off x="13329942" y="27836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19050">
            <a:solidFill>
              <a:srgbClr val="576773"/>
            </a:solidFill>
            <a:prstDash val="solid"/>
          </a:ln>
        </p:spPr>
      </p:sp>
      <p:sp>
        <p:nvSpPr>
          <p:cNvPr id="17" name="v2-331-note">
            <a:extLst xmlns:a="http://schemas.openxmlformats.org/drawingml/2006/main">
              <a:ext uri="{FF2B5EF4-FFF2-40B4-BE49-F238E27FC236}">
                <a16:creationId xmlns:a16="http://schemas.microsoft.com/office/drawing/2014/main" id="{BB77EF32-10C2-4A43-B914-B43396B657D1}"/>
              </a:ext>
            </a:extLst>
          </p:cNvPr>
          <p:cNvSpPr>
            <a:spLocks xmlns:a="http://schemas.openxmlformats.org/drawingml/2006/main" noGrp="1"/>
          </p:cNvSpPr>
          <p:nvPr/>
        </p:nvSpPr>
        <p:spPr>
          <a:xfrm xmlns:a="http://schemas.openxmlformats.org/drawingml/2006/main">
            <a:off x="11458575" y="2533650"/>
            <a:ext cx="1857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576773"/>
                </a:solidFill>
                <a:latin typeface="Apple SD Gothic Neo"/>
                <a:ea typeface="Apple SD Gothic Neo"/>
                <a:cs typeface="Apple SD Gothic Neo"/>
              </a:defRPr>
            </a:pPr>
            <a:r>
              <a:rPr sz="1575" b="0">
                <a:solidFill>
                  <a:srgbClr val="576773"/>
                </a:solidFill>
                <a:latin typeface="Apple SD Gothic Neo"/>
                <a:ea typeface="Apple SD Gothic Neo"/>
                <a:cs typeface="Apple SD Gothic Neo"/>
              </a:rPr>
              <a:t>필요할 때 호출</a:t>
            </a:r>
          </a:p>
        </p:txBody>
      </p:sp>
      <p:sp>
        <p:nvSpPr>
          <p:cNvPr id="18" name="v2-332-Context Manager">
            <a:extLst xmlns:a="http://schemas.openxmlformats.org/drawingml/2006/main">
              <a:ext uri="{FF2B5EF4-FFF2-40B4-BE49-F238E27FC236}">
                <a16:creationId xmlns:a16="http://schemas.microsoft.com/office/drawing/2014/main" id="{8126D139-3DFB-41B0-8E62-B38342FF70AF}"/>
              </a:ext>
            </a:extLst>
          </p:cNvPr>
          <p:cNvSpPr>
            <a:spLocks xmlns:a="http://schemas.openxmlformats.org/drawingml/2006/main" noGrp="1"/>
          </p:cNvSpPr>
          <p:nvPr/>
        </p:nvSpPr>
        <p:spPr>
          <a:xfrm xmlns:a="http://schemas.openxmlformats.org/drawingml/2006/main">
            <a:off x="600075" y="3105150"/>
            <a:ext cx="8105775" cy="2228850"/>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19" name="v2-333-Context Manager-boundary">
            <a:extLst xmlns:a="http://schemas.openxmlformats.org/drawingml/2006/main">
              <a:ext uri="{FF2B5EF4-FFF2-40B4-BE49-F238E27FC236}">
                <a16:creationId xmlns:a16="http://schemas.microsoft.com/office/drawing/2014/main" id="{BCD006C7-9B60-493E-AF43-9269819476C7}"/>
              </a:ext>
            </a:extLst>
          </p:cNvPr>
          <p:cNvSpPr>
            <a:spLocks xmlns:a="http://schemas.openxmlformats.org/drawingml/2006/main" noGrp="1"/>
          </p:cNvSpPr>
          <p:nvPr/>
        </p:nvSpPr>
        <p:spPr>
          <a:xfrm xmlns:a="http://schemas.openxmlformats.org/drawingml/2006/main">
            <a:off x="733425" y="3143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Context Manager</a:t>
            </a:r>
          </a:p>
        </p:txBody>
      </p:sp>
      <p:sp>
        <p:nvSpPr>
          <p:cNvPr id="20" name="v2-334-Context Composer">
            <a:extLst xmlns:a="http://schemas.openxmlformats.org/drawingml/2006/main">
              <a:ext uri="{FF2B5EF4-FFF2-40B4-BE49-F238E27FC236}">
                <a16:creationId xmlns:a16="http://schemas.microsoft.com/office/drawing/2014/main" id="{396C0F95-53DE-420C-AA60-40C5212FEFF4}"/>
              </a:ext>
            </a:extLst>
          </p:cNvPr>
          <p:cNvSpPr>
            <a:spLocks xmlns:a="http://schemas.openxmlformats.org/drawingml/2006/main" noGrp="1"/>
          </p:cNvSpPr>
          <p:nvPr/>
        </p:nvSpPr>
        <p:spPr>
          <a:xfrm xmlns:a="http://schemas.openxmlformats.org/drawingml/2006/main">
            <a:off x="1076325" y="3714750"/>
            <a:ext cx="3905250" cy="56197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21" name="v2-335-Context Composer-name">
            <a:extLst xmlns:a="http://schemas.openxmlformats.org/drawingml/2006/main">
              <a:ext uri="{FF2B5EF4-FFF2-40B4-BE49-F238E27FC236}">
                <a16:creationId xmlns:a16="http://schemas.microsoft.com/office/drawing/2014/main" id="{4EB52290-2914-43FA-8D77-45C1BE62ABCE}"/>
              </a:ext>
            </a:extLst>
          </p:cNvPr>
          <p:cNvSpPr>
            <a:spLocks xmlns:a="http://schemas.openxmlformats.org/drawingml/2006/main" noGrp="1"/>
          </p:cNvSpPr>
          <p:nvPr/>
        </p:nvSpPr>
        <p:spPr>
          <a:xfrm xmlns:a="http://schemas.openxmlformats.org/drawingml/2006/main">
            <a:off x="1152525" y="3714750"/>
            <a:ext cx="37528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75" b="0">
                <a:solidFill>
                  <a:srgbClr val="202B35"/>
                </a:solidFill>
                <a:latin typeface="Apple SD Gothic Neo"/>
                <a:ea typeface="Apple SD Gothic Neo"/>
                <a:cs typeface="Apple SD Gothic Neo"/>
              </a:defRPr>
            </a:pPr>
            <a:r>
              <a:rPr sz="2475" b="0">
                <a:solidFill>
                  <a:srgbClr val="202B35"/>
                </a:solidFill>
                <a:latin typeface="Apple SD Gothic Neo"/>
                <a:ea typeface="Apple SD Gothic Neo"/>
                <a:cs typeface="Apple SD Gothic Neo"/>
              </a:rPr>
              <a:t>Context Composer</a:t>
            </a:r>
          </a:p>
        </p:txBody>
      </p:sp>
      <p:sp>
        <p:nvSpPr>
          <p:cNvPr id="22" name="v2-336-Source View Cache">
            <a:extLst xmlns:a="http://schemas.openxmlformats.org/drawingml/2006/main">
              <a:ext uri="{FF2B5EF4-FFF2-40B4-BE49-F238E27FC236}">
                <a16:creationId xmlns:a16="http://schemas.microsoft.com/office/drawing/2014/main" id="{FEEF1F1B-5080-4E4C-B13D-135B864EB173}"/>
              </a:ext>
            </a:extLst>
          </p:cNvPr>
          <p:cNvSpPr>
            <a:spLocks xmlns:a="http://schemas.openxmlformats.org/drawingml/2006/main" noGrp="1"/>
          </p:cNvSpPr>
          <p:nvPr/>
        </p:nvSpPr>
        <p:spPr>
          <a:xfrm xmlns:a="http://schemas.openxmlformats.org/drawingml/2006/main">
            <a:off x="5772150" y="3705225"/>
            <a:ext cx="2609850" cy="552450"/>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23" name="v2-337-Source View Cache-name">
            <a:extLst xmlns:a="http://schemas.openxmlformats.org/drawingml/2006/main">
              <a:ext uri="{FF2B5EF4-FFF2-40B4-BE49-F238E27FC236}">
                <a16:creationId xmlns:a16="http://schemas.microsoft.com/office/drawing/2014/main" id="{E38A8B6E-8EC4-4B56-8701-B2DCA664D52A}"/>
              </a:ext>
            </a:extLst>
          </p:cNvPr>
          <p:cNvSpPr>
            <a:spLocks xmlns:a="http://schemas.openxmlformats.org/drawingml/2006/main" noGrp="1"/>
          </p:cNvSpPr>
          <p:nvPr/>
        </p:nvSpPr>
        <p:spPr>
          <a:xfrm xmlns:a="http://schemas.openxmlformats.org/drawingml/2006/main">
            <a:off x="5848350" y="3705225"/>
            <a:ext cx="2457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202B35"/>
                </a:solidFill>
                <a:latin typeface="Apple SD Gothic Neo"/>
                <a:ea typeface="Apple SD Gothic Neo"/>
                <a:cs typeface="Apple SD Gothic Neo"/>
              </a:defRPr>
            </a:pPr>
            <a:r>
              <a:rPr sz="1875" b="0">
                <a:solidFill>
                  <a:srgbClr val="202B35"/>
                </a:solidFill>
                <a:latin typeface="Apple SD Gothic Neo"/>
                <a:ea typeface="Apple SD Gothic Neo"/>
                <a:cs typeface="Apple SD Gothic Neo"/>
              </a:rPr>
              <a:t>Source View Cache</a:t>
            </a:r>
          </a:p>
        </p:txBody>
      </p:sp>
      <p:sp>
        <p:nvSpPr>
          <p:cNvPr id="24" name="v2-338-a-query">
            <a:extLst xmlns:a="http://schemas.openxmlformats.org/drawingml/2006/main">
              <a:ext uri="{FF2B5EF4-FFF2-40B4-BE49-F238E27FC236}">
                <a16:creationId xmlns:a16="http://schemas.microsoft.com/office/drawing/2014/main" id="{DBD3F639-28D4-4F46-B0D7-83781CC1E9CA}"/>
              </a:ext>
            </a:extLst>
          </p:cNvPr>
          <p:cNvSpPr>
            <a:spLocks xmlns:a="http://schemas.openxmlformats.org/drawingml/2006/main" noGrp="1"/>
          </p:cNvSpPr>
          <p:nvPr/>
        </p:nvSpPr>
        <p:spPr>
          <a:xfrm xmlns:a="http://schemas.openxmlformats.org/drawingml/2006/main">
            <a:off x="714375" y="3571875"/>
            <a:ext cx="2314575" cy="142875"/>
          </a:xfrm>
          <a:custGeom xmlns:a="http://schemas.openxmlformats.org/drawingml/2006/main">
            <a:pathLst>
              <a:path w="2314575" h="142875">
                <a:moveTo>
                  <a:pt x="0" y="0"/>
                </a:moveTo>
                <a:lnTo>
                  <a:pt x="2314575" y="0"/>
                </a:lnTo>
                <a:lnTo>
                  <a:pt x="2314575" y="142875"/>
                </a:lnTo>
              </a:path>
            </a:pathLst>
          </a:custGeom>
          <a:noFill xmlns:a="http://schemas.openxmlformats.org/drawingml/2006/main"/>
          <a:ln xmlns:a="http://schemas.openxmlformats.org/drawingml/2006/main" w="23813">
            <a:solidFill>
              <a:srgbClr val="00889A"/>
            </a:solidFill>
            <a:prstDash val="solid"/>
          </a:ln>
        </p:spPr>
      </p:sp>
      <p:sp>
        <p:nvSpPr>
          <p:cNvPr id="25" name="v2-339-a-query-head">
            <a:extLst xmlns:a="http://schemas.openxmlformats.org/drawingml/2006/main">
              <a:ext uri="{FF2B5EF4-FFF2-40B4-BE49-F238E27FC236}">
                <a16:creationId xmlns:a16="http://schemas.microsoft.com/office/drawing/2014/main" id="{A25BBCF2-7EB2-4BC6-B5E1-9FEAF3D62BFB}"/>
              </a:ext>
            </a:extLst>
          </p:cNvPr>
          <p:cNvSpPr>
            <a:spLocks xmlns:a="http://schemas.openxmlformats.org/drawingml/2006/main" noGrp="1"/>
          </p:cNvSpPr>
          <p:nvPr/>
        </p:nvSpPr>
        <p:spPr>
          <a:xfrm xmlns:a="http://schemas.openxmlformats.org/drawingml/2006/main">
            <a:off x="2974152" y="36144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00889A"/>
            </a:solidFill>
            <a:prstDash val="solid"/>
          </a:ln>
        </p:spPr>
      </p:sp>
      <p:sp>
        <p:nvSpPr>
          <p:cNvPr id="26" name="v2-340-note">
            <a:extLst xmlns:a="http://schemas.openxmlformats.org/drawingml/2006/main">
              <a:ext uri="{FF2B5EF4-FFF2-40B4-BE49-F238E27FC236}">
                <a16:creationId xmlns:a16="http://schemas.microsoft.com/office/drawing/2014/main" id="{91D40DCD-BAD5-45EE-AC8C-205892F2E4DC}"/>
              </a:ext>
            </a:extLst>
          </p:cNvPr>
          <p:cNvSpPr>
            <a:spLocks xmlns:a="http://schemas.openxmlformats.org/drawingml/2006/main" noGrp="1"/>
          </p:cNvSpPr>
          <p:nvPr/>
        </p:nvSpPr>
        <p:spPr>
          <a:xfrm xmlns:a="http://schemas.openxmlformats.org/drawingml/2006/main">
            <a:off x="3314700" y="319087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① 이번 조회</a:t>
            </a:r>
          </a:p>
        </p:txBody>
      </p:sp>
      <p:sp>
        <p:nvSpPr>
          <p:cNvPr id="27" name="v2-341-a-cache">
            <a:extLst xmlns:a="http://schemas.openxmlformats.org/drawingml/2006/main">
              <a:ext uri="{FF2B5EF4-FFF2-40B4-BE49-F238E27FC236}">
                <a16:creationId xmlns:a16="http://schemas.microsoft.com/office/drawing/2014/main" id="{EEACDFDA-3614-4935-BC85-A8DFD2AED8C0}"/>
              </a:ext>
            </a:extLst>
          </p:cNvPr>
          <p:cNvSpPr>
            <a:spLocks xmlns:a="http://schemas.openxmlformats.org/drawingml/2006/main" noGrp="1"/>
          </p:cNvSpPr>
          <p:nvPr/>
        </p:nvSpPr>
        <p:spPr>
          <a:xfrm xmlns:a="http://schemas.openxmlformats.org/drawingml/2006/main">
            <a:off x="4981575" y="3990975"/>
            <a:ext cx="790575" cy="9525"/>
          </a:xfrm>
          <a:custGeom xmlns:a="http://schemas.openxmlformats.org/drawingml/2006/main">
            <a:pathLst>
              <a:path w="790575" h="9525">
                <a:moveTo>
                  <a:pt x="0" y="0"/>
                </a:moveTo>
                <a:lnTo>
                  <a:pt x="790575" y="0"/>
                </a:lnTo>
              </a:path>
            </a:pathLst>
          </a:custGeom>
          <a:noFill xmlns:a="http://schemas.openxmlformats.org/drawingml/2006/main"/>
          <a:ln xmlns:a="http://schemas.openxmlformats.org/drawingml/2006/main" w="23813">
            <a:solidFill>
              <a:srgbClr val="576773"/>
            </a:solidFill>
            <a:prstDash val="solid"/>
          </a:ln>
        </p:spPr>
      </p:sp>
      <p:sp>
        <p:nvSpPr>
          <p:cNvPr id="28" name="v2-342-a-cache-head">
            <a:extLst xmlns:a="http://schemas.openxmlformats.org/drawingml/2006/main">
              <a:ext uri="{FF2B5EF4-FFF2-40B4-BE49-F238E27FC236}">
                <a16:creationId xmlns:a16="http://schemas.microsoft.com/office/drawing/2014/main" id="{6CCEE704-6BCC-4D6C-BBBB-A180809F69F2}"/>
              </a:ext>
            </a:extLst>
          </p:cNvPr>
          <p:cNvSpPr>
            <a:spLocks xmlns:a="http://schemas.openxmlformats.org/drawingml/2006/main" noGrp="1"/>
          </p:cNvSpPr>
          <p:nvPr/>
        </p:nvSpPr>
        <p:spPr>
          <a:xfrm xmlns:a="http://schemas.openxmlformats.org/drawingml/2006/main">
            <a:off x="5671842" y="393617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3813">
            <a:solidFill>
              <a:srgbClr val="576773"/>
            </a:solidFill>
            <a:prstDash val="solid"/>
          </a:ln>
        </p:spPr>
      </p:sp>
      <p:sp>
        <p:nvSpPr>
          <p:cNvPr id="29" name="v2-343-note">
            <a:extLst xmlns:a="http://schemas.openxmlformats.org/drawingml/2006/main">
              <a:ext uri="{FF2B5EF4-FFF2-40B4-BE49-F238E27FC236}">
                <a16:creationId xmlns:a16="http://schemas.microsoft.com/office/drawing/2014/main" id="{CA304442-5565-46AF-A7C8-80AC2DE0184D}"/>
              </a:ext>
            </a:extLst>
          </p:cNvPr>
          <p:cNvSpPr>
            <a:spLocks xmlns:a="http://schemas.openxmlformats.org/drawingml/2006/main" noGrp="1"/>
          </p:cNvSpPr>
          <p:nvPr/>
        </p:nvSpPr>
        <p:spPr>
          <a:xfrm xmlns:a="http://schemas.openxmlformats.org/drawingml/2006/main">
            <a:off x="5505450" y="4295775"/>
            <a:ext cx="3028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② 유효 cache / 부분 갱신</a:t>
            </a:r>
          </a:p>
        </p:txBody>
      </p:sp>
      <p:sp>
        <p:nvSpPr>
          <p:cNvPr id="30" name="v2-344-Request Evidence Set">
            <a:extLst xmlns:a="http://schemas.openxmlformats.org/drawingml/2006/main">
              <a:ext uri="{FF2B5EF4-FFF2-40B4-BE49-F238E27FC236}">
                <a16:creationId xmlns:a16="http://schemas.microsoft.com/office/drawing/2014/main" id="{F49D6F2F-592B-4BB9-8AD7-95444563A63D}"/>
              </a:ext>
            </a:extLst>
          </p:cNvPr>
          <p:cNvSpPr>
            <a:spLocks xmlns:a="http://schemas.openxmlformats.org/drawingml/2006/main" noGrp="1"/>
          </p:cNvSpPr>
          <p:nvPr/>
        </p:nvSpPr>
        <p:spPr>
          <a:xfrm xmlns:a="http://schemas.openxmlformats.org/drawingml/2006/main">
            <a:off x="4695825" y="4695825"/>
            <a:ext cx="3667125" cy="533400"/>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31" name="v2-345-Request Evidence Set-name">
            <a:extLst xmlns:a="http://schemas.openxmlformats.org/drawingml/2006/main">
              <a:ext uri="{FF2B5EF4-FFF2-40B4-BE49-F238E27FC236}">
                <a16:creationId xmlns:a16="http://schemas.microsoft.com/office/drawing/2014/main" id="{4527A31B-45FD-4AD3-81EC-7DB1E5A85BEF}"/>
              </a:ext>
            </a:extLst>
          </p:cNvPr>
          <p:cNvSpPr>
            <a:spLocks xmlns:a="http://schemas.openxmlformats.org/drawingml/2006/main" noGrp="1"/>
          </p:cNvSpPr>
          <p:nvPr/>
        </p:nvSpPr>
        <p:spPr>
          <a:xfrm xmlns:a="http://schemas.openxmlformats.org/drawingml/2006/main">
            <a:off x="4772025" y="4695825"/>
            <a:ext cx="3514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Request Evidence Set</a:t>
            </a:r>
          </a:p>
        </p:txBody>
      </p:sp>
      <p:sp>
        <p:nvSpPr>
          <p:cNvPr id="32" name="v2-346-a-meaning-read">
            <a:extLst xmlns:a="http://schemas.openxmlformats.org/drawingml/2006/main">
              <a:ext uri="{FF2B5EF4-FFF2-40B4-BE49-F238E27FC236}">
                <a16:creationId xmlns:a16="http://schemas.microsoft.com/office/drawing/2014/main" id="{2FA0BAB0-FE15-41CE-9EB6-847F1E957125}"/>
              </a:ext>
            </a:extLst>
          </p:cNvPr>
          <p:cNvSpPr>
            <a:spLocks xmlns:a="http://schemas.openxmlformats.org/drawingml/2006/main" noGrp="1"/>
          </p:cNvSpPr>
          <p:nvPr/>
        </p:nvSpPr>
        <p:spPr>
          <a:xfrm xmlns:a="http://schemas.openxmlformats.org/drawingml/2006/main">
            <a:off x="4981575" y="2838450"/>
            <a:ext cx="2162175" cy="1047750"/>
          </a:xfrm>
          <a:custGeom xmlns:a="http://schemas.openxmlformats.org/drawingml/2006/main">
            <a:pathLst>
              <a:path w="2162175" h="1047750">
                <a:moveTo>
                  <a:pt x="0" y="1047750"/>
                </a:moveTo>
                <a:lnTo>
                  <a:pt x="257175" y="1047750"/>
                </a:lnTo>
                <a:lnTo>
                  <a:pt x="257175" y="0"/>
                </a:lnTo>
                <a:lnTo>
                  <a:pt x="2162175" y="0"/>
                </a:lnTo>
              </a:path>
            </a:pathLst>
          </a:custGeom>
          <a:noFill xmlns:a="http://schemas.openxmlformats.org/drawingml/2006/main"/>
          <a:ln xmlns:a="http://schemas.openxmlformats.org/drawingml/2006/main" w="23813">
            <a:solidFill>
              <a:srgbClr val="576773"/>
            </a:solidFill>
            <a:prstDash val="dash"/>
          </a:ln>
        </p:spPr>
      </p:sp>
      <p:sp>
        <p:nvSpPr>
          <p:cNvPr id="33" name="v2-347-a-meaning-read-head">
            <a:extLst xmlns:a="http://schemas.openxmlformats.org/drawingml/2006/main">
              <a:ext uri="{FF2B5EF4-FFF2-40B4-BE49-F238E27FC236}">
                <a16:creationId xmlns:a16="http://schemas.microsoft.com/office/drawing/2014/main" id="{FE78D7E4-A3E4-45B2-8AD6-E39766AB3DEB}"/>
              </a:ext>
            </a:extLst>
          </p:cNvPr>
          <p:cNvSpPr>
            <a:spLocks xmlns:a="http://schemas.openxmlformats.org/drawingml/2006/main" noGrp="1"/>
          </p:cNvSpPr>
          <p:nvPr/>
        </p:nvSpPr>
        <p:spPr>
          <a:xfrm xmlns:a="http://schemas.openxmlformats.org/drawingml/2006/main">
            <a:off x="7043442" y="278365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3813">
            <a:solidFill>
              <a:srgbClr val="576773"/>
            </a:solidFill>
            <a:prstDash val="solid"/>
          </a:ln>
        </p:spPr>
      </p:sp>
      <p:sp>
        <p:nvSpPr>
          <p:cNvPr id="34" name="v2-348-note">
            <a:extLst xmlns:a="http://schemas.openxmlformats.org/drawingml/2006/main">
              <a:ext uri="{FF2B5EF4-FFF2-40B4-BE49-F238E27FC236}">
                <a16:creationId xmlns:a16="http://schemas.microsoft.com/office/drawing/2014/main" id="{9BCD895B-7A69-4D4C-8B24-CA0B30D9E53C}"/>
              </a:ext>
            </a:extLst>
          </p:cNvPr>
          <p:cNvSpPr>
            <a:spLocks xmlns:a="http://schemas.openxmlformats.org/drawingml/2006/main" noGrp="1"/>
          </p:cNvSpPr>
          <p:nvPr/>
        </p:nvSpPr>
        <p:spPr>
          <a:xfrm xmlns:a="http://schemas.openxmlformats.org/drawingml/2006/main">
            <a:off x="895350" y="5562600"/>
            <a:ext cx="7686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③ 원본 확인 후 이번 요청의 근거 반환</a:t>
            </a:r>
          </a:p>
        </p:txBody>
      </p:sp>
      <p:sp>
        <p:nvSpPr>
          <p:cNvPr id="35" name="v2-349-a-evidence">
            <a:extLst xmlns:a="http://schemas.openxmlformats.org/drawingml/2006/main">
              <a:ext uri="{FF2B5EF4-FFF2-40B4-BE49-F238E27FC236}">
                <a16:creationId xmlns:a16="http://schemas.microsoft.com/office/drawing/2014/main" id="{72896549-E4EF-4123-914E-AB609B064524}"/>
              </a:ext>
            </a:extLst>
          </p:cNvPr>
          <p:cNvSpPr>
            <a:spLocks xmlns:a="http://schemas.openxmlformats.org/drawingml/2006/main" noGrp="1"/>
          </p:cNvSpPr>
          <p:nvPr/>
        </p:nvSpPr>
        <p:spPr>
          <a:xfrm xmlns:a="http://schemas.openxmlformats.org/drawingml/2006/main">
            <a:off x="4981575" y="4114800"/>
            <a:ext cx="1543050" cy="581025"/>
          </a:xfrm>
          <a:custGeom xmlns:a="http://schemas.openxmlformats.org/drawingml/2006/main">
            <a:pathLst>
              <a:path w="1543050" h="581025">
                <a:moveTo>
                  <a:pt x="0" y="0"/>
                </a:moveTo>
                <a:lnTo>
                  <a:pt x="209550" y="0"/>
                </a:lnTo>
                <a:lnTo>
                  <a:pt x="209550" y="428625"/>
                </a:lnTo>
                <a:lnTo>
                  <a:pt x="1543050" y="428625"/>
                </a:lnTo>
                <a:lnTo>
                  <a:pt x="1543050" y="581025"/>
                </a:lnTo>
              </a:path>
            </a:pathLst>
          </a:custGeom>
          <a:noFill xmlns:a="http://schemas.openxmlformats.org/drawingml/2006/main"/>
          <a:ln xmlns:a="http://schemas.openxmlformats.org/drawingml/2006/main" w="23813">
            <a:solidFill>
              <a:srgbClr val="00889A"/>
            </a:solidFill>
            <a:prstDash val="solid"/>
          </a:ln>
        </p:spPr>
      </p:sp>
      <p:sp>
        <p:nvSpPr>
          <p:cNvPr id="36" name="v2-350-a-evidence-head">
            <a:extLst xmlns:a="http://schemas.openxmlformats.org/drawingml/2006/main">
              <a:ext uri="{FF2B5EF4-FFF2-40B4-BE49-F238E27FC236}">
                <a16:creationId xmlns:a16="http://schemas.microsoft.com/office/drawing/2014/main" id="{25E44DC6-6BBB-4554-96BD-EEB2A678CA20}"/>
              </a:ext>
            </a:extLst>
          </p:cNvPr>
          <p:cNvSpPr>
            <a:spLocks xmlns:a="http://schemas.openxmlformats.org/drawingml/2006/main" noGrp="1"/>
          </p:cNvSpPr>
          <p:nvPr/>
        </p:nvSpPr>
        <p:spPr>
          <a:xfrm xmlns:a="http://schemas.openxmlformats.org/drawingml/2006/main">
            <a:off x="6469827" y="45955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00889A"/>
            </a:solidFill>
            <a:prstDash val="solid"/>
          </a:ln>
        </p:spPr>
      </p:sp>
      <p:sp>
        <p:nvSpPr>
          <p:cNvPr id="37" name="v2-351-b-semantic-call">
            <a:extLst xmlns:a="http://schemas.openxmlformats.org/drawingml/2006/main">
              <a:ext uri="{FF2B5EF4-FFF2-40B4-BE49-F238E27FC236}">
                <a16:creationId xmlns:a16="http://schemas.microsoft.com/office/drawing/2014/main" id="{090E5D55-F302-45CD-A304-EFB8DF8D1334}"/>
              </a:ext>
            </a:extLst>
          </p:cNvPr>
          <p:cNvSpPr>
            <a:spLocks xmlns:a="http://schemas.openxmlformats.org/drawingml/2006/main" noGrp="1"/>
          </p:cNvSpPr>
          <p:nvPr/>
        </p:nvSpPr>
        <p:spPr>
          <a:xfrm xmlns:a="http://schemas.openxmlformats.org/drawingml/2006/main">
            <a:off x="9182100" y="3057525"/>
            <a:ext cx="438150" cy="895350"/>
          </a:xfrm>
          <a:custGeom xmlns:a="http://schemas.openxmlformats.org/drawingml/2006/main">
            <a:pathLst>
              <a:path w="438150" h="895350">
                <a:moveTo>
                  <a:pt x="438150" y="895350"/>
                </a:moveTo>
                <a:lnTo>
                  <a:pt x="0" y="895350"/>
                </a:lnTo>
                <a:lnTo>
                  <a:pt x="0" y="0"/>
                </a:lnTo>
              </a:path>
            </a:pathLst>
          </a:custGeom>
          <a:noFill xmlns:a="http://schemas.openxmlformats.org/drawingml/2006/main"/>
          <a:ln xmlns:a="http://schemas.openxmlformats.org/drawingml/2006/main" w="23813">
            <a:solidFill>
              <a:srgbClr val="576773"/>
            </a:solidFill>
            <a:prstDash val="dash"/>
          </a:ln>
        </p:spPr>
      </p:sp>
      <p:sp>
        <p:nvSpPr>
          <p:cNvPr id="38" name="v2-352-b-semantic-call-head">
            <a:extLst xmlns:a="http://schemas.openxmlformats.org/drawingml/2006/main">
              <a:ext uri="{FF2B5EF4-FFF2-40B4-BE49-F238E27FC236}">
                <a16:creationId xmlns:a16="http://schemas.microsoft.com/office/drawing/2014/main" id="{BD811A34-8AE6-4A50-8B91-3840DF9CCB2E}"/>
              </a:ext>
            </a:extLst>
          </p:cNvPr>
          <p:cNvSpPr>
            <a:spLocks xmlns:a="http://schemas.openxmlformats.org/drawingml/2006/main" noGrp="1"/>
          </p:cNvSpPr>
          <p:nvPr/>
        </p:nvSpPr>
        <p:spPr>
          <a:xfrm xmlns:a="http://schemas.openxmlformats.org/drawingml/2006/main">
            <a:off x="9127302" y="3057525"/>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3813">
            <a:solidFill>
              <a:srgbClr val="576773"/>
            </a:solidFill>
            <a:prstDash val="solid"/>
          </a:ln>
        </p:spPr>
      </p:sp>
      <p:sp>
        <p:nvSpPr>
          <p:cNvPr id="39" name="v2-353-Context Manager">
            <a:extLst xmlns:a="http://schemas.openxmlformats.org/drawingml/2006/main">
              <a:ext uri="{FF2B5EF4-FFF2-40B4-BE49-F238E27FC236}">
                <a16:creationId xmlns:a16="http://schemas.microsoft.com/office/drawing/2014/main" id="{7F6B6D3B-1350-4FDA-9FE7-1620B6A62E19}"/>
              </a:ext>
            </a:extLst>
          </p:cNvPr>
          <p:cNvSpPr>
            <a:spLocks xmlns:a="http://schemas.openxmlformats.org/drawingml/2006/main" noGrp="1"/>
          </p:cNvSpPr>
          <p:nvPr/>
        </p:nvSpPr>
        <p:spPr>
          <a:xfrm xmlns:a="http://schemas.openxmlformats.org/drawingml/2006/main">
            <a:off x="9334500" y="3105150"/>
            <a:ext cx="8372475" cy="2971800"/>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40" name="v2-354-Context Manager-boundary">
            <a:extLst xmlns:a="http://schemas.openxmlformats.org/drawingml/2006/main">
              <a:ext uri="{FF2B5EF4-FFF2-40B4-BE49-F238E27FC236}">
                <a16:creationId xmlns:a16="http://schemas.microsoft.com/office/drawing/2014/main" id="{4231FB78-69F3-45BD-8906-346E41871F92}"/>
              </a:ext>
            </a:extLst>
          </p:cNvPr>
          <p:cNvSpPr>
            <a:spLocks xmlns:a="http://schemas.openxmlformats.org/drawingml/2006/main" noGrp="1"/>
          </p:cNvSpPr>
          <p:nvPr/>
        </p:nvSpPr>
        <p:spPr>
          <a:xfrm xmlns:a="http://schemas.openxmlformats.org/drawingml/2006/main">
            <a:off x="9467850" y="3143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Context Manager</a:t>
            </a:r>
          </a:p>
        </p:txBody>
      </p:sp>
      <p:sp>
        <p:nvSpPr>
          <p:cNvPr id="41" name="v2-355-Memory Publisher">
            <a:extLst xmlns:a="http://schemas.openxmlformats.org/drawingml/2006/main">
              <a:ext uri="{FF2B5EF4-FFF2-40B4-BE49-F238E27FC236}">
                <a16:creationId xmlns:a16="http://schemas.microsoft.com/office/drawing/2014/main" id="{CC52E89E-4B45-4A73-9771-DB42FBF58E86}"/>
              </a:ext>
            </a:extLst>
          </p:cNvPr>
          <p:cNvSpPr>
            <a:spLocks xmlns:a="http://schemas.openxmlformats.org/drawingml/2006/main" noGrp="1"/>
          </p:cNvSpPr>
          <p:nvPr/>
        </p:nvSpPr>
        <p:spPr>
          <a:xfrm xmlns:a="http://schemas.openxmlformats.org/drawingml/2006/main">
            <a:off x="9620250" y="3714750"/>
            <a:ext cx="3476625" cy="52387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42" name="v2-356-Memory Publisher-name">
            <a:extLst xmlns:a="http://schemas.openxmlformats.org/drawingml/2006/main">
              <a:ext uri="{FF2B5EF4-FFF2-40B4-BE49-F238E27FC236}">
                <a16:creationId xmlns:a16="http://schemas.microsoft.com/office/drawing/2014/main" id="{5B34F4ED-0516-4BD6-936C-3137223DF05B}"/>
              </a:ext>
            </a:extLst>
          </p:cNvPr>
          <p:cNvSpPr>
            <a:spLocks xmlns:a="http://schemas.openxmlformats.org/drawingml/2006/main" noGrp="1"/>
          </p:cNvSpPr>
          <p:nvPr/>
        </p:nvSpPr>
        <p:spPr>
          <a:xfrm xmlns:a="http://schemas.openxmlformats.org/drawingml/2006/main">
            <a:off x="9696450" y="3714750"/>
            <a:ext cx="33242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0">
                <a:solidFill>
                  <a:srgbClr val="202B35"/>
                </a:solidFill>
                <a:latin typeface="Apple SD Gothic Neo"/>
                <a:ea typeface="Apple SD Gothic Neo"/>
                <a:cs typeface="Apple SD Gothic Neo"/>
              </a:defRPr>
            </a:pPr>
            <a:r>
              <a:rPr sz="2250" b="0">
                <a:solidFill>
                  <a:srgbClr val="202B35"/>
                </a:solidFill>
                <a:latin typeface="Apple SD Gothic Neo"/>
                <a:ea typeface="Apple SD Gothic Neo"/>
                <a:cs typeface="Apple SD Gothic Neo"/>
              </a:rPr>
              <a:t>Memory Publisher</a:t>
            </a:r>
          </a:p>
        </p:txBody>
      </p:sp>
      <p:sp>
        <p:nvSpPr>
          <p:cNvPr id="43" name="v2-357-Coverage State">
            <a:extLst xmlns:a="http://schemas.openxmlformats.org/drawingml/2006/main">
              <a:ext uri="{FF2B5EF4-FFF2-40B4-BE49-F238E27FC236}">
                <a16:creationId xmlns:a16="http://schemas.microsoft.com/office/drawing/2014/main" id="{265D4168-F02C-43EC-B7F6-9B9F4DC182D6}"/>
              </a:ext>
            </a:extLst>
          </p:cNvPr>
          <p:cNvSpPr>
            <a:spLocks xmlns:a="http://schemas.openxmlformats.org/drawingml/2006/main" noGrp="1"/>
          </p:cNvSpPr>
          <p:nvPr/>
        </p:nvSpPr>
        <p:spPr>
          <a:xfrm xmlns:a="http://schemas.openxmlformats.org/drawingml/2006/main">
            <a:off x="13887450" y="3724275"/>
            <a:ext cx="3495675" cy="52387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44" name="v2-358-Coverage State-name">
            <a:extLst xmlns:a="http://schemas.openxmlformats.org/drawingml/2006/main">
              <a:ext uri="{FF2B5EF4-FFF2-40B4-BE49-F238E27FC236}">
                <a16:creationId xmlns:a16="http://schemas.microsoft.com/office/drawing/2014/main" id="{E17EA9AC-E097-47F2-999E-B3DA227AA871}"/>
              </a:ext>
            </a:extLst>
          </p:cNvPr>
          <p:cNvSpPr>
            <a:spLocks xmlns:a="http://schemas.openxmlformats.org/drawingml/2006/main" noGrp="1"/>
          </p:cNvSpPr>
          <p:nvPr/>
        </p:nvSpPr>
        <p:spPr>
          <a:xfrm xmlns:a="http://schemas.openxmlformats.org/drawingml/2006/main">
            <a:off x="13963650" y="3724275"/>
            <a:ext cx="33432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Coverage State</a:t>
            </a:r>
          </a:p>
        </p:txBody>
      </p:sp>
      <p:sp>
        <p:nvSpPr>
          <p:cNvPr id="45" name="v2-359-Episodic Memory Repository">
            <a:extLst xmlns:a="http://schemas.openxmlformats.org/drawingml/2006/main">
              <a:ext uri="{FF2B5EF4-FFF2-40B4-BE49-F238E27FC236}">
                <a16:creationId xmlns:a16="http://schemas.microsoft.com/office/drawing/2014/main" id="{FF4F2D94-1207-489B-B7C9-C69A5241FBFC}"/>
              </a:ext>
            </a:extLst>
          </p:cNvPr>
          <p:cNvSpPr>
            <a:spLocks xmlns:a="http://schemas.openxmlformats.org/drawingml/2006/main" noGrp="1"/>
          </p:cNvSpPr>
          <p:nvPr/>
        </p:nvSpPr>
        <p:spPr>
          <a:xfrm xmlns:a="http://schemas.openxmlformats.org/drawingml/2006/main">
            <a:off x="11401425" y="4533900"/>
            <a:ext cx="5076825" cy="52387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46" name="v2-360-Episodic Memory Repository-name">
            <a:extLst xmlns:a="http://schemas.openxmlformats.org/drawingml/2006/main">
              <a:ext uri="{FF2B5EF4-FFF2-40B4-BE49-F238E27FC236}">
                <a16:creationId xmlns:a16="http://schemas.microsoft.com/office/drawing/2014/main" id="{77BD9597-0EFA-4E37-96D9-A44DFEE8439B}"/>
              </a:ext>
            </a:extLst>
          </p:cNvPr>
          <p:cNvSpPr>
            <a:spLocks xmlns:a="http://schemas.openxmlformats.org/drawingml/2006/main" noGrp="1"/>
          </p:cNvSpPr>
          <p:nvPr/>
        </p:nvSpPr>
        <p:spPr>
          <a:xfrm xmlns:a="http://schemas.openxmlformats.org/drawingml/2006/main">
            <a:off x="11477625" y="4533900"/>
            <a:ext cx="49244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Episodic Memory Repository</a:t>
            </a:r>
          </a:p>
        </p:txBody>
      </p:sp>
      <p:sp>
        <p:nvSpPr>
          <p:cNvPr id="47" name="v2-361-Evidence Reader">
            <a:extLst xmlns:a="http://schemas.openxmlformats.org/drawingml/2006/main">
              <a:ext uri="{FF2B5EF4-FFF2-40B4-BE49-F238E27FC236}">
                <a16:creationId xmlns:a16="http://schemas.microsoft.com/office/drawing/2014/main" id="{9185C3A2-E797-4DBF-880C-A1C27AE0B40F}"/>
              </a:ext>
            </a:extLst>
          </p:cNvPr>
          <p:cNvSpPr>
            <a:spLocks xmlns:a="http://schemas.openxmlformats.org/drawingml/2006/main" noGrp="1"/>
          </p:cNvSpPr>
          <p:nvPr/>
        </p:nvSpPr>
        <p:spPr>
          <a:xfrm xmlns:a="http://schemas.openxmlformats.org/drawingml/2006/main">
            <a:off x="11401425" y="5495925"/>
            <a:ext cx="5076825" cy="42862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48" name="v2-362-Evidence Reader-name">
            <a:extLst xmlns:a="http://schemas.openxmlformats.org/drawingml/2006/main">
              <a:ext uri="{FF2B5EF4-FFF2-40B4-BE49-F238E27FC236}">
                <a16:creationId xmlns:a16="http://schemas.microsoft.com/office/drawing/2014/main" id="{2C519E3E-FFA9-4C63-8A61-EFEC4B53D813}"/>
              </a:ext>
            </a:extLst>
          </p:cNvPr>
          <p:cNvSpPr>
            <a:spLocks xmlns:a="http://schemas.openxmlformats.org/drawingml/2006/main" noGrp="1"/>
          </p:cNvSpPr>
          <p:nvPr/>
        </p:nvSpPr>
        <p:spPr>
          <a:xfrm xmlns:a="http://schemas.openxmlformats.org/drawingml/2006/main">
            <a:off x="11477625" y="5495925"/>
            <a:ext cx="4924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02B35"/>
                </a:solidFill>
                <a:latin typeface="Apple SD Gothic Neo"/>
                <a:ea typeface="Apple SD Gothic Neo"/>
                <a:cs typeface="Apple SD Gothic Neo"/>
              </a:defRPr>
            </a:pPr>
            <a:r>
              <a:rPr sz="2100" b="0">
                <a:solidFill>
                  <a:srgbClr val="202B35"/>
                </a:solidFill>
                <a:latin typeface="Apple SD Gothic Neo"/>
                <a:ea typeface="Apple SD Gothic Neo"/>
                <a:cs typeface="Apple SD Gothic Neo"/>
              </a:rPr>
              <a:t>Evidence Reader</a:t>
            </a:r>
          </a:p>
        </p:txBody>
      </p:sp>
      <p:sp>
        <p:nvSpPr>
          <p:cNvPr id="49" name="v2-363-b-produce">
            <a:extLst xmlns:a="http://schemas.openxmlformats.org/drawingml/2006/main">
              <a:ext uri="{FF2B5EF4-FFF2-40B4-BE49-F238E27FC236}">
                <a16:creationId xmlns:a16="http://schemas.microsoft.com/office/drawing/2014/main" id="{BAC81AD8-41EC-4DD9-AA69-90572D46827A}"/>
              </a:ext>
            </a:extLst>
          </p:cNvPr>
          <p:cNvSpPr>
            <a:spLocks xmlns:a="http://schemas.openxmlformats.org/drawingml/2006/main" noGrp="1"/>
          </p:cNvSpPr>
          <p:nvPr/>
        </p:nvSpPr>
        <p:spPr>
          <a:xfrm xmlns:a="http://schemas.openxmlformats.org/drawingml/2006/main">
            <a:off x="11363325" y="4238625"/>
            <a:ext cx="2571750" cy="295275"/>
          </a:xfrm>
          <a:custGeom xmlns:a="http://schemas.openxmlformats.org/drawingml/2006/main">
            <a:pathLst>
              <a:path w="2571750" h="295275">
                <a:moveTo>
                  <a:pt x="0" y="0"/>
                </a:moveTo>
                <a:lnTo>
                  <a:pt x="0" y="114300"/>
                </a:lnTo>
                <a:lnTo>
                  <a:pt x="2571750" y="114300"/>
                </a:lnTo>
                <a:lnTo>
                  <a:pt x="2571750" y="295275"/>
                </a:lnTo>
              </a:path>
            </a:pathLst>
          </a:custGeom>
          <a:noFill xmlns:a="http://schemas.openxmlformats.org/drawingml/2006/main"/>
          <a:ln xmlns:a="http://schemas.openxmlformats.org/drawingml/2006/main" w="23813">
            <a:solidFill>
              <a:srgbClr val="00889A"/>
            </a:solidFill>
            <a:prstDash val="solid"/>
          </a:ln>
        </p:spPr>
      </p:sp>
      <p:sp>
        <p:nvSpPr>
          <p:cNvPr id="50" name="v2-364-b-produce-head">
            <a:extLst xmlns:a="http://schemas.openxmlformats.org/drawingml/2006/main">
              <a:ext uri="{FF2B5EF4-FFF2-40B4-BE49-F238E27FC236}">
                <a16:creationId xmlns:a16="http://schemas.microsoft.com/office/drawing/2014/main" id="{63834022-4F39-4411-964C-25E55BC7799E}"/>
              </a:ext>
            </a:extLst>
          </p:cNvPr>
          <p:cNvSpPr>
            <a:spLocks xmlns:a="http://schemas.openxmlformats.org/drawingml/2006/main" noGrp="1"/>
          </p:cNvSpPr>
          <p:nvPr/>
        </p:nvSpPr>
        <p:spPr>
          <a:xfrm xmlns:a="http://schemas.openxmlformats.org/drawingml/2006/main">
            <a:off x="13880277" y="443359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00889A"/>
            </a:solidFill>
            <a:prstDash val="solid"/>
          </a:ln>
        </p:spPr>
      </p:sp>
      <p:sp>
        <p:nvSpPr>
          <p:cNvPr id="51" name="v2-365-note">
            <a:extLst xmlns:a="http://schemas.openxmlformats.org/drawingml/2006/main">
              <a:ext uri="{FF2B5EF4-FFF2-40B4-BE49-F238E27FC236}">
                <a16:creationId xmlns:a16="http://schemas.microsoft.com/office/drawing/2014/main" id="{5BA6E949-1FF4-4CDA-9F6D-8DFAC6A312A0}"/>
              </a:ext>
            </a:extLst>
          </p:cNvPr>
          <p:cNvSpPr>
            <a:spLocks xmlns:a="http://schemas.openxmlformats.org/drawingml/2006/main" noGrp="1"/>
          </p:cNvSpPr>
          <p:nvPr/>
        </p:nvSpPr>
        <p:spPr>
          <a:xfrm xmlns:a="http://schemas.openxmlformats.org/drawingml/2006/main">
            <a:off x="9715500" y="43243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② 관계 게시</a:t>
            </a:r>
          </a:p>
        </p:txBody>
      </p:sp>
      <p:sp>
        <p:nvSpPr>
          <p:cNvPr id="52" name="v2-366-b-coverage">
            <a:extLst xmlns:a="http://schemas.openxmlformats.org/drawingml/2006/main">
              <a:ext uri="{FF2B5EF4-FFF2-40B4-BE49-F238E27FC236}">
                <a16:creationId xmlns:a16="http://schemas.microsoft.com/office/drawing/2014/main" id="{A0201795-CB4D-4A9F-9380-B5CFDF038A5F}"/>
              </a:ext>
            </a:extLst>
          </p:cNvPr>
          <p:cNvSpPr>
            <a:spLocks xmlns:a="http://schemas.openxmlformats.org/drawingml/2006/main" noGrp="1"/>
          </p:cNvSpPr>
          <p:nvPr/>
        </p:nvSpPr>
        <p:spPr>
          <a:xfrm xmlns:a="http://schemas.openxmlformats.org/drawingml/2006/main">
            <a:off x="13096875" y="3971925"/>
            <a:ext cx="790575" cy="9525"/>
          </a:xfrm>
          <a:custGeom xmlns:a="http://schemas.openxmlformats.org/drawingml/2006/main">
            <a:pathLst>
              <a:path w="790575" h="9525">
                <a:moveTo>
                  <a:pt x="0" y="0"/>
                </a:moveTo>
                <a:lnTo>
                  <a:pt x="790575" y="0"/>
                </a:lnTo>
              </a:path>
            </a:pathLst>
          </a:custGeom>
          <a:noFill xmlns:a="http://schemas.openxmlformats.org/drawingml/2006/main"/>
          <a:ln xmlns:a="http://schemas.openxmlformats.org/drawingml/2006/main" w="23813">
            <a:solidFill>
              <a:srgbClr val="576773"/>
            </a:solidFill>
            <a:prstDash val="solid"/>
          </a:ln>
        </p:spPr>
      </p:sp>
      <p:sp>
        <p:nvSpPr>
          <p:cNvPr id="53" name="v2-367-b-coverage-head">
            <a:extLst xmlns:a="http://schemas.openxmlformats.org/drawingml/2006/main">
              <a:ext uri="{FF2B5EF4-FFF2-40B4-BE49-F238E27FC236}">
                <a16:creationId xmlns:a16="http://schemas.microsoft.com/office/drawing/2014/main" id="{65E551D1-7599-4672-B30E-588E19FCBCF0}"/>
              </a:ext>
            </a:extLst>
          </p:cNvPr>
          <p:cNvSpPr>
            <a:spLocks xmlns:a="http://schemas.openxmlformats.org/drawingml/2006/main" noGrp="1"/>
          </p:cNvSpPr>
          <p:nvPr/>
        </p:nvSpPr>
        <p:spPr>
          <a:xfrm xmlns:a="http://schemas.openxmlformats.org/drawingml/2006/main">
            <a:off x="13787142" y="391712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3813">
            <a:solidFill>
              <a:srgbClr val="576773"/>
            </a:solidFill>
            <a:prstDash val="solid"/>
          </a:ln>
        </p:spPr>
      </p:sp>
      <p:sp>
        <p:nvSpPr>
          <p:cNvPr id="54" name="v2-368-b-sourcechange">
            <a:extLst xmlns:a="http://schemas.openxmlformats.org/drawingml/2006/main">
              <a:ext uri="{FF2B5EF4-FFF2-40B4-BE49-F238E27FC236}">
                <a16:creationId xmlns:a16="http://schemas.microsoft.com/office/drawing/2014/main" id="{A14CB553-7B8D-4864-ABE9-6093733ACB74}"/>
              </a:ext>
            </a:extLst>
          </p:cNvPr>
          <p:cNvSpPr>
            <a:spLocks xmlns:a="http://schemas.openxmlformats.org/drawingml/2006/main" noGrp="1"/>
          </p:cNvSpPr>
          <p:nvPr/>
        </p:nvSpPr>
        <p:spPr>
          <a:xfrm xmlns:a="http://schemas.openxmlformats.org/drawingml/2006/main">
            <a:off x="9401175" y="3581400"/>
            <a:ext cx="1962150" cy="133350"/>
          </a:xfrm>
          <a:custGeom xmlns:a="http://schemas.openxmlformats.org/drawingml/2006/main">
            <a:pathLst>
              <a:path w="1962150" h="133350">
                <a:moveTo>
                  <a:pt x="0" y="0"/>
                </a:moveTo>
                <a:lnTo>
                  <a:pt x="1962150" y="0"/>
                </a:lnTo>
                <a:lnTo>
                  <a:pt x="1962150" y="133350"/>
                </a:lnTo>
              </a:path>
            </a:pathLst>
          </a:custGeom>
          <a:noFill xmlns:a="http://schemas.openxmlformats.org/drawingml/2006/main"/>
          <a:ln xmlns:a="http://schemas.openxmlformats.org/drawingml/2006/main" w="23813">
            <a:solidFill>
              <a:srgbClr val="00889A"/>
            </a:solidFill>
            <a:prstDash val="solid"/>
          </a:ln>
        </p:spPr>
      </p:sp>
      <p:sp>
        <p:nvSpPr>
          <p:cNvPr id="55" name="v2-369-b-sourcechange-head">
            <a:extLst xmlns:a="http://schemas.openxmlformats.org/drawingml/2006/main">
              <a:ext uri="{FF2B5EF4-FFF2-40B4-BE49-F238E27FC236}">
                <a16:creationId xmlns:a16="http://schemas.microsoft.com/office/drawing/2014/main" id="{0BD5C4B8-DCFC-499E-BF75-ED566938B81F}"/>
              </a:ext>
            </a:extLst>
          </p:cNvPr>
          <p:cNvSpPr>
            <a:spLocks xmlns:a="http://schemas.openxmlformats.org/drawingml/2006/main" noGrp="1"/>
          </p:cNvSpPr>
          <p:nvPr/>
        </p:nvSpPr>
        <p:spPr>
          <a:xfrm xmlns:a="http://schemas.openxmlformats.org/drawingml/2006/main">
            <a:off x="11308527" y="3614442"/>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00889A"/>
            </a:solidFill>
            <a:prstDash val="solid"/>
          </a:ln>
        </p:spPr>
      </p:sp>
      <p:sp>
        <p:nvSpPr>
          <p:cNvPr id="56" name="v2-370-note">
            <a:extLst xmlns:a="http://schemas.openxmlformats.org/drawingml/2006/main">
              <a:ext uri="{FF2B5EF4-FFF2-40B4-BE49-F238E27FC236}">
                <a16:creationId xmlns:a16="http://schemas.microsoft.com/office/drawing/2014/main" id="{F8751CE4-963A-48EA-8EFA-DDAA5335DF0D}"/>
              </a:ext>
            </a:extLst>
          </p:cNvPr>
          <p:cNvSpPr>
            <a:spLocks xmlns:a="http://schemas.openxmlformats.org/drawingml/2006/main" noGrp="1"/>
          </p:cNvSpPr>
          <p:nvPr/>
        </p:nvSpPr>
        <p:spPr>
          <a:xfrm xmlns:a="http://schemas.openxmlformats.org/drawingml/2006/main">
            <a:off x="12096750" y="3190875"/>
            <a:ext cx="5448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① 원본 변경 / 생산 요청</a:t>
            </a:r>
          </a:p>
        </p:txBody>
      </p:sp>
      <p:sp>
        <p:nvSpPr>
          <p:cNvPr id="57" name="v2-371-b-query">
            <a:extLst xmlns:a="http://schemas.openxmlformats.org/drawingml/2006/main">
              <a:ext uri="{FF2B5EF4-FFF2-40B4-BE49-F238E27FC236}">
                <a16:creationId xmlns:a16="http://schemas.microsoft.com/office/drawing/2014/main" id="{72B3E75E-DA44-4350-8748-A1203607662A}"/>
              </a:ext>
            </a:extLst>
          </p:cNvPr>
          <p:cNvSpPr>
            <a:spLocks xmlns:a="http://schemas.openxmlformats.org/drawingml/2006/main" noGrp="1"/>
          </p:cNvSpPr>
          <p:nvPr/>
        </p:nvSpPr>
        <p:spPr>
          <a:xfrm xmlns:a="http://schemas.openxmlformats.org/drawingml/2006/main">
            <a:off x="9429750" y="5705475"/>
            <a:ext cx="1971675" cy="9525"/>
          </a:xfrm>
          <a:custGeom xmlns:a="http://schemas.openxmlformats.org/drawingml/2006/main">
            <a:pathLst>
              <a:path w="1971675" h="9525">
                <a:moveTo>
                  <a:pt x="0" y="0"/>
                </a:moveTo>
                <a:lnTo>
                  <a:pt x="1971675" y="0"/>
                </a:lnTo>
              </a:path>
            </a:pathLst>
          </a:custGeom>
          <a:noFill xmlns:a="http://schemas.openxmlformats.org/drawingml/2006/main"/>
          <a:ln xmlns:a="http://schemas.openxmlformats.org/drawingml/2006/main" w="23813">
            <a:solidFill>
              <a:srgbClr val="00889A"/>
            </a:solidFill>
            <a:prstDash val="solid"/>
          </a:ln>
        </p:spPr>
      </p:sp>
      <p:sp>
        <p:nvSpPr>
          <p:cNvPr id="58" name="v2-372-b-query-head">
            <a:extLst xmlns:a="http://schemas.openxmlformats.org/drawingml/2006/main">
              <a:ext uri="{FF2B5EF4-FFF2-40B4-BE49-F238E27FC236}">
                <a16:creationId xmlns:a16="http://schemas.microsoft.com/office/drawing/2014/main" id="{B2AC19F8-6476-451B-A680-43B952E8ED84}"/>
              </a:ext>
            </a:extLst>
          </p:cNvPr>
          <p:cNvSpPr>
            <a:spLocks xmlns:a="http://schemas.openxmlformats.org/drawingml/2006/main" noGrp="1"/>
          </p:cNvSpPr>
          <p:nvPr/>
        </p:nvSpPr>
        <p:spPr>
          <a:xfrm xmlns:a="http://schemas.openxmlformats.org/drawingml/2006/main">
            <a:off x="11301117" y="565067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3813">
            <a:solidFill>
              <a:srgbClr val="00889A"/>
            </a:solidFill>
            <a:prstDash val="solid"/>
          </a:ln>
        </p:spPr>
      </p:sp>
      <p:sp>
        <p:nvSpPr>
          <p:cNvPr id="59" name="v2-373-note">
            <a:extLst xmlns:a="http://schemas.openxmlformats.org/drawingml/2006/main">
              <a:ext uri="{FF2B5EF4-FFF2-40B4-BE49-F238E27FC236}">
                <a16:creationId xmlns:a16="http://schemas.microsoft.com/office/drawing/2014/main" id="{474CBF7B-2412-4E2F-99DF-919740D7F008}"/>
              </a:ext>
            </a:extLst>
          </p:cNvPr>
          <p:cNvSpPr>
            <a:spLocks xmlns:a="http://schemas.openxmlformats.org/drawingml/2006/main" noGrp="1"/>
          </p:cNvSpPr>
          <p:nvPr/>
        </p:nvSpPr>
        <p:spPr>
          <a:xfrm xmlns:a="http://schemas.openxmlformats.org/drawingml/2006/main">
            <a:off x="9410700" y="50863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③ 별도 현재 조회</a:t>
            </a:r>
          </a:p>
        </p:txBody>
      </p:sp>
      <p:sp>
        <p:nvSpPr>
          <p:cNvPr id="60" name="v2-374-b-read">
            <a:extLst xmlns:a="http://schemas.openxmlformats.org/drawingml/2006/main">
              <a:ext uri="{FF2B5EF4-FFF2-40B4-BE49-F238E27FC236}">
                <a16:creationId xmlns:a16="http://schemas.microsoft.com/office/drawing/2014/main" id="{BF991512-DD0B-4E31-AD17-E8F22F50FFAF}"/>
              </a:ext>
            </a:extLst>
          </p:cNvPr>
          <p:cNvSpPr>
            <a:spLocks xmlns:a="http://schemas.openxmlformats.org/drawingml/2006/main" noGrp="1"/>
          </p:cNvSpPr>
          <p:nvPr/>
        </p:nvSpPr>
        <p:spPr>
          <a:xfrm xmlns:a="http://schemas.openxmlformats.org/drawingml/2006/main">
            <a:off x="13935075" y="5057775"/>
            <a:ext cx="9525" cy="438150"/>
          </a:xfrm>
          <a:custGeom xmlns:a="http://schemas.openxmlformats.org/drawingml/2006/main">
            <a:pathLst>
              <a:path w="9525" h="438150">
                <a:moveTo>
                  <a:pt x="0" y="438150"/>
                </a:moveTo>
                <a:lnTo>
                  <a:pt x="0" y="0"/>
                </a:lnTo>
              </a:path>
            </a:pathLst>
          </a:custGeom>
          <a:noFill xmlns:a="http://schemas.openxmlformats.org/drawingml/2006/main"/>
          <a:ln xmlns:a="http://schemas.openxmlformats.org/drawingml/2006/main" w="23813">
            <a:solidFill>
              <a:srgbClr val="00889A"/>
            </a:solidFill>
            <a:prstDash val="solid"/>
          </a:ln>
        </p:spPr>
      </p:sp>
      <p:sp>
        <p:nvSpPr>
          <p:cNvPr id="61" name="v2-375-b-read-head">
            <a:extLst xmlns:a="http://schemas.openxmlformats.org/drawingml/2006/main">
              <a:ext uri="{FF2B5EF4-FFF2-40B4-BE49-F238E27FC236}">
                <a16:creationId xmlns:a16="http://schemas.microsoft.com/office/drawing/2014/main" id="{4F674B97-E908-466B-A892-210600BCA36F}"/>
              </a:ext>
            </a:extLst>
          </p:cNvPr>
          <p:cNvSpPr>
            <a:spLocks xmlns:a="http://schemas.openxmlformats.org/drawingml/2006/main" noGrp="1"/>
          </p:cNvSpPr>
          <p:nvPr/>
        </p:nvSpPr>
        <p:spPr>
          <a:xfrm xmlns:a="http://schemas.openxmlformats.org/drawingml/2006/main">
            <a:off x="13880277" y="5057775"/>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3813">
            <a:solidFill>
              <a:srgbClr val="00889A"/>
            </a:solidFill>
            <a:prstDash val="solid"/>
          </a:ln>
        </p:spPr>
      </p:sp>
      <p:sp>
        <p:nvSpPr>
          <p:cNvPr id="62" name="v2-376-note">
            <a:extLst xmlns:a="http://schemas.openxmlformats.org/drawingml/2006/main">
              <a:ext uri="{FF2B5EF4-FFF2-40B4-BE49-F238E27FC236}">
                <a16:creationId xmlns:a16="http://schemas.microsoft.com/office/drawing/2014/main" id="{9FA88F2E-2320-4FDA-8C98-B556B024B639}"/>
              </a:ext>
            </a:extLst>
          </p:cNvPr>
          <p:cNvSpPr>
            <a:spLocks xmlns:a="http://schemas.openxmlformats.org/drawingml/2006/main" noGrp="1"/>
          </p:cNvSpPr>
          <p:nvPr/>
        </p:nvSpPr>
        <p:spPr>
          <a:xfrm xmlns:a="http://schemas.openxmlformats.org/drawingml/2006/main">
            <a:off x="14687550" y="5076825"/>
            <a:ext cx="2809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원본 확인 후 반환</a:t>
            </a:r>
          </a:p>
        </p:txBody>
      </p:sp>
      <p:sp>
        <p:nvSpPr>
          <p:cNvPr id="63" name="v2-377-note">
            <a:extLst xmlns:a="http://schemas.openxmlformats.org/drawingml/2006/main">
              <a:ext uri="{FF2B5EF4-FFF2-40B4-BE49-F238E27FC236}">
                <a16:creationId xmlns:a16="http://schemas.microsoft.com/office/drawing/2014/main" id="{598C74B6-E92A-4841-B99A-22D5FCF7E723}"/>
              </a:ext>
            </a:extLst>
          </p:cNvPr>
          <p:cNvSpPr>
            <a:spLocks xmlns:a="http://schemas.openxmlformats.org/drawingml/2006/main" noGrp="1"/>
          </p:cNvSpPr>
          <p:nvPr/>
        </p:nvSpPr>
        <p:spPr>
          <a:xfrm xmlns:a="http://schemas.openxmlformats.org/drawingml/2006/main">
            <a:off x="9410700" y="6105525"/>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미생산은 게시 후 재조회 / 지원 밖은 한계 반환</a:t>
            </a:r>
          </a:p>
        </p:txBody>
      </p:sp>
      <p:sp>
        <p:nvSpPr>
          <p:cNvPr id="64" name="v2-378-note">
            <a:extLst xmlns:a="http://schemas.openxmlformats.org/drawingml/2006/main">
              <a:ext uri="{FF2B5EF4-FFF2-40B4-BE49-F238E27FC236}">
                <a16:creationId xmlns:a16="http://schemas.microsoft.com/office/drawing/2014/main" id="{BC3F8735-1CE9-4196-B6A1-9436609AC5A1}"/>
              </a:ext>
            </a:extLst>
          </p:cNvPr>
          <p:cNvSpPr>
            <a:spLocks xmlns:a="http://schemas.openxmlformats.org/drawingml/2006/main" noGrp="1"/>
          </p:cNvSpPr>
          <p:nvPr/>
        </p:nvSpPr>
        <p:spPr>
          <a:xfrm xmlns:a="http://schemas.openxmlformats.org/drawingml/2006/main">
            <a:off x="495300" y="6334125"/>
            <a:ext cx="17297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0889A"/>
                </a:solidFill>
                <a:latin typeface="Apple SD Gothic Neo"/>
                <a:ea typeface="Apple SD Gothic Neo"/>
                <a:cs typeface="Apple SD Gothic Neo"/>
              </a:defRPr>
            </a:pPr>
            <a:r>
              <a:rPr sz="1950" b="0">
                <a:solidFill>
                  <a:srgbClr val="00889A"/>
                </a:solidFill>
                <a:latin typeface="Apple SD Gothic Neo"/>
                <a:ea typeface="Apple SD Gothic Neo"/>
                <a:cs typeface="Apple SD Gothic Neo"/>
              </a:rPr>
              <a:t>공통: 원본 owner의 개정/권한/실제 전달 범위를 확인 → 현재 Request Interpreter에 근거 제공. PARTIAL은 전체 의미 완성을 뜻하지 않음</a:t>
            </a:r>
          </a:p>
        </p:txBody>
      </p:sp>
      <p:sp>
        <p:nvSpPr>
          <p:cNvPr id="65" name="v2-379-a-cost">
            <a:extLst xmlns:a="http://schemas.openxmlformats.org/drawingml/2006/main">
              <a:ext uri="{FF2B5EF4-FFF2-40B4-BE49-F238E27FC236}">
                <a16:creationId xmlns:a16="http://schemas.microsoft.com/office/drawing/2014/main" id="{D0B7347E-42DF-4AC7-AFBC-1327F3D0052C}"/>
              </a:ext>
            </a:extLst>
          </p:cNvPr>
          <p:cNvSpPr>
            <a:spLocks xmlns:a="http://schemas.openxmlformats.org/drawingml/2006/main" noGrp="1"/>
          </p:cNvSpPr>
          <p:nvPr/>
        </p:nvSpPr>
        <p:spPr>
          <a:xfrm xmlns:a="http://schemas.openxmlformats.org/drawingml/2006/main">
            <a:off x="495300" y="6743700"/>
            <a:ext cx="83724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A도 유효 관계 cache와 부분 갱신 가능</a:t>
            </a:r>
          </a:p>
        </p:txBody>
      </p:sp>
      <p:sp>
        <p:nvSpPr>
          <p:cNvPr id="66" name="v2-380-b-cost">
            <a:extLst xmlns:a="http://schemas.openxmlformats.org/drawingml/2006/main">
              <a:ext uri="{FF2B5EF4-FFF2-40B4-BE49-F238E27FC236}">
                <a16:creationId xmlns:a16="http://schemas.microsoft.com/office/drawing/2014/main" id="{AEBDFDB5-677C-4E14-A990-FEE006F21F56}"/>
              </a:ext>
            </a:extLst>
          </p:cNvPr>
          <p:cNvSpPr>
            <a:spLocks xmlns:a="http://schemas.openxmlformats.org/drawingml/2006/main" noGrp="1"/>
          </p:cNvSpPr>
          <p:nvPr/>
        </p:nvSpPr>
        <p:spPr>
          <a:xfrm xmlns:a="http://schemas.openxmlformats.org/drawingml/2006/main">
            <a:off x="9239250" y="6743700"/>
            <a:ext cx="8553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B는 초기/미사용 생산, coverage와 철회 비용</a:t>
            </a:r>
          </a:p>
        </p:txBody>
      </p:sp>
      <p:graphicFrame>
        <p:nvGraphicFramePr>
          <p:cNvPr id="135" name=""/>
          <p:cNvGraphicFramePr/>
          <p:nvPr/>
        </p:nvGraphicFramePr>
        <p:xfrm>
          <a:off xmlns:a="http://schemas.openxmlformats.org/drawingml/2006/main" x="495300" y="7258050"/>
          <a:ext xmlns:a="http://schemas.openxmlformats.org/drawingml/2006/main" cx="17297400" cy="2533650"/>
        </p:xfrm>
        <a:graphic xmlns:a="http://schemas.openxmlformats.org/drawingml/2006/main">
          <a:graphicData uri="http://schemas.openxmlformats.org/drawingml/2006/table">
            <a:tbl>
              <a:tblPr/>
              <a:tblGrid>
                <a:gridCol w="4038600"/>
                <a:gridCol w="6629400"/>
                <a:gridCol w="6629400"/>
              </a:tblGrid>
              <a:tr h="381000">
                <a:tc>
                  <a:txBody>
                    <a:bodyPr/>
                    <a:lstStyle/>
                    <a:p>
                      <a:pPr algn="l"/>
                      <a:r>
                        <a:rPr sz="1725" b="1">
                          <a:solidFill>
                            <a:srgbClr val="FFFFFF"/>
                          </a:solidFill>
                          <a:latin typeface="Apple SD Gothic Neo"/>
                          <a:ea typeface="Apple SD Gothic Neo"/>
                          <a:cs typeface="Apple SD Gothic Neo"/>
                        </a:rPr>
                        <a:t>고정 품질 / 같은 P21</a:t>
                      </a:r>
                    </a:p>
                  </a:txBody>
                  <a:tcPr marL="114300" marR="76200" marT="9525" marB="9525" anchor="ctr">
                    <a:solidFill>
                      <a:srgbClr val="354354"/>
                    </a:solidFill>
                  </a:tcPr>
                </a:tc>
                <a:tc>
                  <a:txBody>
                    <a:bodyPr/>
                    <a:lstStyle/>
                    <a:p>
                      <a:pPr algn="l"/>
                      <a:r>
                        <a:rPr sz="1725" b="1">
                          <a:solidFill>
                            <a:srgbClr val="FFFFFF"/>
                          </a:solidFill>
                          <a:latin typeface="Apple SD Gothic Neo"/>
                          <a:ea typeface="Apple SD Gothic Neo"/>
                          <a:cs typeface="Apple SD Gothic Neo"/>
                        </a:rPr>
                        <a:t>A: 평가 경로와 현재 상태</a:t>
                      </a:r>
                    </a:p>
                  </a:txBody>
                  <a:tcPr marL="114300" marR="76200" marT="9525" marB="9525" anchor="ctr">
                    <a:solidFill>
                      <a:srgbClr val="354354"/>
                    </a:solidFill>
                  </a:tcPr>
                </a:tc>
                <a:tc>
                  <a:txBody>
                    <a:bodyPr/>
                    <a:lstStyle/>
                    <a:p>
                      <a:pPr algn="l"/>
                      <a:r>
                        <a:rPr sz="1725" b="1">
                          <a:solidFill>
                            <a:srgbClr val="FFFFFF"/>
                          </a:solidFill>
                          <a:latin typeface="Apple SD Gothic Neo"/>
                          <a:ea typeface="Apple SD Gothic Neo"/>
                          <a:cs typeface="Apple SD Gothic Neo"/>
                        </a:rPr>
                        <a:t>B: 평가 경로와 현재 상태</a:t>
                      </a:r>
                    </a:p>
                  </a:txBody>
                  <a:tcPr marL="114300" marR="76200" marT="9525" marB="9525" anchor="ctr">
                    <a:solidFill>
                      <a:srgbClr val="354354"/>
                    </a:solidFill>
                  </a:tcPr>
                </a:tc>
              </a:tr>
              <a:tr h="358775">
                <a:tc>
                  <a:txBody>
                    <a:bodyPr/>
                    <a:lstStyle/>
                    <a:p>
                      <a:pPr algn="l"/>
                      <a:r>
                        <a:rPr sz="1725" b="0">
                          <a:solidFill>
                            <a:srgbClr val="202B35"/>
                          </a:solidFill>
                          <a:latin typeface="Apple SD Gothic Neo"/>
                          <a:ea typeface="Apple SD Gothic Neo"/>
                          <a:cs typeface="Apple SD Gothic Neo"/>
                        </a:rPr>
                        <a:t>QA-01  요청 처리 정확성</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원문과 cache 조건 보존</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coverage와 예외 보존</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QA-02  상호작용 응답시간</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최초 조합과 cache 대기</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조회와 미생산 보완 대기</a:t>
                      </a:r>
                    </a:p>
                  </a:txBody>
                  <a:tcPr marL="114300" marR="76200" marT="9525" marB="9525" anchor="ctr">
                    <a:solidFill>
                      <a:srgbClr val="F5F7F8"/>
                    </a:solidFill>
                  </a:tcPr>
                </a:tc>
              </a:tr>
              <a:tr h="358775">
                <a:tc>
                  <a:txBody>
                    <a:bodyPr/>
                    <a:lstStyle/>
                    <a:p>
                      <a:pPr algn="l"/>
                      <a:r>
                        <a:rPr sz="1725" b="0">
                          <a:solidFill>
                            <a:srgbClr val="202B35"/>
                          </a:solidFill>
                          <a:latin typeface="Apple SD Gothic Neo"/>
                          <a:ea typeface="Apple SD Gothic Neo"/>
                          <a:cs typeface="Apple SD Gothic Neo"/>
                        </a:rPr>
                        <a:t>QA-03  VIA 요청 처리시간</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첫 사용, 반복과 갱신</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조회, 원문 검증과 backfill</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QA-04  VIA 모델 사용 비용</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cache miss와 추가 해석</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초기, 미사용 생산과 철회</a:t>
                      </a:r>
                    </a:p>
                  </a:txBody>
                  <a:tcPr marL="114300" marR="76200" marT="9525" marB="9525" anchor="ctr">
                    <a:solidFill>
                      <a:srgbClr val="F5F7F8"/>
                    </a:solidFill>
                  </a:tcPr>
                </a:tc>
              </a:tr>
              <a:tr h="358775">
                <a:tc>
                  <a:txBody>
                    <a:bodyPr/>
                    <a:lstStyle/>
                    <a:p>
                      <a:pPr algn="l"/>
                      <a:r>
                        <a:rPr sz="1725" b="0">
                          <a:solidFill>
                            <a:srgbClr val="202B35"/>
                          </a:solidFill>
                          <a:latin typeface="Apple SD Gothic Neo"/>
                          <a:ea typeface="Apple SD Gothic Neo"/>
                          <a:cs typeface="Apple SD Gothic Neo"/>
                        </a:rPr>
                        <a:t>QA-05  VIA 변경 용이성</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조합과 cache 철회 수정</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생산, 조회와 철회 수정</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QA-06  로컬 VIA 메모리 사용량</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예산 1,792MiB / 원문과 선택 cache</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예산 1,920MiB / 관계와 생산 상태</a:t>
                      </a:r>
                    </a:p>
                  </a:txBody>
                  <a:tcPr marL="114300" marR="76200" marT="9525" marB="9525" anchor="ctr">
                    <a:solidFill>
                      <a:srgbClr val="F5F7F8"/>
                    </a:solidFill>
                  </a:tcPr>
                </a:tc>
              </a:tr>
            </a:tbl>
          </a:graphicData>
        </a:graphic>
      </p:graphicFrame>
      <p:sp>
        <p:nvSpPr>
          <p:cNvPr id="68" name="v2-381-note">
            <a:extLst xmlns:a="http://schemas.openxmlformats.org/drawingml/2006/main">
              <a:ext uri="{FF2B5EF4-FFF2-40B4-BE49-F238E27FC236}">
                <a16:creationId xmlns:a16="http://schemas.microsoft.com/office/drawing/2014/main" id="{EE691A43-48FE-481B-B7AA-05C0AE2AAC99}"/>
              </a:ext>
            </a:extLst>
          </p:cNvPr>
          <p:cNvSpPr>
            <a:spLocks xmlns:a="http://schemas.openxmlformats.org/drawingml/2006/main" noGrp="1"/>
          </p:cNvSpPr>
          <p:nvPr/>
        </p:nvSpPr>
        <p:spPr>
          <a:xfrm xmlns:a="http://schemas.openxmlformats.org/drawingml/2006/main">
            <a:off x="495300" y="9839325"/>
            <a:ext cx="1729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실측 없음. 메모리는 설계 예산이며 측정값이 아닙니다. 전체 목표/보호 조건과 지역 계산의 상세 근거는 appendix에 보존합니다.</a:t>
            </a:r>
          </a:p>
        </p:txBody>
      </p:sp>
    </p:spTree>
    <p:extLst>
      <p:ext uri="{BB962C8B-B14F-4D97-AF65-F5344CB8AC3E}">
        <p14:creationId xmlns:p14="http://schemas.microsoft.com/office/powerpoint/2010/main" val="1995853380"/>
      </p:ext>
    </p:extLst>
  </p:cSld>
</p:sld>
</file>

<file path=ppt/slides/slide54.xml><?xml version="1.0" encoding="utf-8"?>
<p:sld xmlns:p="http://schemas.openxmlformats.org/presentationml/2006/main">
  <p:cSld name="dp42-comparison-v2">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v2-382-section">
            <a:extLst xmlns:a="http://schemas.openxmlformats.org/drawingml/2006/main">
              <a:ext uri="{FF2B5EF4-FFF2-40B4-BE49-F238E27FC236}">
                <a16:creationId xmlns:a16="http://schemas.microsoft.com/office/drawing/2014/main" id="{7D1F7BC8-91A3-4A96-8812-8D446D7DFEF1}"/>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DP42 설계 비교</a:t>
            </a:r>
          </a:p>
        </p:txBody>
      </p:sp>
      <p:sp>
        <p:nvSpPr>
          <p:cNvPr id="2" name="v2-383-title">
            <a:extLst xmlns:a="http://schemas.openxmlformats.org/drawingml/2006/main">
              <a:ext uri="{FF2B5EF4-FFF2-40B4-BE49-F238E27FC236}">
                <a16:creationId xmlns:a16="http://schemas.microsoft.com/office/drawing/2014/main" id="{88189C2C-9214-44B8-81E4-1AD63FBB1A30}"/>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075" b="1">
                <a:solidFill>
                  <a:srgbClr val="202B35"/>
                </a:solidFill>
                <a:latin typeface="Apple SD Gothic Neo"/>
                <a:ea typeface="Apple SD Gothic Neo"/>
                <a:cs typeface="Apple SD Gothic Neo"/>
              </a:defRPr>
            </a:pPr>
            <a:r>
              <a:rPr sz="3075" b="1">
                <a:solidFill>
                  <a:srgbClr val="202B35"/>
                </a:solidFill>
                <a:latin typeface="Apple SD Gothic Neo"/>
                <a:ea typeface="Apple SD Gothic Neo"/>
                <a:cs typeface="Apple SD Gothic Neo"/>
              </a:rPr>
              <a:t>42. 요청 처리 정확성과 변경 용이성을 위한 대화와 업무 상태 관리 설계</a:t>
            </a:r>
          </a:p>
        </p:txBody>
      </p:sp>
      <p:sp>
        <p:nvSpPr>
          <p:cNvPr id="3" name="v2-384-rule">
            <a:extLst xmlns:a="http://schemas.openxmlformats.org/drawingml/2006/main">
              <a:ext uri="{FF2B5EF4-FFF2-40B4-BE49-F238E27FC236}">
                <a16:creationId xmlns:a16="http://schemas.microsoft.com/office/drawing/2014/main" id="{CCE6A96E-8770-4D49-9E67-91C6A724BDA6}"/>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385-page">
            <a:extLst xmlns:a="http://schemas.openxmlformats.org/drawingml/2006/main">
              <a:ext uri="{FF2B5EF4-FFF2-40B4-BE49-F238E27FC236}">
                <a16:creationId xmlns:a16="http://schemas.microsoft.com/office/drawing/2014/main" id="{4DFB9294-F688-42B4-AB25-CE886483FEAB}"/>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22</a:t>
            </a:r>
          </a:p>
        </p:txBody>
      </p:sp>
      <p:sp>
        <p:nvSpPr>
          <p:cNvPr id="5" name="v2-386-note">
            <a:extLst xmlns:a="http://schemas.openxmlformats.org/drawingml/2006/main">
              <a:ext uri="{FF2B5EF4-FFF2-40B4-BE49-F238E27FC236}">
                <a16:creationId xmlns:a16="http://schemas.microsoft.com/office/drawing/2014/main" id="{65476ED0-FD19-4DB7-A77B-DE443CCF2873}"/>
              </a:ext>
            </a:extLst>
          </p:cNvPr>
          <p:cNvSpPr>
            <a:spLocks xmlns:a="http://schemas.openxmlformats.org/drawingml/2006/main" noGrp="1"/>
          </p:cNvSpPr>
          <p:nvPr/>
        </p:nvSpPr>
        <p:spPr>
          <a:xfrm xmlns:a="http://schemas.openxmlformats.org/drawingml/2006/main">
            <a:off x="495300" y="1457325"/>
            <a:ext cx="1729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576773"/>
                </a:solidFill>
                <a:latin typeface="Apple SD Gothic Neo"/>
                <a:ea typeface="Apple SD Gothic Neo"/>
                <a:cs typeface="Apple SD Gothic Neo"/>
              </a:defRPr>
            </a:pPr>
            <a:r>
              <a:rPr sz="2175" b="0">
                <a:solidFill>
                  <a:srgbClr val="576773"/>
                </a:solidFill>
                <a:latin typeface="Apple SD Gothic Neo"/>
                <a:ea typeface="Apple SD Gothic Neo"/>
                <a:cs typeface="Apple SD Gothic Neo"/>
              </a:rPr>
              <a:t>같은 보고서 업무의 확대 장면: 기간 질문을 실제 제시 → “상반기로 해줘” → 접수와 외부 확인</a:t>
            </a:r>
          </a:p>
        </p:txBody>
      </p:sp>
      <p:sp>
        <p:nvSpPr>
          <p:cNvPr id="6" name="v2-387-option-a">
            <a:extLst xmlns:a="http://schemas.openxmlformats.org/drawingml/2006/main">
              <a:ext uri="{FF2B5EF4-FFF2-40B4-BE49-F238E27FC236}">
                <a16:creationId xmlns:a16="http://schemas.microsoft.com/office/drawing/2014/main" id="{4223ED52-8191-4B05-BF90-0E188FE88D28}"/>
              </a:ext>
            </a:extLst>
          </p:cNvPr>
          <p:cNvSpPr>
            <a:spLocks xmlns:a="http://schemas.openxmlformats.org/drawingml/2006/main" noGrp="1"/>
          </p:cNvSpPr>
          <p:nvPr/>
        </p:nvSpPr>
        <p:spPr>
          <a:xfrm xmlns:a="http://schemas.openxmlformats.org/drawingml/2006/main">
            <a:off x="495300" y="2000250"/>
            <a:ext cx="8391525" cy="476250"/>
          </a:xfrm>
          <a:prstGeom xmlns:a="http://schemas.openxmlformats.org/drawingml/2006/main" prst="rect">
            <a:avLst/>
          </a:prstGeom>
          <a:solidFill xmlns:a="http://schemas.openxmlformats.org/drawingml/2006/main">
            <a:srgbClr val="EAF3F7"/>
          </a:solidFill>
          <a:ln xmlns:a="http://schemas.openxmlformats.org/drawingml/2006/main" w="9525">
            <a:solidFill>
              <a:srgbClr val="BCCAD2"/>
            </a:solidFill>
          </a:ln>
        </p:spPr>
      </p:sp>
      <p:sp>
        <p:nvSpPr>
          <p:cNvPr id="7" name="v2-388-option-b">
            <a:extLst xmlns:a="http://schemas.openxmlformats.org/drawingml/2006/main">
              <a:ext uri="{FF2B5EF4-FFF2-40B4-BE49-F238E27FC236}">
                <a16:creationId xmlns:a16="http://schemas.microsoft.com/office/drawing/2014/main" id="{BC38489E-72C5-4B1D-8C68-775D7C11E872}"/>
              </a:ext>
            </a:extLst>
          </p:cNvPr>
          <p:cNvSpPr>
            <a:spLocks xmlns:a="http://schemas.openxmlformats.org/drawingml/2006/main" noGrp="1"/>
          </p:cNvSpPr>
          <p:nvPr/>
        </p:nvSpPr>
        <p:spPr>
          <a:xfrm xmlns:a="http://schemas.openxmlformats.org/drawingml/2006/main">
            <a:off x="9229725" y="2000250"/>
            <a:ext cx="8562975" cy="476250"/>
          </a:xfrm>
          <a:prstGeom xmlns:a="http://schemas.openxmlformats.org/drawingml/2006/main" prst="rect">
            <a:avLst/>
          </a:prstGeom>
          <a:solidFill xmlns:a="http://schemas.openxmlformats.org/drawingml/2006/main">
            <a:srgbClr val="FFF0DE"/>
          </a:solidFill>
          <a:ln xmlns:a="http://schemas.openxmlformats.org/drawingml/2006/main" w="9525">
            <a:solidFill>
              <a:srgbClr val="BCCAD2"/>
            </a:solidFill>
          </a:ln>
        </p:spPr>
      </p:sp>
      <p:sp>
        <p:nvSpPr>
          <p:cNvPr id="8" name="v2-389-option-a-text">
            <a:extLst xmlns:a="http://schemas.openxmlformats.org/drawingml/2006/main">
              <a:ext uri="{FF2B5EF4-FFF2-40B4-BE49-F238E27FC236}">
                <a16:creationId xmlns:a16="http://schemas.microsoft.com/office/drawing/2014/main" id="{F4D9F271-D295-4823-9975-D4CCC0429B28}"/>
              </a:ext>
            </a:extLst>
          </p:cNvPr>
          <p:cNvSpPr>
            <a:spLocks xmlns:a="http://schemas.openxmlformats.org/drawingml/2006/main" noGrp="1"/>
          </p:cNvSpPr>
          <p:nvPr/>
        </p:nvSpPr>
        <p:spPr>
          <a:xfrm xmlns:a="http://schemas.openxmlformats.org/drawingml/2006/main">
            <a:off x="619125" y="2000250"/>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54354"/>
                </a:solidFill>
                <a:latin typeface="Apple SD Gothic Neo"/>
                <a:ea typeface="Apple SD Gothic Neo"/>
                <a:cs typeface="Apple SD Gothic Neo"/>
              </a:defRPr>
            </a:pPr>
            <a:r>
              <a:rPr sz="2325" b="1">
                <a:solidFill>
                  <a:srgbClr val="354354"/>
                </a:solidFill>
                <a:latin typeface="Apple SD Gothic Neo"/>
                <a:ea typeface="Apple SD Gothic Neo"/>
                <a:cs typeface="Apple SD Gothic Neo"/>
              </a:rPr>
              <a:t>A  모듈형 Core에서 관련 상태 공동 확정</a:t>
            </a:r>
          </a:p>
        </p:txBody>
      </p:sp>
      <p:sp>
        <p:nvSpPr>
          <p:cNvPr id="9" name="v2-390-option-b-text">
            <a:extLst xmlns:a="http://schemas.openxmlformats.org/drawingml/2006/main">
              <a:ext uri="{FF2B5EF4-FFF2-40B4-BE49-F238E27FC236}">
                <a16:creationId xmlns:a16="http://schemas.microsoft.com/office/drawing/2014/main" id="{CBA9ECC8-3092-41DD-A330-7C484F56B7E2}"/>
              </a:ext>
            </a:extLst>
          </p:cNvPr>
          <p:cNvSpPr>
            <a:spLocks xmlns:a="http://schemas.openxmlformats.org/drawingml/2006/main" noGrp="1"/>
          </p:cNvSpPr>
          <p:nvPr/>
        </p:nvSpPr>
        <p:spPr>
          <a:xfrm xmlns:a="http://schemas.openxmlformats.org/drawingml/2006/main">
            <a:off x="9353550" y="2000250"/>
            <a:ext cx="828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54354"/>
                </a:solidFill>
                <a:latin typeface="Apple SD Gothic Neo"/>
                <a:ea typeface="Apple SD Gothic Neo"/>
                <a:cs typeface="Apple SD Gothic Neo"/>
              </a:defRPr>
            </a:pPr>
            <a:r>
              <a:rPr sz="2325" b="1">
                <a:solidFill>
                  <a:srgbClr val="354354"/>
                </a:solidFill>
                <a:latin typeface="Apple SD Gothic Neo"/>
                <a:ea typeface="Apple SD Gothic Neo"/>
                <a:cs typeface="Apple SD Gothic Neo"/>
              </a:rPr>
              <a:t>B  독립 대화/업무 서비스의 별도 접수</a:t>
            </a:r>
          </a:p>
        </p:txBody>
      </p:sp>
      <p:sp>
        <p:nvSpPr>
          <p:cNvPr id="10" name="v2-391-note">
            <a:extLst xmlns:a="http://schemas.openxmlformats.org/drawingml/2006/main">
              <a:ext uri="{FF2B5EF4-FFF2-40B4-BE49-F238E27FC236}">
                <a16:creationId xmlns:a16="http://schemas.microsoft.com/office/drawing/2014/main" id="{B8548C77-C475-4F68-92B0-C394F3BE6197}"/>
              </a:ext>
            </a:extLst>
          </p:cNvPr>
          <p:cNvSpPr>
            <a:spLocks xmlns:a="http://schemas.openxmlformats.org/drawingml/2006/main" noGrp="1"/>
          </p:cNvSpPr>
          <p:nvPr/>
        </p:nvSpPr>
        <p:spPr>
          <a:xfrm xmlns:a="http://schemas.openxmlformats.org/drawingml/2006/main">
            <a:off x="495300" y="2571750"/>
            <a:ext cx="17297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00889A"/>
                </a:solidFill>
                <a:latin typeface="Apple SD Gothic Neo"/>
                <a:ea typeface="Apple SD Gothic Neo"/>
                <a:cs typeface="Apple SD Gothic Neo"/>
              </a:defRPr>
            </a:pPr>
            <a:r>
              <a:rPr sz="2175" b="0">
                <a:solidFill>
                  <a:srgbClr val="00889A"/>
                </a:solidFill>
                <a:latin typeface="Apple SD Gothic Neo"/>
                <a:ea typeface="Apple SD Gothic Neo"/>
                <a:cs typeface="Apple SD Gothic Neo"/>
              </a:rPr>
              <a:t>Conversation / Request / Task / Execution의 서로 다른 논리 수명은 양안 공통입니다.</a:t>
            </a:r>
          </a:p>
        </p:txBody>
      </p:sp>
      <p:sp>
        <p:nvSpPr>
          <p:cNvPr id="11" name="v2-392-VIA Core 실행 경계">
            <a:extLst xmlns:a="http://schemas.openxmlformats.org/drawingml/2006/main">
              <a:ext uri="{FF2B5EF4-FFF2-40B4-BE49-F238E27FC236}">
                <a16:creationId xmlns:a16="http://schemas.microsoft.com/office/drawing/2014/main" id="{139BF602-12F9-42FC-9552-39E3342CF415}"/>
              </a:ext>
            </a:extLst>
          </p:cNvPr>
          <p:cNvSpPr>
            <a:spLocks xmlns:a="http://schemas.openxmlformats.org/drawingml/2006/main" noGrp="1"/>
          </p:cNvSpPr>
          <p:nvPr/>
        </p:nvSpPr>
        <p:spPr>
          <a:xfrm xmlns:a="http://schemas.openxmlformats.org/drawingml/2006/main">
            <a:off x="600075" y="3086100"/>
            <a:ext cx="8105775" cy="2962275"/>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12" name="v2-393-VIA Core 실행 경계-boundary">
            <a:extLst xmlns:a="http://schemas.openxmlformats.org/drawingml/2006/main">
              <a:ext uri="{FF2B5EF4-FFF2-40B4-BE49-F238E27FC236}">
                <a16:creationId xmlns:a16="http://schemas.microsoft.com/office/drawing/2014/main" id="{DC7DF457-694B-487C-B1A8-FC5E8FA9EE12}"/>
              </a:ext>
            </a:extLst>
          </p:cNvPr>
          <p:cNvSpPr>
            <a:spLocks xmlns:a="http://schemas.openxmlformats.org/drawingml/2006/main" noGrp="1"/>
          </p:cNvSpPr>
          <p:nvPr/>
        </p:nvSpPr>
        <p:spPr>
          <a:xfrm xmlns:a="http://schemas.openxmlformats.org/drawingml/2006/main">
            <a:off x="733425" y="31242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VIA Core 실행 경계</a:t>
            </a:r>
          </a:p>
        </p:txBody>
      </p:sp>
      <p:sp>
        <p:nvSpPr>
          <p:cNvPr id="13" name="v2-394-Request Controller">
            <a:extLst xmlns:a="http://schemas.openxmlformats.org/drawingml/2006/main">
              <a:ext uri="{FF2B5EF4-FFF2-40B4-BE49-F238E27FC236}">
                <a16:creationId xmlns:a16="http://schemas.microsoft.com/office/drawing/2014/main" id="{B86DD99D-7A96-4036-9B83-0DE22C8D15D3}"/>
              </a:ext>
            </a:extLst>
          </p:cNvPr>
          <p:cNvSpPr>
            <a:spLocks xmlns:a="http://schemas.openxmlformats.org/drawingml/2006/main" noGrp="1"/>
          </p:cNvSpPr>
          <p:nvPr/>
        </p:nvSpPr>
        <p:spPr>
          <a:xfrm xmlns:a="http://schemas.openxmlformats.org/drawingml/2006/main">
            <a:off x="885825" y="3705225"/>
            <a:ext cx="323850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4" name="v2-395-Request Controller-name">
            <a:extLst xmlns:a="http://schemas.openxmlformats.org/drawingml/2006/main">
              <a:ext uri="{FF2B5EF4-FFF2-40B4-BE49-F238E27FC236}">
                <a16:creationId xmlns:a16="http://schemas.microsoft.com/office/drawing/2014/main" id="{8469F7B4-6C2E-4840-95CB-391F1A5DFB2B}"/>
              </a:ext>
            </a:extLst>
          </p:cNvPr>
          <p:cNvSpPr>
            <a:spLocks xmlns:a="http://schemas.openxmlformats.org/drawingml/2006/main" noGrp="1"/>
          </p:cNvSpPr>
          <p:nvPr/>
        </p:nvSpPr>
        <p:spPr>
          <a:xfrm xmlns:a="http://schemas.openxmlformats.org/drawingml/2006/main">
            <a:off x="962025" y="3705225"/>
            <a:ext cx="3086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Request Controller</a:t>
            </a:r>
          </a:p>
        </p:txBody>
      </p:sp>
      <p:sp>
        <p:nvSpPr>
          <p:cNvPr id="15" name="v2-396-Task Manager">
            <a:extLst xmlns:a="http://schemas.openxmlformats.org/drawingml/2006/main">
              <a:ext uri="{FF2B5EF4-FFF2-40B4-BE49-F238E27FC236}">
                <a16:creationId xmlns:a16="http://schemas.microsoft.com/office/drawing/2014/main" id="{A1FC5894-32F6-469C-8F67-1211AAF7DCFD}"/>
              </a:ext>
            </a:extLst>
          </p:cNvPr>
          <p:cNvSpPr>
            <a:spLocks xmlns:a="http://schemas.openxmlformats.org/drawingml/2006/main" noGrp="1"/>
          </p:cNvSpPr>
          <p:nvPr/>
        </p:nvSpPr>
        <p:spPr>
          <a:xfrm xmlns:a="http://schemas.openxmlformats.org/drawingml/2006/main">
            <a:off x="5248275" y="3705225"/>
            <a:ext cx="318135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16" name="v2-397-Task Manager-name">
            <a:extLst xmlns:a="http://schemas.openxmlformats.org/drawingml/2006/main">
              <a:ext uri="{FF2B5EF4-FFF2-40B4-BE49-F238E27FC236}">
                <a16:creationId xmlns:a16="http://schemas.microsoft.com/office/drawing/2014/main" id="{E63881F9-188B-4476-BFE9-D0FFC78429DE}"/>
              </a:ext>
            </a:extLst>
          </p:cNvPr>
          <p:cNvSpPr>
            <a:spLocks xmlns:a="http://schemas.openxmlformats.org/drawingml/2006/main" noGrp="1"/>
          </p:cNvSpPr>
          <p:nvPr/>
        </p:nvSpPr>
        <p:spPr>
          <a:xfrm xmlns:a="http://schemas.openxmlformats.org/drawingml/2006/main">
            <a:off x="5324475" y="3705225"/>
            <a:ext cx="3028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Task Manager</a:t>
            </a:r>
          </a:p>
        </p:txBody>
      </p:sp>
      <p:sp>
        <p:nvSpPr>
          <p:cNvPr id="17" name="v2-398-Request Graph State">
            <a:extLst xmlns:a="http://schemas.openxmlformats.org/drawingml/2006/main">
              <a:ext uri="{FF2B5EF4-FFF2-40B4-BE49-F238E27FC236}">
                <a16:creationId xmlns:a16="http://schemas.microsoft.com/office/drawing/2014/main" id="{664AAE4A-C183-49C3-8FCE-6C122DE0B48F}"/>
              </a:ext>
            </a:extLst>
          </p:cNvPr>
          <p:cNvSpPr>
            <a:spLocks xmlns:a="http://schemas.openxmlformats.org/drawingml/2006/main" noGrp="1"/>
          </p:cNvSpPr>
          <p:nvPr/>
        </p:nvSpPr>
        <p:spPr>
          <a:xfrm xmlns:a="http://schemas.openxmlformats.org/drawingml/2006/main">
            <a:off x="895350" y="4505325"/>
            <a:ext cx="3209925" cy="476250"/>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18" name="v2-399-Request Graph State-name">
            <a:extLst xmlns:a="http://schemas.openxmlformats.org/drawingml/2006/main">
              <a:ext uri="{FF2B5EF4-FFF2-40B4-BE49-F238E27FC236}">
                <a16:creationId xmlns:a16="http://schemas.microsoft.com/office/drawing/2014/main" id="{69A76271-028C-46DF-88E5-A318F92E9722}"/>
              </a:ext>
            </a:extLst>
          </p:cNvPr>
          <p:cNvSpPr>
            <a:spLocks xmlns:a="http://schemas.openxmlformats.org/drawingml/2006/main" noGrp="1"/>
          </p:cNvSpPr>
          <p:nvPr/>
        </p:nvSpPr>
        <p:spPr>
          <a:xfrm xmlns:a="http://schemas.openxmlformats.org/drawingml/2006/main">
            <a:off x="971550" y="4505325"/>
            <a:ext cx="3057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5"/>
                </a:solidFill>
                <a:latin typeface="Apple SD Gothic Neo"/>
                <a:ea typeface="Apple SD Gothic Neo"/>
                <a:cs typeface="Apple SD Gothic Neo"/>
              </a:defRPr>
            </a:pPr>
            <a:r>
              <a:rPr sz="2025" b="0">
                <a:solidFill>
                  <a:srgbClr val="202B35"/>
                </a:solidFill>
                <a:latin typeface="Apple SD Gothic Neo"/>
                <a:ea typeface="Apple SD Gothic Neo"/>
                <a:cs typeface="Apple SD Gothic Neo"/>
              </a:rPr>
              <a:t>Request Graph State</a:t>
            </a:r>
          </a:p>
        </p:txBody>
      </p:sp>
      <p:sp>
        <p:nvSpPr>
          <p:cNvPr id="19" name="v2-400-Task Command State">
            <a:extLst xmlns:a="http://schemas.openxmlformats.org/drawingml/2006/main">
              <a:ext uri="{FF2B5EF4-FFF2-40B4-BE49-F238E27FC236}">
                <a16:creationId xmlns:a16="http://schemas.microsoft.com/office/drawing/2014/main" id="{DCBB8B08-038B-4A7F-A726-9EADF66B2BDB}"/>
              </a:ext>
            </a:extLst>
          </p:cNvPr>
          <p:cNvSpPr>
            <a:spLocks xmlns:a="http://schemas.openxmlformats.org/drawingml/2006/main" noGrp="1"/>
          </p:cNvSpPr>
          <p:nvPr/>
        </p:nvSpPr>
        <p:spPr>
          <a:xfrm xmlns:a="http://schemas.openxmlformats.org/drawingml/2006/main">
            <a:off x="5248275" y="4505325"/>
            <a:ext cx="3181350" cy="476250"/>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20" name="v2-401-Task Command State-name">
            <a:extLst xmlns:a="http://schemas.openxmlformats.org/drawingml/2006/main">
              <a:ext uri="{FF2B5EF4-FFF2-40B4-BE49-F238E27FC236}">
                <a16:creationId xmlns:a16="http://schemas.microsoft.com/office/drawing/2014/main" id="{9839372E-D102-4B2F-A403-06E46165F6A6}"/>
              </a:ext>
            </a:extLst>
          </p:cNvPr>
          <p:cNvSpPr>
            <a:spLocks xmlns:a="http://schemas.openxmlformats.org/drawingml/2006/main" noGrp="1"/>
          </p:cNvSpPr>
          <p:nvPr/>
        </p:nvSpPr>
        <p:spPr>
          <a:xfrm xmlns:a="http://schemas.openxmlformats.org/drawingml/2006/main">
            <a:off x="5324475" y="4505325"/>
            <a:ext cx="3028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5"/>
                </a:solidFill>
                <a:latin typeface="Apple SD Gothic Neo"/>
                <a:ea typeface="Apple SD Gothic Neo"/>
                <a:cs typeface="Apple SD Gothic Neo"/>
              </a:defRPr>
            </a:pPr>
            <a:r>
              <a:rPr sz="2025" b="0">
                <a:solidFill>
                  <a:srgbClr val="202B35"/>
                </a:solidFill>
                <a:latin typeface="Apple SD Gothic Neo"/>
                <a:ea typeface="Apple SD Gothic Neo"/>
                <a:cs typeface="Apple SD Gothic Neo"/>
              </a:rPr>
              <a:t>Task Command State</a:t>
            </a:r>
          </a:p>
        </p:txBody>
      </p:sp>
      <p:sp>
        <p:nvSpPr>
          <p:cNvPr id="21" name="v2-402-State Store">
            <a:extLst xmlns:a="http://schemas.openxmlformats.org/drawingml/2006/main">
              <a:ext uri="{FF2B5EF4-FFF2-40B4-BE49-F238E27FC236}">
                <a16:creationId xmlns:a16="http://schemas.microsoft.com/office/drawing/2014/main" id="{BD361CC8-45C9-4088-9CB1-741154F7CC61}"/>
              </a:ext>
            </a:extLst>
          </p:cNvPr>
          <p:cNvSpPr>
            <a:spLocks xmlns:a="http://schemas.openxmlformats.org/drawingml/2006/main" noGrp="1"/>
          </p:cNvSpPr>
          <p:nvPr/>
        </p:nvSpPr>
        <p:spPr>
          <a:xfrm xmlns:a="http://schemas.openxmlformats.org/drawingml/2006/main">
            <a:off x="2667000" y="5105400"/>
            <a:ext cx="3952875" cy="923925"/>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22" name="v2-403-State Store-boundary">
            <a:extLst xmlns:a="http://schemas.openxmlformats.org/drawingml/2006/main">
              <a:ext uri="{FF2B5EF4-FFF2-40B4-BE49-F238E27FC236}">
                <a16:creationId xmlns:a16="http://schemas.microsoft.com/office/drawing/2014/main" id="{9ECFC2C4-65BD-4994-8561-5FCF0939398A}"/>
              </a:ext>
            </a:extLst>
          </p:cNvPr>
          <p:cNvSpPr>
            <a:spLocks xmlns:a="http://schemas.openxmlformats.org/drawingml/2006/main" noGrp="1"/>
          </p:cNvSpPr>
          <p:nvPr/>
        </p:nvSpPr>
        <p:spPr>
          <a:xfrm xmlns:a="http://schemas.openxmlformats.org/drawingml/2006/main">
            <a:off x="2800350" y="51435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State Store</a:t>
            </a:r>
          </a:p>
        </p:txBody>
      </p:sp>
      <p:sp>
        <p:nvSpPr>
          <p:cNvPr id="23" name="v2-404-트랜잭션 관리자">
            <a:extLst xmlns:a="http://schemas.openxmlformats.org/drawingml/2006/main">
              <a:ext uri="{FF2B5EF4-FFF2-40B4-BE49-F238E27FC236}">
                <a16:creationId xmlns:a16="http://schemas.microsoft.com/office/drawing/2014/main" id="{CBDA0961-F191-4C1F-94DD-0ADFC35CEAF3}"/>
              </a:ext>
            </a:extLst>
          </p:cNvPr>
          <p:cNvSpPr>
            <a:spLocks xmlns:a="http://schemas.openxmlformats.org/drawingml/2006/main" noGrp="1"/>
          </p:cNvSpPr>
          <p:nvPr/>
        </p:nvSpPr>
        <p:spPr>
          <a:xfrm xmlns:a="http://schemas.openxmlformats.org/drawingml/2006/main">
            <a:off x="2790825" y="5534025"/>
            <a:ext cx="3695700" cy="390525"/>
          </a:xfrm>
          <a:prstGeom xmlns:a="http://schemas.openxmlformats.org/drawingml/2006/main" prst="rect">
            <a:avLst/>
          </a:prstGeom>
          <a:solidFill xmlns:a="http://schemas.openxmlformats.org/drawingml/2006/main">
            <a:srgbClr val="FFF0DE"/>
          </a:solidFill>
          <a:ln xmlns:a="http://schemas.openxmlformats.org/drawingml/2006/main" w="19050">
            <a:solidFill>
              <a:srgbClr val="576773"/>
            </a:solidFill>
          </a:ln>
        </p:spPr>
      </p:sp>
      <p:sp>
        <p:nvSpPr>
          <p:cNvPr id="24" name="v2-405-트랜잭션 관리자-name">
            <a:extLst xmlns:a="http://schemas.openxmlformats.org/drawingml/2006/main">
              <a:ext uri="{FF2B5EF4-FFF2-40B4-BE49-F238E27FC236}">
                <a16:creationId xmlns:a16="http://schemas.microsoft.com/office/drawing/2014/main" id="{492E6864-4969-4A7E-96E9-8AAD4E913E8B}"/>
              </a:ext>
            </a:extLst>
          </p:cNvPr>
          <p:cNvSpPr>
            <a:spLocks xmlns:a="http://schemas.openxmlformats.org/drawingml/2006/main" noGrp="1"/>
          </p:cNvSpPr>
          <p:nvPr/>
        </p:nvSpPr>
        <p:spPr>
          <a:xfrm xmlns:a="http://schemas.openxmlformats.org/drawingml/2006/main">
            <a:off x="2867025" y="5534025"/>
            <a:ext cx="35433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트랜잭션 관리자</a:t>
            </a:r>
          </a:p>
        </p:txBody>
      </p:sp>
      <p:sp>
        <p:nvSpPr>
          <p:cNvPr id="25" name="v2-406-a-req-state">
            <a:extLst xmlns:a="http://schemas.openxmlformats.org/drawingml/2006/main">
              <a:ext uri="{FF2B5EF4-FFF2-40B4-BE49-F238E27FC236}">
                <a16:creationId xmlns:a16="http://schemas.microsoft.com/office/drawing/2014/main" id="{240C634D-1073-4761-B5EB-42E759E57458}"/>
              </a:ext>
            </a:extLst>
          </p:cNvPr>
          <p:cNvSpPr>
            <a:spLocks xmlns:a="http://schemas.openxmlformats.org/drawingml/2006/main" noGrp="1"/>
          </p:cNvSpPr>
          <p:nvPr/>
        </p:nvSpPr>
        <p:spPr>
          <a:xfrm xmlns:a="http://schemas.openxmlformats.org/drawingml/2006/main">
            <a:off x="2505075" y="4238625"/>
            <a:ext cx="9525" cy="266700"/>
          </a:xfrm>
          <a:custGeom xmlns:a="http://schemas.openxmlformats.org/drawingml/2006/main">
            <a:pathLst>
              <a:path w="9525" h="266700">
                <a:moveTo>
                  <a:pt x="0" y="0"/>
                </a:moveTo>
                <a:lnTo>
                  <a:pt x="0" y="266700"/>
                </a:lnTo>
              </a:path>
            </a:pathLst>
          </a:custGeom>
          <a:noFill xmlns:a="http://schemas.openxmlformats.org/drawingml/2006/main"/>
          <a:ln xmlns:a="http://schemas.openxmlformats.org/drawingml/2006/main" w="19050">
            <a:solidFill>
              <a:srgbClr val="576773"/>
            </a:solidFill>
            <a:prstDash val="dash"/>
          </a:ln>
        </p:spPr>
      </p:sp>
      <p:sp>
        <p:nvSpPr>
          <p:cNvPr id="26" name="v2-407-a-task-state">
            <a:extLst xmlns:a="http://schemas.openxmlformats.org/drawingml/2006/main">
              <a:ext uri="{FF2B5EF4-FFF2-40B4-BE49-F238E27FC236}">
                <a16:creationId xmlns:a16="http://schemas.microsoft.com/office/drawing/2014/main" id="{22A6E844-08C7-429B-BC35-7CAF2EC10AC9}"/>
              </a:ext>
            </a:extLst>
          </p:cNvPr>
          <p:cNvSpPr>
            <a:spLocks xmlns:a="http://schemas.openxmlformats.org/drawingml/2006/main" noGrp="1"/>
          </p:cNvSpPr>
          <p:nvPr/>
        </p:nvSpPr>
        <p:spPr>
          <a:xfrm xmlns:a="http://schemas.openxmlformats.org/drawingml/2006/main">
            <a:off x="6838950" y="4238625"/>
            <a:ext cx="9525" cy="266700"/>
          </a:xfrm>
          <a:custGeom xmlns:a="http://schemas.openxmlformats.org/drawingml/2006/main">
            <a:pathLst>
              <a:path w="9525" h="266700">
                <a:moveTo>
                  <a:pt x="0" y="0"/>
                </a:moveTo>
                <a:lnTo>
                  <a:pt x="0" y="266700"/>
                </a:lnTo>
              </a:path>
            </a:pathLst>
          </a:custGeom>
          <a:noFill xmlns:a="http://schemas.openxmlformats.org/drawingml/2006/main"/>
          <a:ln xmlns:a="http://schemas.openxmlformats.org/drawingml/2006/main" w="19050">
            <a:solidFill>
              <a:srgbClr val="576773"/>
            </a:solidFill>
            <a:prstDash val="dash"/>
          </a:ln>
        </p:spPr>
      </p:sp>
      <p:sp>
        <p:nvSpPr>
          <p:cNvPr id="27" name="v2-408-a-changes-1">
            <a:extLst xmlns:a="http://schemas.openxmlformats.org/drawingml/2006/main">
              <a:ext uri="{FF2B5EF4-FFF2-40B4-BE49-F238E27FC236}">
                <a16:creationId xmlns:a16="http://schemas.microsoft.com/office/drawing/2014/main" id="{803E5EBE-BFAA-4B0C-80E8-C62535123C29}"/>
              </a:ext>
            </a:extLst>
          </p:cNvPr>
          <p:cNvSpPr>
            <a:spLocks xmlns:a="http://schemas.openxmlformats.org/drawingml/2006/main" noGrp="1"/>
          </p:cNvSpPr>
          <p:nvPr/>
        </p:nvSpPr>
        <p:spPr>
          <a:xfrm xmlns:a="http://schemas.openxmlformats.org/drawingml/2006/main">
            <a:off x="2609850" y="4076700"/>
            <a:ext cx="1695450" cy="1647825"/>
          </a:xfrm>
          <a:custGeom xmlns:a="http://schemas.openxmlformats.org/drawingml/2006/main">
            <a:pathLst>
              <a:path w="1695450" h="1647825">
                <a:moveTo>
                  <a:pt x="1514475" y="0"/>
                </a:moveTo>
                <a:lnTo>
                  <a:pt x="1695450" y="0"/>
                </a:lnTo>
                <a:lnTo>
                  <a:pt x="1695450" y="1000125"/>
                </a:lnTo>
                <a:lnTo>
                  <a:pt x="0" y="1000125"/>
                </a:lnTo>
                <a:lnTo>
                  <a:pt x="0" y="1647825"/>
                </a:lnTo>
                <a:lnTo>
                  <a:pt x="180975" y="1647825"/>
                </a:lnTo>
              </a:path>
            </a:pathLst>
          </a:custGeom>
          <a:noFill xmlns:a="http://schemas.openxmlformats.org/drawingml/2006/main"/>
          <a:ln xmlns:a="http://schemas.openxmlformats.org/drawingml/2006/main" w="26670">
            <a:solidFill>
              <a:srgbClr val="00889A"/>
            </a:solidFill>
            <a:prstDash val="solid"/>
          </a:ln>
        </p:spPr>
      </p:sp>
      <p:sp>
        <p:nvSpPr>
          <p:cNvPr id="28" name="v2-409-a-changes-1-head">
            <a:extLst xmlns:a="http://schemas.openxmlformats.org/drawingml/2006/main">
              <a:ext uri="{FF2B5EF4-FFF2-40B4-BE49-F238E27FC236}">
                <a16:creationId xmlns:a16="http://schemas.microsoft.com/office/drawing/2014/main" id="{7F04471F-A1D8-4CDC-A840-5D2BCF388517}"/>
              </a:ext>
            </a:extLst>
          </p:cNvPr>
          <p:cNvSpPr>
            <a:spLocks xmlns:a="http://schemas.openxmlformats.org/drawingml/2006/main" noGrp="1"/>
          </p:cNvSpPr>
          <p:nvPr/>
        </p:nvSpPr>
        <p:spPr>
          <a:xfrm xmlns:a="http://schemas.openxmlformats.org/drawingml/2006/main">
            <a:off x="2690517" y="566972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6670">
            <a:solidFill>
              <a:srgbClr val="00889A"/>
            </a:solidFill>
            <a:prstDash val="solid"/>
          </a:ln>
        </p:spPr>
      </p:sp>
      <p:sp>
        <p:nvSpPr>
          <p:cNvPr id="29" name="v2-410-a-changes-2">
            <a:extLst xmlns:a="http://schemas.openxmlformats.org/drawingml/2006/main">
              <a:ext uri="{FF2B5EF4-FFF2-40B4-BE49-F238E27FC236}">
                <a16:creationId xmlns:a16="http://schemas.microsoft.com/office/drawing/2014/main" id="{4CFF3BF5-B33C-481E-BAAB-D33634F12846}"/>
              </a:ext>
            </a:extLst>
          </p:cNvPr>
          <p:cNvSpPr>
            <a:spLocks xmlns:a="http://schemas.openxmlformats.org/drawingml/2006/main" noGrp="1"/>
          </p:cNvSpPr>
          <p:nvPr/>
        </p:nvSpPr>
        <p:spPr>
          <a:xfrm xmlns:a="http://schemas.openxmlformats.org/drawingml/2006/main">
            <a:off x="6486525" y="4076700"/>
            <a:ext cx="2105025" cy="1647825"/>
          </a:xfrm>
          <a:custGeom xmlns:a="http://schemas.openxmlformats.org/drawingml/2006/main">
            <a:pathLst>
              <a:path w="2105025" h="1647825">
                <a:moveTo>
                  <a:pt x="1943100" y="0"/>
                </a:moveTo>
                <a:lnTo>
                  <a:pt x="2105025" y="0"/>
                </a:lnTo>
                <a:lnTo>
                  <a:pt x="2105025" y="1647825"/>
                </a:lnTo>
                <a:lnTo>
                  <a:pt x="0" y="1647825"/>
                </a:lnTo>
              </a:path>
            </a:pathLst>
          </a:custGeom>
          <a:noFill xmlns:a="http://schemas.openxmlformats.org/drawingml/2006/main"/>
          <a:ln xmlns:a="http://schemas.openxmlformats.org/drawingml/2006/main" w="26670">
            <a:solidFill>
              <a:srgbClr val="00889A"/>
            </a:solidFill>
            <a:prstDash val="solid"/>
          </a:ln>
        </p:spPr>
      </p:sp>
      <p:sp>
        <p:nvSpPr>
          <p:cNvPr id="30" name="v2-411-a-changes-2-head">
            <a:extLst xmlns:a="http://schemas.openxmlformats.org/drawingml/2006/main">
              <a:ext uri="{FF2B5EF4-FFF2-40B4-BE49-F238E27FC236}">
                <a16:creationId xmlns:a16="http://schemas.microsoft.com/office/drawing/2014/main" id="{74D0437F-7BAA-4CC4-AE7E-D62CF0442C56}"/>
              </a:ext>
            </a:extLst>
          </p:cNvPr>
          <p:cNvSpPr>
            <a:spLocks xmlns:a="http://schemas.openxmlformats.org/drawingml/2006/main" noGrp="1"/>
          </p:cNvSpPr>
          <p:nvPr/>
        </p:nvSpPr>
        <p:spPr>
          <a:xfrm xmlns:a="http://schemas.openxmlformats.org/drawingml/2006/main">
            <a:off x="6486525" y="5669727"/>
            <a:ext cx="100308" cy="109597"/>
          </a:xfrm>
          <a:custGeom xmlns:a="http://schemas.openxmlformats.org/drawingml/2006/main">
            <a:pathLst>
              <a:path w="100308" h="109597">
                <a:moveTo>
                  <a:pt x="100308" y="0"/>
                </a:moveTo>
                <a:lnTo>
                  <a:pt x="0" y="54798"/>
                </a:lnTo>
                <a:lnTo>
                  <a:pt x="100308" y="109597"/>
                </a:lnTo>
              </a:path>
            </a:pathLst>
          </a:custGeom>
          <a:noFill xmlns:a="http://schemas.openxmlformats.org/drawingml/2006/main"/>
          <a:ln xmlns:a="http://schemas.openxmlformats.org/drawingml/2006/main" w="26670">
            <a:solidFill>
              <a:srgbClr val="00889A"/>
            </a:solidFill>
            <a:prstDash val="solid"/>
          </a:ln>
        </p:spPr>
      </p:sp>
      <p:sp>
        <p:nvSpPr>
          <p:cNvPr id="31" name="v2-412-note">
            <a:extLst xmlns:a="http://schemas.openxmlformats.org/drawingml/2006/main">
              <a:ext uri="{FF2B5EF4-FFF2-40B4-BE49-F238E27FC236}">
                <a16:creationId xmlns:a16="http://schemas.microsoft.com/office/drawing/2014/main" id="{30895203-7188-4BE0-BE5D-3576BA8831FA}"/>
              </a:ext>
            </a:extLst>
          </p:cNvPr>
          <p:cNvSpPr>
            <a:spLocks xmlns:a="http://schemas.openxmlformats.org/drawingml/2006/main" noGrp="1"/>
          </p:cNvSpPr>
          <p:nvPr/>
        </p:nvSpPr>
        <p:spPr>
          <a:xfrm xmlns:a="http://schemas.openxmlformats.org/drawingml/2006/main">
            <a:off x="6838950" y="5172075"/>
            <a:ext cx="1638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검증된 변경</a:t>
            </a:r>
          </a:p>
        </p:txBody>
      </p:sp>
      <p:sp>
        <p:nvSpPr>
          <p:cNvPr id="32" name="v2-413-note">
            <a:extLst xmlns:a="http://schemas.openxmlformats.org/drawingml/2006/main">
              <a:ext uri="{FF2B5EF4-FFF2-40B4-BE49-F238E27FC236}">
                <a16:creationId xmlns:a16="http://schemas.microsoft.com/office/drawing/2014/main" id="{C82C5941-D1FB-4FC1-AD04-A038CADD5385}"/>
              </a:ext>
            </a:extLst>
          </p:cNvPr>
          <p:cNvSpPr>
            <a:spLocks xmlns:a="http://schemas.openxmlformats.org/drawingml/2006/main" noGrp="1"/>
          </p:cNvSpPr>
          <p:nvPr/>
        </p:nvSpPr>
        <p:spPr>
          <a:xfrm xmlns:a="http://schemas.openxmlformats.org/drawingml/2006/main">
            <a:off x="847725" y="531495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공동 commit</a:t>
            </a:r>
          </a:p>
        </p:txBody>
      </p:sp>
      <p:sp>
        <p:nvSpPr>
          <p:cNvPr id="33" name="v2-414-a-commit-1">
            <a:extLst xmlns:a="http://schemas.openxmlformats.org/drawingml/2006/main">
              <a:ext uri="{FF2B5EF4-FFF2-40B4-BE49-F238E27FC236}">
                <a16:creationId xmlns:a16="http://schemas.microsoft.com/office/drawing/2014/main" id="{8586ADC9-CD48-4BDD-9D76-62E7BA1C7D14}"/>
              </a:ext>
            </a:extLst>
          </p:cNvPr>
          <p:cNvSpPr>
            <a:spLocks xmlns:a="http://schemas.openxmlformats.org/drawingml/2006/main" noGrp="1"/>
          </p:cNvSpPr>
          <p:nvPr/>
        </p:nvSpPr>
        <p:spPr>
          <a:xfrm xmlns:a="http://schemas.openxmlformats.org/drawingml/2006/main">
            <a:off x="2505075" y="4981575"/>
            <a:ext cx="285750" cy="857250"/>
          </a:xfrm>
          <a:custGeom xmlns:a="http://schemas.openxmlformats.org/drawingml/2006/main">
            <a:pathLst>
              <a:path w="285750" h="857250">
                <a:moveTo>
                  <a:pt x="285750" y="857250"/>
                </a:moveTo>
                <a:lnTo>
                  <a:pt x="0" y="857250"/>
                </a:lnTo>
                <a:lnTo>
                  <a:pt x="0" y="0"/>
                </a:lnTo>
              </a:path>
            </a:pathLst>
          </a:custGeom>
          <a:noFill xmlns:a="http://schemas.openxmlformats.org/drawingml/2006/main"/>
          <a:ln xmlns:a="http://schemas.openxmlformats.org/drawingml/2006/main" w="23813">
            <a:solidFill>
              <a:srgbClr val="576773"/>
            </a:solidFill>
            <a:prstDash val="solid"/>
          </a:ln>
        </p:spPr>
      </p:sp>
      <p:sp>
        <p:nvSpPr>
          <p:cNvPr id="34" name="v2-415-a-commit-1-head">
            <a:extLst xmlns:a="http://schemas.openxmlformats.org/drawingml/2006/main">
              <a:ext uri="{FF2B5EF4-FFF2-40B4-BE49-F238E27FC236}">
                <a16:creationId xmlns:a16="http://schemas.microsoft.com/office/drawing/2014/main" id="{1480B6E3-DA22-406B-BCE8-EE2E7C183B90}"/>
              </a:ext>
            </a:extLst>
          </p:cNvPr>
          <p:cNvSpPr>
            <a:spLocks xmlns:a="http://schemas.openxmlformats.org/drawingml/2006/main" noGrp="1"/>
          </p:cNvSpPr>
          <p:nvPr/>
        </p:nvSpPr>
        <p:spPr>
          <a:xfrm xmlns:a="http://schemas.openxmlformats.org/drawingml/2006/main">
            <a:off x="2450277" y="4981575"/>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3813">
            <a:solidFill>
              <a:srgbClr val="576773"/>
            </a:solidFill>
            <a:prstDash val="solid"/>
          </a:ln>
        </p:spPr>
      </p:sp>
      <p:sp>
        <p:nvSpPr>
          <p:cNvPr id="35" name="v2-416-a-commit-2">
            <a:extLst xmlns:a="http://schemas.openxmlformats.org/drawingml/2006/main">
              <a:ext uri="{FF2B5EF4-FFF2-40B4-BE49-F238E27FC236}">
                <a16:creationId xmlns:a16="http://schemas.microsoft.com/office/drawing/2014/main" id="{E2386388-FF39-42D3-8D09-C10C8FB0FFD8}"/>
              </a:ext>
            </a:extLst>
          </p:cNvPr>
          <p:cNvSpPr>
            <a:spLocks xmlns:a="http://schemas.openxmlformats.org/drawingml/2006/main" noGrp="1"/>
          </p:cNvSpPr>
          <p:nvPr/>
        </p:nvSpPr>
        <p:spPr>
          <a:xfrm xmlns:a="http://schemas.openxmlformats.org/drawingml/2006/main">
            <a:off x="6486525" y="4981575"/>
            <a:ext cx="352425" cy="857250"/>
          </a:xfrm>
          <a:custGeom xmlns:a="http://schemas.openxmlformats.org/drawingml/2006/main">
            <a:pathLst>
              <a:path w="352425" h="857250">
                <a:moveTo>
                  <a:pt x="0" y="857250"/>
                </a:moveTo>
                <a:lnTo>
                  <a:pt x="352425" y="857250"/>
                </a:lnTo>
                <a:lnTo>
                  <a:pt x="352425" y="0"/>
                </a:lnTo>
              </a:path>
            </a:pathLst>
          </a:custGeom>
          <a:noFill xmlns:a="http://schemas.openxmlformats.org/drawingml/2006/main"/>
          <a:ln xmlns:a="http://schemas.openxmlformats.org/drawingml/2006/main" w="23813">
            <a:solidFill>
              <a:srgbClr val="576773"/>
            </a:solidFill>
            <a:prstDash val="solid"/>
          </a:ln>
        </p:spPr>
      </p:sp>
      <p:sp>
        <p:nvSpPr>
          <p:cNvPr id="36" name="v2-417-a-commit-2-head">
            <a:extLst xmlns:a="http://schemas.openxmlformats.org/drawingml/2006/main">
              <a:ext uri="{FF2B5EF4-FFF2-40B4-BE49-F238E27FC236}">
                <a16:creationId xmlns:a16="http://schemas.microsoft.com/office/drawing/2014/main" id="{D6CBA312-86C5-4214-B3BD-75962147C197}"/>
              </a:ext>
            </a:extLst>
          </p:cNvPr>
          <p:cNvSpPr>
            <a:spLocks xmlns:a="http://schemas.openxmlformats.org/drawingml/2006/main" noGrp="1"/>
          </p:cNvSpPr>
          <p:nvPr/>
        </p:nvSpPr>
        <p:spPr>
          <a:xfrm xmlns:a="http://schemas.openxmlformats.org/drawingml/2006/main">
            <a:off x="6784152" y="4981575"/>
            <a:ext cx="109597" cy="100308"/>
          </a:xfrm>
          <a:custGeom xmlns:a="http://schemas.openxmlformats.org/drawingml/2006/main">
            <a:pathLst>
              <a:path w="109597" h="100308">
                <a:moveTo>
                  <a:pt x="109597" y="100308"/>
                </a:moveTo>
                <a:lnTo>
                  <a:pt x="54798" y="0"/>
                </a:lnTo>
                <a:lnTo>
                  <a:pt x="0" y="100308"/>
                </a:lnTo>
              </a:path>
            </a:pathLst>
          </a:custGeom>
          <a:noFill xmlns:a="http://schemas.openxmlformats.org/drawingml/2006/main"/>
          <a:ln xmlns:a="http://schemas.openxmlformats.org/drawingml/2006/main" w="23813">
            <a:solidFill>
              <a:srgbClr val="576773"/>
            </a:solidFill>
            <a:prstDash val="solid"/>
          </a:ln>
        </p:spPr>
      </p:sp>
      <p:sp>
        <p:nvSpPr>
          <p:cNvPr id="37" name="v2-418-note">
            <a:extLst xmlns:a="http://schemas.openxmlformats.org/drawingml/2006/main">
              <a:ext uri="{FF2B5EF4-FFF2-40B4-BE49-F238E27FC236}">
                <a16:creationId xmlns:a16="http://schemas.microsoft.com/office/drawing/2014/main" id="{2C39F9A0-519A-4808-94FA-A757EB60D7DA}"/>
              </a:ext>
            </a:extLst>
          </p:cNvPr>
          <p:cNvSpPr>
            <a:spLocks xmlns:a="http://schemas.openxmlformats.org/drawingml/2006/main" noGrp="1"/>
          </p:cNvSpPr>
          <p:nvPr/>
        </p:nvSpPr>
        <p:spPr>
          <a:xfrm xmlns:a="http://schemas.openxmlformats.org/drawingml/2006/main">
            <a:off x="895350" y="3390900"/>
            <a:ext cx="752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76773"/>
                </a:solidFill>
                <a:latin typeface="Apple SD Gothic Neo"/>
                <a:ea typeface="Apple SD Gothic Neo"/>
                <a:cs typeface="Apple SD Gothic Neo"/>
              </a:defRPr>
            </a:pPr>
            <a:r>
              <a:rPr sz="1800" b="0">
                <a:solidFill>
                  <a:srgbClr val="576773"/>
                </a:solidFill>
                <a:latin typeface="Apple SD Gothic Neo"/>
                <a:ea typeface="Apple SD Gothic Neo"/>
                <a:cs typeface="Apple SD Gothic Neo"/>
              </a:rPr>
              <a:t>① 관계와 답변 명령을 같은 commit으로 확정</a:t>
            </a:r>
          </a:p>
        </p:txBody>
      </p:sp>
      <p:sp>
        <p:nvSpPr>
          <p:cNvPr id="38" name="v2-419-note">
            <a:extLst xmlns:a="http://schemas.openxmlformats.org/drawingml/2006/main">
              <a:ext uri="{FF2B5EF4-FFF2-40B4-BE49-F238E27FC236}">
                <a16:creationId xmlns:a16="http://schemas.microsoft.com/office/drawing/2014/main" id="{DFFA5DA7-A09F-4607-A73D-3D006765E782}"/>
              </a:ext>
            </a:extLst>
          </p:cNvPr>
          <p:cNvSpPr>
            <a:spLocks xmlns:a="http://schemas.openxmlformats.org/drawingml/2006/main" noGrp="1"/>
          </p:cNvSpPr>
          <p:nvPr/>
        </p:nvSpPr>
        <p:spPr>
          <a:xfrm xmlns:a="http://schemas.openxmlformats.org/drawingml/2006/main">
            <a:off x="952500" y="6115050"/>
            <a:ext cx="762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성공: 모두 반영 / 충돌과 실패: 모두 미반영</a:t>
            </a:r>
          </a:p>
        </p:txBody>
      </p:sp>
      <p:sp>
        <p:nvSpPr>
          <p:cNvPr id="39" name="v2-420-대화 서비스 실행 경계">
            <a:extLst xmlns:a="http://schemas.openxmlformats.org/drawingml/2006/main">
              <a:ext uri="{FF2B5EF4-FFF2-40B4-BE49-F238E27FC236}">
                <a16:creationId xmlns:a16="http://schemas.microsoft.com/office/drawing/2014/main" id="{F78359B9-D5EB-45B8-90EC-5E4AF4BEFB17}"/>
              </a:ext>
            </a:extLst>
          </p:cNvPr>
          <p:cNvSpPr>
            <a:spLocks xmlns:a="http://schemas.openxmlformats.org/drawingml/2006/main" noGrp="1"/>
          </p:cNvSpPr>
          <p:nvPr/>
        </p:nvSpPr>
        <p:spPr>
          <a:xfrm xmlns:a="http://schemas.openxmlformats.org/drawingml/2006/main">
            <a:off x="9334500" y="3086100"/>
            <a:ext cx="3771900" cy="2962275"/>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40" name="v2-421-대화 서비스 실행 경계-boundary">
            <a:extLst xmlns:a="http://schemas.openxmlformats.org/drawingml/2006/main">
              <a:ext uri="{FF2B5EF4-FFF2-40B4-BE49-F238E27FC236}">
                <a16:creationId xmlns:a16="http://schemas.microsoft.com/office/drawing/2014/main" id="{D10CB4EC-94A6-4621-966B-1D0A381D1228}"/>
              </a:ext>
            </a:extLst>
          </p:cNvPr>
          <p:cNvSpPr>
            <a:spLocks xmlns:a="http://schemas.openxmlformats.org/drawingml/2006/main" noGrp="1"/>
          </p:cNvSpPr>
          <p:nvPr/>
        </p:nvSpPr>
        <p:spPr>
          <a:xfrm xmlns:a="http://schemas.openxmlformats.org/drawingml/2006/main">
            <a:off x="9467850" y="31242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대화 서비스 실행 경계</a:t>
            </a:r>
          </a:p>
        </p:txBody>
      </p:sp>
      <p:sp>
        <p:nvSpPr>
          <p:cNvPr id="41" name="v2-422-Task 서비스 실행 경계">
            <a:extLst xmlns:a="http://schemas.openxmlformats.org/drawingml/2006/main">
              <a:ext uri="{FF2B5EF4-FFF2-40B4-BE49-F238E27FC236}">
                <a16:creationId xmlns:a16="http://schemas.microsoft.com/office/drawing/2014/main" id="{9CA7EA0E-CF8A-469A-A75A-FA57755BE5C7}"/>
              </a:ext>
            </a:extLst>
          </p:cNvPr>
          <p:cNvSpPr>
            <a:spLocks xmlns:a="http://schemas.openxmlformats.org/drawingml/2006/main" noGrp="1"/>
          </p:cNvSpPr>
          <p:nvPr/>
        </p:nvSpPr>
        <p:spPr>
          <a:xfrm xmlns:a="http://schemas.openxmlformats.org/drawingml/2006/main">
            <a:off x="13849350" y="3086100"/>
            <a:ext cx="3857625" cy="2962275"/>
          </a:xfrm>
          <a:prstGeom xmlns:a="http://schemas.openxmlformats.org/drawingml/2006/main" prst="rect">
            <a:avLst/>
          </a:prstGeom>
          <a:noFill xmlns:a="http://schemas.openxmlformats.org/drawingml/2006/main"/>
          <a:ln xmlns:a="http://schemas.openxmlformats.org/drawingml/2006/main" w="19050">
            <a:solidFill>
              <a:srgbClr val="BCCAD2"/>
            </a:solidFill>
          </a:ln>
        </p:spPr>
      </p:sp>
      <p:sp>
        <p:nvSpPr>
          <p:cNvPr id="42" name="v2-423-Task 서비스 실행 경계-boundary">
            <a:extLst xmlns:a="http://schemas.openxmlformats.org/drawingml/2006/main">
              <a:ext uri="{FF2B5EF4-FFF2-40B4-BE49-F238E27FC236}">
                <a16:creationId xmlns:a16="http://schemas.microsoft.com/office/drawing/2014/main" id="{240A5532-B627-43A5-8635-D35FE973812A}"/>
              </a:ext>
            </a:extLst>
          </p:cNvPr>
          <p:cNvSpPr>
            <a:spLocks xmlns:a="http://schemas.openxmlformats.org/drawingml/2006/main" noGrp="1"/>
          </p:cNvSpPr>
          <p:nvPr/>
        </p:nvSpPr>
        <p:spPr>
          <a:xfrm xmlns:a="http://schemas.openxmlformats.org/drawingml/2006/main">
            <a:off x="13982700" y="31242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4354"/>
                </a:solidFill>
                <a:latin typeface="Apple SD Gothic Neo"/>
                <a:ea typeface="Apple SD Gothic Neo"/>
                <a:cs typeface="Apple SD Gothic Neo"/>
              </a:defRPr>
            </a:pPr>
            <a:r>
              <a:rPr sz="2025" b="1">
                <a:solidFill>
                  <a:srgbClr val="354354"/>
                </a:solidFill>
                <a:latin typeface="Apple SD Gothic Neo"/>
                <a:ea typeface="Apple SD Gothic Neo"/>
                <a:cs typeface="Apple SD Gothic Neo"/>
              </a:rPr>
              <a:t>Task 서비스 실행 경계</a:t>
            </a:r>
          </a:p>
        </p:txBody>
      </p:sp>
      <p:sp>
        <p:nvSpPr>
          <p:cNvPr id="43" name="v2-424-Request Controller">
            <a:extLst xmlns:a="http://schemas.openxmlformats.org/drawingml/2006/main">
              <a:ext uri="{FF2B5EF4-FFF2-40B4-BE49-F238E27FC236}">
                <a16:creationId xmlns:a16="http://schemas.microsoft.com/office/drawing/2014/main" id="{3353AF42-9CCC-416B-B921-8985E4518B34}"/>
              </a:ext>
            </a:extLst>
          </p:cNvPr>
          <p:cNvSpPr>
            <a:spLocks xmlns:a="http://schemas.openxmlformats.org/drawingml/2006/main" noGrp="1"/>
          </p:cNvSpPr>
          <p:nvPr/>
        </p:nvSpPr>
        <p:spPr>
          <a:xfrm xmlns:a="http://schemas.openxmlformats.org/drawingml/2006/main">
            <a:off x="9486900" y="3705225"/>
            <a:ext cx="3457575"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44" name="v2-425-Request Controller-name">
            <a:extLst xmlns:a="http://schemas.openxmlformats.org/drawingml/2006/main">
              <a:ext uri="{FF2B5EF4-FFF2-40B4-BE49-F238E27FC236}">
                <a16:creationId xmlns:a16="http://schemas.microsoft.com/office/drawing/2014/main" id="{69F13A89-FC18-439D-B37F-D357360D237E}"/>
              </a:ext>
            </a:extLst>
          </p:cNvPr>
          <p:cNvSpPr>
            <a:spLocks xmlns:a="http://schemas.openxmlformats.org/drawingml/2006/main" noGrp="1"/>
          </p:cNvSpPr>
          <p:nvPr/>
        </p:nvSpPr>
        <p:spPr>
          <a:xfrm xmlns:a="http://schemas.openxmlformats.org/drawingml/2006/main">
            <a:off x="9563100" y="3705225"/>
            <a:ext cx="33051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Request Controller</a:t>
            </a:r>
          </a:p>
        </p:txBody>
      </p:sp>
      <p:sp>
        <p:nvSpPr>
          <p:cNvPr id="45" name="v2-426-Task Manager">
            <a:extLst xmlns:a="http://schemas.openxmlformats.org/drawingml/2006/main">
              <a:ext uri="{FF2B5EF4-FFF2-40B4-BE49-F238E27FC236}">
                <a16:creationId xmlns:a16="http://schemas.microsoft.com/office/drawing/2014/main" id="{AC114813-EA14-40E4-BF58-17047CF2735B}"/>
              </a:ext>
            </a:extLst>
          </p:cNvPr>
          <p:cNvSpPr>
            <a:spLocks xmlns:a="http://schemas.openxmlformats.org/drawingml/2006/main" noGrp="1"/>
          </p:cNvSpPr>
          <p:nvPr/>
        </p:nvSpPr>
        <p:spPr>
          <a:xfrm xmlns:a="http://schemas.openxmlformats.org/drawingml/2006/main">
            <a:off x="14001750" y="3705225"/>
            <a:ext cx="3552825"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576773"/>
            </a:solidFill>
          </a:ln>
        </p:spPr>
      </p:sp>
      <p:sp>
        <p:nvSpPr>
          <p:cNvPr id="46" name="v2-427-Task Manager-name">
            <a:extLst xmlns:a="http://schemas.openxmlformats.org/drawingml/2006/main">
              <a:ext uri="{FF2B5EF4-FFF2-40B4-BE49-F238E27FC236}">
                <a16:creationId xmlns:a16="http://schemas.microsoft.com/office/drawing/2014/main" id="{65476A78-DF25-4717-9684-B3FD4DE1E009}"/>
              </a:ext>
            </a:extLst>
          </p:cNvPr>
          <p:cNvSpPr>
            <a:spLocks xmlns:a="http://schemas.openxmlformats.org/drawingml/2006/main" noGrp="1"/>
          </p:cNvSpPr>
          <p:nvPr/>
        </p:nvSpPr>
        <p:spPr>
          <a:xfrm xmlns:a="http://schemas.openxmlformats.org/drawingml/2006/main">
            <a:off x="14077950" y="3705225"/>
            <a:ext cx="34004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Task Manager</a:t>
            </a:r>
          </a:p>
        </p:txBody>
      </p:sp>
      <p:sp>
        <p:nvSpPr>
          <p:cNvPr id="47" name="v2-428-Request Graph State">
            <a:extLst xmlns:a="http://schemas.openxmlformats.org/drawingml/2006/main">
              <a:ext uri="{FF2B5EF4-FFF2-40B4-BE49-F238E27FC236}">
                <a16:creationId xmlns:a16="http://schemas.microsoft.com/office/drawing/2014/main" id="{501A0703-94FF-4F8F-898E-34AF669788DD}"/>
              </a:ext>
            </a:extLst>
          </p:cNvPr>
          <p:cNvSpPr>
            <a:spLocks xmlns:a="http://schemas.openxmlformats.org/drawingml/2006/main" noGrp="1"/>
          </p:cNvSpPr>
          <p:nvPr/>
        </p:nvSpPr>
        <p:spPr>
          <a:xfrm xmlns:a="http://schemas.openxmlformats.org/drawingml/2006/main">
            <a:off x="9496425" y="4619625"/>
            <a:ext cx="3438525" cy="52387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48" name="v2-429-Request Graph State-name">
            <a:extLst xmlns:a="http://schemas.openxmlformats.org/drawingml/2006/main">
              <a:ext uri="{FF2B5EF4-FFF2-40B4-BE49-F238E27FC236}">
                <a16:creationId xmlns:a16="http://schemas.microsoft.com/office/drawing/2014/main" id="{6DD6C06D-1B62-4DDE-B716-B2A0153FA2B1}"/>
              </a:ext>
            </a:extLst>
          </p:cNvPr>
          <p:cNvSpPr>
            <a:spLocks xmlns:a="http://schemas.openxmlformats.org/drawingml/2006/main" noGrp="1"/>
          </p:cNvSpPr>
          <p:nvPr/>
        </p:nvSpPr>
        <p:spPr>
          <a:xfrm xmlns:a="http://schemas.openxmlformats.org/drawingml/2006/main">
            <a:off x="9572625" y="461962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5"/>
                </a:solidFill>
                <a:latin typeface="Apple SD Gothic Neo"/>
                <a:ea typeface="Apple SD Gothic Neo"/>
                <a:cs typeface="Apple SD Gothic Neo"/>
              </a:defRPr>
            </a:pPr>
            <a:r>
              <a:rPr sz="2025" b="0">
                <a:solidFill>
                  <a:srgbClr val="202B35"/>
                </a:solidFill>
                <a:latin typeface="Apple SD Gothic Neo"/>
                <a:ea typeface="Apple SD Gothic Neo"/>
                <a:cs typeface="Apple SD Gothic Neo"/>
              </a:rPr>
              <a:t>Request Graph State</a:t>
            </a:r>
          </a:p>
        </p:txBody>
      </p:sp>
      <p:sp>
        <p:nvSpPr>
          <p:cNvPr id="49" name="v2-430-Task Command State">
            <a:extLst xmlns:a="http://schemas.openxmlformats.org/drawingml/2006/main">
              <a:ext uri="{FF2B5EF4-FFF2-40B4-BE49-F238E27FC236}">
                <a16:creationId xmlns:a16="http://schemas.microsoft.com/office/drawing/2014/main" id="{BF13F33A-50D1-42E0-9233-D12380CB3F6C}"/>
              </a:ext>
            </a:extLst>
          </p:cNvPr>
          <p:cNvSpPr>
            <a:spLocks xmlns:a="http://schemas.openxmlformats.org/drawingml/2006/main" noGrp="1"/>
          </p:cNvSpPr>
          <p:nvPr/>
        </p:nvSpPr>
        <p:spPr>
          <a:xfrm xmlns:a="http://schemas.openxmlformats.org/drawingml/2006/main">
            <a:off x="14011275" y="4619625"/>
            <a:ext cx="3533775" cy="523875"/>
          </a:xfrm>
          <a:prstGeom xmlns:a="http://schemas.openxmlformats.org/drawingml/2006/main" prst="can">
            <a:avLst/>
          </a:prstGeom>
          <a:solidFill xmlns:a="http://schemas.openxmlformats.org/drawingml/2006/main">
            <a:srgbClr val="FFFFFF"/>
          </a:solidFill>
          <a:ln xmlns:a="http://schemas.openxmlformats.org/drawingml/2006/main" w="19050">
            <a:solidFill>
              <a:srgbClr val="576773"/>
            </a:solidFill>
          </a:ln>
        </p:spPr>
      </p:sp>
      <p:sp>
        <p:nvSpPr>
          <p:cNvPr id="50" name="v2-431-Task Command State-name">
            <a:extLst xmlns:a="http://schemas.openxmlformats.org/drawingml/2006/main">
              <a:ext uri="{FF2B5EF4-FFF2-40B4-BE49-F238E27FC236}">
                <a16:creationId xmlns:a16="http://schemas.microsoft.com/office/drawing/2014/main" id="{BF4DDFAC-02A6-4DE4-8F91-3C05A4C8AC83}"/>
              </a:ext>
            </a:extLst>
          </p:cNvPr>
          <p:cNvSpPr>
            <a:spLocks xmlns:a="http://schemas.openxmlformats.org/drawingml/2006/main" noGrp="1"/>
          </p:cNvSpPr>
          <p:nvPr/>
        </p:nvSpPr>
        <p:spPr>
          <a:xfrm xmlns:a="http://schemas.openxmlformats.org/drawingml/2006/main">
            <a:off x="14087475" y="4619625"/>
            <a:ext cx="338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5"/>
                </a:solidFill>
                <a:latin typeface="Apple SD Gothic Neo"/>
                <a:ea typeface="Apple SD Gothic Neo"/>
                <a:cs typeface="Apple SD Gothic Neo"/>
              </a:defRPr>
            </a:pPr>
            <a:r>
              <a:rPr sz="2025" b="0">
                <a:solidFill>
                  <a:srgbClr val="202B35"/>
                </a:solidFill>
                <a:latin typeface="Apple SD Gothic Neo"/>
                <a:ea typeface="Apple SD Gothic Neo"/>
                <a:cs typeface="Apple SD Gothic Neo"/>
              </a:rPr>
              <a:t>Task Command State</a:t>
            </a:r>
          </a:p>
        </p:txBody>
      </p:sp>
      <p:sp>
        <p:nvSpPr>
          <p:cNvPr id="51" name="v2-432-b-command">
            <a:extLst xmlns:a="http://schemas.openxmlformats.org/drawingml/2006/main">
              <a:ext uri="{FF2B5EF4-FFF2-40B4-BE49-F238E27FC236}">
                <a16:creationId xmlns:a16="http://schemas.microsoft.com/office/drawing/2014/main" id="{1A067E6E-DAA5-4208-BA82-BABF97BBB69E}"/>
              </a:ext>
            </a:extLst>
          </p:cNvPr>
          <p:cNvSpPr>
            <a:spLocks xmlns:a="http://schemas.openxmlformats.org/drawingml/2006/main" noGrp="1"/>
          </p:cNvSpPr>
          <p:nvPr/>
        </p:nvSpPr>
        <p:spPr>
          <a:xfrm xmlns:a="http://schemas.openxmlformats.org/drawingml/2006/main">
            <a:off x="12944475" y="3886200"/>
            <a:ext cx="1057275" cy="9525"/>
          </a:xfrm>
          <a:custGeom xmlns:a="http://schemas.openxmlformats.org/drawingml/2006/main">
            <a:pathLst>
              <a:path w="1057275" h="9525">
                <a:moveTo>
                  <a:pt x="0" y="0"/>
                </a:moveTo>
                <a:lnTo>
                  <a:pt x="1057275" y="0"/>
                </a:lnTo>
              </a:path>
            </a:pathLst>
          </a:custGeom>
          <a:noFill xmlns:a="http://schemas.openxmlformats.org/drawingml/2006/main"/>
          <a:ln xmlns:a="http://schemas.openxmlformats.org/drawingml/2006/main" w="26670">
            <a:solidFill>
              <a:srgbClr val="00889A"/>
            </a:solidFill>
            <a:prstDash val="solid"/>
          </a:ln>
        </p:spPr>
      </p:sp>
      <p:sp>
        <p:nvSpPr>
          <p:cNvPr id="52" name="v2-433-b-command-head">
            <a:extLst xmlns:a="http://schemas.openxmlformats.org/drawingml/2006/main">
              <a:ext uri="{FF2B5EF4-FFF2-40B4-BE49-F238E27FC236}">
                <a16:creationId xmlns:a16="http://schemas.microsoft.com/office/drawing/2014/main" id="{8B731CD2-84FB-488B-B6EA-7AD852C4B51E}"/>
              </a:ext>
            </a:extLst>
          </p:cNvPr>
          <p:cNvSpPr>
            <a:spLocks xmlns:a="http://schemas.openxmlformats.org/drawingml/2006/main" noGrp="1"/>
          </p:cNvSpPr>
          <p:nvPr/>
        </p:nvSpPr>
        <p:spPr>
          <a:xfrm xmlns:a="http://schemas.openxmlformats.org/drawingml/2006/main">
            <a:off x="13901442" y="3831402"/>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6670">
            <a:solidFill>
              <a:srgbClr val="00889A"/>
            </a:solidFill>
            <a:prstDash val="solid"/>
          </a:ln>
        </p:spPr>
      </p:sp>
      <p:sp>
        <p:nvSpPr>
          <p:cNvPr id="53" name="v2-434-note">
            <a:extLst xmlns:a="http://schemas.openxmlformats.org/drawingml/2006/main">
              <a:ext uri="{FF2B5EF4-FFF2-40B4-BE49-F238E27FC236}">
                <a16:creationId xmlns:a16="http://schemas.microsoft.com/office/drawing/2014/main" id="{6B4524E5-9C75-43F5-8FC9-8FA3AE8DC181}"/>
              </a:ext>
            </a:extLst>
          </p:cNvPr>
          <p:cNvSpPr>
            <a:spLocks xmlns:a="http://schemas.openxmlformats.org/drawingml/2006/main" noGrp="1"/>
          </p:cNvSpPr>
          <p:nvPr/>
        </p:nvSpPr>
        <p:spPr>
          <a:xfrm xmlns:a="http://schemas.openxmlformats.org/drawingml/2006/main">
            <a:off x="12372975" y="3343275"/>
            <a:ext cx="2362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② 같은 명령</a:t>
            </a:r>
          </a:p>
        </p:txBody>
      </p:sp>
      <p:sp>
        <p:nvSpPr>
          <p:cNvPr id="54" name="v2-435-b-receipt">
            <a:extLst xmlns:a="http://schemas.openxmlformats.org/drawingml/2006/main">
              <a:ext uri="{FF2B5EF4-FFF2-40B4-BE49-F238E27FC236}">
                <a16:creationId xmlns:a16="http://schemas.microsoft.com/office/drawing/2014/main" id="{BB4CDD56-D2C4-488F-B4FC-166C47573D67}"/>
              </a:ext>
            </a:extLst>
          </p:cNvPr>
          <p:cNvSpPr>
            <a:spLocks xmlns:a="http://schemas.openxmlformats.org/drawingml/2006/main" noGrp="1"/>
          </p:cNvSpPr>
          <p:nvPr/>
        </p:nvSpPr>
        <p:spPr>
          <a:xfrm xmlns:a="http://schemas.openxmlformats.org/drawingml/2006/main">
            <a:off x="12944475" y="4276725"/>
            <a:ext cx="1057275" cy="9525"/>
          </a:xfrm>
          <a:custGeom xmlns:a="http://schemas.openxmlformats.org/drawingml/2006/main">
            <a:pathLst>
              <a:path w="1057275" h="9525">
                <a:moveTo>
                  <a:pt x="1057275" y="0"/>
                </a:moveTo>
                <a:lnTo>
                  <a:pt x="0" y="0"/>
                </a:lnTo>
              </a:path>
            </a:pathLst>
          </a:custGeom>
          <a:noFill xmlns:a="http://schemas.openxmlformats.org/drawingml/2006/main"/>
          <a:ln xmlns:a="http://schemas.openxmlformats.org/drawingml/2006/main" w="26670">
            <a:solidFill>
              <a:srgbClr val="00889A"/>
            </a:solidFill>
            <a:prstDash val="solid"/>
          </a:ln>
        </p:spPr>
      </p:sp>
      <p:sp>
        <p:nvSpPr>
          <p:cNvPr id="55" name="v2-436-b-receipt-head">
            <a:extLst xmlns:a="http://schemas.openxmlformats.org/drawingml/2006/main">
              <a:ext uri="{FF2B5EF4-FFF2-40B4-BE49-F238E27FC236}">
                <a16:creationId xmlns:a16="http://schemas.microsoft.com/office/drawing/2014/main" id="{49955673-FB77-43FB-82F9-20010FC8172C}"/>
              </a:ext>
            </a:extLst>
          </p:cNvPr>
          <p:cNvSpPr>
            <a:spLocks xmlns:a="http://schemas.openxmlformats.org/drawingml/2006/main" noGrp="1"/>
          </p:cNvSpPr>
          <p:nvPr/>
        </p:nvSpPr>
        <p:spPr>
          <a:xfrm xmlns:a="http://schemas.openxmlformats.org/drawingml/2006/main">
            <a:off x="12944475" y="4221927"/>
            <a:ext cx="100308" cy="109597"/>
          </a:xfrm>
          <a:custGeom xmlns:a="http://schemas.openxmlformats.org/drawingml/2006/main">
            <a:pathLst>
              <a:path w="100308" h="109597">
                <a:moveTo>
                  <a:pt x="100308" y="0"/>
                </a:moveTo>
                <a:lnTo>
                  <a:pt x="0" y="54798"/>
                </a:lnTo>
                <a:lnTo>
                  <a:pt x="100308" y="109597"/>
                </a:lnTo>
              </a:path>
            </a:pathLst>
          </a:custGeom>
          <a:noFill xmlns:a="http://schemas.openxmlformats.org/drawingml/2006/main"/>
          <a:ln xmlns:a="http://schemas.openxmlformats.org/drawingml/2006/main" w="26670">
            <a:solidFill>
              <a:srgbClr val="00889A"/>
            </a:solidFill>
            <a:prstDash val="solid"/>
          </a:ln>
        </p:spPr>
      </p:sp>
      <p:sp>
        <p:nvSpPr>
          <p:cNvPr id="56" name="v2-437-note">
            <a:extLst xmlns:a="http://schemas.openxmlformats.org/drawingml/2006/main">
              <a:ext uri="{FF2B5EF4-FFF2-40B4-BE49-F238E27FC236}">
                <a16:creationId xmlns:a16="http://schemas.microsoft.com/office/drawing/2014/main" id="{8AA3CE9F-6268-4370-94C9-FE99F778A898}"/>
              </a:ext>
            </a:extLst>
          </p:cNvPr>
          <p:cNvSpPr>
            <a:spLocks xmlns:a="http://schemas.openxmlformats.org/drawingml/2006/main" noGrp="1"/>
          </p:cNvSpPr>
          <p:nvPr/>
        </p:nvSpPr>
        <p:spPr>
          <a:xfrm xmlns:a="http://schemas.openxmlformats.org/drawingml/2006/main">
            <a:off x="12934950" y="4343400"/>
            <a:ext cx="1438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④ 접수 결과</a:t>
            </a:r>
          </a:p>
        </p:txBody>
      </p:sp>
      <p:sp>
        <p:nvSpPr>
          <p:cNvPr id="57" name="v2-438-b-dialogue-commit">
            <a:extLst xmlns:a="http://schemas.openxmlformats.org/drawingml/2006/main">
              <a:ext uri="{FF2B5EF4-FFF2-40B4-BE49-F238E27FC236}">
                <a16:creationId xmlns:a16="http://schemas.microsoft.com/office/drawing/2014/main" id="{8B5741B1-8FEC-49D6-A438-5E9480DA70A9}"/>
              </a:ext>
            </a:extLst>
          </p:cNvPr>
          <p:cNvSpPr>
            <a:spLocks xmlns:a="http://schemas.openxmlformats.org/drawingml/2006/main" noGrp="1"/>
          </p:cNvSpPr>
          <p:nvPr/>
        </p:nvSpPr>
        <p:spPr>
          <a:xfrm xmlns:a="http://schemas.openxmlformats.org/drawingml/2006/main">
            <a:off x="11210925" y="4238625"/>
            <a:ext cx="9525" cy="381000"/>
          </a:xfrm>
          <a:custGeom xmlns:a="http://schemas.openxmlformats.org/drawingml/2006/main">
            <a:pathLst>
              <a:path w="9525" h="381000">
                <a:moveTo>
                  <a:pt x="0" y="0"/>
                </a:moveTo>
                <a:lnTo>
                  <a:pt x="0" y="381000"/>
                </a:lnTo>
              </a:path>
            </a:pathLst>
          </a:custGeom>
          <a:noFill xmlns:a="http://schemas.openxmlformats.org/drawingml/2006/main"/>
          <a:ln xmlns:a="http://schemas.openxmlformats.org/drawingml/2006/main" w="23813">
            <a:solidFill>
              <a:srgbClr val="576773"/>
            </a:solidFill>
            <a:prstDash val="solid"/>
          </a:ln>
        </p:spPr>
      </p:sp>
      <p:sp>
        <p:nvSpPr>
          <p:cNvPr id="58" name="v2-439-b-dialogue-commit-head">
            <a:extLst xmlns:a="http://schemas.openxmlformats.org/drawingml/2006/main">
              <a:ext uri="{FF2B5EF4-FFF2-40B4-BE49-F238E27FC236}">
                <a16:creationId xmlns:a16="http://schemas.microsoft.com/office/drawing/2014/main" id="{AE70578F-0070-4B3C-94FF-8CA1809CECC6}"/>
              </a:ext>
            </a:extLst>
          </p:cNvPr>
          <p:cNvSpPr>
            <a:spLocks xmlns:a="http://schemas.openxmlformats.org/drawingml/2006/main" noGrp="1"/>
          </p:cNvSpPr>
          <p:nvPr/>
        </p:nvSpPr>
        <p:spPr>
          <a:xfrm xmlns:a="http://schemas.openxmlformats.org/drawingml/2006/main">
            <a:off x="11156127" y="45193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576773"/>
            </a:solidFill>
            <a:prstDash val="solid"/>
          </a:ln>
        </p:spPr>
      </p:sp>
      <p:sp>
        <p:nvSpPr>
          <p:cNvPr id="59" name="v2-440-b-task-commit">
            <a:extLst xmlns:a="http://schemas.openxmlformats.org/drawingml/2006/main">
              <a:ext uri="{FF2B5EF4-FFF2-40B4-BE49-F238E27FC236}">
                <a16:creationId xmlns:a16="http://schemas.microsoft.com/office/drawing/2014/main" id="{5E7A0CC9-03E6-4C0B-B9BC-7C3D0038B2BE}"/>
              </a:ext>
            </a:extLst>
          </p:cNvPr>
          <p:cNvSpPr>
            <a:spLocks xmlns:a="http://schemas.openxmlformats.org/drawingml/2006/main" noGrp="1"/>
          </p:cNvSpPr>
          <p:nvPr/>
        </p:nvSpPr>
        <p:spPr>
          <a:xfrm xmlns:a="http://schemas.openxmlformats.org/drawingml/2006/main">
            <a:off x="15773400" y="4238625"/>
            <a:ext cx="9525" cy="381000"/>
          </a:xfrm>
          <a:custGeom xmlns:a="http://schemas.openxmlformats.org/drawingml/2006/main">
            <a:pathLst>
              <a:path w="9525" h="381000">
                <a:moveTo>
                  <a:pt x="0" y="0"/>
                </a:moveTo>
                <a:lnTo>
                  <a:pt x="0" y="381000"/>
                </a:lnTo>
              </a:path>
            </a:pathLst>
          </a:custGeom>
          <a:noFill xmlns:a="http://schemas.openxmlformats.org/drawingml/2006/main"/>
          <a:ln xmlns:a="http://schemas.openxmlformats.org/drawingml/2006/main" w="23813">
            <a:solidFill>
              <a:srgbClr val="576773"/>
            </a:solidFill>
            <a:prstDash val="solid"/>
          </a:ln>
        </p:spPr>
      </p:sp>
      <p:sp>
        <p:nvSpPr>
          <p:cNvPr id="60" name="v2-441-b-task-commit-head">
            <a:extLst xmlns:a="http://schemas.openxmlformats.org/drawingml/2006/main">
              <a:ext uri="{FF2B5EF4-FFF2-40B4-BE49-F238E27FC236}">
                <a16:creationId xmlns:a16="http://schemas.microsoft.com/office/drawing/2014/main" id="{E2231EAB-CCF5-449F-BC0E-832E401A0EEA}"/>
              </a:ext>
            </a:extLst>
          </p:cNvPr>
          <p:cNvSpPr>
            <a:spLocks xmlns:a="http://schemas.openxmlformats.org/drawingml/2006/main" noGrp="1"/>
          </p:cNvSpPr>
          <p:nvPr/>
        </p:nvSpPr>
        <p:spPr>
          <a:xfrm xmlns:a="http://schemas.openxmlformats.org/drawingml/2006/main">
            <a:off x="15718602" y="451931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576773"/>
            </a:solidFill>
            <a:prstDash val="solid"/>
          </a:ln>
        </p:spPr>
      </p:sp>
      <p:sp>
        <p:nvSpPr>
          <p:cNvPr id="61" name="v2-442-note">
            <a:extLst xmlns:a="http://schemas.openxmlformats.org/drawingml/2006/main">
              <a:ext uri="{FF2B5EF4-FFF2-40B4-BE49-F238E27FC236}">
                <a16:creationId xmlns:a16="http://schemas.microsoft.com/office/drawing/2014/main" id="{BF652CDA-470B-4AEC-ADC4-6339B46822D1}"/>
              </a:ext>
            </a:extLst>
          </p:cNvPr>
          <p:cNvSpPr>
            <a:spLocks xmlns:a="http://schemas.openxmlformats.org/drawingml/2006/main" noGrp="1"/>
          </p:cNvSpPr>
          <p:nvPr/>
        </p:nvSpPr>
        <p:spPr>
          <a:xfrm xmlns:a="http://schemas.openxmlformats.org/drawingml/2006/main">
            <a:off x="9486900" y="5257800"/>
            <a:ext cx="34575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① 로컬 의도 저장</a:t>
            </a:r>
          </a:p>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④ 접수 결과 별도 반영</a:t>
            </a:r>
          </a:p>
        </p:txBody>
      </p:sp>
      <p:sp>
        <p:nvSpPr>
          <p:cNvPr id="62" name="v2-443-note">
            <a:extLst xmlns:a="http://schemas.openxmlformats.org/drawingml/2006/main">
              <a:ext uri="{FF2B5EF4-FFF2-40B4-BE49-F238E27FC236}">
                <a16:creationId xmlns:a16="http://schemas.microsoft.com/office/drawing/2014/main" id="{5E5CAF7C-6C9B-4FB0-991C-3A2D34AE36BA}"/>
              </a:ext>
            </a:extLst>
          </p:cNvPr>
          <p:cNvSpPr>
            <a:spLocks xmlns:a="http://schemas.openxmlformats.org/drawingml/2006/main" noGrp="1"/>
          </p:cNvSpPr>
          <p:nvPr/>
        </p:nvSpPr>
        <p:spPr>
          <a:xfrm xmlns:a="http://schemas.openxmlformats.org/drawingml/2006/main">
            <a:off x="14001750" y="5257800"/>
            <a:ext cx="35528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③ 내부 접수와 상태 확정</a:t>
            </a:r>
          </a:p>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외부 전송 가능 상태 저장</a:t>
            </a:r>
          </a:p>
        </p:txBody>
      </p:sp>
      <p:sp>
        <p:nvSpPr>
          <p:cNvPr id="63" name="v2-444-note">
            <a:extLst xmlns:a="http://schemas.openxmlformats.org/drawingml/2006/main">
              <a:ext uri="{FF2B5EF4-FFF2-40B4-BE49-F238E27FC236}">
                <a16:creationId xmlns:a16="http://schemas.microsoft.com/office/drawing/2014/main" id="{1A65A9EF-9894-4C9B-8B31-7D294186E375}"/>
              </a:ext>
            </a:extLst>
          </p:cNvPr>
          <p:cNvSpPr>
            <a:spLocks xmlns:a="http://schemas.openxmlformats.org/drawingml/2006/main" noGrp="1"/>
          </p:cNvSpPr>
          <p:nvPr/>
        </p:nvSpPr>
        <p:spPr>
          <a:xfrm xmlns:a="http://schemas.openxmlformats.org/drawingml/2006/main">
            <a:off x="495300" y="6334125"/>
            <a:ext cx="17297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0889A"/>
                </a:solidFill>
                <a:latin typeface="Apple SD Gothic Neo"/>
                <a:ea typeface="Apple SD Gothic Neo"/>
                <a:cs typeface="Apple SD Gothic Neo"/>
              </a:defRPr>
            </a:pPr>
            <a:r>
              <a:rPr sz="1950" b="0">
                <a:solidFill>
                  <a:srgbClr val="00889A"/>
                </a:solidFill>
                <a:latin typeface="Apple SD Gothic Neo"/>
                <a:ea typeface="Apple SD Gothic Neo"/>
                <a:cs typeface="Apple SD Gothic Neo"/>
              </a:rPr>
              <a:t>공통: 확정된 명령 → Agent Gateway → Downstream Agent의 실제 확인. 내부 접수는 외부 실행/확인 완료가 아님. 의미 모델은 transaction 밖</a:t>
            </a:r>
          </a:p>
        </p:txBody>
      </p:sp>
      <p:sp>
        <p:nvSpPr>
          <p:cNvPr id="64" name="v2-445-a-cost">
            <a:extLst xmlns:a="http://schemas.openxmlformats.org/drawingml/2006/main">
              <a:ext uri="{FF2B5EF4-FFF2-40B4-BE49-F238E27FC236}">
                <a16:creationId xmlns:a16="http://schemas.microsoft.com/office/drawing/2014/main" id="{0423AD0F-0D0A-4EDA-8144-9FCEBA58EEC4}"/>
              </a:ext>
            </a:extLst>
          </p:cNvPr>
          <p:cNvSpPr>
            <a:spLocks xmlns:a="http://schemas.openxmlformats.org/drawingml/2006/main" noGrp="1"/>
          </p:cNvSpPr>
          <p:nvPr/>
        </p:nvSpPr>
        <p:spPr>
          <a:xfrm xmlns:a="http://schemas.openxmlformats.org/drawingml/2006/main">
            <a:off x="495300" y="6743700"/>
            <a:ext cx="83724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A도 논리 수명 분리와 변경 국소화 가능</a:t>
            </a:r>
          </a:p>
        </p:txBody>
      </p:sp>
      <p:sp>
        <p:nvSpPr>
          <p:cNvPr id="65" name="v2-446-b-cost">
            <a:extLst xmlns:a="http://schemas.openxmlformats.org/drawingml/2006/main">
              <a:ext uri="{FF2B5EF4-FFF2-40B4-BE49-F238E27FC236}">
                <a16:creationId xmlns:a16="http://schemas.microsoft.com/office/drawing/2014/main" id="{836D07BA-CC68-401E-91F5-71B277751DC4}"/>
              </a:ext>
            </a:extLst>
          </p:cNvPr>
          <p:cNvSpPr>
            <a:spLocks xmlns:a="http://schemas.openxmlformats.org/drawingml/2006/main" noGrp="1"/>
          </p:cNvSpPr>
          <p:nvPr/>
        </p:nvSpPr>
        <p:spPr>
          <a:xfrm xmlns:a="http://schemas.openxmlformats.org/drawingml/2006/main">
            <a:off x="9239250" y="6743700"/>
            <a:ext cx="8553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B의 독립 운영은 조건부. 인계/재확인 비용</a:t>
            </a:r>
          </a:p>
        </p:txBody>
      </p:sp>
      <p:graphicFrame>
        <p:nvGraphicFramePr>
          <p:cNvPr id="133" name=""/>
          <p:cNvGraphicFramePr/>
          <p:nvPr/>
        </p:nvGraphicFramePr>
        <p:xfrm>
          <a:off xmlns:a="http://schemas.openxmlformats.org/drawingml/2006/main" x="495300" y="7258050"/>
          <a:ext xmlns:a="http://schemas.openxmlformats.org/drawingml/2006/main" cx="17297400" cy="2533650"/>
        </p:xfrm>
        <a:graphic xmlns:a="http://schemas.openxmlformats.org/drawingml/2006/main">
          <a:graphicData uri="http://schemas.openxmlformats.org/drawingml/2006/table">
            <a:tbl>
              <a:tblPr/>
              <a:tblGrid>
                <a:gridCol w="4038600"/>
                <a:gridCol w="6629400"/>
                <a:gridCol w="6629400"/>
              </a:tblGrid>
              <a:tr h="381000">
                <a:tc>
                  <a:txBody>
                    <a:bodyPr/>
                    <a:lstStyle/>
                    <a:p>
                      <a:pPr algn="l"/>
                      <a:r>
                        <a:rPr sz="1725" b="1">
                          <a:solidFill>
                            <a:srgbClr val="FFFFFF"/>
                          </a:solidFill>
                          <a:latin typeface="Apple SD Gothic Neo"/>
                          <a:ea typeface="Apple SD Gothic Neo"/>
                          <a:cs typeface="Apple SD Gothic Neo"/>
                        </a:rPr>
                        <a:t>고정 품질 / 같은 P21</a:t>
                      </a:r>
                    </a:p>
                  </a:txBody>
                  <a:tcPr marL="114300" marR="76200" marT="9525" marB="9525" anchor="ctr">
                    <a:solidFill>
                      <a:srgbClr val="354354"/>
                    </a:solidFill>
                  </a:tcPr>
                </a:tc>
                <a:tc>
                  <a:txBody>
                    <a:bodyPr/>
                    <a:lstStyle/>
                    <a:p>
                      <a:pPr algn="l"/>
                      <a:r>
                        <a:rPr sz="1725" b="1">
                          <a:solidFill>
                            <a:srgbClr val="FFFFFF"/>
                          </a:solidFill>
                          <a:latin typeface="Apple SD Gothic Neo"/>
                          <a:ea typeface="Apple SD Gothic Neo"/>
                          <a:cs typeface="Apple SD Gothic Neo"/>
                        </a:rPr>
                        <a:t>A: 평가 경로와 현재 상태</a:t>
                      </a:r>
                    </a:p>
                  </a:txBody>
                  <a:tcPr marL="114300" marR="76200" marT="9525" marB="9525" anchor="ctr">
                    <a:solidFill>
                      <a:srgbClr val="354354"/>
                    </a:solidFill>
                  </a:tcPr>
                </a:tc>
                <a:tc>
                  <a:txBody>
                    <a:bodyPr/>
                    <a:lstStyle/>
                    <a:p>
                      <a:pPr algn="l"/>
                      <a:r>
                        <a:rPr sz="1725" b="1">
                          <a:solidFill>
                            <a:srgbClr val="FFFFFF"/>
                          </a:solidFill>
                          <a:latin typeface="Apple SD Gothic Neo"/>
                          <a:ea typeface="Apple SD Gothic Neo"/>
                          <a:cs typeface="Apple SD Gothic Neo"/>
                        </a:rPr>
                        <a:t>B: 평가 경로와 현재 상태</a:t>
                      </a:r>
                    </a:p>
                  </a:txBody>
                  <a:tcPr marL="114300" marR="76200" marT="9525" marB="9525" anchor="ctr">
                    <a:solidFill>
                      <a:srgbClr val="354354"/>
                    </a:solidFill>
                  </a:tcPr>
                </a:tc>
              </a:tr>
              <a:tr h="358775">
                <a:tc>
                  <a:txBody>
                    <a:bodyPr/>
                    <a:lstStyle/>
                    <a:p>
                      <a:pPr algn="l"/>
                      <a:r>
                        <a:rPr sz="1725" b="0">
                          <a:solidFill>
                            <a:srgbClr val="202B35"/>
                          </a:solidFill>
                          <a:latin typeface="Apple SD Gothic Neo"/>
                          <a:ea typeface="Apple SD Gothic Neo"/>
                          <a:cs typeface="Apple SD Gothic Neo"/>
                        </a:rPr>
                        <a:t>QA-01  요청 처리 정확성</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의미, 접수와 현재성 검사</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같은 검사와 receipt 반영</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QA-02  상호작용 응답시간</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공동 commit과 대화 반영</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독립 접수와 receipt 반영</a:t>
                      </a:r>
                    </a:p>
                  </a:txBody>
                  <a:tcPr marL="114300" marR="76200" marT="9525" marB="9525" anchor="ctr">
                    <a:solidFill>
                      <a:srgbClr val="F5F7F8"/>
                    </a:solidFill>
                  </a:tcPr>
                </a:tc>
              </a:tr>
              <a:tr h="358775">
                <a:tc>
                  <a:txBody>
                    <a:bodyPr/>
                    <a:lstStyle/>
                    <a:p>
                      <a:pPr algn="l"/>
                      <a:r>
                        <a:rPr sz="1725" b="0">
                          <a:solidFill>
                            <a:srgbClr val="202B35"/>
                          </a:solidFill>
                          <a:latin typeface="Apple SD Gothic Neo"/>
                          <a:ea typeface="Apple SD Gothic Neo"/>
                          <a:cs typeface="Apple SD Gothic Neo"/>
                        </a:rPr>
                        <a:t>QA-03  VIA 요청 처리시간</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관련 상태 공동 확정</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인계와 재확인의 전체 경로</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QA-04  VIA 모델 사용 비용</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저장 외 실제 모델 청구</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평가 전 / IPC 외 실제 모델 청구</a:t>
                      </a:r>
                    </a:p>
                  </a:txBody>
                  <a:tcPr marL="114300" marR="76200" marT="9525" marB="9525" anchor="ctr">
                    <a:solidFill>
                      <a:srgbClr val="F5F7F8"/>
                    </a:solidFill>
                  </a:tcPr>
                </a:tc>
              </a:tr>
              <a:tr h="358775">
                <a:tc>
                  <a:txBody>
                    <a:bodyPr/>
                    <a:lstStyle/>
                    <a:p>
                      <a:pPr algn="l"/>
                      <a:r>
                        <a:rPr sz="1725" b="0">
                          <a:solidFill>
                            <a:srgbClr val="202B35"/>
                          </a:solidFill>
                          <a:latin typeface="Apple SD Gothic Neo"/>
                          <a:ea typeface="Apple SD Gothic Neo"/>
                          <a:cs typeface="Apple SD Gothic Neo"/>
                        </a:rPr>
                        <a:t>QA-05  VIA 변경 용이성</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공동 상태 계약의 수정</a:t>
                      </a:r>
                    </a:p>
                  </a:txBody>
                  <a:tcPr marL="114300" marR="76200" marT="9525" marB="9525" anchor="ctr">
                    <a:solidFill>
                      <a:srgbClr val="FFFFFF"/>
                    </a:solidFill>
                  </a:tcPr>
                </a:tc>
                <a:tc>
                  <a:txBody>
                    <a:bodyPr/>
                    <a:lstStyle/>
                    <a:p>
                      <a:pPr algn="l"/>
                      <a:r>
                        <a:rPr sz="1725" b="0">
                          <a:solidFill>
                            <a:srgbClr val="202B35"/>
                          </a:solidFill>
                          <a:latin typeface="Apple SD Gothic Neo"/>
                          <a:ea typeface="Apple SD Gothic Neo"/>
                          <a:cs typeface="Apple SD Gothic Neo"/>
                        </a:rPr>
                        <a:t>평가 전 / 독립 인계 계약의 수정</a:t>
                      </a:r>
                    </a:p>
                  </a:txBody>
                  <a:tcPr marL="114300" marR="76200" marT="9525" marB="9525" anchor="ctr">
                    <a:solidFill>
                      <a:srgbClr val="FFFFFF"/>
                    </a:solidFill>
                  </a:tcPr>
                </a:tc>
              </a:tr>
              <a:tr h="358775">
                <a:tc>
                  <a:txBody>
                    <a:bodyPr/>
                    <a:lstStyle/>
                    <a:p>
                      <a:pPr algn="l"/>
                      <a:r>
                        <a:rPr sz="1725" b="0">
                          <a:solidFill>
                            <a:srgbClr val="202B35"/>
                          </a:solidFill>
                          <a:latin typeface="Apple SD Gothic Neo"/>
                          <a:ea typeface="Apple SD Gothic Neo"/>
                          <a:cs typeface="Apple SD Gothic Neo"/>
                        </a:rPr>
                        <a:t>QA-06  로컬 VIA 메모리 사용량</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예산 1,792MiB / 통합 상태와 queue</a:t>
                      </a:r>
                    </a:p>
                  </a:txBody>
                  <a:tcPr marL="114300" marR="76200" marT="9525" marB="9525" anchor="ctr">
                    <a:solidFill>
                      <a:srgbClr val="F5F7F8"/>
                    </a:solidFill>
                  </a:tcPr>
                </a:tc>
                <a:tc>
                  <a:txBody>
                    <a:bodyPr/>
                    <a:lstStyle/>
                    <a:p>
                      <a:pPr algn="l"/>
                      <a:r>
                        <a:rPr sz="1725" b="0">
                          <a:solidFill>
                            <a:srgbClr val="202B35"/>
                          </a:solidFill>
                          <a:latin typeface="Apple SD Gothic Neo"/>
                          <a:ea typeface="Apple SD Gothic Neo"/>
                          <a:cs typeface="Apple SD Gothic Neo"/>
                        </a:rPr>
                        <a:t>예산 2,080MiB / process와 접수 상태</a:t>
                      </a:r>
                    </a:p>
                  </a:txBody>
                  <a:tcPr marL="114300" marR="76200" marT="9525" marB="9525" anchor="ctr">
                    <a:solidFill>
                      <a:srgbClr val="F5F7F8"/>
                    </a:solidFill>
                  </a:tcPr>
                </a:tc>
              </a:tr>
            </a:tbl>
          </a:graphicData>
        </a:graphic>
      </p:graphicFrame>
      <p:sp>
        <p:nvSpPr>
          <p:cNvPr id="67" name="v2-447-note">
            <a:extLst xmlns:a="http://schemas.openxmlformats.org/drawingml/2006/main">
              <a:ext uri="{FF2B5EF4-FFF2-40B4-BE49-F238E27FC236}">
                <a16:creationId xmlns:a16="http://schemas.microsoft.com/office/drawing/2014/main" id="{0817A034-44E0-4F6F-8DE0-FC2AB7C19328}"/>
              </a:ext>
            </a:extLst>
          </p:cNvPr>
          <p:cNvSpPr>
            <a:spLocks xmlns:a="http://schemas.openxmlformats.org/drawingml/2006/main" noGrp="1"/>
          </p:cNvSpPr>
          <p:nvPr/>
        </p:nvSpPr>
        <p:spPr>
          <a:xfrm xmlns:a="http://schemas.openxmlformats.org/drawingml/2006/main">
            <a:off x="495300" y="9839325"/>
            <a:ext cx="1729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76773"/>
                </a:solidFill>
                <a:latin typeface="Apple SD Gothic Neo"/>
                <a:ea typeface="Apple SD Gothic Neo"/>
                <a:cs typeface="Apple SD Gothic Neo"/>
              </a:defRPr>
            </a:pPr>
            <a:r>
              <a:rPr sz="1650" b="0">
                <a:solidFill>
                  <a:srgbClr val="576773"/>
                </a:solidFill>
                <a:latin typeface="Apple SD Gothic Neo"/>
                <a:ea typeface="Apple SD Gothic Neo"/>
                <a:cs typeface="Apple SD Gothic Neo"/>
              </a:rPr>
              <a:t>실측 없음. 메모리는 설계 예산이며 측정값이 아닙니다. 전체 목표/보호 조건과 지역 계산의 상세 근거는 appendix에 보존합니다.</a:t>
            </a:r>
          </a:p>
        </p:txBody>
      </p:sp>
    </p:spTree>
    <p:extLst>
      <p:ext uri="{BB962C8B-B14F-4D97-AF65-F5344CB8AC3E}">
        <p14:creationId xmlns:p14="http://schemas.microsoft.com/office/powerpoint/2010/main" val="91206412"/>
      </p:ext>
    </p:extLst>
  </p:cSld>
</p:sld>
</file>

<file path=ppt/slides/slide55.xml><?xml version="1.0" encoding="utf-8"?>
<p:sld xmlns:p="http://schemas.openxmlformats.org/presentationml/2006/main">
  <p:cSld name="coverage-summary">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v2-448-section">
            <a:extLst xmlns:a="http://schemas.openxmlformats.org/drawingml/2006/main">
              <a:ext uri="{FF2B5EF4-FFF2-40B4-BE49-F238E27FC236}">
                <a16:creationId xmlns:a16="http://schemas.microsoft.com/office/drawing/2014/main" id="{5022EC90-388D-40E7-954D-D9E3FA33BB6B}"/>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검토 요약</a:t>
            </a:r>
          </a:p>
        </p:txBody>
      </p:sp>
      <p:sp>
        <p:nvSpPr>
          <p:cNvPr id="2" name="v2-449-title">
            <a:extLst xmlns:a="http://schemas.openxmlformats.org/drawingml/2006/main">
              <a:ext uri="{FF2B5EF4-FFF2-40B4-BE49-F238E27FC236}">
                <a16:creationId xmlns:a16="http://schemas.microsoft.com/office/drawing/2014/main" id="{54E45006-681F-4365-A5BC-61B4FC37B519}"/>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B35"/>
                </a:solidFill>
                <a:latin typeface="Apple SD Gothic Neo"/>
                <a:ea typeface="Apple SD Gothic Neo"/>
                <a:cs typeface="Apple SD Gothic Neo"/>
              </a:defRPr>
            </a:pPr>
            <a:r>
              <a:rPr sz="3600" b="1">
                <a:solidFill>
                  <a:srgbClr val="202B35"/>
                </a:solidFill>
                <a:latin typeface="Apple SD Gothic Neo"/>
                <a:ea typeface="Apple SD Gothic Neo"/>
                <a:cs typeface="Apple SD Gothic Neo"/>
              </a:rPr>
              <a:t>네 설계 질문을 같은 품질 기준과 공통 경계에서 검토합니다</a:t>
            </a:r>
          </a:p>
        </p:txBody>
      </p:sp>
      <p:sp>
        <p:nvSpPr>
          <p:cNvPr id="3" name="v2-450-rule">
            <a:extLst xmlns:a="http://schemas.openxmlformats.org/drawingml/2006/main">
              <a:ext uri="{FF2B5EF4-FFF2-40B4-BE49-F238E27FC236}">
                <a16:creationId xmlns:a16="http://schemas.microsoft.com/office/drawing/2014/main" id="{5A5D3C4B-A13F-4F8B-8D02-40B336B2EC66}"/>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451-page">
            <a:extLst xmlns:a="http://schemas.openxmlformats.org/drawingml/2006/main">
              <a:ext uri="{FF2B5EF4-FFF2-40B4-BE49-F238E27FC236}">
                <a16:creationId xmlns:a16="http://schemas.microsoft.com/office/drawing/2014/main" id="{A32BA46D-7F1B-4759-9B63-6561CD94DBBF}"/>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23</a:t>
            </a:r>
          </a:p>
        </p:txBody>
      </p:sp>
      <p:graphicFrame>
        <p:nvGraphicFramePr>
          <p:cNvPr id="13" name=""/>
          <p:cNvGraphicFramePr/>
          <p:nvPr/>
        </p:nvGraphicFramePr>
        <p:xfrm>
          <a:off xmlns:a="http://schemas.openxmlformats.org/drawingml/2006/main" x="495300" y="1962150"/>
          <a:ext xmlns:a="http://schemas.openxmlformats.org/drawingml/2006/main" cx="17297400" cy="4200525"/>
        </p:xfrm>
        <a:graphic xmlns:a="http://schemas.openxmlformats.org/drawingml/2006/main">
          <a:graphicData uri="http://schemas.openxmlformats.org/drawingml/2006/table">
            <a:tbl>
              <a:tblPr/>
              <a:tblGrid>
                <a:gridCol w="3667125"/>
                <a:gridCol w="3714750"/>
                <a:gridCol w="9915525"/>
              </a:tblGrid>
              <a:tr h="552450">
                <a:tc>
                  <a:txBody>
                    <a:bodyPr/>
                    <a:lstStyle/>
                    <a:p>
                      <a:pPr algn="l"/>
                      <a:r>
                        <a:rPr sz="2325" b="1">
                          <a:solidFill>
                            <a:srgbClr val="FFFFFF"/>
                          </a:solidFill>
                          <a:latin typeface="Apple SD Gothic Neo"/>
                          <a:ea typeface="Apple SD Gothic Neo"/>
                          <a:cs typeface="Apple SD Gothic Neo"/>
                        </a:rPr>
                        <a:t>설계 질문</a:t>
                      </a:r>
                    </a:p>
                  </a:txBody>
                  <a:tcPr marL="114300" marR="76200" marT="47625" marB="47625" anchor="ctr">
                    <a:solidFill>
                      <a:srgbClr val="354354"/>
                    </a:solidFill>
                  </a:tcPr>
                </a:tc>
                <a:tc>
                  <a:txBody>
                    <a:bodyPr/>
                    <a:lstStyle/>
                    <a:p>
                      <a:pPr algn="l"/>
                      <a:r>
                        <a:rPr sz="2325" b="1">
                          <a:solidFill>
                            <a:srgbClr val="FFFFFF"/>
                          </a:solidFill>
                          <a:latin typeface="Apple SD Gothic Neo"/>
                          <a:ea typeface="Apple SD Gothic Neo"/>
                          <a:cs typeface="Apple SD Gothic Neo"/>
                        </a:rPr>
                        <a:t>직접 다루는 기능</a:t>
                      </a:r>
                    </a:p>
                  </a:txBody>
                  <a:tcPr marL="114300" marR="76200" marT="47625" marB="47625" anchor="ctr">
                    <a:solidFill>
                      <a:srgbClr val="354354"/>
                    </a:solidFill>
                  </a:tcPr>
                </a:tc>
                <a:tc>
                  <a:txBody>
                    <a:bodyPr/>
                    <a:lstStyle/>
                    <a:p>
                      <a:pPr algn="l"/>
                      <a:r>
                        <a:rPr sz="2325" b="1">
                          <a:solidFill>
                            <a:srgbClr val="FFFFFF"/>
                          </a:solidFill>
                          <a:latin typeface="Apple SD Gothic Neo"/>
                          <a:ea typeface="Apple SD Gothic Neo"/>
                          <a:cs typeface="Apple SD Gothic Neo"/>
                        </a:rPr>
                        <a:t>확인할 실제 구조 차이</a:t>
                      </a:r>
                    </a:p>
                  </a:txBody>
                  <a:tcPr marL="114300" marR="76200" marT="47625" marB="47625" anchor="ctr">
                    <a:solidFill>
                      <a:srgbClr val="354354"/>
                    </a:solidFill>
                  </a:tcPr>
                </a:tc>
              </a:tr>
              <a:tr h="912019">
                <a:tc>
                  <a:txBody>
                    <a:bodyPr/>
                    <a:lstStyle/>
                    <a:p>
                      <a:pPr algn="l"/>
                      <a:r>
                        <a:rPr sz="2325" b="0">
                          <a:solidFill>
                            <a:srgbClr val="202B35"/>
                          </a:solidFill>
                          <a:latin typeface="Apple SD Gothic Neo"/>
                          <a:ea typeface="Apple SD Gothic Neo"/>
                          <a:cs typeface="Apple SD Gothic Neo"/>
                        </a:rPr>
                        <a:t>41  요청 해석 제어</a:t>
                      </a:r>
                    </a:p>
                  </a:txBody>
                  <a:tcPr marL="114300" marR="76200" marT="47625" marB="47625" anchor="ctr">
                    <a:solidFill>
                      <a:srgbClr val="FFFFFF"/>
                    </a:solidFill>
                  </a:tcPr>
                </a:tc>
                <a:tc>
                  <a:txBody>
                    <a:bodyPr/>
                    <a:lstStyle/>
                    <a:p>
                      <a:pPr algn="l"/>
                      <a:r>
                        <a:rPr sz="2325" b="0">
                          <a:solidFill>
                            <a:srgbClr val="202B35"/>
                          </a:solidFill>
                          <a:latin typeface="Apple SD Gothic Neo"/>
                          <a:ea typeface="Apple SD Gothic Neo"/>
                          <a:cs typeface="Apple SD Gothic Neo"/>
                        </a:rPr>
                        <a:t>FR2 / FR3</a:t>
                      </a:r>
                    </a:p>
                  </a:txBody>
                  <a:tcPr marL="114300" marR="76200" marT="47625" marB="47625" anchor="ctr">
                    <a:solidFill>
                      <a:srgbClr val="FFFFFF"/>
                    </a:solidFill>
                  </a:tcPr>
                </a:tc>
                <a:tc>
                  <a:txBody>
                    <a:bodyPr/>
                    <a:lstStyle/>
                    <a:p>
                      <a:pPr algn="l"/>
                      <a:r>
                        <a:rPr sz="2325" b="0">
                          <a:solidFill>
                            <a:srgbClr val="202B35"/>
                          </a:solidFill>
                          <a:latin typeface="Apple SD Gothic Neo"/>
                          <a:ea typeface="Apple SD Gothic Neo"/>
                          <a:cs typeface="Apple SD Gothic Neo"/>
                        </a:rPr>
                        <a:t>다음 조회와 전체 의미의 결정 주체, 표현 범위와 추가 해석</a:t>
                      </a:r>
                    </a:p>
                  </a:txBody>
                  <a:tcPr marL="114300" marR="76200" marT="47625" marB="47625" anchor="ctr">
                    <a:solidFill>
                      <a:srgbClr val="FFFFFF"/>
                    </a:solidFill>
                  </a:tcPr>
                </a:tc>
              </a:tr>
              <a:tr h="912019">
                <a:tc>
                  <a:txBody>
                    <a:bodyPr/>
                    <a:lstStyle/>
                    <a:p>
                      <a:pPr algn="l"/>
                      <a:r>
                        <a:rPr sz="2325" b="0">
                          <a:solidFill>
                            <a:srgbClr val="202B35"/>
                          </a:solidFill>
                          <a:latin typeface="Apple SD Gothic Neo"/>
                          <a:ea typeface="Apple SD Gothic Neo"/>
                          <a:cs typeface="Apple SD Gothic Neo"/>
                        </a:rPr>
                        <a:t>44  지속 대화 실행</a:t>
                      </a:r>
                    </a:p>
                  </a:txBody>
                  <a:tcPr marL="114300" marR="76200" marT="47625" marB="47625" anchor="ctr">
                    <a:solidFill>
                      <a:srgbClr val="F5F7F8"/>
                    </a:solidFill>
                  </a:tcPr>
                </a:tc>
                <a:tc>
                  <a:txBody>
                    <a:bodyPr/>
                    <a:lstStyle/>
                    <a:p>
                      <a:pPr algn="l"/>
                      <a:r>
                        <a:rPr sz="2325" b="0">
                          <a:solidFill>
                            <a:srgbClr val="202B35"/>
                          </a:solidFill>
                          <a:latin typeface="Apple SD Gothic Neo"/>
                          <a:ea typeface="Apple SD Gothic Neo"/>
                          <a:cs typeface="Apple SD Gothic Neo"/>
                        </a:rPr>
                        <a:t>FR1 / FR3 / FR4</a:t>
                      </a:r>
                    </a:p>
                  </a:txBody>
                  <a:tcPr marL="114300" marR="76200" marT="47625" marB="47625" anchor="ctr">
                    <a:solidFill>
                      <a:srgbClr val="F5F7F8"/>
                    </a:solidFill>
                  </a:tcPr>
                </a:tc>
                <a:tc>
                  <a:txBody>
                    <a:bodyPr/>
                    <a:lstStyle/>
                    <a:p>
                      <a:pPr algn="l"/>
                      <a:r>
                        <a:rPr sz="2325" b="0">
                          <a:solidFill>
                            <a:srgbClr val="202B35"/>
                          </a:solidFill>
                          <a:latin typeface="Apple SD Gothic Neo"/>
                          <a:ea typeface="Apple SD Gothic Neo"/>
                          <a:cs typeface="Apple SD Gothic Neo"/>
                        </a:rPr>
                        <a:t>완료 회수와 후속 지시, 단계별 상태와 게시 조건</a:t>
                      </a:r>
                    </a:p>
                  </a:txBody>
                  <a:tcPr marL="114300" marR="76200" marT="47625" marB="47625" anchor="ctr">
                    <a:solidFill>
                      <a:srgbClr val="F5F7F8"/>
                    </a:solidFill>
                  </a:tcPr>
                </a:tc>
              </a:tr>
              <a:tr h="912019">
                <a:tc>
                  <a:txBody>
                    <a:bodyPr/>
                    <a:lstStyle/>
                    <a:p>
                      <a:pPr algn="l"/>
                      <a:r>
                        <a:rPr sz="2325" b="0">
                          <a:solidFill>
                            <a:srgbClr val="202B35"/>
                          </a:solidFill>
                          <a:latin typeface="Apple SD Gothic Neo"/>
                          <a:ea typeface="Apple SD Gothic Neo"/>
                          <a:cs typeface="Apple SD Gothic Neo"/>
                        </a:rPr>
                        <a:t>45  과거 맥락 제공</a:t>
                      </a:r>
                    </a:p>
                  </a:txBody>
                  <a:tcPr marL="114300" marR="76200" marT="47625" marB="47625" anchor="ctr">
                    <a:solidFill>
                      <a:srgbClr val="FFFFFF"/>
                    </a:solidFill>
                  </a:tcPr>
                </a:tc>
                <a:tc>
                  <a:txBody>
                    <a:bodyPr/>
                    <a:lstStyle/>
                    <a:p>
                      <a:pPr algn="l"/>
                      <a:r>
                        <a:rPr sz="2325" b="0">
                          <a:solidFill>
                            <a:srgbClr val="202B35"/>
                          </a:solidFill>
                          <a:latin typeface="Apple SD Gothic Neo"/>
                          <a:ea typeface="Apple SD Gothic Neo"/>
                          <a:cs typeface="Apple SD Gothic Neo"/>
                        </a:rPr>
                        <a:t>FR6</a:t>
                      </a:r>
                    </a:p>
                  </a:txBody>
                  <a:tcPr marL="114300" marR="76200" marT="47625" marB="47625" anchor="ctr">
                    <a:solidFill>
                      <a:srgbClr val="FFFFFF"/>
                    </a:solidFill>
                  </a:tcPr>
                </a:tc>
                <a:tc>
                  <a:txBody>
                    <a:bodyPr/>
                    <a:lstStyle/>
                    <a:p>
                      <a:pPr algn="l"/>
                      <a:r>
                        <a:rPr sz="2325" b="0">
                          <a:solidFill>
                            <a:srgbClr val="202B35"/>
                          </a:solidFill>
                          <a:latin typeface="Apple SD Gothic Neo"/>
                          <a:ea typeface="Apple SD Gothic Neo"/>
                          <a:cs typeface="Apple SD Gothic Neo"/>
                        </a:rPr>
                        <a:t>요청별 구성과 공통 관계 생산의 시점, coverage와 철회</a:t>
                      </a:r>
                    </a:p>
                  </a:txBody>
                  <a:tcPr marL="114300" marR="76200" marT="47625" marB="47625" anchor="ctr">
                    <a:solidFill>
                      <a:srgbClr val="FFFFFF"/>
                    </a:solidFill>
                  </a:tcPr>
                </a:tc>
              </a:tr>
              <a:tr h="912019">
                <a:tc>
                  <a:txBody>
                    <a:bodyPr/>
                    <a:lstStyle/>
                    <a:p>
                      <a:pPr algn="l"/>
                      <a:r>
                        <a:rPr sz="2325" b="0">
                          <a:solidFill>
                            <a:srgbClr val="202B35"/>
                          </a:solidFill>
                          <a:latin typeface="Apple SD Gothic Neo"/>
                          <a:ea typeface="Apple SD Gothic Neo"/>
                          <a:cs typeface="Apple SD Gothic Neo"/>
                        </a:rPr>
                        <a:t>42  대화와 업무 상태</a:t>
                      </a:r>
                    </a:p>
                  </a:txBody>
                  <a:tcPr marL="114300" marR="76200" marT="47625" marB="47625" anchor="ctr">
                    <a:solidFill>
                      <a:srgbClr val="F5F7F8"/>
                    </a:solidFill>
                  </a:tcPr>
                </a:tc>
                <a:tc>
                  <a:txBody>
                    <a:bodyPr/>
                    <a:lstStyle/>
                    <a:p>
                      <a:pPr algn="l"/>
                      <a:r>
                        <a:rPr sz="2325" b="0">
                          <a:solidFill>
                            <a:srgbClr val="202B35"/>
                          </a:solidFill>
                          <a:latin typeface="Apple SD Gothic Neo"/>
                          <a:ea typeface="Apple SD Gothic Neo"/>
                          <a:cs typeface="Apple SD Gothic Neo"/>
                        </a:rPr>
                        <a:t>FR4 / FR5</a:t>
                      </a:r>
                    </a:p>
                  </a:txBody>
                  <a:tcPr marL="114300" marR="76200" marT="47625" marB="47625" anchor="ctr">
                    <a:solidFill>
                      <a:srgbClr val="F5F7F8"/>
                    </a:solidFill>
                  </a:tcPr>
                </a:tc>
                <a:tc>
                  <a:txBody>
                    <a:bodyPr/>
                    <a:lstStyle/>
                    <a:p>
                      <a:pPr algn="l"/>
                      <a:r>
                        <a:rPr sz="2325" b="0">
                          <a:solidFill>
                            <a:srgbClr val="202B35"/>
                          </a:solidFill>
                          <a:latin typeface="Apple SD Gothic Neo"/>
                          <a:ea typeface="Apple SD Gothic Neo"/>
                          <a:cs typeface="Apple SD Gothic Neo"/>
                        </a:rPr>
                        <a:t>공동 확정과 독립 접수, 외부 확인과 재연결</a:t>
                      </a:r>
                    </a:p>
                  </a:txBody>
                  <a:tcPr marL="114300" marR="76200" marT="47625" marB="47625" anchor="ctr">
                    <a:solidFill>
                      <a:srgbClr val="F5F7F8"/>
                    </a:solidFill>
                  </a:tcPr>
                </a:tc>
              </a:tr>
            </a:tbl>
          </a:graphicData>
        </a:graphic>
      </p:graphicFrame>
      <p:sp>
        <p:nvSpPr>
          <p:cNvPr id="6" name="v2-452-scope-qa">
            <a:extLst xmlns:a="http://schemas.openxmlformats.org/drawingml/2006/main">
              <a:ext uri="{FF2B5EF4-FFF2-40B4-BE49-F238E27FC236}">
                <a16:creationId xmlns:a16="http://schemas.microsoft.com/office/drawing/2014/main" id="{B094ED3D-0AF3-49CE-95EA-E2646EAB06BE}"/>
              </a:ext>
            </a:extLst>
          </p:cNvPr>
          <p:cNvSpPr>
            <a:spLocks xmlns:a="http://schemas.openxmlformats.org/drawingml/2006/main" noGrp="1"/>
          </p:cNvSpPr>
          <p:nvPr/>
        </p:nvSpPr>
        <p:spPr>
          <a:xfrm xmlns:a="http://schemas.openxmlformats.org/drawingml/2006/main">
            <a:off x="495300" y="6819900"/>
            <a:ext cx="17297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00889A"/>
                </a:solidFill>
                <a:latin typeface="Apple SD Gothic Neo"/>
                <a:ea typeface="Apple SD Gothic Neo"/>
                <a:cs typeface="Apple SD Gothic Neo"/>
              </a:defRPr>
            </a:pPr>
            <a:r>
              <a:rPr sz="2325" b="1">
                <a:solidFill>
                  <a:srgbClr val="00889A"/>
                </a:solidFill>
                <a:latin typeface="Apple SD Gothic Neo"/>
                <a:ea typeface="Apple SD Gothic Neo"/>
                <a:cs typeface="Apple SD Gothic Neo"/>
              </a:rPr>
              <a:t>정확성 → 상호작용 응답시간 → VIA 처리시간 → 모델 비용 → 변경 용이성 → 로컬 메모리</a:t>
            </a:r>
          </a:p>
        </p:txBody>
      </p:sp>
      <p:sp>
        <p:nvSpPr>
          <p:cNvPr id="7" name="v2-453-scope-common">
            <a:extLst xmlns:a="http://schemas.openxmlformats.org/drawingml/2006/main">
              <a:ext uri="{FF2B5EF4-FFF2-40B4-BE49-F238E27FC236}">
                <a16:creationId xmlns:a16="http://schemas.microsoft.com/office/drawing/2014/main" id="{9139FE79-EE20-4B91-AEED-AAADA246D422}"/>
              </a:ext>
            </a:extLst>
          </p:cNvPr>
          <p:cNvSpPr>
            <a:spLocks xmlns:a="http://schemas.openxmlformats.org/drawingml/2006/main" noGrp="1"/>
          </p:cNvSpPr>
          <p:nvPr/>
        </p:nvSpPr>
        <p:spPr>
          <a:xfrm xmlns:a="http://schemas.openxmlformats.org/drawingml/2006/main">
            <a:off x="495300" y="7896225"/>
            <a:ext cx="17297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202B35"/>
                </a:solidFill>
                <a:latin typeface="Apple SD Gothic Neo"/>
                <a:ea typeface="Apple SD Gothic Neo"/>
                <a:cs typeface="Apple SD Gothic Neo"/>
              </a:defRPr>
            </a:pPr>
            <a:r>
              <a:rPr sz="2400" b="0">
                <a:solidFill>
                  <a:srgbClr val="202B35"/>
                </a:solidFill>
                <a:latin typeface="Apple SD Gothic Neo"/>
                <a:ea typeface="Apple SD Gothic Neo"/>
                <a:cs typeface="Apple SD Gothic Neo"/>
              </a:rPr>
              <a:t>로컬 입력과 VAD / 같은 허용 근거 / 최신성 및 권한 검사 / 실제 전달 기록</a:t>
            </a:r>
          </a:p>
          <a:p xmlns:a="http://schemas.openxmlformats.org/drawingml/2006/main">
            <a:pPr algn="l">
              <a:defRPr sz="2400" b="0">
                <a:solidFill>
                  <a:srgbClr val="202B35"/>
                </a:solidFill>
                <a:latin typeface="Apple SD Gothic Neo"/>
                <a:ea typeface="Apple SD Gothic Neo"/>
                <a:cs typeface="Apple SD Gothic Neo"/>
              </a:defRPr>
            </a:pPr>
            <a:r>
              <a:rPr sz="2400" b="0">
                <a:solidFill>
                  <a:srgbClr val="202B35"/>
                </a:solidFill>
                <a:latin typeface="Apple SD Gothic Neo"/>
                <a:ea typeface="Apple SD Gothic Neo"/>
                <a:cs typeface="Apple SD Gothic Neo"/>
              </a:rPr>
              <a:t>별도 클라우드 음성/의미 모델 / 외부 업무 AI의 실제 실행과 확인</a:t>
            </a:r>
          </a:p>
        </p:txBody>
      </p:sp>
      <p:sp>
        <p:nvSpPr>
          <p:cNvPr id="8" name="v2-454-note">
            <a:extLst xmlns:a="http://schemas.openxmlformats.org/drawingml/2006/main">
              <a:ext uri="{FF2B5EF4-FFF2-40B4-BE49-F238E27FC236}">
                <a16:creationId xmlns:a16="http://schemas.microsoft.com/office/drawing/2014/main" id="{F008C9BB-EBE5-4CF8-B747-3713110F9063}"/>
              </a:ext>
            </a:extLst>
          </p:cNvPr>
          <p:cNvSpPr>
            <a:spLocks xmlns:a="http://schemas.openxmlformats.org/drawingml/2006/main" noGrp="1"/>
          </p:cNvSpPr>
          <p:nvPr/>
        </p:nvSpPr>
        <p:spPr>
          <a:xfrm xmlns:a="http://schemas.openxmlformats.org/drawingml/2006/main">
            <a:off x="495300" y="9448800"/>
            <a:ext cx="17297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576773"/>
                </a:solidFill>
                <a:latin typeface="Apple SD Gothic Neo"/>
                <a:ea typeface="Apple SD Gothic Neo"/>
                <a:cs typeface="Apple SD Gothic Neo"/>
              </a:defRPr>
            </a:pPr>
            <a:r>
              <a:rPr sz="2175" b="0">
                <a:solidFill>
                  <a:srgbClr val="576773"/>
                </a:solidFill>
                <a:latin typeface="Apple SD Gothic Neo"/>
                <a:ea typeface="Apple SD Gothic Neo"/>
                <a:cs typeface="Apple SD Gothic Neo"/>
              </a:rPr>
              <a:t>현재는 네 A/B의 구조와 평가 계약을 설명하는 단계입니다. 채택된 통합 구조나 실측 승자를 표시하지 않습니다.</a:t>
            </a:r>
          </a:p>
        </p:txBody>
      </p:sp>
    </p:spTree>
    <p:extLst>
      <p:ext uri="{BB962C8B-B14F-4D97-AF65-F5344CB8AC3E}">
        <p14:creationId xmlns:p14="http://schemas.microsoft.com/office/powerpoint/2010/main" val="552916902"/>
      </p:ext>
    </p:extLst>
  </p:cSld>
</p:sld>
</file>

<file path=ppt/slides/slide56.xml><?xml version="1.0" encoding="utf-8"?>
<p:sld xmlns:p="http://schemas.openxmlformats.org/presentationml/2006/main">
  <p:cSld name="next-validation">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v2-455-section">
            <a:extLst xmlns:a="http://schemas.openxmlformats.org/drawingml/2006/main">
              <a:ext uri="{FF2B5EF4-FFF2-40B4-BE49-F238E27FC236}">
                <a16:creationId xmlns:a16="http://schemas.microsoft.com/office/drawing/2014/main" id="{2AA735C2-B76D-4BF9-B6A4-E936C8A9DA86}"/>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검토 요약</a:t>
            </a:r>
          </a:p>
        </p:txBody>
      </p:sp>
      <p:sp>
        <p:nvSpPr>
          <p:cNvPr id="2" name="v2-456-title">
            <a:extLst xmlns:a="http://schemas.openxmlformats.org/drawingml/2006/main">
              <a:ext uri="{FF2B5EF4-FFF2-40B4-BE49-F238E27FC236}">
                <a16:creationId xmlns:a16="http://schemas.microsoft.com/office/drawing/2014/main" id="{3855708F-5342-43FA-B781-A39B44F126EB}"/>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B35"/>
                </a:solidFill>
                <a:latin typeface="Apple SD Gothic Neo"/>
                <a:ea typeface="Apple SD Gothic Neo"/>
                <a:cs typeface="Apple SD Gothic Neo"/>
              </a:defRPr>
            </a:pPr>
            <a:r>
              <a:rPr sz="3600" b="1">
                <a:solidFill>
                  <a:srgbClr val="202B35"/>
                </a:solidFill>
                <a:latin typeface="Apple SD Gothic Neo"/>
                <a:ea typeface="Apple SD Gothic Neo"/>
                <a:cs typeface="Apple SD Gothic Neo"/>
              </a:rPr>
              <a:t>조건과 비용을 확인한 뒤, 동일한 활동에서 대안을 판단합니다</a:t>
            </a:r>
          </a:p>
        </p:txBody>
      </p:sp>
      <p:sp>
        <p:nvSpPr>
          <p:cNvPr id="3" name="v2-457-rule">
            <a:extLst xmlns:a="http://schemas.openxmlformats.org/drawingml/2006/main">
              <a:ext uri="{FF2B5EF4-FFF2-40B4-BE49-F238E27FC236}">
                <a16:creationId xmlns:a16="http://schemas.microsoft.com/office/drawing/2014/main" id="{E075A88A-BB08-4E7B-AB1D-FA0C9226597C}"/>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458-page">
            <a:extLst xmlns:a="http://schemas.openxmlformats.org/drawingml/2006/main">
              <a:ext uri="{FF2B5EF4-FFF2-40B4-BE49-F238E27FC236}">
                <a16:creationId xmlns:a16="http://schemas.microsoft.com/office/drawing/2014/main" id="{31FC8877-3A82-48E9-A95D-7BB0ACCE29F8}"/>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24</a:t>
            </a:r>
          </a:p>
        </p:txBody>
      </p:sp>
      <p:graphicFrame>
        <p:nvGraphicFramePr>
          <p:cNvPr id="12" name=""/>
          <p:cNvGraphicFramePr/>
          <p:nvPr/>
        </p:nvGraphicFramePr>
        <p:xfrm>
          <a:off xmlns:a="http://schemas.openxmlformats.org/drawingml/2006/main" x="495300" y="2124075"/>
          <a:ext xmlns:a="http://schemas.openxmlformats.org/drawingml/2006/main" cx="17297400" cy="4438650"/>
        </p:xfrm>
        <a:graphic xmlns:a="http://schemas.openxmlformats.org/drawingml/2006/main">
          <a:graphicData uri="http://schemas.openxmlformats.org/drawingml/2006/table">
            <a:tbl>
              <a:tblPr/>
              <a:tblGrid>
                <a:gridCol w="3057525"/>
                <a:gridCol w="7248525"/>
                <a:gridCol w="6991350"/>
              </a:tblGrid>
              <a:tr h="552450">
                <a:tc>
                  <a:txBody>
                    <a:bodyPr/>
                    <a:lstStyle/>
                    <a:p>
                      <a:pPr algn="l"/>
                      <a:r>
                        <a:rPr sz="2325" b="1">
                          <a:solidFill>
                            <a:srgbClr val="FFFFFF"/>
                          </a:solidFill>
                          <a:latin typeface="Apple SD Gothic Neo"/>
                          <a:ea typeface="Apple SD Gothic Neo"/>
                          <a:cs typeface="Apple SD Gothic Neo"/>
                        </a:rPr>
                        <a:t>검토할 대상</a:t>
                      </a:r>
                    </a:p>
                  </a:txBody>
                  <a:tcPr marL="114300" marR="76200" marT="47625" marB="47625" anchor="ctr">
                    <a:solidFill>
                      <a:srgbClr val="354354"/>
                    </a:solidFill>
                  </a:tcPr>
                </a:tc>
                <a:tc>
                  <a:txBody>
                    <a:bodyPr/>
                    <a:lstStyle/>
                    <a:p>
                      <a:pPr algn="l"/>
                      <a:r>
                        <a:rPr sz="2325" b="1">
                          <a:solidFill>
                            <a:srgbClr val="FFFFFF"/>
                          </a:solidFill>
                          <a:latin typeface="Apple SD Gothic Neo"/>
                          <a:ea typeface="Apple SD Gothic Neo"/>
                          <a:cs typeface="Apple SD Gothic Neo"/>
                        </a:rPr>
                        <a:t>양쪽에서 확인할 조건</a:t>
                      </a:r>
                    </a:p>
                  </a:txBody>
                  <a:tcPr marL="114300" marR="76200" marT="47625" marB="47625" anchor="ctr">
                    <a:solidFill>
                      <a:srgbClr val="354354"/>
                    </a:solidFill>
                  </a:tcPr>
                </a:tc>
                <a:tc>
                  <a:txBody>
                    <a:bodyPr/>
                    <a:lstStyle/>
                    <a:p>
                      <a:pPr algn="l"/>
                      <a:r>
                        <a:rPr sz="2325" b="1">
                          <a:solidFill>
                            <a:srgbClr val="FFFFFF"/>
                          </a:solidFill>
                          <a:latin typeface="Apple SD Gothic Neo"/>
                          <a:ea typeface="Apple SD Gothic Neo"/>
                          <a:cs typeface="Apple SD Gothic Neo"/>
                        </a:rPr>
                        <a:t>아직 필요한 근거</a:t>
                      </a:r>
                    </a:p>
                  </a:txBody>
                  <a:tcPr marL="114300" marR="76200" marT="47625" marB="47625" anchor="ctr">
                    <a:solidFill>
                      <a:srgbClr val="354354"/>
                    </a:solidFill>
                  </a:tcPr>
                </a:tc>
              </a:tr>
              <a:tr h="971550">
                <a:tc>
                  <a:txBody>
                    <a:bodyPr/>
                    <a:lstStyle/>
                    <a:p>
                      <a:pPr algn="l"/>
                      <a:r>
                        <a:rPr sz="2325" b="0">
                          <a:solidFill>
                            <a:srgbClr val="202B35"/>
                          </a:solidFill>
                          <a:latin typeface="Apple SD Gothic Neo"/>
                          <a:ea typeface="Apple SD Gothic Neo"/>
                          <a:cs typeface="Apple SD Gothic Neo"/>
                        </a:rPr>
                        <a:t>요청 해석</a:t>
                      </a:r>
                    </a:p>
                  </a:txBody>
                  <a:tcPr marL="114300" marR="76200" marT="47625" marB="47625" anchor="ctr">
                    <a:solidFill>
                      <a:srgbClr val="FFFFFF"/>
                    </a:solidFill>
                  </a:tcPr>
                </a:tc>
                <a:tc>
                  <a:txBody>
                    <a:bodyPr/>
                    <a:lstStyle/>
                    <a:p>
                      <a:pPr algn="l"/>
                      <a:r>
                        <a:rPr sz="2325" b="0">
                          <a:solidFill>
                            <a:srgbClr val="202B35"/>
                          </a:solidFill>
                          <a:latin typeface="Apple SD Gothic Neo"/>
                          <a:ea typeface="Apple SD Gothic Neo"/>
                          <a:cs typeface="Apple SD Gothic Neo"/>
                        </a:rPr>
                        <a:t>모호한 대상, 부분 정정과 표현 밖 관계</a:t>
                      </a:r>
                    </a:p>
                  </a:txBody>
                  <a:tcPr marL="114300" marR="76200" marT="47625" marB="47625" anchor="ctr">
                    <a:solidFill>
                      <a:srgbClr val="FFFFFF"/>
                    </a:solidFill>
                  </a:tcPr>
                </a:tc>
                <a:tc>
                  <a:txBody>
                    <a:bodyPr/>
                    <a:lstStyle/>
                    <a:p>
                      <a:pPr algn="l"/>
                      <a:r>
                        <a:rPr sz="2325" b="0">
                          <a:solidFill>
                            <a:srgbClr val="202B35"/>
                          </a:solidFill>
                          <a:latin typeface="Apple SD Gothic Neo"/>
                          <a:ea typeface="Apple SD Gothic Neo"/>
                          <a:cs typeface="Apple SD Gothic Neo"/>
                        </a:rPr>
                        <a:t>조건 누락, 반복 조회와 확인 질문의 실제 비용</a:t>
                      </a:r>
                    </a:p>
                  </a:txBody>
                  <a:tcPr marL="114300" marR="76200" marT="47625" marB="47625" anchor="ctr">
                    <a:solidFill>
                      <a:srgbClr val="FFFFFF"/>
                    </a:solidFill>
                  </a:tcPr>
                </a:tc>
              </a:tr>
              <a:tr h="971550">
                <a:tc>
                  <a:txBody>
                    <a:bodyPr/>
                    <a:lstStyle/>
                    <a:p>
                      <a:pPr algn="l"/>
                      <a:r>
                        <a:rPr sz="2325" b="0">
                          <a:solidFill>
                            <a:srgbClr val="202B35"/>
                          </a:solidFill>
                          <a:latin typeface="Apple SD Gothic Neo"/>
                          <a:ea typeface="Apple SD Gothic Neo"/>
                          <a:cs typeface="Apple SD Gothic Neo"/>
                        </a:rPr>
                        <a:t>지속 대화</a:t>
                      </a:r>
                    </a:p>
                  </a:txBody>
                  <a:tcPr marL="114300" marR="76200" marT="47625" marB="47625" anchor="ctr">
                    <a:solidFill>
                      <a:srgbClr val="F5F7F8"/>
                    </a:solidFill>
                  </a:tcPr>
                </a:tc>
                <a:tc>
                  <a:txBody>
                    <a:bodyPr/>
                    <a:lstStyle/>
                    <a:p>
                      <a:pPr algn="l"/>
                      <a:r>
                        <a:rPr sz="2325" b="0">
                          <a:solidFill>
                            <a:srgbClr val="202B35"/>
                          </a:solidFill>
                          <a:latin typeface="Apple SD Gothic Neo"/>
                          <a:ea typeface="Apple SD Gothic Neo"/>
                          <a:cs typeface="Apple SD Gothic Neo"/>
                        </a:rPr>
                        <a:t>새 발화, 늦은 준비와 질문이 겹치는 상황</a:t>
                      </a:r>
                    </a:p>
                  </a:txBody>
                  <a:tcPr marL="114300" marR="76200" marT="47625" marB="47625" anchor="ctr">
                    <a:solidFill>
                      <a:srgbClr val="F5F7F8"/>
                    </a:solidFill>
                  </a:tcPr>
                </a:tc>
                <a:tc>
                  <a:txBody>
                    <a:bodyPr/>
                    <a:lstStyle/>
                    <a:p>
                      <a:pPr algn="l"/>
                      <a:r>
                        <a:rPr sz="2325" b="0">
                          <a:solidFill>
                            <a:srgbClr val="202B35"/>
                          </a:solidFill>
                          <a:latin typeface="Apple SD Gothic Neo"/>
                          <a:ea typeface="Apple SD Gothic Neo"/>
                          <a:cs typeface="Apple SD Gothic Neo"/>
                        </a:rPr>
                        <a:t>실제 반응/전달 시각과 대기 상태</a:t>
                      </a:r>
                    </a:p>
                  </a:txBody>
                  <a:tcPr marL="114300" marR="76200" marT="47625" marB="47625" anchor="ctr">
                    <a:solidFill>
                      <a:srgbClr val="F5F7F8"/>
                    </a:solidFill>
                  </a:tcPr>
                </a:tc>
              </a:tr>
              <a:tr h="971550">
                <a:tc>
                  <a:txBody>
                    <a:bodyPr/>
                    <a:lstStyle/>
                    <a:p>
                      <a:pPr algn="l"/>
                      <a:r>
                        <a:rPr sz="2325" b="0">
                          <a:solidFill>
                            <a:srgbClr val="202B35"/>
                          </a:solidFill>
                          <a:latin typeface="Apple SD Gothic Neo"/>
                          <a:ea typeface="Apple SD Gothic Neo"/>
                          <a:cs typeface="Apple SD Gothic Neo"/>
                        </a:rPr>
                        <a:t>과거 맥락</a:t>
                      </a:r>
                    </a:p>
                  </a:txBody>
                  <a:tcPr marL="114300" marR="76200" marT="47625" marB="47625" anchor="ctr">
                    <a:solidFill>
                      <a:srgbClr val="FFFFFF"/>
                    </a:solidFill>
                  </a:tcPr>
                </a:tc>
                <a:tc>
                  <a:txBody>
                    <a:bodyPr/>
                    <a:lstStyle/>
                    <a:p>
                      <a:pPr algn="l"/>
                      <a:r>
                        <a:rPr sz="2325" b="0">
                          <a:solidFill>
                            <a:srgbClr val="202B35"/>
                          </a:solidFill>
                          <a:latin typeface="Apple SD Gothic Neo"/>
                          <a:ea typeface="Apple SD Gothic Neo"/>
                          <a:cs typeface="Apple SD Gothic Neo"/>
                        </a:rPr>
                        <a:t>첫 사용, 반복, 정정 직후와 미사용 생산</a:t>
                      </a:r>
                    </a:p>
                  </a:txBody>
                  <a:tcPr marL="114300" marR="76200" marT="47625" marB="47625" anchor="ctr">
                    <a:solidFill>
                      <a:srgbClr val="FFFFFF"/>
                    </a:solidFill>
                  </a:tcPr>
                </a:tc>
                <a:tc>
                  <a:txBody>
                    <a:bodyPr/>
                    <a:lstStyle/>
                    <a:p>
                      <a:pPr algn="l"/>
                      <a:r>
                        <a:rPr sz="2325" b="0">
                          <a:solidFill>
                            <a:srgbClr val="202B35"/>
                          </a:solidFill>
                          <a:latin typeface="Apple SD Gothic Neo"/>
                          <a:ea typeface="Apple SD Gothic Neo"/>
                          <a:cs typeface="Apple SD Gothic Neo"/>
                        </a:rPr>
                        <a:t>전체 호출 청구, 원본 검증과 coverage</a:t>
                      </a:r>
                    </a:p>
                  </a:txBody>
                  <a:tcPr marL="114300" marR="76200" marT="47625" marB="47625" anchor="ctr">
                    <a:solidFill>
                      <a:srgbClr val="FFFFFF"/>
                    </a:solidFill>
                  </a:tcPr>
                </a:tc>
              </a:tr>
              <a:tr h="971550">
                <a:tc>
                  <a:txBody>
                    <a:bodyPr/>
                    <a:lstStyle/>
                    <a:p>
                      <a:pPr algn="l"/>
                      <a:r>
                        <a:rPr sz="2325" b="0">
                          <a:solidFill>
                            <a:srgbClr val="202B35"/>
                          </a:solidFill>
                          <a:latin typeface="Apple SD Gothic Neo"/>
                          <a:ea typeface="Apple SD Gothic Neo"/>
                          <a:cs typeface="Apple SD Gothic Neo"/>
                        </a:rPr>
                        <a:t>상태 관리</a:t>
                      </a:r>
                    </a:p>
                  </a:txBody>
                  <a:tcPr marL="114300" marR="76200" marT="47625" marB="47625" anchor="ctr">
                    <a:solidFill>
                      <a:srgbClr val="F5F7F8"/>
                    </a:solidFill>
                  </a:tcPr>
                </a:tc>
                <a:tc>
                  <a:txBody>
                    <a:bodyPr/>
                    <a:lstStyle/>
                    <a:p>
                      <a:pPr algn="l"/>
                      <a:r>
                        <a:rPr sz="2325" b="0">
                          <a:solidFill>
                            <a:srgbClr val="202B35"/>
                          </a:solidFill>
                          <a:latin typeface="Apple SD Gothic Neo"/>
                          <a:ea typeface="Apple SD Gothic Neo"/>
                          <a:cs typeface="Apple SD Gothic Neo"/>
                        </a:rPr>
                        <a:t>공동 변경, 내부 접수와 외부 확인의 차이</a:t>
                      </a:r>
                    </a:p>
                  </a:txBody>
                  <a:tcPr marL="114300" marR="76200" marT="47625" marB="47625" anchor="ctr">
                    <a:solidFill>
                      <a:srgbClr val="F5F7F8"/>
                    </a:solidFill>
                  </a:tcPr>
                </a:tc>
                <a:tc>
                  <a:txBody>
                    <a:bodyPr/>
                    <a:lstStyle/>
                    <a:p>
                      <a:pPr algn="l"/>
                      <a:r>
                        <a:rPr sz="2325" b="0">
                          <a:solidFill>
                            <a:srgbClr val="202B35"/>
                          </a:solidFill>
                          <a:latin typeface="Apple SD Gothic Neo"/>
                          <a:ea typeface="Apple SD Gothic Neo"/>
                          <a:cs typeface="Apple SD Gothic Neo"/>
                        </a:rPr>
                        <a:t>실제 수정 책임, 접수 대기와 메모리</a:t>
                      </a:r>
                    </a:p>
                  </a:txBody>
                  <a:tcPr marL="114300" marR="76200" marT="47625" marB="47625" anchor="ctr">
                    <a:solidFill>
                      <a:srgbClr val="F5F7F8"/>
                    </a:solidFill>
                  </a:tcPr>
                </a:tc>
              </a:tr>
            </a:tbl>
          </a:graphicData>
        </a:graphic>
      </p:graphicFrame>
      <p:sp>
        <p:nvSpPr>
          <p:cNvPr id="6" name="v2-459-next-contract">
            <a:extLst xmlns:a="http://schemas.openxmlformats.org/drawingml/2006/main">
              <a:ext uri="{FF2B5EF4-FFF2-40B4-BE49-F238E27FC236}">
                <a16:creationId xmlns:a16="http://schemas.microsoft.com/office/drawing/2014/main" id="{5A5ED548-EFD5-46E5-B4E1-4B786AE282FF}"/>
              </a:ext>
            </a:extLst>
          </p:cNvPr>
          <p:cNvSpPr>
            <a:spLocks xmlns:a="http://schemas.openxmlformats.org/drawingml/2006/main" noGrp="1"/>
          </p:cNvSpPr>
          <p:nvPr/>
        </p:nvSpPr>
        <p:spPr>
          <a:xfrm xmlns:a="http://schemas.openxmlformats.org/drawingml/2006/main">
            <a:off x="495300" y="7181850"/>
            <a:ext cx="17297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75" b="1">
                <a:solidFill>
                  <a:srgbClr val="00889A"/>
                </a:solidFill>
                <a:latin typeface="Apple SD Gothic Neo"/>
                <a:ea typeface="Apple SD Gothic Neo"/>
                <a:cs typeface="Apple SD Gothic Neo"/>
              </a:defRPr>
            </a:pPr>
            <a:r>
              <a:rPr sz="2775" b="1">
                <a:solidFill>
                  <a:srgbClr val="00889A"/>
                </a:solidFill>
                <a:latin typeface="Apple SD Gothic Neo"/>
                <a:ea typeface="Apple SD Gothic Neo"/>
                <a:cs typeface="Apple SD Gothic Neo"/>
              </a:rPr>
              <a:t>같은 입력과 외부 조건, 여섯 QA의 목표와 보호 조건을 유지합니다.</a:t>
            </a:r>
          </a:p>
        </p:txBody>
      </p:sp>
      <p:sp>
        <p:nvSpPr>
          <p:cNvPr id="7" name="v2-460-next-status">
            <a:extLst xmlns:a="http://schemas.openxmlformats.org/drawingml/2006/main">
              <a:ext uri="{FF2B5EF4-FFF2-40B4-BE49-F238E27FC236}">
                <a16:creationId xmlns:a16="http://schemas.microsoft.com/office/drawing/2014/main" id="{3D85C9CB-26AC-4774-B13F-99D1EDE4A2BC}"/>
              </a:ext>
            </a:extLst>
          </p:cNvPr>
          <p:cNvSpPr>
            <a:spLocks xmlns:a="http://schemas.openxmlformats.org/drawingml/2006/main" noGrp="1"/>
          </p:cNvSpPr>
          <p:nvPr/>
        </p:nvSpPr>
        <p:spPr>
          <a:xfrm xmlns:a="http://schemas.openxmlformats.org/drawingml/2006/main">
            <a:off x="495300" y="8258175"/>
            <a:ext cx="17297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0">
                <a:solidFill>
                  <a:srgbClr val="202B35"/>
                </a:solidFill>
                <a:latin typeface="Apple SD Gothic Neo"/>
                <a:ea typeface="Apple SD Gothic Neo"/>
                <a:cs typeface="Apple SD Gothic Neo"/>
              </a:defRPr>
            </a:pPr>
            <a:r>
              <a:rPr sz="2475" b="0">
                <a:solidFill>
                  <a:srgbClr val="202B35"/>
                </a:solidFill>
                <a:latin typeface="Apple SD Gothic Neo"/>
                <a:ea typeface="Apple SD Gothic Neo"/>
                <a:cs typeface="Apple SD Gothic Neo"/>
              </a:rPr>
              <a:t>현재 숫자는 목표, 설계 예산과 지역 가정 계산입니다.</a:t>
            </a:r>
          </a:p>
          <a:p xmlns:a="http://schemas.openxmlformats.org/drawingml/2006/main">
            <a:pPr algn="l">
              <a:defRPr sz="2475" b="0">
                <a:solidFill>
                  <a:srgbClr val="202B35"/>
                </a:solidFill>
                <a:latin typeface="Apple SD Gothic Neo"/>
                <a:ea typeface="Apple SD Gothic Neo"/>
                <a:cs typeface="Apple SD Gothic Neo"/>
              </a:defRPr>
            </a:pPr>
            <a:r>
              <a:rPr sz="2475" b="0">
                <a:solidFill>
                  <a:srgbClr val="202B35"/>
                </a:solidFill>
                <a:latin typeface="Apple SD Gothic Neo"/>
                <a:ea typeface="Apple SD Gothic Neo"/>
                <a:cs typeface="Apple SD Gothic Neo"/>
              </a:rPr>
              <a:t>A/B 선택과 품질 결과는 아직 없습니다. 구현/측정 착수는 별도 승인 단계입니다.</a:t>
            </a:r>
          </a:p>
        </p:txBody>
      </p:sp>
    </p:spTree>
    <p:extLst>
      <p:ext uri="{BB962C8B-B14F-4D97-AF65-F5344CB8AC3E}">
        <p14:creationId xmlns:p14="http://schemas.microsoft.com/office/powerpoint/2010/main" val="848578615"/>
      </p:ext>
    </p:extLst>
  </p:cSld>
</p:sld>
</file>

<file path=ppt/slides/slide57.xml><?xml version="1.0" encoding="utf-8"?>
<p:sld xmlns:p="http://schemas.openxmlformats.org/presentationml/2006/main">
  <p:cSld name="appendix-divider">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v2-461-section">
            <a:extLst xmlns:a="http://schemas.openxmlformats.org/drawingml/2006/main">
              <a:ext uri="{FF2B5EF4-FFF2-40B4-BE49-F238E27FC236}">
                <a16:creationId xmlns:a16="http://schemas.microsoft.com/office/drawing/2014/main" id="{C62D5FFB-1762-4A1C-91F2-A207A871B2D7}"/>
              </a:ext>
            </a:extLst>
          </p:cNvPr>
          <p:cNvSpPr>
            <a:spLocks xmlns:a="http://schemas.openxmlformats.org/drawingml/2006/main" noGrp="1"/>
          </p:cNvSpPr>
          <p:nvPr/>
        </p:nvSpPr>
        <p:spPr>
          <a:xfrm xmlns:a="http://schemas.openxmlformats.org/drawingml/2006/main">
            <a:off x="495300" y="190500"/>
            <a:ext cx="1190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상세 근거와 원본 보존</a:t>
            </a:r>
          </a:p>
        </p:txBody>
      </p:sp>
      <p:sp>
        <p:nvSpPr>
          <p:cNvPr id="2" name="v2-462-title">
            <a:extLst xmlns:a="http://schemas.openxmlformats.org/drawingml/2006/main">
              <a:ext uri="{FF2B5EF4-FFF2-40B4-BE49-F238E27FC236}">
                <a16:creationId xmlns:a16="http://schemas.microsoft.com/office/drawing/2014/main" id="{E2C30586-63E7-4879-91B5-6822DD8BC9FD}"/>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800" b="1">
                <a:solidFill>
                  <a:srgbClr val="202B35"/>
                </a:solidFill>
                <a:latin typeface="Apple SD Gothic Neo"/>
                <a:ea typeface="Apple SD Gothic Neo"/>
                <a:cs typeface="Apple SD Gothic Neo"/>
              </a:defRPr>
            </a:pPr>
            <a:r>
              <a:rPr sz="4800" b="1">
                <a:solidFill>
                  <a:srgbClr val="202B35"/>
                </a:solidFill>
                <a:latin typeface="Apple SD Gothic Neo"/>
                <a:ea typeface="Apple SD Gothic Neo"/>
                <a:cs typeface="Apple SD Gothic Neo"/>
              </a:rPr>
              <a:t>Appendix</a:t>
            </a:r>
          </a:p>
        </p:txBody>
      </p:sp>
      <p:sp>
        <p:nvSpPr>
          <p:cNvPr id="3" name="v2-463-rule">
            <a:extLst xmlns:a="http://schemas.openxmlformats.org/drawingml/2006/main">
              <a:ext uri="{FF2B5EF4-FFF2-40B4-BE49-F238E27FC236}">
                <a16:creationId xmlns:a16="http://schemas.microsoft.com/office/drawing/2014/main" id="{536EE6BA-AD93-43D6-AC5F-A0BD0DC9F038}"/>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 name="v2-464-page">
            <a:extLst xmlns:a="http://schemas.openxmlformats.org/drawingml/2006/main">
              <a:ext uri="{FF2B5EF4-FFF2-40B4-BE49-F238E27FC236}">
                <a16:creationId xmlns:a16="http://schemas.microsoft.com/office/drawing/2014/main" id="{85744955-F3F8-4E34-B069-652711789868}"/>
              </a:ext>
            </a:extLst>
          </p:cNvPr>
          <p:cNvSpPr>
            <a:spLocks xmlns:a="http://schemas.openxmlformats.org/drawingml/2006/main" noGrp="1"/>
          </p:cNvSpPr>
          <p:nvPr/>
        </p:nvSpPr>
        <p:spPr>
          <a:xfrm xmlns:a="http://schemas.openxmlformats.org/drawingml/2006/main">
            <a:off x="16573500" y="19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v2 / 25</a:t>
            </a:r>
          </a:p>
        </p:txBody>
      </p:sp>
      <p:sp>
        <p:nvSpPr>
          <p:cNvPr id="5" name="v2-465-appendix-intro">
            <a:extLst xmlns:a="http://schemas.openxmlformats.org/drawingml/2006/main">
              <a:ext uri="{FF2B5EF4-FFF2-40B4-BE49-F238E27FC236}">
                <a16:creationId xmlns:a16="http://schemas.microsoft.com/office/drawing/2014/main" id="{ED6C1B56-3261-482A-AE5E-A8AF4F02104E}"/>
              </a:ext>
            </a:extLst>
          </p:cNvPr>
          <p:cNvSpPr>
            <a:spLocks xmlns:a="http://schemas.openxmlformats.org/drawingml/2006/main" noGrp="1"/>
          </p:cNvSpPr>
          <p:nvPr/>
        </p:nvSpPr>
        <p:spPr>
          <a:xfrm xmlns:a="http://schemas.openxmlformats.org/drawingml/2006/main">
            <a:off x="495300" y="2476500"/>
            <a:ext cx="17297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75" b="1">
                <a:solidFill>
                  <a:srgbClr val="00889A"/>
                </a:solidFill>
                <a:latin typeface="Apple SD Gothic Neo"/>
                <a:ea typeface="Apple SD Gothic Neo"/>
                <a:cs typeface="Apple SD Gothic Neo"/>
              </a:defRPr>
            </a:pPr>
            <a:r>
              <a:rPr sz="3375" b="1">
                <a:solidFill>
                  <a:srgbClr val="00889A"/>
                </a:solidFill>
                <a:latin typeface="Apple SD Gothic Neo"/>
                <a:ea typeface="Apple SD Gothic Neo"/>
                <a:cs typeface="Apple SD Gothic Neo"/>
              </a:rPr>
              <a:t>발표 중 필요한 상세 정의와 설계 계약을 확인할 수 있습니다.</a:t>
            </a:r>
          </a:p>
        </p:txBody>
      </p:sp>
      <p:sp>
        <p:nvSpPr>
          <p:cNvPr id="6" name="v2-466-appendix-order">
            <a:extLst xmlns:a="http://schemas.openxmlformats.org/drawingml/2006/main">
              <a:ext uri="{FF2B5EF4-FFF2-40B4-BE49-F238E27FC236}">
                <a16:creationId xmlns:a16="http://schemas.microsoft.com/office/drawing/2014/main" id="{8313BEA5-2CFE-4F9A-806D-8077B6081853}"/>
              </a:ext>
            </a:extLst>
          </p:cNvPr>
          <p:cNvSpPr>
            <a:spLocks xmlns:a="http://schemas.openxmlformats.org/drawingml/2006/main" noGrp="1"/>
          </p:cNvSpPr>
          <p:nvPr/>
        </p:nvSpPr>
        <p:spPr>
          <a:xfrm xmlns:a="http://schemas.openxmlformats.org/drawingml/2006/main">
            <a:off x="495300" y="4019550"/>
            <a:ext cx="172974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0">
                <a:solidFill>
                  <a:srgbClr val="202B35"/>
                </a:solidFill>
                <a:latin typeface="Apple SD Gothic Neo"/>
                <a:ea typeface="Apple SD Gothic Neo"/>
                <a:cs typeface="Apple SD Gothic Neo"/>
              </a:defRPr>
            </a:pPr>
            <a:r>
              <a:rPr sz="2700" b="0">
                <a:solidFill>
                  <a:srgbClr val="202B35"/>
                </a:solidFill>
                <a:latin typeface="Apple SD Gothic Neo"/>
                <a:ea typeface="Apple SD Gothic Neo"/>
                <a:cs typeface="Apple SD Gothic Neo"/>
              </a:rPr>
              <a:t>26~35  원본 8~17장: P21, 21개 사례 대응과 QA-01~06 계산/등급</a:t>
            </a:r>
          </a:p>
          <a:p xmlns:a="http://schemas.openxmlformats.org/drawingml/2006/main">
            <a:pPr algn="l">
              <a:defRPr sz="2700" b="0">
                <a:solidFill>
                  <a:srgbClr val="202B35"/>
                </a:solidFill>
                <a:latin typeface="Apple SD Gothic Neo"/>
                <a:ea typeface="Apple SD Gothic Neo"/>
                <a:cs typeface="Apple SD Gothic Neo"/>
              </a:defRPr>
            </a:pPr>
            <a:r>
              <a:rPr sz="2700" b="0">
                <a:solidFill>
                  <a:srgbClr val="202B35"/>
                </a:solidFill>
                <a:latin typeface="Apple SD Gothic Neo"/>
                <a:ea typeface="Apple SD Gothic Neo"/>
                <a:cs typeface="Apple SD Gothic Neo"/>
              </a:rPr>
              <a:t>36~57  나머지 원본: 소개, 전체 지도, DP 구조와 QA 상세</a:t>
            </a:r>
          </a:p>
        </p:txBody>
      </p:sp>
      <p:sp>
        <p:nvSpPr>
          <p:cNvPr id="7" name="v2-467-appendix-preserved">
            <a:extLst xmlns:a="http://schemas.openxmlformats.org/drawingml/2006/main">
              <a:ext uri="{FF2B5EF4-FFF2-40B4-BE49-F238E27FC236}">
                <a16:creationId xmlns:a16="http://schemas.microsoft.com/office/drawing/2014/main" id="{A4AE8FC0-8254-4B53-8BE6-B7E9E1E071EA}"/>
              </a:ext>
            </a:extLst>
          </p:cNvPr>
          <p:cNvSpPr>
            <a:spLocks xmlns:a="http://schemas.openxmlformats.org/drawingml/2006/main" noGrp="1"/>
          </p:cNvSpPr>
          <p:nvPr/>
        </p:nvSpPr>
        <p:spPr>
          <a:xfrm xmlns:a="http://schemas.openxmlformats.org/drawingml/2006/main">
            <a:off x="495300" y="7096125"/>
            <a:ext cx="172974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25" b="0">
                <a:solidFill>
                  <a:srgbClr val="202B35"/>
                </a:solidFill>
                <a:latin typeface="Apple SD Gothic Neo"/>
                <a:ea typeface="Apple SD Gothic Neo"/>
                <a:cs typeface="Apple SD Gothic Neo"/>
              </a:defRPr>
            </a:pPr>
            <a:r>
              <a:rPr sz="2625" b="0">
                <a:solidFill>
                  <a:srgbClr val="202B35"/>
                </a:solidFill>
                <a:latin typeface="Apple SD Gothic Neo"/>
                <a:ea typeface="Apple SD Gothic Neo"/>
                <a:cs typeface="Apple SD Gothic Neo"/>
              </a:rPr>
              <a:t>원본 32장의 편집 가능한 개체, 표와 발표자 노트를 모두 보존했습니다.</a:t>
            </a:r>
          </a:p>
          <a:p xmlns:a="http://schemas.openxmlformats.org/drawingml/2006/main">
            <a:pPr algn="l">
              <a:defRPr sz="2625" b="0">
                <a:solidFill>
                  <a:srgbClr val="202B35"/>
                </a:solidFill>
                <a:latin typeface="Apple SD Gothic Neo"/>
                <a:ea typeface="Apple SD Gothic Neo"/>
                <a:cs typeface="Apple SD Gothic Neo"/>
              </a:defRPr>
            </a:pPr>
            <a:r>
              <a:rPr sz="2625" b="0">
                <a:solidFill>
                  <a:srgbClr val="202B35"/>
                </a:solidFill>
                <a:latin typeface="Apple SD Gothic Neo"/>
                <a:ea typeface="Apple SD Gothic Neo"/>
                <a:cs typeface="Apple SD Gothic Neo"/>
              </a:rPr>
              <a:t>원본 파일은 변경하지 않았고, 아래 페이지는 원래 문구와 도형을 그대로 유지합니다.</a:t>
            </a:r>
          </a:p>
        </p:txBody>
      </p:sp>
      <p:sp>
        <p:nvSpPr>
          <p:cNvPr id="8" name="v2-468-note">
            <a:extLst xmlns:a="http://schemas.openxmlformats.org/drawingml/2006/main">
              <a:ext uri="{FF2B5EF4-FFF2-40B4-BE49-F238E27FC236}">
                <a16:creationId xmlns:a16="http://schemas.microsoft.com/office/drawing/2014/main" id="{6A1F24CB-30FC-441A-B4CA-CD8B17C5B73E}"/>
              </a:ext>
            </a:extLst>
          </p:cNvPr>
          <p:cNvSpPr>
            <a:spLocks xmlns:a="http://schemas.openxmlformats.org/drawingml/2006/main" noGrp="1"/>
          </p:cNvSpPr>
          <p:nvPr/>
        </p:nvSpPr>
        <p:spPr>
          <a:xfrm xmlns:a="http://schemas.openxmlformats.org/drawingml/2006/main">
            <a:off x="495300" y="9486900"/>
            <a:ext cx="17297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76773"/>
                </a:solidFill>
                <a:latin typeface="Apple SD Gothic Neo"/>
                <a:ea typeface="Apple SD Gothic Neo"/>
                <a:cs typeface="Apple SD Gothic Neo"/>
              </a:defRPr>
            </a:pPr>
            <a:r>
              <a:rPr sz="2025" b="0">
                <a:solidFill>
                  <a:srgbClr val="576773"/>
                </a:solidFill>
                <a:latin typeface="Apple SD Gothic Neo"/>
                <a:ea typeface="Apple SD Gothic Neo"/>
                <a:cs typeface="Apple SD Gothic Neo"/>
              </a:rPr>
              <a:t>부록의 화면에 남아 있는 옛 번호/제목은 원본 자료의 표기입니다. v2의 실제 위치는 README와 manifest에서 확인할 수 있습니다.</a:t>
            </a:r>
          </a:p>
        </p:txBody>
      </p:sp>
    </p:spTree>
    <p:extLst>
      <p:ext uri="{BB962C8B-B14F-4D97-AF65-F5344CB8AC3E}">
        <p14:creationId xmlns:p14="http://schemas.microsoft.com/office/powerpoint/2010/main" val="1854011846"/>
      </p:ext>
    </p:extLst>
  </p:cSld>
</p:sld>
</file>

<file path=ppt/slides/slide58.xml><?xml version="1.0" encoding="utf-8"?>
<p:sld xmlns:p="http://schemas.openxmlformats.org/presentationml/2006/main">
  <p:cSld name="dp41-background-v3">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g-0-text">
            <a:extLst xmlns:a="http://schemas.openxmlformats.org/drawingml/2006/main">
              <a:ext uri="{FF2B5EF4-FFF2-40B4-BE49-F238E27FC236}">
                <a16:creationId xmlns:a16="http://schemas.microsoft.com/office/drawing/2014/main" id="{FB060D22-2A48-4A60-84AD-1CDCA33BBD15}"/>
              </a:ext>
            </a:extLst>
          </p:cNvPr>
          <p:cNvSpPr>
            <a:spLocks xmlns:a="http://schemas.openxmlformats.org/drawingml/2006/main" noGrp="1"/>
          </p:cNvSpPr>
          <p:nvPr/>
        </p:nvSpPr>
        <p:spPr>
          <a:xfrm xmlns:a="http://schemas.openxmlformats.org/drawingml/2006/main">
            <a:off x="495300" y="190500"/>
            <a:ext cx="1428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DP41 배경</a:t>
            </a:r>
          </a:p>
        </p:txBody>
      </p:sp>
      <p:sp>
        <p:nvSpPr>
          <p:cNvPr id="2" name="bg-1-text">
            <a:extLst xmlns:a="http://schemas.openxmlformats.org/drawingml/2006/main">
              <a:ext uri="{FF2B5EF4-FFF2-40B4-BE49-F238E27FC236}">
                <a16:creationId xmlns:a16="http://schemas.microsoft.com/office/drawing/2014/main" id="{D47A004C-755E-4828-BBC6-EBA7777F01A5}"/>
              </a:ext>
            </a:extLst>
          </p:cNvPr>
          <p:cNvSpPr>
            <a:spLocks xmlns:a="http://schemas.openxmlformats.org/drawingml/2006/main" noGrp="1"/>
          </p:cNvSpPr>
          <p:nvPr/>
        </p:nvSpPr>
        <p:spPr>
          <a:xfrm xmlns:a="http://schemas.openxmlformats.org/drawingml/2006/main">
            <a:off x="16573500" y="19050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v3 / 15</a:t>
            </a:r>
          </a:p>
        </p:txBody>
      </p:sp>
      <p:sp>
        <p:nvSpPr>
          <p:cNvPr id="3" name="bg-2-text">
            <a:extLst xmlns:a="http://schemas.openxmlformats.org/drawingml/2006/main">
              <a:ext uri="{FF2B5EF4-FFF2-40B4-BE49-F238E27FC236}">
                <a16:creationId xmlns:a16="http://schemas.microsoft.com/office/drawing/2014/main" id="{5ECC5B7C-3C8D-4F2B-9F0B-E7D71CDD4B71}"/>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825" b="1">
                <a:solidFill>
                  <a:srgbClr val="202B35"/>
                </a:solidFill>
                <a:latin typeface="Apple SD Gothic Neo"/>
                <a:ea typeface="Apple SD Gothic Neo"/>
                <a:cs typeface="Apple SD Gothic Neo"/>
              </a:defRPr>
            </a:pPr>
            <a:r>
              <a:rPr sz="3825" b="1">
                <a:solidFill>
                  <a:srgbClr val="202B35"/>
                </a:solidFill>
                <a:latin typeface="Apple SD Gothic Neo"/>
                <a:ea typeface="Apple SD Gothic Neo"/>
                <a:cs typeface="Apple SD Gothic Neo"/>
              </a:rPr>
              <a:t>41. 이번 지시의 대상과 적용 범위</a:t>
            </a:r>
          </a:p>
        </p:txBody>
      </p:sp>
      <p:sp>
        <p:nvSpPr>
          <p:cNvPr id="4" name="bg-3-title-rule">
            <a:extLst xmlns:a="http://schemas.openxmlformats.org/drawingml/2006/main">
              <a:ext uri="{FF2B5EF4-FFF2-40B4-BE49-F238E27FC236}">
                <a16:creationId xmlns:a16="http://schemas.microsoft.com/office/drawing/2014/main" id="{4949099B-F4D5-46E4-B219-1DF5479B4E68}"/>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5" name="bg-4-text">
            <a:extLst xmlns:a="http://schemas.openxmlformats.org/drawingml/2006/main">
              <a:ext uri="{FF2B5EF4-FFF2-40B4-BE49-F238E27FC236}">
                <a16:creationId xmlns:a16="http://schemas.microsoft.com/office/drawing/2014/main" id="{CD27A99F-F2A0-409A-9F7E-F2817EACDA7B}"/>
              </a:ext>
            </a:extLst>
          </p:cNvPr>
          <p:cNvSpPr>
            <a:spLocks xmlns:a="http://schemas.openxmlformats.org/drawingml/2006/main" noGrp="1"/>
          </p:cNvSpPr>
          <p:nvPr/>
        </p:nvSpPr>
        <p:spPr>
          <a:xfrm xmlns:a="http://schemas.openxmlformats.org/drawingml/2006/main">
            <a:off x="495300" y="1562100"/>
            <a:ext cx="17297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50" b="1">
                <a:solidFill>
                  <a:srgbClr val="00889A"/>
                </a:solidFill>
                <a:latin typeface="Apple SD Gothic Neo"/>
                <a:ea typeface="Apple SD Gothic Neo"/>
                <a:cs typeface="Apple SD Gothic Neo"/>
              </a:defRPr>
            </a:pPr>
            <a:r>
              <a:rPr sz="2850" b="1">
                <a:solidFill>
                  <a:srgbClr val="00889A"/>
                </a:solidFill>
                <a:latin typeface="Apple SD Gothic Neo"/>
                <a:ea typeface="Apple SD Gothic Neo"/>
                <a:cs typeface="Apple SD Gothic Neo"/>
              </a:rPr>
              <a:t>“이 표를 아까 보고서에 넣고,</a:t>
            </a:r>
          </a:p>
          <a:p xmlns:a="http://schemas.openxmlformats.org/drawingml/2006/main">
            <a:pPr algn="l">
              <a:defRPr sz="2850" b="1">
                <a:solidFill>
                  <a:srgbClr val="00889A"/>
                </a:solidFill>
                <a:latin typeface="Apple SD Gothic Neo"/>
                <a:ea typeface="Apple SD Gothic Neo"/>
                <a:cs typeface="Apple SD Gothic Neo"/>
              </a:defRPr>
            </a:pPr>
            <a:r>
              <a:rPr sz="2850" b="1">
                <a:solidFill>
                  <a:srgbClr val="00889A"/>
                </a:solidFill>
                <a:latin typeface="Apple SD Gothic Neo"/>
                <a:ea typeface="Apple SD Gothic Neo"/>
                <a:cs typeface="Apple SD Gothic Neo"/>
              </a:rPr>
              <a:t>메일은 보내지 말고 보고서 결과로 초안만 만들어줘.”</a:t>
            </a:r>
          </a:p>
        </p:txBody>
      </p:sp>
      <p:graphicFrame>
        <p:nvGraphicFramePr>
          <p:cNvPr id="18" name=""/>
          <p:cNvGraphicFramePr/>
          <p:nvPr/>
        </p:nvGraphicFramePr>
        <p:xfrm>
          <a:off xmlns:a="http://schemas.openxmlformats.org/drawingml/2006/main" x="495300" y="3067050"/>
          <a:ext xmlns:a="http://schemas.openxmlformats.org/drawingml/2006/main" cx="17297400" cy="4048125"/>
        </p:xfrm>
        <a:graphic xmlns:a="http://schemas.openxmlformats.org/drawingml/2006/main">
          <a:graphicData uri="http://schemas.openxmlformats.org/drawingml/2006/table">
            <a:tbl>
              <a:tblPr/>
              <a:tblGrid>
                <a:gridCol w="3924300"/>
                <a:gridCol w="5981700"/>
                <a:gridCol w="7391400"/>
              </a:tblGrid>
              <a:tr h="571500">
                <a:tc>
                  <a:txBody>
                    <a:bodyPr/>
                    <a:lstStyle/>
                    <a:p>
                      <a:pPr algn="l"/>
                      <a:r>
                        <a:rPr sz="2250" b="1">
                          <a:solidFill>
                            <a:srgbClr val="FFFFFF"/>
                          </a:solidFill>
                          <a:latin typeface="Apple SD Gothic Neo"/>
                          <a:ea typeface="Apple SD Gothic Neo"/>
                          <a:cs typeface="Apple SD Gothic Neo"/>
                        </a:rPr>
                        <a:t>말 속 표현</a:t>
                      </a:r>
                    </a:p>
                  </a:txBody>
                  <a:tcPr marL="152400" marR="114300" marT="47625" marB="47625" anchor="ctr">
                    <a:solidFill>
                      <a:srgbClr val="354354"/>
                    </a:solidFill>
                  </a:tcPr>
                </a:tc>
                <a:tc>
                  <a:txBody>
                    <a:bodyPr/>
                    <a:lstStyle/>
                    <a:p>
                      <a:pPr algn="l"/>
                      <a:r>
                        <a:rPr sz="2250" b="1">
                          <a:solidFill>
                            <a:srgbClr val="FFFFFF"/>
                          </a:solidFill>
                          <a:latin typeface="Apple SD Gothic Neo"/>
                          <a:ea typeface="Apple SD Gothic Neo"/>
                          <a:cs typeface="Apple SD Gothic Neo"/>
                        </a:rPr>
                        <a:t>읽어서 확인할 근거</a:t>
                      </a:r>
                    </a:p>
                  </a:txBody>
                  <a:tcPr marL="152400" marR="114300" marT="47625" marB="47625" anchor="ctr">
                    <a:solidFill>
                      <a:srgbClr val="354354"/>
                    </a:solidFill>
                  </a:tcPr>
                </a:tc>
                <a:tc>
                  <a:txBody>
                    <a:bodyPr/>
                    <a:lstStyle/>
                    <a:p>
                      <a:pPr algn="l"/>
                      <a:r>
                        <a:rPr sz="2250" b="1">
                          <a:solidFill>
                            <a:srgbClr val="FFFFFF"/>
                          </a:solidFill>
                          <a:latin typeface="Apple SD Gothic Neo"/>
                          <a:ea typeface="Apple SD Gothic Neo"/>
                          <a:cs typeface="Apple SD Gothic Neo"/>
                        </a:rPr>
                        <a:t>VIA가 완성할 요청 의미</a:t>
                      </a:r>
                    </a:p>
                  </a:txBody>
                  <a:tcPr marL="152400" marR="114300" marT="47625" marB="47625" anchor="ctr">
                    <a:solidFill>
                      <a:srgbClr val="354354"/>
                    </a:solidFill>
                  </a:tcPr>
                </a:tc>
              </a:tr>
              <a:tr h="869156">
                <a:tc>
                  <a:txBody>
                    <a:bodyPr/>
                    <a:lstStyle/>
                    <a:p>
                      <a:pPr algn="l"/>
                      <a:r>
                        <a:rPr sz="2250" b="1">
                          <a:solidFill>
                            <a:srgbClr val="00889A"/>
                          </a:solidFill>
                          <a:latin typeface="Apple SD Gothic Neo"/>
                          <a:ea typeface="Apple SD Gothic Neo"/>
                          <a:cs typeface="Apple SD Gothic Neo"/>
                        </a:rPr>
                        <a:t>이 표</a:t>
                      </a:r>
                    </a:p>
                  </a:txBody>
                  <a:tcPr marL="152400" marR="114300" marT="47625" marB="47625" anchor="ctr">
                    <a:solidFill>
                      <a:srgbClr val="FFFFFF"/>
                    </a:solidFill>
                  </a:tcPr>
                </a:tc>
                <a:tc>
                  <a:txBody>
                    <a:bodyPr/>
                    <a:lstStyle/>
                    <a:p>
                      <a:pPr algn="l"/>
                      <a:r>
                        <a:rPr sz="2250" b="0">
                          <a:solidFill>
                            <a:srgbClr val="202B35"/>
                          </a:solidFill>
                          <a:latin typeface="Apple SD Gothic Neo"/>
                          <a:ea typeface="Apple SD Gothic Neo"/>
                          <a:cs typeface="Apple SD Gothic Neo"/>
                        </a:rPr>
                        <a:t>당시 선택 화면과 시점</a:t>
                      </a:r>
                    </a:p>
                  </a:txBody>
                  <a:tcPr marL="152400" marR="114300" marT="47625" marB="47625" anchor="ctr">
                    <a:solidFill>
                      <a:srgbClr val="FFFFFF"/>
                    </a:solidFill>
                  </a:tcPr>
                </a:tc>
                <a:tc>
                  <a:txBody>
                    <a:bodyPr/>
                    <a:lstStyle/>
                    <a:p>
                      <a:pPr algn="l"/>
                      <a:r>
                        <a:rPr sz="2250" b="0">
                          <a:solidFill>
                            <a:srgbClr val="202B35"/>
                          </a:solidFill>
                          <a:latin typeface="Apple SD Gothic Neo"/>
                          <a:ea typeface="Apple SD Gothic Neo"/>
                          <a:cs typeface="Apple SD Gothic Neo"/>
                        </a:rPr>
                        <a:t>실제 표와 근거 연결</a:t>
                      </a:r>
                    </a:p>
                  </a:txBody>
                  <a:tcPr marL="152400" marR="114300" marT="47625" marB="47625" anchor="ctr">
                    <a:solidFill>
                      <a:srgbClr val="FFFFFF"/>
                    </a:solidFill>
                  </a:tcPr>
                </a:tc>
              </a:tr>
              <a:tr h="869156">
                <a:tc>
                  <a:txBody>
                    <a:bodyPr/>
                    <a:lstStyle/>
                    <a:p>
                      <a:pPr algn="l"/>
                      <a:r>
                        <a:rPr sz="2250" b="1">
                          <a:solidFill>
                            <a:srgbClr val="00889A"/>
                          </a:solidFill>
                          <a:latin typeface="Apple SD Gothic Neo"/>
                          <a:ea typeface="Apple SD Gothic Neo"/>
                          <a:cs typeface="Apple SD Gothic Neo"/>
                        </a:rPr>
                        <a:t>아까 보고서</a:t>
                      </a:r>
                    </a:p>
                  </a:txBody>
                  <a:tcPr marL="152400" marR="114300" marT="47625" marB="47625" anchor="ctr">
                    <a:solidFill>
                      <a:srgbClr val="F5F7F8"/>
                    </a:solidFill>
                  </a:tcPr>
                </a:tc>
                <a:tc>
                  <a:txBody>
                    <a:bodyPr/>
                    <a:lstStyle/>
                    <a:p>
                      <a:pPr algn="l"/>
                      <a:r>
                        <a:rPr sz="2250" b="0">
                          <a:solidFill>
                            <a:srgbClr val="202B35"/>
                          </a:solidFill>
                          <a:latin typeface="Apple SD Gothic Neo"/>
                          <a:ea typeface="Apple SD Gothic Neo"/>
                          <a:cs typeface="Apple SD Gothic Neo"/>
                        </a:rPr>
                        <a:t>이전 요청과 현재 업무 상태</a:t>
                      </a:r>
                    </a:p>
                  </a:txBody>
                  <a:tcPr marL="152400" marR="114300" marT="47625" marB="47625" anchor="ctr">
                    <a:solidFill>
                      <a:srgbClr val="F5F7F8"/>
                    </a:solidFill>
                  </a:tcPr>
                </a:tc>
                <a:tc>
                  <a:txBody>
                    <a:bodyPr/>
                    <a:lstStyle/>
                    <a:p>
                      <a:pPr algn="l"/>
                      <a:r>
                        <a:rPr sz="2250" b="0">
                          <a:solidFill>
                            <a:srgbClr val="202B35"/>
                          </a:solidFill>
                          <a:latin typeface="Apple SD Gothic Neo"/>
                          <a:ea typeface="Apple SD Gothic Neo"/>
                          <a:cs typeface="Apple SD Gothic Neo"/>
                        </a:rPr>
                        <a:t>수정할 보고서 업무 연결</a:t>
                      </a:r>
                    </a:p>
                  </a:txBody>
                  <a:tcPr marL="152400" marR="114300" marT="47625" marB="47625" anchor="ctr">
                    <a:solidFill>
                      <a:srgbClr val="F5F7F8"/>
                    </a:solidFill>
                  </a:tcPr>
                </a:tc>
              </a:tr>
              <a:tr h="869156">
                <a:tc>
                  <a:txBody>
                    <a:bodyPr/>
                    <a:lstStyle/>
                    <a:p>
                      <a:pPr algn="l"/>
                      <a:r>
                        <a:rPr sz="2250" b="1">
                          <a:solidFill>
                            <a:srgbClr val="00889A"/>
                          </a:solidFill>
                          <a:latin typeface="Apple SD Gothic Neo"/>
                          <a:ea typeface="Apple SD Gothic Neo"/>
                          <a:cs typeface="Apple SD Gothic Neo"/>
                        </a:rPr>
                        <a:t>보고서 결과로</a:t>
                      </a:r>
                    </a:p>
                  </a:txBody>
                  <a:tcPr marL="152400" marR="114300" marT="47625" marB="47625" anchor="ctr">
                    <a:solidFill>
                      <a:srgbClr val="FFFFFF"/>
                    </a:solidFill>
                  </a:tcPr>
                </a:tc>
                <a:tc>
                  <a:txBody>
                    <a:bodyPr/>
                    <a:lstStyle/>
                    <a:p>
                      <a:pPr algn="l"/>
                      <a:r>
                        <a:rPr sz="2250" b="0">
                          <a:solidFill>
                            <a:srgbClr val="202B35"/>
                          </a:solidFill>
                          <a:latin typeface="Apple SD Gothic Neo"/>
                          <a:ea typeface="Apple SD Gothic Neo"/>
                          <a:cs typeface="Apple SD Gothic Neo"/>
                        </a:rPr>
                        <a:t>두 요청의 순서와 데이터 관계</a:t>
                      </a:r>
                    </a:p>
                  </a:txBody>
                  <a:tcPr marL="152400" marR="114300" marT="47625" marB="47625" anchor="ctr">
                    <a:solidFill>
                      <a:srgbClr val="FFFFFF"/>
                    </a:solidFill>
                  </a:tcPr>
                </a:tc>
                <a:tc>
                  <a:txBody>
                    <a:bodyPr/>
                    <a:lstStyle/>
                    <a:p>
                      <a:pPr algn="l"/>
                      <a:r>
                        <a:rPr sz="2250" b="0">
                          <a:solidFill>
                            <a:srgbClr val="202B35"/>
                          </a:solidFill>
                          <a:latin typeface="Apple SD Gothic Neo"/>
                          <a:ea typeface="Apple SD Gothic Neo"/>
                          <a:cs typeface="Apple SD Gothic Neo"/>
                        </a:rPr>
                        <a:t>보고서 결과와 메일 초안의 의존 관계</a:t>
                      </a:r>
                    </a:p>
                  </a:txBody>
                  <a:tcPr marL="152400" marR="114300" marT="47625" marB="47625" anchor="ctr">
                    <a:solidFill>
                      <a:srgbClr val="FFFFFF"/>
                    </a:solidFill>
                  </a:tcPr>
                </a:tc>
              </a:tr>
              <a:tr h="869156">
                <a:tc>
                  <a:txBody>
                    <a:bodyPr/>
                    <a:lstStyle/>
                    <a:p>
                      <a:pPr algn="l"/>
                      <a:r>
                        <a:rPr sz="2250" b="1">
                          <a:solidFill>
                            <a:srgbClr val="00889A"/>
                          </a:solidFill>
                          <a:latin typeface="Apple SD Gothic Neo"/>
                          <a:ea typeface="Apple SD Gothic Neo"/>
                          <a:cs typeface="Apple SD Gothic Neo"/>
                        </a:rPr>
                        <a:t>보내지 말고, 초안만</a:t>
                      </a:r>
                    </a:p>
                  </a:txBody>
                  <a:tcPr marL="152400" marR="114300" marT="47625" marB="47625" anchor="ctr">
                    <a:solidFill>
                      <a:srgbClr val="F5F7F8"/>
                    </a:solidFill>
                  </a:tcPr>
                </a:tc>
                <a:tc>
                  <a:txBody>
                    <a:bodyPr/>
                    <a:lstStyle/>
                    <a:p>
                      <a:pPr algn="l"/>
                      <a:r>
                        <a:rPr sz="2250" b="0">
                          <a:solidFill>
                            <a:srgbClr val="202B35"/>
                          </a:solidFill>
                          <a:latin typeface="Apple SD Gothic Neo"/>
                          <a:ea typeface="Apple SD Gothic Neo"/>
                          <a:cs typeface="Apple SD Gothic Neo"/>
                        </a:rPr>
                        <a:t>이번 지시와 유지해야 할 조건</a:t>
                      </a:r>
                    </a:p>
                  </a:txBody>
                  <a:tcPr marL="152400" marR="114300" marT="47625" marB="47625" anchor="ctr">
                    <a:solidFill>
                      <a:srgbClr val="F5F7F8"/>
                    </a:solidFill>
                  </a:tcPr>
                </a:tc>
                <a:tc>
                  <a:txBody>
                    <a:bodyPr/>
                    <a:lstStyle/>
                    <a:p>
                      <a:pPr algn="l"/>
                      <a:r>
                        <a:rPr sz="2250" b="0">
                          <a:solidFill>
                            <a:srgbClr val="202B35"/>
                          </a:solidFill>
                          <a:latin typeface="Apple SD Gothic Neo"/>
                          <a:ea typeface="Apple SD Gothic Neo"/>
                          <a:cs typeface="Apple SD Gothic Neo"/>
                        </a:rPr>
                        <a:t>메일 발송 제외 조건 유지</a:t>
                      </a:r>
                    </a:p>
                  </a:txBody>
                  <a:tcPr marL="152400" marR="114300" marT="47625" marB="47625" anchor="ctr">
                    <a:solidFill>
                      <a:srgbClr val="F5F7F8"/>
                    </a:solidFill>
                  </a:tcPr>
                </a:tc>
              </a:tr>
            </a:tbl>
          </a:graphicData>
        </a:graphic>
      </p:graphicFrame>
      <p:sp>
        <p:nvSpPr>
          <p:cNvPr id="7" name="bg-5-text">
            <a:extLst xmlns:a="http://schemas.openxmlformats.org/drawingml/2006/main">
              <a:ext uri="{FF2B5EF4-FFF2-40B4-BE49-F238E27FC236}">
                <a16:creationId xmlns:a16="http://schemas.microsoft.com/office/drawing/2014/main" id="{126C485B-A348-4301-939F-BEA2FE006E01}"/>
              </a:ext>
            </a:extLst>
          </p:cNvPr>
          <p:cNvSpPr>
            <a:spLocks xmlns:a="http://schemas.openxmlformats.org/drawingml/2006/main" noGrp="1"/>
          </p:cNvSpPr>
          <p:nvPr/>
        </p:nvSpPr>
        <p:spPr>
          <a:xfrm xmlns:a="http://schemas.openxmlformats.org/drawingml/2006/main">
            <a:off x="495300" y="7429500"/>
            <a:ext cx="17297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50" b="1">
                <a:solidFill>
                  <a:srgbClr val="202B35"/>
                </a:solidFill>
                <a:latin typeface="Apple SD Gothic Neo"/>
                <a:ea typeface="Apple SD Gothic Neo"/>
                <a:cs typeface="Apple SD Gothic Neo"/>
              </a:defRPr>
            </a:pPr>
            <a:r>
              <a:rPr sz="2550" b="1">
                <a:solidFill>
                  <a:srgbClr val="202B35"/>
                </a:solidFill>
                <a:latin typeface="Apple SD Gothic Neo"/>
                <a:ea typeface="Apple SD Gothic Neo"/>
                <a:cs typeface="Apple SD Gothic Neo"/>
              </a:rPr>
              <a:t>조회 결과에 따라 뜻이 달라지고, 바뀐 뜻에 따라 다음에 읽을 자료도 달라집니다.</a:t>
            </a:r>
          </a:p>
        </p:txBody>
      </p:sp>
      <p:sp>
        <p:nvSpPr>
          <p:cNvPr id="8" name="bg-6-text">
            <a:extLst xmlns:a="http://schemas.openxmlformats.org/drawingml/2006/main">
              <a:ext uri="{FF2B5EF4-FFF2-40B4-BE49-F238E27FC236}">
                <a16:creationId xmlns:a16="http://schemas.microsoft.com/office/drawing/2014/main" id="{CA2EEB4B-CAE5-42AF-A54C-1AFB37515F61}"/>
              </a:ext>
            </a:extLst>
          </p:cNvPr>
          <p:cNvSpPr>
            <a:spLocks xmlns:a="http://schemas.openxmlformats.org/drawingml/2006/main" noGrp="1"/>
          </p:cNvSpPr>
          <p:nvPr/>
        </p:nvSpPr>
        <p:spPr>
          <a:xfrm xmlns:a="http://schemas.openxmlformats.org/drawingml/2006/main">
            <a:off x="495300" y="7981950"/>
            <a:ext cx="1729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대상이 모호하면 확인합니다. VIA는 요청 의미를 연결하고, 실제 작성과 수정은 Downstream Agent가 실행합니다.</a:t>
            </a:r>
          </a:p>
        </p:txBody>
      </p:sp>
      <p:sp>
        <p:nvSpPr>
          <p:cNvPr id="9" name="bg-7-footer-rule">
            <a:extLst xmlns:a="http://schemas.openxmlformats.org/drawingml/2006/main">
              <a:ext uri="{FF2B5EF4-FFF2-40B4-BE49-F238E27FC236}">
                <a16:creationId xmlns:a16="http://schemas.microsoft.com/office/drawing/2014/main" id="{79C91D98-FF9B-4D96-8D9F-2E865473EDD9}"/>
              </a:ext>
            </a:extLst>
          </p:cNvPr>
          <p:cNvSpPr>
            <a:spLocks xmlns:a="http://schemas.openxmlformats.org/drawingml/2006/main" noGrp="1"/>
          </p:cNvSpPr>
          <p:nvPr/>
        </p:nvSpPr>
        <p:spPr>
          <a:xfrm xmlns:a="http://schemas.openxmlformats.org/drawingml/2006/main">
            <a:off x="495300" y="847725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10" name="bg-8-text">
            <a:extLst xmlns:a="http://schemas.openxmlformats.org/drawingml/2006/main">
              <a:ext uri="{FF2B5EF4-FFF2-40B4-BE49-F238E27FC236}">
                <a16:creationId xmlns:a16="http://schemas.microsoft.com/office/drawing/2014/main" id="{026104B8-ED9B-4A53-B7F4-04F71CC740D2}"/>
              </a:ext>
            </a:extLst>
          </p:cNvPr>
          <p:cNvSpPr>
            <a:spLocks xmlns:a="http://schemas.openxmlformats.org/drawingml/2006/main" noGrp="1"/>
          </p:cNvSpPr>
          <p:nvPr/>
        </p:nvSpPr>
        <p:spPr>
          <a:xfrm xmlns:a="http://schemas.openxmlformats.org/drawingml/2006/main">
            <a:off x="495300" y="8686800"/>
            <a:ext cx="2047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50" b="1">
                <a:solidFill>
                  <a:srgbClr val="00889A"/>
                </a:solidFill>
                <a:latin typeface="Apple SD Gothic Neo"/>
                <a:ea typeface="Apple SD Gothic Neo"/>
                <a:cs typeface="Apple SD Gothic Neo"/>
              </a:defRPr>
            </a:pPr>
            <a:r>
              <a:rPr sz="2550" b="1">
                <a:solidFill>
                  <a:srgbClr val="00889A"/>
                </a:solidFill>
                <a:latin typeface="Apple SD Gothic Neo"/>
                <a:ea typeface="Apple SD Gothic Neo"/>
                <a:cs typeface="Apple SD Gothic Neo"/>
              </a:rPr>
              <a:t>설계 질문</a:t>
            </a:r>
          </a:p>
        </p:txBody>
      </p:sp>
      <p:sp>
        <p:nvSpPr>
          <p:cNvPr id="11" name="bg-9-text">
            <a:extLst xmlns:a="http://schemas.openxmlformats.org/drawingml/2006/main">
              <a:ext uri="{FF2B5EF4-FFF2-40B4-BE49-F238E27FC236}">
                <a16:creationId xmlns:a16="http://schemas.microsoft.com/office/drawing/2014/main" id="{2EB91C3B-EB09-4C8E-89E6-584890B2D329}"/>
              </a:ext>
            </a:extLst>
          </p:cNvPr>
          <p:cNvSpPr>
            <a:spLocks xmlns:a="http://schemas.openxmlformats.org/drawingml/2006/main" noGrp="1"/>
          </p:cNvSpPr>
          <p:nvPr/>
        </p:nvSpPr>
        <p:spPr>
          <a:xfrm xmlns:a="http://schemas.openxmlformats.org/drawingml/2006/main">
            <a:off x="2667000" y="8686800"/>
            <a:ext cx="15125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00889A"/>
                </a:solidFill>
                <a:latin typeface="Apple SD Gothic Neo"/>
                <a:ea typeface="Apple SD Gothic Neo"/>
                <a:cs typeface="Apple SD Gothic Neo"/>
              </a:defRPr>
            </a:pPr>
            <a:r>
              <a:rPr sz="2325" b="1">
                <a:solidFill>
                  <a:srgbClr val="00889A"/>
                </a:solidFill>
                <a:latin typeface="Apple SD Gothic Neo"/>
                <a:ea typeface="Apple SD Gothic Neo"/>
                <a:cs typeface="Apple SD Gothic Neo"/>
              </a:rPr>
              <a:t>다음 조회와 전체 의미를 모델이 결정할까, 코드가 항목 해결 상태로 진행할까?</a:t>
            </a:r>
          </a:p>
        </p:txBody>
      </p:sp>
      <p:sp>
        <p:nvSpPr>
          <p:cNvPr id="12" name="bg-10-text">
            <a:extLst xmlns:a="http://schemas.openxmlformats.org/drawingml/2006/main">
              <a:ext uri="{FF2B5EF4-FFF2-40B4-BE49-F238E27FC236}">
                <a16:creationId xmlns:a16="http://schemas.microsoft.com/office/drawing/2014/main" id="{65F831DE-ED19-4988-9FCE-D2EB2C9A0A5C}"/>
              </a:ext>
            </a:extLst>
          </p:cNvPr>
          <p:cNvSpPr>
            <a:spLocks xmlns:a="http://schemas.openxmlformats.org/drawingml/2006/main" noGrp="1"/>
          </p:cNvSpPr>
          <p:nvPr/>
        </p:nvSpPr>
        <p:spPr>
          <a:xfrm xmlns:a="http://schemas.openxmlformats.org/drawingml/2006/main">
            <a:off x="495300" y="9467850"/>
            <a:ext cx="17297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76773"/>
                </a:solidFill>
                <a:latin typeface="Apple SD Gothic Neo"/>
                <a:ea typeface="Apple SD Gothic Neo"/>
                <a:cs typeface="Apple SD Gothic Neo"/>
              </a:defRPr>
            </a:pPr>
            <a:r>
              <a:rPr sz="2025" b="0">
                <a:solidFill>
                  <a:srgbClr val="576773"/>
                </a:solidFill>
                <a:latin typeface="Apple SD Gothic Neo"/>
                <a:ea typeface="Apple SD Gothic Neo"/>
                <a:cs typeface="Apple SD Gothic Neo"/>
              </a:rPr>
              <a:t>모델의 유연한 재판단과 반복 비용 / 코드의 추적 가능성, 유한 표현의 지원 범위와 추가 해석 비용</a:t>
            </a:r>
          </a:p>
        </p:txBody>
      </p:sp>
    </p:spTree>
    <p:extLst>
      <p:ext uri="{BB962C8B-B14F-4D97-AF65-F5344CB8AC3E}">
        <p14:creationId xmlns:p14="http://schemas.microsoft.com/office/powerpoint/2010/main" val="2083173363"/>
      </p:ext>
    </p:extLst>
  </p:cSld>
</p:sld>
</file>

<file path=ppt/slides/slide59.xml><?xml version="1.0" encoding="utf-8"?>
<p:sld xmlns:p="http://schemas.openxmlformats.org/presentationml/2006/main">
  <p:cSld name="dp44-background-v3">
    <p:bg>
      <p:bgPr>
        <a:solidFill xmlns:a="http://schemas.openxmlformats.org/drawingml/2006/main">
          <a:srgbClr val="FFFFFF"/>
        </a:solidFill>
      </p:bgPr>
    </p:bg>
    <p:spTree>
      <p:nvGrpSpPr>
        <p:cNvPr id="1" name=""/>
        <p:cNvGrpSpPr/>
        <p:nvPr/>
      </p:nvGrpSpPr>
      <p:grpSpPr>
        <a:xfrm xmlns:a="http://schemas.openxmlformats.org/drawingml/2006/main"/>
      </p:grpSpPr>
      <p:sp>
        <p:nvSpPr>
          <p:cNvPr id="53" name="bg-11-text">
            <a:extLst xmlns:a="http://schemas.openxmlformats.org/drawingml/2006/main">
              <a:ext uri="{FF2B5EF4-FFF2-40B4-BE49-F238E27FC236}">
                <a16:creationId xmlns:a16="http://schemas.microsoft.com/office/drawing/2014/main" id="{57454A40-09FC-4903-BEAA-731FD41D8FED}"/>
              </a:ext>
            </a:extLst>
          </p:cNvPr>
          <p:cNvSpPr>
            <a:spLocks xmlns:a="http://schemas.openxmlformats.org/drawingml/2006/main" noGrp="1"/>
          </p:cNvSpPr>
          <p:nvPr/>
        </p:nvSpPr>
        <p:spPr>
          <a:xfrm xmlns:a="http://schemas.openxmlformats.org/drawingml/2006/main">
            <a:off x="495300" y="190500"/>
            <a:ext cx="1428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DP44 배경</a:t>
            </a:r>
          </a:p>
        </p:txBody>
      </p:sp>
      <p:sp>
        <p:nvSpPr>
          <p:cNvPr id="2" name="bg-12-text">
            <a:extLst xmlns:a="http://schemas.openxmlformats.org/drawingml/2006/main">
              <a:ext uri="{FF2B5EF4-FFF2-40B4-BE49-F238E27FC236}">
                <a16:creationId xmlns:a16="http://schemas.microsoft.com/office/drawing/2014/main" id="{97E29867-50F1-41A9-8EDC-CDA7812EAFC4}"/>
              </a:ext>
            </a:extLst>
          </p:cNvPr>
          <p:cNvSpPr>
            <a:spLocks xmlns:a="http://schemas.openxmlformats.org/drawingml/2006/main" noGrp="1"/>
          </p:cNvSpPr>
          <p:nvPr/>
        </p:nvSpPr>
        <p:spPr>
          <a:xfrm xmlns:a="http://schemas.openxmlformats.org/drawingml/2006/main">
            <a:off x="16573500" y="19050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v3 / 17</a:t>
            </a:r>
          </a:p>
        </p:txBody>
      </p:sp>
      <p:sp>
        <p:nvSpPr>
          <p:cNvPr id="3" name="bg-13-text">
            <a:extLst xmlns:a="http://schemas.openxmlformats.org/drawingml/2006/main">
              <a:ext uri="{FF2B5EF4-FFF2-40B4-BE49-F238E27FC236}">
                <a16:creationId xmlns:a16="http://schemas.microsoft.com/office/drawing/2014/main" id="{E75D27A1-F962-43AF-9383-0FB1C6D7470E}"/>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825" b="1">
                <a:solidFill>
                  <a:srgbClr val="202B35"/>
                </a:solidFill>
                <a:latin typeface="Apple SD Gothic Neo"/>
                <a:ea typeface="Apple SD Gothic Neo"/>
                <a:cs typeface="Apple SD Gothic Neo"/>
              </a:defRPr>
            </a:pPr>
            <a:r>
              <a:rPr sz="3825" b="1">
                <a:solidFill>
                  <a:srgbClr val="202B35"/>
                </a:solidFill>
                <a:latin typeface="Apple SD Gothic Neo"/>
                <a:ea typeface="Apple SD Gothic Neo"/>
                <a:cs typeface="Apple SD Gothic Neo"/>
              </a:rPr>
              <a:t>44. 겹쳐 도착하는 사건과 응답 시점</a:t>
            </a:r>
          </a:p>
        </p:txBody>
      </p:sp>
      <p:sp>
        <p:nvSpPr>
          <p:cNvPr id="4" name="bg-14-title-rule">
            <a:extLst xmlns:a="http://schemas.openxmlformats.org/drawingml/2006/main">
              <a:ext uri="{FF2B5EF4-FFF2-40B4-BE49-F238E27FC236}">
                <a16:creationId xmlns:a16="http://schemas.microsoft.com/office/drawing/2014/main" id="{70D64E3A-72D0-4DB6-B31C-DD327DA5F5E2}"/>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5" name="bg-15-text">
            <a:extLst xmlns:a="http://schemas.openxmlformats.org/drawingml/2006/main">
              <a:ext uri="{FF2B5EF4-FFF2-40B4-BE49-F238E27FC236}">
                <a16:creationId xmlns:a16="http://schemas.microsoft.com/office/drawing/2014/main" id="{A4D716B2-36A1-4CBD-97A9-8C52CC8E4831}"/>
              </a:ext>
            </a:extLst>
          </p:cNvPr>
          <p:cNvSpPr>
            <a:spLocks xmlns:a="http://schemas.openxmlformats.org/drawingml/2006/main" noGrp="1"/>
          </p:cNvSpPr>
          <p:nvPr/>
        </p:nvSpPr>
        <p:spPr>
          <a:xfrm xmlns:a="http://schemas.openxmlformats.org/drawingml/2006/main">
            <a:off x="495300" y="1609725"/>
            <a:ext cx="17297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25" b="0">
                <a:solidFill>
                  <a:srgbClr val="202B35"/>
                </a:solidFill>
                <a:latin typeface="Apple SD Gothic Neo"/>
                <a:ea typeface="Apple SD Gothic Neo"/>
                <a:cs typeface="Apple SD Gothic Neo"/>
              </a:defRPr>
            </a:pPr>
            <a:r>
              <a:rPr sz="2625" b="0">
                <a:solidFill>
                  <a:srgbClr val="202B35"/>
                </a:solidFill>
                <a:latin typeface="Apple SD Gothic Neo"/>
                <a:ea typeface="Apple SD Gothic Neo"/>
                <a:cs typeface="Apple SD Gothic Neo"/>
              </a:rPr>
              <a:t>보고서 설명을 들으며 메일 초안 작성도 진행 중입니다.</a:t>
            </a:r>
          </a:p>
          <a:p xmlns:a="http://schemas.openxmlformats.org/drawingml/2006/main">
            <a:pPr algn="l">
              <a:defRPr sz="2625" b="0">
                <a:solidFill>
                  <a:srgbClr val="202B35"/>
                </a:solidFill>
                <a:latin typeface="Apple SD Gothic Neo"/>
                <a:ea typeface="Apple SD Gothic Neo"/>
                <a:cs typeface="Apple SD Gothic Neo"/>
              </a:defRPr>
            </a:pPr>
            <a:r>
              <a:rPr sz="2625" b="0">
                <a:solidFill>
                  <a:srgbClr val="202B35"/>
                </a:solidFill>
                <a:latin typeface="Apple SD Gothic Neo"/>
                <a:ea typeface="Apple SD Gothic Neo"/>
                <a:cs typeface="Apple SD Gothic Neo"/>
              </a:rPr>
              <a:t>새 발화, 업무 질문과 이전 응답의 준비 완료가 겹쳐 들어옵니다.</a:t>
            </a:r>
          </a:p>
        </p:txBody>
      </p:sp>
      <p:sp>
        <p:nvSpPr>
          <p:cNvPr id="6" name="bg-16-event-order">
            <a:extLst xmlns:a="http://schemas.openxmlformats.org/drawingml/2006/main">
              <a:ext uri="{FF2B5EF4-FFF2-40B4-BE49-F238E27FC236}">
                <a16:creationId xmlns:a16="http://schemas.microsoft.com/office/drawing/2014/main" id="{DC1642C1-8D1E-437F-9F4D-6641A69B6261}"/>
              </a:ext>
            </a:extLst>
          </p:cNvPr>
          <p:cNvSpPr>
            <a:spLocks xmlns:a="http://schemas.openxmlformats.org/drawingml/2006/main" noGrp="1"/>
          </p:cNvSpPr>
          <p:nvPr/>
        </p:nvSpPr>
        <p:spPr>
          <a:xfrm xmlns:a="http://schemas.openxmlformats.org/drawingml/2006/main">
            <a:off x="3371850" y="3048000"/>
            <a:ext cx="14249400" cy="9525"/>
          </a:xfrm>
          <a:custGeom xmlns:a="http://schemas.openxmlformats.org/drawingml/2006/main">
            <a:pathLst>
              <a:path w="14249400" h="9525">
                <a:moveTo>
                  <a:pt x="0" y="0"/>
                </a:moveTo>
                <a:lnTo>
                  <a:pt x="14249400" y="0"/>
                </a:lnTo>
              </a:path>
            </a:pathLst>
          </a:custGeom>
          <a:noFill xmlns:a="http://schemas.openxmlformats.org/drawingml/2006/main"/>
          <a:ln xmlns:a="http://schemas.openxmlformats.org/drawingml/2006/main" w="23813">
            <a:solidFill>
              <a:srgbClr val="BCCAD2"/>
            </a:solidFill>
            <a:prstDash val="solid"/>
          </a:ln>
        </p:spPr>
      </p:sp>
      <p:sp>
        <p:nvSpPr>
          <p:cNvPr id="7" name="bg-17-event-order-head">
            <a:extLst xmlns:a="http://schemas.openxmlformats.org/drawingml/2006/main">
              <a:ext uri="{FF2B5EF4-FFF2-40B4-BE49-F238E27FC236}">
                <a16:creationId xmlns:a16="http://schemas.microsoft.com/office/drawing/2014/main" id="{CD6503B7-BBBB-4B32-81A3-ACF20F2EF2E2}"/>
              </a:ext>
            </a:extLst>
          </p:cNvPr>
          <p:cNvSpPr>
            <a:spLocks xmlns:a="http://schemas.openxmlformats.org/drawingml/2006/main" noGrp="1"/>
          </p:cNvSpPr>
          <p:nvPr/>
        </p:nvSpPr>
        <p:spPr>
          <a:xfrm xmlns:a="http://schemas.openxmlformats.org/drawingml/2006/main">
            <a:off x="17512583" y="2988635"/>
            <a:ext cx="108667" cy="118730"/>
          </a:xfrm>
          <a:custGeom xmlns:a="http://schemas.openxmlformats.org/drawingml/2006/main">
            <a:pathLst>
              <a:path w="108667" h="118730">
                <a:moveTo>
                  <a:pt x="0" y="118730"/>
                </a:moveTo>
                <a:lnTo>
                  <a:pt x="108667" y="59365"/>
                </a:lnTo>
                <a:lnTo>
                  <a:pt x="0" y="0"/>
                </a:lnTo>
              </a:path>
            </a:pathLst>
          </a:custGeom>
          <a:noFill xmlns:a="http://schemas.openxmlformats.org/drawingml/2006/main"/>
          <a:ln xmlns:a="http://schemas.openxmlformats.org/drawingml/2006/main" w="23813">
            <a:solidFill>
              <a:srgbClr val="BCCAD2"/>
            </a:solidFill>
            <a:prstDash val="solid"/>
          </a:ln>
        </p:spPr>
      </p:sp>
      <p:sp>
        <p:nvSpPr>
          <p:cNvPr id="8" name="bg-18-tick">
            <a:extLst xmlns:a="http://schemas.openxmlformats.org/drawingml/2006/main">
              <a:ext uri="{FF2B5EF4-FFF2-40B4-BE49-F238E27FC236}">
                <a16:creationId xmlns:a16="http://schemas.microsoft.com/office/drawing/2014/main" id="{76CA9226-2169-41FA-82DF-7722E6905B29}"/>
              </a:ext>
            </a:extLst>
          </p:cNvPr>
          <p:cNvSpPr>
            <a:spLocks xmlns:a="http://schemas.openxmlformats.org/drawingml/2006/main" noGrp="1"/>
          </p:cNvSpPr>
          <p:nvPr/>
        </p:nvSpPr>
        <p:spPr>
          <a:xfrm xmlns:a="http://schemas.openxmlformats.org/drawingml/2006/main">
            <a:off x="3476625" y="2952750"/>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BCCAD2"/>
            </a:solidFill>
            <a:prstDash val="solid"/>
          </a:ln>
        </p:spPr>
      </p:sp>
      <p:sp>
        <p:nvSpPr>
          <p:cNvPr id="9" name="bg-19-text">
            <a:extLst xmlns:a="http://schemas.openxmlformats.org/drawingml/2006/main">
              <a:ext uri="{FF2B5EF4-FFF2-40B4-BE49-F238E27FC236}">
                <a16:creationId xmlns:a16="http://schemas.microsoft.com/office/drawing/2014/main" id="{AACA8053-A1B2-45F0-B709-E54C24D16EA5}"/>
              </a:ext>
            </a:extLst>
          </p:cNvPr>
          <p:cNvSpPr>
            <a:spLocks xmlns:a="http://schemas.openxmlformats.org/drawingml/2006/main" noGrp="1"/>
          </p:cNvSpPr>
          <p:nvPr/>
        </p:nvSpPr>
        <p:spPr>
          <a:xfrm xmlns:a="http://schemas.openxmlformats.org/drawingml/2006/main">
            <a:off x="3429000" y="2657475"/>
            <a:ext cx="2095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576773"/>
                </a:solidFill>
                <a:latin typeface="Apple SD Gothic Neo"/>
                <a:ea typeface="Apple SD Gothic Neo"/>
                <a:cs typeface="Apple SD Gothic Neo"/>
              </a:defRPr>
            </a:pPr>
            <a:r>
              <a:rPr sz="2025" b="1">
                <a:solidFill>
                  <a:srgbClr val="576773"/>
                </a:solidFill>
                <a:latin typeface="Apple SD Gothic Neo"/>
                <a:ea typeface="Apple SD Gothic Neo"/>
                <a:cs typeface="Apple SD Gothic Neo"/>
              </a:rPr>
              <a:t>설명 중</a:t>
            </a:r>
          </a:p>
        </p:txBody>
      </p:sp>
      <p:sp>
        <p:nvSpPr>
          <p:cNvPr id="10" name="bg-20-tick">
            <a:extLst xmlns:a="http://schemas.openxmlformats.org/drawingml/2006/main">
              <a:ext uri="{FF2B5EF4-FFF2-40B4-BE49-F238E27FC236}">
                <a16:creationId xmlns:a16="http://schemas.microsoft.com/office/drawing/2014/main" id="{4702E83F-1A21-4F3D-BE82-B638A77ACABB}"/>
              </a:ext>
            </a:extLst>
          </p:cNvPr>
          <p:cNvSpPr>
            <a:spLocks xmlns:a="http://schemas.openxmlformats.org/drawingml/2006/main" noGrp="1"/>
          </p:cNvSpPr>
          <p:nvPr/>
        </p:nvSpPr>
        <p:spPr>
          <a:xfrm xmlns:a="http://schemas.openxmlformats.org/drawingml/2006/main">
            <a:off x="7477125" y="2952750"/>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BCCAD2"/>
            </a:solidFill>
            <a:prstDash val="solid"/>
          </a:ln>
        </p:spPr>
      </p:sp>
      <p:sp>
        <p:nvSpPr>
          <p:cNvPr id="11" name="bg-21-text">
            <a:extLst xmlns:a="http://schemas.openxmlformats.org/drawingml/2006/main">
              <a:ext uri="{FF2B5EF4-FFF2-40B4-BE49-F238E27FC236}">
                <a16:creationId xmlns:a16="http://schemas.microsoft.com/office/drawing/2014/main" id="{01689F3A-7BDF-424A-B37B-356CBE27F601}"/>
              </a:ext>
            </a:extLst>
          </p:cNvPr>
          <p:cNvSpPr>
            <a:spLocks xmlns:a="http://schemas.openxmlformats.org/drawingml/2006/main" noGrp="1"/>
          </p:cNvSpPr>
          <p:nvPr/>
        </p:nvSpPr>
        <p:spPr>
          <a:xfrm xmlns:a="http://schemas.openxmlformats.org/drawingml/2006/main">
            <a:off x="7429500" y="2657475"/>
            <a:ext cx="2952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576773"/>
                </a:solidFill>
                <a:latin typeface="Apple SD Gothic Neo"/>
                <a:ea typeface="Apple SD Gothic Neo"/>
                <a:cs typeface="Apple SD Gothic Neo"/>
              </a:defRPr>
            </a:pPr>
            <a:r>
              <a:rPr sz="2025" b="1">
                <a:solidFill>
                  <a:srgbClr val="576773"/>
                </a:solidFill>
                <a:latin typeface="Apple SD Gothic Neo"/>
                <a:ea typeface="Apple SD Gothic Neo"/>
                <a:cs typeface="Apple SD Gothic Neo"/>
              </a:rPr>
              <a:t>새 발화 시작</a:t>
            </a:r>
          </a:p>
        </p:txBody>
      </p:sp>
      <p:sp>
        <p:nvSpPr>
          <p:cNvPr id="12" name="bg-22-tick">
            <a:extLst xmlns:a="http://schemas.openxmlformats.org/drawingml/2006/main">
              <a:ext uri="{FF2B5EF4-FFF2-40B4-BE49-F238E27FC236}">
                <a16:creationId xmlns:a16="http://schemas.microsoft.com/office/drawing/2014/main" id="{0B1DA0AC-EF6F-48C5-93C2-013645D4B734}"/>
              </a:ext>
            </a:extLst>
          </p:cNvPr>
          <p:cNvSpPr>
            <a:spLocks xmlns:a="http://schemas.openxmlformats.org/drawingml/2006/main" noGrp="1"/>
          </p:cNvSpPr>
          <p:nvPr/>
        </p:nvSpPr>
        <p:spPr>
          <a:xfrm xmlns:a="http://schemas.openxmlformats.org/drawingml/2006/main">
            <a:off x="12001500" y="2952750"/>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BCCAD2"/>
            </a:solidFill>
            <a:prstDash val="solid"/>
          </a:ln>
        </p:spPr>
      </p:sp>
      <p:sp>
        <p:nvSpPr>
          <p:cNvPr id="13" name="bg-23-text">
            <a:extLst xmlns:a="http://schemas.openxmlformats.org/drawingml/2006/main">
              <a:ext uri="{FF2B5EF4-FFF2-40B4-BE49-F238E27FC236}">
                <a16:creationId xmlns:a16="http://schemas.microsoft.com/office/drawing/2014/main" id="{23049697-CCB0-4746-9054-3BB03AA8C74A}"/>
              </a:ext>
            </a:extLst>
          </p:cNvPr>
          <p:cNvSpPr>
            <a:spLocks xmlns:a="http://schemas.openxmlformats.org/drawingml/2006/main" noGrp="1"/>
          </p:cNvSpPr>
          <p:nvPr/>
        </p:nvSpPr>
        <p:spPr>
          <a:xfrm xmlns:a="http://schemas.openxmlformats.org/drawingml/2006/main">
            <a:off x="11953875" y="2657475"/>
            <a:ext cx="247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576773"/>
                </a:solidFill>
                <a:latin typeface="Apple SD Gothic Neo"/>
                <a:ea typeface="Apple SD Gothic Neo"/>
                <a:cs typeface="Apple SD Gothic Neo"/>
              </a:defRPr>
            </a:pPr>
            <a:r>
              <a:rPr sz="2025" b="1">
                <a:solidFill>
                  <a:srgbClr val="576773"/>
                </a:solidFill>
                <a:latin typeface="Apple SD Gothic Neo"/>
                <a:ea typeface="Apple SD Gothic Neo"/>
                <a:cs typeface="Apple SD Gothic Neo"/>
              </a:rPr>
              <a:t>발화 종료</a:t>
            </a:r>
          </a:p>
        </p:txBody>
      </p:sp>
      <p:sp>
        <p:nvSpPr>
          <p:cNvPr id="14" name="bg-24-tick">
            <a:extLst xmlns:a="http://schemas.openxmlformats.org/drawingml/2006/main">
              <a:ext uri="{FF2B5EF4-FFF2-40B4-BE49-F238E27FC236}">
                <a16:creationId xmlns:a16="http://schemas.microsoft.com/office/drawing/2014/main" id="{D517D8E8-CA4B-4772-8255-282A4337393D}"/>
              </a:ext>
            </a:extLst>
          </p:cNvPr>
          <p:cNvSpPr>
            <a:spLocks xmlns:a="http://schemas.openxmlformats.org/drawingml/2006/main" noGrp="1"/>
          </p:cNvSpPr>
          <p:nvPr/>
        </p:nvSpPr>
        <p:spPr>
          <a:xfrm xmlns:a="http://schemas.openxmlformats.org/drawingml/2006/main">
            <a:off x="15716250" y="2952750"/>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BCCAD2"/>
            </a:solidFill>
            <a:prstDash val="solid"/>
          </a:ln>
        </p:spPr>
      </p:sp>
      <p:sp>
        <p:nvSpPr>
          <p:cNvPr id="15" name="bg-25-text">
            <a:extLst xmlns:a="http://schemas.openxmlformats.org/drawingml/2006/main">
              <a:ext uri="{FF2B5EF4-FFF2-40B4-BE49-F238E27FC236}">
                <a16:creationId xmlns:a16="http://schemas.microsoft.com/office/drawing/2014/main" id="{0A861508-1676-42FF-B1DA-709CCE6A2A0F}"/>
              </a:ext>
            </a:extLst>
          </p:cNvPr>
          <p:cNvSpPr>
            <a:spLocks xmlns:a="http://schemas.openxmlformats.org/drawingml/2006/main" noGrp="1"/>
          </p:cNvSpPr>
          <p:nvPr/>
        </p:nvSpPr>
        <p:spPr>
          <a:xfrm xmlns:a="http://schemas.openxmlformats.org/drawingml/2006/main">
            <a:off x="15668625" y="2657475"/>
            <a:ext cx="20764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576773"/>
                </a:solidFill>
                <a:latin typeface="Apple SD Gothic Neo"/>
                <a:ea typeface="Apple SD Gothic Neo"/>
                <a:cs typeface="Apple SD Gothic Neo"/>
              </a:defRPr>
            </a:pPr>
            <a:r>
              <a:rPr sz="2025" b="1">
                <a:solidFill>
                  <a:srgbClr val="576773"/>
                </a:solidFill>
                <a:latin typeface="Apple SD Gothic Neo"/>
                <a:ea typeface="Apple SD Gothic Neo"/>
                <a:cs typeface="Apple SD Gothic Neo"/>
              </a:rPr>
              <a:t>실제 전달</a:t>
            </a:r>
          </a:p>
        </p:txBody>
      </p:sp>
      <p:sp>
        <p:nvSpPr>
          <p:cNvPr id="16" name="bg-26-text">
            <a:extLst xmlns:a="http://schemas.openxmlformats.org/drawingml/2006/main">
              <a:ext uri="{FF2B5EF4-FFF2-40B4-BE49-F238E27FC236}">
                <a16:creationId xmlns:a16="http://schemas.microsoft.com/office/drawing/2014/main" id="{1B68321B-B282-4772-9E22-7EF2D82FDCC1}"/>
              </a:ext>
            </a:extLst>
          </p:cNvPr>
          <p:cNvSpPr>
            <a:spLocks xmlns:a="http://schemas.openxmlformats.org/drawingml/2006/main" noGrp="1"/>
          </p:cNvSpPr>
          <p:nvPr/>
        </p:nvSpPr>
        <p:spPr>
          <a:xfrm xmlns:a="http://schemas.openxmlformats.org/drawingml/2006/main">
            <a:off x="495300" y="3629025"/>
            <a:ext cx="2619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354354"/>
                </a:solidFill>
                <a:latin typeface="Apple SD Gothic Neo"/>
                <a:ea typeface="Apple SD Gothic Neo"/>
                <a:cs typeface="Apple SD Gothic Neo"/>
              </a:defRPr>
            </a:pPr>
            <a:r>
              <a:rPr sz="2325" b="1">
                <a:solidFill>
                  <a:srgbClr val="354354"/>
                </a:solidFill>
                <a:latin typeface="Apple SD Gothic Neo"/>
                <a:ea typeface="Apple SD Gothic Neo"/>
                <a:cs typeface="Apple SD Gothic Neo"/>
              </a:rPr>
              <a:t>사용자 입력</a:t>
            </a:r>
          </a:p>
        </p:txBody>
      </p:sp>
      <p:sp>
        <p:nvSpPr>
          <p:cNvPr id="17" name="bg-27-lane">
            <a:extLst xmlns:a="http://schemas.openxmlformats.org/drawingml/2006/main">
              <a:ext uri="{FF2B5EF4-FFF2-40B4-BE49-F238E27FC236}">
                <a16:creationId xmlns:a16="http://schemas.microsoft.com/office/drawing/2014/main" id="{D8DFA590-87BE-410A-B445-54F397E5722C}"/>
              </a:ext>
            </a:extLst>
          </p:cNvPr>
          <p:cNvSpPr>
            <a:spLocks xmlns:a="http://schemas.openxmlformats.org/drawingml/2006/main" noGrp="1"/>
          </p:cNvSpPr>
          <p:nvPr/>
        </p:nvSpPr>
        <p:spPr>
          <a:xfrm xmlns:a="http://schemas.openxmlformats.org/drawingml/2006/main">
            <a:off x="3371850" y="3867150"/>
            <a:ext cx="14249400" cy="9525"/>
          </a:xfrm>
          <a:custGeom xmlns:a="http://schemas.openxmlformats.org/drawingml/2006/main">
            <a:pathLst>
              <a:path w="14249400" h="9525">
                <a:moveTo>
                  <a:pt x="0" y="0"/>
                </a:moveTo>
                <a:lnTo>
                  <a:pt x="14249400" y="0"/>
                </a:lnTo>
              </a:path>
            </a:pathLst>
          </a:custGeom>
          <a:noFill xmlns:a="http://schemas.openxmlformats.org/drawingml/2006/main"/>
          <a:ln xmlns:a="http://schemas.openxmlformats.org/drawingml/2006/main" w="15240">
            <a:solidFill>
              <a:srgbClr val="BCCAD2"/>
            </a:solidFill>
            <a:prstDash val="dash"/>
          </a:ln>
        </p:spPr>
      </p:sp>
      <p:sp>
        <p:nvSpPr>
          <p:cNvPr id="18" name="bg-28-text">
            <a:extLst xmlns:a="http://schemas.openxmlformats.org/drawingml/2006/main">
              <a:ext uri="{FF2B5EF4-FFF2-40B4-BE49-F238E27FC236}">
                <a16:creationId xmlns:a16="http://schemas.microsoft.com/office/drawing/2014/main" id="{43AD093D-CFF4-4E7F-B48B-3687B1315C4F}"/>
              </a:ext>
            </a:extLst>
          </p:cNvPr>
          <p:cNvSpPr>
            <a:spLocks xmlns:a="http://schemas.openxmlformats.org/drawingml/2006/main" noGrp="1"/>
          </p:cNvSpPr>
          <p:nvPr/>
        </p:nvSpPr>
        <p:spPr>
          <a:xfrm xmlns:a="http://schemas.openxmlformats.org/drawingml/2006/main">
            <a:off x="495300" y="4667250"/>
            <a:ext cx="2619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354354"/>
                </a:solidFill>
                <a:latin typeface="Apple SD Gothic Neo"/>
                <a:ea typeface="Apple SD Gothic Neo"/>
                <a:cs typeface="Apple SD Gothic Neo"/>
              </a:defRPr>
            </a:pPr>
            <a:r>
              <a:rPr sz="2325" b="1">
                <a:solidFill>
                  <a:srgbClr val="354354"/>
                </a:solidFill>
                <a:latin typeface="Apple SD Gothic Neo"/>
                <a:ea typeface="Apple SD Gothic Neo"/>
                <a:cs typeface="Apple SD Gothic Neo"/>
              </a:rPr>
              <a:t>VIA 음성</a:t>
            </a:r>
          </a:p>
        </p:txBody>
      </p:sp>
      <p:sp>
        <p:nvSpPr>
          <p:cNvPr id="19" name="bg-29-lane">
            <a:extLst xmlns:a="http://schemas.openxmlformats.org/drawingml/2006/main">
              <a:ext uri="{FF2B5EF4-FFF2-40B4-BE49-F238E27FC236}">
                <a16:creationId xmlns:a16="http://schemas.microsoft.com/office/drawing/2014/main" id="{E52FC946-1E9A-4C96-935C-2082A64462DE}"/>
              </a:ext>
            </a:extLst>
          </p:cNvPr>
          <p:cNvSpPr>
            <a:spLocks xmlns:a="http://schemas.openxmlformats.org/drawingml/2006/main" noGrp="1"/>
          </p:cNvSpPr>
          <p:nvPr/>
        </p:nvSpPr>
        <p:spPr>
          <a:xfrm xmlns:a="http://schemas.openxmlformats.org/drawingml/2006/main">
            <a:off x="3371850" y="4905375"/>
            <a:ext cx="14249400" cy="9525"/>
          </a:xfrm>
          <a:custGeom xmlns:a="http://schemas.openxmlformats.org/drawingml/2006/main">
            <a:pathLst>
              <a:path w="14249400" h="9525">
                <a:moveTo>
                  <a:pt x="0" y="0"/>
                </a:moveTo>
                <a:lnTo>
                  <a:pt x="14249400" y="0"/>
                </a:lnTo>
              </a:path>
            </a:pathLst>
          </a:custGeom>
          <a:noFill xmlns:a="http://schemas.openxmlformats.org/drawingml/2006/main"/>
          <a:ln xmlns:a="http://schemas.openxmlformats.org/drawingml/2006/main" w="15240">
            <a:solidFill>
              <a:srgbClr val="BCCAD2"/>
            </a:solidFill>
            <a:prstDash val="dash"/>
          </a:ln>
        </p:spPr>
      </p:sp>
      <p:sp>
        <p:nvSpPr>
          <p:cNvPr id="20" name="bg-30-text">
            <a:extLst xmlns:a="http://schemas.openxmlformats.org/drawingml/2006/main">
              <a:ext uri="{FF2B5EF4-FFF2-40B4-BE49-F238E27FC236}">
                <a16:creationId xmlns:a16="http://schemas.microsoft.com/office/drawing/2014/main" id="{96CB4B2D-EC3B-4EE0-A374-12648CB68A95}"/>
              </a:ext>
            </a:extLst>
          </p:cNvPr>
          <p:cNvSpPr>
            <a:spLocks xmlns:a="http://schemas.openxmlformats.org/drawingml/2006/main" noGrp="1"/>
          </p:cNvSpPr>
          <p:nvPr/>
        </p:nvSpPr>
        <p:spPr>
          <a:xfrm xmlns:a="http://schemas.openxmlformats.org/drawingml/2006/main">
            <a:off x="495300" y="5819775"/>
            <a:ext cx="2619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354354"/>
                </a:solidFill>
                <a:latin typeface="Apple SD Gothic Neo"/>
                <a:ea typeface="Apple SD Gothic Neo"/>
                <a:cs typeface="Apple SD Gothic Neo"/>
              </a:defRPr>
            </a:pPr>
            <a:r>
              <a:rPr sz="2325" b="1">
                <a:solidFill>
                  <a:srgbClr val="354354"/>
                </a:solidFill>
                <a:latin typeface="Apple SD Gothic Neo"/>
                <a:ea typeface="Apple SD Gothic Neo"/>
                <a:cs typeface="Apple SD Gothic Neo"/>
              </a:rPr>
              <a:t>메일 업무 질문</a:t>
            </a:r>
          </a:p>
        </p:txBody>
      </p:sp>
      <p:sp>
        <p:nvSpPr>
          <p:cNvPr id="21" name="bg-31-lane">
            <a:extLst xmlns:a="http://schemas.openxmlformats.org/drawingml/2006/main">
              <a:ext uri="{FF2B5EF4-FFF2-40B4-BE49-F238E27FC236}">
                <a16:creationId xmlns:a16="http://schemas.microsoft.com/office/drawing/2014/main" id="{984BE2D5-3485-4334-BA4B-2B9009430511}"/>
              </a:ext>
            </a:extLst>
          </p:cNvPr>
          <p:cNvSpPr>
            <a:spLocks xmlns:a="http://schemas.openxmlformats.org/drawingml/2006/main" noGrp="1"/>
          </p:cNvSpPr>
          <p:nvPr/>
        </p:nvSpPr>
        <p:spPr>
          <a:xfrm xmlns:a="http://schemas.openxmlformats.org/drawingml/2006/main">
            <a:off x="3371850" y="6057900"/>
            <a:ext cx="14249400" cy="9525"/>
          </a:xfrm>
          <a:custGeom xmlns:a="http://schemas.openxmlformats.org/drawingml/2006/main">
            <a:pathLst>
              <a:path w="14249400" h="9525">
                <a:moveTo>
                  <a:pt x="0" y="0"/>
                </a:moveTo>
                <a:lnTo>
                  <a:pt x="14249400" y="0"/>
                </a:lnTo>
              </a:path>
            </a:pathLst>
          </a:custGeom>
          <a:noFill xmlns:a="http://schemas.openxmlformats.org/drawingml/2006/main"/>
          <a:ln xmlns:a="http://schemas.openxmlformats.org/drawingml/2006/main" w="15240">
            <a:solidFill>
              <a:srgbClr val="BCCAD2"/>
            </a:solidFill>
            <a:prstDash val="dash"/>
          </a:ln>
        </p:spPr>
      </p:sp>
      <p:sp>
        <p:nvSpPr>
          <p:cNvPr id="22" name="bg-32-text">
            <a:extLst xmlns:a="http://schemas.openxmlformats.org/drawingml/2006/main">
              <a:ext uri="{FF2B5EF4-FFF2-40B4-BE49-F238E27FC236}">
                <a16:creationId xmlns:a16="http://schemas.microsoft.com/office/drawing/2014/main" id="{0EF0B459-80EF-4476-B604-F0E1C6ED2C89}"/>
              </a:ext>
            </a:extLst>
          </p:cNvPr>
          <p:cNvSpPr>
            <a:spLocks xmlns:a="http://schemas.openxmlformats.org/drawingml/2006/main" noGrp="1"/>
          </p:cNvSpPr>
          <p:nvPr/>
        </p:nvSpPr>
        <p:spPr>
          <a:xfrm xmlns:a="http://schemas.openxmlformats.org/drawingml/2006/main">
            <a:off x="495300" y="6915150"/>
            <a:ext cx="2619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354354"/>
                </a:solidFill>
                <a:latin typeface="Apple SD Gothic Neo"/>
                <a:ea typeface="Apple SD Gothic Neo"/>
                <a:cs typeface="Apple SD Gothic Neo"/>
              </a:defRPr>
            </a:pPr>
            <a:r>
              <a:rPr sz="2325" b="1">
                <a:solidFill>
                  <a:srgbClr val="354354"/>
                </a:solidFill>
                <a:latin typeface="Apple SD Gothic Neo"/>
                <a:ea typeface="Apple SD Gothic Neo"/>
                <a:cs typeface="Apple SD Gothic Neo"/>
              </a:rPr>
              <a:t>이전 응답 준비</a:t>
            </a:r>
          </a:p>
        </p:txBody>
      </p:sp>
      <p:sp>
        <p:nvSpPr>
          <p:cNvPr id="23" name="bg-33-lane">
            <a:extLst xmlns:a="http://schemas.openxmlformats.org/drawingml/2006/main">
              <a:ext uri="{FF2B5EF4-FFF2-40B4-BE49-F238E27FC236}">
                <a16:creationId xmlns:a16="http://schemas.microsoft.com/office/drawing/2014/main" id="{44B16A64-7252-4A59-A081-626BEDB485DC}"/>
              </a:ext>
            </a:extLst>
          </p:cNvPr>
          <p:cNvSpPr>
            <a:spLocks xmlns:a="http://schemas.openxmlformats.org/drawingml/2006/main" noGrp="1"/>
          </p:cNvSpPr>
          <p:nvPr/>
        </p:nvSpPr>
        <p:spPr>
          <a:xfrm xmlns:a="http://schemas.openxmlformats.org/drawingml/2006/main">
            <a:off x="3371850" y="7153275"/>
            <a:ext cx="14249400" cy="9525"/>
          </a:xfrm>
          <a:custGeom xmlns:a="http://schemas.openxmlformats.org/drawingml/2006/main">
            <a:pathLst>
              <a:path w="14249400" h="9525">
                <a:moveTo>
                  <a:pt x="0" y="0"/>
                </a:moveTo>
                <a:lnTo>
                  <a:pt x="14249400" y="0"/>
                </a:lnTo>
              </a:path>
            </a:pathLst>
          </a:custGeom>
          <a:noFill xmlns:a="http://schemas.openxmlformats.org/drawingml/2006/main"/>
          <a:ln xmlns:a="http://schemas.openxmlformats.org/drawingml/2006/main" w="15240">
            <a:solidFill>
              <a:srgbClr val="BCCAD2"/>
            </a:solidFill>
            <a:prstDash val="dash"/>
          </a:ln>
        </p:spPr>
      </p:sp>
      <p:sp>
        <p:nvSpPr>
          <p:cNvPr id="24" name="bg-34-speech-interval">
            <a:extLst xmlns:a="http://schemas.openxmlformats.org/drawingml/2006/main">
              <a:ext uri="{FF2B5EF4-FFF2-40B4-BE49-F238E27FC236}">
                <a16:creationId xmlns:a16="http://schemas.microsoft.com/office/drawing/2014/main" id="{AB8AD21F-B047-41D3-AAE5-5B55A9F63E3D}"/>
              </a:ext>
            </a:extLst>
          </p:cNvPr>
          <p:cNvSpPr>
            <a:spLocks xmlns:a="http://schemas.openxmlformats.org/drawingml/2006/main" noGrp="1"/>
          </p:cNvSpPr>
          <p:nvPr/>
        </p:nvSpPr>
        <p:spPr>
          <a:xfrm xmlns:a="http://schemas.openxmlformats.org/drawingml/2006/main">
            <a:off x="7477125" y="3781425"/>
            <a:ext cx="4524375" cy="171450"/>
          </a:xfrm>
          <a:prstGeom xmlns:a="http://schemas.openxmlformats.org/drawingml/2006/main" prst="rect">
            <a:avLst/>
          </a:prstGeom>
          <a:solidFill xmlns:a="http://schemas.openxmlformats.org/drawingml/2006/main">
            <a:srgbClr val="00889A"/>
          </a:solidFill>
          <a:ln xmlns:a="http://schemas.openxmlformats.org/drawingml/2006/main" w="0">
            <a:noFill/>
          </a:ln>
        </p:spPr>
      </p:sp>
      <p:sp>
        <p:nvSpPr>
          <p:cNvPr id="25" name="bg-35-text">
            <a:extLst xmlns:a="http://schemas.openxmlformats.org/drawingml/2006/main">
              <a:ext uri="{FF2B5EF4-FFF2-40B4-BE49-F238E27FC236}">
                <a16:creationId xmlns:a16="http://schemas.microsoft.com/office/drawing/2014/main" id="{1F5D8091-940F-4A4E-A699-A93B3566AE33}"/>
              </a:ext>
            </a:extLst>
          </p:cNvPr>
          <p:cNvSpPr>
            <a:spLocks xmlns:a="http://schemas.openxmlformats.org/drawingml/2006/main" noGrp="1"/>
          </p:cNvSpPr>
          <p:nvPr/>
        </p:nvSpPr>
        <p:spPr>
          <a:xfrm xmlns:a="http://schemas.openxmlformats.org/drawingml/2006/main">
            <a:off x="7648575" y="4067175"/>
            <a:ext cx="5886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00889A"/>
                </a:solidFill>
                <a:latin typeface="Apple SD Gothic Neo"/>
                <a:ea typeface="Apple SD Gothic Neo"/>
                <a:cs typeface="Apple SD Gothic Neo"/>
              </a:defRPr>
            </a:pPr>
            <a:r>
              <a:rPr sz="2250" b="1">
                <a:solidFill>
                  <a:srgbClr val="00889A"/>
                </a:solidFill>
                <a:latin typeface="Apple SD Gothic Neo"/>
                <a:ea typeface="Apple SD Gothic Neo"/>
                <a:cs typeface="Apple SD Gothic Neo"/>
              </a:rPr>
              <a:t>“잠깐, 표부터 설명해줘.”</a:t>
            </a:r>
          </a:p>
        </p:txBody>
      </p:sp>
      <p:sp>
        <p:nvSpPr>
          <p:cNvPr id="26" name="bg-36-old-audio">
            <a:extLst xmlns:a="http://schemas.openxmlformats.org/drawingml/2006/main">
              <a:ext uri="{FF2B5EF4-FFF2-40B4-BE49-F238E27FC236}">
                <a16:creationId xmlns:a16="http://schemas.microsoft.com/office/drawing/2014/main" id="{AEB19680-EC62-4E5F-B3E6-5DE405E47978}"/>
              </a:ext>
            </a:extLst>
          </p:cNvPr>
          <p:cNvSpPr>
            <a:spLocks xmlns:a="http://schemas.openxmlformats.org/drawingml/2006/main" noGrp="1"/>
          </p:cNvSpPr>
          <p:nvPr/>
        </p:nvSpPr>
        <p:spPr>
          <a:xfrm xmlns:a="http://schemas.openxmlformats.org/drawingml/2006/main">
            <a:off x="3476625" y="4905375"/>
            <a:ext cx="4000500" cy="9525"/>
          </a:xfrm>
          <a:custGeom xmlns:a="http://schemas.openxmlformats.org/drawingml/2006/main">
            <a:pathLst>
              <a:path w="4000500" h="9525">
                <a:moveTo>
                  <a:pt x="0" y="0"/>
                </a:moveTo>
                <a:lnTo>
                  <a:pt x="4000500" y="0"/>
                </a:lnTo>
              </a:path>
            </a:pathLst>
          </a:custGeom>
          <a:noFill xmlns:a="http://schemas.openxmlformats.org/drawingml/2006/main"/>
          <a:ln xmlns:a="http://schemas.openxmlformats.org/drawingml/2006/main" w="76200">
            <a:solidFill>
              <a:srgbClr val="00889A"/>
            </a:solidFill>
            <a:prstDash val="solid"/>
          </a:ln>
        </p:spPr>
      </p:sp>
      <p:sp>
        <p:nvSpPr>
          <p:cNvPr id="27" name="bg-37-stop">
            <a:extLst xmlns:a="http://schemas.openxmlformats.org/drawingml/2006/main">
              <a:ext uri="{FF2B5EF4-FFF2-40B4-BE49-F238E27FC236}">
                <a16:creationId xmlns:a16="http://schemas.microsoft.com/office/drawing/2014/main" id="{47A57B6F-F082-407F-B4A2-B886B161E586}"/>
              </a:ext>
            </a:extLst>
          </p:cNvPr>
          <p:cNvSpPr>
            <a:spLocks xmlns:a="http://schemas.openxmlformats.org/drawingml/2006/main" noGrp="1"/>
          </p:cNvSpPr>
          <p:nvPr/>
        </p:nvSpPr>
        <p:spPr>
          <a:xfrm xmlns:a="http://schemas.openxmlformats.org/drawingml/2006/main">
            <a:off x="7477125" y="4714875"/>
            <a:ext cx="9525" cy="371475"/>
          </a:xfrm>
          <a:custGeom xmlns:a="http://schemas.openxmlformats.org/drawingml/2006/main">
            <a:pathLst>
              <a:path w="9525" h="371475">
                <a:moveTo>
                  <a:pt x="0" y="0"/>
                </a:moveTo>
                <a:lnTo>
                  <a:pt x="0" y="371475"/>
                </a:lnTo>
              </a:path>
            </a:pathLst>
          </a:custGeom>
          <a:noFill xmlns:a="http://schemas.openxmlformats.org/drawingml/2006/main"/>
          <a:ln xmlns:a="http://schemas.openxmlformats.org/drawingml/2006/main" w="38100">
            <a:solidFill>
              <a:srgbClr val="A54B43"/>
            </a:solidFill>
            <a:prstDash val="solid"/>
          </a:ln>
        </p:spPr>
      </p:sp>
      <p:sp>
        <p:nvSpPr>
          <p:cNvPr id="28" name="bg-38-text">
            <a:extLst xmlns:a="http://schemas.openxmlformats.org/drawingml/2006/main">
              <a:ext uri="{FF2B5EF4-FFF2-40B4-BE49-F238E27FC236}">
                <a16:creationId xmlns:a16="http://schemas.microsoft.com/office/drawing/2014/main" id="{18C83484-E4A0-4D82-987F-23B406E1DE03}"/>
              </a:ext>
            </a:extLst>
          </p:cNvPr>
          <p:cNvSpPr>
            <a:spLocks xmlns:a="http://schemas.openxmlformats.org/drawingml/2006/main" noGrp="1"/>
          </p:cNvSpPr>
          <p:nvPr/>
        </p:nvSpPr>
        <p:spPr>
          <a:xfrm xmlns:a="http://schemas.openxmlformats.org/drawingml/2006/main">
            <a:off x="6591300" y="4410075"/>
            <a:ext cx="33623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A54B43"/>
                </a:solidFill>
                <a:latin typeface="Apple SD Gothic Neo"/>
                <a:ea typeface="Apple SD Gothic Neo"/>
                <a:cs typeface="Apple SD Gothic Neo"/>
              </a:defRPr>
            </a:pPr>
            <a:r>
              <a:rPr sz="2175" b="1">
                <a:solidFill>
                  <a:srgbClr val="A54B43"/>
                </a:solidFill>
                <a:latin typeface="Apple SD Gothic Neo"/>
                <a:ea typeface="Apple SD Gothic Neo"/>
                <a:cs typeface="Apple SD Gothic Neo"/>
              </a:rPr>
              <a:t>즉시 재생 중단</a:t>
            </a:r>
          </a:p>
        </p:txBody>
      </p:sp>
      <p:sp>
        <p:nvSpPr>
          <p:cNvPr id="29" name="bg-39-text">
            <a:extLst xmlns:a="http://schemas.openxmlformats.org/drawingml/2006/main">
              <a:ext uri="{FF2B5EF4-FFF2-40B4-BE49-F238E27FC236}">
                <a16:creationId xmlns:a16="http://schemas.microsoft.com/office/drawing/2014/main" id="{3A203ED1-1081-4610-8A57-47297B4403E0}"/>
              </a:ext>
            </a:extLst>
          </p:cNvPr>
          <p:cNvSpPr>
            <a:spLocks xmlns:a="http://schemas.openxmlformats.org/drawingml/2006/main" noGrp="1"/>
          </p:cNvSpPr>
          <p:nvPr/>
        </p:nvSpPr>
        <p:spPr>
          <a:xfrm xmlns:a="http://schemas.openxmlformats.org/drawingml/2006/main">
            <a:off x="3667125" y="5162550"/>
            <a:ext cx="2628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76773"/>
                </a:solidFill>
                <a:latin typeface="Apple SD Gothic Neo"/>
                <a:ea typeface="Apple SD Gothic Neo"/>
                <a:cs typeface="Apple SD Gothic Neo"/>
              </a:defRPr>
            </a:pPr>
            <a:r>
              <a:rPr sz="2025" b="0">
                <a:solidFill>
                  <a:srgbClr val="576773"/>
                </a:solidFill>
                <a:latin typeface="Apple SD Gothic Neo"/>
                <a:ea typeface="Apple SD Gothic Neo"/>
                <a:cs typeface="Apple SD Gothic Neo"/>
              </a:rPr>
              <a:t>보고서 설명</a:t>
            </a:r>
          </a:p>
        </p:txBody>
      </p:sp>
      <p:sp>
        <p:nvSpPr>
          <p:cNvPr id="30" name="bg-40-new-audio">
            <a:extLst xmlns:a="http://schemas.openxmlformats.org/drawingml/2006/main">
              <a:ext uri="{FF2B5EF4-FFF2-40B4-BE49-F238E27FC236}">
                <a16:creationId xmlns:a16="http://schemas.microsoft.com/office/drawing/2014/main" id="{F76EB003-A6A2-408B-8910-DCFAA37733FF}"/>
              </a:ext>
            </a:extLst>
          </p:cNvPr>
          <p:cNvSpPr>
            <a:spLocks xmlns:a="http://schemas.openxmlformats.org/drawingml/2006/main" noGrp="1"/>
          </p:cNvSpPr>
          <p:nvPr/>
        </p:nvSpPr>
        <p:spPr>
          <a:xfrm xmlns:a="http://schemas.openxmlformats.org/drawingml/2006/main">
            <a:off x="12763500" y="4905375"/>
            <a:ext cx="1714500" cy="9525"/>
          </a:xfrm>
          <a:custGeom xmlns:a="http://schemas.openxmlformats.org/drawingml/2006/main">
            <a:pathLst>
              <a:path w="1714500" h="9525">
                <a:moveTo>
                  <a:pt x="0" y="0"/>
                </a:moveTo>
                <a:lnTo>
                  <a:pt x="1714500" y="0"/>
                </a:lnTo>
              </a:path>
            </a:pathLst>
          </a:custGeom>
          <a:noFill xmlns:a="http://schemas.openxmlformats.org/drawingml/2006/main"/>
          <a:ln xmlns:a="http://schemas.openxmlformats.org/drawingml/2006/main" w="76200">
            <a:solidFill>
              <a:srgbClr val="00889A"/>
            </a:solidFill>
            <a:prstDash val="solid"/>
          </a:ln>
        </p:spPr>
      </p:sp>
      <p:sp>
        <p:nvSpPr>
          <p:cNvPr id="31" name="bg-41-text">
            <a:extLst xmlns:a="http://schemas.openxmlformats.org/drawingml/2006/main">
              <a:ext uri="{FF2B5EF4-FFF2-40B4-BE49-F238E27FC236}">
                <a16:creationId xmlns:a16="http://schemas.microsoft.com/office/drawing/2014/main" id="{C50E49E1-CBD7-42C3-818D-8AE216402061}"/>
              </a:ext>
            </a:extLst>
          </p:cNvPr>
          <p:cNvSpPr>
            <a:spLocks xmlns:a="http://schemas.openxmlformats.org/drawingml/2006/main" noGrp="1"/>
          </p:cNvSpPr>
          <p:nvPr/>
        </p:nvSpPr>
        <p:spPr>
          <a:xfrm xmlns:a="http://schemas.openxmlformats.org/drawingml/2006/main">
            <a:off x="12763500" y="5162550"/>
            <a:ext cx="2143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00889A"/>
                </a:solidFill>
                <a:latin typeface="Apple SD Gothic Neo"/>
                <a:ea typeface="Apple SD Gothic Neo"/>
                <a:cs typeface="Apple SD Gothic Neo"/>
              </a:defRPr>
            </a:pPr>
            <a:r>
              <a:rPr sz="2025" b="0">
                <a:solidFill>
                  <a:srgbClr val="00889A"/>
                </a:solidFill>
                <a:latin typeface="Apple SD Gothic Neo"/>
                <a:ea typeface="Apple SD Gothic Neo"/>
                <a:cs typeface="Apple SD Gothic Neo"/>
              </a:rPr>
              <a:t>표 설명</a:t>
            </a:r>
          </a:p>
        </p:txBody>
      </p:sp>
      <p:sp>
        <p:nvSpPr>
          <p:cNvPr id="32" name="bg-42-">
            <a:extLst xmlns:a="http://schemas.openxmlformats.org/drawingml/2006/main">
              <a:ext uri="{FF2B5EF4-FFF2-40B4-BE49-F238E27FC236}">
                <a16:creationId xmlns:a16="http://schemas.microsoft.com/office/drawing/2014/main" id="{9E049518-30B4-488C-A246-7FD0AE645082}"/>
              </a:ext>
            </a:extLst>
          </p:cNvPr>
          <p:cNvSpPr>
            <a:spLocks xmlns:a="http://schemas.openxmlformats.org/drawingml/2006/main" noGrp="1"/>
          </p:cNvSpPr>
          <p:nvPr/>
        </p:nvSpPr>
        <p:spPr>
          <a:xfrm xmlns:a="http://schemas.openxmlformats.org/drawingml/2006/main">
            <a:off x="8953500" y="5934075"/>
            <a:ext cx="247650" cy="247650"/>
          </a:xfrm>
          <a:prstGeom xmlns:a="http://schemas.openxmlformats.org/drawingml/2006/main" prst="ellipse">
            <a:avLst/>
          </a:prstGeom>
          <a:solidFill xmlns:a="http://schemas.openxmlformats.org/drawingml/2006/main">
            <a:srgbClr val="FFFFFF"/>
          </a:solidFill>
          <a:ln xmlns:a="http://schemas.openxmlformats.org/drawingml/2006/main" w="23813">
            <a:solidFill>
              <a:srgbClr val="00889A"/>
            </a:solidFill>
          </a:ln>
        </p:spPr>
      </p:sp>
      <p:sp>
        <p:nvSpPr>
          <p:cNvPr id="33" name="bg-43-text">
            <a:extLst xmlns:a="http://schemas.openxmlformats.org/drawingml/2006/main">
              <a:ext uri="{FF2B5EF4-FFF2-40B4-BE49-F238E27FC236}">
                <a16:creationId xmlns:a16="http://schemas.microsoft.com/office/drawing/2014/main" id="{DF67484B-B6FA-4F39-AE10-6C5C7F615BA8}"/>
              </a:ext>
            </a:extLst>
          </p:cNvPr>
          <p:cNvSpPr>
            <a:spLocks xmlns:a="http://schemas.openxmlformats.org/drawingml/2006/main" noGrp="1"/>
          </p:cNvSpPr>
          <p:nvPr/>
        </p:nvSpPr>
        <p:spPr>
          <a:xfrm xmlns:a="http://schemas.openxmlformats.org/drawingml/2006/main">
            <a:off x="8953500" y="59340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r>
              <a:t/>
            </a:r>
          </a:p>
        </p:txBody>
      </p:sp>
      <p:sp>
        <p:nvSpPr>
          <p:cNvPr id="34" name="bg-44-text">
            <a:extLst xmlns:a="http://schemas.openxmlformats.org/drawingml/2006/main">
              <a:ext uri="{FF2B5EF4-FFF2-40B4-BE49-F238E27FC236}">
                <a16:creationId xmlns:a16="http://schemas.microsoft.com/office/drawing/2014/main" id="{E2D0FE0C-7A43-484D-A1C4-FF8A7B475AFD}"/>
              </a:ext>
            </a:extLst>
          </p:cNvPr>
          <p:cNvSpPr>
            <a:spLocks xmlns:a="http://schemas.openxmlformats.org/drawingml/2006/main" noGrp="1"/>
          </p:cNvSpPr>
          <p:nvPr/>
        </p:nvSpPr>
        <p:spPr>
          <a:xfrm xmlns:a="http://schemas.openxmlformats.org/drawingml/2006/main">
            <a:off x="8667750" y="5562600"/>
            <a:ext cx="331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A55D28"/>
                </a:solidFill>
                <a:latin typeface="Apple SD Gothic Neo"/>
                <a:ea typeface="Apple SD Gothic Neo"/>
                <a:cs typeface="Apple SD Gothic Neo"/>
              </a:defRPr>
            </a:pPr>
            <a:r>
              <a:rPr sz="2175" b="1">
                <a:solidFill>
                  <a:srgbClr val="A55D28"/>
                </a:solidFill>
                <a:latin typeface="Apple SD Gothic Neo"/>
                <a:ea typeface="Apple SD Gothic Neo"/>
                <a:cs typeface="Apple SD Gothic Neo"/>
              </a:rPr>
              <a:t>수신자 질문 도착</a:t>
            </a:r>
          </a:p>
        </p:txBody>
      </p:sp>
      <p:sp>
        <p:nvSpPr>
          <p:cNvPr id="35" name="bg-45-question-wait">
            <a:extLst xmlns:a="http://schemas.openxmlformats.org/drawingml/2006/main">
              <a:ext uri="{FF2B5EF4-FFF2-40B4-BE49-F238E27FC236}">
                <a16:creationId xmlns:a16="http://schemas.microsoft.com/office/drawing/2014/main" id="{26CA8D50-36F3-48B7-9F96-A07623566D33}"/>
              </a:ext>
            </a:extLst>
          </p:cNvPr>
          <p:cNvSpPr>
            <a:spLocks xmlns:a="http://schemas.openxmlformats.org/drawingml/2006/main" noGrp="1"/>
          </p:cNvSpPr>
          <p:nvPr/>
        </p:nvSpPr>
        <p:spPr>
          <a:xfrm xmlns:a="http://schemas.openxmlformats.org/drawingml/2006/main">
            <a:off x="9201150" y="6057900"/>
            <a:ext cx="6229350" cy="9525"/>
          </a:xfrm>
          <a:custGeom xmlns:a="http://schemas.openxmlformats.org/drawingml/2006/main">
            <a:pathLst>
              <a:path w="6229350" h="9525">
                <a:moveTo>
                  <a:pt x="0" y="0"/>
                </a:moveTo>
                <a:lnTo>
                  <a:pt x="6229350" y="0"/>
                </a:lnTo>
              </a:path>
            </a:pathLst>
          </a:custGeom>
          <a:noFill xmlns:a="http://schemas.openxmlformats.org/drawingml/2006/main"/>
          <a:ln xmlns:a="http://schemas.openxmlformats.org/drawingml/2006/main" w="28575">
            <a:solidFill>
              <a:srgbClr val="A55D28"/>
            </a:solidFill>
            <a:prstDash val="dash"/>
          </a:ln>
        </p:spPr>
      </p:sp>
      <p:sp>
        <p:nvSpPr>
          <p:cNvPr id="36" name="bg-46-text">
            <a:extLst xmlns:a="http://schemas.openxmlformats.org/drawingml/2006/main">
              <a:ext uri="{FF2B5EF4-FFF2-40B4-BE49-F238E27FC236}">
                <a16:creationId xmlns:a16="http://schemas.microsoft.com/office/drawing/2014/main" id="{EAAB30E3-C4D7-4DD6-802D-5A02CDB35222}"/>
              </a:ext>
            </a:extLst>
          </p:cNvPr>
          <p:cNvSpPr>
            <a:spLocks xmlns:a="http://schemas.openxmlformats.org/drawingml/2006/main" noGrp="1"/>
          </p:cNvSpPr>
          <p:nvPr/>
        </p:nvSpPr>
        <p:spPr>
          <a:xfrm xmlns:a="http://schemas.openxmlformats.org/drawingml/2006/main">
            <a:off x="9286875" y="6286500"/>
            <a:ext cx="716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질문을 해당 업무에 연결하고 전달 대기</a:t>
            </a:r>
          </a:p>
        </p:txBody>
      </p:sp>
      <p:sp>
        <p:nvSpPr>
          <p:cNvPr id="37" name="bg-47-question-delivery">
            <a:extLst xmlns:a="http://schemas.openxmlformats.org/drawingml/2006/main">
              <a:ext uri="{FF2B5EF4-FFF2-40B4-BE49-F238E27FC236}">
                <a16:creationId xmlns:a16="http://schemas.microsoft.com/office/drawing/2014/main" id="{9DD3D125-503B-43A8-A618-E099EA61C8C0}"/>
              </a:ext>
            </a:extLst>
          </p:cNvPr>
          <p:cNvSpPr>
            <a:spLocks xmlns:a="http://schemas.openxmlformats.org/drawingml/2006/main" noGrp="1"/>
          </p:cNvSpPr>
          <p:nvPr/>
        </p:nvSpPr>
        <p:spPr>
          <a:xfrm xmlns:a="http://schemas.openxmlformats.org/drawingml/2006/main">
            <a:off x="15430500" y="6057900"/>
            <a:ext cx="1943100" cy="9525"/>
          </a:xfrm>
          <a:custGeom xmlns:a="http://schemas.openxmlformats.org/drawingml/2006/main">
            <a:pathLst>
              <a:path w="1943100" h="9525">
                <a:moveTo>
                  <a:pt x="0" y="0"/>
                </a:moveTo>
                <a:lnTo>
                  <a:pt x="1943100" y="0"/>
                </a:lnTo>
              </a:path>
            </a:pathLst>
          </a:custGeom>
          <a:noFill xmlns:a="http://schemas.openxmlformats.org/drawingml/2006/main"/>
          <a:ln xmlns:a="http://schemas.openxmlformats.org/drawingml/2006/main" w="66675">
            <a:solidFill>
              <a:srgbClr val="A55D28"/>
            </a:solidFill>
            <a:prstDash val="solid"/>
          </a:ln>
        </p:spPr>
      </p:sp>
      <p:sp>
        <p:nvSpPr>
          <p:cNvPr id="38" name="bg-48-question-delivery-head">
            <a:extLst xmlns:a="http://schemas.openxmlformats.org/drawingml/2006/main">
              <a:ext uri="{FF2B5EF4-FFF2-40B4-BE49-F238E27FC236}">
                <a16:creationId xmlns:a16="http://schemas.microsoft.com/office/drawing/2014/main" id="{837CBDE5-BFBB-4479-89D7-828A6B9C9652}"/>
              </a:ext>
            </a:extLst>
          </p:cNvPr>
          <p:cNvSpPr>
            <a:spLocks xmlns:a="http://schemas.openxmlformats.org/drawingml/2006/main" noGrp="1"/>
          </p:cNvSpPr>
          <p:nvPr/>
        </p:nvSpPr>
        <p:spPr>
          <a:xfrm xmlns:a="http://schemas.openxmlformats.org/drawingml/2006/main">
            <a:off x="17264933" y="5998535"/>
            <a:ext cx="108667" cy="118730"/>
          </a:xfrm>
          <a:custGeom xmlns:a="http://schemas.openxmlformats.org/drawingml/2006/main">
            <a:pathLst>
              <a:path w="108667" h="118730">
                <a:moveTo>
                  <a:pt x="0" y="118730"/>
                </a:moveTo>
                <a:lnTo>
                  <a:pt x="108667" y="59365"/>
                </a:lnTo>
                <a:lnTo>
                  <a:pt x="0" y="0"/>
                </a:lnTo>
              </a:path>
            </a:pathLst>
          </a:custGeom>
          <a:noFill xmlns:a="http://schemas.openxmlformats.org/drawingml/2006/main"/>
          <a:ln xmlns:a="http://schemas.openxmlformats.org/drawingml/2006/main" w="66675">
            <a:solidFill>
              <a:srgbClr val="A55D28"/>
            </a:solidFill>
            <a:prstDash val="solid"/>
          </a:ln>
        </p:spPr>
      </p:sp>
      <p:sp>
        <p:nvSpPr>
          <p:cNvPr id="39" name="bg-49-text">
            <a:extLst xmlns:a="http://schemas.openxmlformats.org/drawingml/2006/main">
              <a:ext uri="{FF2B5EF4-FFF2-40B4-BE49-F238E27FC236}">
                <a16:creationId xmlns:a16="http://schemas.microsoft.com/office/drawing/2014/main" id="{6E8ED2F0-EA4F-4A56-AEF3-3F29531B3527}"/>
              </a:ext>
            </a:extLst>
          </p:cNvPr>
          <p:cNvSpPr>
            <a:spLocks xmlns:a="http://schemas.openxmlformats.org/drawingml/2006/main" noGrp="1"/>
          </p:cNvSpPr>
          <p:nvPr/>
        </p:nvSpPr>
        <p:spPr>
          <a:xfrm xmlns:a="http://schemas.openxmlformats.org/drawingml/2006/main">
            <a:off x="15097125" y="5572125"/>
            <a:ext cx="26955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A55D28"/>
                </a:solidFill>
                <a:latin typeface="Apple SD Gothic Neo"/>
                <a:ea typeface="Apple SD Gothic Neo"/>
                <a:cs typeface="Apple SD Gothic Neo"/>
              </a:defRPr>
            </a:pPr>
            <a:r>
              <a:rPr sz="2100" b="0">
                <a:solidFill>
                  <a:srgbClr val="A55D28"/>
                </a:solidFill>
                <a:latin typeface="Apple SD Gothic Neo"/>
                <a:ea typeface="Apple SD Gothic Neo"/>
                <a:cs typeface="Apple SD Gothic Neo"/>
              </a:rPr>
              <a:t>메일 질문 전달</a:t>
            </a:r>
          </a:p>
        </p:txBody>
      </p:sp>
      <p:sp>
        <p:nvSpPr>
          <p:cNvPr id="40" name="bg-50-">
            <a:extLst xmlns:a="http://schemas.openxmlformats.org/drawingml/2006/main">
              <a:ext uri="{FF2B5EF4-FFF2-40B4-BE49-F238E27FC236}">
                <a16:creationId xmlns:a16="http://schemas.microsoft.com/office/drawing/2014/main" id="{5EFAE725-B48B-443E-8993-92FB445F7C31}"/>
              </a:ext>
            </a:extLst>
          </p:cNvPr>
          <p:cNvSpPr>
            <a:spLocks xmlns:a="http://schemas.openxmlformats.org/drawingml/2006/main" noGrp="1"/>
          </p:cNvSpPr>
          <p:nvPr/>
        </p:nvSpPr>
        <p:spPr>
          <a:xfrm xmlns:a="http://schemas.openxmlformats.org/drawingml/2006/main">
            <a:off x="10039350" y="7019925"/>
            <a:ext cx="266700" cy="266700"/>
          </a:xfrm>
          <a:prstGeom xmlns:a="http://schemas.openxmlformats.org/drawingml/2006/main" prst="ellipse">
            <a:avLst/>
          </a:prstGeom>
          <a:solidFill xmlns:a="http://schemas.openxmlformats.org/drawingml/2006/main">
            <a:srgbClr val="FFFFFF"/>
          </a:solidFill>
          <a:ln xmlns:a="http://schemas.openxmlformats.org/drawingml/2006/main" w="23813">
            <a:solidFill>
              <a:srgbClr val="00889A"/>
            </a:solidFill>
          </a:ln>
        </p:spPr>
      </p:sp>
      <p:sp>
        <p:nvSpPr>
          <p:cNvPr id="41" name="bg-51-text">
            <a:extLst xmlns:a="http://schemas.openxmlformats.org/drawingml/2006/main">
              <a:ext uri="{FF2B5EF4-FFF2-40B4-BE49-F238E27FC236}">
                <a16:creationId xmlns:a16="http://schemas.microsoft.com/office/drawing/2014/main" id="{FC983BFB-7A18-4C66-930E-C56D7994F5C4}"/>
              </a:ext>
            </a:extLst>
          </p:cNvPr>
          <p:cNvSpPr>
            <a:spLocks xmlns:a="http://schemas.openxmlformats.org/drawingml/2006/main" noGrp="1"/>
          </p:cNvSpPr>
          <p:nvPr/>
        </p:nvSpPr>
        <p:spPr>
          <a:xfrm xmlns:a="http://schemas.openxmlformats.org/drawingml/2006/main">
            <a:off x="10039350" y="7019925"/>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r>
              <a:t/>
            </a:r>
          </a:p>
        </p:txBody>
      </p:sp>
      <p:sp>
        <p:nvSpPr>
          <p:cNvPr id="42" name="bg-52-text">
            <a:extLst xmlns:a="http://schemas.openxmlformats.org/drawingml/2006/main">
              <a:ext uri="{FF2B5EF4-FFF2-40B4-BE49-F238E27FC236}">
                <a16:creationId xmlns:a16="http://schemas.microsoft.com/office/drawing/2014/main" id="{1265F232-687C-4316-9B8F-259D79B12D52}"/>
              </a:ext>
            </a:extLst>
          </p:cNvPr>
          <p:cNvSpPr>
            <a:spLocks xmlns:a="http://schemas.openxmlformats.org/drawingml/2006/main" noGrp="1"/>
          </p:cNvSpPr>
          <p:nvPr/>
        </p:nvSpPr>
        <p:spPr>
          <a:xfrm xmlns:a="http://schemas.openxmlformats.org/drawingml/2006/main">
            <a:off x="8467725" y="7410450"/>
            <a:ext cx="4886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옛 후보가 늦게 준비됨</a:t>
            </a:r>
          </a:p>
        </p:txBody>
      </p:sp>
      <p:sp>
        <p:nvSpPr>
          <p:cNvPr id="43" name="bg-53-stale-result">
            <a:extLst xmlns:a="http://schemas.openxmlformats.org/drawingml/2006/main">
              <a:ext uri="{FF2B5EF4-FFF2-40B4-BE49-F238E27FC236}">
                <a16:creationId xmlns:a16="http://schemas.microsoft.com/office/drawing/2014/main" id="{8E862EE1-5172-4DF6-99CD-CEB05922EDD3}"/>
              </a:ext>
            </a:extLst>
          </p:cNvPr>
          <p:cNvSpPr>
            <a:spLocks xmlns:a="http://schemas.openxmlformats.org/drawingml/2006/main" noGrp="1"/>
          </p:cNvSpPr>
          <p:nvPr/>
        </p:nvSpPr>
        <p:spPr>
          <a:xfrm xmlns:a="http://schemas.openxmlformats.org/drawingml/2006/main">
            <a:off x="10306050" y="7153275"/>
            <a:ext cx="895350" cy="9525"/>
          </a:xfrm>
          <a:custGeom xmlns:a="http://schemas.openxmlformats.org/drawingml/2006/main">
            <a:pathLst>
              <a:path w="895350" h="9525">
                <a:moveTo>
                  <a:pt x="0" y="0"/>
                </a:moveTo>
                <a:lnTo>
                  <a:pt x="895350" y="0"/>
                </a:lnTo>
              </a:path>
            </a:pathLst>
          </a:custGeom>
          <a:noFill xmlns:a="http://schemas.openxmlformats.org/drawingml/2006/main"/>
          <a:ln xmlns:a="http://schemas.openxmlformats.org/drawingml/2006/main" w="28575">
            <a:solidFill>
              <a:srgbClr val="A54B43"/>
            </a:solidFill>
            <a:prstDash val="solid"/>
          </a:ln>
        </p:spPr>
      </p:sp>
      <p:sp>
        <p:nvSpPr>
          <p:cNvPr id="44" name="bg-54-stale-result-head">
            <a:extLst xmlns:a="http://schemas.openxmlformats.org/drawingml/2006/main">
              <a:ext uri="{FF2B5EF4-FFF2-40B4-BE49-F238E27FC236}">
                <a16:creationId xmlns:a16="http://schemas.microsoft.com/office/drawing/2014/main" id="{FE12C60D-8A99-437A-8935-9B08F3ADB218}"/>
              </a:ext>
            </a:extLst>
          </p:cNvPr>
          <p:cNvSpPr>
            <a:spLocks xmlns:a="http://schemas.openxmlformats.org/drawingml/2006/main" noGrp="1"/>
          </p:cNvSpPr>
          <p:nvPr/>
        </p:nvSpPr>
        <p:spPr>
          <a:xfrm xmlns:a="http://schemas.openxmlformats.org/drawingml/2006/main">
            <a:off x="11092733" y="7093910"/>
            <a:ext cx="108667" cy="118730"/>
          </a:xfrm>
          <a:custGeom xmlns:a="http://schemas.openxmlformats.org/drawingml/2006/main">
            <a:pathLst>
              <a:path w="108667" h="118730">
                <a:moveTo>
                  <a:pt x="0" y="118730"/>
                </a:moveTo>
                <a:lnTo>
                  <a:pt x="108667" y="59365"/>
                </a:lnTo>
                <a:lnTo>
                  <a:pt x="0" y="0"/>
                </a:lnTo>
              </a:path>
            </a:pathLst>
          </a:custGeom>
          <a:noFill xmlns:a="http://schemas.openxmlformats.org/drawingml/2006/main"/>
          <a:ln xmlns:a="http://schemas.openxmlformats.org/drawingml/2006/main" w="28575">
            <a:solidFill>
              <a:srgbClr val="A54B43"/>
            </a:solidFill>
            <a:prstDash val="solid"/>
          </a:ln>
        </p:spPr>
      </p:sp>
      <p:sp>
        <p:nvSpPr>
          <p:cNvPr id="45" name="bg-55-discard-x1">
            <a:extLst xmlns:a="http://schemas.openxmlformats.org/drawingml/2006/main">
              <a:ext uri="{FF2B5EF4-FFF2-40B4-BE49-F238E27FC236}">
                <a16:creationId xmlns:a16="http://schemas.microsoft.com/office/drawing/2014/main" id="{9DA15595-8AC0-4BD1-8A8E-6196F77A9BC8}"/>
              </a:ext>
            </a:extLst>
          </p:cNvPr>
          <p:cNvSpPr>
            <a:spLocks xmlns:a="http://schemas.openxmlformats.org/drawingml/2006/main" noGrp="1"/>
          </p:cNvSpPr>
          <p:nvPr/>
        </p:nvSpPr>
        <p:spPr>
          <a:xfrm xmlns:a="http://schemas.openxmlformats.org/drawingml/2006/main">
            <a:off x="11363325" y="7029450"/>
            <a:ext cx="257175" cy="257175"/>
          </a:xfrm>
          <a:custGeom xmlns:a="http://schemas.openxmlformats.org/drawingml/2006/main">
            <a:pathLst>
              <a:path w="257175" h="257175">
                <a:moveTo>
                  <a:pt x="0" y="0"/>
                </a:moveTo>
                <a:lnTo>
                  <a:pt x="257175" y="257175"/>
                </a:lnTo>
              </a:path>
            </a:pathLst>
          </a:custGeom>
          <a:noFill xmlns:a="http://schemas.openxmlformats.org/drawingml/2006/main"/>
          <a:ln xmlns:a="http://schemas.openxmlformats.org/drawingml/2006/main" w="28575">
            <a:solidFill>
              <a:srgbClr val="A54B43"/>
            </a:solidFill>
            <a:prstDash val="solid"/>
          </a:ln>
        </p:spPr>
      </p:sp>
      <p:sp>
        <p:nvSpPr>
          <p:cNvPr id="46" name="bg-56-discard-x2">
            <a:extLst xmlns:a="http://schemas.openxmlformats.org/drawingml/2006/main">
              <a:ext uri="{FF2B5EF4-FFF2-40B4-BE49-F238E27FC236}">
                <a16:creationId xmlns:a16="http://schemas.microsoft.com/office/drawing/2014/main" id="{E0A9294B-23CB-4E96-AD10-44C02A872C86}"/>
              </a:ext>
            </a:extLst>
          </p:cNvPr>
          <p:cNvSpPr>
            <a:spLocks xmlns:a="http://schemas.openxmlformats.org/drawingml/2006/main" noGrp="1"/>
          </p:cNvSpPr>
          <p:nvPr/>
        </p:nvSpPr>
        <p:spPr>
          <a:xfrm xmlns:a="http://schemas.openxmlformats.org/drawingml/2006/main">
            <a:off x="11363325" y="7029450"/>
            <a:ext cx="257175" cy="257175"/>
          </a:xfrm>
          <a:custGeom xmlns:a="http://schemas.openxmlformats.org/drawingml/2006/main">
            <a:pathLst>
              <a:path w="257175" h="257175">
                <a:moveTo>
                  <a:pt x="257175" y="0"/>
                </a:moveTo>
                <a:lnTo>
                  <a:pt x="0" y="257175"/>
                </a:lnTo>
              </a:path>
            </a:pathLst>
          </a:custGeom>
          <a:noFill xmlns:a="http://schemas.openxmlformats.org/drawingml/2006/main"/>
          <a:ln xmlns:a="http://schemas.openxmlformats.org/drawingml/2006/main" w="28575">
            <a:solidFill>
              <a:srgbClr val="A54B43"/>
            </a:solidFill>
            <a:prstDash val="solid"/>
          </a:ln>
        </p:spPr>
      </p:sp>
      <p:sp>
        <p:nvSpPr>
          <p:cNvPr id="47" name="bg-57-text">
            <a:extLst xmlns:a="http://schemas.openxmlformats.org/drawingml/2006/main">
              <a:ext uri="{FF2B5EF4-FFF2-40B4-BE49-F238E27FC236}">
                <a16:creationId xmlns:a16="http://schemas.microsoft.com/office/drawing/2014/main" id="{0CBA7E5D-7D05-4374-AF0B-FD15AEDDA653}"/>
              </a:ext>
            </a:extLst>
          </p:cNvPr>
          <p:cNvSpPr>
            <a:spLocks xmlns:a="http://schemas.openxmlformats.org/drawingml/2006/main" noGrp="1"/>
          </p:cNvSpPr>
          <p:nvPr/>
        </p:nvSpPr>
        <p:spPr>
          <a:xfrm xmlns:a="http://schemas.openxmlformats.org/drawingml/2006/main">
            <a:off x="12001500" y="6924675"/>
            <a:ext cx="5791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A54B43"/>
                </a:solidFill>
                <a:latin typeface="Apple SD Gothic Neo"/>
                <a:ea typeface="Apple SD Gothic Neo"/>
                <a:cs typeface="Apple SD Gothic Neo"/>
              </a:defRPr>
            </a:pPr>
            <a:r>
              <a:rPr sz="2175" b="1">
                <a:solidFill>
                  <a:srgbClr val="A54B43"/>
                </a:solidFill>
                <a:latin typeface="Apple SD Gothic Neo"/>
                <a:ea typeface="Apple SD Gothic Neo"/>
                <a:cs typeface="Apple SD Gothic Neo"/>
              </a:rPr>
              <a:t>현재 요청에 맞지 않는 후보 폐기</a:t>
            </a:r>
          </a:p>
        </p:txBody>
      </p:sp>
      <p:sp>
        <p:nvSpPr>
          <p:cNvPr id="48" name="bg-58-text">
            <a:extLst xmlns:a="http://schemas.openxmlformats.org/drawingml/2006/main">
              <a:ext uri="{FF2B5EF4-FFF2-40B4-BE49-F238E27FC236}">
                <a16:creationId xmlns:a16="http://schemas.microsoft.com/office/drawing/2014/main" id="{F537B53C-AD02-4AA4-B01F-E39B5606FAFD}"/>
              </a:ext>
            </a:extLst>
          </p:cNvPr>
          <p:cNvSpPr>
            <a:spLocks xmlns:a="http://schemas.openxmlformats.org/drawingml/2006/main" noGrp="1"/>
          </p:cNvSpPr>
          <p:nvPr/>
        </p:nvSpPr>
        <p:spPr>
          <a:xfrm xmlns:a="http://schemas.openxmlformats.org/drawingml/2006/main">
            <a:off x="495300" y="8020050"/>
            <a:ext cx="1729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설명용 사건 순서입니다. 선의 길이는 측정 시간이 아니며, 전달 순서는 장면의 예입니다.</a:t>
            </a:r>
          </a:p>
        </p:txBody>
      </p:sp>
      <p:sp>
        <p:nvSpPr>
          <p:cNvPr id="49" name="bg-59-footer-rule">
            <a:extLst xmlns:a="http://schemas.openxmlformats.org/drawingml/2006/main">
              <a:ext uri="{FF2B5EF4-FFF2-40B4-BE49-F238E27FC236}">
                <a16:creationId xmlns:a16="http://schemas.microsoft.com/office/drawing/2014/main" id="{3763CF54-5258-4E30-AB69-CFF36C4EBA34}"/>
              </a:ext>
            </a:extLst>
          </p:cNvPr>
          <p:cNvSpPr>
            <a:spLocks xmlns:a="http://schemas.openxmlformats.org/drawingml/2006/main" noGrp="1"/>
          </p:cNvSpPr>
          <p:nvPr/>
        </p:nvSpPr>
        <p:spPr>
          <a:xfrm xmlns:a="http://schemas.openxmlformats.org/drawingml/2006/main">
            <a:off x="495300" y="847725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50" name="bg-60-text">
            <a:extLst xmlns:a="http://schemas.openxmlformats.org/drawingml/2006/main">
              <a:ext uri="{FF2B5EF4-FFF2-40B4-BE49-F238E27FC236}">
                <a16:creationId xmlns:a16="http://schemas.microsoft.com/office/drawing/2014/main" id="{7F71B50E-8C22-4359-B3A8-F6436EBFC571}"/>
              </a:ext>
            </a:extLst>
          </p:cNvPr>
          <p:cNvSpPr>
            <a:spLocks xmlns:a="http://schemas.openxmlformats.org/drawingml/2006/main" noGrp="1"/>
          </p:cNvSpPr>
          <p:nvPr/>
        </p:nvSpPr>
        <p:spPr>
          <a:xfrm xmlns:a="http://schemas.openxmlformats.org/drawingml/2006/main">
            <a:off x="495300" y="8686800"/>
            <a:ext cx="2047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50" b="1">
                <a:solidFill>
                  <a:srgbClr val="00889A"/>
                </a:solidFill>
                <a:latin typeface="Apple SD Gothic Neo"/>
                <a:ea typeface="Apple SD Gothic Neo"/>
                <a:cs typeface="Apple SD Gothic Neo"/>
              </a:defRPr>
            </a:pPr>
            <a:r>
              <a:rPr sz="2550" b="1">
                <a:solidFill>
                  <a:srgbClr val="00889A"/>
                </a:solidFill>
                <a:latin typeface="Apple SD Gothic Neo"/>
                <a:ea typeface="Apple SD Gothic Neo"/>
                <a:cs typeface="Apple SD Gothic Neo"/>
              </a:rPr>
              <a:t>설계 질문</a:t>
            </a:r>
          </a:p>
        </p:txBody>
      </p:sp>
      <p:sp>
        <p:nvSpPr>
          <p:cNvPr id="51" name="bg-61-text">
            <a:extLst xmlns:a="http://schemas.openxmlformats.org/drawingml/2006/main">
              <a:ext uri="{FF2B5EF4-FFF2-40B4-BE49-F238E27FC236}">
                <a16:creationId xmlns:a16="http://schemas.microsoft.com/office/drawing/2014/main" id="{1E8DEE8E-E006-41DB-84E5-A9C825C28335}"/>
              </a:ext>
            </a:extLst>
          </p:cNvPr>
          <p:cNvSpPr>
            <a:spLocks xmlns:a="http://schemas.openxmlformats.org/drawingml/2006/main" noGrp="1"/>
          </p:cNvSpPr>
          <p:nvPr/>
        </p:nvSpPr>
        <p:spPr>
          <a:xfrm xmlns:a="http://schemas.openxmlformats.org/drawingml/2006/main">
            <a:off x="2667000" y="8686800"/>
            <a:ext cx="15125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00889A"/>
                </a:solidFill>
                <a:latin typeface="Apple SD Gothic Neo"/>
                <a:ea typeface="Apple SD Gothic Neo"/>
                <a:cs typeface="Apple SD Gothic Neo"/>
              </a:defRPr>
            </a:pPr>
            <a:r>
              <a:rPr sz="2325" b="1">
                <a:solidFill>
                  <a:srgbClr val="00889A"/>
                </a:solidFill>
                <a:latin typeface="Apple SD Gothic Neo"/>
                <a:ea typeface="Apple SD Gothic Neo"/>
                <a:cs typeface="Apple SD Gothic Neo"/>
              </a:rPr>
              <a:t>완료와 대기를 중앙이 연결할까, 단계별 조건으로 후속 처리를 이어갈까?</a:t>
            </a:r>
          </a:p>
        </p:txBody>
      </p:sp>
      <p:sp>
        <p:nvSpPr>
          <p:cNvPr id="52" name="bg-62-text">
            <a:extLst xmlns:a="http://schemas.openxmlformats.org/drawingml/2006/main">
              <a:ext uri="{FF2B5EF4-FFF2-40B4-BE49-F238E27FC236}">
                <a16:creationId xmlns:a16="http://schemas.microsoft.com/office/drawing/2014/main" id="{6E19A29B-4263-479A-B3CB-21C92AE77ED5}"/>
              </a:ext>
            </a:extLst>
          </p:cNvPr>
          <p:cNvSpPr>
            <a:spLocks xmlns:a="http://schemas.openxmlformats.org/drawingml/2006/main" noGrp="1"/>
          </p:cNvSpPr>
          <p:nvPr/>
        </p:nvSpPr>
        <p:spPr>
          <a:xfrm xmlns:a="http://schemas.openxmlformats.org/drawingml/2006/main">
            <a:off x="495300" y="9467850"/>
            <a:ext cx="17297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76773"/>
                </a:solidFill>
                <a:latin typeface="Apple SD Gothic Neo"/>
                <a:ea typeface="Apple SD Gothic Neo"/>
                <a:cs typeface="Apple SD Gothic Neo"/>
              </a:defRPr>
            </a:pPr>
            <a:r>
              <a:rPr sz="2025" b="0">
                <a:solidFill>
                  <a:srgbClr val="576773"/>
                </a:solidFill>
                <a:latin typeface="Apple SD Gothic Neo"/>
                <a:ea typeface="Apple SD Gothic Neo"/>
                <a:cs typeface="Apple SD Gothic Neo"/>
              </a:rPr>
              <a:t>양안 모두 비동기 실행과 지속 입력 가능. 중앙 회수/지시 비용과 단계별 Window/Join 상태 비용을 비교</a:t>
            </a:r>
          </a:p>
        </p:txBody>
      </p:sp>
    </p:spTree>
    <p:extLst>
      <p:ext uri="{BB962C8B-B14F-4D97-AF65-F5344CB8AC3E}">
        <p14:creationId xmlns:p14="http://schemas.microsoft.com/office/powerpoint/2010/main" val="840231311"/>
      </p:ext>
    </p:extLst>
  </p:cSld>
</p:sld>
</file>

<file path=ppt/slides/slide60.xml><?xml version="1.0" encoding="utf-8"?>
<p:sld xmlns:p="http://schemas.openxmlformats.org/presentationml/2006/main">
  <p:cSld name="dp45-background-v3">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bg-63-text">
            <a:extLst xmlns:a="http://schemas.openxmlformats.org/drawingml/2006/main">
              <a:ext uri="{FF2B5EF4-FFF2-40B4-BE49-F238E27FC236}">
                <a16:creationId xmlns:a16="http://schemas.microsoft.com/office/drawing/2014/main" id="{B57D31D4-577F-48CA-860B-27129DC38455}"/>
              </a:ext>
            </a:extLst>
          </p:cNvPr>
          <p:cNvSpPr>
            <a:spLocks xmlns:a="http://schemas.openxmlformats.org/drawingml/2006/main" noGrp="1"/>
          </p:cNvSpPr>
          <p:nvPr/>
        </p:nvSpPr>
        <p:spPr>
          <a:xfrm xmlns:a="http://schemas.openxmlformats.org/drawingml/2006/main">
            <a:off x="495300" y="190500"/>
            <a:ext cx="1428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DP45 배경</a:t>
            </a:r>
          </a:p>
        </p:txBody>
      </p:sp>
      <p:sp>
        <p:nvSpPr>
          <p:cNvPr id="2" name="bg-64-text">
            <a:extLst xmlns:a="http://schemas.openxmlformats.org/drawingml/2006/main">
              <a:ext uri="{FF2B5EF4-FFF2-40B4-BE49-F238E27FC236}">
                <a16:creationId xmlns:a16="http://schemas.microsoft.com/office/drawing/2014/main" id="{9D484B5D-A9BA-44A7-9B5C-AF930656D2B3}"/>
              </a:ext>
            </a:extLst>
          </p:cNvPr>
          <p:cNvSpPr>
            <a:spLocks xmlns:a="http://schemas.openxmlformats.org/drawingml/2006/main" noGrp="1"/>
          </p:cNvSpPr>
          <p:nvPr/>
        </p:nvSpPr>
        <p:spPr>
          <a:xfrm xmlns:a="http://schemas.openxmlformats.org/drawingml/2006/main">
            <a:off x="16573500" y="19050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v3 / 19</a:t>
            </a:r>
          </a:p>
        </p:txBody>
      </p:sp>
      <p:sp>
        <p:nvSpPr>
          <p:cNvPr id="3" name="bg-65-text">
            <a:extLst xmlns:a="http://schemas.openxmlformats.org/drawingml/2006/main">
              <a:ext uri="{FF2B5EF4-FFF2-40B4-BE49-F238E27FC236}">
                <a16:creationId xmlns:a16="http://schemas.microsoft.com/office/drawing/2014/main" id="{DA43DBD0-1E3F-4F33-B2DC-E97A4A680438}"/>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825" b="1">
                <a:solidFill>
                  <a:srgbClr val="202B35"/>
                </a:solidFill>
                <a:latin typeface="Apple SD Gothic Neo"/>
                <a:ea typeface="Apple SD Gothic Neo"/>
                <a:cs typeface="Apple SD Gothic Neo"/>
              </a:defRPr>
            </a:pPr>
            <a:r>
              <a:rPr sz="3825" b="1">
                <a:solidFill>
                  <a:srgbClr val="202B35"/>
                </a:solidFill>
                <a:latin typeface="Apple SD Gothic Neo"/>
                <a:ea typeface="Apple SD Gothic Neo"/>
                <a:cs typeface="Apple SD Gothic Neo"/>
              </a:rPr>
              <a:t>45. 흩어진 과거 근거의 연결과 재사용</a:t>
            </a:r>
          </a:p>
        </p:txBody>
      </p:sp>
      <p:sp>
        <p:nvSpPr>
          <p:cNvPr id="4" name="bg-66-title-rule">
            <a:extLst xmlns:a="http://schemas.openxmlformats.org/drawingml/2006/main">
              <a:ext uri="{FF2B5EF4-FFF2-40B4-BE49-F238E27FC236}">
                <a16:creationId xmlns:a16="http://schemas.microsoft.com/office/drawing/2014/main" id="{F7A249F3-65BB-468D-B4EC-4047008D0DA5}"/>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5" name="bg-67-text">
            <a:extLst xmlns:a="http://schemas.openxmlformats.org/drawingml/2006/main">
              <a:ext uri="{FF2B5EF4-FFF2-40B4-BE49-F238E27FC236}">
                <a16:creationId xmlns:a16="http://schemas.microsoft.com/office/drawing/2014/main" id="{82CF70BF-9936-494B-B221-2FE4FA4B3816}"/>
              </a:ext>
            </a:extLst>
          </p:cNvPr>
          <p:cNvSpPr>
            <a:spLocks xmlns:a="http://schemas.openxmlformats.org/drawingml/2006/main" noGrp="1"/>
          </p:cNvSpPr>
          <p:nvPr/>
        </p:nvSpPr>
        <p:spPr>
          <a:xfrm xmlns:a="http://schemas.openxmlformats.org/drawingml/2006/main">
            <a:off x="495300" y="1562100"/>
            <a:ext cx="17297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50" b="1">
                <a:solidFill>
                  <a:srgbClr val="00889A"/>
                </a:solidFill>
                <a:latin typeface="Apple SD Gothic Neo"/>
                <a:ea typeface="Apple SD Gothic Neo"/>
                <a:cs typeface="Apple SD Gothic Neo"/>
              </a:defRPr>
            </a:pPr>
            <a:r>
              <a:rPr sz="2850" b="1">
                <a:solidFill>
                  <a:srgbClr val="00889A"/>
                </a:solidFill>
                <a:latin typeface="Apple SD Gothic Neo"/>
                <a:ea typeface="Apple SD Gothic Neo"/>
                <a:cs typeface="Apple SD Gothic Neo"/>
              </a:rPr>
              <a:t>“지난번 네가 설명한 평가 기준으로,</a:t>
            </a:r>
          </a:p>
          <a:p xmlns:a="http://schemas.openxmlformats.org/drawingml/2006/main">
            <a:pPr algn="l">
              <a:defRPr sz="2850" b="1">
                <a:solidFill>
                  <a:srgbClr val="00889A"/>
                </a:solidFill>
                <a:latin typeface="Apple SD Gothic Neo"/>
                <a:ea typeface="Apple SD Gothic Neo"/>
                <a:cs typeface="Apple SD Gothic Neo"/>
              </a:defRPr>
            </a:pPr>
            <a:r>
              <a:rPr sz="2850" b="1">
                <a:solidFill>
                  <a:srgbClr val="00889A"/>
                </a:solidFill>
                <a:latin typeface="Apple SD Gothic Neo"/>
                <a:ea typeface="Apple SD Gothic Neo"/>
                <a:cs typeface="Apple SD Gothic Neo"/>
              </a:rPr>
              <a:t>제품 비교와 견적 결과를 함께 써서 제안서를 만들어줘.”</a:t>
            </a:r>
          </a:p>
        </p:txBody>
      </p:sp>
      <p:sp>
        <p:nvSpPr>
          <p:cNvPr id="6" name="bg-68-text">
            <a:extLst xmlns:a="http://schemas.openxmlformats.org/drawingml/2006/main">
              <a:ext uri="{FF2B5EF4-FFF2-40B4-BE49-F238E27FC236}">
                <a16:creationId xmlns:a16="http://schemas.microsoft.com/office/drawing/2014/main" id="{26D9E320-F812-4DB9-B62B-DF035F9D15B0}"/>
              </a:ext>
            </a:extLst>
          </p:cNvPr>
          <p:cNvSpPr>
            <a:spLocks xmlns:a="http://schemas.openxmlformats.org/drawingml/2006/main" noGrp="1"/>
          </p:cNvSpPr>
          <p:nvPr/>
        </p:nvSpPr>
        <p:spPr>
          <a:xfrm xmlns:a="http://schemas.openxmlformats.org/drawingml/2006/main">
            <a:off x="495300" y="2962275"/>
            <a:ext cx="981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354354"/>
                </a:solidFill>
                <a:latin typeface="Apple SD Gothic Neo"/>
                <a:ea typeface="Apple SD Gothic Neo"/>
                <a:cs typeface="Apple SD Gothic Neo"/>
              </a:defRPr>
            </a:pPr>
            <a:r>
              <a:rPr sz="2700" b="1">
                <a:solidFill>
                  <a:srgbClr val="354354"/>
                </a:solidFill>
                <a:latin typeface="Apple SD Gothic Neo"/>
                <a:ea typeface="Apple SD Gothic Neo"/>
                <a:cs typeface="Apple SD Gothic Neo"/>
              </a:rPr>
              <a:t>서로 다른 시점과 원본의 기록</a:t>
            </a:r>
          </a:p>
        </p:txBody>
      </p:sp>
      <p:sp>
        <p:nvSpPr>
          <p:cNvPr id="7" name="bg-69-text">
            <a:extLst xmlns:a="http://schemas.openxmlformats.org/drawingml/2006/main">
              <a:ext uri="{FF2B5EF4-FFF2-40B4-BE49-F238E27FC236}">
                <a16:creationId xmlns:a16="http://schemas.microsoft.com/office/drawing/2014/main" id="{60464FE2-08DF-48D3-AAA9-112209847087}"/>
              </a:ext>
            </a:extLst>
          </p:cNvPr>
          <p:cNvSpPr>
            <a:spLocks xmlns:a="http://schemas.openxmlformats.org/drawingml/2006/main" noGrp="1"/>
          </p:cNvSpPr>
          <p:nvPr/>
        </p:nvSpPr>
        <p:spPr>
          <a:xfrm xmlns:a="http://schemas.openxmlformats.org/drawingml/2006/main">
            <a:off x="11734800" y="2962275"/>
            <a:ext cx="6057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00889A"/>
                </a:solidFill>
                <a:latin typeface="Apple SD Gothic Neo"/>
                <a:ea typeface="Apple SD Gothic Neo"/>
                <a:cs typeface="Apple SD Gothic Neo"/>
              </a:defRPr>
            </a:pPr>
            <a:r>
              <a:rPr sz="2700" b="1">
                <a:solidFill>
                  <a:srgbClr val="00889A"/>
                </a:solidFill>
                <a:latin typeface="Apple SD Gothic Neo"/>
                <a:ea typeface="Apple SD Gothic Neo"/>
                <a:cs typeface="Apple SD Gothic Neo"/>
              </a:rPr>
              <a:t>이번 요청에 필요한 Context</a:t>
            </a:r>
          </a:p>
        </p:txBody>
      </p:sp>
      <p:sp>
        <p:nvSpPr>
          <p:cNvPr id="8" name="bg-70-history-order">
            <a:extLst xmlns:a="http://schemas.openxmlformats.org/drawingml/2006/main">
              <a:ext uri="{FF2B5EF4-FFF2-40B4-BE49-F238E27FC236}">
                <a16:creationId xmlns:a16="http://schemas.microsoft.com/office/drawing/2014/main" id="{03986B26-5525-499D-9EBE-2CD38C738318}"/>
              </a:ext>
            </a:extLst>
          </p:cNvPr>
          <p:cNvSpPr>
            <a:spLocks xmlns:a="http://schemas.openxmlformats.org/drawingml/2006/main" noGrp="1"/>
          </p:cNvSpPr>
          <p:nvPr/>
        </p:nvSpPr>
        <p:spPr>
          <a:xfrm xmlns:a="http://schemas.openxmlformats.org/drawingml/2006/main">
            <a:off x="800100" y="3714750"/>
            <a:ext cx="9525" cy="3733800"/>
          </a:xfrm>
          <a:custGeom xmlns:a="http://schemas.openxmlformats.org/drawingml/2006/main">
            <a:pathLst>
              <a:path w="9525" h="3733800">
                <a:moveTo>
                  <a:pt x="0" y="0"/>
                </a:moveTo>
                <a:lnTo>
                  <a:pt x="0" y="3733800"/>
                </a:lnTo>
              </a:path>
            </a:pathLst>
          </a:custGeom>
          <a:noFill xmlns:a="http://schemas.openxmlformats.org/drawingml/2006/main"/>
          <a:ln xmlns:a="http://schemas.openxmlformats.org/drawingml/2006/main" w="28575">
            <a:solidFill>
              <a:srgbClr val="BCCAD2"/>
            </a:solidFill>
            <a:prstDash val="solid"/>
          </a:ln>
        </p:spPr>
      </p:sp>
      <p:sp>
        <p:nvSpPr>
          <p:cNvPr id="9" name="bg-71-history-order-head">
            <a:extLst xmlns:a="http://schemas.openxmlformats.org/drawingml/2006/main">
              <a:ext uri="{FF2B5EF4-FFF2-40B4-BE49-F238E27FC236}">
                <a16:creationId xmlns:a16="http://schemas.microsoft.com/office/drawing/2014/main" id="{AACBE5E7-501E-4DA1-AB63-3BCADB81ED08}"/>
              </a:ext>
            </a:extLst>
          </p:cNvPr>
          <p:cNvSpPr>
            <a:spLocks xmlns:a="http://schemas.openxmlformats.org/drawingml/2006/main" noGrp="1"/>
          </p:cNvSpPr>
          <p:nvPr/>
        </p:nvSpPr>
        <p:spPr>
          <a:xfrm xmlns:a="http://schemas.openxmlformats.org/drawingml/2006/main">
            <a:off x="740735" y="7339883"/>
            <a:ext cx="118730" cy="108667"/>
          </a:xfrm>
          <a:custGeom xmlns:a="http://schemas.openxmlformats.org/drawingml/2006/main">
            <a:pathLst>
              <a:path w="118730" h="108667">
                <a:moveTo>
                  <a:pt x="0" y="0"/>
                </a:moveTo>
                <a:lnTo>
                  <a:pt x="59365" y="108667"/>
                </a:lnTo>
                <a:lnTo>
                  <a:pt x="118730" y="0"/>
                </a:lnTo>
              </a:path>
            </a:pathLst>
          </a:custGeom>
          <a:noFill xmlns:a="http://schemas.openxmlformats.org/drawingml/2006/main"/>
          <a:ln xmlns:a="http://schemas.openxmlformats.org/drawingml/2006/main" w="28575">
            <a:solidFill>
              <a:srgbClr val="BCCAD2"/>
            </a:solidFill>
            <a:prstDash val="solid"/>
          </a:ln>
        </p:spPr>
      </p:sp>
      <p:sp>
        <p:nvSpPr>
          <p:cNvPr id="10" name="bg-72-">
            <a:extLst xmlns:a="http://schemas.openxmlformats.org/drawingml/2006/main">
              <a:ext uri="{FF2B5EF4-FFF2-40B4-BE49-F238E27FC236}">
                <a16:creationId xmlns:a16="http://schemas.microsoft.com/office/drawing/2014/main" id="{9C692CA7-C9ED-4BA7-A5C9-0ECDB7303C61}"/>
              </a:ext>
            </a:extLst>
          </p:cNvPr>
          <p:cNvSpPr>
            <a:spLocks xmlns:a="http://schemas.openxmlformats.org/drawingml/2006/main" noGrp="1"/>
          </p:cNvSpPr>
          <p:nvPr/>
        </p:nvSpPr>
        <p:spPr>
          <a:xfrm xmlns:a="http://schemas.openxmlformats.org/drawingml/2006/main">
            <a:off x="685800" y="3952875"/>
            <a:ext cx="228600" cy="228600"/>
          </a:xfrm>
          <a:prstGeom xmlns:a="http://schemas.openxmlformats.org/drawingml/2006/main" prst="ellipse">
            <a:avLst/>
          </a:prstGeom>
          <a:solidFill xmlns:a="http://schemas.openxmlformats.org/drawingml/2006/main">
            <a:srgbClr val="FFFFFF"/>
          </a:solidFill>
          <a:ln xmlns:a="http://schemas.openxmlformats.org/drawingml/2006/main" w="23813">
            <a:solidFill>
              <a:srgbClr val="00889A"/>
            </a:solidFill>
          </a:ln>
        </p:spPr>
      </p:sp>
      <p:sp>
        <p:nvSpPr>
          <p:cNvPr id="11" name="bg-73-text">
            <a:extLst xmlns:a="http://schemas.openxmlformats.org/drawingml/2006/main">
              <a:ext uri="{FF2B5EF4-FFF2-40B4-BE49-F238E27FC236}">
                <a16:creationId xmlns:a16="http://schemas.microsoft.com/office/drawing/2014/main" id="{FB070205-9484-4C0C-9C1E-A9F370C2470C}"/>
              </a:ext>
            </a:extLst>
          </p:cNvPr>
          <p:cNvSpPr>
            <a:spLocks xmlns:a="http://schemas.openxmlformats.org/drawingml/2006/main" noGrp="1"/>
          </p:cNvSpPr>
          <p:nvPr/>
        </p:nvSpPr>
        <p:spPr>
          <a:xfrm xmlns:a="http://schemas.openxmlformats.org/drawingml/2006/main">
            <a:off x="685800" y="3952875"/>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r>
              <a:t/>
            </a:r>
          </a:p>
        </p:txBody>
      </p:sp>
      <p:sp>
        <p:nvSpPr>
          <p:cNvPr id="12" name="bg-74-text">
            <a:extLst xmlns:a="http://schemas.openxmlformats.org/drawingml/2006/main">
              <a:ext uri="{FF2B5EF4-FFF2-40B4-BE49-F238E27FC236}">
                <a16:creationId xmlns:a16="http://schemas.microsoft.com/office/drawing/2014/main" id="{C8418CAB-2CF9-4715-8409-C77FC6828B5B}"/>
              </a:ext>
            </a:extLst>
          </p:cNvPr>
          <p:cNvSpPr>
            <a:spLocks xmlns:a="http://schemas.openxmlformats.org/drawingml/2006/main" noGrp="1"/>
          </p:cNvSpPr>
          <p:nvPr/>
        </p:nvSpPr>
        <p:spPr>
          <a:xfrm xmlns:a="http://schemas.openxmlformats.org/drawingml/2006/main">
            <a:off x="1381125" y="3790950"/>
            <a:ext cx="8705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202B35"/>
                </a:solidFill>
                <a:latin typeface="Apple SD Gothic Neo"/>
                <a:ea typeface="Apple SD Gothic Neo"/>
                <a:cs typeface="Apple SD Gothic Neo"/>
              </a:defRPr>
            </a:pPr>
            <a:r>
              <a:rPr sz="2475" b="1">
                <a:solidFill>
                  <a:srgbClr val="202B35"/>
                </a:solidFill>
                <a:latin typeface="Apple SD Gothic Neo"/>
                <a:ea typeface="Apple SD Gothic Neo"/>
                <a:cs typeface="Apple SD Gothic Neo"/>
              </a:rPr>
              <a:t>VIA가 직접 설명한 평가 기준</a:t>
            </a:r>
          </a:p>
        </p:txBody>
      </p:sp>
      <p:sp>
        <p:nvSpPr>
          <p:cNvPr id="13" name="bg-75-text">
            <a:extLst xmlns:a="http://schemas.openxmlformats.org/drawingml/2006/main">
              <a:ext uri="{FF2B5EF4-FFF2-40B4-BE49-F238E27FC236}">
                <a16:creationId xmlns:a16="http://schemas.microsoft.com/office/drawing/2014/main" id="{6023BEC4-9F76-414A-82B0-CF15B3D3616F}"/>
              </a:ext>
            </a:extLst>
          </p:cNvPr>
          <p:cNvSpPr>
            <a:spLocks xmlns:a="http://schemas.openxmlformats.org/drawingml/2006/main" noGrp="1"/>
          </p:cNvSpPr>
          <p:nvPr/>
        </p:nvSpPr>
        <p:spPr>
          <a:xfrm xmlns:a="http://schemas.openxmlformats.org/drawingml/2006/main">
            <a:off x="1381125" y="4314825"/>
            <a:ext cx="8705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P20: 실제 전달 범위와 당시 원문</a:t>
            </a:r>
          </a:p>
        </p:txBody>
      </p:sp>
      <p:sp>
        <p:nvSpPr>
          <p:cNvPr id="14" name="bg-76-history-reference">
            <a:extLst xmlns:a="http://schemas.openxmlformats.org/drawingml/2006/main">
              <a:ext uri="{FF2B5EF4-FFF2-40B4-BE49-F238E27FC236}">
                <a16:creationId xmlns:a16="http://schemas.microsoft.com/office/drawing/2014/main" id="{3A13C51C-0772-420F-B0B3-E44A1E2E8DA1}"/>
              </a:ext>
            </a:extLst>
          </p:cNvPr>
          <p:cNvSpPr>
            <a:spLocks xmlns:a="http://schemas.openxmlformats.org/drawingml/2006/main" noGrp="1"/>
          </p:cNvSpPr>
          <p:nvPr/>
        </p:nvSpPr>
        <p:spPr>
          <a:xfrm xmlns:a="http://schemas.openxmlformats.org/drawingml/2006/main">
            <a:off x="10325100" y="4105275"/>
            <a:ext cx="1104900" cy="9525"/>
          </a:xfrm>
          <a:custGeom xmlns:a="http://schemas.openxmlformats.org/drawingml/2006/main">
            <a:pathLst>
              <a:path w="1104900" h="9525">
                <a:moveTo>
                  <a:pt x="0" y="0"/>
                </a:moveTo>
                <a:lnTo>
                  <a:pt x="1104900" y="0"/>
                </a:lnTo>
              </a:path>
            </a:pathLst>
          </a:custGeom>
          <a:noFill xmlns:a="http://schemas.openxmlformats.org/drawingml/2006/main"/>
          <a:ln xmlns:a="http://schemas.openxmlformats.org/drawingml/2006/main" w="28575">
            <a:solidFill>
              <a:srgbClr val="00889A"/>
            </a:solidFill>
            <a:prstDash val="dash"/>
          </a:ln>
        </p:spPr>
      </p:sp>
      <p:sp>
        <p:nvSpPr>
          <p:cNvPr id="15" name="bg-77-history-reference-head">
            <a:extLst xmlns:a="http://schemas.openxmlformats.org/drawingml/2006/main">
              <a:ext uri="{FF2B5EF4-FFF2-40B4-BE49-F238E27FC236}">
                <a16:creationId xmlns:a16="http://schemas.microsoft.com/office/drawing/2014/main" id="{292C742F-EF9A-42C2-A63F-7D97E5FD1A70}"/>
              </a:ext>
            </a:extLst>
          </p:cNvPr>
          <p:cNvSpPr>
            <a:spLocks xmlns:a="http://schemas.openxmlformats.org/drawingml/2006/main" noGrp="1"/>
          </p:cNvSpPr>
          <p:nvPr/>
        </p:nvSpPr>
        <p:spPr>
          <a:xfrm xmlns:a="http://schemas.openxmlformats.org/drawingml/2006/main">
            <a:off x="11321333" y="4045910"/>
            <a:ext cx="108667" cy="118730"/>
          </a:xfrm>
          <a:custGeom xmlns:a="http://schemas.openxmlformats.org/drawingml/2006/main">
            <a:pathLst>
              <a:path w="108667" h="118730">
                <a:moveTo>
                  <a:pt x="0" y="118730"/>
                </a:moveTo>
                <a:lnTo>
                  <a:pt x="108667" y="59365"/>
                </a:lnTo>
                <a:lnTo>
                  <a:pt x="0" y="0"/>
                </a:lnTo>
              </a:path>
            </a:pathLst>
          </a:custGeom>
          <a:noFill xmlns:a="http://schemas.openxmlformats.org/drawingml/2006/main"/>
          <a:ln xmlns:a="http://schemas.openxmlformats.org/drawingml/2006/main" w="28575">
            <a:solidFill>
              <a:srgbClr val="00889A"/>
            </a:solidFill>
            <a:prstDash val="solid"/>
          </a:ln>
        </p:spPr>
      </p:sp>
      <p:sp>
        <p:nvSpPr>
          <p:cNvPr id="16" name="bg-78-text">
            <a:extLst xmlns:a="http://schemas.openxmlformats.org/drawingml/2006/main">
              <a:ext uri="{FF2B5EF4-FFF2-40B4-BE49-F238E27FC236}">
                <a16:creationId xmlns:a16="http://schemas.microsoft.com/office/drawing/2014/main" id="{D46CEC88-5BA8-4232-B37C-EB064487F99A}"/>
              </a:ext>
            </a:extLst>
          </p:cNvPr>
          <p:cNvSpPr>
            <a:spLocks xmlns:a="http://schemas.openxmlformats.org/drawingml/2006/main" noGrp="1"/>
          </p:cNvSpPr>
          <p:nvPr/>
        </p:nvSpPr>
        <p:spPr>
          <a:xfrm xmlns:a="http://schemas.openxmlformats.org/drawingml/2006/main">
            <a:off x="11734800" y="3848100"/>
            <a:ext cx="6057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00889A"/>
                </a:solidFill>
                <a:latin typeface="Apple SD Gothic Neo"/>
                <a:ea typeface="Apple SD Gothic Neo"/>
                <a:cs typeface="Apple SD Gothic Neo"/>
              </a:defRPr>
            </a:pPr>
            <a:r>
              <a:rPr sz="2400" b="1">
                <a:solidFill>
                  <a:srgbClr val="00889A"/>
                </a:solidFill>
                <a:latin typeface="Apple SD Gothic Neo"/>
                <a:ea typeface="Apple SD Gothic Neo"/>
                <a:cs typeface="Apple SD Gothic Neo"/>
              </a:rPr>
              <a:t>평가 기준의 필요한 부분</a:t>
            </a:r>
          </a:p>
        </p:txBody>
      </p:sp>
      <p:sp>
        <p:nvSpPr>
          <p:cNvPr id="17" name="bg-79-">
            <a:extLst xmlns:a="http://schemas.openxmlformats.org/drawingml/2006/main">
              <a:ext uri="{FF2B5EF4-FFF2-40B4-BE49-F238E27FC236}">
                <a16:creationId xmlns:a16="http://schemas.microsoft.com/office/drawing/2014/main" id="{A774797F-F51F-4303-9D69-DDA06D0D073D}"/>
              </a:ext>
            </a:extLst>
          </p:cNvPr>
          <p:cNvSpPr>
            <a:spLocks xmlns:a="http://schemas.openxmlformats.org/drawingml/2006/main" noGrp="1"/>
          </p:cNvSpPr>
          <p:nvPr/>
        </p:nvSpPr>
        <p:spPr>
          <a:xfrm xmlns:a="http://schemas.openxmlformats.org/drawingml/2006/main">
            <a:off x="685800" y="5410200"/>
            <a:ext cx="228600" cy="228600"/>
          </a:xfrm>
          <a:prstGeom xmlns:a="http://schemas.openxmlformats.org/drawingml/2006/main" prst="ellipse">
            <a:avLst/>
          </a:prstGeom>
          <a:solidFill xmlns:a="http://schemas.openxmlformats.org/drawingml/2006/main">
            <a:srgbClr val="FFFFFF"/>
          </a:solidFill>
          <a:ln xmlns:a="http://schemas.openxmlformats.org/drawingml/2006/main" w="23813">
            <a:solidFill>
              <a:srgbClr val="00889A"/>
            </a:solidFill>
          </a:ln>
        </p:spPr>
      </p:sp>
      <p:sp>
        <p:nvSpPr>
          <p:cNvPr id="18" name="bg-80-text">
            <a:extLst xmlns:a="http://schemas.openxmlformats.org/drawingml/2006/main">
              <a:ext uri="{FF2B5EF4-FFF2-40B4-BE49-F238E27FC236}">
                <a16:creationId xmlns:a16="http://schemas.microsoft.com/office/drawing/2014/main" id="{6179EE4B-F26E-4570-AA82-97A06B104B01}"/>
              </a:ext>
            </a:extLst>
          </p:cNvPr>
          <p:cNvSpPr>
            <a:spLocks xmlns:a="http://schemas.openxmlformats.org/drawingml/2006/main" noGrp="1"/>
          </p:cNvSpPr>
          <p:nvPr/>
        </p:nvSpPr>
        <p:spPr>
          <a:xfrm xmlns:a="http://schemas.openxmlformats.org/drawingml/2006/main">
            <a:off x="685800" y="54102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r>
              <a:t/>
            </a:r>
          </a:p>
        </p:txBody>
      </p:sp>
      <p:sp>
        <p:nvSpPr>
          <p:cNvPr id="19" name="bg-81-text">
            <a:extLst xmlns:a="http://schemas.openxmlformats.org/drawingml/2006/main">
              <a:ext uri="{FF2B5EF4-FFF2-40B4-BE49-F238E27FC236}">
                <a16:creationId xmlns:a16="http://schemas.microsoft.com/office/drawing/2014/main" id="{CBF52C22-D94B-4A30-AB8A-58B803B59AD0}"/>
              </a:ext>
            </a:extLst>
          </p:cNvPr>
          <p:cNvSpPr>
            <a:spLocks xmlns:a="http://schemas.openxmlformats.org/drawingml/2006/main" noGrp="1"/>
          </p:cNvSpPr>
          <p:nvPr/>
        </p:nvSpPr>
        <p:spPr>
          <a:xfrm xmlns:a="http://schemas.openxmlformats.org/drawingml/2006/main">
            <a:off x="1381125" y="5248275"/>
            <a:ext cx="8705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202B35"/>
                </a:solidFill>
                <a:latin typeface="Apple SD Gothic Neo"/>
                <a:ea typeface="Apple SD Gothic Neo"/>
                <a:cs typeface="Apple SD Gothic Neo"/>
              </a:defRPr>
            </a:pPr>
            <a:r>
              <a:rPr sz="2475" b="1">
                <a:solidFill>
                  <a:srgbClr val="202B35"/>
                </a:solidFill>
                <a:latin typeface="Apple SD Gothic Neo"/>
                <a:ea typeface="Apple SD Gothic Neo"/>
                <a:cs typeface="Apple SD Gothic Neo"/>
              </a:rPr>
              <a:t>제품 조사 업무의 확인된 결과</a:t>
            </a:r>
          </a:p>
        </p:txBody>
      </p:sp>
      <p:sp>
        <p:nvSpPr>
          <p:cNvPr id="20" name="bg-82-text">
            <a:extLst xmlns:a="http://schemas.openxmlformats.org/drawingml/2006/main">
              <a:ext uri="{FF2B5EF4-FFF2-40B4-BE49-F238E27FC236}">
                <a16:creationId xmlns:a16="http://schemas.microsoft.com/office/drawing/2014/main" id="{879F67A0-841E-41AF-A40D-479B706B72A3}"/>
              </a:ext>
            </a:extLst>
          </p:cNvPr>
          <p:cNvSpPr>
            <a:spLocks xmlns:a="http://schemas.openxmlformats.org/drawingml/2006/main" noGrp="1"/>
          </p:cNvSpPr>
          <p:nvPr/>
        </p:nvSpPr>
        <p:spPr>
          <a:xfrm xmlns:a="http://schemas.openxmlformats.org/drawingml/2006/main">
            <a:off x="1381125" y="5772150"/>
            <a:ext cx="8705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T21 / D21@v2: 결과 참조와 허용 발췌</a:t>
            </a:r>
          </a:p>
        </p:txBody>
      </p:sp>
      <p:sp>
        <p:nvSpPr>
          <p:cNvPr id="21" name="bg-83-history-reference">
            <a:extLst xmlns:a="http://schemas.openxmlformats.org/drawingml/2006/main">
              <a:ext uri="{FF2B5EF4-FFF2-40B4-BE49-F238E27FC236}">
                <a16:creationId xmlns:a16="http://schemas.microsoft.com/office/drawing/2014/main" id="{33AF8117-574A-4F96-A3F7-AA40A64D5652}"/>
              </a:ext>
            </a:extLst>
          </p:cNvPr>
          <p:cNvSpPr>
            <a:spLocks xmlns:a="http://schemas.openxmlformats.org/drawingml/2006/main" noGrp="1"/>
          </p:cNvSpPr>
          <p:nvPr/>
        </p:nvSpPr>
        <p:spPr>
          <a:xfrm xmlns:a="http://schemas.openxmlformats.org/drawingml/2006/main">
            <a:off x="10325100" y="5562600"/>
            <a:ext cx="1104900" cy="9525"/>
          </a:xfrm>
          <a:custGeom xmlns:a="http://schemas.openxmlformats.org/drawingml/2006/main">
            <a:pathLst>
              <a:path w="1104900" h="9525">
                <a:moveTo>
                  <a:pt x="0" y="0"/>
                </a:moveTo>
                <a:lnTo>
                  <a:pt x="1104900" y="0"/>
                </a:lnTo>
              </a:path>
            </a:pathLst>
          </a:custGeom>
          <a:noFill xmlns:a="http://schemas.openxmlformats.org/drawingml/2006/main"/>
          <a:ln xmlns:a="http://schemas.openxmlformats.org/drawingml/2006/main" w="28575">
            <a:solidFill>
              <a:srgbClr val="00889A"/>
            </a:solidFill>
            <a:prstDash val="dash"/>
          </a:ln>
        </p:spPr>
      </p:sp>
      <p:sp>
        <p:nvSpPr>
          <p:cNvPr id="22" name="bg-84-history-reference-head">
            <a:extLst xmlns:a="http://schemas.openxmlformats.org/drawingml/2006/main">
              <a:ext uri="{FF2B5EF4-FFF2-40B4-BE49-F238E27FC236}">
                <a16:creationId xmlns:a16="http://schemas.microsoft.com/office/drawing/2014/main" id="{D01CB51F-2340-487A-86F8-319251C37DEE}"/>
              </a:ext>
            </a:extLst>
          </p:cNvPr>
          <p:cNvSpPr>
            <a:spLocks xmlns:a="http://schemas.openxmlformats.org/drawingml/2006/main" noGrp="1"/>
          </p:cNvSpPr>
          <p:nvPr/>
        </p:nvSpPr>
        <p:spPr>
          <a:xfrm xmlns:a="http://schemas.openxmlformats.org/drawingml/2006/main">
            <a:off x="11321333" y="5503235"/>
            <a:ext cx="108667" cy="118730"/>
          </a:xfrm>
          <a:custGeom xmlns:a="http://schemas.openxmlformats.org/drawingml/2006/main">
            <a:pathLst>
              <a:path w="108667" h="118730">
                <a:moveTo>
                  <a:pt x="0" y="118730"/>
                </a:moveTo>
                <a:lnTo>
                  <a:pt x="108667" y="59365"/>
                </a:lnTo>
                <a:lnTo>
                  <a:pt x="0" y="0"/>
                </a:lnTo>
              </a:path>
            </a:pathLst>
          </a:custGeom>
          <a:noFill xmlns:a="http://schemas.openxmlformats.org/drawingml/2006/main"/>
          <a:ln xmlns:a="http://schemas.openxmlformats.org/drawingml/2006/main" w="28575">
            <a:solidFill>
              <a:srgbClr val="00889A"/>
            </a:solidFill>
            <a:prstDash val="solid"/>
          </a:ln>
        </p:spPr>
      </p:sp>
      <p:sp>
        <p:nvSpPr>
          <p:cNvPr id="23" name="bg-85-text">
            <a:extLst xmlns:a="http://schemas.openxmlformats.org/drawingml/2006/main">
              <a:ext uri="{FF2B5EF4-FFF2-40B4-BE49-F238E27FC236}">
                <a16:creationId xmlns:a16="http://schemas.microsoft.com/office/drawing/2014/main" id="{500B61A5-39FE-42DE-8759-8B0D120C31A1}"/>
              </a:ext>
            </a:extLst>
          </p:cNvPr>
          <p:cNvSpPr>
            <a:spLocks xmlns:a="http://schemas.openxmlformats.org/drawingml/2006/main" noGrp="1"/>
          </p:cNvSpPr>
          <p:nvPr/>
        </p:nvSpPr>
        <p:spPr>
          <a:xfrm xmlns:a="http://schemas.openxmlformats.org/drawingml/2006/main">
            <a:off x="11734800" y="5305425"/>
            <a:ext cx="6057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00889A"/>
                </a:solidFill>
                <a:latin typeface="Apple SD Gothic Neo"/>
                <a:ea typeface="Apple SD Gothic Neo"/>
                <a:cs typeface="Apple SD Gothic Neo"/>
              </a:defRPr>
            </a:pPr>
            <a:r>
              <a:rPr sz="2400" b="1">
                <a:solidFill>
                  <a:srgbClr val="00889A"/>
                </a:solidFill>
                <a:latin typeface="Apple SD Gothic Neo"/>
                <a:ea typeface="Apple SD Gothic Neo"/>
                <a:cs typeface="Apple SD Gothic Neo"/>
              </a:rPr>
              <a:t>제품 비교 결과의 근거</a:t>
            </a:r>
          </a:p>
        </p:txBody>
      </p:sp>
      <p:sp>
        <p:nvSpPr>
          <p:cNvPr id="24" name="bg-86-">
            <a:extLst xmlns:a="http://schemas.openxmlformats.org/drawingml/2006/main">
              <a:ext uri="{FF2B5EF4-FFF2-40B4-BE49-F238E27FC236}">
                <a16:creationId xmlns:a16="http://schemas.microsoft.com/office/drawing/2014/main" id="{03261EC2-555D-4664-9965-23A6ECC5FB55}"/>
              </a:ext>
            </a:extLst>
          </p:cNvPr>
          <p:cNvSpPr>
            <a:spLocks xmlns:a="http://schemas.openxmlformats.org/drawingml/2006/main" noGrp="1"/>
          </p:cNvSpPr>
          <p:nvPr/>
        </p:nvSpPr>
        <p:spPr>
          <a:xfrm xmlns:a="http://schemas.openxmlformats.org/drawingml/2006/main">
            <a:off x="685800" y="6867525"/>
            <a:ext cx="228600" cy="228600"/>
          </a:xfrm>
          <a:prstGeom xmlns:a="http://schemas.openxmlformats.org/drawingml/2006/main" prst="ellipse">
            <a:avLst/>
          </a:prstGeom>
          <a:solidFill xmlns:a="http://schemas.openxmlformats.org/drawingml/2006/main">
            <a:srgbClr val="FFFFFF"/>
          </a:solidFill>
          <a:ln xmlns:a="http://schemas.openxmlformats.org/drawingml/2006/main" w="23813">
            <a:solidFill>
              <a:srgbClr val="00889A"/>
            </a:solidFill>
          </a:ln>
        </p:spPr>
      </p:sp>
      <p:sp>
        <p:nvSpPr>
          <p:cNvPr id="25" name="bg-87-text">
            <a:extLst xmlns:a="http://schemas.openxmlformats.org/drawingml/2006/main">
              <a:ext uri="{FF2B5EF4-FFF2-40B4-BE49-F238E27FC236}">
                <a16:creationId xmlns:a16="http://schemas.microsoft.com/office/drawing/2014/main" id="{F5EA26ED-E50E-493D-B882-7BCE3AD22C1B}"/>
              </a:ext>
            </a:extLst>
          </p:cNvPr>
          <p:cNvSpPr>
            <a:spLocks xmlns:a="http://schemas.openxmlformats.org/drawingml/2006/main" noGrp="1"/>
          </p:cNvSpPr>
          <p:nvPr/>
        </p:nvSpPr>
        <p:spPr>
          <a:xfrm xmlns:a="http://schemas.openxmlformats.org/drawingml/2006/main">
            <a:off x="685800" y="6867525"/>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r>
              <a:t/>
            </a:r>
          </a:p>
        </p:txBody>
      </p:sp>
      <p:sp>
        <p:nvSpPr>
          <p:cNvPr id="26" name="bg-88-text">
            <a:extLst xmlns:a="http://schemas.openxmlformats.org/drawingml/2006/main">
              <a:ext uri="{FF2B5EF4-FFF2-40B4-BE49-F238E27FC236}">
                <a16:creationId xmlns:a16="http://schemas.microsoft.com/office/drawing/2014/main" id="{D89A6756-ED9F-4C89-91FA-9F7354BA02E8}"/>
              </a:ext>
            </a:extLst>
          </p:cNvPr>
          <p:cNvSpPr>
            <a:spLocks xmlns:a="http://schemas.openxmlformats.org/drawingml/2006/main" noGrp="1"/>
          </p:cNvSpPr>
          <p:nvPr/>
        </p:nvSpPr>
        <p:spPr>
          <a:xfrm xmlns:a="http://schemas.openxmlformats.org/drawingml/2006/main">
            <a:off x="1381125" y="6705600"/>
            <a:ext cx="8705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202B35"/>
                </a:solidFill>
                <a:latin typeface="Apple SD Gothic Neo"/>
                <a:ea typeface="Apple SD Gothic Neo"/>
                <a:cs typeface="Apple SD Gothic Neo"/>
              </a:defRPr>
            </a:pPr>
            <a:r>
              <a:rPr sz="2475" b="1">
                <a:solidFill>
                  <a:srgbClr val="202B35"/>
                </a:solidFill>
                <a:latin typeface="Apple SD Gothic Neo"/>
                <a:ea typeface="Apple SD Gothic Neo"/>
                <a:cs typeface="Apple SD Gothic Neo"/>
              </a:rPr>
              <a:t>견적 업무의 확인된 결과</a:t>
            </a:r>
          </a:p>
        </p:txBody>
      </p:sp>
      <p:sp>
        <p:nvSpPr>
          <p:cNvPr id="27" name="bg-89-text">
            <a:extLst xmlns:a="http://schemas.openxmlformats.org/drawingml/2006/main">
              <a:ext uri="{FF2B5EF4-FFF2-40B4-BE49-F238E27FC236}">
                <a16:creationId xmlns:a16="http://schemas.microsoft.com/office/drawing/2014/main" id="{92AA3F1D-AAA3-4733-A58D-CB3A0E58CD9E}"/>
              </a:ext>
            </a:extLst>
          </p:cNvPr>
          <p:cNvSpPr>
            <a:spLocks xmlns:a="http://schemas.openxmlformats.org/drawingml/2006/main" noGrp="1"/>
          </p:cNvSpPr>
          <p:nvPr/>
        </p:nvSpPr>
        <p:spPr>
          <a:xfrm xmlns:a="http://schemas.openxmlformats.org/drawingml/2006/main">
            <a:off x="1381125" y="7229475"/>
            <a:ext cx="8705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T22 / D22@v1: 결과 참조와 원본 버전</a:t>
            </a:r>
          </a:p>
        </p:txBody>
      </p:sp>
      <p:sp>
        <p:nvSpPr>
          <p:cNvPr id="28" name="bg-90-history-reference">
            <a:extLst xmlns:a="http://schemas.openxmlformats.org/drawingml/2006/main">
              <a:ext uri="{FF2B5EF4-FFF2-40B4-BE49-F238E27FC236}">
                <a16:creationId xmlns:a16="http://schemas.microsoft.com/office/drawing/2014/main" id="{93EFECA6-DDE9-4A84-9B46-21BC0345DA66}"/>
              </a:ext>
            </a:extLst>
          </p:cNvPr>
          <p:cNvSpPr>
            <a:spLocks xmlns:a="http://schemas.openxmlformats.org/drawingml/2006/main" noGrp="1"/>
          </p:cNvSpPr>
          <p:nvPr/>
        </p:nvSpPr>
        <p:spPr>
          <a:xfrm xmlns:a="http://schemas.openxmlformats.org/drawingml/2006/main">
            <a:off x="10325100" y="7019925"/>
            <a:ext cx="1104900" cy="9525"/>
          </a:xfrm>
          <a:custGeom xmlns:a="http://schemas.openxmlformats.org/drawingml/2006/main">
            <a:pathLst>
              <a:path w="1104900" h="9525">
                <a:moveTo>
                  <a:pt x="0" y="0"/>
                </a:moveTo>
                <a:lnTo>
                  <a:pt x="1104900" y="0"/>
                </a:lnTo>
              </a:path>
            </a:pathLst>
          </a:custGeom>
          <a:noFill xmlns:a="http://schemas.openxmlformats.org/drawingml/2006/main"/>
          <a:ln xmlns:a="http://schemas.openxmlformats.org/drawingml/2006/main" w="28575">
            <a:solidFill>
              <a:srgbClr val="00889A"/>
            </a:solidFill>
            <a:prstDash val="dash"/>
          </a:ln>
        </p:spPr>
      </p:sp>
      <p:sp>
        <p:nvSpPr>
          <p:cNvPr id="29" name="bg-91-history-reference-head">
            <a:extLst xmlns:a="http://schemas.openxmlformats.org/drawingml/2006/main">
              <a:ext uri="{FF2B5EF4-FFF2-40B4-BE49-F238E27FC236}">
                <a16:creationId xmlns:a16="http://schemas.microsoft.com/office/drawing/2014/main" id="{0A146F71-B207-4C77-968F-E48DCC51874B}"/>
              </a:ext>
            </a:extLst>
          </p:cNvPr>
          <p:cNvSpPr>
            <a:spLocks xmlns:a="http://schemas.openxmlformats.org/drawingml/2006/main" noGrp="1"/>
          </p:cNvSpPr>
          <p:nvPr/>
        </p:nvSpPr>
        <p:spPr>
          <a:xfrm xmlns:a="http://schemas.openxmlformats.org/drawingml/2006/main">
            <a:off x="11321333" y="6960560"/>
            <a:ext cx="108667" cy="118730"/>
          </a:xfrm>
          <a:custGeom xmlns:a="http://schemas.openxmlformats.org/drawingml/2006/main">
            <a:pathLst>
              <a:path w="108667" h="118730">
                <a:moveTo>
                  <a:pt x="0" y="118730"/>
                </a:moveTo>
                <a:lnTo>
                  <a:pt x="108667" y="59365"/>
                </a:lnTo>
                <a:lnTo>
                  <a:pt x="0" y="0"/>
                </a:lnTo>
              </a:path>
            </a:pathLst>
          </a:custGeom>
          <a:noFill xmlns:a="http://schemas.openxmlformats.org/drawingml/2006/main"/>
          <a:ln xmlns:a="http://schemas.openxmlformats.org/drawingml/2006/main" w="28575">
            <a:solidFill>
              <a:srgbClr val="00889A"/>
            </a:solidFill>
            <a:prstDash val="solid"/>
          </a:ln>
        </p:spPr>
      </p:sp>
      <p:sp>
        <p:nvSpPr>
          <p:cNvPr id="30" name="bg-92-text">
            <a:extLst xmlns:a="http://schemas.openxmlformats.org/drawingml/2006/main">
              <a:ext uri="{FF2B5EF4-FFF2-40B4-BE49-F238E27FC236}">
                <a16:creationId xmlns:a16="http://schemas.microsoft.com/office/drawing/2014/main" id="{7CC6A302-CAE5-4E51-9089-640D6A788D72}"/>
              </a:ext>
            </a:extLst>
          </p:cNvPr>
          <p:cNvSpPr>
            <a:spLocks xmlns:a="http://schemas.openxmlformats.org/drawingml/2006/main" noGrp="1"/>
          </p:cNvSpPr>
          <p:nvPr/>
        </p:nvSpPr>
        <p:spPr>
          <a:xfrm xmlns:a="http://schemas.openxmlformats.org/drawingml/2006/main">
            <a:off x="11734800" y="6762750"/>
            <a:ext cx="6057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00889A"/>
                </a:solidFill>
                <a:latin typeface="Apple SD Gothic Neo"/>
                <a:ea typeface="Apple SD Gothic Neo"/>
                <a:cs typeface="Apple SD Gothic Neo"/>
              </a:defRPr>
            </a:pPr>
            <a:r>
              <a:rPr sz="2400" b="1">
                <a:solidFill>
                  <a:srgbClr val="00889A"/>
                </a:solidFill>
                <a:latin typeface="Apple SD Gothic Neo"/>
                <a:ea typeface="Apple SD Gothic Neo"/>
                <a:cs typeface="Apple SD Gothic Neo"/>
              </a:rPr>
              <a:t>견적과 적용 가능한 버전</a:t>
            </a:r>
          </a:p>
        </p:txBody>
      </p:sp>
      <p:sp>
        <p:nvSpPr>
          <p:cNvPr id="31" name="bg-93-text">
            <a:extLst xmlns:a="http://schemas.openxmlformats.org/drawingml/2006/main">
              <a:ext uri="{FF2B5EF4-FFF2-40B4-BE49-F238E27FC236}">
                <a16:creationId xmlns:a16="http://schemas.microsoft.com/office/drawing/2014/main" id="{F1C629F4-A4FD-4A4C-B8A9-3540D9C5CAFB}"/>
              </a:ext>
            </a:extLst>
          </p:cNvPr>
          <p:cNvSpPr>
            <a:spLocks xmlns:a="http://schemas.openxmlformats.org/drawingml/2006/main" noGrp="1"/>
          </p:cNvSpPr>
          <p:nvPr/>
        </p:nvSpPr>
        <p:spPr>
          <a:xfrm xmlns:a="http://schemas.openxmlformats.org/drawingml/2006/main">
            <a:off x="1381125" y="7581900"/>
            <a:ext cx="1619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202B35"/>
                </a:solidFill>
                <a:latin typeface="Apple SD Gothic Neo"/>
                <a:ea typeface="Apple SD Gothic Neo"/>
                <a:cs typeface="Apple SD Gothic Neo"/>
              </a:defRPr>
            </a:pPr>
            <a:r>
              <a:rPr sz="2250" b="1">
                <a:solidFill>
                  <a:srgbClr val="202B35"/>
                </a:solidFill>
                <a:latin typeface="Apple SD Gothic Neo"/>
                <a:ea typeface="Apple SD Gothic Neo"/>
                <a:cs typeface="Apple SD Gothic Neo"/>
              </a:rPr>
              <a:t>기록은 축적되고, 같은 과거 관계를 다른 요청에서도 다시 사용할 수 있습니다.</a:t>
            </a:r>
          </a:p>
        </p:txBody>
      </p:sp>
      <p:sp>
        <p:nvSpPr>
          <p:cNvPr id="32" name="bg-94-text">
            <a:extLst xmlns:a="http://schemas.openxmlformats.org/drawingml/2006/main">
              <a:ext uri="{FF2B5EF4-FFF2-40B4-BE49-F238E27FC236}">
                <a16:creationId xmlns:a16="http://schemas.microsoft.com/office/drawing/2014/main" id="{F1B02731-CE78-43C7-B6FF-550DE4879BAD}"/>
              </a:ext>
            </a:extLst>
          </p:cNvPr>
          <p:cNvSpPr>
            <a:spLocks xmlns:a="http://schemas.openxmlformats.org/drawingml/2006/main" noGrp="1"/>
          </p:cNvSpPr>
          <p:nvPr/>
        </p:nvSpPr>
        <p:spPr>
          <a:xfrm xmlns:a="http://schemas.openxmlformats.org/drawingml/2006/main">
            <a:off x="495300" y="8048625"/>
            <a:ext cx="17297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76773"/>
                </a:solidFill>
                <a:latin typeface="Apple SD Gothic Neo"/>
                <a:ea typeface="Apple SD Gothic Neo"/>
                <a:cs typeface="Apple SD Gothic Neo"/>
              </a:defRPr>
            </a:pPr>
            <a:r>
              <a:rPr sz="1875" b="0">
                <a:solidFill>
                  <a:srgbClr val="576773"/>
                </a:solidFill>
                <a:latin typeface="Apple SD Gothic Neo"/>
                <a:ea typeface="Apple SD Gothic Neo"/>
                <a:cs typeface="Apple SD Gothic Neo"/>
              </a:rPr>
              <a:t>원본의 수정/삭제와 실제 전달 범위도 확인합니다. 결과 참조는 본문 전체의 보관을 뜻하지 않습니다.</a:t>
            </a:r>
          </a:p>
        </p:txBody>
      </p:sp>
      <p:sp>
        <p:nvSpPr>
          <p:cNvPr id="33" name="bg-95-footer-rule">
            <a:extLst xmlns:a="http://schemas.openxmlformats.org/drawingml/2006/main">
              <a:ext uri="{FF2B5EF4-FFF2-40B4-BE49-F238E27FC236}">
                <a16:creationId xmlns:a16="http://schemas.microsoft.com/office/drawing/2014/main" id="{30B998EE-3573-432B-9188-95BE7AEE136A}"/>
              </a:ext>
            </a:extLst>
          </p:cNvPr>
          <p:cNvSpPr>
            <a:spLocks xmlns:a="http://schemas.openxmlformats.org/drawingml/2006/main" noGrp="1"/>
          </p:cNvSpPr>
          <p:nvPr/>
        </p:nvSpPr>
        <p:spPr>
          <a:xfrm xmlns:a="http://schemas.openxmlformats.org/drawingml/2006/main">
            <a:off x="495300" y="847725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34" name="bg-96-text">
            <a:extLst xmlns:a="http://schemas.openxmlformats.org/drawingml/2006/main">
              <a:ext uri="{FF2B5EF4-FFF2-40B4-BE49-F238E27FC236}">
                <a16:creationId xmlns:a16="http://schemas.microsoft.com/office/drawing/2014/main" id="{5F13FAEB-ABAE-43CA-A17B-F5F706226595}"/>
              </a:ext>
            </a:extLst>
          </p:cNvPr>
          <p:cNvSpPr>
            <a:spLocks xmlns:a="http://schemas.openxmlformats.org/drawingml/2006/main" noGrp="1"/>
          </p:cNvSpPr>
          <p:nvPr/>
        </p:nvSpPr>
        <p:spPr>
          <a:xfrm xmlns:a="http://schemas.openxmlformats.org/drawingml/2006/main">
            <a:off x="495300" y="8686800"/>
            <a:ext cx="2047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50" b="1">
                <a:solidFill>
                  <a:srgbClr val="00889A"/>
                </a:solidFill>
                <a:latin typeface="Apple SD Gothic Neo"/>
                <a:ea typeface="Apple SD Gothic Neo"/>
                <a:cs typeface="Apple SD Gothic Neo"/>
              </a:defRPr>
            </a:pPr>
            <a:r>
              <a:rPr sz="2550" b="1">
                <a:solidFill>
                  <a:srgbClr val="00889A"/>
                </a:solidFill>
                <a:latin typeface="Apple SD Gothic Neo"/>
                <a:ea typeface="Apple SD Gothic Neo"/>
                <a:cs typeface="Apple SD Gothic Neo"/>
              </a:rPr>
              <a:t>설계 질문</a:t>
            </a:r>
          </a:p>
        </p:txBody>
      </p:sp>
      <p:sp>
        <p:nvSpPr>
          <p:cNvPr id="35" name="bg-97-text">
            <a:extLst xmlns:a="http://schemas.openxmlformats.org/drawingml/2006/main">
              <a:ext uri="{FF2B5EF4-FFF2-40B4-BE49-F238E27FC236}">
                <a16:creationId xmlns:a16="http://schemas.microsoft.com/office/drawing/2014/main" id="{3F469285-DB01-462F-AE7A-D00E3438A256}"/>
              </a:ext>
            </a:extLst>
          </p:cNvPr>
          <p:cNvSpPr>
            <a:spLocks xmlns:a="http://schemas.openxmlformats.org/drawingml/2006/main" noGrp="1"/>
          </p:cNvSpPr>
          <p:nvPr/>
        </p:nvSpPr>
        <p:spPr>
          <a:xfrm xmlns:a="http://schemas.openxmlformats.org/drawingml/2006/main">
            <a:off x="2667000" y="8686800"/>
            <a:ext cx="15125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00889A"/>
                </a:solidFill>
                <a:latin typeface="Apple SD Gothic Neo"/>
                <a:ea typeface="Apple SD Gothic Neo"/>
                <a:cs typeface="Apple SD Gothic Neo"/>
              </a:defRPr>
            </a:pPr>
            <a:r>
              <a:rPr sz="2325" b="1">
                <a:solidFill>
                  <a:srgbClr val="00889A"/>
                </a:solidFill>
                <a:latin typeface="Apple SD Gothic Neo"/>
                <a:ea typeface="Apple SD Gothic Neo"/>
                <a:cs typeface="Apple SD Gothic Neo"/>
              </a:rPr>
              <a:t>요청마다 원본 읽기를 조합할까, 공통 과거 관계를 생산하고 유지해 조회할까?</a:t>
            </a:r>
          </a:p>
        </p:txBody>
      </p:sp>
      <p:sp>
        <p:nvSpPr>
          <p:cNvPr id="36" name="bg-98-text">
            <a:extLst xmlns:a="http://schemas.openxmlformats.org/drawingml/2006/main">
              <a:ext uri="{FF2B5EF4-FFF2-40B4-BE49-F238E27FC236}">
                <a16:creationId xmlns:a16="http://schemas.microsoft.com/office/drawing/2014/main" id="{52A23081-DA61-481A-A1AB-8F401962D4BA}"/>
              </a:ext>
            </a:extLst>
          </p:cNvPr>
          <p:cNvSpPr>
            <a:spLocks xmlns:a="http://schemas.openxmlformats.org/drawingml/2006/main" noGrp="1"/>
          </p:cNvSpPr>
          <p:nvPr/>
        </p:nvSpPr>
        <p:spPr>
          <a:xfrm xmlns:a="http://schemas.openxmlformats.org/drawingml/2006/main">
            <a:off x="495300" y="9467850"/>
            <a:ext cx="17297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76773"/>
                </a:solidFill>
                <a:latin typeface="Apple SD Gothic Neo"/>
                <a:ea typeface="Apple SD Gothic Neo"/>
                <a:cs typeface="Apple SD Gothic Neo"/>
              </a:defRPr>
            </a:pPr>
            <a:r>
              <a:rPr sz="2025" b="0">
                <a:solidFill>
                  <a:srgbClr val="576773"/>
                </a:solidFill>
                <a:latin typeface="Apple SD Gothic Neo"/>
                <a:ea typeface="Apple SD Gothic Neo"/>
                <a:cs typeface="Apple SD Gothic Neo"/>
              </a:rPr>
              <a:t>A도 유효 cache와 부분 갱신 가능. B는 초기/미사용 생산, 삭제/철회와 게시 범위 관리 비용을 부담</a:t>
            </a:r>
          </a:p>
        </p:txBody>
      </p:sp>
    </p:spTree>
    <p:extLst>
      <p:ext uri="{BB962C8B-B14F-4D97-AF65-F5344CB8AC3E}">
        <p14:creationId xmlns:p14="http://schemas.microsoft.com/office/powerpoint/2010/main" val="210367877"/>
      </p:ext>
    </p:extLst>
  </p:cSld>
</p:sld>
</file>

<file path=ppt/slides/slide61.xml><?xml version="1.0" encoding="utf-8"?>
<p:sld xmlns:p="http://schemas.openxmlformats.org/presentationml/2006/main">
  <p:cSld name="dp42-background-v3">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bg-99-text">
            <a:extLst xmlns:a="http://schemas.openxmlformats.org/drawingml/2006/main">
              <a:ext uri="{FF2B5EF4-FFF2-40B4-BE49-F238E27FC236}">
                <a16:creationId xmlns:a16="http://schemas.microsoft.com/office/drawing/2014/main" id="{716DC4A7-6B45-49B1-8C9D-217E0BF6A049}"/>
              </a:ext>
            </a:extLst>
          </p:cNvPr>
          <p:cNvSpPr>
            <a:spLocks xmlns:a="http://schemas.openxmlformats.org/drawingml/2006/main" noGrp="1"/>
          </p:cNvSpPr>
          <p:nvPr/>
        </p:nvSpPr>
        <p:spPr>
          <a:xfrm xmlns:a="http://schemas.openxmlformats.org/drawingml/2006/main">
            <a:off x="495300" y="190500"/>
            <a:ext cx="1428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00889A"/>
                </a:solidFill>
                <a:latin typeface="Apple SD Gothic Neo"/>
                <a:ea typeface="Apple SD Gothic Neo"/>
                <a:cs typeface="Apple SD Gothic Neo"/>
              </a:defRPr>
            </a:pPr>
            <a:r>
              <a:rPr sz="1800" b="1">
                <a:solidFill>
                  <a:srgbClr val="00889A"/>
                </a:solidFill>
                <a:latin typeface="Apple SD Gothic Neo"/>
                <a:ea typeface="Apple SD Gothic Neo"/>
                <a:cs typeface="Apple SD Gothic Neo"/>
              </a:rPr>
              <a:t>VIA SOFTWARE ARCHITECTURE / DP42 배경</a:t>
            </a:r>
          </a:p>
        </p:txBody>
      </p:sp>
      <p:sp>
        <p:nvSpPr>
          <p:cNvPr id="2" name="bg-100-text">
            <a:extLst xmlns:a="http://schemas.openxmlformats.org/drawingml/2006/main">
              <a:ext uri="{FF2B5EF4-FFF2-40B4-BE49-F238E27FC236}">
                <a16:creationId xmlns:a16="http://schemas.microsoft.com/office/drawing/2014/main" id="{958928A0-BA1D-4402-9438-9B9328D3558B}"/>
              </a:ext>
            </a:extLst>
          </p:cNvPr>
          <p:cNvSpPr>
            <a:spLocks xmlns:a="http://schemas.openxmlformats.org/drawingml/2006/main" noGrp="1"/>
          </p:cNvSpPr>
          <p:nvPr/>
        </p:nvSpPr>
        <p:spPr>
          <a:xfrm xmlns:a="http://schemas.openxmlformats.org/drawingml/2006/main">
            <a:off x="16573500" y="19050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725" b="0">
                <a:solidFill>
                  <a:srgbClr val="576773"/>
                </a:solidFill>
                <a:latin typeface="Apple SD Gothic Neo"/>
                <a:ea typeface="Apple SD Gothic Neo"/>
                <a:cs typeface="Apple SD Gothic Neo"/>
              </a:defRPr>
            </a:pPr>
            <a:r>
              <a:rPr sz="1725" b="0">
                <a:solidFill>
                  <a:srgbClr val="576773"/>
                </a:solidFill>
                <a:latin typeface="Apple SD Gothic Neo"/>
                <a:ea typeface="Apple SD Gothic Neo"/>
                <a:cs typeface="Apple SD Gothic Neo"/>
              </a:rPr>
              <a:t>v3 / 21</a:t>
            </a:r>
          </a:p>
        </p:txBody>
      </p:sp>
      <p:sp>
        <p:nvSpPr>
          <p:cNvPr id="3" name="bg-101-text">
            <a:extLst xmlns:a="http://schemas.openxmlformats.org/drawingml/2006/main">
              <a:ext uri="{FF2B5EF4-FFF2-40B4-BE49-F238E27FC236}">
                <a16:creationId xmlns:a16="http://schemas.microsoft.com/office/drawing/2014/main" id="{C3D3CEB0-3D3A-43A3-B06A-24F71DBCF6E0}"/>
              </a:ext>
            </a:extLst>
          </p:cNvPr>
          <p:cNvSpPr>
            <a:spLocks xmlns:a="http://schemas.openxmlformats.org/drawingml/2006/main" noGrp="1"/>
          </p:cNvSpPr>
          <p:nvPr/>
        </p:nvSpPr>
        <p:spPr>
          <a:xfrm xmlns:a="http://schemas.openxmlformats.org/drawingml/2006/main">
            <a:off x="495300" y="600075"/>
            <a:ext cx="17297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825" b="1">
                <a:solidFill>
                  <a:srgbClr val="202B35"/>
                </a:solidFill>
                <a:latin typeface="Apple SD Gothic Neo"/>
                <a:ea typeface="Apple SD Gothic Neo"/>
                <a:cs typeface="Apple SD Gothic Neo"/>
              </a:defRPr>
            </a:pPr>
            <a:r>
              <a:rPr sz="3825" b="1">
                <a:solidFill>
                  <a:srgbClr val="202B35"/>
                </a:solidFill>
                <a:latin typeface="Apple SD Gothic Neo"/>
                <a:ea typeface="Apple SD Gothic Neo"/>
                <a:cs typeface="Apple SD Gothic Neo"/>
              </a:rPr>
              <a:t>42. 서로 다른 요청과 실행을 잇는 업무 상태</a:t>
            </a:r>
          </a:p>
        </p:txBody>
      </p:sp>
      <p:sp>
        <p:nvSpPr>
          <p:cNvPr id="4" name="bg-102-title-rule">
            <a:extLst xmlns:a="http://schemas.openxmlformats.org/drawingml/2006/main">
              <a:ext uri="{FF2B5EF4-FFF2-40B4-BE49-F238E27FC236}">
                <a16:creationId xmlns:a16="http://schemas.microsoft.com/office/drawing/2014/main" id="{8BE67519-0639-4D92-A21F-21506A1744DB}"/>
              </a:ext>
            </a:extLst>
          </p:cNvPr>
          <p:cNvSpPr>
            <a:spLocks xmlns:a="http://schemas.openxmlformats.org/drawingml/2006/main" noGrp="1"/>
          </p:cNvSpPr>
          <p:nvPr/>
        </p:nvSpPr>
        <p:spPr>
          <a:xfrm xmlns:a="http://schemas.openxmlformats.org/drawingml/2006/main">
            <a:off x="495300" y="133350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5" name="bg-103-text">
            <a:extLst xmlns:a="http://schemas.openxmlformats.org/drawingml/2006/main">
              <a:ext uri="{FF2B5EF4-FFF2-40B4-BE49-F238E27FC236}">
                <a16:creationId xmlns:a16="http://schemas.microsoft.com/office/drawing/2014/main" id="{9230D27C-85C5-4B34-A2F5-7EACBF8776B7}"/>
              </a:ext>
            </a:extLst>
          </p:cNvPr>
          <p:cNvSpPr>
            <a:spLocks xmlns:a="http://schemas.openxmlformats.org/drawingml/2006/main" noGrp="1"/>
          </p:cNvSpPr>
          <p:nvPr/>
        </p:nvSpPr>
        <p:spPr>
          <a:xfrm xmlns:a="http://schemas.openxmlformats.org/drawingml/2006/main">
            <a:off x="495300" y="1619250"/>
            <a:ext cx="17297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75" b="1">
                <a:solidFill>
                  <a:srgbClr val="202B35"/>
                </a:solidFill>
                <a:latin typeface="Apple SD Gothic Neo"/>
                <a:ea typeface="Apple SD Gothic Neo"/>
                <a:cs typeface="Apple SD Gothic Neo"/>
              </a:defRPr>
            </a:pPr>
            <a:r>
              <a:rPr sz="2775" b="1">
                <a:solidFill>
                  <a:srgbClr val="202B35"/>
                </a:solidFill>
                <a:latin typeface="Apple SD Gothic Neo"/>
                <a:ea typeface="Apple SD Gothic Neo"/>
                <a:cs typeface="Apple SD Gothic Neo"/>
              </a:rPr>
              <a:t>보고서 작성이 끝나도 같은 업무를 확인하고 수정할 수 있습니다.</a:t>
            </a:r>
          </a:p>
        </p:txBody>
      </p:sp>
      <p:sp>
        <p:nvSpPr>
          <p:cNvPr id="6" name="bg-104-text">
            <a:extLst xmlns:a="http://schemas.openxmlformats.org/drawingml/2006/main">
              <a:ext uri="{FF2B5EF4-FFF2-40B4-BE49-F238E27FC236}">
                <a16:creationId xmlns:a16="http://schemas.microsoft.com/office/drawing/2014/main" id="{4FFF234E-24F4-4C33-B159-4CA5712FF8F9}"/>
              </a:ext>
            </a:extLst>
          </p:cNvPr>
          <p:cNvSpPr>
            <a:spLocks xmlns:a="http://schemas.openxmlformats.org/drawingml/2006/main" noGrp="1"/>
          </p:cNvSpPr>
          <p:nvPr/>
        </p:nvSpPr>
        <p:spPr>
          <a:xfrm xmlns:a="http://schemas.openxmlformats.org/drawingml/2006/main">
            <a:off x="495300" y="2238375"/>
            <a:ext cx="17297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0">
                <a:solidFill>
                  <a:srgbClr val="00889A"/>
                </a:solidFill>
                <a:latin typeface="Apple SD Gothic Neo"/>
                <a:ea typeface="Apple SD Gothic Neo"/>
                <a:cs typeface="Apple SD Gothic Neo"/>
              </a:defRPr>
            </a:pPr>
            <a:r>
              <a:rPr sz="2325" b="0">
                <a:solidFill>
                  <a:srgbClr val="00889A"/>
                </a:solidFill>
                <a:latin typeface="Apple SD Gothic Neo"/>
                <a:ea typeface="Apple SD Gothic Neo"/>
                <a:cs typeface="Apple SD Gothic Neo"/>
              </a:rPr>
              <a:t>Conversation C1: 음성 연결이 꺼져도 대화 기록과 업무 연결은 유지합니다.</a:t>
            </a:r>
          </a:p>
        </p:txBody>
      </p:sp>
      <p:sp>
        <p:nvSpPr>
          <p:cNvPr id="7" name="bg-105-text">
            <a:extLst xmlns:a="http://schemas.openxmlformats.org/drawingml/2006/main">
              <a:ext uri="{FF2B5EF4-FFF2-40B4-BE49-F238E27FC236}">
                <a16:creationId xmlns:a16="http://schemas.microsoft.com/office/drawing/2014/main" id="{84C1E3C3-3797-4BD0-9EE4-65192A30EA6F}"/>
              </a:ext>
            </a:extLst>
          </p:cNvPr>
          <p:cNvSpPr>
            <a:spLocks xmlns:a="http://schemas.openxmlformats.org/drawingml/2006/main" noGrp="1"/>
          </p:cNvSpPr>
          <p:nvPr/>
        </p:nvSpPr>
        <p:spPr>
          <a:xfrm xmlns:a="http://schemas.openxmlformats.org/drawingml/2006/main">
            <a:off x="952500" y="2933700"/>
            <a:ext cx="700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50" b="1">
                <a:solidFill>
                  <a:srgbClr val="354354"/>
                </a:solidFill>
                <a:latin typeface="Apple SD Gothic Neo"/>
                <a:ea typeface="Apple SD Gothic Neo"/>
                <a:cs typeface="Apple SD Gothic Neo"/>
              </a:defRPr>
            </a:pPr>
            <a:r>
              <a:rPr sz="2550" b="1">
                <a:solidFill>
                  <a:srgbClr val="354354"/>
                </a:solidFill>
                <a:latin typeface="Apple SD Gothic Neo"/>
                <a:ea typeface="Apple SD Gothic Neo"/>
                <a:cs typeface="Apple SD Gothic Neo"/>
              </a:rPr>
              <a:t>개별 요청의 처리</a:t>
            </a:r>
          </a:p>
        </p:txBody>
      </p:sp>
      <p:sp>
        <p:nvSpPr>
          <p:cNvPr id="8" name="bg-106-text">
            <a:extLst xmlns:a="http://schemas.openxmlformats.org/drawingml/2006/main">
              <a:ext uri="{FF2B5EF4-FFF2-40B4-BE49-F238E27FC236}">
                <a16:creationId xmlns:a16="http://schemas.microsoft.com/office/drawing/2014/main" id="{9E7B2853-25A6-403F-875F-A50BEA1B2EC0}"/>
              </a:ext>
            </a:extLst>
          </p:cNvPr>
          <p:cNvSpPr>
            <a:spLocks xmlns:a="http://schemas.openxmlformats.org/drawingml/2006/main" noGrp="1"/>
          </p:cNvSpPr>
          <p:nvPr/>
        </p:nvSpPr>
        <p:spPr>
          <a:xfrm xmlns:a="http://schemas.openxmlformats.org/drawingml/2006/main">
            <a:off x="8220075" y="2933700"/>
            <a:ext cx="436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50" b="1">
                <a:solidFill>
                  <a:srgbClr val="00889A"/>
                </a:solidFill>
                <a:latin typeface="Apple SD Gothic Neo"/>
                <a:ea typeface="Apple SD Gothic Neo"/>
                <a:cs typeface="Apple SD Gothic Neo"/>
              </a:defRPr>
            </a:pPr>
            <a:r>
              <a:rPr sz="2550" b="1">
                <a:solidFill>
                  <a:srgbClr val="00889A"/>
                </a:solidFill>
                <a:latin typeface="Apple SD Gothic Neo"/>
                <a:ea typeface="Apple SD Gothic Neo"/>
                <a:cs typeface="Apple SD Gothic Neo"/>
              </a:rPr>
              <a:t>계속 추적하는 업무</a:t>
            </a:r>
          </a:p>
        </p:txBody>
      </p:sp>
      <p:sp>
        <p:nvSpPr>
          <p:cNvPr id="9" name="bg-107-text">
            <a:extLst xmlns:a="http://schemas.openxmlformats.org/drawingml/2006/main">
              <a:ext uri="{FF2B5EF4-FFF2-40B4-BE49-F238E27FC236}">
                <a16:creationId xmlns:a16="http://schemas.microsoft.com/office/drawing/2014/main" id="{59AB833D-240A-4526-B2C9-5FD8713A4708}"/>
              </a:ext>
            </a:extLst>
          </p:cNvPr>
          <p:cNvSpPr>
            <a:spLocks xmlns:a="http://schemas.openxmlformats.org/drawingml/2006/main" noGrp="1"/>
          </p:cNvSpPr>
          <p:nvPr/>
        </p:nvSpPr>
        <p:spPr>
          <a:xfrm xmlns:a="http://schemas.openxmlformats.org/drawingml/2006/main">
            <a:off x="13887450" y="2933700"/>
            <a:ext cx="3905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354354"/>
                </a:solidFill>
                <a:latin typeface="Apple SD Gothic Neo"/>
                <a:ea typeface="Apple SD Gothic Neo"/>
                <a:cs typeface="Apple SD Gothic Neo"/>
              </a:defRPr>
            </a:pPr>
            <a:r>
              <a:rPr sz="2325" b="1">
                <a:solidFill>
                  <a:srgbClr val="354354"/>
                </a:solidFill>
                <a:latin typeface="Apple SD Gothic Neo"/>
                <a:ea typeface="Apple SD Gothic Neo"/>
                <a:cs typeface="Apple SD Gothic Neo"/>
              </a:rPr>
              <a:t>Downstream Agent 실행</a:t>
            </a:r>
          </a:p>
        </p:txBody>
      </p:sp>
      <p:sp>
        <p:nvSpPr>
          <p:cNvPr id="10" name="bg-108-R1">
            <a:extLst xmlns:a="http://schemas.openxmlformats.org/drawingml/2006/main">
              <a:ext uri="{FF2B5EF4-FFF2-40B4-BE49-F238E27FC236}">
                <a16:creationId xmlns:a16="http://schemas.microsoft.com/office/drawing/2014/main" id="{1484E8F9-FB5F-485D-A103-9EA0F23A9D0A}"/>
              </a:ext>
            </a:extLst>
          </p:cNvPr>
          <p:cNvSpPr>
            <a:spLocks xmlns:a="http://schemas.openxmlformats.org/drawingml/2006/main" noGrp="1"/>
          </p:cNvSpPr>
          <p:nvPr/>
        </p:nvSpPr>
        <p:spPr>
          <a:xfrm xmlns:a="http://schemas.openxmlformats.org/drawingml/2006/main">
            <a:off x="952500" y="3476625"/>
            <a:ext cx="781050" cy="781050"/>
          </a:xfrm>
          <a:prstGeom xmlns:a="http://schemas.openxmlformats.org/drawingml/2006/main" prst="ellipse">
            <a:avLst/>
          </a:prstGeom>
          <a:solidFill xmlns:a="http://schemas.openxmlformats.org/drawingml/2006/main">
            <a:srgbClr val="EAF3F7"/>
          </a:solidFill>
          <a:ln xmlns:a="http://schemas.openxmlformats.org/drawingml/2006/main" w="23813">
            <a:solidFill>
              <a:srgbClr val="00889A"/>
            </a:solidFill>
          </a:ln>
        </p:spPr>
      </p:sp>
      <p:sp>
        <p:nvSpPr>
          <p:cNvPr id="11" name="bg-109-text">
            <a:extLst xmlns:a="http://schemas.openxmlformats.org/drawingml/2006/main">
              <a:ext uri="{FF2B5EF4-FFF2-40B4-BE49-F238E27FC236}">
                <a16:creationId xmlns:a16="http://schemas.microsoft.com/office/drawing/2014/main" id="{7CD0463A-DEDD-4E64-8C76-418E3E2D593F}"/>
              </a:ext>
            </a:extLst>
          </p:cNvPr>
          <p:cNvSpPr>
            <a:spLocks xmlns:a="http://schemas.openxmlformats.org/drawingml/2006/main" noGrp="1"/>
          </p:cNvSpPr>
          <p:nvPr/>
        </p:nvSpPr>
        <p:spPr>
          <a:xfrm xmlns:a="http://schemas.openxmlformats.org/drawingml/2006/main">
            <a:off x="952500" y="3476625"/>
            <a:ext cx="781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202B35"/>
                </a:solidFill>
                <a:latin typeface="Apple SD Gothic Neo"/>
                <a:ea typeface="Apple SD Gothic Neo"/>
                <a:cs typeface="Apple SD Gothic Neo"/>
              </a:defRPr>
            </a:pPr>
            <a:r>
              <a:rPr sz="2250" b="1">
                <a:solidFill>
                  <a:srgbClr val="202B35"/>
                </a:solidFill>
                <a:latin typeface="Apple SD Gothic Neo"/>
                <a:ea typeface="Apple SD Gothic Neo"/>
                <a:cs typeface="Apple SD Gothic Neo"/>
              </a:rPr>
              <a:t>R1</a:t>
            </a:r>
          </a:p>
        </p:txBody>
      </p:sp>
      <p:sp>
        <p:nvSpPr>
          <p:cNvPr id="12" name="bg-110-text">
            <a:extLst xmlns:a="http://schemas.openxmlformats.org/drawingml/2006/main">
              <a:ext uri="{FF2B5EF4-FFF2-40B4-BE49-F238E27FC236}">
                <a16:creationId xmlns:a16="http://schemas.microsoft.com/office/drawing/2014/main" id="{77375150-680F-401D-B837-34D042FA3117}"/>
              </a:ext>
            </a:extLst>
          </p:cNvPr>
          <p:cNvSpPr>
            <a:spLocks xmlns:a="http://schemas.openxmlformats.org/drawingml/2006/main" noGrp="1"/>
          </p:cNvSpPr>
          <p:nvPr/>
        </p:nvSpPr>
        <p:spPr>
          <a:xfrm xmlns:a="http://schemas.openxmlformats.org/drawingml/2006/main">
            <a:off x="2047875" y="3467100"/>
            <a:ext cx="5781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보고서 작성 위임</a:t>
            </a:r>
          </a:p>
          <a:p xmlns:a="http://schemas.openxmlformats.org/drawingml/2006/main">
            <a:pPr algn="l">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외부 접수 확인 뒤 요청 처리 종료</a:t>
            </a:r>
          </a:p>
        </p:txBody>
      </p:sp>
      <p:sp>
        <p:nvSpPr>
          <p:cNvPr id="13" name="bg-111-R2">
            <a:extLst xmlns:a="http://schemas.openxmlformats.org/drawingml/2006/main">
              <a:ext uri="{FF2B5EF4-FFF2-40B4-BE49-F238E27FC236}">
                <a16:creationId xmlns:a16="http://schemas.microsoft.com/office/drawing/2014/main" id="{5DCF9F4E-D5FA-44FD-9AE8-4AA379D197DC}"/>
              </a:ext>
            </a:extLst>
          </p:cNvPr>
          <p:cNvSpPr>
            <a:spLocks xmlns:a="http://schemas.openxmlformats.org/drawingml/2006/main" noGrp="1"/>
          </p:cNvSpPr>
          <p:nvPr/>
        </p:nvSpPr>
        <p:spPr>
          <a:xfrm xmlns:a="http://schemas.openxmlformats.org/drawingml/2006/main">
            <a:off x="952500" y="4905375"/>
            <a:ext cx="781050" cy="781050"/>
          </a:xfrm>
          <a:prstGeom xmlns:a="http://schemas.openxmlformats.org/drawingml/2006/main" prst="ellipse">
            <a:avLst/>
          </a:prstGeom>
          <a:solidFill xmlns:a="http://schemas.openxmlformats.org/drawingml/2006/main">
            <a:srgbClr val="EAF3F7"/>
          </a:solidFill>
          <a:ln xmlns:a="http://schemas.openxmlformats.org/drawingml/2006/main" w="23813">
            <a:solidFill>
              <a:srgbClr val="00889A"/>
            </a:solidFill>
          </a:ln>
        </p:spPr>
      </p:sp>
      <p:sp>
        <p:nvSpPr>
          <p:cNvPr id="14" name="bg-112-text">
            <a:extLst xmlns:a="http://schemas.openxmlformats.org/drawingml/2006/main">
              <a:ext uri="{FF2B5EF4-FFF2-40B4-BE49-F238E27FC236}">
                <a16:creationId xmlns:a16="http://schemas.microsoft.com/office/drawing/2014/main" id="{1C79C3D5-F3F6-4B14-9817-BE11FD487CC2}"/>
              </a:ext>
            </a:extLst>
          </p:cNvPr>
          <p:cNvSpPr>
            <a:spLocks xmlns:a="http://schemas.openxmlformats.org/drawingml/2006/main" noGrp="1"/>
          </p:cNvSpPr>
          <p:nvPr/>
        </p:nvSpPr>
        <p:spPr>
          <a:xfrm xmlns:a="http://schemas.openxmlformats.org/drawingml/2006/main">
            <a:off x="952500" y="4905375"/>
            <a:ext cx="781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202B35"/>
                </a:solidFill>
                <a:latin typeface="Apple SD Gothic Neo"/>
                <a:ea typeface="Apple SD Gothic Neo"/>
                <a:cs typeface="Apple SD Gothic Neo"/>
              </a:defRPr>
            </a:pPr>
            <a:r>
              <a:rPr sz="2250" b="1">
                <a:solidFill>
                  <a:srgbClr val="202B35"/>
                </a:solidFill>
                <a:latin typeface="Apple SD Gothic Neo"/>
                <a:ea typeface="Apple SD Gothic Neo"/>
                <a:cs typeface="Apple SD Gothic Neo"/>
              </a:rPr>
              <a:t>R2</a:t>
            </a:r>
          </a:p>
        </p:txBody>
      </p:sp>
      <p:sp>
        <p:nvSpPr>
          <p:cNvPr id="15" name="bg-113-text">
            <a:extLst xmlns:a="http://schemas.openxmlformats.org/drawingml/2006/main">
              <a:ext uri="{FF2B5EF4-FFF2-40B4-BE49-F238E27FC236}">
                <a16:creationId xmlns:a16="http://schemas.microsoft.com/office/drawing/2014/main" id="{DF338AD1-70C5-4CE8-8D43-CD8F1ED39344}"/>
              </a:ext>
            </a:extLst>
          </p:cNvPr>
          <p:cNvSpPr>
            <a:spLocks xmlns:a="http://schemas.openxmlformats.org/drawingml/2006/main" noGrp="1"/>
          </p:cNvSpPr>
          <p:nvPr/>
        </p:nvSpPr>
        <p:spPr>
          <a:xfrm xmlns:a="http://schemas.openxmlformats.org/drawingml/2006/main">
            <a:off x="2047875" y="4895850"/>
            <a:ext cx="5781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진행 확인</a:t>
            </a:r>
          </a:p>
          <a:p xmlns:a="http://schemas.openxmlformats.org/drawingml/2006/main">
            <a:pPr algn="l">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확인된 상태로 답변, 새 실행 없음</a:t>
            </a:r>
          </a:p>
        </p:txBody>
      </p:sp>
      <p:sp>
        <p:nvSpPr>
          <p:cNvPr id="16" name="bg-114-R3">
            <a:extLst xmlns:a="http://schemas.openxmlformats.org/drawingml/2006/main">
              <a:ext uri="{FF2B5EF4-FFF2-40B4-BE49-F238E27FC236}">
                <a16:creationId xmlns:a16="http://schemas.microsoft.com/office/drawing/2014/main" id="{D18FC5DF-F653-4FF2-AE56-9C8C63B1253E}"/>
              </a:ext>
            </a:extLst>
          </p:cNvPr>
          <p:cNvSpPr>
            <a:spLocks xmlns:a="http://schemas.openxmlformats.org/drawingml/2006/main" noGrp="1"/>
          </p:cNvSpPr>
          <p:nvPr/>
        </p:nvSpPr>
        <p:spPr>
          <a:xfrm xmlns:a="http://schemas.openxmlformats.org/drawingml/2006/main">
            <a:off x="952500" y="6334125"/>
            <a:ext cx="781050" cy="781050"/>
          </a:xfrm>
          <a:prstGeom xmlns:a="http://schemas.openxmlformats.org/drawingml/2006/main" prst="ellipse">
            <a:avLst/>
          </a:prstGeom>
          <a:solidFill xmlns:a="http://schemas.openxmlformats.org/drawingml/2006/main">
            <a:srgbClr val="EAF3F7"/>
          </a:solidFill>
          <a:ln xmlns:a="http://schemas.openxmlformats.org/drawingml/2006/main" w="23813">
            <a:solidFill>
              <a:srgbClr val="00889A"/>
            </a:solidFill>
          </a:ln>
        </p:spPr>
      </p:sp>
      <p:sp>
        <p:nvSpPr>
          <p:cNvPr id="17" name="bg-115-text">
            <a:extLst xmlns:a="http://schemas.openxmlformats.org/drawingml/2006/main">
              <a:ext uri="{FF2B5EF4-FFF2-40B4-BE49-F238E27FC236}">
                <a16:creationId xmlns:a16="http://schemas.microsoft.com/office/drawing/2014/main" id="{7787066D-90C3-4C7A-8D3E-1E9EE3787BEA}"/>
              </a:ext>
            </a:extLst>
          </p:cNvPr>
          <p:cNvSpPr>
            <a:spLocks xmlns:a="http://schemas.openxmlformats.org/drawingml/2006/main" noGrp="1"/>
          </p:cNvSpPr>
          <p:nvPr/>
        </p:nvSpPr>
        <p:spPr>
          <a:xfrm xmlns:a="http://schemas.openxmlformats.org/drawingml/2006/main">
            <a:off x="952500" y="6334125"/>
            <a:ext cx="781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202B35"/>
                </a:solidFill>
                <a:latin typeface="Apple SD Gothic Neo"/>
                <a:ea typeface="Apple SD Gothic Neo"/>
                <a:cs typeface="Apple SD Gothic Neo"/>
              </a:defRPr>
            </a:pPr>
            <a:r>
              <a:rPr sz="2250" b="1">
                <a:solidFill>
                  <a:srgbClr val="202B35"/>
                </a:solidFill>
                <a:latin typeface="Apple SD Gothic Neo"/>
                <a:ea typeface="Apple SD Gothic Neo"/>
                <a:cs typeface="Apple SD Gothic Neo"/>
              </a:rPr>
              <a:t>R3</a:t>
            </a:r>
          </a:p>
        </p:txBody>
      </p:sp>
      <p:sp>
        <p:nvSpPr>
          <p:cNvPr id="18" name="bg-116-text">
            <a:extLst xmlns:a="http://schemas.openxmlformats.org/drawingml/2006/main">
              <a:ext uri="{FF2B5EF4-FFF2-40B4-BE49-F238E27FC236}">
                <a16:creationId xmlns:a16="http://schemas.microsoft.com/office/drawing/2014/main" id="{EA8E06FF-3F53-4B75-8D46-54BCF0F83B51}"/>
              </a:ext>
            </a:extLst>
          </p:cNvPr>
          <p:cNvSpPr>
            <a:spLocks xmlns:a="http://schemas.openxmlformats.org/drawingml/2006/main" noGrp="1"/>
          </p:cNvSpPr>
          <p:nvPr/>
        </p:nvSpPr>
        <p:spPr>
          <a:xfrm xmlns:a="http://schemas.openxmlformats.org/drawingml/2006/main">
            <a:off x="2047875" y="6324600"/>
            <a:ext cx="5781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결론 수정</a:t>
            </a:r>
          </a:p>
          <a:p xmlns:a="http://schemas.openxmlformats.org/drawingml/2006/main">
            <a:pPr algn="l">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같은 보고서 업무에 수정 요청 연결</a:t>
            </a:r>
          </a:p>
        </p:txBody>
      </p:sp>
      <p:sp>
        <p:nvSpPr>
          <p:cNvPr id="19" name="bg-117-Task T1">
            <a:extLst xmlns:a="http://schemas.openxmlformats.org/drawingml/2006/main">
              <a:ext uri="{FF2B5EF4-FFF2-40B4-BE49-F238E27FC236}">
                <a16:creationId xmlns:a16="http://schemas.microsoft.com/office/drawing/2014/main" id="{2F38C107-5B03-46E3-848A-C430F891D734}"/>
              </a:ext>
            </a:extLst>
          </p:cNvPr>
          <p:cNvSpPr>
            <a:spLocks xmlns:a="http://schemas.openxmlformats.org/drawingml/2006/main" noGrp="1"/>
          </p:cNvSpPr>
          <p:nvPr/>
        </p:nvSpPr>
        <p:spPr>
          <a:xfrm xmlns:a="http://schemas.openxmlformats.org/drawingml/2006/main">
            <a:off x="8763000" y="4572000"/>
            <a:ext cx="1809750" cy="1809750"/>
          </a:xfrm>
          <a:prstGeom xmlns:a="http://schemas.openxmlformats.org/drawingml/2006/main" prst="ellipse">
            <a:avLst/>
          </a:prstGeom>
          <a:solidFill xmlns:a="http://schemas.openxmlformats.org/drawingml/2006/main">
            <a:srgbClr val="EAF3F7"/>
          </a:solidFill>
          <a:ln xmlns:a="http://schemas.openxmlformats.org/drawingml/2006/main" w="23813">
            <a:solidFill>
              <a:srgbClr val="00889A"/>
            </a:solidFill>
          </a:ln>
        </p:spPr>
      </p:sp>
      <p:sp>
        <p:nvSpPr>
          <p:cNvPr id="20" name="bg-118-text">
            <a:extLst xmlns:a="http://schemas.openxmlformats.org/drawingml/2006/main">
              <a:ext uri="{FF2B5EF4-FFF2-40B4-BE49-F238E27FC236}">
                <a16:creationId xmlns:a16="http://schemas.microsoft.com/office/drawing/2014/main" id="{7C922688-2928-4C72-90D6-A71EEB8E3E46}"/>
              </a:ext>
            </a:extLst>
          </p:cNvPr>
          <p:cNvSpPr>
            <a:spLocks xmlns:a="http://schemas.openxmlformats.org/drawingml/2006/main" noGrp="1"/>
          </p:cNvSpPr>
          <p:nvPr/>
        </p:nvSpPr>
        <p:spPr>
          <a:xfrm xmlns:a="http://schemas.openxmlformats.org/drawingml/2006/main">
            <a:off x="8763000" y="4572000"/>
            <a:ext cx="1809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775" b="1">
                <a:solidFill>
                  <a:srgbClr val="202B35"/>
                </a:solidFill>
                <a:latin typeface="Apple SD Gothic Neo"/>
                <a:ea typeface="Apple SD Gothic Neo"/>
                <a:cs typeface="Apple SD Gothic Neo"/>
              </a:defRPr>
            </a:pPr>
            <a:r>
              <a:rPr sz="2775" b="1">
                <a:solidFill>
                  <a:srgbClr val="202B35"/>
                </a:solidFill>
                <a:latin typeface="Apple SD Gothic Neo"/>
                <a:ea typeface="Apple SD Gothic Neo"/>
                <a:cs typeface="Apple SD Gothic Neo"/>
              </a:rPr>
              <a:t>Task T1</a:t>
            </a:r>
          </a:p>
        </p:txBody>
      </p:sp>
      <p:sp>
        <p:nvSpPr>
          <p:cNvPr id="21" name="bg-119-text">
            <a:extLst xmlns:a="http://schemas.openxmlformats.org/drawingml/2006/main">
              <a:ext uri="{FF2B5EF4-FFF2-40B4-BE49-F238E27FC236}">
                <a16:creationId xmlns:a16="http://schemas.microsoft.com/office/drawing/2014/main" id="{3DF77B8E-DAF8-4D4F-86B2-3D189B556CFB}"/>
              </a:ext>
            </a:extLst>
          </p:cNvPr>
          <p:cNvSpPr>
            <a:spLocks xmlns:a="http://schemas.openxmlformats.org/drawingml/2006/main" noGrp="1"/>
          </p:cNvSpPr>
          <p:nvPr/>
        </p:nvSpPr>
        <p:spPr>
          <a:xfrm xmlns:a="http://schemas.openxmlformats.org/drawingml/2006/main">
            <a:off x="8629650" y="6515100"/>
            <a:ext cx="2514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00889A"/>
                </a:solidFill>
                <a:latin typeface="Apple SD Gothic Neo"/>
                <a:ea typeface="Apple SD Gothic Neo"/>
                <a:cs typeface="Apple SD Gothic Neo"/>
              </a:defRPr>
            </a:pPr>
            <a:r>
              <a:rPr sz="2250" b="1">
                <a:solidFill>
                  <a:srgbClr val="00889A"/>
                </a:solidFill>
                <a:latin typeface="Apple SD Gothic Neo"/>
                <a:ea typeface="Apple SD Gothic Neo"/>
                <a:cs typeface="Apple SD Gothic Neo"/>
              </a:rPr>
              <a:t>보고서 업무</a:t>
            </a:r>
          </a:p>
        </p:txBody>
      </p:sp>
      <p:sp>
        <p:nvSpPr>
          <p:cNvPr id="22" name="bg-120-r1-task">
            <a:extLst xmlns:a="http://schemas.openxmlformats.org/drawingml/2006/main">
              <a:ext uri="{FF2B5EF4-FFF2-40B4-BE49-F238E27FC236}">
                <a16:creationId xmlns:a16="http://schemas.microsoft.com/office/drawing/2014/main" id="{23B634D0-F1FA-40AA-8B23-22DA123DDB5B}"/>
              </a:ext>
            </a:extLst>
          </p:cNvPr>
          <p:cNvSpPr>
            <a:spLocks xmlns:a="http://schemas.openxmlformats.org/drawingml/2006/main" noGrp="1"/>
          </p:cNvSpPr>
          <p:nvPr/>
        </p:nvSpPr>
        <p:spPr>
          <a:xfrm xmlns:a="http://schemas.openxmlformats.org/drawingml/2006/main">
            <a:off x="1343025" y="4257675"/>
            <a:ext cx="7419975" cy="781050"/>
          </a:xfrm>
          <a:custGeom xmlns:a="http://schemas.openxmlformats.org/drawingml/2006/main">
            <a:pathLst>
              <a:path w="7419975" h="781050">
                <a:moveTo>
                  <a:pt x="0" y="0"/>
                </a:moveTo>
                <a:lnTo>
                  <a:pt x="0" y="133350"/>
                </a:lnTo>
                <a:lnTo>
                  <a:pt x="6943725" y="133350"/>
                </a:lnTo>
                <a:lnTo>
                  <a:pt x="6943725" y="781050"/>
                </a:lnTo>
                <a:lnTo>
                  <a:pt x="7419975" y="781050"/>
                </a:lnTo>
              </a:path>
            </a:pathLst>
          </a:custGeom>
          <a:noFill xmlns:a="http://schemas.openxmlformats.org/drawingml/2006/main"/>
          <a:ln xmlns:a="http://schemas.openxmlformats.org/drawingml/2006/main" w="26670">
            <a:solidFill>
              <a:srgbClr val="00889A"/>
            </a:solidFill>
            <a:prstDash val="solid"/>
          </a:ln>
        </p:spPr>
      </p:sp>
      <p:sp>
        <p:nvSpPr>
          <p:cNvPr id="23" name="bg-121-r1-task-head">
            <a:extLst xmlns:a="http://schemas.openxmlformats.org/drawingml/2006/main">
              <a:ext uri="{FF2B5EF4-FFF2-40B4-BE49-F238E27FC236}">
                <a16:creationId xmlns:a16="http://schemas.microsoft.com/office/drawing/2014/main" id="{DE6ABC65-E0FC-407B-9DDF-AC94CA976921}"/>
              </a:ext>
            </a:extLst>
          </p:cNvPr>
          <p:cNvSpPr>
            <a:spLocks xmlns:a="http://schemas.openxmlformats.org/drawingml/2006/main" noGrp="1"/>
          </p:cNvSpPr>
          <p:nvPr/>
        </p:nvSpPr>
        <p:spPr>
          <a:xfrm xmlns:a="http://schemas.openxmlformats.org/drawingml/2006/main">
            <a:off x="8654333" y="4979360"/>
            <a:ext cx="108667" cy="118730"/>
          </a:xfrm>
          <a:custGeom xmlns:a="http://schemas.openxmlformats.org/drawingml/2006/main">
            <a:pathLst>
              <a:path w="108667" h="118730">
                <a:moveTo>
                  <a:pt x="0" y="118730"/>
                </a:moveTo>
                <a:lnTo>
                  <a:pt x="108667" y="59365"/>
                </a:lnTo>
                <a:lnTo>
                  <a:pt x="0" y="0"/>
                </a:lnTo>
              </a:path>
            </a:pathLst>
          </a:custGeom>
          <a:noFill xmlns:a="http://schemas.openxmlformats.org/drawingml/2006/main"/>
          <a:ln xmlns:a="http://schemas.openxmlformats.org/drawingml/2006/main" w="26670">
            <a:solidFill>
              <a:srgbClr val="00889A"/>
            </a:solidFill>
            <a:prstDash val="solid"/>
          </a:ln>
        </p:spPr>
      </p:sp>
      <p:sp>
        <p:nvSpPr>
          <p:cNvPr id="24" name="bg-122-r2-task">
            <a:extLst xmlns:a="http://schemas.openxmlformats.org/drawingml/2006/main">
              <a:ext uri="{FF2B5EF4-FFF2-40B4-BE49-F238E27FC236}">
                <a16:creationId xmlns:a16="http://schemas.microsoft.com/office/drawing/2014/main" id="{97110BC5-27DF-4E6A-9C74-219FBF762F17}"/>
              </a:ext>
            </a:extLst>
          </p:cNvPr>
          <p:cNvSpPr>
            <a:spLocks xmlns:a="http://schemas.openxmlformats.org/drawingml/2006/main" noGrp="1"/>
          </p:cNvSpPr>
          <p:nvPr/>
        </p:nvSpPr>
        <p:spPr>
          <a:xfrm xmlns:a="http://schemas.openxmlformats.org/drawingml/2006/main">
            <a:off x="1343025" y="5686425"/>
            <a:ext cx="7419975" cy="133350"/>
          </a:xfrm>
          <a:custGeom xmlns:a="http://schemas.openxmlformats.org/drawingml/2006/main">
            <a:pathLst>
              <a:path w="7419975" h="133350">
                <a:moveTo>
                  <a:pt x="0" y="0"/>
                </a:moveTo>
                <a:lnTo>
                  <a:pt x="0" y="133350"/>
                </a:lnTo>
                <a:lnTo>
                  <a:pt x="6896100" y="133350"/>
                </a:lnTo>
                <a:lnTo>
                  <a:pt x="7419975" y="133350"/>
                </a:lnTo>
              </a:path>
            </a:pathLst>
          </a:custGeom>
          <a:noFill xmlns:a="http://schemas.openxmlformats.org/drawingml/2006/main"/>
          <a:ln xmlns:a="http://schemas.openxmlformats.org/drawingml/2006/main" w="26670">
            <a:solidFill>
              <a:srgbClr val="576773"/>
            </a:solidFill>
            <a:prstDash val="dash"/>
          </a:ln>
        </p:spPr>
      </p:sp>
      <p:sp>
        <p:nvSpPr>
          <p:cNvPr id="25" name="bg-123-r2-task-head">
            <a:extLst xmlns:a="http://schemas.openxmlformats.org/drawingml/2006/main">
              <a:ext uri="{FF2B5EF4-FFF2-40B4-BE49-F238E27FC236}">
                <a16:creationId xmlns:a16="http://schemas.microsoft.com/office/drawing/2014/main" id="{190779DA-FB8E-45D5-8436-5F3776F12FEB}"/>
              </a:ext>
            </a:extLst>
          </p:cNvPr>
          <p:cNvSpPr>
            <a:spLocks xmlns:a="http://schemas.openxmlformats.org/drawingml/2006/main" noGrp="1"/>
          </p:cNvSpPr>
          <p:nvPr/>
        </p:nvSpPr>
        <p:spPr>
          <a:xfrm xmlns:a="http://schemas.openxmlformats.org/drawingml/2006/main">
            <a:off x="8654333" y="5760410"/>
            <a:ext cx="108667" cy="118730"/>
          </a:xfrm>
          <a:custGeom xmlns:a="http://schemas.openxmlformats.org/drawingml/2006/main">
            <a:pathLst>
              <a:path w="108667" h="118730">
                <a:moveTo>
                  <a:pt x="0" y="118730"/>
                </a:moveTo>
                <a:lnTo>
                  <a:pt x="108667" y="59365"/>
                </a:lnTo>
                <a:lnTo>
                  <a:pt x="0" y="0"/>
                </a:lnTo>
              </a:path>
            </a:pathLst>
          </a:custGeom>
          <a:noFill xmlns:a="http://schemas.openxmlformats.org/drawingml/2006/main"/>
          <a:ln xmlns:a="http://schemas.openxmlformats.org/drawingml/2006/main" w="26670">
            <a:solidFill>
              <a:srgbClr val="576773"/>
            </a:solidFill>
            <a:prstDash val="solid"/>
          </a:ln>
        </p:spPr>
      </p:sp>
      <p:sp>
        <p:nvSpPr>
          <p:cNvPr id="26" name="bg-124-r3-task">
            <a:extLst xmlns:a="http://schemas.openxmlformats.org/drawingml/2006/main">
              <a:ext uri="{FF2B5EF4-FFF2-40B4-BE49-F238E27FC236}">
                <a16:creationId xmlns:a16="http://schemas.microsoft.com/office/drawing/2014/main" id="{CF46BF22-EFE1-46CD-BAAE-A8C434620D77}"/>
              </a:ext>
            </a:extLst>
          </p:cNvPr>
          <p:cNvSpPr>
            <a:spLocks xmlns:a="http://schemas.openxmlformats.org/drawingml/2006/main" noGrp="1"/>
          </p:cNvSpPr>
          <p:nvPr/>
        </p:nvSpPr>
        <p:spPr>
          <a:xfrm xmlns:a="http://schemas.openxmlformats.org/drawingml/2006/main">
            <a:off x="1343025" y="6115050"/>
            <a:ext cx="7419975" cy="1190625"/>
          </a:xfrm>
          <a:custGeom xmlns:a="http://schemas.openxmlformats.org/drawingml/2006/main">
            <a:pathLst>
              <a:path w="7419975" h="1190625">
                <a:moveTo>
                  <a:pt x="0" y="1000125"/>
                </a:moveTo>
                <a:lnTo>
                  <a:pt x="0" y="1190625"/>
                </a:lnTo>
                <a:lnTo>
                  <a:pt x="6991350" y="1190625"/>
                </a:lnTo>
                <a:lnTo>
                  <a:pt x="6991350" y="0"/>
                </a:lnTo>
                <a:lnTo>
                  <a:pt x="7419975" y="0"/>
                </a:lnTo>
              </a:path>
            </a:pathLst>
          </a:custGeom>
          <a:noFill xmlns:a="http://schemas.openxmlformats.org/drawingml/2006/main"/>
          <a:ln xmlns:a="http://schemas.openxmlformats.org/drawingml/2006/main" w="26670">
            <a:solidFill>
              <a:srgbClr val="00889A"/>
            </a:solidFill>
            <a:prstDash val="solid"/>
          </a:ln>
        </p:spPr>
      </p:sp>
      <p:sp>
        <p:nvSpPr>
          <p:cNvPr id="27" name="bg-125-r3-task-head">
            <a:extLst xmlns:a="http://schemas.openxmlformats.org/drawingml/2006/main">
              <a:ext uri="{FF2B5EF4-FFF2-40B4-BE49-F238E27FC236}">
                <a16:creationId xmlns:a16="http://schemas.microsoft.com/office/drawing/2014/main" id="{3F3C5FB2-6C73-4949-AAF1-D8B7CDC61630}"/>
              </a:ext>
            </a:extLst>
          </p:cNvPr>
          <p:cNvSpPr>
            <a:spLocks xmlns:a="http://schemas.openxmlformats.org/drawingml/2006/main" noGrp="1"/>
          </p:cNvSpPr>
          <p:nvPr/>
        </p:nvSpPr>
        <p:spPr>
          <a:xfrm xmlns:a="http://schemas.openxmlformats.org/drawingml/2006/main">
            <a:off x="8654333" y="6055685"/>
            <a:ext cx="108667" cy="118730"/>
          </a:xfrm>
          <a:custGeom xmlns:a="http://schemas.openxmlformats.org/drawingml/2006/main">
            <a:pathLst>
              <a:path w="108667" h="118730">
                <a:moveTo>
                  <a:pt x="0" y="118730"/>
                </a:moveTo>
                <a:lnTo>
                  <a:pt x="108667" y="59365"/>
                </a:lnTo>
                <a:lnTo>
                  <a:pt x="0" y="0"/>
                </a:lnTo>
              </a:path>
            </a:pathLst>
          </a:custGeom>
          <a:noFill xmlns:a="http://schemas.openxmlformats.org/drawingml/2006/main"/>
          <a:ln xmlns:a="http://schemas.openxmlformats.org/drawingml/2006/main" w="26670">
            <a:solidFill>
              <a:srgbClr val="00889A"/>
            </a:solidFill>
            <a:prstDash val="solid"/>
          </a:ln>
        </p:spPr>
      </p:sp>
      <p:sp>
        <p:nvSpPr>
          <p:cNvPr id="28" name="bg-126-X1">
            <a:extLst xmlns:a="http://schemas.openxmlformats.org/drawingml/2006/main">
              <a:ext uri="{FF2B5EF4-FFF2-40B4-BE49-F238E27FC236}">
                <a16:creationId xmlns:a16="http://schemas.microsoft.com/office/drawing/2014/main" id="{F4D2A210-CB46-4A7E-9788-D8B3CB4F6605}"/>
              </a:ext>
            </a:extLst>
          </p:cNvPr>
          <p:cNvSpPr>
            <a:spLocks xmlns:a="http://schemas.openxmlformats.org/drawingml/2006/main" noGrp="1"/>
          </p:cNvSpPr>
          <p:nvPr/>
        </p:nvSpPr>
        <p:spPr>
          <a:xfrm xmlns:a="http://schemas.openxmlformats.org/drawingml/2006/main">
            <a:off x="14287500" y="3514725"/>
            <a:ext cx="1028700" cy="1028700"/>
          </a:xfrm>
          <a:prstGeom xmlns:a="http://schemas.openxmlformats.org/drawingml/2006/main" prst="ellipse">
            <a:avLst/>
          </a:prstGeom>
          <a:solidFill xmlns:a="http://schemas.openxmlformats.org/drawingml/2006/main">
            <a:srgbClr val="F5F7F8"/>
          </a:solidFill>
          <a:ln xmlns:a="http://schemas.openxmlformats.org/drawingml/2006/main" w="23813">
            <a:solidFill>
              <a:srgbClr val="00889A"/>
            </a:solidFill>
          </a:ln>
        </p:spPr>
      </p:sp>
      <p:sp>
        <p:nvSpPr>
          <p:cNvPr id="29" name="bg-127-text">
            <a:extLst xmlns:a="http://schemas.openxmlformats.org/drawingml/2006/main">
              <a:ext uri="{FF2B5EF4-FFF2-40B4-BE49-F238E27FC236}">
                <a16:creationId xmlns:a16="http://schemas.microsoft.com/office/drawing/2014/main" id="{4C2C7C96-3B7F-4FDF-AC87-9F7F654264B7}"/>
              </a:ext>
            </a:extLst>
          </p:cNvPr>
          <p:cNvSpPr>
            <a:spLocks xmlns:a="http://schemas.openxmlformats.org/drawingml/2006/main" noGrp="1"/>
          </p:cNvSpPr>
          <p:nvPr/>
        </p:nvSpPr>
        <p:spPr>
          <a:xfrm xmlns:a="http://schemas.openxmlformats.org/drawingml/2006/main">
            <a:off x="14287500" y="3514725"/>
            <a:ext cx="1028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50" b="1">
                <a:solidFill>
                  <a:srgbClr val="202B35"/>
                </a:solidFill>
                <a:latin typeface="Apple SD Gothic Neo"/>
                <a:ea typeface="Apple SD Gothic Neo"/>
                <a:cs typeface="Apple SD Gothic Neo"/>
              </a:defRPr>
            </a:pPr>
            <a:r>
              <a:rPr sz="2550" b="1">
                <a:solidFill>
                  <a:srgbClr val="202B35"/>
                </a:solidFill>
                <a:latin typeface="Apple SD Gothic Neo"/>
                <a:ea typeface="Apple SD Gothic Neo"/>
                <a:cs typeface="Apple SD Gothic Neo"/>
              </a:rPr>
              <a:t>X1</a:t>
            </a:r>
          </a:p>
        </p:txBody>
      </p:sp>
      <p:sp>
        <p:nvSpPr>
          <p:cNvPr id="30" name="bg-128-text">
            <a:extLst xmlns:a="http://schemas.openxmlformats.org/drawingml/2006/main">
              <a:ext uri="{FF2B5EF4-FFF2-40B4-BE49-F238E27FC236}">
                <a16:creationId xmlns:a16="http://schemas.microsoft.com/office/drawing/2014/main" id="{91C5303F-649C-486A-97CE-71BED9E4B22E}"/>
              </a:ext>
            </a:extLst>
          </p:cNvPr>
          <p:cNvSpPr>
            <a:spLocks xmlns:a="http://schemas.openxmlformats.org/drawingml/2006/main" noGrp="1"/>
          </p:cNvSpPr>
          <p:nvPr/>
        </p:nvSpPr>
        <p:spPr>
          <a:xfrm xmlns:a="http://schemas.openxmlformats.org/drawingml/2006/main">
            <a:off x="15621000" y="3533775"/>
            <a:ext cx="2171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보고서 작성</a:t>
            </a:r>
          </a:p>
          <a:p xmlns:a="http://schemas.openxmlformats.org/drawingml/2006/main">
            <a:pPr algn="l">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완료</a:t>
            </a:r>
          </a:p>
        </p:txBody>
      </p:sp>
      <p:sp>
        <p:nvSpPr>
          <p:cNvPr id="31" name="bg-129-X2">
            <a:extLst xmlns:a="http://schemas.openxmlformats.org/drawingml/2006/main">
              <a:ext uri="{FF2B5EF4-FFF2-40B4-BE49-F238E27FC236}">
                <a16:creationId xmlns:a16="http://schemas.microsoft.com/office/drawing/2014/main" id="{C7E9EBB5-8D8C-42A6-96CC-5C8579A1EDA3}"/>
              </a:ext>
            </a:extLst>
          </p:cNvPr>
          <p:cNvSpPr>
            <a:spLocks xmlns:a="http://schemas.openxmlformats.org/drawingml/2006/main" noGrp="1"/>
          </p:cNvSpPr>
          <p:nvPr/>
        </p:nvSpPr>
        <p:spPr>
          <a:xfrm xmlns:a="http://schemas.openxmlformats.org/drawingml/2006/main">
            <a:off x="14287500" y="6153150"/>
            <a:ext cx="1028700" cy="1028700"/>
          </a:xfrm>
          <a:prstGeom xmlns:a="http://schemas.openxmlformats.org/drawingml/2006/main" prst="ellipse">
            <a:avLst/>
          </a:prstGeom>
          <a:solidFill xmlns:a="http://schemas.openxmlformats.org/drawingml/2006/main">
            <a:srgbClr val="F5F7F8"/>
          </a:solidFill>
          <a:ln xmlns:a="http://schemas.openxmlformats.org/drawingml/2006/main" w="23813">
            <a:solidFill>
              <a:srgbClr val="00889A"/>
            </a:solidFill>
          </a:ln>
        </p:spPr>
      </p:sp>
      <p:sp>
        <p:nvSpPr>
          <p:cNvPr id="32" name="bg-130-text">
            <a:extLst xmlns:a="http://schemas.openxmlformats.org/drawingml/2006/main">
              <a:ext uri="{FF2B5EF4-FFF2-40B4-BE49-F238E27FC236}">
                <a16:creationId xmlns:a16="http://schemas.microsoft.com/office/drawing/2014/main" id="{5963179A-5520-4AD5-B985-11BE5829F79F}"/>
              </a:ext>
            </a:extLst>
          </p:cNvPr>
          <p:cNvSpPr>
            <a:spLocks xmlns:a="http://schemas.openxmlformats.org/drawingml/2006/main" noGrp="1"/>
          </p:cNvSpPr>
          <p:nvPr/>
        </p:nvSpPr>
        <p:spPr>
          <a:xfrm xmlns:a="http://schemas.openxmlformats.org/drawingml/2006/main">
            <a:off x="14287500" y="6153150"/>
            <a:ext cx="1028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50" b="1">
                <a:solidFill>
                  <a:srgbClr val="202B35"/>
                </a:solidFill>
                <a:latin typeface="Apple SD Gothic Neo"/>
                <a:ea typeface="Apple SD Gothic Neo"/>
                <a:cs typeface="Apple SD Gothic Neo"/>
              </a:defRPr>
            </a:pPr>
            <a:r>
              <a:rPr sz="2550" b="1">
                <a:solidFill>
                  <a:srgbClr val="202B35"/>
                </a:solidFill>
                <a:latin typeface="Apple SD Gothic Neo"/>
                <a:ea typeface="Apple SD Gothic Neo"/>
                <a:cs typeface="Apple SD Gothic Neo"/>
              </a:rPr>
              <a:t>X2</a:t>
            </a:r>
          </a:p>
        </p:txBody>
      </p:sp>
      <p:sp>
        <p:nvSpPr>
          <p:cNvPr id="33" name="bg-131-text">
            <a:extLst xmlns:a="http://schemas.openxmlformats.org/drawingml/2006/main">
              <a:ext uri="{FF2B5EF4-FFF2-40B4-BE49-F238E27FC236}">
                <a16:creationId xmlns:a16="http://schemas.microsoft.com/office/drawing/2014/main" id="{984AD83B-D805-441E-91A9-4C094E8C274A}"/>
              </a:ext>
            </a:extLst>
          </p:cNvPr>
          <p:cNvSpPr>
            <a:spLocks xmlns:a="http://schemas.openxmlformats.org/drawingml/2006/main" noGrp="1"/>
          </p:cNvSpPr>
          <p:nvPr/>
        </p:nvSpPr>
        <p:spPr>
          <a:xfrm xmlns:a="http://schemas.openxmlformats.org/drawingml/2006/main">
            <a:off x="15621000" y="6162675"/>
            <a:ext cx="21717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결론 수정</a:t>
            </a:r>
          </a:p>
          <a:p xmlns:a="http://schemas.openxmlformats.org/drawingml/2006/main">
            <a:pPr algn="l">
              <a:defRPr sz="2175" b="0">
                <a:solidFill>
                  <a:srgbClr val="202B35"/>
                </a:solidFill>
                <a:latin typeface="Apple SD Gothic Neo"/>
                <a:ea typeface="Apple SD Gothic Neo"/>
                <a:cs typeface="Apple SD Gothic Neo"/>
              </a:defRPr>
            </a:pPr>
            <a:r>
              <a:rPr sz="2175" b="0">
                <a:solidFill>
                  <a:srgbClr val="202B35"/>
                </a:solidFill>
                <a:latin typeface="Apple SD Gothic Neo"/>
                <a:ea typeface="Apple SD Gothic Neo"/>
                <a:cs typeface="Apple SD Gothic Neo"/>
              </a:rPr>
              <a:t>진행 중</a:t>
            </a:r>
          </a:p>
        </p:txBody>
      </p:sp>
      <p:sp>
        <p:nvSpPr>
          <p:cNvPr id="34" name="bg-132-task-x1">
            <a:extLst xmlns:a="http://schemas.openxmlformats.org/drawingml/2006/main">
              <a:ext uri="{FF2B5EF4-FFF2-40B4-BE49-F238E27FC236}">
                <a16:creationId xmlns:a16="http://schemas.microsoft.com/office/drawing/2014/main" id="{00255420-7E34-4CA8-9109-407CC981F63A}"/>
              </a:ext>
            </a:extLst>
          </p:cNvPr>
          <p:cNvSpPr>
            <a:spLocks xmlns:a="http://schemas.openxmlformats.org/drawingml/2006/main" noGrp="1"/>
          </p:cNvSpPr>
          <p:nvPr/>
        </p:nvSpPr>
        <p:spPr>
          <a:xfrm xmlns:a="http://schemas.openxmlformats.org/drawingml/2006/main">
            <a:off x="10572750" y="4029075"/>
            <a:ext cx="3714750" cy="1095375"/>
          </a:xfrm>
          <a:custGeom xmlns:a="http://schemas.openxmlformats.org/drawingml/2006/main">
            <a:pathLst>
              <a:path w="3714750" h="1095375">
                <a:moveTo>
                  <a:pt x="0" y="1095375"/>
                </a:moveTo>
                <a:lnTo>
                  <a:pt x="666750" y="1095375"/>
                </a:lnTo>
                <a:lnTo>
                  <a:pt x="666750" y="0"/>
                </a:lnTo>
                <a:lnTo>
                  <a:pt x="3714750" y="0"/>
                </a:lnTo>
              </a:path>
            </a:pathLst>
          </a:custGeom>
          <a:noFill xmlns:a="http://schemas.openxmlformats.org/drawingml/2006/main"/>
          <a:ln xmlns:a="http://schemas.openxmlformats.org/drawingml/2006/main" w="26670">
            <a:solidFill>
              <a:srgbClr val="576773"/>
            </a:solidFill>
            <a:prstDash val="dash"/>
          </a:ln>
        </p:spPr>
      </p:sp>
      <p:sp>
        <p:nvSpPr>
          <p:cNvPr id="35" name="bg-133-task-x1-head">
            <a:extLst xmlns:a="http://schemas.openxmlformats.org/drawingml/2006/main">
              <a:ext uri="{FF2B5EF4-FFF2-40B4-BE49-F238E27FC236}">
                <a16:creationId xmlns:a16="http://schemas.microsoft.com/office/drawing/2014/main" id="{CD5B5AEF-0C75-4A01-86F9-B1E94149B615}"/>
              </a:ext>
            </a:extLst>
          </p:cNvPr>
          <p:cNvSpPr>
            <a:spLocks xmlns:a="http://schemas.openxmlformats.org/drawingml/2006/main" noGrp="1"/>
          </p:cNvSpPr>
          <p:nvPr/>
        </p:nvSpPr>
        <p:spPr>
          <a:xfrm xmlns:a="http://schemas.openxmlformats.org/drawingml/2006/main">
            <a:off x="14178833" y="3969710"/>
            <a:ext cx="108667" cy="118730"/>
          </a:xfrm>
          <a:custGeom xmlns:a="http://schemas.openxmlformats.org/drawingml/2006/main">
            <a:pathLst>
              <a:path w="108667" h="118730">
                <a:moveTo>
                  <a:pt x="0" y="118730"/>
                </a:moveTo>
                <a:lnTo>
                  <a:pt x="108667" y="59365"/>
                </a:lnTo>
                <a:lnTo>
                  <a:pt x="0" y="0"/>
                </a:lnTo>
              </a:path>
            </a:pathLst>
          </a:custGeom>
          <a:noFill xmlns:a="http://schemas.openxmlformats.org/drawingml/2006/main"/>
          <a:ln xmlns:a="http://schemas.openxmlformats.org/drawingml/2006/main" w="26670">
            <a:solidFill>
              <a:srgbClr val="576773"/>
            </a:solidFill>
            <a:prstDash val="solid"/>
          </a:ln>
        </p:spPr>
      </p:sp>
      <p:sp>
        <p:nvSpPr>
          <p:cNvPr id="36" name="bg-134-task-x2">
            <a:extLst xmlns:a="http://schemas.openxmlformats.org/drawingml/2006/main">
              <a:ext uri="{FF2B5EF4-FFF2-40B4-BE49-F238E27FC236}">
                <a16:creationId xmlns:a16="http://schemas.microsoft.com/office/drawing/2014/main" id="{B50651C7-4F81-4F22-B3D3-61BF5C25B3D2}"/>
              </a:ext>
            </a:extLst>
          </p:cNvPr>
          <p:cNvSpPr>
            <a:spLocks xmlns:a="http://schemas.openxmlformats.org/drawingml/2006/main" noGrp="1"/>
          </p:cNvSpPr>
          <p:nvPr/>
        </p:nvSpPr>
        <p:spPr>
          <a:xfrm xmlns:a="http://schemas.openxmlformats.org/drawingml/2006/main">
            <a:off x="10572750" y="5895975"/>
            <a:ext cx="3714750" cy="771525"/>
          </a:xfrm>
          <a:custGeom xmlns:a="http://schemas.openxmlformats.org/drawingml/2006/main">
            <a:pathLst>
              <a:path w="3714750" h="771525">
                <a:moveTo>
                  <a:pt x="0" y="0"/>
                </a:moveTo>
                <a:lnTo>
                  <a:pt x="666750" y="0"/>
                </a:lnTo>
                <a:lnTo>
                  <a:pt x="666750" y="771525"/>
                </a:lnTo>
                <a:lnTo>
                  <a:pt x="3714750" y="771525"/>
                </a:lnTo>
              </a:path>
            </a:pathLst>
          </a:custGeom>
          <a:noFill xmlns:a="http://schemas.openxmlformats.org/drawingml/2006/main"/>
          <a:ln xmlns:a="http://schemas.openxmlformats.org/drawingml/2006/main" w="26670">
            <a:solidFill>
              <a:srgbClr val="00889A"/>
            </a:solidFill>
            <a:prstDash val="solid"/>
          </a:ln>
        </p:spPr>
      </p:sp>
      <p:sp>
        <p:nvSpPr>
          <p:cNvPr id="37" name="bg-135-task-x2-head">
            <a:extLst xmlns:a="http://schemas.openxmlformats.org/drawingml/2006/main">
              <a:ext uri="{FF2B5EF4-FFF2-40B4-BE49-F238E27FC236}">
                <a16:creationId xmlns:a16="http://schemas.microsoft.com/office/drawing/2014/main" id="{FA6A2087-E98B-4579-A5F3-22B49A67BA48}"/>
              </a:ext>
            </a:extLst>
          </p:cNvPr>
          <p:cNvSpPr>
            <a:spLocks xmlns:a="http://schemas.openxmlformats.org/drawingml/2006/main" noGrp="1"/>
          </p:cNvSpPr>
          <p:nvPr/>
        </p:nvSpPr>
        <p:spPr>
          <a:xfrm xmlns:a="http://schemas.openxmlformats.org/drawingml/2006/main">
            <a:off x="14178833" y="6608135"/>
            <a:ext cx="108667" cy="118730"/>
          </a:xfrm>
          <a:custGeom xmlns:a="http://schemas.openxmlformats.org/drawingml/2006/main">
            <a:pathLst>
              <a:path w="108667" h="118730">
                <a:moveTo>
                  <a:pt x="0" y="118730"/>
                </a:moveTo>
                <a:lnTo>
                  <a:pt x="108667" y="59365"/>
                </a:lnTo>
                <a:lnTo>
                  <a:pt x="0" y="0"/>
                </a:lnTo>
              </a:path>
            </a:pathLst>
          </a:custGeom>
          <a:noFill xmlns:a="http://schemas.openxmlformats.org/drawingml/2006/main"/>
          <a:ln xmlns:a="http://schemas.openxmlformats.org/drawingml/2006/main" w="26670">
            <a:solidFill>
              <a:srgbClr val="00889A"/>
            </a:solidFill>
            <a:prstDash val="solid"/>
          </a:ln>
        </p:spPr>
      </p:sp>
      <p:sp>
        <p:nvSpPr>
          <p:cNvPr id="38" name="bg-136-text">
            <a:extLst xmlns:a="http://schemas.openxmlformats.org/drawingml/2006/main">
              <a:ext uri="{FF2B5EF4-FFF2-40B4-BE49-F238E27FC236}">
                <a16:creationId xmlns:a16="http://schemas.microsoft.com/office/drawing/2014/main" id="{A19E69B6-96B3-41D7-BFD2-FF16F32E6BCF}"/>
              </a:ext>
            </a:extLst>
          </p:cNvPr>
          <p:cNvSpPr>
            <a:spLocks xmlns:a="http://schemas.openxmlformats.org/drawingml/2006/main" noGrp="1"/>
          </p:cNvSpPr>
          <p:nvPr/>
        </p:nvSpPr>
        <p:spPr>
          <a:xfrm xmlns:a="http://schemas.openxmlformats.org/drawingml/2006/main">
            <a:off x="11811000" y="34956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76773"/>
                </a:solidFill>
                <a:latin typeface="Apple SD Gothic Neo"/>
                <a:ea typeface="Apple SD Gothic Neo"/>
                <a:cs typeface="Apple SD Gothic Neo"/>
              </a:defRPr>
            </a:pPr>
            <a:r>
              <a:rPr sz="2100" b="0">
                <a:solidFill>
                  <a:srgbClr val="576773"/>
                </a:solidFill>
                <a:latin typeface="Apple SD Gothic Neo"/>
                <a:ea typeface="Apple SD Gothic Neo"/>
                <a:cs typeface="Apple SD Gothic Neo"/>
              </a:rPr>
              <a:t>최초 작성</a:t>
            </a:r>
          </a:p>
        </p:txBody>
      </p:sp>
      <p:sp>
        <p:nvSpPr>
          <p:cNvPr id="39" name="bg-137-text">
            <a:extLst xmlns:a="http://schemas.openxmlformats.org/drawingml/2006/main">
              <a:ext uri="{FF2B5EF4-FFF2-40B4-BE49-F238E27FC236}">
                <a16:creationId xmlns:a16="http://schemas.microsoft.com/office/drawing/2014/main" id="{A83C5C3B-EAA8-4EFA-96F4-2987DD656F4B}"/>
              </a:ext>
            </a:extLst>
          </p:cNvPr>
          <p:cNvSpPr>
            <a:spLocks xmlns:a="http://schemas.openxmlformats.org/drawingml/2006/main" noGrp="1"/>
          </p:cNvSpPr>
          <p:nvPr/>
        </p:nvSpPr>
        <p:spPr>
          <a:xfrm xmlns:a="http://schemas.openxmlformats.org/drawingml/2006/main">
            <a:off x="11811000" y="61626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00889A"/>
                </a:solidFill>
                <a:latin typeface="Apple SD Gothic Neo"/>
                <a:ea typeface="Apple SD Gothic Neo"/>
                <a:cs typeface="Apple SD Gothic Neo"/>
              </a:defRPr>
            </a:pPr>
            <a:r>
              <a:rPr sz="2100" b="0">
                <a:solidFill>
                  <a:srgbClr val="00889A"/>
                </a:solidFill>
                <a:latin typeface="Apple SD Gothic Neo"/>
                <a:ea typeface="Apple SD Gothic Neo"/>
                <a:cs typeface="Apple SD Gothic Neo"/>
              </a:rPr>
              <a:t>이후 수정</a:t>
            </a:r>
          </a:p>
        </p:txBody>
      </p:sp>
      <p:sp>
        <p:nvSpPr>
          <p:cNvPr id="40" name="bg-138-text">
            <a:extLst xmlns:a="http://schemas.openxmlformats.org/drawingml/2006/main">
              <a:ext uri="{FF2B5EF4-FFF2-40B4-BE49-F238E27FC236}">
                <a16:creationId xmlns:a16="http://schemas.microsoft.com/office/drawing/2014/main" id="{27C48F4E-0B9E-4B93-B14B-795E8DC934FA}"/>
              </a:ext>
            </a:extLst>
          </p:cNvPr>
          <p:cNvSpPr>
            <a:spLocks xmlns:a="http://schemas.openxmlformats.org/drawingml/2006/main" noGrp="1"/>
          </p:cNvSpPr>
          <p:nvPr/>
        </p:nvSpPr>
        <p:spPr>
          <a:xfrm xmlns:a="http://schemas.openxmlformats.org/drawingml/2006/main">
            <a:off x="495300" y="7781925"/>
            <a:ext cx="1729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50" b="1">
                <a:solidFill>
                  <a:srgbClr val="202B35"/>
                </a:solidFill>
                <a:latin typeface="Apple SD Gothic Neo"/>
                <a:ea typeface="Apple SD Gothic Neo"/>
                <a:cs typeface="Apple SD Gothic Neo"/>
              </a:defRPr>
            </a:pPr>
            <a:r>
              <a:rPr sz="2550" b="1">
                <a:solidFill>
                  <a:srgbClr val="202B35"/>
                </a:solidFill>
                <a:latin typeface="Apple SD Gothic Neo"/>
                <a:ea typeface="Apple SD Gothic Neo"/>
                <a:cs typeface="Apple SD Gothic Neo"/>
              </a:rPr>
              <a:t>대화의 R3→T1 연결과 업무의 수정 명령/버전이 서로 맞아야 합니다.</a:t>
            </a:r>
          </a:p>
        </p:txBody>
      </p:sp>
      <p:sp>
        <p:nvSpPr>
          <p:cNvPr id="41" name="bg-139-footer-rule">
            <a:extLst xmlns:a="http://schemas.openxmlformats.org/drawingml/2006/main">
              <a:ext uri="{FF2B5EF4-FFF2-40B4-BE49-F238E27FC236}">
                <a16:creationId xmlns:a16="http://schemas.microsoft.com/office/drawing/2014/main" id="{BEDD5087-6C4E-4323-BC8A-DADAD05F8685}"/>
              </a:ext>
            </a:extLst>
          </p:cNvPr>
          <p:cNvSpPr>
            <a:spLocks xmlns:a="http://schemas.openxmlformats.org/drawingml/2006/main" noGrp="1"/>
          </p:cNvSpPr>
          <p:nvPr/>
        </p:nvSpPr>
        <p:spPr>
          <a:xfrm xmlns:a="http://schemas.openxmlformats.org/drawingml/2006/main">
            <a:off x="495300" y="8477250"/>
            <a:ext cx="17297400" cy="9525"/>
          </a:xfrm>
          <a:custGeom xmlns:a="http://schemas.openxmlformats.org/drawingml/2006/main">
            <a:pathLst>
              <a:path w="17297400" h="9525">
                <a:moveTo>
                  <a:pt x="0" y="0"/>
                </a:moveTo>
                <a:lnTo>
                  <a:pt x="17297400" y="0"/>
                </a:lnTo>
              </a:path>
            </a:pathLst>
          </a:custGeom>
          <a:noFill xmlns:a="http://schemas.openxmlformats.org/drawingml/2006/main"/>
          <a:ln xmlns:a="http://schemas.openxmlformats.org/drawingml/2006/main" w="19050">
            <a:solidFill>
              <a:srgbClr val="BCCAD2"/>
            </a:solidFill>
            <a:prstDash val="solid"/>
          </a:ln>
        </p:spPr>
      </p:sp>
      <p:sp>
        <p:nvSpPr>
          <p:cNvPr id="42" name="bg-140-text">
            <a:extLst xmlns:a="http://schemas.openxmlformats.org/drawingml/2006/main">
              <a:ext uri="{FF2B5EF4-FFF2-40B4-BE49-F238E27FC236}">
                <a16:creationId xmlns:a16="http://schemas.microsoft.com/office/drawing/2014/main" id="{A5B8E66C-DF27-4F32-9E63-CD7D14D72B39}"/>
              </a:ext>
            </a:extLst>
          </p:cNvPr>
          <p:cNvSpPr>
            <a:spLocks xmlns:a="http://schemas.openxmlformats.org/drawingml/2006/main" noGrp="1"/>
          </p:cNvSpPr>
          <p:nvPr/>
        </p:nvSpPr>
        <p:spPr>
          <a:xfrm xmlns:a="http://schemas.openxmlformats.org/drawingml/2006/main">
            <a:off x="495300" y="8686800"/>
            <a:ext cx="2047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50" b="1">
                <a:solidFill>
                  <a:srgbClr val="00889A"/>
                </a:solidFill>
                <a:latin typeface="Apple SD Gothic Neo"/>
                <a:ea typeface="Apple SD Gothic Neo"/>
                <a:cs typeface="Apple SD Gothic Neo"/>
              </a:defRPr>
            </a:pPr>
            <a:r>
              <a:rPr sz="2550" b="1">
                <a:solidFill>
                  <a:srgbClr val="00889A"/>
                </a:solidFill>
                <a:latin typeface="Apple SD Gothic Neo"/>
                <a:ea typeface="Apple SD Gothic Neo"/>
                <a:cs typeface="Apple SD Gothic Neo"/>
              </a:rPr>
              <a:t>설계 질문</a:t>
            </a:r>
          </a:p>
        </p:txBody>
      </p:sp>
      <p:sp>
        <p:nvSpPr>
          <p:cNvPr id="43" name="bg-141-text">
            <a:extLst xmlns:a="http://schemas.openxmlformats.org/drawingml/2006/main">
              <a:ext uri="{FF2B5EF4-FFF2-40B4-BE49-F238E27FC236}">
                <a16:creationId xmlns:a16="http://schemas.microsoft.com/office/drawing/2014/main" id="{A377CB97-ADEF-479B-B6C5-340EC2E4873D}"/>
              </a:ext>
            </a:extLst>
          </p:cNvPr>
          <p:cNvSpPr>
            <a:spLocks xmlns:a="http://schemas.openxmlformats.org/drawingml/2006/main" noGrp="1"/>
          </p:cNvSpPr>
          <p:nvPr/>
        </p:nvSpPr>
        <p:spPr>
          <a:xfrm xmlns:a="http://schemas.openxmlformats.org/drawingml/2006/main">
            <a:off x="2667000" y="8686800"/>
            <a:ext cx="15125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00889A"/>
                </a:solidFill>
                <a:latin typeface="Apple SD Gothic Neo"/>
                <a:ea typeface="Apple SD Gothic Neo"/>
                <a:cs typeface="Apple SD Gothic Neo"/>
              </a:defRPr>
            </a:pPr>
            <a:r>
              <a:rPr sz="2325" b="1">
                <a:solidFill>
                  <a:srgbClr val="00889A"/>
                </a:solidFill>
                <a:latin typeface="Apple SD Gothic Neo"/>
                <a:ea typeface="Apple SD Gothic Neo"/>
                <a:cs typeface="Apple SD Gothic Neo"/>
              </a:rPr>
              <a:t>관련 대화/업무 상태를 함께 확정할까, 독립 상태의 접수 결과로 맞출까?</a:t>
            </a:r>
          </a:p>
        </p:txBody>
      </p:sp>
      <p:sp>
        <p:nvSpPr>
          <p:cNvPr id="44" name="bg-142-text">
            <a:extLst xmlns:a="http://schemas.openxmlformats.org/drawingml/2006/main">
              <a:ext uri="{FF2B5EF4-FFF2-40B4-BE49-F238E27FC236}">
                <a16:creationId xmlns:a16="http://schemas.microsoft.com/office/drawing/2014/main" id="{3244AD44-492A-4937-9C20-23F301A24377}"/>
              </a:ext>
            </a:extLst>
          </p:cNvPr>
          <p:cNvSpPr>
            <a:spLocks xmlns:a="http://schemas.openxmlformats.org/drawingml/2006/main" noGrp="1"/>
          </p:cNvSpPr>
          <p:nvPr/>
        </p:nvSpPr>
        <p:spPr>
          <a:xfrm xmlns:a="http://schemas.openxmlformats.org/drawingml/2006/main">
            <a:off x="495300" y="9467850"/>
            <a:ext cx="17297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76773"/>
                </a:solidFill>
                <a:latin typeface="Apple SD Gothic Neo"/>
                <a:ea typeface="Apple SD Gothic Neo"/>
                <a:cs typeface="Apple SD Gothic Neo"/>
              </a:defRPr>
            </a:pPr>
            <a:r>
              <a:rPr sz="2025" b="0">
                <a:solidFill>
                  <a:srgbClr val="576773"/>
                </a:solidFill>
                <a:latin typeface="Apple SD Gothic Neo"/>
                <a:ea typeface="Apple SD Gothic Neo"/>
                <a:cs typeface="Apple SD Gothic Neo"/>
              </a:rPr>
              <a:t>A도 논리 수명 분리와 모듈화 가능. B의 독립 운영 조건과 인계/재확인, 추가 process와 상태 비용을 비교</a:t>
            </a:r>
          </a:p>
        </p:txBody>
      </p:sp>
    </p:spTree>
    <p:extLst>
      <p:ext uri="{BB962C8B-B14F-4D97-AF65-F5344CB8AC3E}">
        <p14:creationId xmlns:p14="http://schemas.microsoft.com/office/powerpoint/2010/main" val="14713161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61</ns0:Slides>
  <ns0:Notes>61</ns0:Notes>
  <ns0:HiddenSlides>0</ns0:HiddenSlides>
  <ns0:SharedDoc>false</ns0:SharedDoc>
  <ns0:DocSecurity>0</ns0:DocSecurity>
</ns0: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2026-10-11T13:29:11.1160000Z</dcterms:created>
  <dcterms:modified xsi:type="dcterms:W3CDTF">2026-10-11T13:29:11.1160000Z</dcterms:modified>
</coreProperties>
</file>