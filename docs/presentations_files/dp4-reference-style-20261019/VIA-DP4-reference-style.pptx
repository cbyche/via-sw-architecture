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dce7813a84cda" /><Relationship Type="http://schemas.openxmlformats.org/officeDocument/2006/relationships/extended-properties" Target="/docProps/app.xml" Id="R9ff77f694c6b4c67" /><Relationship Type="http://schemas.openxmlformats.org/officeDocument/2006/relationships/officeDocument" Target="/ppt/presentation.xml" Id="R431e2b8d7b94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da1981e9b40bb"/>
  </p:sldMasterIdLst>
  <p:notesMasterIdLst>
    <p:notesMasterId xmlns:r="http://schemas.openxmlformats.org/officeDocument/2006/relationships" r:id="R7df533188efa4d8d"/>
  </p:notesMasterIdLst>
  <p:sldIdLst>
    <p:sldId xmlns:r="http://schemas.openxmlformats.org/officeDocument/2006/relationships" id="256" r:id="Rc78a4a270d2d4106"/>
    <p:sldId xmlns:r="http://schemas.openxmlformats.org/officeDocument/2006/relationships" id="257" r:id="Rff3ba4c6cfa3485d"/>
    <p:sldId xmlns:r="http://schemas.openxmlformats.org/officeDocument/2006/relationships" id="258" r:id="R2898bc723f7d4229"/>
    <p:sldId xmlns:r="http://schemas.openxmlformats.org/officeDocument/2006/relationships" id="259" r:id="R6457ab33be1f442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316c7209b4e63" /><Relationship Type="http://schemas.openxmlformats.org/officeDocument/2006/relationships/slideMaster" Target="/ppt/slideMasters/slideMaster1.xml" Id="Rdceda1981e9b40bb" /><Relationship Type="http://schemas.openxmlformats.org/officeDocument/2006/relationships/notesMaster" Target="/ppt/notesMasters/notesMaster1.xml" Id="R7df533188efa4d8d" /><Relationship Type="http://schemas.openxmlformats.org/officeDocument/2006/relationships/presProps" Target="/ppt/presProps.xml" Id="R0eca0eacd41e4974" /><Relationship Type="http://schemas.openxmlformats.org/officeDocument/2006/relationships/tableStyles" Target="/ppt/tableStyles.xml" Id="Rac2e612d07084965" /><Relationship Type="http://schemas.openxmlformats.org/officeDocument/2006/relationships/slide" Target="/ppt/slides/slide1.xml" Id="Rc78a4a270d2d4106" /><Relationship Type="http://schemas.openxmlformats.org/officeDocument/2006/relationships/slide" Target="/ppt/slides/slide2.xml" Id="Rff3ba4c6cfa3485d" /><Relationship Type="http://schemas.openxmlformats.org/officeDocument/2006/relationships/slide" Target="/ppt/slides/slide3.xml" Id="R2898bc723f7d4229" /><Relationship Type="http://schemas.openxmlformats.org/officeDocument/2006/relationships/slide" Target="/ppt/slides/slide4.xml" Id="R6457ab33be1f44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d809d53384a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cdde8b8fb4960" /><Relationship Type="http://schemas.openxmlformats.org/officeDocument/2006/relationships/notesMaster" Target="/ppt/notesMasters/notesMaster1.xml" Id="Re45850a8450745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26f3fafd164a41" /><Relationship Type="http://schemas.openxmlformats.org/officeDocument/2006/relationships/notesMaster" Target="/ppt/notesMasters/notesMaster1.xml" Id="R06de2f6259b441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d1d1bfb714f5b" /><Relationship Type="http://schemas.openxmlformats.org/officeDocument/2006/relationships/notesMaster" Target="/ppt/notesMasters/notesMaster1.xml" Id="Rf8d7c1c8ce89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98119e61474979" /><Relationship Type="http://schemas.openxmlformats.org/officeDocument/2006/relationships/notesMaster" Target="/ppt/notesMasters/notesMaster1.xml" Id="R19a3e8e9700746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</a:p>
          <a:p xmlns:a="http://schemas.openxmlformats.org/drawingml/2006/main">
            <a: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</a:p>
          <a:p xmlns:a="http://schemas.openxmlformats.org/drawingml/2006/main">
            <a: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</a:p>
          <a:p xmlns:a="http://schemas.openxmlformats.org/drawingml/2006/main">
            <a: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</a:p>
          <a:p xmlns:a="http://schemas.openxmlformats.org/drawingml/2006/main">
            <a: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/Users/changbae/Workspace/via-sw-architecture/docs/architecture/12-decisions/decision-packages/seven-problem-review/05-agent-handoff.md §3~6</a:t>
            </a:r>
          </a:p>
          <a:p xmlns:a="http://schemas.openxmlformats.org/drawingml/2006/main">
            <a:r>
              <a:t>/Users/changbae/Workspace/via-sw-architecture/docs/architecture/12-decisions/decision-packages/seven-problem-review/17-presentation-results.md §2,6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/Users/changbae/Workspace/via-sw-architecture/results/architecture-evaluation/current/four-dp-presentation-20261019/dp05/fresh-summary.json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/Users/changbae/Workspace/via-sw-architecture/results/architecture-evaluation/current/four-dp-presentation-20261019/dp05/mechanism-breakdown.json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/Users/changbae/Workspace/via-sw-architecture/results/architecture-evaluation/current/four-dp-presentation-20261019/dp05/content-review.json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/Users/changbae/Workspace/via-sw-architecture/results/architecture-evaluation/current/four-dp-presentation-20261019/dp05/prefix-review.json</a:t>
            </a:r>
          </a:p>
          <a:p xmlns:a="http://schemas.openxmlformats.org/drawingml/2006/main">
            <a:r>
              <a:t>스타일: DP2 v2·DP3 네 장, 사용자 레퍼런스18-DP02채택,23-DP04방안,24-DP04채택.</a:t>
            </a:r>
          </a:p>
          <a:p xmlns:a="http://schemas.openxmlformats.org/drawingml/2006/main">
            <a:r>
              <a:t>배경은 설계 설명용 도식으로 실제 외부 상용 Agent 수행 화면이 아니다. 조건 예시는 C1 근거의 가격 동률 전제를 설명하며 빨간 전달 예는 의미 손실을 보여주는 설명 문구다. 실제 모든 출력이 이 문구와 동일했다고 주장하지 않는다. Agent의 비공개 상태가 아닌 공개 자료와 채택 조건을 인계한다.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</a:p>
          <a:p xmlns:a="http://schemas.openxmlformats.org/drawingml/2006/main">
            <a: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</a:p>
          <a:p xmlns:a="http://schemas.openxmlformats.org/drawingml/2006/main">
            <a: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</a:p>
          <a:p xmlns:a="http://schemas.openxmlformats.org/drawingml/2006/main">
            <a: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</a:p>
          <a:p xmlns:a="http://schemas.openxmlformats.org/drawingml/2006/main">
            <a: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/Users/changbae/Workspace/via-sw-architecture/docs/architecture/12-decisions/decision-packages/seven-problem-review/05-agent-handoff.md §3~6</a:t>
            </a:r>
          </a:p>
          <a:p xmlns:a="http://schemas.openxmlformats.org/drawingml/2006/main">
            <a:r>
              <a:t>/Users/changbae/Workspace/via-sw-architecture/docs/architecture/12-decisions/decision-packages/seven-problem-review/17-presentation-results.md §2,6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/Users/changbae/Workspace/via-sw-architecture/results/architecture-evaluation/current/four-dp-presentation-20261019/dp05/fresh-summary.json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/Users/changbae/Workspace/via-sw-architecture/results/architecture-evaluation/current/four-dp-presentation-20261019/dp05/mechanism-breakdown.json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/Users/changbae/Workspace/via-sw-architecture/results/architecture-evaluation/current/four-dp-presentation-20261019/dp05/content-review.json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/Users/changbae/Workspace/via-sw-architecture/results/architecture-evaluation/current/four-dp-presentation-20261019/dp05/prefix-review.json</a:t>
            </a:r>
          </a:p>
          <a:p xmlns:a="http://schemas.openxmlformats.org/drawingml/2006/main">
            <a:r>
              <a:t>스타일: DP2 v2·DP3 네 장, 사용자 레퍼런스18-DP02채택,23-DP04방안,24-DP04채택.</a:t>
            </a:r>
          </a:p>
          <a:p xmlns:a="http://schemas.openxmlformats.org/drawingml/2006/main">
            <a:r>
              <a:t>선택 전후는 같은 표와 같은 A/B구조다. C의 보완은 상세선택을 VIA로 되돌리지 않고 조건 원문만 인계에 붙인다. C1 상자는 논리적 추가 기능을 표시한다. 실제 사전읽기는 다음 위임 목적을 알기 전에 일어나며 현재 명세구성 뒤에 새 동기읽기를 강제한다는 뜻이 아니다. 정확한 시점은4장에 표시했다. Request Controller의 admission은 Task Manager/Agent Gateway 전송 시 재검증하며 topbox가 자료검증 전에 최종전송을 허가한다는 뜻이 아니다. B 공개사건은 원본owner에서 오는 갱신 신호이며 위임요청과 별개의 트리거다.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</a:p>
          <a:p xmlns:a="http://schemas.openxmlformats.org/drawingml/2006/main">
            <a: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</a:p>
          <a:p xmlns:a="http://schemas.openxmlformats.org/drawingml/2006/main">
            <a: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</a:p>
          <a:p xmlns:a="http://schemas.openxmlformats.org/drawingml/2006/main">
            <a: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</a:p>
          <a:p xmlns:a="http://schemas.openxmlformats.org/drawingml/2006/main">
            <a: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/Users/changbae/Workspace/via-sw-architecture/docs/architecture/12-decisions/decision-packages/seven-problem-review/05-agent-handoff.md §3~6</a:t>
            </a:r>
          </a:p>
          <a:p xmlns:a="http://schemas.openxmlformats.org/drawingml/2006/main">
            <a:r>
              <a:t>/Users/changbae/Workspace/via-sw-architecture/docs/architecture/12-decisions/decision-packages/seven-problem-review/17-presentation-results.md §2,6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/Users/changbae/Workspace/via-sw-architecture/results/architecture-evaluation/current/four-dp-presentation-20261019/dp05/fresh-summary.json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/Users/changbae/Workspace/via-sw-architecture/results/architecture-evaluation/current/four-dp-presentation-20261019/dp05/mechanism-breakdown.json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/Users/changbae/Workspace/via-sw-architecture/results/architecture-evaluation/current/four-dp-presentation-20261019/dp05/content-review.json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/Users/changbae/Workspace/via-sw-architecture/results/architecture-evaluation/current/four-dp-presentation-20261019/dp05/prefix-review.json</a:t>
            </a:r>
          </a:p>
          <a:p xmlns:a="http://schemas.openxmlformats.org/drawingml/2006/main">
            <a:r>
              <a:t>스타일: DP2 v2·DP3 네 장, 사용자 레퍼런스18-DP02채택,23-DP04방안,24-DP04채택.</a:t>
            </a:r>
          </a:p>
          <a:p xmlns:a="http://schemas.openxmlformats.org/drawingml/2006/main">
            <a:r>
              <a:t>선택 전후는 같은 표와 같은 A/B구조다. C의 보완은 상세선택을 VIA로 되돌리지 않고 조건 원문만 인계에 붙인다. C1 상자는 논리적 추가 기능을 표시한다. 실제 사전읽기는 다음 위임 목적을 알기 전에 일어나며 현재 명세구성 뒤에 새 동기읽기를 강제한다는 뜻이 아니다. 정확한 시점은4장에 표시했다. Request Controller의 admission은 Task Manager/Agent Gateway 전송 시 재검증하며 topbox가 자료검증 전에 최종전송을 허가한다는 뜻이 아니다. B 공개사건은 원본owner에서 오는 갱신 신호이며 위임요청과 별개의 트리거다.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</a:p>
          <a:p xmlns:a="http://schemas.openxmlformats.org/drawingml/2006/main">
            <a: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</a:p>
          <a:p xmlns:a="http://schemas.openxmlformats.org/drawingml/2006/main">
            <a: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</a:p>
          <a:p xmlns:a="http://schemas.openxmlformats.org/drawingml/2006/main">
            <a: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</a:p>
          <a:p xmlns:a="http://schemas.openxmlformats.org/drawingml/2006/main">
            <a: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</a:p>
          <a:p xmlns:a="http://schemas.openxmlformats.org/drawingml/2006/main">
            <a:r>
              <a:t>출처:</a:t>
            </a:r>
          </a:p>
          <a:p xmlns:a="http://schemas.openxmlformats.org/drawingml/2006/main">
            <a:r>
              <a:t>/Users/changbae/Workspace/via-sw-architecture/docs/architecture/12-decisions/decision-packages/seven-problem-review/05-agent-handoff.md §3~6</a:t>
            </a:r>
          </a:p>
          <a:p xmlns:a="http://schemas.openxmlformats.org/drawingml/2006/main">
            <a:r>
              <a:t>/Users/changbae/Workspace/via-sw-architecture/docs/architecture/12-decisions/decision-packages/seven-problem-review/17-presentation-results.md §2,6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/Users/changbae/Workspace/via-sw-architecture/results/architecture-evaluation/current/four-dp-presentation-20261019/dp05/fresh-summary.json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/Users/changbae/Workspace/via-sw-architecture/results/architecture-evaluation/current/four-dp-presentation-20261019/dp05/mechanism-breakdown.json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/Users/changbae/Workspace/via-sw-architecture/results/architecture-evaluation/current/four-dp-presentation-20261019/dp05/content-review.json</a:t>
            </a:r>
          </a:p>
          <a:p xmlns:a="http://schemas.openxmlformats.org/drawingml/2006/main">
            <a:r>
              <a:t>/Users/changbae/Workspace/via-sw-architecture/results/architecture-evaluation/current/four-dp-presentation-20261019/dp05/prefix-review.json</a:t>
            </a:r>
          </a:p>
          <a:p xmlns:a="http://schemas.openxmlformats.org/drawingml/2006/main">
            <a:r>
              <a:t>스타일: DP2 v2·DP3 네 장, 사용자 레퍼런스18-DP02채택,23-DP04방안,24-DP04채택.</a:t>
            </a:r>
          </a:p>
          <a:p xmlns:a="http://schemas.openxmlformats.org/drawingml/2006/main">
            <a:r>
              <a:t>4장의 before/after는 PREFETCH_TACTIC E3 각3episode만 사용한다. QA03 모든관측 평균은8/9와9/9이며 공통8의 VIA시간4.302→4.284초를 별도로 보존한다. 공통8전체경과30.532→31.519초와 전체모델비용을 함께 보고한다. C1 whole9전체경과31.614초를공통8값으로 혼용하지 않는다. 수신자조건읽기2→0이나 전체읽기20→21로 증가한다. source-read 요청1848byte, 로컬구간합계.201ms, 첨부상태최대직렬화323byte. C의 미표시1은fact상한계약문제이며 C1의원문만으로실패가원인적으로해결됐다고하지않는다.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f5118ed7e48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4c8016e3845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2db948a1c49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2796cbc554e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a85f7f2ff43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c50f4b3f2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E05793-F3A6-4AA2-B306-59B2E4510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B7DC63-395C-4884-9A57-B574628745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CA2AA7-F5B1-4119-9FE3-1F399B572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283752-BF3F-4A3D-A4D9-5AF35C13F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FED149-23E5-41DF-B5DF-56A2E1B17A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00DE2E-928D-4167-8EAA-F2EFBA3A7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E70ED1-B9CA-4C0E-930B-BAA4CACF97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4253C9-7C2D-4358-934A-E17A6C819B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405B3D-A71E-42DE-BF58-D4ADD1494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AE2905-8672-478B-8B42-44793BC813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0c982e22b462c" /><Relationship Type="http://schemas.openxmlformats.org/officeDocument/2006/relationships/slideLayout" Target="/ppt/slideLayouts/slideLayout1.xml" Id="R59ce6c8144f04610" /><Relationship Type="http://schemas.openxmlformats.org/officeDocument/2006/relationships/slideLayout" Target="/ppt/slideLayouts/slideLayout2.xml" Id="Rf14105a577d04fcc" /><Relationship Type="http://schemas.openxmlformats.org/officeDocument/2006/relationships/slideLayout" Target="/ppt/slideLayouts/slideLayout3.xml" Id="R1f15e944b25d4237" /><Relationship Type="http://schemas.openxmlformats.org/officeDocument/2006/relationships/slideLayout" Target="/ppt/slideLayouts/slideLayout4.xml" Id="Re22a3b4dbd0c4636" /><Relationship Type="http://schemas.openxmlformats.org/officeDocument/2006/relationships/slideLayout" Target="/ppt/slideLayouts/slideLayout5.xml" Id="R8d85f6adad814957" /><Relationship Type="http://schemas.openxmlformats.org/officeDocument/2006/relationships/slideLayout" Target="/ppt/slideLayouts/slideLayout6.xml" Id="Rfdb84b03064e46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e6c8144f04610"/>
    <p:sldLayoutId xmlns:r="http://schemas.openxmlformats.org/officeDocument/2006/relationships" id="2147483650" r:id="Rf14105a577d04fcc"/>
    <p:sldLayoutId xmlns:r="http://schemas.openxmlformats.org/officeDocument/2006/relationships" id="2147483651" r:id="R1f15e944b25d4237"/>
    <p:sldLayoutId xmlns:r="http://schemas.openxmlformats.org/officeDocument/2006/relationships" id="2147483652" r:id="Re22a3b4dbd0c4636"/>
    <p:sldLayoutId xmlns:r="http://schemas.openxmlformats.org/officeDocument/2006/relationships" id="2147483653" r:id="R8d85f6adad814957"/>
    <p:sldLayoutId xmlns:r="http://schemas.openxmlformats.org/officeDocument/2006/relationships" id="2147483654" r:id="Rfdb84b03064e46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2b098e6094874" /><Relationship Type="http://schemas.openxmlformats.org/officeDocument/2006/relationships/notesSlide" Target="/ppt/notesSlides/notesSlide1.xml" Id="R3c7ff30ab557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9b28475c84741" /><Relationship Type="http://schemas.openxmlformats.org/officeDocument/2006/relationships/notesSlide" Target="/ppt/notesSlides/notesSlide2.xml" Id="R491b9210df76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887ad6b6e497f" /><Relationship Type="http://schemas.openxmlformats.org/officeDocument/2006/relationships/notesSlide" Target="/ppt/notesSlides/notesSlide3.xml" Id="R685645f3a6b7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dc49fe4f74f2e" /><Relationship Type="http://schemas.openxmlformats.org/officeDocument/2006/relationships/notesSlide" Target="/ppt/notesSlides/notesSlide4.xml" Id="Re2ad464c4f6546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DP4 object 1">
            <a:extLst xmlns:a="http://schemas.openxmlformats.org/drawingml/2006/main">
              <a:ext uri="{FF2B5EF4-FFF2-40B4-BE49-F238E27FC236}">
                <a16:creationId xmlns:a16="http://schemas.microsoft.com/office/drawing/2014/main" id="{451FF6F0-092F-47D5-8493-6657D45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DP4. Agent 간 업무 인계 방안 (배경)</a:t>
            </a:r>
          </a:p>
        </p:txBody>
      </p:sp>
      <p:sp>
        <p:nvSpPr>
          <p:cNvPr id="2" name="DP4 object 2">
            <a:extLst xmlns:a="http://schemas.openxmlformats.org/drawingml/2006/main">
              <a:ext uri="{FF2B5EF4-FFF2-40B4-BE49-F238E27FC236}">
                <a16:creationId xmlns:a16="http://schemas.microsoft.com/office/drawing/2014/main" id="{35B21E2E-6FD9-4019-8B2D-C6534F1C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DP4 object 3">
            <a:extLst xmlns:a="http://schemas.openxmlformats.org/drawingml/2006/main">
              <a:ext uri="{FF2B5EF4-FFF2-40B4-BE49-F238E27FC236}">
                <a16:creationId xmlns:a16="http://schemas.microsoft.com/office/drawing/2014/main" id="{2037FDF3-A7BB-4EFA-8696-026F5BA6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소개</a:t>
            </a:r>
          </a:p>
        </p:txBody>
      </p:sp>
      <p:sp>
        <p:nvSpPr>
          <p:cNvPr id="4" name="DP4 object 4">
            <a:extLst xmlns:a="http://schemas.openxmlformats.org/drawingml/2006/main">
              <a:ext uri="{FF2B5EF4-FFF2-40B4-BE49-F238E27FC236}">
                <a16:creationId xmlns:a16="http://schemas.microsoft.com/office/drawing/2014/main" id="{3B19FC6A-D843-4CAF-BB76-1E101E5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DP4 object 5">
            <a:extLst xmlns:a="http://schemas.openxmlformats.org/drawingml/2006/main">
              <a:ext uri="{FF2B5EF4-FFF2-40B4-BE49-F238E27FC236}">
                <a16:creationId xmlns:a16="http://schemas.microsoft.com/office/drawing/2014/main" id="{223AC5A4-72A1-4D71-8630-78F8296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요구사항 분석</a:t>
            </a:r>
          </a:p>
        </p:txBody>
      </p:sp>
      <p:sp>
        <p:nvSpPr>
          <p:cNvPr id="6" name="DP4 object 6">
            <a:extLst xmlns:a="http://schemas.openxmlformats.org/drawingml/2006/main">
              <a:ext uri="{FF2B5EF4-FFF2-40B4-BE49-F238E27FC236}">
                <a16:creationId xmlns:a16="http://schemas.microsoft.com/office/drawing/2014/main" id="{EDE4707B-B2EC-462E-8054-A6E1B69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A8C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DP4 object 7">
            <a:extLst xmlns:a="http://schemas.openxmlformats.org/drawingml/2006/main">
              <a:ext uri="{FF2B5EF4-FFF2-40B4-BE49-F238E27FC236}">
                <a16:creationId xmlns:a16="http://schemas.microsoft.com/office/drawing/2014/main" id="{1298A233-FC1F-48C4-9E71-CC0EB8F6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8" name="DP4 object 8">
            <a:extLst xmlns:a="http://schemas.openxmlformats.org/drawingml/2006/main">
              <a:ext uri="{FF2B5EF4-FFF2-40B4-BE49-F238E27FC236}">
                <a16:creationId xmlns:a16="http://schemas.microsoft.com/office/drawing/2014/main" id="{11F6BDD7-CEA8-4FBD-96CE-122C059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DP4 object 9">
            <a:extLst xmlns:a="http://schemas.openxmlformats.org/drawingml/2006/main">
              <a:ext uri="{FF2B5EF4-FFF2-40B4-BE49-F238E27FC236}">
                <a16:creationId xmlns:a16="http://schemas.microsoft.com/office/drawing/2014/main" id="{55DC1087-C186-49B9-B146-4CFB71B5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및 검증</a:t>
            </a:r>
          </a:p>
        </p:txBody>
      </p:sp>
      <p:sp>
        <p:nvSpPr>
          <p:cNvPr id="10" name="DP4 object 10">
            <a:extLst xmlns:a="http://schemas.openxmlformats.org/drawingml/2006/main">
              <a:ext uri="{FF2B5EF4-FFF2-40B4-BE49-F238E27FC236}">
                <a16:creationId xmlns:a16="http://schemas.microsoft.com/office/drawing/2014/main" id="{4FFD7F94-E5EB-4B60-9F35-8659B477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DP4 object 11">
            <a:extLst xmlns:a="http://schemas.openxmlformats.org/drawingml/2006/main">
              <a:ext uri="{FF2B5EF4-FFF2-40B4-BE49-F238E27FC236}">
                <a16:creationId xmlns:a16="http://schemas.microsoft.com/office/drawing/2014/main" id="{9CFEDA73-1C59-4342-BC9D-3EACB63B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12" name="Editable path 12">
            <a:extLst xmlns:a="http://schemas.openxmlformats.org/drawingml/2006/main">
              <a:ext uri="{FF2B5EF4-FFF2-40B4-BE49-F238E27FC236}">
                <a16:creationId xmlns:a16="http://schemas.microsoft.com/office/drawing/2014/main" id="{FD357F37-7ADB-46FA-B2B1-04CF2EE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7164050" cy="953"/>
          </a:xfrm>
          <a:custGeom xmlns:a="http://schemas.openxmlformats.org/drawingml/2006/main"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7A7A7"/>
            </a:solidFill>
            <a:prstDash val="solid"/>
          </a:ln>
        </p:spPr>
      </p:sp>
      <p:sp>
        <p:nvSpPr>
          <p:cNvPr id="13" name="DP4 object 13">
            <a:extLst xmlns:a="http://schemas.openxmlformats.org/drawingml/2006/main">
              <a:ext uri="{FF2B5EF4-FFF2-40B4-BE49-F238E27FC236}">
                <a16:creationId xmlns:a16="http://schemas.microsoft.com/office/drawing/2014/main" id="{62DC6FFF-44C6-45E0-AA8A-9586418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9991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4" name="DP4 object 14">
            <a:extLst xmlns:a="http://schemas.openxmlformats.org/drawingml/2006/main">
              <a:ext uri="{FF2B5EF4-FFF2-40B4-BE49-F238E27FC236}">
                <a16:creationId xmlns:a16="http://schemas.microsoft.com/office/drawing/2014/main" id="{F9C736C4-0BD0-4307-BA4D-77121BB5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704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Agent가 바뀌어도, 사용자가 정한 조건은 이어져야 한다</a:t>
            </a:r>
          </a:p>
        </p:txBody>
      </p:sp>
      <p:sp>
        <p:nvSpPr>
          <p:cNvPr id="15" name="DP4 object 15">
            <a:extLst xmlns:a="http://schemas.openxmlformats.org/drawingml/2006/main">
              <a:ext uri="{FF2B5EF4-FFF2-40B4-BE49-F238E27FC236}">
                <a16:creationId xmlns:a16="http://schemas.microsoft.com/office/drawing/2014/main" id="{340FE34C-61EF-4D0D-862A-F3A4B05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1685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비교 결과로 발표자료와 메일을 만들 때, 다음 Agent가 받을 자료를 VIA가 연결한다.</a:t>
            </a:r>
          </a:p>
        </p:txBody>
      </p:sp>
      <p:sp>
        <p:nvSpPr>
          <p:cNvPr id="16" name="DP4 object 16">
            <a:extLst xmlns:a="http://schemas.openxmlformats.org/drawingml/2006/main">
              <a:ext uri="{FF2B5EF4-FFF2-40B4-BE49-F238E27FC236}">
                <a16:creationId xmlns:a16="http://schemas.microsoft.com/office/drawing/2014/main" id="{6FC04E91-C271-422F-88D0-2048B569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76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① 조사 결과 확보</a:t>
            </a:r>
          </a:p>
        </p:txBody>
      </p:sp>
      <p:sp>
        <p:nvSpPr>
          <p:cNvPr id="17" name="DP4 object 17">
            <a:extLst xmlns:a="http://schemas.openxmlformats.org/drawingml/2006/main">
              <a:ext uri="{FF2B5EF4-FFF2-40B4-BE49-F238E27FC236}">
                <a16:creationId xmlns:a16="http://schemas.microsoft.com/office/drawing/2014/main" id="{C4371657-4FE8-4573-9046-984F5797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76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② 발표자료로 재위임</a:t>
            </a:r>
          </a:p>
        </p:txBody>
      </p:sp>
      <p:sp>
        <p:nvSpPr>
          <p:cNvPr id="18" name="DP4 object 18">
            <a:extLst xmlns:a="http://schemas.openxmlformats.org/drawingml/2006/main">
              <a:ext uri="{FF2B5EF4-FFF2-40B4-BE49-F238E27FC236}">
                <a16:creationId xmlns:a16="http://schemas.microsoft.com/office/drawing/2014/main" id="{CEBCE6D3-492A-457A-8D60-F2214BF2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781300"/>
            <a:ext cx="476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③ 메일 초안으로 재위임</a:t>
            </a:r>
          </a:p>
        </p:txBody>
      </p:sp>
      <p:sp>
        <p:nvSpPr>
          <p:cNvPr id="19" name="조사 Agent">
            <a:extLst xmlns:a="http://schemas.openxmlformats.org/drawingml/2006/main">
              <a:ext uri="{FF2B5EF4-FFF2-40B4-BE49-F238E27FC236}">
                <a16:creationId xmlns:a16="http://schemas.microsoft.com/office/drawing/2014/main" id="{B2DD4234-3AEF-443A-A57D-98C3316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" name="DP4 object 19">
            <a:extLst xmlns:a="http://schemas.openxmlformats.org/drawingml/2006/main">
              <a:ext uri="{FF2B5EF4-FFF2-40B4-BE49-F238E27FC236}">
                <a16:creationId xmlns:a16="http://schemas.microsoft.com/office/drawing/2014/main" id="{E5AE5B29-6533-4D4E-A7DB-05906F8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81375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조사 Agent</a:t>
            </a:r>
          </a:p>
        </p:txBody>
      </p:sp>
      <p:sp>
        <p:nvSpPr>
          <p:cNvPr id="21" name="제품 비교 결과">
            <a:extLst xmlns:a="http://schemas.openxmlformats.org/drawingml/2006/main">
              <a:ext uri="{FF2B5EF4-FFF2-40B4-BE49-F238E27FC236}">
                <a16:creationId xmlns:a16="http://schemas.microsoft.com/office/drawing/2014/main" id="{19B477CF-E448-4005-8D35-493FEFE9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4381500" cy="1638300"/>
          </a:xfrm>
          <a:custGeom xmlns:a="http://schemas.openxmlformats.org/drawingml/2006/main">
            <a:pathLst>
              <a:path w="4381500" h="1638300">
                <a:moveTo>
                  <a:pt x="0" y="0"/>
                </a:moveTo>
                <a:lnTo>
                  <a:pt x="4229100" y="0"/>
                </a:lnTo>
                <a:lnTo>
                  <a:pt x="4381500" y="152400"/>
                </a:lnTo>
                <a:lnTo>
                  <a:pt x="4381500" y="1638300"/>
                </a:lnTo>
                <a:lnTo>
                  <a:pt x="0" y="1638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2" name="Editable path 20">
            <a:extLst xmlns:a="http://schemas.openxmlformats.org/drawingml/2006/main">
              <a:ext uri="{FF2B5EF4-FFF2-40B4-BE49-F238E27FC236}">
                <a16:creationId xmlns:a16="http://schemas.microsoft.com/office/drawing/2014/main" id="{4EC238F4-9066-4084-923A-63B7135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767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0" y="152400"/>
                </a:ln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" name="DP4 object 21">
            <a:extLst xmlns:a="http://schemas.openxmlformats.org/drawingml/2006/main">
              <a:ext uri="{FF2B5EF4-FFF2-40B4-BE49-F238E27FC236}">
                <a16:creationId xmlns:a16="http://schemas.microsoft.com/office/drawing/2014/main" id="{071C97E7-A01C-45A3-A581-DC657384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19575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제품 비교 결과</a:t>
            </a:r>
          </a:p>
        </p:txBody>
      </p:sp>
      <p:sp>
        <p:nvSpPr>
          <p:cNvPr id="24" name="Editable path 22">
            <a:extLst xmlns:a="http://schemas.openxmlformats.org/drawingml/2006/main">
              <a:ext uri="{FF2B5EF4-FFF2-40B4-BE49-F238E27FC236}">
                <a16:creationId xmlns:a16="http://schemas.microsoft.com/office/drawing/2014/main" id="{7702B8F7-62B5-4876-AB47-28168B9F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619625"/>
            <a:ext cx="4057650" cy="953"/>
          </a:xfrm>
          <a:custGeom xmlns:a="http://schemas.openxmlformats.org/drawingml/2006/main">
            <a:pathLst>
              <a:path w="4057650" h="953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9B9"/>
            </a:solidFill>
            <a:prstDash val="solid"/>
          </a:ln>
        </p:spPr>
      </p:sp>
      <p:sp>
        <p:nvSpPr>
          <p:cNvPr id="25" name="DP4 object 23">
            <a:extLst xmlns:a="http://schemas.openxmlformats.org/drawingml/2006/main">
              <a:ext uri="{FF2B5EF4-FFF2-40B4-BE49-F238E27FC236}">
                <a16:creationId xmlns:a16="http://schemas.microsoft.com/office/drawing/2014/main" id="{25E46BDB-7C31-4EE1-AFD5-9A787F20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24400"/>
            <a:ext cx="405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가격·유지보수 비교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공개 결과의 원본과 판본</a:t>
            </a:r>
          </a:p>
        </p:txBody>
      </p:sp>
      <p:sp>
        <p:nvSpPr>
          <p:cNvPr id="26" name="발표자료 Agent">
            <a:extLst xmlns:a="http://schemas.openxmlformats.org/drawingml/2006/main">
              <a:ext uri="{FF2B5EF4-FFF2-40B4-BE49-F238E27FC236}">
                <a16:creationId xmlns:a16="http://schemas.microsoft.com/office/drawing/2014/main" id="{2949F8AA-923F-4303-B70B-6E067FC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DP4 object 24">
            <a:extLst xmlns:a="http://schemas.openxmlformats.org/drawingml/2006/main">
              <a:ext uri="{FF2B5EF4-FFF2-40B4-BE49-F238E27FC236}">
                <a16:creationId xmlns:a16="http://schemas.microsoft.com/office/drawing/2014/main" id="{DF7AA88D-15BA-4A3B-A66C-4DEAB902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81375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발표자료 Agent</a:t>
            </a:r>
          </a:p>
        </p:txBody>
      </p:sp>
      <p:sp>
        <p:nvSpPr>
          <p:cNvPr id="28" name="발표자료 작성">
            <a:extLst xmlns:a="http://schemas.openxmlformats.org/drawingml/2006/main">
              <a:ext uri="{FF2B5EF4-FFF2-40B4-BE49-F238E27FC236}">
                <a16:creationId xmlns:a16="http://schemas.microsoft.com/office/drawing/2014/main" id="{26A33090-A0C0-4E02-BAF4-757273D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381500" cy="1638300"/>
          </a:xfrm>
          <a:custGeom xmlns:a="http://schemas.openxmlformats.org/drawingml/2006/main">
            <a:pathLst>
              <a:path w="4381500" h="1638300">
                <a:moveTo>
                  <a:pt x="0" y="0"/>
                </a:moveTo>
                <a:lnTo>
                  <a:pt x="4229100" y="0"/>
                </a:lnTo>
                <a:lnTo>
                  <a:pt x="4381500" y="152400"/>
                </a:lnTo>
                <a:lnTo>
                  <a:pt x="4381500" y="1638300"/>
                </a:lnTo>
                <a:lnTo>
                  <a:pt x="0" y="1638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9" name="Editable path 25">
            <a:extLst xmlns:a="http://schemas.openxmlformats.org/drawingml/2006/main">
              <a:ext uri="{FF2B5EF4-FFF2-40B4-BE49-F238E27FC236}">
                <a16:creationId xmlns:a16="http://schemas.microsoft.com/office/drawing/2014/main" id="{23EC6A28-ED23-40F5-896C-3F2D4F02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0767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0" y="152400"/>
                </a:ln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DP4 object 26">
            <a:extLst xmlns:a="http://schemas.openxmlformats.org/drawingml/2006/main">
              <a:ext uri="{FF2B5EF4-FFF2-40B4-BE49-F238E27FC236}">
                <a16:creationId xmlns:a16="http://schemas.microsoft.com/office/drawing/2014/main" id="{90713E63-594E-4EE1-881B-9ED41534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19575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발표자료 작성</a:t>
            </a:r>
          </a:p>
        </p:txBody>
      </p:sp>
      <p:sp>
        <p:nvSpPr>
          <p:cNvPr id="31" name="Editable path 27">
            <a:extLst xmlns:a="http://schemas.openxmlformats.org/drawingml/2006/main">
              <a:ext uri="{FF2B5EF4-FFF2-40B4-BE49-F238E27FC236}">
                <a16:creationId xmlns:a16="http://schemas.microsoft.com/office/drawing/2014/main" id="{FC747CC1-6BE0-452C-8B4E-3314B30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19625"/>
            <a:ext cx="4057650" cy="953"/>
          </a:xfrm>
          <a:custGeom xmlns:a="http://schemas.openxmlformats.org/drawingml/2006/main">
            <a:pathLst>
              <a:path w="4057650" h="953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9B9"/>
            </a:solidFill>
            <a:prstDash val="solid"/>
          </a:ln>
        </p:spPr>
      </p:sp>
      <p:sp>
        <p:nvSpPr>
          <p:cNvPr id="32" name="DP4 object 28">
            <a:extLst xmlns:a="http://schemas.openxmlformats.org/drawingml/2006/main">
              <a:ext uri="{FF2B5EF4-FFF2-40B4-BE49-F238E27FC236}">
                <a16:creationId xmlns:a16="http://schemas.microsoft.com/office/drawing/2014/main" id="{A1D05EA7-C922-41B6-810E-503D1DB1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24400"/>
            <a:ext cx="405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결과를 새 목적에 사용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표·설명·제외사항 전달</a:t>
            </a:r>
          </a:p>
        </p:txBody>
      </p:sp>
      <p:sp>
        <p:nvSpPr>
          <p:cNvPr id="33" name="메일 Agent">
            <a:extLst xmlns:a="http://schemas.openxmlformats.org/drawingml/2006/main">
              <a:ext uri="{FF2B5EF4-FFF2-40B4-BE49-F238E27FC236}">
                <a16:creationId xmlns:a16="http://schemas.microsoft.com/office/drawing/2014/main" id="{A8361508-B032-47CF-8998-54913A8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34327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4" name="DP4 object 29">
            <a:extLst xmlns:a="http://schemas.openxmlformats.org/drawingml/2006/main">
              <a:ext uri="{FF2B5EF4-FFF2-40B4-BE49-F238E27FC236}">
                <a16:creationId xmlns:a16="http://schemas.microsoft.com/office/drawing/2014/main" id="{5087FE4E-DC59-466C-A02C-8696036B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3381375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메일 Agent</a:t>
            </a:r>
          </a:p>
        </p:txBody>
      </p:sp>
      <p:sp>
        <p:nvSpPr>
          <p:cNvPr id="35" name="메일 초안 작성">
            <a:extLst xmlns:a="http://schemas.openxmlformats.org/drawingml/2006/main">
              <a:ext uri="{FF2B5EF4-FFF2-40B4-BE49-F238E27FC236}">
                <a16:creationId xmlns:a16="http://schemas.microsoft.com/office/drawing/2014/main" id="{D19AE91D-B9C4-41C4-AB82-4C2821C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076700"/>
            <a:ext cx="4381500" cy="1638300"/>
          </a:xfrm>
          <a:custGeom xmlns:a="http://schemas.openxmlformats.org/drawingml/2006/main">
            <a:pathLst>
              <a:path w="4381500" h="1638300">
                <a:moveTo>
                  <a:pt x="0" y="0"/>
                </a:moveTo>
                <a:lnTo>
                  <a:pt x="4229100" y="0"/>
                </a:lnTo>
                <a:lnTo>
                  <a:pt x="4381500" y="152400"/>
                </a:lnTo>
                <a:lnTo>
                  <a:pt x="4381500" y="1638300"/>
                </a:lnTo>
                <a:lnTo>
                  <a:pt x="0" y="1638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36" name="Editable path 30">
            <a:extLst xmlns:a="http://schemas.openxmlformats.org/drawingml/2006/main">
              <a:ext uri="{FF2B5EF4-FFF2-40B4-BE49-F238E27FC236}">
                <a16:creationId xmlns:a16="http://schemas.microsoft.com/office/drawing/2014/main" id="{9EBADB6A-6A76-4BA6-AB6C-E47B393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0" y="40767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0" y="152400"/>
                </a:ln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" name="DP4 object 31">
            <a:extLst xmlns:a="http://schemas.openxmlformats.org/drawingml/2006/main">
              <a:ext uri="{FF2B5EF4-FFF2-40B4-BE49-F238E27FC236}">
                <a16:creationId xmlns:a16="http://schemas.microsoft.com/office/drawing/2014/main" id="{6C2EF93B-DE54-4C8E-8234-5B41723B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219575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메일 초안 작성</a:t>
            </a:r>
          </a:p>
        </p:txBody>
      </p:sp>
      <p:sp>
        <p:nvSpPr>
          <p:cNvPr id="38" name="Editable path 32">
            <a:extLst xmlns:a="http://schemas.openxmlformats.org/drawingml/2006/main">
              <a:ext uri="{FF2B5EF4-FFF2-40B4-BE49-F238E27FC236}">
                <a16:creationId xmlns:a16="http://schemas.microsoft.com/office/drawing/2014/main" id="{8FB87263-973B-41FC-B0C5-0372D25C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619625"/>
            <a:ext cx="4057650" cy="953"/>
          </a:xfrm>
          <a:custGeom xmlns:a="http://schemas.openxmlformats.org/drawingml/2006/main">
            <a:pathLst>
              <a:path w="4057650" h="953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7B9B9"/>
            </a:solidFill>
            <a:prstDash val="solid"/>
          </a:ln>
        </p:spPr>
      </p:sp>
      <p:sp>
        <p:nvSpPr>
          <p:cNvPr id="39" name="DP4 object 33">
            <a:extLst xmlns:a="http://schemas.openxmlformats.org/drawingml/2006/main">
              <a:ext uri="{FF2B5EF4-FFF2-40B4-BE49-F238E27FC236}">
                <a16:creationId xmlns:a16="http://schemas.microsoft.com/office/drawing/2014/main" id="{2AE19308-1279-4A52-A065-AF68008D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724400"/>
            <a:ext cx="4057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받는 사람과 문체는 변경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채택 조건은 계속 유지</a:t>
            </a:r>
          </a:p>
        </p:txBody>
      </p:sp>
      <p:sp>
        <p:nvSpPr>
          <p:cNvPr id="40" name="Editable path 34">
            <a:extLst xmlns:a="http://schemas.openxmlformats.org/drawingml/2006/main">
              <a:ext uri="{FF2B5EF4-FFF2-40B4-BE49-F238E27FC236}">
                <a16:creationId xmlns:a16="http://schemas.microsoft.com/office/drawing/2014/main" id="{1C5C00FF-5E16-4CF9-AEC0-DD2EA5C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9975"/>
            <a:ext cx="952500" cy="953"/>
          </a:xfrm>
          <a:custGeom xmlns:a="http://schemas.openxmlformats.org/drawingml/2006/main">
            <a:pathLst>
              <a:path w="952500" h="953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41" name="Editable arrowhead 35">
            <a:extLst xmlns:a="http://schemas.openxmlformats.org/drawingml/2006/main">
              <a:ext uri="{FF2B5EF4-FFF2-40B4-BE49-F238E27FC236}">
                <a16:creationId xmlns:a16="http://schemas.microsoft.com/office/drawing/2014/main" id="{B1D51CFB-5F11-45EF-8E4F-61C29C7B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42" name="Editable path 36">
            <a:extLst xmlns:a="http://schemas.openxmlformats.org/drawingml/2006/main">
              <a:ext uri="{FF2B5EF4-FFF2-40B4-BE49-F238E27FC236}">
                <a16:creationId xmlns:a16="http://schemas.microsoft.com/office/drawing/2014/main" id="{755C990D-D70E-4FAE-8846-D52E05B0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09975"/>
            <a:ext cx="952500" cy="953"/>
          </a:xfrm>
          <a:custGeom xmlns:a="http://schemas.openxmlformats.org/drawingml/2006/main">
            <a:pathLst>
              <a:path w="952500" h="953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  <a:prstDash val="solid"/>
          </a:ln>
        </p:spPr>
      </p:sp>
      <p:sp>
        <p:nvSpPr>
          <p:cNvPr id="43" name="Editable arrowhead 37">
            <a:extLst xmlns:a="http://schemas.openxmlformats.org/drawingml/2006/main">
              <a:ext uri="{FF2B5EF4-FFF2-40B4-BE49-F238E27FC236}">
                <a16:creationId xmlns:a16="http://schemas.microsoft.com/office/drawing/2014/main" id="{A05E1CCF-48B6-4D71-AB6F-A9D56D8F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623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44" name="DP4 object 38">
            <a:extLst xmlns:a="http://schemas.openxmlformats.org/drawingml/2006/main">
              <a:ext uri="{FF2B5EF4-FFF2-40B4-BE49-F238E27FC236}">
                <a16:creationId xmlns:a16="http://schemas.microsoft.com/office/drawing/2014/main" id="{5B018F13-1C66-4D06-9EE9-31320401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VIA</a:t>
            </a:r>
          </a:p>
        </p:txBody>
      </p:sp>
      <p:sp>
        <p:nvSpPr>
          <p:cNvPr id="45" name="DP4 object 39">
            <a:extLst xmlns:a="http://schemas.openxmlformats.org/drawingml/2006/main">
              <a:ext uri="{FF2B5EF4-FFF2-40B4-BE49-F238E27FC236}">
                <a16:creationId xmlns:a16="http://schemas.microsoft.com/office/drawing/2014/main" id="{3E4DA1BC-4C2E-409A-A048-8C88D8CF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2004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VIA</a:t>
            </a:r>
          </a:p>
        </p:txBody>
      </p:sp>
      <p:sp>
        <p:nvSpPr>
          <p:cNvPr id="46" name="DP4 object 40">
            <a:extLst xmlns:a="http://schemas.openxmlformats.org/drawingml/2006/main">
              <a:ext uri="{FF2B5EF4-FFF2-40B4-BE49-F238E27FC236}">
                <a16:creationId xmlns:a16="http://schemas.microsoft.com/office/drawing/2014/main" id="{68A3FCF6-A429-43FC-94F8-ED20DDC8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010275"/>
            <a:ext cx="15811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1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P4 object 41">
            <a:extLst xmlns:a="http://schemas.openxmlformats.org/drawingml/2006/main">
              <a:ext uri="{FF2B5EF4-FFF2-40B4-BE49-F238E27FC236}">
                <a16:creationId xmlns:a16="http://schemas.microsoft.com/office/drawing/2014/main" id="{3EAA1F59-9AE4-4A0A-AABE-AD2603D5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48375"/>
            <a:ext cx="1543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채택한 조건: “가격이 같을 때 유지보수 기간이 긴 제품 우선”</a:t>
            </a:r>
          </a:p>
        </p:txBody>
      </p:sp>
      <p:sp>
        <p:nvSpPr>
          <p:cNvPr id="48" name="Editable path 42">
            <a:extLst xmlns:a="http://schemas.openxmlformats.org/drawingml/2006/main">
              <a:ext uri="{FF2B5EF4-FFF2-40B4-BE49-F238E27FC236}">
                <a16:creationId xmlns:a16="http://schemas.microsoft.com/office/drawing/2014/main" id="{778336CF-AA2A-4A6E-A657-7C75ED8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953" cy="295275"/>
          </a:xfrm>
          <a:custGeom xmlns:a="http://schemas.openxmlformats.org/drawingml/2006/main">
            <a:pathLst>
              <a:path w="953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0A843"/>
            </a:solidFill>
            <a:prstDash val="solid"/>
          </a:ln>
        </p:spPr>
      </p:sp>
      <p:sp>
        <p:nvSpPr>
          <p:cNvPr id="49" name="Editable arrowhead 43">
            <a:extLst xmlns:a="http://schemas.openxmlformats.org/drawingml/2006/main">
              <a:ext uri="{FF2B5EF4-FFF2-40B4-BE49-F238E27FC236}">
                <a16:creationId xmlns:a16="http://schemas.microsoft.com/office/drawing/2014/main" id="{A693F104-6447-4CA0-AAA7-8FBDE75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150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70A843"/>
          </a:solidFill>
          <a:ln xmlns:a="http://schemas.openxmlformats.org/drawingml/2006/main" w="5715">
            <a:solidFill>
              <a:srgbClr val="70A843"/>
            </a:solidFill>
            <a:prstDash val="solid"/>
          </a:ln>
        </p:spPr>
      </p:sp>
      <p:sp>
        <p:nvSpPr>
          <p:cNvPr id="50" name="Editable path 44">
            <a:extLst xmlns:a="http://schemas.openxmlformats.org/drawingml/2006/main">
              <a:ext uri="{FF2B5EF4-FFF2-40B4-BE49-F238E27FC236}">
                <a16:creationId xmlns:a16="http://schemas.microsoft.com/office/drawing/2014/main" id="{D41683F4-04DE-44FB-88E2-BA33EA57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0"/>
            <a:ext cx="953" cy="295275"/>
          </a:xfrm>
          <a:custGeom xmlns:a="http://schemas.openxmlformats.org/drawingml/2006/main">
            <a:pathLst>
              <a:path w="953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0A843"/>
            </a:solidFill>
            <a:prstDash val="solid"/>
          </a:ln>
        </p:spPr>
      </p:sp>
      <p:sp>
        <p:nvSpPr>
          <p:cNvPr id="51" name="Editable arrowhead 45">
            <a:extLst xmlns:a="http://schemas.openxmlformats.org/drawingml/2006/main">
              <a:ext uri="{FF2B5EF4-FFF2-40B4-BE49-F238E27FC236}">
                <a16:creationId xmlns:a16="http://schemas.microsoft.com/office/drawing/2014/main" id="{396315C3-5875-4A45-A4E2-E63BF466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70A843"/>
          </a:solidFill>
          <a:ln xmlns:a="http://schemas.openxmlformats.org/drawingml/2006/main" w="5715">
            <a:solidFill>
              <a:srgbClr val="70A843"/>
            </a:solidFill>
            <a:prstDash val="solid"/>
          </a:ln>
        </p:spPr>
      </p:sp>
      <p:sp>
        <p:nvSpPr>
          <p:cNvPr id="52" name="Editable path 46">
            <a:extLst xmlns:a="http://schemas.openxmlformats.org/drawingml/2006/main">
              <a:ext uri="{FF2B5EF4-FFF2-40B4-BE49-F238E27FC236}">
                <a16:creationId xmlns:a16="http://schemas.microsoft.com/office/drawing/2014/main" id="{43285604-4284-4F6A-8D03-981D338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715000"/>
            <a:ext cx="953" cy="295275"/>
          </a:xfrm>
          <a:custGeom xmlns:a="http://schemas.openxmlformats.org/drawingml/2006/main">
            <a:pathLst>
              <a:path w="953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70A843"/>
            </a:solidFill>
            <a:prstDash val="solid"/>
          </a:ln>
        </p:spPr>
      </p:sp>
      <p:sp>
        <p:nvSpPr>
          <p:cNvPr id="53" name="Editable arrowhead 47">
            <a:extLst xmlns:a="http://schemas.openxmlformats.org/drawingml/2006/main">
              <a:ext uri="{FF2B5EF4-FFF2-40B4-BE49-F238E27FC236}">
                <a16:creationId xmlns:a16="http://schemas.microsoft.com/office/drawing/2014/main" id="{F0B8631D-D765-441E-8826-D6EF72F0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57150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70A843"/>
          </a:solidFill>
          <a:ln xmlns:a="http://schemas.openxmlformats.org/drawingml/2006/main" w="5715">
            <a:solidFill>
              <a:srgbClr val="70A843"/>
            </a:solidFill>
            <a:prstDash val="solid"/>
          </a:ln>
        </p:spPr>
      </p:sp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2394E9-27BE-416C-A623-4A37C3935825}"/>
              </a:ext>
            </a:extLst>
          </p:cNvPr>
          <p:cNvGraphicFramePr/>
          <p:nvPr/>
        </p:nvGraphicFramePr>
        <p:xfrm>
          <a:off xmlns:a="http://schemas.openxmlformats.org/drawingml/2006/main" x="1038225" y="6896100"/>
          <a:ext xmlns:a="http://schemas.openxmlformats.org/drawingml/2006/main" cx="15811500" cy="14382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476750"/>
                <a:gridCol w="11334750"/>
              </a:tblGrid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인계에서 잃기 쉬운 것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문제가 되는 전달 예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514350">
                <a:tc>
                  <a:txBody>
                    <a:bodyPr anchor="ctr"/>
                    <a:lstStyle/>
                    <a:p>
                      <a:pPr algn="ctr"/>
                      <a:r>
                        <a:rPr sz="20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조건의 적용 전제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2025" b="1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“가격이 같을 때”가 빠지고 유지보수를 항상 우선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/>
                    <a:lstStyle/>
                    <a:p>
                      <a:pPr algn="ctr"/>
                      <a:r>
                        <a:rPr sz="20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자료의 유효성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2025" b="0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판본·철회된 자료를 다음 Agent가 사용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Editable path 48">
            <a:extLst xmlns:a="http://schemas.openxmlformats.org/drawingml/2006/main">
              <a:ext uri="{FF2B5EF4-FFF2-40B4-BE49-F238E27FC236}">
                <a16:creationId xmlns:a16="http://schemas.microsoft.com/office/drawing/2014/main" id="{CB9949D9-182C-40AA-9AAB-E23DECF0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696325"/>
            <a:ext cx="16811625" cy="953"/>
          </a:xfrm>
          <a:custGeom xmlns:a="http://schemas.openxmlformats.org/drawingml/2006/main">
            <a:pathLst>
              <a:path w="16811625" h="953">
                <a:moveTo>
                  <a:pt x="0" y="0"/>
                </a:moveTo>
                <a:lnTo>
                  <a:pt x="1681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6CB"/>
            </a:solidFill>
            <a:prstDash val="solid"/>
          </a:ln>
        </p:spPr>
      </p:sp>
      <p:sp>
        <p:nvSpPr>
          <p:cNvPr id="56" name="DP4 object 49">
            <a:extLst xmlns:a="http://schemas.openxmlformats.org/drawingml/2006/main">
              <a:ext uri="{FF2B5EF4-FFF2-40B4-BE49-F238E27FC236}">
                <a16:creationId xmlns:a16="http://schemas.microsoft.com/office/drawing/2014/main" id="{C1558203-FD89-4927-AB6A-3246FC1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39225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rPr>
              <a:t>이 DP의 질문</a:t>
            </a:r>
          </a:p>
        </p:txBody>
      </p:sp>
      <p:sp>
        <p:nvSpPr>
          <p:cNvPr id="57" name="DP4 object 50">
            <a:extLst xmlns:a="http://schemas.openxmlformats.org/drawingml/2006/main">
              <a:ext uri="{FF2B5EF4-FFF2-40B4-BE49-F238E27FC236}">
                <a16:creationId xmlns:a16="http://schemas.microsoft.com/office/drawing/2014/main" id="{513452C2-A835-4088-AF14-4BF8986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9001125"/>
            <a:ext cx="1404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인계 자료를 언제 준비하고, 누가 상세 범위를 선택할 것인가?</a:t>
            </a:r>
          </a:p>
        </p:txBody>
      </p:sp>
      <p:sp>
        <p:nvSpPr>
          <p:cNvPr id="58" name="DP4 object 51">
            <a:extLst xmlns:a="http://schemas.openxmlformats.org/drawingml/2006/main">
              <a:ext uri="{FF2B5EF4-FFF2-40B4-BE49-F238E27FC236}">
                <a16:creationId xmlns:a16="http://schemas.microsoft.com/office/drawing/2014/main" id="{B851FB21-F540-419B-BF3A-42E2A90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9620250"/>
            <a:ext cx="1390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위임할 때 구성 / 지속 업무 기록에서 추출 / 수신자가 원문을 선택해 읽기</a:t>
            </a:r>
          </a:p>
        </p:txBody>
      </p:sp>
    </p:spTree>
    <p:extLst>
      <p:ext uri="{BB962C8B-B14F-4D97-AF65-F5344CB8AC3E}">
        <p14:creationId xmlns:p14="http://schemas.microsoft.com/office/powerpoint/2010/main" val="475209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DP4 object 52">
            <a:extLst xmlns:a="http://schemas.openxmlformats.org/drawingml/2006/main">
              <a:ext uri="{FF2B5EF4-FFF2-40B4-BE49-F238E27FC236}">
                <a16:creationId xmlns:a16="http://schemas.microsoft.com/office/drawing/2014/main" id="{1CD60D42-B689-4FFC-9A9D-FEFE29A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DP4. Agent 간 업무 인계 방안 (설계 방안 비교)</a:t>
            </a:r>
          </a:p>
        </p:txBody>
      </p:sp>
      <p:sp>
        <p:nvSpPr>
          <p:cNvPr id="2" name="DP4 object 53">
            <a:extLst xmlns:a="http://schemas.openxmlformats.org/drawingml/2006/main">
              <a:ext uri="{FF2B5EF4-FFF2-40B4-BE49-F238E27FC236}">
                <a16:creationId xmlns:a16="http://schemas.microsoft.com/office/drawing/2014/main" id="{D044F8DF-6953-4AFC-B1F4-762B9B79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DP4 object 54">
            <a:extLst xmlns:a="http://schemas.openxmlformats.org/drawingml/2006/main">
              <a:ext uri="{FF2B5EF4-FFF2-40B4-BE49-F238E27FC236}">
                <a16:creationId xmlns:a16="http://schemas.microsoft.com/office/drawing/2014/main" id="{16573C2D-CA91-4EC1-84A2-EE80754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소개</a:t>
            </a:r>
          </a:p>
        </p:txBody>
      </p:sp>
      <p:sp>
        <p:nvSpPr>
          <p:cNvPr id="4" name="DP4 object 55">
            <a:extLst xmlns:a="http://schemas.openxmlformats.org/drawingml/2006/main">
              <a:ext uri="{FF2B5EF4-FFF2-40B4-BE49-F238E27FC236}">
                <a16:creationId xmlns:a16="http://schemas.microsoft.com/office/drawing/2014/main" id="{3DCB569C-D195-42EA-B54A-B7C23E4F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DP4 object 56">
            <a:extLst xmlns:a="http://schemas.openxmlformats.org/drawingml/2006/main">
              <a:ext uri="{FF2B5EF4-FFF2-40B4-BE49-F238E27FC236}">
                <a16:creationId xmlns:a16="http://schemas.microsoft.com/office/drawing/2014/main" id="{4498F2C4-95E0-49CB-A7A0-568C636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요구사항 분석</a:t>
            </a:r>
          </a:p>
        </p:txBody>
      </p:sp>
      <p:sp>
        <p:nvSpPr>
          <p:cNvPr id="6" name="DP4 object 57">
            <a:extLst xmlns:a="http://schemas.openxmlformats.org/drawingml/2006/main">
              <a:ext uri="{FF2B5EF4-FFF2-40B4-BE49-F238E27FC236}">
                <a16:creationId xmlns:a16="http://schemas.microsoft.com/office/drawing/2014/main" id="{4F672CBB-4DDF-4012-99A8-0C2CB26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A8C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DP4 object 58">
            <a:extLst xmlns:a="http://schemas.openxmlformats.org/drawingml/2006/main">
              <a:ext uri="{FF2B5EF4-FFF2-40B4-BE49-F238E27FC236}">
                <a16:creationId xmlns:a16="http://schemas.microsoft.com/office/drawing/2014/main" id="{94B21C42-2922-44EC-BA28-04FC326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8" name="DP4 object 59">
            <a:extLst xmlns:a="http://schemas.openxmlformats.org/drawingml/2006/main">
              <a:ext uri="{FF2B5EF4-FFF2-40B4-BE49-F238E27FC236}">
                <a16:creationId xmlns:a16="http://schemas.microsoft.com/office/drawing/2014/main" id="{7692A163-9058-4DE7-8C0F-44830778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DP4 object 60">
            <a:extLst xmlns:a="http://schemas.openxmlformats.org/drawingml/2006/main">
              <a:ext uri="{FF2B5EF4-FFF2-40B4-BE49-F238E27FC236}">
                <a16:creationId xmlns:a16="http://schemas.microsoft.com/office/drawing/2014/main" id="{60C0F533-41B7-4B2C-8801-BBFE03E4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및 검증</a:t>
            </a:r>
          </a:p>
        </p:txBody>
      </p:sp>
      <p:sp>
        <p:nvSpPr>
          <p:cNvPr id="10" name="DP4 object 61">
            <a:extLst xmlns:a="http://schemas.openxmlformats.org/drawingml/2006/main">
              <a:ext uri="{FF2B5EF4-FFF2-40B4-BE49-F238E27FC236}">
                <a16:creationId xmlns:a16="http://schemas.microsoft.com/office/drawing/2014/main" id="{7074FC25-BDF9-41F9-99D3-D490E8A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DP4 object 62">
            <a:extLst xmlns:a="http://schemas.openxmlformats.org/drawingml/2006/main">
              <a:ext uri="{FF2B5EF4-FFF2-40B4-BE49-F238E27FC236}">
                <a16:creationId xmlns:a16="http://schemas.microsoft.com/office/drawing/2014/main" id="{C02E1FD2-47E6-4759-88EA-F1CDE40E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12" name="Editable path 63">
            <a:extLst xmlns:a="http://schemas.openxmlformats.org/drawingml/2006/main">
              <a:ext uri="{FF2B5EF4-FFF2-40B4-BE49-F238E27FC236}">
                <a16:creationId xmlns:a16="http://schemas.microsoft.com/office/drawing/2014/main" id="{66D01B5F-8DDF-4BA6-B2EC-67920EA4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7164050" cy="953"/>
          </a:xfrm>
          <a:custGeom xmlns:a="http://schemas.openxmlformats.org/drawingml/2006/main"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7A7A7"/>
            </a:solidFill>
            <a:prstDash val="solid"/>
          </a:ln>
        </p:spPr>
      </p:sp>
      <p:sp>
        <p:nvSpPr>
          <p:cNvPr id="13" name="DP4 object 64">
            <a:extLst xmlns:a="http://schemas.openxmlformats.org/drawingml/2006/main">
              <a:ext uri="{FF2B5EF4-FFF2-40B4-BE49-F238E27FC236}">
                <a16:creationId xmlns:a16="http://schemas.microsoft.com/office/drawing/2014/main" id="{378EFAFD-E05F-4D73-8273-58273969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9991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DP4 object 65">
            <a:extLst xmlns:a="http://schemas.openxmlformats.org/drawingml/2006/main">
              <a:ext uri="{FF2B5EF4-FFF2-40B4-BE49-F238E27FC236}">
                <a16:creationId xmlns:a16="http://schemas.microsoft.com/office/drawing/2014/main" id="{2925858F-94BD-4A65-9750-2F69F774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81100"/>
            <a:ext cx="1747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A↔B는 준비 수명 / A↔C는 상세 자료 선택 책임이 다르다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3D2DD-8E75-4E7F-9B92-5D54F426ADAA}"/>
              </a:ext>
            </a:extLst>
          </p:cNvPr>
          <p:cNvGraphicFramePr/>
          <p:nvPr/>
        </p:nvGraphicFramePr>
        <p:xfrm>
          <a:off xmlns:a="http://schemas.openxmlformats.org/drawingml/2006/main" x="228600" y="1657350"/>
          <a:ext xmlns:a="http://schemas.openxmlformats.org/drawingml/2006/main" cx="17830800" cy="81153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600200"/>
                <a:gridCol w="5410200"/>
                <a:gridCol w="5410200"/>
                <a:gridCol w="5410200"/>
              </a:tblGrid>
              <a:tr h="438150"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설계안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(A) 위임 시 인계 묶음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(B) 지속 업무 기록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(C) 필수 명세 + 수신자 읽기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4000500">
                <a:tc>
                  <a:txBody>
                    <a:bodyPr anchor="ctr"/>
                    <a:lstStyle/>
                    <a:p>
                      <a:pPr algn="ctr"/>
                      <a:r>
                        <a:rPr sz="21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</a:t>
                      </a:r>
                    </a:p>
                  </a:txBody>
                  <a:tcPr marL="114300" marR="114300" marT="152400" marB="0" anchor="t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장점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필요한 위임에만 자료를 구성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기확보 원문·유효 참조를 재사용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인계에서 업무 설명을 재사용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공개 결과와 조건 관계를 유지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VIA의 선행 세부 선택을 줄임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 중 필요한 범위만 수신자가 선택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단점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목적마다 선택·구성 부담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인계의 준비 작업 증가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인계가 없어도 생산·갱신 비용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목적에는 원본 보완이 필요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수신자의 읽기 지원·접근 관리 필요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유효 참조만으로 본문 조건 보존은 불충분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첫 응답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4.307 (20/21)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4.421 (21/21)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4.321 (21/21)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 지칭 집합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처리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11.019 (20/21)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12.439 (19/21)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4.329 (19/21)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변경 (개)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모델 비용 ($)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0.1018408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0.2886828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0.0757928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RSS (MB)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49.119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57.229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48.153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본문 충족 (진단)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8/18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15/18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12/18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DP4 object 66">
            <a:extLst xmlns:a="http://schemas.openxmlformats.org/drawingml/2006/main">
              <a:ext uri="{FF2B5EF4-FFF2-40B4-BE49-F238E27FC236}">
                <a16:creationId xmlns:a16="http://schemas.microsoft.com/office/drawing/2014/main" id="{0FDC167E-EF22-41EA-8BE2-0D5DDF99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241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17" name="DP4 object 67">
            <a:extLst xmlns:a="http://schemas.openxmlformats.org/drawingml/2006/main">
              <a:ext uri="{FF2B5EF4-FFF2-40B4-BE49-F238E27FC236}">
                <a16:creationId xmlns:a16="http://schemas.microsoft.com/office/drawing/2014/main" id="{323B6788-8EF6-4EE2-897B-632D3250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Component</a:t>
            </a:r>
          </a:p>
        </p:txBody>
      </p:sp>
      <p:sp>
        <p:nvSpPr>
          <p:cNvPr id="18" name="DP4 object 68">
            <a:extLst xmlns:a="http://schemas.openxmlformats.org/drawingml/2006/main">
              <a:ext uri="{FF2B5EF4-FFF2-40B4-BE49-F238E27FC236}">
                <a16:creationId xmlns:a16="http://schemas.microsoft.com/office/drawing/2014/main" id="{B41AA20B-609F-4757-9394-D9DC226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6100"/>
            <a:ext cx="1181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" name="DP4 object 69">
            <a:extLst xmlns:a="http://schemas.openxmlformats.org/drawingml/2006/main">
              <a:ext uri="{FF2B5EF4-FFF2-40B4-BE49-F238E27FC236}">
                <a16:creationId xmlns:a16="http://schemas.microsoft.com/office/drawing/2014/main" id="{2EE3D32C-BAF7-4DA2-9AC3-419A095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861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내부 처리</a:t>
            </a:r>
          </a:p>
        </p:txBody>
      </p:sp>
      <p:sp>
        <p:nvSpPr>
          <p:cNvPr id="20" name="상태 / 자료">
            <a:extLst xmlns:a="http://schemas.openxmlformats.org/drawingml/2006/main">
              <a:ext uri="{FF2B5EF4-FFF2-40B4-BE49-F238E27FC236}">
                <a16:creationId xmlns:a16="http://schemas.microsoft.com/office/drawing/2014/main" id="{46BCAFC5-2758-469D-86FE-8539D0A2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95700"/>
            <a:ext cx="1304925" cy="5810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1" name="DP4 object 70">
            <a:extLst xmlns:a="http://schemas.openxmlformats.org/drawingml/2006/main">
              <a:ext uri="{FF2B5EF4-FFF2-40B4-BE49-F238E27FC236}">
                <a16:creationId xmlns:a16="http://schemas.microsoft.com/office/drawing/2014/main" id="{10DBA3C5-EEC4-4977-A935-D4989595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00475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상태 / 자료</a:t>
            </a:r>
          </a:p>
        </p:txBody>
      </p:sp>
      <p:sp>
        <p:nvSpPr>
          <p:cNvPr id="22" name="DP4 object 71">
            <a:extLst xmlns:a="http://schemas.openxmlformats.org/drawingml/2006/main">
              <a:ext uri="{FF2B5EF4-FFF2-40B4-BE49-F238E27FC236}">
                <a16:creationId xmlns:a16="http://schemas.microsoft.com/office/drawing/2014/main" id="{AC1A979A-2AF8-4387-9841-28A5380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72000"/>
            <a:ext cx="1466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실선: 자료·명령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점선: 요청·조건</a:t>
            </a:r>
          </a:p>
        </p:txBody>
      </p:sp>
      <p:sp>
        <p:nvSpPr>
          <p:cNvPr id="23" name="DP4 object 72">
            <a:extLst xmlns:a="http://schemas.openxmlformats.org/drawingml/2006/main">
              <a:ext uri="{FF2B5EF4-FFF2-40B4-BE49-F238E27FC236}">
                <a16:creationId xmlns:a16="http://schemas.microsoft.com/office/drawing/2014/main" id="{DBF5BC1B-AA88-4022-B19D-47B31AA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863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Task·원본 권위는</a:t>
            </a:r>
          </a:p>
          <a:p xmlns:a="http://schemas.openxmlformats.org/drawingml/2006/main">
            <a: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기존 owner 유지</a:t>
            </a:r>
          </a:p>
        </p:txBody>
      </p:sp>
      <p:sp>
        <p:nvSpPr>
          <p:cNvPr id="24" name="DP4 object 73">
            <a:extLst xmlns:a="http://schemas.openxmlformats.org/drawingml/2006/main">
              <a:ext uri="{FF2B5EF4-FFF2-40B4-BE49-F238E27FC236}">
                <a16:creationId xmlns:a16="http://schemas.microsoft.com/office/drawing/2014/main" id="{87872C3D-0BCC-4358-801E-10127914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52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위임 요청마다 목적별 구성</a:t>
            </a:r>
          </a:p>
        </p:txBody>
      </p:sp>
      <p:sp>
        <p:nvSpPr>
          <p:cNvPr id="25" name="Request Controller: 채택·허가">
            <a:extLst xmlns:a="http://schemas.openxmlformats.org/drawingml/2006/main">
              <a:ext uri="{FF2B5EF4-FFF2-40B4-BE49-F238E27FC236}">
                <a16:creationId xmlns:a16="http://schemas.microsoft.com/office/drawing/2014/main" id="{DA875DE3-8538-44F6-BF9A-F7EED25C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DP4 object 74">
            <a:extLst xmlns:a="http://schemas.openxmlformats.org/drawingml/2006/main">
              <a:ext uri="{FF2B5EF4-FFF2-40B4-BE49-F238E27FC236}">
                <a16:creationId xmlns:a16="http://schemas.microsoft.com/office/drawing/2014/main" id="{B999D753-3A74-485F-92D9-64B26004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527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Controller: 채택·허가</a:t>
            </a:r>
          </a:p>
        </p:txBody>
      </p:sp>
      <p:sp>
        <p:nvSpPr>
          <p:cNvPr id="27" name="Context Manager Component">
            <a:extLst xmlns:a="http://schemas.openxmlformats.org/drawingml/2006/main">
              <a:ext uri="{FF2B5EF4-FFF2-40B4-BE49-F238E27FC236}">
                <a16:creationId xmlns:a16="http://schemas.microsoft.com/office/drawing/2014/main" id="{426D9AC2-D0EB-4151-BF94-0C25936F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81325"/>
            <a:ext cx="5067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28" name="DP4 object 75">
            <a:extLst xmlns:a="http://schemas.openxmlformats.org/drawingml/2006/main">
              <a:ext uri="{FF2B5EF4-FFF2-40B4-BE49-F238E27FC236}">
                <a16:creationId xmlns:a16="http://schemas.microsoft.com/office/drawing/2014/main" id="{87923A66-7361-4E11-A0EA-8073D56B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29" name="Editable path 76">
            <a:extLst xmlns:a="http://schemas.openxmlformats.org/drawingml/2006/main">
              <a:ext uri="{FF2B5EF4-FFF2-40B4-BE49-F238E27FC236}">
                <a16:creationId xmlns:a16="http://schemas.microsoft.com/office/drawing/2014/main" id="{C4974A0C-7A23-4E41-B9CF-52A8068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24225"/>
            <a:ext cx="5067300" cy="953"/>
          </a:xfrm>
          <a:custGeom xmlns:a="http://schemas.openxmlformats.org/drawingml/2006/main"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목적별 자료 선택&#10;필수 조건·발췌·참조 구성">
            <a:extLst xmlns:a="http://schemas.openxmlformats.org/drawingml/2006/main">
              <a:ext uri="{FF2B5EF4-FFF2-40B4-BE49-F238E27FC236}">
                <a16:creationId xmlns:a16="http://schemas.microsoft.com/office/drawing/2014/main" id="{7FBC253E-B6D5-41AA-BF07-BD563FC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38525"/>
            <a:ext cx="2619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1" name="DP4 object 77">
            <a:extLst xmlns:a="http://schemas.openxmlformats.org/drawingml/2006/main">
              <a:ext uri="{FF2B5EF4-FFF2-40B4-BE49-F238E27FC236}">
                <a16:creationId xmlns:a16="http://schemas.microsoft.com/office/drawing/2014/main" id="{31BD829F-AE4A-447E-86D5-B09BFEF1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2486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목적별 자료 선택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조건·발췌·참조 구성</a:t>
            </a:r>
          </a:p>
        </p:txBody>
      </p:sp>
      <p:sp>
        <p:nvSpPr>
          <p:cNvPr id="32" name="공통 원본&#10;기확보 근거">
            <a:extLst xmlns:a="http://schemas.openxmlformats.org/drawingml/2006/main">
              <a:ext uri="{FF2B5EF4-FFF2-40B4-BE49-F238E27FC236}">
                <a16:creationId xmlns:a16="http://schemas.microsoft.com/office/drawing/2014/main" id="{257C11C4-8EBB-4D79-ACBD-1A9A2121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09950"/>
            <a:ext cx="1847850" cy="6191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3" name="DP4 object 78">
            <a:extLst xmlns:a="http://schemas.openxmlformats.org/drawingml/2006/main">
              <a:ext uri="{FF2B5EF4-FFF2-40B4-BE49-F238E27FC236}">
                <a16:creationId xmlns:a16="http://schemas.microsoft.com/office/drawing/2014/main" id="{7A75E856-327A-4BA2-B598-02765672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원본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기확보 근거</a:t>
            </a:r>
          </a:p>
        </p:txBody>
      </p:sp>
      <p:sp>
        <p:nvSpPr>
          <p:cNvPr id="34" name="Editable path 79">
            <a:extLst xmlns:a="http://schemas.openxmlformats.org/drawingml/2006/main">
              <a:ext uri="{FF2B5EF4-FFF2-40B4-BE49-F238E27FC236}">
                <a16:creationId xmlns:a16="http://schemas.microsoft.com/office/drawing/2014/main" id="{1904762B-32F5-44E4-B99B-A5007192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95275" cy="953"/>
          </a:xfrm>
          <a:custGeom xmlns:a="http://schemas.openxmlformats.org/drawingml/2006/main">
            <a:pathLst>
              <a:path w="295275" h="953">
                <a:moveTo>
                  <a:pt x="295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Editable arrowhead 80">
            <a:extLst xmlns:a="http://schemas.openxmlformats.org/drawingml/2006/main">
              <a:ext uri="{FF2B5EF4-FFF2-40B4-BE49-F238E27FC236}">
                <a16:creationId xmlns:a16="http://schemas.microsoft.com/office/drawing/2014/main" id="{C6AE8FBA-F2E9-4096-88AD-94146E3A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36" name="Editable path 81">
            <a:extLst xmlns:a="http://schemas.openxmlformats.org/drawingml/2006/main">
              <a:ext uri="{FF2B5EF4-FFF2-40B4-BE49-F238E27FC236}">
                <a16:creationId xmlns:a16="http://schemas.microsoft.com/office/drawing/2014/main" id="{3EF66145-A32D-4D41-B288-00EB5826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38450"/>
            <a:ext cx="953" cy="600075"/>
          </a:xfrm>
          <a:custGeom xmlns:a="http://schemas.openxmlformats.org/drawingml/2006/main"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Editable arrowhead 82">
            <a:extLst xmlns:a="http://schemas.openxmlformats.org/drawingml/2006/main">
              <a:ext uri="{FF2B5EF4-FFF2-40B4-BE49-F238E27FC236}">
                <a16:creationId xmlns:a16="http://schemas.microsoft.com/office/drawing/2014/main" id="{98987875-62A5-4CBB-ABB5-4C0C774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432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38" name="임시 인계 묶음 (capsule)">
            <a:extLst xmlns:a="http://schemas.openxmlformats.org/drawingml/2006/main">
              <a:ext uri="{FF2B5EF4-FFF2-40B4-BE49-F238E27FC236}">
                <a16:creationId xmlns:a16="http://schemas.microsoft.com/office/drawing/2014/main" id="{9318E412-AB29-47C1-950A-5B767FB8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000500" cy="4667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9" name="DP4 object 83">
            <a:extLst xmlns:a="http://schemas.openxmlformats.org/drawingml/2006/main">
              <a:ext uri="{FF2B5EF4-FFF2-40B4-BE49-F238E27FC236}">
                <a16:creationId xmlns:a16="http://schemas.microsoft.com/office/drawing/2014/main" id="{0E8CEFAF-186A-4E3C-831F-5D21FE80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43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임시 인계 묶음 (capsule)</a:t>
            </a:r>
          </a:p>
        </p:txBody>
      </p:sp>
      <p:sp>
        <p:nvSpPr>
          <p:cNvPr id="40" name="Editable path 84">
            <a:extLst xmlns:a="http://schemas.openxmlformats.org/drawingml/2006/main">
              <a:ext uri="{FF2B5EF4-FFF2-40B4-BE49-F238E27FC236}">
                <a16:creationId xmlns:a16="http://schemas.microsoft.com/office/drawing/2014/main" id="{F9EC61E1-A452-4D91-8407-E195A878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81450"/>
            <a:ext cx="953" cy="257175"/>
          </a:xfrm>
          <a:custGeom xmlns:a="http://schemas.openxmlformats.org/drawingml/2006/main">
            <a:pathLst>
              <a:path w="953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1" name="Editable arrowhead 85">
            <a:extLst xmlns:a="http://schemas.openxmlformats.org/drawingml/2006/main">
              <a:ext uri="{FF2B5EF4-FFF2-40B4-BE49-F238E27FC236}">
                <a16:creationId xmlns:a16="http://schemas.microsoft.com/office/drawing/2014/main" id="{ECBC7E00-737F-40F4-9EA5-4BF6C155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433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42" name="DP4 object 86">
            <a:extLst xmlns:a="http://schemas.openxmlformats.org/drawingml/2006/main">
              <a:ext uri="{FF2B5EF4-FFF2-40B4-BE49-F238E27FC236}">
                <a16:creationId xmlns:a16="http://schemas.microsoft.com/office/drawing/2014/main" id="{132B0CFC-0153-4358-AEB3-D89C390B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2422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43" name="DP4 object 87">
            <a:extLst xmlns:a="http://schemas.openxmlformats.org/drawingml/2006/main">
              <a:ext uri="{FF2B5EF4-FFF2-40B4-BE49-F238E27FC236}">
                <a16:creationId xmlns:a16="http://schemas.microsoft.com/office/drawing/2014/main" id="{1E0CBA00-1BC9-4398-9F8E-EC2A6236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242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44" name="DP4 object 88">
            <a:extLst xmlns:a="http://schemas.openxmlformats.org/drawingml/2006/main">
              <a:ext uri="{FF2B5EF4-FFF2-40B4-BE49-F238E27FC236}">
                <a16:creationId xmlns:a16="http://schemas.microsoft.com/office/drawing/2014/main" id="{D5E01F56-74C9-4502-AE5C-6C885C6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45" name="DP4 object 89">
            <a:extLst xmlns:a="http://schemas.openxmlformats.org/drawingml/2006/main">
              <a:ext uri="{FF2B5EF4-FFF2-40B4-BE49-F238E27FC236}">
                <a16:creationId xmlns:a16="http://schemas.microsoft.com/office/drawing/2014/main" id="{4A709116-0228-4560-8E6E-97CB81EA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46" name="Task Manager: 명령 확정">
            <a:extLst xmlns:a="http://schemas.openxmlformats.org/drawingml/2006/main">
              <a:ext uri="{FF2B5EF4-FFF2-40B4-BE49-F238E27FC236}">
                <a16:creationId xmlns:a16="http://schemas.microsoft.com/office/drawing/2014/main" id="{C374288F-99A9-4DD3-8D34-5CE059A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7" name="DP4 object 90">
            <a:extLst xmlns:a="http://schemas.openxmlformats.org/drawingml/2006/main">
              <a:ext uri="{FF2B5EF4-FFF2-40B4-BE49-F238E27FC236}">
                <a16:creationId xmlns:a16="http://schemas.microsoft.com/office/drawing/2014/main" id="{E0922986-57D2-49A9-AF35-DA552B4A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30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Manager: 명령 확정</a:t>
            </a:r>
          </a:p>
        </p:txBody>
      </p:sp>
      <p:sp>
        <p:nvSpPr>
          <p:cNvPr id="48" name="Agent Gateway: 실제 전송">
            <a:extLst xmlns:a="http://schemas.openxmlformats.org/drawingml/2006/main">
              <a:ext uri="{FF2B5EF4-FFF2-40B4-BE49-F238E27FC236}">
                <a16:creationId xmlns:a16="http://schemas.microsoft.com/office/drawing/2014/main" id="{FF138A86-0B15-4DEE-8A3D-7AFD8904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24475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9" name="DP4 object 91">
            <a:extLst xmlns:a="http://schemas.openxmlformats.org/drawingml/2006/main">
              <a:ext uri="{FF2B5EF4-FFF2-40B4-BE49-F238E27FC236}">
                <a16:creationId xmlns:a16="http://schemas.microsoft.com/office/drawing/2014/main" id="{E0903679-771D-4EEC-AADB-F5181EB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62575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Gateway: 실제 전송</a:t>
            </a:r>
          </a:p>
        </p:txBody>
      </p:sp>
      <p:sp>
        <p:nvSpPr>
          <p:cNvPr id="50" name="외부 Downstream Agent">
            <a:extLst xmlns:a="http://schemas.openxmlformats.org/drawingml/2006/main">
              <a:ext uri="{FF2B5EF4-FFF2-40B4-BE49-F238E27FC236}">
                <a16:creationId xmlns:a16="http://schemas.microsoft.com/office/drawing/2014/main" id="{9750F4B3-18E3-4D00-93F9-67ED42C3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62625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1" name="DP4 object 92">
            <a:extLst xmlns:a="http://schemas.openxmlformats.org/drawingml/2006/main">
              <a:ext uri="{FF2B5EF4-FFF2-40B4-BE49-F238E27FC236}">
                <a16:creationId xmlns:a16="http://schemas.microsoft.com/office/drawing/2014/main" id="{4FF95858-5D90-4641-BB6A-7A1F7B07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00725"/>
            <a:ext cx="493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외부 Downstream Agent</a:t>
            </a:r>
          </a:p>
        </p:txBody>
      </p:sp>
      <p:sp>
        <p:nvSpPr>
          <p:cNvPr id="52" name="Editable path 93">
            <a:extLst xmlns:a="http://schemas.openxmlformats.org/drawingml/2006/main">
              <a:ext uri="{FF2B5EF4-FFF2-40B4-BE49-F238E27FC236}">
                <a16:creationId xmlns:a16="http://schemas.microsoft.com/office/drawing/2014/main" id="{1F67E1C8-7982-42F4-B889-C9445D3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3" name="Editable arrowhead 94">
            <a:extLst xmlns:a="http://schemas.openxmlformats.org/drawingml/2006/main">
              <a:ext uri="{FF2B5EF4-FFF2-40B4-BE49-F238E27FC236}">
                <a16:creationId xmlns:a16="http://schemas.microsoft.com/office/drawing/2014/main" id="{0D50676B-B5A4-46C8-A559-7DBA9A5C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96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54" name="Editable path 95">
            <a:extLst xmlns:a="http://schemas.openxmlformats.org/drawingml/2006/main">
              <a:ext uri="{FF2B5EF4-FFF2-40B4-BE49-F238E27FC236}">
                <a16:creationId xmlns:a16="http://schemas.microsoft.com/office/drawing/2014/main" id="{082F5F72-8CF7-465A-95BD-22EE866D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9700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5" name="Editable arrowhead 96">
            <a:extLst xmlns:a="http://schemas.openxmlformats.org/drawingml/2006/main">
              <a:ext uri="{FF2B5EF4-FFF2-40B4-BE49-F238E27FC236}">
                <a16:creationId xmlns:a16="http://schemas.microsoft.com/office/drawing/2014/main" id="{790335D7-93E8-4722-B8B7-AEDD52FE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292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56" name="Editable path 97">
            <a:extLst xmlns:a="http://schemas.openxmlformats.org/drawingml/2006/main">
              <a:ext uri="{FF2B5EF4-FFF2-40B4-BE49-F238E27FC236}">
                <a16:creationId xmlns:a16="http://schemas.microsoft.com/office/drawing/2014/main" id="{2AB28EC5-4E5B-42B2-BB72-AC992142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29275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7" name="Editable arrowhead 98">
            <a:extLst xmlns:a="http://schemas.openxmlformats.org/drawingml/2006/main">
              <a:ext uri="{FF2B5EF4-FFF2-40B4-BE49-F238E27FC236}">
                <a16:creationId xmlns:a16="http://schemas.microsoft.com/office/drawing/2014/main" id="{87044EA5-DB2B-4158-867B-7A0EB0FA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6673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58" name="DP4 object 99">
            <a:extLst xmlns:a="http://schemas.openxmlformats.org/drawingml/2006/main">
              <a:ext uri="{FF2B5EF4-FFF2-40B4-BE49-F238E27FC236}">
                <a16:creationId xmlns:a16="http://schemas.microsoft.com/office/drawing/2014/main" id="{7B999779-31CE-46FB-A915-C385339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공개 사건을 선생산하고 반복 소비</a:t>
            </a:r>
          </a:p>
        </p:txBody>
      </p:sp>
      <p:sp>
        <p:nvSpPr>
          <p:cNvPr id="59" name="Request Controller: 채택·허가">
            <a:extLst xmlns:a="http://schemas.openxmlformats.org/drawingml/2006/main">
              <a:ext uri="{FF2B5EF4-FFF2-40B4-BE49-F238E27FC236}">
                <a16:creationId xmlns:a16="http://schemas.microsoft.com/office/drawing/2014/main" id="{59293A66-B25B-4A11-BCCF-DB04777B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0" name="DP4 object 100">
            <a:extLst xmlns:a="http://schemas.openxmlformats.org/drawingml/2006/main">
              <a:ext uri="{FF2B5EF4-FFF2-40B4-BE49-F238E27FC236}">
                <a16:creationId xmlns:a16="http://schemas.microsoft.com/office/drawing/2014/main" id="{3F6D9BCB-80A9-4280-AB7F-736A6B1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527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Controller: 채택·허가</a:t>
            </a:r>
          </a:p>
        </p:txBody>
      </p:sp>
      <p:sp>
        <p:nvSpPr>
          <p:cNvPr id="61" name="Context Manager Component">
            <a:extLst xmlns:a="http://schemas.openxmlformats.org/drawingml/2006/main">
              <a:ext uri="{FF2B5EF4-FFF2-40B4-BE49-F238E27FC236}">
                <a16:creationId xmlns:a16="http://schemas.microsoft.com/office/drawing/2014/main" id="{41A59B50-FDD9-4602-AB97-E4816258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81325"/>
            <a:ext cx="5067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62" name="DP4 object 101">
            <a:extLst xmlns:a="http://schemas.openxmlformats.org/drawingml/2006/main">
              <a:ext uri="{FF2B5EF4-FFF2-40B4-BE49-F238E27FC236}">
                <a16:creationId xmlns:a16="http://schemas.microsoft.com/office/drawing/2014/main" id="{55CCFEA1-EDF9-4C16-AEDA-02403B6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03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63" name="Editable path 102">
            <a:extLst xmlns:a="http://schemas.openxmlformats.org/drawingml/2006/main">
              <a:ext uri="{FF2B5EF4-FFF2-40B4-BE49-F238E27FC236}">
                <a16:creationId xmlns:a16="http://schemas.microsoft.com/office/drawing/2014/main" id="{ED5EB0F1-5C68-413F-ABE7-90947AD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24225"/>
            <a:ext cx="5067300" cy="953"/>
          </a:xfrm>
          <a:custGeom xmlns:a="http://schemas.openxmlformats.org/drawingml/2006/main"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64" name="DP4 object 103">
            <a:extLst xmlns:a="http://schemas.openxmlformats.org/drawingml/2006/main">
              <a:ext uri="{FF2B5EF4-FFF2-40B4-BE49-F238E27FC236}">
                <a16:creationId xmlns:a16="http://schemas.microsoft.com/office/drawing/2014/main" id="{30077844-9043-4D0D-A10A-81BD128D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공개 결과·정정 사건</a:t>
            </a:r>
          </a:p>
        </p:txBody>
      </p:sp>
      <p:sp>
        <p:nvSpPr>
          <p:cNvPr id="65" name="업무 설명·관계&#10;생산 / 갱신">
            <a:extLst xmlns:a="http://schemas.openxmlformats.org/drawingml/2006/main">
              <a:ext uri="{FF2B5EF4-FFF2-40B4-BE49-F238E27FC236}">
                <a16:creationId xmlns:a16="http://schemas.microsoft.com/office/drawing/2014/main" id="{36446764-2505-4B25-A430-9A20AFC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76650"/>
            <a:ext cx="2228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6" name="DP4 object 104">
            <a:extLst xmlns:a="http://schemas.openxmlformats.org/drawingml/2006/main">
              <a:ext uri="{FF2B5EF4-FFF2-40B4-BE49-F238E27FC236}">
                <a16:creationId xmlns:a16="http://schemas.microsoft.com/office/drawing/2014/main" id="{8A3B90FE-4E14-4487-B463-2778199A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14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설명·관계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생산 / 갱신</a:t>
            </a:r>
          </a:p>
        </p:txBody>
      </p:sp>
      <p:sp>
        <p:nvSpPr>
          <p:cNvPr id="67" name="지속 업무 기록&#10;판본·의존성·coverage">
            <a:extLst xmlns:a="http://schemas.openxmlformats.org/drawingml/2006/main">
              <a:ext uri="{FF2B5EF4-FFF2-40B4-BE49-F238E27FC236}">
                <a16:creationId xmlns:a16="http://schemas.microsoft.com/office/drawing/2014/main" id="{03AC97D9-1626-4B09-987B-C377FF7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2190750" cy="742950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8" name="DP4 object 105">
            <a:extLst xmlns:a="http://schemas.openxmlformats.org/drawingml/2006/main">
              <a:ext uri="{FF2B5EF4-FFF2-40B4-BE49-F238E27FC236}">
                <a16:creationId xmlns:a16="http://schemas.microsoft.com/office/drawing/2014/main" id="{072C59DE-56BF-4C7F-B361-A0692B5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524250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지속 업무 기록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판본·의존성·coverage</a:t>
            </a:r>
          </a:p>
        </p:txBody>
      </p:sp>
      <p:sp>
        <p:nvSpPr>
          <p:cNvPr id="69" name="Editable path 106">
            <a:extLst xmlns:a="http://schemas.openxmlformats.org/drawingml/2006/main">
              <a:ext uri="{FF2B5EF4-FFF2-40B4-BE49-F238E27FC236}">
                <a16:creationId xmlns:a16="http://schemas.microsoft.com/office/drawing/2014/main" id="{CBA88D6D-FE5A-4FE2-9A1B-7D82C8C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590925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0" name="Editable arrowhead 107">
            <a:extLst xmlns:a="http://schemas.openxmlformats.org/drawingml/2006/main">
              <a:ext uri="{FF2B5EF4-FFF2-40B4-BE49-F238E27FC236}">
                <a16:creationId xmlns:a16="http://schemas.microsoft.com/office/drawing/2014/main" id="{81FE2640-D11A-4FAB-97DF-EB3F0EB1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1" name="Editable path 108">
            <a:extLst xmlns:a="http://schemas.openxmlformats.org/drawingml/2006/main">
              <a:ext uri="{FF2B5EF4-FFF2-40B4-BE49-F238E27FC236}">
                <a16:creationId xmlns:a16="http://schemas.microsoft.com/office/drawing/2014/main" id="{D821985A-4DFE-4A1E-87FB-5F5832DB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14775"/>
            <a:ext cx="333375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2" name="Editable arrowhead 109">
            <a:extLst xmlns:a="http://schemas.openxmlformats.org/drawingml/2006/main">
              <a:ext uri="{FF2B5EF4-FFF2-40B4-BE49-F238E27FC236}">
                <a16:creationId xmlns:a16="http://schemas.microsoft.com/office/drawing/2014/main" id="{15CEDFB2-8205-4B97-AB2E-A4826D2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3" name="목적별 추출 / 부족한 원본 보완">
            <a:extLst xmlns:a="http://schemas.openxmlformats.org/drawingml/2006/main">
              <a:ext uri="{FF2B5EF4-FFF2-40B4-BE49-F238E27FC236}">
                <a16:creationId xmlns:a16="http://schemas.microsoft.com/office/drawing/2014/main" id="{36A85460-B032-4B93-875B-2E313227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52925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74" name="DP4 object 110">
            <a:extLst xmlns:a="http://schemas.openxmlformats.org/drawingml/2006/main">
              <a:ext uri="{FF2B5EF4-FFF2-40B4-BE49-F238E27FC236}">
                <a16:creationId xmlns:a16="http://schemas.microsoft.com/office/drawing/2014/main" id="{1BD7A362-E441-4B8A-9C23-6E12B3B9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91025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목적별 추출 / 부족한 원본 보완</a:t>
            </a:r>
          </a:p>
        </p:txBody>
      </p:sp>
      <p:sp>
        <p:nvSpPr>
          <p:cNvPr id="75" name="Editable path 111">
            <a:extLst xmlns:a="http://schemas.openxmlformats.org/drawingml/2006/main">
              <a:ext uri="{FF2B5EF4-FFF2-40B4-BE49-F238E27FC236}">
                <a16:creationId xmlns:a16="http://schemas.microsoft.com/office/drawing/2014/main" id="{89651B52-446E-4844-8E8C-3F07259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62425"/>
            <a:ext cx="1285875" cy="190500"/>
          </a:xfrm>
          <a:custGeom xmlns:a="http://schemas.openxmlformats.org/drawingml/2006/main">
            <a:pathLst>
              <a:path w="1285875" h="190500">
                <a:moveTo>
                  <a:pt x="1285875" y="0"/>
                </a:moveTo>
                <a:lnTo>
                  <a:pt x="1285875" y="104775"/>
                </a:lnTo>
                <a:lnTo>
                  <a:pt x="0" y="104775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6" name="Editable arrowhead 112">
            <a:extLst xmlns:a="http://schemas.openxmlformats.org/drawingml/2006/main">
              <a:ext uri="{FF2B5EF4-FFF2-40B4-BE49-F238E27FC236}">
                <a16:creationId xmlns:a16="http://schemas.microsoft.com/office/drawing/2014/main" id="{DE60F5FB-1CBD-4CE6-A170-977BD3C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57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7" name="Editable path 113">
            <a:extLst xmlns:a="http://schemas.openxmlformats.org/drawingml/2006/main">
              <a:ext uri="{FF2B5EF4-FFF2-40B4-BE49-F238E27FC236}">
                <a16:creationId xmlns:a16="http://schemas.microsoft.com/office/drawing/2014/main" id="{396D1E2B-AED3-402E-8F86-445B110F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714375" cy="1695450"/>
          </a:xfrm>
          <a:custGeom xmlns:a="http://schemas.openxmlformats.org/drawingml/2006/main">
            <a:pathLst>
              <a:path w="714375" h="1695450">
                <a:moveTo>
                  <a:pt x="714375" y="0"/>
                </a:moveTo>
                <a:lnTo>
                  <a:pt x="0" y="0"/>
                </a:lnTo>
                <a:lnTo>
                  <a:pt x="0" y="1695450"/>
                </a:lnTo>
                <a:lnTo>
                  <a:pt x="628650" y="16954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dash"/>
          </a:ln>
        </p:spPr>
      </p:sp>
      <p:sp>
        <p:nvSpPr>
          <p:cNvPr id="78" name="Editable arrowhead 114">
            <a:extLst xmlns:a="http://schemas.openxmlformats.org/drawingml/2006/main">
              <a:ext uri="{FF2B5EF4-FFF2-40B4-BE49-F238E27FC236}">
                <a16:creationId xmlns:a16="http://schemas.microsoft.com/office/drawing/2014/main" id="{FF062745-AAEE-4178-8D8E-55AB1BAA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862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9" name="DP4 object 115">
            <a:extLst xmlns:a="http://schemas.openxmlformats.org/drawingml/2006/main">
              <a:ext uri="{FF2B5EF4-FFF2-40B4-BE49-F238E27FC236}">
                <a16:creationId xmlns:a16="http://schemas.microsoft.com/office/drawing/2014/main" id="{E73E5995-E74E-4772-88B6-4F1C36F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80" name="DP4 object 116">
            <a:extLst xmlns:a="http://schemas.openxmlformats.org/drawingml/2006/main">
              <a:ext uri="{FF2B5EF4-FFF2-40B4-BE49-F238E27FC236}">
                <a16:creationId xmlns:a16="http://schemas.microsoft.com/office/drawing/2014/main" id="{4D0CAA89-3D46-4DFB-A0B1-48889404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1" name="DP4 object 117">
            <a:extLst xmlns:a="http://schemas.openxmlformats.org/drawingml/2006/main">
              <a:ext uri="{FF2B5EF4-FFF2-40B4-BE49-F238E27FC236}">
                <a16:creationId xmlns:a16="http://schemas.microsoft.com/office/drawing/2014/main" id="{C3ED15B4-BC29-4BB0-8B9D-C590E2F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82" name="DP4 object 118">
            <a:extLst xmlns:a="http://schemas.openxmlformats.org/drawingml/2006/main">
              <a:ext uri="{FF2B5EF4-FFF2-40B4-BE49-F238E27FC236}">
                <a16:creationId xmlns:a16="http://schemas.microsoft.com/office/drawing/2014/main" id="{378234C3-964B-48D2-BEFC-F385E063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3" name="DP4 object 119">
            <a:extLst xmlns:a="http://schemas.openxmlformats.org/drawingml/2006/main">
              <a:ext uri="{FF2B5EF4-FFF2-40B4-BE49-F238E27FC236}">
                <a16:creationId xmlns:a16="http://schemas.microsoft.com/office/drawing/2014/main" id="{8E3B1B29-5FF3-4010-A7AE-980242E5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5767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84" name="DP4 object 120">
            <a:extLst xmlns:a="http://schemas.openxmlformats.org/drawingml/2006/main">
              <a:ext uri="{FF2B5EF4-FFF2-40B4-BE49-F238E27FC236}">
                <a16:creationId xmlns:a16="http://schemas.microsoft.com/office/drawing/2014/main" id="{8A4D556B-17A3-4B0B-90F1-B2B45C13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576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85" name="Task Manager: 명령 확정">
            <a:extLst xmlns:a="http://schemas.openxmlformats.org/drawingml/2006/main">
              <a:ext uri="{FF2B5EF4-FFF2-40B4-BE49-F238E27FC236}">
                <a16:creationId xmlns:a16="http://schemas.microsoft.com/office/drawing/2014/main" id="{51678587-7C27-4D2D-8ADE-E87DDD63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14900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6" name="DP4 object 121">
            <a:extLst xmlns:a="http://schemas.openxmlformats.org/drawingml/2006/main">
              <a:ext uri="{FF2B5EF4-FFF2-40B4-BE49-F238E27FC236}">
                <a16:creationId xmlns:a16="http://schemas.microsoft.com/office/drawing/2014/main" id="{1C4301D1-5503-4D0A-9CD5-EC45565B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530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Manager: 명령 확정</a:t>
            </a:r>
          </a:p>
        </p:txBody>
      </p:sp>
      <p:sp>
        <p:nvSpPr>
          <p:cNvPr id="87" name="Agent Gateway: 실제 전송">
            <a:extLst xmlns:a="http://schemas.openxmlformats.org/drawingml/2006/main">
              <a:ext uri="{FF2B5EF4-FFF2-40B4-BE49-F238E27FC236}">
                <a16:creationId xmlns:a16="http://schemas.microsoft.com/office/drawing/2014/main" id="{1A71FF9B-9447-45B6-8A25-DB409F6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24475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8" name="DP4 object 122">
            <a:extLst xmlns:a="http://schemas.openxmlformats.org/drawingml/2006/main">
              <a:ext uri="{FF2B5EF4-FFF2-40B4-BE49-F238E27FC236}">
                <a16:creationId xmlns:a16="http://schemas.microsoft.com/office/drawing/2014/main" id="{44ED7498-A537-4A19-B7AE-E03C0CB7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62575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Gateway: 실제 전송</a:t>
            </a:r>
          </a:p>
        </p:txBody>
      </p:sp>
      <p:sp>
        <p:nvSpPr>
          <p:cNvPr id="89" name="외부 Downstream Agent">
            <a:extLst xmlns:a="http://schemas.openxmlformats.org/drawingml/2006/main">
              <a:ext uri="{FF2B5EF4-FFF2-40B4-BE49-F238E27FC236}">
                <a16:creationId xmlns:a16="http://schemas.microsoft.com/office/drawing/2014/main" id="{7A5D37E1-D9D7-467B-BF60-9E352EF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62625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0" name="DP4 object 123">
            <a:extLst xmlns:a="http://schemas.openxmlformats.org/drawingml/2006/main">
              <a:ext uri="{FF2B5EF4-FFF2-40B4-BE49-F238E27FC236}">
                <a16:creationId xmlns:a16="http://schemas.microsoft.com/office/drawing/2014/main" id="{A7454FB0-561A-45CE-9685-32FF7BF5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00725"/>
            <a:ext cx="493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외부 Downstream Agent</a:t>
            </a:r>
          </a:p>
        </p:txBody>
      </p:sp>
      <p:sp>
        <p:nvSpPr>
          <p:cNvPr id="91" name="Editable path 124">
            <a:extLst xmlns:a="http://schemas.openxmlformats.org/drawingml/2006/main">
              <a:ext uri="{FF2B5EF4-FFF2-40B4-BE49-F238E27FC236}">
                <a16:creationId xmlns:a16="http://schemas.microsoft.com/office/drawing/2014/main" id="{96AD757B-E768-4EFD-BBB6-68F74B7D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006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2" name="Editable arrowhead 125">
            <a:extLst xmlns:a="http://schemas.openxmlformats.org/drawingml/2006/main">
              <a:ext uri="{FF2B5EF4-FFF2-40B4-BE49-F238E27FC236}">
                <a16:creationId xmlns:a16="http://schemas.microsoft.com/office/drawing/2014/main" id="{1FFBF03F-46DD-45D6-A2DE-A6DBED43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8196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93" name="Editable path 126">
            <a:extLst xmlns:a="http://schemas.openxmlformats.org/drawingml/2006/main">
              <a:ext uri="{FF2B5EF4-FFF2-40B4-BE49-F238E27FC236}">
                <a16:creationId xmlns:a16="http://schemas.microsoft.com/office/drawing/2014/main" id="{41AA0E6F-6F8F-446E-AF46-450E3E64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4" name="Editable arrowhead 127">
            <a:extLst xmlns:a="http://schemas.openxmlformats.org/drawingml/2006/main">
              <a:ext uri="{FF2B5EF4-FFF2-40B4-BE49-F238E27FC236}">
                <a16:creationId xmlns:a16="http://schemas.microsoft.com/office/drawing/2014/main" id="{9569E3FC-053A-4AB3-A02C-0FD1CF7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2292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95" name="Editable path 128">
            <a:extLst xmlns:a="http://schemas.openxmlformats.org/drawingml/2006/main">
              <a:ext uri="{FF2B5EF4-FFF2-40B4-BE49-F238E27FC236}">
                <a16:creationId xmlns:a16="http://schemas.microsoft.com/office/drawing/2014/main" id="{ED67C897-6C85-480E-9CCD-C733353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29275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6" name="Editable arrowhead 129">
            <a:extLst xmlns:a="http://schemas.openxmlformats.org/drawingml/2006/main">
              <a:ext uri="{FF2B5EF4-FFF2-40B4-BE49-F238E27FC236}">
                <a16:creationId xmlns:a16="http://schemas.microsoft.com/office/drawing/2014/main" id="{14838905-9E4E-4226-A17C-7D396C2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6673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97" name="DP4 object 130">
            <a:extLst xmlns:a="http://schemas.openxmlformats.org/drawingml/2006/main">
              <a:ext uri="{FF2B5EF4-FFF2-40B4-BE49-F238E27FC236}">
                <a16:creationId xmlns:a16="http://schemas.microsoft.com/office/drawing/2014/main" id="{03A9183A-4F88-4D83-9D72-6875761F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152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명세 전달 + 수신자 READ 왕복</a:t>
            </a:r>
          </a:p>
        </p:txBody>
      </p:sp>
      <p:sp>
        <p:nvSpPr>
          <p:cNvPr id="98" name="Request Controller: 채택·허가">
            <a:extLst xmlns:a="http://schemas.openxmlformats.org/drawingml/2006/main">
              <a:ext uri="{FF2B5EF4-FFF2-40B4-BE49-F238E27FC236}">
                <a16:creationId xmlns:a16="http://schemas.microsoft.com/office/drawing/2014/main" id="{8BB0701E-1E15-404D-A1F9-F863507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51460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9" name="DP4 object 131">
            <a:extLst xmlns:a="http://schemas.openxmlformats.org/drawingml/2006/main">
              <a:ext uri="{FF2B5EF4-FFF2-40B4-BE49-F238E27FC236}">
                <a16:creationId xmlns:a16="http://schemas.microsoft.com/office/drawing/2014/main" id="{3B3CF64E-32FA-4726-B481-5092676F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5527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Controller: 채택·허가</a:t>
            </a:r>
          </a:p>
        </p:txBody>
      </p:sp>
      <p:sp>
        <p:nvSpPr>
          <p:cNvPr id="100" name="Context Manager Component">
            <a:extLst xmlns:a="http://schemas.openxmlformats.org/drawingml/2006/main">
              <a:ext uri="{FF2B5EF4-FFF2-40B4-BE49-F238E27FC236}">
                <a16:creationId xmlns:a16="http://schemas.microsoft.com/office/drawing/2014/main" id="{B5648D78-875B-42B2-9A55-539ECB2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981325"/>
            <a:ext cx="5067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101" name="DP4 object 132">
            <a:extLst xmlns:a="http://schemas.openxmlformats.org/drawingml/2006/main">
              <a:ext uri="{FF2B5EF4-FFF2-40B4-BE49-F238E27FC236}">
                <a16:creationId xmlns:a16="http://schemas.microsoft.com/office/drawing/2014/main" id="{99EFEF5F-8EE5-4BA7-B7E1-2EF557F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0003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02" name="Editable path 133">
            <a:extLst xmlns:a="http://schemas.openxmlformats.org/drawingml/2006/main">
              <a:ext uri="{FF2B5EF4-FFF2-40B4-BE49-F238E27FC236}">
                <a16:creationId xmlns:a16="http://schemas.microsoft.com/office/drawing/2014/main" id="{0D2120CC-E611-46EC-A593-28777E6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324225"/>
            <a:ext cx="5067300" cy="953"/>
          </a:xfrm>
          <a:custGeom xmlns:a="http://schemas.openxmlformats.org/drawingml/2006/main"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3" name="필수 명세·자료 목록 구성">
            <a:extLst xmlns:a="http://schemas.openxmlformats.org/drawingml/2006/main">
              <a:ext uri="{FF2B5EF4-FFF2-40B4-BE49-F238E27FC236}">
                <a16:creationId xmlns:a16="http://schemas.microsoft.com/office/drawing/2014/main" id="{CD38BE42-24CE-48AA-AE36-506F96B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3419475"/>
            <a:ext cx="2295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04" name="DP4 object 134">
            <a:extLst xmlns:a="http://schemas.openxmlformats.org/drawingml/2006/main">
              <a:ext uri="{FF2B5EF4-FFF2-40B4-BE49-F238E27FC236}">
                <a16:creationId xmlns:a16="http://schemas.microsoft.com/office/drawing/2014/main" id="{A846E200-CD50-476B-A61D-B9B673A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3457575"/>
            <a:ext cx="2162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명세·자료 목록 구성</a:t>
            </a:r>
          </a:p>
        </p:txBody>
      </p:sp>
      <p:sp>
        <p:nvSpPr>
          <p:cNvPr id="105" name="Editable path 135">
            <a:extLst xmlns:a="http://schemas.openxmlformats.org/drawingml/2006/main">
              <a:ext uri="{FF2B5EF4-FFF2-40B4-BE49-F238E27FC236}">
                <a16:creationId xmlns:a16="http://schemas.microsoft.com/office/drawing/2014/main" id="{2786A2CC-027D-483F-BB65-29EFDFC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2838450"/>
            <a:ext cx="953" cy="581025"/>
          </a:xfrm>
          <a:custGeom xmlns:a="http://schemas.openxmlformats.org/drawingml/2006/main">
            <a:pathLst>
              <a:path w="953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6" name="Editable arrowhead 136">
            <a:extLst xmlns:a="http://schemas.openxmlformats.org/drawingml/2006/main">
              <a:ext uri="{FF2B5EF4-FFF2-40B4-BE49-F238E27FC236}">
                <a16:creationId xmlns:a16="http://schemas.microsoft.com/office/drawing/2014/main" id="{E36CD0B5-1F30-4F1D-A1CA-2B2204C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3242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07" name="DP4 object 137">
            <a:extLst xmlns:a="http://schemas.openxmlformats.org/drawingml/2006/main">
              <a:ext uri="{FF2B5EF4-FFF2-40B4-BE49-F238E27FC236}">
                <a16:creationId xmlns:a16="http://schemas.microsoft.com/office/drawing/2014/main" id="{E8B9FF11-8F39-4FB7-B9A1-0AEE19B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3895725"/>
            <a:ext cx="2295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조건은 VIA가 명시</a:t>
            </a:r>
          </a:p>
        </p:txBody>
      </p:sp>
      <p:sp>
        <p:nvSpPr>
          <p:cNvPr id="108" name="Editable path 138">
            <a:extLst xmlns:a="http://schemas.openxmlformats.org/drawingml/2006/main">
              <a:ext uri="{FF2B5EF4-FFF2-40B4-BE49-F238E27FC236}">
                <a16:creationId xmlns:a16="http://schemas.microsoft.com/office/drawing/2014/main" id="{E93F7EDA-AA8D-4238-BE8B-91360BB6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781425"/>
            <a:ext cx="953" cy="95250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9" name="Editable arrowhead 139">
            <a:extLst xmlns:a="http://schemas.openxmlformats.org/drawingml/2006/main">
              <a:ext uri="{FF2B5EF4-FFF2-40B4-BE49-F238E27FC236}">
                <a16:creationId xmlns:a16="http://schemas.microsoft.com/office/drawing/2014/main" id="{BFD632AC-F2B0-4301-AA7F-4504E47A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7814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10" name="Editable path 140">
            <a:extLst xmlns:a="http://schemas.openxmlformats.org/drawingml/2006/main">
              <a:ext uri="{FF2B5EF4-FFF2-40B4-BE49-F238E27FC236}">
                <a16:creationId xmlns:a16="http://schemas.microsoft.com/office/drawing/2014/main" id="{5522BBAF-4529-429B-8C82-A1F1E857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210050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1" name="Editable arrowhead 141">
            <a:extLst xmlns:a="http://schemas.openxmlformats.org/drawingml/2006/main">
              <a:ext uri="{FF2B5EF4-FFF2-40B4-BE49-F238E27FC236}">
                <a16:creationId xmlns:a16="http://schemas.microsoft.com/office/drawing/2014/main" id="{C7E74052-BA96-489D-9E24-28DDF350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257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12" name="manifest / 필수 조건·참조">
            <a:extLst xmlns:a="http://schemas.openxmlformats.org/drawingml/2006/main">
              <a:ext uri="{FF2B5EF4-FFF2-40B4-BE49-F238E27FC236}">
                <a16:creationId xmlns:a16="http://schemas.microsoft.com/office/drawing/2014/main" id="{B000B487-F098-4854-9FFB-D44DD6EB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352925"/>
            <a:ext cx="2295525" cy="3524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3" name="DP4 object 142">
            <a:extLst xmlns:a="http://schemas.openxmlformats.org/drawingml/2006/main">
              <a:ext uri="{FF2B5EF4-FFF2-40B4-BE49-F238E27FC236}">
                <a16:creationId xmlns:a16="http://schemas.microsoft.com/office/drawing/2014/main" id="{1F65CF2D-5300-4B93-B11D-B080D7D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457700"/>
            <a:ext cx="2200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manifest / 필수 조건·참조</a:t>
            </a:r>
          </a:p>
        </p:txBody>
      </p:sp>
      <p:sp>
        <p:nvSpPr>
          <p:cNvPr id="114" name="요청 범위 읽기 제공&#10;권한·판본·철회 검사">
            <a:extLst xmlns:a="http://schemas.openxmlformats.org/drawingml/2006/main">
              <a:ext uri="{FF2B5EF4-FFF2-40B4-BE49-F238E27FC236}">
                <a16:creationId xmlns:a16="http://schemas.microsoft.com/office/drawing/2014/main" id="{E40B9466-9139-4BA9-91EC-8BC2BE7F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3419475"/>
            <a:ext cx="2181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5" name="DP4 object 143">
            <a:extLst xmlns:a="http://schemas.openxmlformats.org/drawingml/2006/main">
              <a:ext uri="{FF2B5EF4-FFF2-40B4-BE49-F238E27FC236}">
                <a16:creationId xmlns:a16="http://schemas.microsoft.com/office/drawing/2014/main" id="{122E653D-192E-4BB3-A141-D3534BE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34575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요청 범위 읽기 제공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권한·판본·철회 검사</a:t>
            </a:r>
          </a:p>
        </p:txBody>
      </p:sp>
      <p:sp>
        <p:nvSpPr>
          <p:cNvPr id="116" name="lease / read receipt">
            <a:extLst xmlns:a="http://schemas.openxmlformats.org/drawingml/2006/main">
              <a:ext uri="{FF2B5EF4-FFF2-40B4-BE49-F238E27FC236}">
                <a16:creationId xmlns:a16="http://schemas.microsoft.com/office/drawing/2014/main" id="{CC34A2E9-D8F3-478D-B4A8-9AFC42CF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4295775"/>
            <a:ext cx="2181225" cy="40957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7" name="DP4 object 144">
            <a:extLst xmlns:a="http://schemas.openxmlformats.org/drawingml/2006/main">
              <a:ext uri="{FF2B5EF4-FFF2-40B4-BE49-F238E27FC236}">
                <a16:creationId xmlns:a16="http://schemas.microsoft.com/office/drawing/2014/main" id="{411BC39E-14C5-4181-9761-231FF24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4400550"/>
            <a:ext cx="2085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lease / read receipt</a:t>
            </a:r>
          </a:p>
        </p:txBody>
      </p:sp>
      <p:sp>
        <p:nvSpPr>
          <p:cNvPr id="118" name="Editable path 145">
            <a:extLst xmlns:a="http://schemas.openxmlformats.org/drawingml/2006/main">
              <a:ext uri="{FF2B5EF4-FFF2-40B4-BE49-F238E27FC236}">
                <a16:creationId xmlns:a16="http://schemas.microsoft.com/office/drawing/2014/main" id="{13A1A511-AF72-44C6-9977-335E0C11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4010025"/>
            <a:ext cx="953" cy="285750"/>
          </a:xfrm>
          <a:custGeom xmlns:a="http://schemas.openxmlformats.org/drawingml/2006/main">
            <a:pathLst>
              <a:path w="953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119" name="Editable arrowhead 146">
            <a:extLst xmlns:a="http://schemas.openxmlformats.org/drawingml/2006/main">
              <a:ext uri="{FF2B5EF4-FFF2-40B4-BE49-F238E27FC236}">
                <a16:creationId xmlns:a16="http://schemas.microsoft.com/office/drawing/2014/main" id="{88EEB4D2-C656-4E1C-98EC-5BBEC5AC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42005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20" name="Task Manager&#10;명령 확정">
            <a:extLst xmlns:a="http://schemas.openxmlformats.org/drawingml/2006/main">
              <a:ext uri="{FF2B5EF4-FFF2-40B4-BE49-F238E27FC236}">
                <a16:creationId xmlns:a16="http://schemas.microsoft.com/office/drawing/2014/main" id="{3272E9D9-EEA4-4334-8335-8CF0E792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933950"/>
            <a:ext cx="2295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1" name="DP4 object 147">
            <a:extLst xmlns:a="http://schemas.openxmlformats.org/drawingml/2006/main">
              <a:ext uri="{FF2B5EF4-FFF2-40B4-BE49-F238E27FC236}">
                <a16:creationId xmlns:a16="http://schemas.microsoft.com/office/drawing/2014/main" id="{0FB9C52D-E1CA-4FC2-B3B2-91CD4ED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972050"/>
            <a:ext cx="2162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명령 확정</a:t>
            </a:r>
          </a:p>
        </p:txBody>
      </p:sp>
      <p:sp>
        <p:nvSpPr>
          <p:cNvPr id="122" name="Agent Gateway&#10;전송 / READ 연결">
            <a:extLst xmlns:a="http://schemas.openxmlformats.org/drawingml/2006/main">
              <a:ext uri="{FF2B5EF4-FFF2-40B4-BE49-F238E27FC236}">
                <a16:creationId xmlns:a16="http://schemas.microsoft.com/office/drawing/2014/main" id="{7EA03872-F26F-49CC-A17D-8AA7350E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4933950"/>
            <a:ext cx="21812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3" name="DP4 object 148">
            <a:extLst xmlns:a="http://schemas.openxmlformats.org/drawingml/2006/main">
              <a:ext uri="{FF2B5EF4-FFF2-40B4-BE49-F238E27FC236}">
                <a16:creationId xmlns:a16="http://schemas.microsoft.com/office/drawing/2014/main" id="{1FB9A473-FD94-43B3-9147-D2AD3CE4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497205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전송 / READ 연결</a:t>
            </a:r>
          </a:p>
        </p:txBody>
      </p:sp>
      <p:sp>
        <p:nvSpPr>
          <p:cNvPr id="124" name="Editable path 149">
            <a:extLst xmlns:a="http://schemas.openxmlformats.org/drawingml/2006/main">
              <a:ext uri="{FF2B5EF4-FFF2-40B4-BE49-F238E27FC236}">
                <a16:creationId xmlns:a16="http://schemas.microsoft.com/office/drawing/2014/main" id="{2EB40C6A-8EC6-48AA-B16C-1A856169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705350"/>
            <a:ext cx="953" cy="228600"/>
          </a:xfrm>
          <a:custGeom xmlns:a="http://schemas.openxmlformats.org/drawingml/2006/main"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5" name="Editable arrowhead 150">
            <a:extLst xmlns:a="http://schemas.openxmlformats.org/drawingml/2006/main">
              <a:ext uri="{FF2B5EF4-FFF2-40B4-BE49-F238E27FC236}">
                <a16:creationId xmlns:a16="http://schemas.microsoft.com/office/drawing/2014/main" id="{4F5E8666-D967-4F3E-954F-23FDBBDC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8387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26" name="Editable path 151">
            <a:extLst xmlns:a="http://schemas.openxmlformats.org/drawingml/2006/main">
              <a:ext uri="{FF2B5EF4-FFF2-40B4-BE49-F238E27FC236}">
                <a16:creationId xmlns:a16="http://schemas.microsoft.com/office/drawing/2014/main" id="{66ED65DF-A307-446D-BCA1-8C2D96FD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2006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7" name="Editable arrowhead 152">
            <a:extLst xmlns:a="http://schemas.openxmlformats.org/drawingml/2006/main">
              <a:ext uri="{FF2B5EF4-FFF2-40B4-BE49-F238E27FC236}">
                <a16:creationId xmlns:a16="http://schemas.microsoft.com/office/drawing/2014/main" id="{CF052F9E-E3AB-4F30-90CA-C8AE3E19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51530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28" name="외부 Downstream Agent&#10;상세 범위를 선택·요청">
            <a:extLst xmlns:a="http://schemas.openxmlformats.org/drawingml/2006/main">
              <a:ext uri="{FF2B5EF4-FFF2-40B4-BE49-F238E27FC236}">
                <a16:creationId xmlns:a16="http://schemas.microsoft.com/office/drawing/2014/main" id="{8D014B68-7A53-4BDB-988E-AFA5912F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5657850"/>
            <a:ext cx="21812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9" name="DP4 object 153">
            <a:extLst xmlns:a="http://schemas.openxmlformats.org/drawingml/2006/main">
              <a:ext uri="{FF2B5EF4-FFF2-40B4-BE49-F238E27FC236}">
                <a16:creationId xmlns:a16="http://schemas.microsoft.com/office/drawing/2014/main" id="{9B5957E2-BF9D-44A3-8B5D-201D023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6959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외부 Downstream Agent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상세 범위를 선택·요청</a:t>
            </a:r>
          </a:p>
        </p:txBody>
      </p:sp>
      <p:sp>
        <p:nvSpPr>
          <p:cNvPr id="130" name="Editable path 154">
            <a:extLst xmlns:a="http://schemas.openxmlformats.org/drawingml/2006/main">
              <a:ext uri="{FF2B5EF4-FFF2-40B4-BE49-F238E27FC236}">
                <a16:creationId xmlns:a16="http://schemas.microsoft.com/office/drawing/2014/main" id="{6FA54C67-5E8C-4E41-B99F-29E1A07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5457825"/>
            <a:ext cx="953" cy="200025"/>
          </a:xfrm>
          <a:custGeom xmlns:a="http://schemas.openxmlformats.org/drawingml/2006/main"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1" name="Editable arrowhead 155">
            <a:extLst xmlns:a="http://schemas.openxmlformats.org/drawingml/2006/main">
              <a:ext uri="{FF2B5EF4-FFF2-40B4-BE49-F238E27FC236}">
                <a16:creationId xmlns:a16="http://schemas.microsoft.com/office/drawing/2014/main" id="{22DACDDD-F855-4E65-A966-DFC5D58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5626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2" name="Editable path 156">
            <a:extLst xmlns:a="http://schemas.openxmlformats.org/drawingml/2006/main">
              <a:ext uri="{FF2B5EF4-FFF2-40B4-BE49-F238E27FC236}">
                <a16:creationId xmlns:a16="http://schemas.microsoft.com/office/drawing/2014/main" id="{2FFF03D1-EC9E-4CBD-BBE1-6E998962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5457825"/>
            <a:ext cx="953" cy="200025"/>
          </a:xfrm>
          <a:custGeom xmlns:a="http://schemas.openxmlformats.org/drawingml/2006/main">
            <a:pathLst>
              <a:path w="953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3" name="Editable arrowhead 157">
            <a:extLst xmlns:a="http://schemas.openxmlformats.org/drawingml/2006/main">
              <a:ext uri="{FF2B5EF4-FFF2-40B4-BE49-F238E27FC236}">
                <a16:creationId xmlns:a16="http://schemas.microsoft.com/office/drawing/2014/main" id="{BC89BEB9-D4D9-4BDC-AB3D-DA50DF85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54578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4" name="Editable path 158">
            <a:extLst xmlns:a="http://schemas.openxmlformats.org/drawingml/2006/main">
              <a:ext uri="{FF2B5EF4-FFF2-40B4-BE49-F238E27FC236}">
                <a16:creationId xmlns:a16="http://schemas.microsoft.com/office/drawing/2014/main" id="{1039129D-408B-47D9-837D-65B85AC3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3657600"/>
            <a:ext cx="114300" cy="1428750"/>
          </a:xfrm>
          <a:custGeom xmlns:a="http://schemas.openxmlformats.org/drawingml/2006/main">
            <a:pathLst>
              <a:path w="114300" h="1428750">
                <a:moveTo>
                  <a:pt x="0" y="1428750"/>
                </a:moveTo>
                <a:lnTo>
                  <a:pt x="114300" y="1428750"/>
                </a:lnTo>
                <a:lnTo>
                  <a:pt x="1143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dash"/>
          </a:ln>
        </p:spPr>
      </p:sp>
      <p:sp>
        <p:nvSpPr>
          <p:cNvPr id="135" name="Editable arrowhead 159">
            <a:extLst xmlns:a="http://schemas.openxmlformats.org/drawingml/2006/main">
              <a:ext uri="{FF2B5EF4-FFF2-40B4-BE49-F238E27FC236}">
                <a16:creationId xmlns:a16="http://schemas.microsoft.com/office/drawing/2014/main" id="{290C820E-0ECC-441E-B2BC-A6A7B7B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36099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6" name="Editable path 160">
            <a:extLst xmlns:a="http://schemas.openxmlformats.org/drawingml/2006/main">
              <a:ext uri="{FF2B5EF4-FFF2-40B4-BE49-F238E27FC236}">
                <a16:creationId xmlns:a16="http://schemas.microsoft.com/office/drawing/2014/main" id="{C8E99600-3E41-43A4-86CE-90765B7D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3895725"/>
            <a:ext cx="228600" cy="1400175"/>
          </a:xfrm>
          <a:custGeom xmlns:a="http://schemas.openxmlformats.org/drawingml/2006/main">
            <a:pathLst>
              <a:path w="228600" h="1400175">
                <a:moveTo>
                  <a:pt x="0" y="0"/>
                </a:moveTo>
                <a:lnTo>
                  <a:pt x="228600" y="0"/>
                </a:lnTo>
                <a:lnTo>
                  <a:pt x="228600" y="1400175"/>
                </a:ln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7" name="Editable arrowhead 161">
            <a:extLst xmlns:a="http://schemas.openxmlformats.org/drawingml/2006/main">
              <a:ext uri="{FF2B5EF4-FFF2-40B4-BE49-F238E27FC236}">
                <a16:creationId xmlns:a16="http://schemas.microsoft.com/office/drawing/2014/main" id="{F8D8D95A-099A-4898-B93D-075026AF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52482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8" name="DP4 object 162">
            <a:extLst xmlns:a="http://schemas.openxmlformats.org/drawingml/2006/main">
              <a:ext uri="{FF2B5EF4-FFF2-40B4-BE49-F238E27FC236}">
                <a16:creationId xmlns:a16="http://schemas.microsoft.com/office/drawing/2014/main" id="{55BCBAEB-10A4-4750-8046-5D16D80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5715000"/>
            <a:ext cx="2295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세부 선택은 수신자</a:t>
            </a:r>
          </a:p>
        </p:txBody>
      </p:sp>
      <p:sp>
        <p:nvSpPr>
          <p:cNvPr id="139" name="DP4 object 163">
            <a:extLst xmlns:a="http://schemas.openxmlformats.org/drawingml/2006/main">
              <a:ext uri="{FF2B5EF4-FFF2-40B4-BE49-F238E27FC236}">
                <a16:creationId xmlns:a16="http://schemas.microsoft.com/office/drawing/2014/main" id="{BB9D8861-9611-485B-A8EF-311788A2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32422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140" name="DP4 object 164">
            <a:extLst xmlns:a="http://schemas.openxmlformats.org/drawingml/2006/main">
              <a:ext uri="{FF2B5EF4-FFF2-40B4-BE49-F238E27FC236}">
                <a16:creationId xmlns:a16="http://schemas.microsoft.com/office/drawing/2014/main" id="{992EB5A6-B3BD-4A5F-9953-478E584C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3242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41" name="DP4 object 165">
            <a:extLst xmlns:a="http://schemas.openxmlformats.org/drawingml/2006/main">
              <a:ext uri="{FF2B5EF4-FFF2-40B4-BE49-F238E27FC236}">
                <a16:creationId xmlns:a16="http://schemas.microsoft.com/office/drawing/2014/main" id="{97B99E4D-E060-4EE7-B323-A1F21F37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333750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142" name="DP4 object 166">
            <a:extLst xmlns:a="http://schemas.openxmlformats.org/drawingml/2006/main">
              <a:ext uri="{FF2B5EF4-FFF2-40B4-BE49-F238E27FC236}">
                <a16:creationId xmlns:a16="http://schemas.microsoft.com/office/drawing/2014/main" id="{BAAE0081-E905-46D6-A087-53C58B24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3337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3" name="DP4 object 167">
            <a:extLst xmlns:a="http://schemas.openxmlformats.org/drawingml/2006/main">
              <a:ext uri="{FF2B5EF4-FFF2-40B4-BE49-F238E27FC236}">
                <a16:creationId xmlns:a16="http://schemas.microsoft.com/office/drawing/2014/main" id="{1EC654AB-77DF-45C1-9DDE-5EC9339E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5543550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144" name="DP4 object 168">
            <a:extLst xmlns:a="http://schemas.openxmlformats.org/drawingml/2006/main">
              <a:ext uri="{FF2B5EF4-FFF2-40B4-BE49-F238E27FC236}">
                <a16:creationId xmlns:a16="http://schemas.microsoft.com/office/drawing/2014/main" id="{94006A85-8E30-44F6-8E48-A2A7E898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55435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5" name="DP4 object 169">
            <a:extLst xmlns:a="http://schemas.openxmlformats.org/drawingml/2006/main">
              <a:ext uri="{FF2B5EF4-FFF2-40B4-BE49-F238E27FC236}">
                <a16:creationId xmlns:a16="http://schemas.microsoft.com/office/drawing/2014/main" id="{CA2A910F-D643-4CD6-BD33-F279237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829800"/>
            <a:ext cx="1752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QA01 우열 미확정. C는 실제 범위 읽기·권한·판본 검사를 지원하는 수신자 조건. 본문 충족은 QA02와 별도 진단.</a:t>
            </a:r>
          </a:p>
        </p:txBody>
      </p:sp>
      <p:sp>
        <p:nvSpPr>
          <p:cNvPr id="146" name="DP4 object 170">
            <a:extLst xmlns:a="http://schemas.openxmlformats.org/drawingml/2006/main">
              <a:ext uri="{FF2B5EF4-FFF2-40B4-BE49-F238E27FC236}">
                <a16:creationId xmlns:a16="http://schemas.microsoft.com/office/drawing/2014/main" id="{A1056006-11B2-44DC-8D68-9DA07E75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067925"/>
            <a:ext cx="17192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기존 완료 PoC: 안별 4사례×3 / 시간 괄호: 관측·예정 / 비용: 12회 합계(수신자 포함) / RSS: 로컬 실행기 / QA03은 수신자 HTTP 시간 제외</a:t>
            </a:r>
          </a:p>
        </p:txBody>
      </p:sp>
    </p:spTree>
    <p:extLst>
      <p:ext uri="{BB962C8B-B14F-4D97-AF65-F5344CB8AC3E}">
        <p14:creationId xmlns:p14="http://schemas.microsoft.com/office/powerpoint/2010/main" val="1798235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DP4 object 171">
            <a:extLst xmlns:a="http://schemas.openxmlformats.org/drawingml/2006/main">
              <a:ext uri="{FF2B5EF4-FFF2-40B4-BE49-F238E27FC236}">
                <a16:creationId xmlns:a16="http://schemas.microsoft.com/office/drawing/2014/main" id="{F2226E04-D201-4668-BFF1-FC83617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DP4. Agent 간 업무 인계 방안 (선택 및 보완)</a:t>
            </a:r>
          </a:p>
        </p:txBody>
      </p:sp>
      <p:sp>
        <p:nvSpPr>
          <p:cNvPr id="2" name="DP4 object 172">
            <a:extLst xmlns:a="http://schemas.openxmlformats.org/drawingml/2006/main">
              <a:ext uri="{FF2B5EF4-FFF2-40B4-BE49-F238E27FC236}">
                <a16:creationId xmlns:a16="http://schemas.microsoft.com/office/drawing/2014/main" id="{CC572808-EE8A-4093-895C-956C50A0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DP4 object 173">
            <a:extLst xmlns:a="http://schemas.openxmlformats.org/drawingml/2006/main">
              <a:ext uri="{FF2B5EF4-FFF2-40B4-BE49-F238E27FC236}">
                <a16:creationId xmlns:a16="http://schemas.microsoft.com/office/drawing/2014/main" id="{A9504E93-955F-490F-8172-DA6049D7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소개</a:t>
            </a:r>
          </a:p>
        </p:txBody>
      </p:sp>
      <p:sp>
        <p:nvSpPr>
          <p:cNvPr id="4" name="DP4 object 174">
            <a:extLst xmlns:a="http://schemas.openxmlformats.org/drawingml/2006/main">
              <a:ext uri="{FF2B5EF4-FFF2-40B4-BE49-F238E27FC236}">
                <a16:creationId xmlns:a16="http://schemas.microsoft.com/office/drawing/2014/main" id="{7CF137A5-B0AF-4012-B0D4-C527A0E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DP4 object 175">
            <a:extLst xmlns:a="http://schemas.openxmlformats.org/drawingml/2006/main">
              <a:ext uri="{FF2B5EF4-FFF2-40B4-BE49-F238E27FC236}">
                <a16:creationId xmlns:a16="http://schemas.microsoft.com/office/drawing/2014/main" id="{B9064BD8-6D1D-4850-8AF8-4337823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요구사항 분석</a:t>
            </a:r>
          </a:p>
        </p:txBody>
      </p:sp>
      <p:sp>
        <p:nvSpPr>
          <p:cNvPr id="6" name="DP4 object 176">
            <a:extLst xmlns:a="http://schemas.openxmlformats.org/drawingml/2006/main">
              <a:ext uri="{FF2B5EF4-FFF2-40B4-BE49-F238E27FC236}">
                <a16:creationId xmlns:a16="http://schemas.microsoft.com/office/drawing/2014/main" id="{9C64FFB4-8592-4B3C-90F2-9559A002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A8C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DP4 object 177">
            <a:extLst xmlns:a="http://schemas.openxmlformats.org/drawingml/2006/main">
              <a:ext uri="{FF2B5EF4-FFF2-40B4-BE49-F238E27FC236}">
                <a16:creationId xmlns:a16="http://schemas.microsoft.com/office/drawing/2014/main" id="{43769696-D2F4-432B-8D5C-1742E48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8" name="DP4 object 178">
            <a:extLst xmlns:a="http://schemas.openxmlformats.org/drawingml/2006/main">
              <a:ext uri="{FF2B5EF4-FFF2-40B4-BE49-F238E27FC236}">
                <a16:creationId xmlns:a16="http://schemas.microsoft.com/office/drawing/2014/main" id="{C331C6A0-D0C4-4D9A-8281-96CBAFBC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DP4 object 179">
            <a:extLst xmlns:a="http://schemas.openxmlformats.org/drawingml/2006/main">
              <a:ext uri="{FF2B5EF4-FFF2-40B4-BE49-F238E27FC236}">
                <a16:creationId xmlns:a16="http://schemas.microsoft.com/office/drawing/2014/main" id="{AE8A884C-587D-47D1-A0FF-3B8E27FC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및 검증</a:t>
            </a:r>
          </a:p>
        </p:txBody>
      </p:sp>
      <p:sp>
        <p:nvSpPr>
          <p:cNvPr id="10" name="DP4 object 180">
            <a:extLst xmlns:a="http://schemas.openxmlformats.org/drawingml/2006/main">
              <a:ext uri="{FF2B5EF4-FFF2-40B4-BE49-F238E27FC236}">
                <a16:creationId xmlns:a16="http://schemas.microsoft.com/office/drawing/2014/main" id="{EFADD9D5-1078-4725-8547-2E92C5F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DP4 object 181">
            <a:extLst xmlns:a="http://schemas.openxmlformats.org/drawingml/2006/main">
              <a:ext uri="{FF2B5EF4-FFF2-40B4-BE49-F238E27FC236}">
                <a16:creationId xmlns:a16="http://schemas.microsoft.com/office/drawing/2014/main" id="{0A6E44AF-41D1-4898-B522-A0015B7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12" name="Editable path 182">
            <a:extLst xmlns:a="http://schemas.openxmlformats.org/drawingml/2006/main">
              <a:ext uri="{FF2B5EF4-FFF2-40B4-BE49-F238E27FC236}">
                <a16:creationId xmlns:a16="http://schemas.microsoft.com/office/drawing/2014/main" id="{E5C56E38-4D7A-409E-89F6-D5843064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7164050" cy="953"/>
          </a:xfrm>
          <a:custGeom xmlns:a="http://schemas.openxmlformats.org/drawingml/2006/main"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7A7A7"/>
            </a:solidFill>
            <a:prstDash val="solid"/>
          </a:ln>
        </p:spPr>
      </p:sp>
      <p:sp>
        <p:nvSpPr>
          <p:cNvPr id="13" name="DP4 object 183">
            <a:extLst xmlns:a="http://schemas.openxmlformats.org/drawingml/2006/main">
              <a:ext uri="{FF2B5EF4-FFF2-40B4-BE49-F238E27FC236}">
                <a16:creationId xmlns:a16="http://schemas.microsoft.com/office/drawing/2014/main" id="{FFCC7F4A-0803-422E-A119-374A689C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9991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DP4 object 184">
            <a:extLst xmlns:a="http://schemas.openxmlformats.org/drawingml/2006/main">
              <a:ext uri="{FF2B5EF4-FFF2-40B4-BE49-F238E27FC236}">
                <a16:creationId xmlns:a16="http://schemas.microsoft.com/office/drawing/2014/main" id="{21FC4DA3-3E25-4252-BC13-328981A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81100"/>
            <a:ext cx="17478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읽기 지원 수신자에 조건부 C 선택 / C1은 이미 채택된 조건의 원문 제공 보완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5AE23-8CCB-4AD1-B988-6A063546C062}"/>
              </a:ext>
            </a:extLst>
          </p:cNvPr>
          <p:cNvGraphicFramePr/>
          <p:nvPr/>
        </p:nvGraphicFramePr>
        <p:xfrm>
          <a:off xmlns:a="http://schemas.openxmlformats.org/drawingml/2006/main" x="228600" y="1657350"/>
          <a:ext xmlns:a="http://schemas.openxmlformats.org/drawingml/2006/main" cx="17830800" cy="81153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600200"/>
                <a:gridCol w="5410200"/>
                <a:gridCol w="5410200"/>
                <a:gridCol w="5410200"/>
              </a:tblGrid>
              <a:tr h="438150"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설계안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(A) 위임 시 인계 묶음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(B) 지속 업무 기록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(C) 필수 명세 + 수신자 읽기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4000500">
                <a:tc>
                  <a:txBody>
                    <a:bodyPr anchor="ctr"/>
                    <a:lstStyle/>
                    <a:p>
                      <a:pPr algn="ctr"/>
                      <a:r>
                        <a:rPr sz="21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</a:t>
                      </a:r>
                    </a:p>
                  </a:txBody>
                  <a:tcPr marL="114300" marR="114300" marT="152400" marB="0" anchor="t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장점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필요한 위임에만 자료를 구성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기확보 원문·유효 참조를 재사용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인계에서 업무 설명을 재사용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공개 결과와 조건 관계를 유지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VIA의 선행 세부 선택을 줄임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 중 필요한 범위만 수신자가 선택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단점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목적마다 선택·구성 부담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인계의 준비 작업 증가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인계가 없어도 생산·갱신 비용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목적에는 원본 보완이 필요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수신자의 읽기 지원·접근 관리 필요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유효 참조만으로 본문 조건 보존은 불충분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4676C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[C1] 조건 출처가 있을 때 원문 첨부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첫 응답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4.307 (20/21)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4.421 (21/21)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4.321 (21/21)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 지칭 집합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처리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11.019 (20/21)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12.439 (19/21)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4.329 (19/21)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4676C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[별도 E3] 4.302(8/9) → 4.301(9/9)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변경 (개)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1.50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모델 비용 ($)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0.1018408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0.2886828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0.0757928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4676C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[별도 E3] 0.0407024 → 0.0376028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RSS (MB)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49.119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57.229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48.153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/>
                      <a:r>
                        <a:rPr sz="135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본문 충족 (진단)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8/18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15/18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12/18 (기본)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50" b="0">
                          <a:solidFill>
                            <a:srgbClr val="4676C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[별도 E3 저자 대조] 4/9 → 9/9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DP4 object 185">
            <a:extLst xmlns:a="http://schemas.openxmlformats.org/drawingml/2006/main">
              <a:ext uri="{FF2B5EF4-FFF2-40B4-BE49-F238E27FC236}">
                <a16:creationId xmlns:a16="http://schemas.microsoft.com/office/drawing/2014/main" id="{C0CFAB7F-9A90-4FB2-8B22-E7B17943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241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17" name="DP4 object 186">
            <a:extLst xmlns:a="http://schemas.openxmlformats.org/drawingml/2006/main">
              <a:ext uri="{FF2B5EF4-FFF2-40B4-BE49-F238E27FC236}">
                <a16:creationId xmlns:a16="http://schemas.microsoft.com/office/drawing/2014/main" id="{83BC20F8-A0B3-41B1-8897-B167FBA6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Component</a:t>
            </a:r>
          </a:p>
        </p:txBody>
      </p:sp>
      <p:sp>
        <p:nvSpPr>
          <p:cNvPr id="18" name="DP4 object 187">
            <a:extLst xmlns:a="http://schemas.openxmlformats.org/drawingml/2006/main">
              <a:ext uri="{FF2B5EF4-FFF2-40B4-BE49-F238E27FC236}">
                <a16:creationId xmlns:a16="http://schemas.microsoft.com/office/drawing/2014/main" id="{C7465392-C4F7-4B45-AD60-2E7B1A5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6100"/>
            <a:ext cx="1181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" name="DP4 object 188">
            <a:extLst xmlns:a="http://schemas.openxmlformats.org/drawingml/2006/main">
              <a:ext uri="{FF2B5EF4-FFF2-40B4-BE49-F238E27FC236}">
                <a16:creationId xmlns:a16="http://schemas.microsoft.com/office/drawing/2014/main" id="{ABB2B885-75B3-463A-9A29-18411AF0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861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내부 처리</a:t>
            </a:r>
          </a:p>
        </p:txBody>
      </p:sp>
      <p:sp>
        <p:nvSpPr>
          <p:cNvPr id="20" name="상태 / 자료">
            <a:extLst xmlns:a="http://schemas.openxmlformats.org/drawingml/2006/main">
              <a:ext uri="{FF2B5EF4-FFF2-40B4-BE49-F238E27FC236}">
                <a16:creationId xmlns:a16="http://schemas.microsoft.com/office/drawing/2014/main" id="{1906F946-38E9-4100-A93D-24F1D493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95700"/>
            <a:ext cx="1304925" cy="5810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1" name="DP4 object 189">
            <a:extLst xmlns:a="http://schemas.openxmlformats.org/drawingml/2006/main">
              <a:ext uri="{FF2B5EF4-FFF2-40B4-BE49-F238E27FC236}">
                <a16:creationId xmlns:a16="http://schemas.microsoft.com/office/drawing/2014/main" id="{94396AFC-13F5-4B87-87C6-D3E38E49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00475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상태 / 자료</a:t>
            </a:r>
          </a:p>
        </p:txBody>
      </p:sp>
      <p:sp>
        <p:nvSpPr>
          <p:cNvPr id="22" name="DP4 object 190">
            <a:extLst xmlns:a="http://schemas.openxmlformats.org/drawingml/2006/main">
              <a:ext uri="{FF2B5EF4-FFF2-40B4-BE49-F238E27FC236}">
                <a16:creationId xmlns:a16="http://schemas.microsoft.com/office/drawing/2014/main" id="{0B063F6A-2173-4D2E-9BA8-EECAC4E2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72000"/>
            <a:ext cx="1466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실선: 자료·명령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점선: 요청·조건</a:t>
            </a:r>
          </a:p>
        </p:txBody>
      </p:sp>
      <p:sp>
        <p:nvSpPr>
          <p:cNvPr id="23" name="DP4 object 191">
            <a:extLst xmlns:a="http://schemas.openxmlformats.org/drawingml/2006/main">
              <a:ext uri="{FF2B5EF4-FFF2-40B4-BE49-F238E27FC236}">
                <a16:creationId xmlns:a16="http://schemas.microsoft.com/office/drawing/2014/main" id="{E38D2612-5F10-488F-BCD9-8E298BA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86375"/>
            <a:ext cx="1466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Task·원본 권위는</a:t>
            </a:r>
          </a:p>
          <a:p xmlns:a="http://schemas.openxmlformats.org/drawingml/2006/main">
            <a:pPr algn="ctr">
              <a:def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기존 owner 유지</a:t>
            </a:r>
          </a:p>
        </p:txBody>
      </p:sp>
      <p:sp>
        <p:nvSpPr>
          <p:cNvPr id="24" name="DP4 object 192">
            <a:extLst xmlns:a="http://schemas.openxmlformats.org/drawingml/2006/main">
              <a:ext uri="{FF2B5EF4-FFF2-40B4-BE49-F238E27FC236}">
                <a16:creationId xmlns:a16="http://schemas.microsoft.com/office/drawing/2014/main" id="{A89446AE-40BD-4A0C-8E76-B129DDF3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52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위임 요청마다 목적별 구성</a:t>
            </a:r>
          </a:p>
        </p:txBody>
      </p:sp>
      <p:sp>
        <p:nvSpPr>
          <p:cNvPr id="25" name="Request Controller: 채택·허가">
            <a:extLst xmlns:a="http://schemas.openxmlformats.org/drawingml/2006/main">
              <a:ext uri="{FF2B5EF4-FFF2-40B4-BE49-F238E27FC236}">
                <a16:creationId xmlns:a16="http://schemas.microsoft.com/office/drawing/2014/main" id="{A1DEEC1E-FDEF-4373-AFFE-F267271F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DP4 object 193">
            <a:extLst xmlns:a="http://schemas.openxmlformats.org/drawingml/2006/main">
              <a:ext uri="{FF2B5EF4-FFF2-40B4-BE49-F238E27FC236}">
                <a16:creationId xmlns:a16="http://schemas.microsoft.com/office/drawing/2014/main" id="{FB1A04DE-3057-4539-A0DD-73F1A8ED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527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Controller: 채택·허가</a:t>
            </a:r>
          </a:p>
        </p:txBody>
      </p:sp>
      <p:sp>
        <p:nvSpPr>
          <p:cNvPr id="27" name="Context Manager Component">
            <a:extLst xmlns:a="http://schemas.openxmlformats.org/drawingml/2006/main">
              <a:ext uri="{FF2B5EF4-FFF2-40B4-BE49-F238E27FC236}">
                <a16:creationId xmlns:a16="http://schemas.microsoft.com/office/drawing/2014/main" id="{C599F9E5-D97D-47C4-8EE3-B3ABEC5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81325"/>
            <a:ext cx="5067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28" name="DP4 object 194">
            <a:extLst xmlns:a="http://schemas.openxmlformats.org/drawingml/2006/main">
              <a:ext uri="{FF2B5EF4-FFF2-40B4-BE49-F238E27FC236}">
                <a16:creationId xmlns:a16="http://schemas.microsoft.com/office/drawing/2014/main" id="{356B5ED0-1185-4B0F-BAAE-200689F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29" name="Editable path 195">
            <a:extLst xmlns:a="http://schemas.openxmlformats.org/drawingml/2006/main">
              <a:ext uri="{FF2B5EF4-FFF2-40B4-BE49-F238E27FC236}">
                <a16:creationId xmlns:a16="http://schemas.microsoft.com/office/drawing/2014/main" id="{E1C686CD-2892-4A18-AF95-D38CB6B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24225"/>
            <a:ext cx="5067300" cy="953"/>
          </a:xfrm>
          <a:custGeom xmlns:a="http://schemas.openxmlformats.org/drawingml/2006/main"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목적별 자료 선택&#10;필수 조건·발췌·참조 구성">
            <a:extLst xmlns:a="http://schemas.openxmlformats.org/drawingml/2006/main">
              <a:ext uri="{FF2B5EF4-FFF2-40B4-BE49-F238E27FC236}">
                <a16:creationId xmlns:a16="http://schemas.microsoft.com/office/drawing/2014/main" id="{FE6A7327-049F-486C-826F-94B8C550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38525"/>
            <a:ext cx="2619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1" name="DP4 object 196">
            <a:extLst xmlns:a="http://schemas.openxmlformats.org/drawingml/2006/main">
              <a:ext uri="{FF2B5EF4-FFF2-40B4-BE49-F238E27FC236}">
                <a16:creationId xmlns:a16="http://schemas.microsoft.com/office/drawing/2014/main" id="{88E11128-63D0-4D65-A15F-4419C089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2486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목적별 자료 선택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조건·발췌·참조 구성</a:t>
            </a:r>
          </a:p>
        </p:txBody>
      </p:sp>
      <p:sp>
        <p:nvSpPr>
          <p:cNvPr id="32" name="공통 원본&#10;기확보 근거">
            <a:extLst xmlns:a="http://schemas.openxmlformats.org/drawingml/2006/main">
              <a:ext uri="{FF2B5EF4-FFF2-40B4-BE49-F238E27FC236}">
                <a16:creationId xmlns:a16="http://schemas.microsoft.com/office/drawing/2014/main" id="{4827A80C-D533-4F51-8B56-0861CDD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09950"/>
            <a:ext cx="1847850" cy="6191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3" name="DP4 object 197">
            <a:extLst xmlns:a="http://schemas.openxmlformats.org/drawingml/2006/main">
              <a:ext uri="{FF2B5EF4-FFF2-40B4-BE49-F238E27FC236}">
                <a16:creationId xmlns:a16="http://schemas.microsoft.com/office/drawing/2014/main" id="{4E50636E-791A-4418-BC66-BF58AE12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원본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기확보 근거</a:t>
            </a:r>
          </a:p>
        </p:txBody>
      </p:sp>
      <p:sp>
        <p:nvSpPr>
          <p:cNvPr id="34" name="Editable path 198">
            <a:extLst xmlns:a="http://schemas.openxmlformats.org/drawingml/2006/main">
              <a:ext uri="{FF2B5EF4-FFF2-40B4-BE49-F238E27FC236}">
                <a16:creationId xmlns:a16="http://schemas.microsoft.com/office/drawing/2014/main" id="{26CE70B0-D2C9-47DE-8417-E6EEDF4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95275" cy="953"/>
          </a:xfrm>
          <a:custGeom xmlns:a="http://schemas.openxmlformats.org/drawingml/2006/main">
            <a:pathLst>
              <a:path w="295275" h="953">
                <a:moveTo>
                  <a:pt x="295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Editable arrowhead 199">
            <a:extLst xmlns:a="http://schemas.openxmlformats.org/drawingml/2006/main">
              <a:ext uri="{FF2B5EF4-FFF2-40B4-BE49-F238E27FC236}">
                <a16:creationId xmlns:a16="http://schemas.microsoft.com/office/drawing/2014/main" id="{1CD1A97A-5E7A-45B8-B29B-7FC50212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36" name="Editable path 200">
            <a:extLst xmlns:a="http://schemas.openxmlformats.org/drawingml/2006/main">
              <a:ext uri="{FF2B5EF4-FFF2-40B4-BE49-F238E27FC236}">
                <a16:creationId xmlns:a16="http://schemas.microsoft.com/office/drawing/2014/main" id="{495B0B8C-9C13-4D86-A569-20377BB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38450"/>
            <a:ext cx="953" cy="600075"/>
          </a:xfrm>
          <a:custGeom xmlns:a="http://schemas.openxmlformats.org/drawingml/2006/main"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7" name="Editable arrowhead 201">
            <a:extLst xmlns:a="http://schemas.openxmlformats.org/drawingml/2006/main">
              <a:ext uri="{FF2B5EF4-FFF2-40B4-BE49-F238E27FC236}">
                <a16:creationId xmlns:a16="http://schemas.microsoft.com/office/drawing/2014/main" id="{C266C24B-F083-4A7A-B961-31413E7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432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38" name="임시 인계 묶음 (capsule)">
            <a:extLst xmlns:a="http://schemas.openxmlformats.org/drawingml/2006/main">
              <a:ext uri="{FF2B5EF4-FFF2-40B4-BE49-F238E27FC236}">
                <a16:creationId xmlns:a16="http://schemas.microsoft.com/office/drawing/2014/main" id="{5DBD9EC2-B589-402B-BEAF-D92036E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000500" cy="4667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9" name="DP4 object 202">
            <a:extLst xmlns:a="http://schemas.openxmlformats.org/drawingml/2006/main">
              <a:ext uri="{FF2B5EF4-FFF2-40B4-BE49-F238E27FC236}">
                <a16:creationId xmlns:a16="http://schemas.microsoft.com/office/drawing/2014/main" id="{B7E628B2-4E0D-4E33-A698-87A1F78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43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임시 인계 묶음 (capsule)</a:t>
            </a:r>
          </a:p>
        </p:txBody>
      </p:sp>
      <p:sp>
        <p:nvSpPr>
          <p:cNvPr id="40" name="Editable path 203">
            <a:extLst xmlns:a="http://schemas.openxmlformats.org/drawingml/2006/main">
              <a:ext uri="{FF2B5EF4-FFF2-40B4-BE49-F238E27FC236}">
                <a16:creationId xmlns:a16="http://schemas.microsoft.com/office/drawing/2014/main" id="{20F6F794-2DA2-47A1-8C00-B624B617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81450"/>
            <a:ext cx="953" cy="257175"/>
          </a:xfrm>
          <a:custGeom xmlns:a="http://schemas.openxmlformats.org/drawingml/2006/main">
            <a:pathLst>
              <a:path w="953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1" name="Editable arrowhead 204">
            <a:extLst xmlns:a="http://schemas.openxmlformats.org/drawingml/2006/main">
              <a:ext uri="{FF2B5EF4-FFF2-40B4-BE49-F238E27FC236}">
                <a16:creationId xmlns:a16="http://schemas.microsoft.com/office/drawing/2014/main" id="{BA89BF3D-A491-4C63-8680-CC2008B7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433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42" name="DP4 object 205">
            <a:extLst xmlns:a="http://schemas.openxmlformats.org/drawingml/2006/main">
              <a:ext uri="{FF2B5EF4-FFF2-40B4-BE49-F238E27FC236}">
                <a16:creationId xmlns:a16="http://schemas.microsoft.com/office/drawing/2014/main" id="{5D5998F0-A3D0-4012-B2AD-D7652F92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2422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43" name="DP4 object 206">
            <a:extLst xmlns:a="http://schemas.openxmlformats.org/drawingml/2006/main">
              <a:ext uri="{FF2B5EF4-FFF2-40B4-BE49-F238E27FC236}">
                <a16:creationId xmlns:a16="http://schemas.microsoft.com/office/drawing/2014/main" id="{D80A2520-1E17-4F72-BA22-1585061C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242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44" name="DP4 object 207">
            <a:extLst xmlns:a="http://schemas.openxmlformats.org/drawingml/2006/main">
              <a:ext uri="{FF2B5EF4-FFF2-40B4-BE49-F238E27FC236}">
                <a16:creationId xmlns:a16="http://schemas.microsoft.com/office/drawing/2014/main" id="{3E5B5D30-D2DB-4CC1-927E-C656D66A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45" name="DP4 object 208">
            <a:extLst xmlns:a="http://schemas.openxmlformats.org/drawingml/2006/main">
              <a:ext uri="{FF2B5EF4-FFF2-40B4-BE49-F238E27FC236}">
                <a16:creationId xmlns:a16="http://schemas.microsoft.com/office/drawing/2014/main" id="{414208F2-9405-4480-A36B-2F0AA30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719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46" name="Task Manager: 명령 확정">
            <a:extLst xmlns:a="http://schemas.openxmlformats.org/drawingml/2006/main">
              <a:ext uri="{FF2B5EF4-FFF2-40B4-BE49-F238E27FC236}">
                <a16:creationId xmlns:a16="http://schemas.microsoft.com/office/drawing/2014/main" id="{13129E73-19ED-463A-AD31-7DFADF93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7" name="DP4 object 209">
            <a:extLst xmlns:a="http://schemas.openxmlformats.org/drawingml/2006/main">
              <a:ext uri="{FF2B5EF4-FFF2-40B4-BE49-F238E27FC236}">
                <a16:creationId xmlns:a16="http://schemas.microsoft.com/office/drawing/2014/main" id="{1522802D-0055-4FBF-9A9D-A8C2B75B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30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Manager: 명령 확정</a:t>
            </a:r>
          </a:p>
        </p:txBody>
      </p:sp>
      <p:sp>
        <p:nvSpPr>
          <p:cNvPr id="48" name="Agent Gateway: 실제 전송">
            <a:extLst xmlns:a="http://schemas.openxmlformats.org/drawingml/2006/main">
              <a:ext uri="{FF2B5EF4-FFF2-40B4-BE49-F238E27FC236}">
                <a16:creationId xmlns:a16="http://schemas.microsoft.com/office/drawing/2014/main" id="{2C12CFBA-171A-4EB2-8E5D-4FC63502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24475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9" name="DP4 object 210">
            <a:extLst xmlns:a="http://schemas.openxmlformats.org/drawingml/2006/main">
              <a:ext uri="{FF2B5EF4-FFF2-40B4-BE49-F238E27FC236}">
                <a16:creationId xmlns:a16="http://schemas.microsoft.com/office/drawing/2014/main" id="{2BD2AE08-D9FF-46FD-812E-7D9B5784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62575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Gateway: 실제 전송</a:t>
            </a:r>
          </a:p>
        </p:txBody>
      </p:sp>
      <p:sp>
        <p:nvSpPr>
          <p:cNvPr id="50" name="외부 Downstream Agent">
            <a:extLst xmlns:a="http://schemas.openxmlformats.org/drawingml/2006/main">
              <a:ext uri="{FF2B5EF4-FFF2-40B4-BE49-F238E27FC236}">
                <a16:creationId xmlns:a16="http://schemas.microsoft.com/office/drawing/2014/main" id="{EB5321E1-DFEF-41BC-A128-832DA0E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62625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51" name="DP4 object 211">
            <a:extLst xmlns:a="http://schemas.openxmlformats.org/drawingml/2006/main">
              <a:ext uri="{FF2B5EF4-FFF2-40B4-BE49-F238E27FC236}">
                <a16:creationId xmlns:a16="http://schemas.microsoft.com/office/drawing/2014/main" id="{F08FE7D0-6CF5-4754-9740-E66C1F0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00725"/>
            <a:ext cx="493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외부 Downstream Agent</a:t>
            </a:r>
          </a:p>
        </p:txBody>
      </p:sp>
      <p:sp>
        <p:nvSpPr>
          <p:cNvPr id="52" name="Editable path 212">
            <a:extLst xmlns:a="http://schemas.openxmlformats.org/drawingml/2006/main">
              <a:ext uri="{FF2B5EF4-FFF2-40B4-BE49-F238E27FC236}">
                <a16:creationId xmlns:a16="http://schemas.microsoft.com/office/drawing/2014/main" id="{271EDD87-6BCA-44DF-A78F-C0FA703E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3" name="Editable arrowhead 213">
            <a:extLst xmlns:a="http://schemas.openxmlformats.org/drawingml/2006/main">
              <a:ext uri="{FF2B5EF4-FFF2-40B4-BE49-F238E27FC236}">
                <a16:creationId xmlns:a16="http://schemas.microsoft.com/office/drawing/2014/main" id="{4BED0416-5937-465C-96B6-B9BA4B7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96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54" name="Editable path 214">
            <a:extLst xmlns:a="http://schemas.openxmlformats.org/drawingml/2006/main">
              <a:ext uri="{FF2B5EF4-FFF2-40B4-BE49-F238E27FC236}">
                <a16:creationId xmlns:a16="http://schemas.microsoft.com/office/drawing/2014/main" id="{6B8E9A23-5C14-424B-900F-07699C83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9700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5" name="Editable arrowhead 215">
            <a:extLst xmlns:a="http://schemas.openxmlformats.org/drawingml/2006/main">
              <a:ext uri="{FF2B5EF4-FFF2-40B4-BE49-F238E27FC236}">
                <a16:creationId xmlns:a16="http://schemas.microsoft.com/office/drawing/2014/main" id="{B8332A3B-CA14-42D3-A509-F3F65C4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292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56" name="Editable path 216">
            <a:extLst xmlns:a="http://schemas.openxmlformats.org/drawingml/2006/main">
              <a:ext uri="{FF2B5EF4-FFF2-40B4-BE49-F238E27FC236}">
                <a16:creationId xmlns:a16="http://schemas.microsoft.com/office/drawing/2014/main" id="{D464402D-4901-4EC8-B8DE-375D0211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29275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7" name="Editable arrowhead 217">
            <a:extLst xmlns:a="http://schemas.openxmlformats.org/drawingml/2006/main">
              <a:ext uri="{FF2B5EF4-FFF2-40B4-BE49-F238E27FC236}">
                <a16:creationId xmlns:a16="http://schemas.microsoft.com/office/drawing/2014/main" id="{184CD133-3730-4F04-9B53-38EB4CFB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6673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58" name="DP4 object 218">
            <a:extLst xmlns:a="http://schemas.openxmlformats.org/drawingml/2006/main">
              <a:ext uri="{FF2B5EF4-FFF2-40B4-BE49-F238E27FC236}">
                <a16:creationId xmlns:a16="http://schemas.microsoft.com/office/drawing/2014/main" id="{A7ED5255-A27A-455B-83E1-8D6D397E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공개 사건을 선생산하고 반복 소비</a:t>
            </a:r>
          </a:p>
        </p:txBody>
      </p:sp>
      <p:sp>
        <p:nvSpPr>
          <p:cNvPr id="59" name="Request Controller: 채택·허가">
            <a:extLst xmlns:a="http://schemas.openxmlformats.org/drawingml/2006/main">
              <a:ext uri="{FF2B5EF4-FFF2-40B4-BE49-F238E27FC236}">
                <a16:creationId xmlns:a16="http://schemas.microsoft.com/office/drawing/2014/main" id="{6E1FECFC-540D-4896-891F-60011160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0" name="DP4 object 219">
            <a:extLst xmlns:a="http://schemas.openxmlformats.org/drawingml/2006/main">
              <a:ext uri="{FF2B5EF4-FFF2-40B4-BE49-F238E27FC236}">
                <a16:creationId xmlns:a16="http://schemas.microsoft.com/office/drawing/2014/main" id="{DCD34463-C350-496B-9412-4B19AAA4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527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Controller: 채택·허가</a:t>
            </a:r>
          </a:p>
        </p:txBody>
      </p:sp>
      <p:sp>
        <p:nvSpPr>
          <p:cNvPr id="61" name="Context Manager Component">
            <a:extLst xmlns:a="http://schemas.openxmlformats.org/drawingml/2006/main">
              <a:ext uri="{FF2B5EF4-FFF2-40B4-BE49-F238E27FC236}">
                <a16:creationId xmlns:a16="http://schemas.microsoft.com/office/drawing/2014/main" id="{D4E85A5C-8415-4053-86A7-E03ACE6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81325"/>
            <a:ext cx="5067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62" name="DP4 object 220">
            <a:extLst xmlns:a="http://schemas.openxmlformats.org/drawingml/2006/main">
              <a:ext uri="{FF2B5EF4-FFF2-40B4-BE49-F238E27FC236}">
                <a16:creationId xmlns:a16="http://schemas.microsoft.com/office/drawing/2014/main" id="{1F2E60B5-0AD1-4F53-BB6E-BE441541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03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63" name="Editable path 221">
            <a:extLst xmlns:a="http://schemas.openxmlformats.org/drawingml/2006/main">
              <a:ext uri="{FF2B5EF4-FFF2-40B4-BE49-F238E27FC236}">
                <a16:creationId xmlns:a16="http://schemas.microsoft.com/office/drawing/2014/main" id="{D1A037EF-A430-40C0-9C14-74D925C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24225"/>
            <a:ext cx="5067300" cy="953"/>
          </a:xfrm>
          <a:custGeom xmlns:a="http://schemas.openxmlformats.org/drawingml/2006/main"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64" name="DP4 object 222">
            <a:extLst xmlns:a="http://schemas.openxmlformats.org/drawingml/2006/main">
              <a:ext uri="{FF2B5EF4-FFF2-40B4-BE49-F238E27FC236}">
                <a16:creationId xmlns:a16="http://schemas.microsoft.com/office/drawing/2014/main" id="{1D058F47-A7CE-4C02-9BEE-C5A32ECF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공개 결과·정정 사건</a:t>
            </a:r>
          </a:p>
        </p:txBody>
      </p:sp>
      <p:sp>
        <p:nvSpPr>
          <p:cNvPr id="65" name="업무 설명·관계&#10;생산 / 갱신">
            <a:extLst xmlns:a="http://schemas.openxmlformats.org/drawingml/2006/main">
              <a:ext uri="{FF2B5EF4-FFF2-40B4-BE49-F238E27FC236}">
                <a16:creationId xmlns:a16="http://schemas.microsoft.com/office/drawing/2014/main" id="{F3DA29E3-4206-4FF8-9C20-55661E59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76650"/>
            <a:ext cx="2228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6" name="DP4 object 223">
            <a:extLst xmlns:a="http://schemas.openxmlformats.org/drawingml/2006/main">
              <a:ext uri="{FF2B5EF4-FFF2-40B4-BE49-F238E27FC236}">
                <a16:creationId xmlns:a16="http://schemas.microsoft.com/office/drawing/2014/main" id="{3E3E3693-7E07-4B76-A493-26C5C5B6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14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설명·관계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생산 / 갱신</a:t>
            </a:r>
          </a:p>
        </p:txBody>
      </p:sp>
      <p:sp>
        <p:nvSpPr>
          <p:cNvPr id="67" name="지속 업무 기록&#10;판본·의존성·coverage">
            <a:extLst xmlns:a="http://schemas.openxmlformats.org/drawingml/2006/main">
              <a:ext uri="{FF2B5EF4-FFF2-40B4-BE49-F238E27FC236}">
                <a16:creationId xmlns:a16="http://schemas.microsoft.com/office/drawing/2014/main" id="{15A9D911-FCAC-4C1C-AC66-11A4554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2190750" cy="742950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68" name="DP4 object 224">
            <a:extLst xmlns:a="http://schemas.openxmlformats.org/drawingml/2006/main">
              <a:ext uri="{FF2B5EF4-FFF2-40B4-BE49-F238E27FC236}">
                <a16:creationId xmlns:a16="http://schemas.microsoft.com/office/drawing/2014/main" id="{8F77809E-1E47-4D1F-A9BA-9BFA029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524250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지속 업무 기록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판본·의존성·coverage</a:t>
            </a:r>
          </a:p>
        </p:txBody>
      </p:sp>
      <p:sp>
        <p:nvSpPr>
          <p:cNvPr id="69" name="Editable path 225">
            <a:extLst xmlns:a="http://schemas.openxmlformats.org/drawingml/2006/main">
              <a:ext uri="{FF2B5EF4-FFF2-40B4-BE49-F238E27FC236}">
                <a16:creationId xmlns:a16="http://schemas.microsoft.com/office/drawing/2014/main" id="{550F32CE-6422-49C1-8903-8890EEE3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590925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0" name="Editable arrowhead 226">
            <a:extLst xmlns:a="http://schemas.openxmlformats.org/drawingml/2006/main">
              <a:ext uri="{FF2B5EF4-FFF2-40B4-BE49-F238E27FC236}">
                <a16:creationId xmlns:a16="http://schemas.microsoft.com/office/drawing/2014/main" id="{5FB4DA62-31AA-4825-AD80-E90FD2D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1" name="Editable path 227">
            <a:extLst xmlns:a="http://schemas.openxmlformats.org/drawingml/2006/main">
              <a:ext uri="{FF2B5EF4-FFF2-40B4-BE49-F238E27FC236}">
                <a16:creationId xmlns:a16="http://schemas.microsoft.com/office/drawing/2014/main" id="{79C20CFC-6118-4555-8ECE-42D0FEE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14775"/>
            <a:ext cx="333375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2" name="Editable arrowhead 228">
            <a:extLst xmlns:a="http://schemas.openxmlformats.org/drawingml/2006/main">
              <a:ext uri="{FF2B5EF4-FFF2-40B4-BE49-F238E27FC236}">
                <a16:creationId xmlns:a16="http://schemas.microsoft.com/office/drawing/2014/main" id="{0988FFD2-6F6B-4CF0-9A12-10986935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3" name="목적별 추출 / 부족한 원본 보완">
            <a:extLst xmlns:a="http://schemas.openxmlformats.org/drawingml/2006/main">
              <a:ext uri="{FF2B5EF4-FFF2-40B4-BE49-F238E27FC236}">
                <a16:creationId xmlns:a16="http://schemas.microsoft.com/office/drawing/2014/main" id="{AF7BA471-0918-4B65-8CDD-D465FAF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52925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74" name="DP4 object 229">
            <a:extLst xmlns:a="http://schemas.openxmlformats.org/drawingml/2006/main">
              <a:ext uri="{FF2B5EF4-FFF2-40B4-BE49-F238E27FC236}">
                <a16:creationId xmlns:a16="http://schemas.microsoft.com/office/drawing/2014/main" id="{760FE997-658F-438B-85F9-D810623E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91025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목적별 추출 / 부족한 원본 보완</a:t>
            </a:r>
          </a:p>
        </p:txBody>
      </p:sp>
      <p:sp>
        <p:nvSpPr>
          <p:cNvPr id="75" name="Editable path 230">
            <a:extLst xmlns:a="http://schemas.openxmlformats.org/drawingml/2006/main">
              <a:ext uri="{FF2B5EF4-FFF2-40B4-BE49-F238E27FC236}">
                <a16:creationId xmlns:a16="http://schemas.microsoft.com/office/drawing/2014/main" id="{6BA1C608-09C3-428A-9C8C-1673084C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62425"/>
            <a:ext cx="1285875" cy="190500"/>
          </a:xfrm>
          <a:custGeom xmlns:a="http://schemas.openxmlformats.org/drawingml/2006/main">
            <a:pathLst>
              <a:path w="1285875" h="190500">
                <a:moveTo>
                  <a:pt x="1285875" y="0"/>
                </a:moveTo>
                <a:lnTo>
                  <a:pt x="1285875" y="104775"/>
                </a:lnTo>
                <a:lnTo>
                  <a:pt x="0" y="104775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6" name="Editable arrowhead 231">
            <a:extLst xmlns:a="http://schemas.openxmlformats.org/drawingml/2006/main">
              <a:ext uri="{FF2B5EF4-FFF2-40B4-BE49-F238E27FC236}">
                <a16:creationId xmlns:a16="http://schemas.microsoft.com/office/drawing/2014/main" id="{C5D992BA-7CB9-49C5-B309-2E30D5C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57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7" name="Editable path 232">
            <a:extLst xmlns:a="http://schemas.openxmlformats.org/drawingml/2006/main">
              <a:ext uri="{FF2B5EF4-FFF2-40B4-BE49-F238E27FC236}">
                <a16:creationId xmlns:a16="http://schemas.microsoft.com/office/drawing/2014/main" id="{E2E10BC3-1112-4474-BAC3-9B73CFA1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714375" cy="1695450"/>
          </a:xfrm>
          <a:custGeom xmlns:a="http://schemas.openxmlformats.org/drawingml/2006/main">
            <a:pathLst>
              <a:path w="714375" h="1695450">
                <a:moveTo>
                  <a:pt x="714375" y="0"/>
                </a:moveTo>
                <a:lnTo>
                  <a:pt x="0" y="0"/>
                </a:lnTo>
                <a:lnTo>
                  <a:pt x="0" y="1695450"/>
                </a:lnTo>
                <a:lnTo>
                  <a:pt x="628650" y="16954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dash"/>
          </a:ln>
        </p:spPr>
      </p:sp>
      <p:sp>
        <p:nvSpPr>
          <p:cNvPr id="78" name="Editable arrowhead 233">
            <a:extLst xmlns:a="http://schemas.openxmlformats.org/drawingml/2006/main">
              <a:ext uri="{FF2B5EF4-FFF2-40B4-BE49-F238E27FC236}">
                <a16:creationId xmlns:a16="http://schemas.microsoft.com/office/drawing/2014/main" id="{AB4CCDBC-62EE-41FB-80ED-697D7D9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8627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79" name="DP4 object 234">
            <a:extLst xmlns:a="http://schemas.openxmlformats.org/drawingml/2006/main">
              <a:ext uri="{FF2B5EF4-FFF2-40B4-BE49-F238E27FC236}">
                <a16:creationId xmlns:a16="http://schemas.microsoft.com/office/drawing/2014/main" id="{D9C2A726-7D58-47DF-AC7E-4BF0F72B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80" name="DP4 object 235">
            <a:extLst xmlns:a="http://schemas.openxmlformats.org/drawingml/2006/main">
              <a:ext uri="{FF2B5EF4-FFF2-40B4-BE49-F238E27FC236}">
                <a16:creationId xmlns:a16="http://schemas.microsoft.com/office/drawing/2014/main" id="{114E5B06-D025-48B9-B252-4119DFA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1" name="DP4 object 236">
            <a:extLst xmlns:a="http://schemas.openxmlformats.org/drawingml/2006/main">
              <a:ext uri="{FF2B5EF4-FFF2-40B4-BE49-F238E27FC236}">
                <a16:creationId xmlns:a16="http://schemas.microsoft.com/office/drawing/2014/main" id="{2F6BF74E-023E-4C06-BEDF-D37D525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82" name="DP4 object 237">
            <a:extLst xmlns:a="http://schemas.openxmlformats.org/drawingml/2006/main">
              <a:ext uri="{FF2B5EF4-FFF2-40B4-BE49-F238E27FC236}">
                <a16:creationId xmlns:a16="http://schemas.microsoft.com/office/drawing/2014/main" id="{2AC651F2-206E-43B8-9279-AC589636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3" name="DP4 object 238">
            <a:extLst xmlns:a="http://schemas.openxmlformats.org/drawingml/2006/main">
              <a:ext uri="{FF2B5EF4-FFF2-40B4-BE49-F238E27FC236}">
                <a16:creationId xmlns:a16="http://schemas.microsoft.com/office/drawing/2014/main" id="{A313B7D2-DD8C-4190-BF2C-965BD5F7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5767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84" name="DP4 object 239">
            <a:extLst xmlns:a="http://schemas.openxmlformats.org/drawingml/2006/main">
              <a:ext uri="{FF2B5EF4-FFF2-40B4-BE49-F238E27FC236}">
                <a16:creationId xmlns:a16="http://schemas.microsoft.com/office/drawing/2014/main" id="{1B716D61-A23B-4C97-8A15-C39511B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576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85" name="Task Manager: 명령 확정">
            <a:extLst xmlns:a="http://schemas.openxmlformats.org/drawingml/2006/main">
              <a:ext uri="{FF2B5EF4-FFF2-40B4-BE49-F238E27FC236}">
                <a16:creationId xmlns:a16="http://schemas.microsoft.com/office/drawing/2014/main" id="{F7299034-112E-4857-AC9D-4B0AE49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14900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6" name="DP4 object 240">
            <a:extLst xmlns:a="http://schemas.openxmlformats.org/drawingml/2006/main">
              <a:ext uri="{FF2B5EF4-FFF2-40B4-BE49-F238E27FC236}">
                <a16:creationId xmlns:a16="http://schemas.microsoft.com/office/drawing/2014/main" id="{562E5E04-3817-4D5E-81DA-95CCC0C2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530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Manager: 명령 확정</a:t>
            </a:r>
          </a:p>
        </p:txBody>
      </p:sp>
      <p:sp>
        <p:nvSpPr>
          <p:cNvPr id="87" name="Agent Gateway: 실제 전송">
            <a:extLst xmlns:a="http://schemas.openxmlformats.org/drawingml/2006/main">
              <a:ext uri="{FF2B5EF4-FFF2-40B4-BE49-F238E27FC236}">
                <a16:creationId xmlns:a16="http://schemas.microsoft.com/office/drawing/2014/main" id="{64460168-35B3-476B-B4F3-024A3960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24475"/>
            <a:ext cx="506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88" name="DP4 object 241">
            <a:extLst xmlns:a="http://schemas.openxmlformats.org/drawingml/2006/main">
              <a:ext uri="{FF2B5EF4-FFF2-40B4-BE49-F238E27FC236}">
                <a16:creationId xmlns:a16="http://schemas.microsoft.com/office/drawing/2014/main" id="{6E5E3D7E-F51D-44CF-A6A6-EF43B0AF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62575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Gateway: 실제 전송</a:t>
            </a:r>
          </a:p>
        </p:txBody>
      </p:sp>
      <p:sp>
        <p:nvSpPr>
          <p:cNvPr id="89" name="외부 Downstream Agent">
            <a:extLst xmlns:a="http://schemas.openxmlformats.org/drawingml/2006/main">
              <a:ext uri="{FF2B5EF4-FFF2-40B4-BE49-F238E27FC236}">
                <a16:creationId xmlns:a16="http://schemas.microsoft.com/office/drawing/2014/main" id="{03ED51DE-ABDD-47DF-8895-3EF7D2B0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62625"/>
            <a:ext cx="506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0" name="DP4 object 242">
            <a:extLst xmlns:a="http://schemas.openxmlformats.org/drawingml/2006/main">
              <a:ext uri="{FF2B5EF4-FFF2-40B4-BE49-F238E27FC236}">
                <a16:creationId xmlns:a16="http://schemas.microsoft.com/office/drawing/2014/main" id="{75EF51B1-D4A4-4DDD-AF5E-A1D8F93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00725"/>
            <a:ext cx="493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외부 Downstream Agent</a:t>
            </a:r>
          </a:p>
        </p:txBody>
      </p:sp>
      <p:sp>
        <p:nvSpPr>
          <p:cNvPr id="91" name="Editable path 243">
            <a:extLst xmlns:a="http://schemas.openxmlformats.org/drawingml/2006/main">
              <a:ext uri="{FF2B5EF4-FFF2-40B4-BE49-F238E27FC236}">
                <a16:creationId xmlns:a16="http://schemas.microsoft.com/office/drawing/2014/main" id="{0E23C1DF-B6A9-40D5-A81A-4780820F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00600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2" name="Editable arrowhead 244">
            <a:extLst xmlns:a="http://schemas.openxmlformats.org/drawingml/2006/main">
              <a:ext uri="{FF2B5EF4-FFF2-40B4-BE49-F238E27FC236}">
                <a16:creationId xmlns:a16="http://schemas.microsoft.com/office/drawing/2014/main" id="{27FB6E73-7D82-4E01-A83C-249206C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8196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93" name="Editable path 245">
            <a:extLst xmlns:a="http://schemas.openxmlformats.org/drawingml/2006/main">
              <a:ext uri="{FF2B5EF4-FFF2-40B4-BE49-F238E27FC236}">
                <a16:creationId xmlns:a16="http://schemas.microsoft.com/office/drawing/2014/main" id="{ECEFB966-A610-42F0-BFE4-7D77983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4" name="Editable arrowhead 246">
            <a:extLst xmlns:a="http://schemas.openxmlformats.org/drawingml/2006/main">
              <a:ext uri="{FF2B5EF4-FFF2-40B4-BE49-F238E27FC236}">
                <a16:creationId xmlns:a16="http://schemas.microsoft.com/office/drawing/2014/main" id="{81478745-AF29-48CB-9E13-B37A499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2292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95" name="Editable path 247">
            <a:extLst xmlns:a="http://schemas.openxmlformats.org/drawingml/2006/main">
              <a:ext uri="{FF2B5EF4-FFF2-40B4-BE49-F238E27FC236}">
                <a16:creationId xmlns:a16="http://schemas.microsoft.com/office/drawing/2014/main" id="{B14D4AD2-94E8-413B-B417-16129D9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29275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6" name="Editable arrowhead 248">
            <a:extLst xmlns:a="http://schemas.openxmlformats.org/drawingml/2006/main">
              <a:ext uri="{FF2B5EF4-FFF2-40B4-BE49-F238E27FC236}">
                <a16:creationId xmlns:a16="http://schemas.microsoft.com/office/drawing/2014/main" id="{A860520D-731C-491D-9A14-5038629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6673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97" name="DP4 object 249">
            <a:extLst xmlns:a="http://schemas.openxmlformats.org/drawingml/2006/main">
              <a:ext uri="{FF2B5EF4-FFF2-40B4-BE49-F238E27FC236}">
                <a16:creationId xmlns:a16="http://schemas.microsoft.com/office/drawing/2014/main" id="{3D228C88-E99D-43A6-A239-C0117B97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152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명세 전달 + 수신자 READ 왕복</a:t>
            </a:r>
          </a:p>
        </p:txBody>
      </p:sp>
      <p:sp>
        <p:nvSpPr>
          <p:cNvPr id="98" name="Request Controller: 채택·허가">
            <a:extLst xmlns:a="http://schemas.openxmlformats.org/drawingml/2006/main">
              <a:ext uri="{FF2B5EF4-FFF2-40B4-BE49-F238E27FC236}">
                <a16:creationId xmlns:a16="http://schemas.microsoft.com/office/drawing/2014/main" id="{194D0C2D-7AFE-4A1D-A145-31C3F0C7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514600"/>
            <a:ext cx="506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99" name="DP4 object 250">
            <a:extLst xmlns:a="http://schemas.openxmlformats.org/drawingml/2006/main">
              <a:ext uri="{FF2B5EF4-FFF2-40B4-BE49-F238E27FC236}">
                <a16:creationId xmlns:a16="http://schemas.microsoft.com/office/drawing/2014/main" id="{E6B1870A-2D3E-4B22-B02D-8306E14B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5527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Controller: 채택·허가</a:t>
            </a:r>
          </a:p>
        </p:txBody>
      </p:sp>
      <p:sp>
        <p:nvSpPr>
          <p:cNvPr id="100" name="Context Manager Component">
            <a:extLst xmlns:a="http://schemas.openxmlformats.org/drawingml/2006/main">
              <a:ext uri="{FF2B5EF4-FFF2-40B4-BE49-F238E27FC236}">
                <a16:creationId xmlns:a16="http://schemas.microsoft.com/office/drawing/2014/main" id="{6C9BCF9E-C7C2-48C0-8310-73619B3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981325"/>
            <a:ext cx="5067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25718">
            <a:solidFill>
              <a:srgbClr val="111111"/>
            </a:solidFill>
            <a:prstDash val="solid"/>
          </a:ln>
        </p:spPr>
      </p:sp>
      <p:sp>
        <p:nvSpPr>
          <p:cNvPr id="101" name="DP4 object 251">
            <a:extLst xmlns:a="http://schemas.openxmlformats.org/drawingml/2006/main">
              <a:ext uri="{FF2B5EF4-FFF2-40B4-BE49-F238E27FC236}">
                <a16:creationId xmlns:a16="http://schemas.microsoft.com/office/drawing/2014/main" id="{B1C6DDCF-E225-441B-8C59-623202C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0003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02" name="Editable path 252">
            <a:extLst xmlns:a="http://schemas.openxmlformats.org/drawingml/2006/main">
              <a:ext uri="{FF2B5EF4-FFF2-40B4-BE49-F238E27FC236}">
                <a16:creationId xmlns:a16="http://schemas.microsoft.com/office/drawing/2014/main" id="{98BD6BF7-AD37-4C26-8F25-71AED7A2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324225"/>
            <a:ext cx="5067300" cy="953"/>
          </a:xfrm>
          <a:custGeom xmlns:a="http://schemas.openxmlformats.org/drawingml/2006/main"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3" name="필수 명세·자료 목록 구성">
            <a:extLst xmlns:a="http://schemas.openxmlformats.org/drawingml/2006/main">
              <a:ext uri="{FF2B5EF4-FFF2-40B4-BE49-F238E27FC236}">
                <a16:creationId xmlns:a16="http://schemas.microsoft.com/office/drawing/2014/main" id="{E078A841-3591-4152-8691-DFA84F24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3419475"/>
            <a:ext cx="2295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04" name="DP4 object 253">
            <a:extLst xmlns:a="http://schemas.openxmlformats.org/drawingml/2006/main">
              <a:ext uri="{FF2B5EF4-FFF2-40B4-BE49-F238E27FC236}">
                <a16:creationId xmlns:a16="http://schemas.microsoft.com/office/drawing/2014/main" id="{47B8060F-9FFA-4932-A074-7447852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3457575"/>
            <a:ext cx="2162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필수 명세·자료 목록 구성</a:t>
            </a:r>
          </a:p>
        </p:txBody>
      </p:sp>
      <p:sp>
        <p:nvSpPr>
          <p:cNvPr id="105" name="Editable path 254">
            <a:extLst xmlns:a="http://schemas.openxmlformats.org/drawingml/2006/main">
              <a:ext uri="{FF2B5EF4-FFF2-40B4-BE49-F238E27FC236}">
                <a16:creationId xmlns:a16="http://schemas.microsoft.com/office/drawing/2014/main" id="{01D7F4FB-B508-4CB8-9736-B3D0B5D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2838450"/>
            <a:ext cx="953" cy="581025"/>
          </a:xfrm>
          <a:custGeom xmlns:a="http://schemas.openxmlformats.org/drawingml/2006/main">
            <a:pathLst>
              <a:path w="953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6" name="Editable arrowhead 255">
            <a:extLst xmlns:a="http://schemas.openxmlformats.org/drawingml/2006/main">
              <a:ext uri="{FF2B5EF4-FFF2-40B4-BE49-F238E27FC236}">
                <a16:creationId xmlns:a16="http://schemas.microsoft.com/office/drawing/2014/main" id="{D61AE77E-C111-4280-9768-C2DFE08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3242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07" name="C1 사전 확보한 조건 원문 첨부">
            <a:extLst xmlns:a="http://schemas.openxmlformats.org/drawingml/2006/main">
              <a:ext uri="{FF2B5EF4-FFF2-40B4-BE49-F238E27FC236}">
                <a16:creationId xmlns:a16="http://schemas.microsoft.com/office/drawing/2014/main" id="{98225B4F-7DF3-40F1-B8C5-FDA67ED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3886200"/>
            <a:ext cx="22955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 w="28575">
            <a:solidFill>
              <a:srgbClr val="4676CB"/>
            </a:solidFill>
            <a:prstDash val="solid"/>
          </a:ln>
        </p:spPr>
      </p:sp>
      <p:sp>
        <p:nvSpPr>
          <p:cNvPr id="108" name="DP4 object 256">
            <a:extLst xmlns:a="http://schemas.openxmlformats.org/drawingml/2006/main">
              <a:ext uri="{FF2B5EF4-FFF2-40B4-BE49-F238E27FC236}">
                <a16:creationId xmlns:a16="http://schemas.microsoft.com/office/drawing/2014/main" id="{BDE44C2C-799F-4C08-9582-0433DF7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3924300"/>
            <a:ext cx="2162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C1 사전 확보한 조건 원문 첨부</a:t>
            </a:r>
          </a:p>
        </p:txBody>
      </p:sp>
      <p:sp>
        <p:nvSpPr>
          <p:cNvPr id="109" name="Editable path 257">
            <a:extLst xmlns:a="http://schemas.openxmlformats.org/drawingml/2006/main">
              <a:ext uri="{FF2B5EF4-FFF2-40B4-BE49-F238E27FC236}">
                <a16:creationId xmlns:a16="http://schemas.microsoft.com/office/drawing/2014/main" id="{EE5F9A6F-984C-4616-BE9D-C766C26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781425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676CB"/>
            </a:solidFill>
            <a:prstDash val="solid"/>
          </a:ln>
        </p:spPr>
      </p:sp>
      <p:sp>
        <p:nvSpPr>
          <p:cNvPr id="110" name="Editable arrowhead 258">
            <a:extLst xmlns:a="http://schemas.openxmlformats.org/drawingml/2006/main">
              <a:ext uri="{FF2B5EF4-FFF2-40B4-BE49-F238E27FC236}">
                <a16:creationId xmlns:a16="http://schemas.microsoft.com/office/drawing/2014/main" id="{6C707855-0880-4631-9DA4-75F04663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79095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676CB"/>
          </a:solidFill>
          <a:ln xmlns:a="http://schemas.openxmlformats.org/drawingml/2006/main" w="5715">
            <a:solidFill>
              <a:srgbClr val="4676CB"/>
            </a:solidFill>
            <a:prstDash val="solid"/>
          </a:ln>
        </p:spPr>
      </p:sp>
      <p:sp>
        <p:nvSpPr>
          <p:cNvPr id="111" name="Editable path 259">
            <a:extLst xmlns:a="http://schemas.openxmlformats.org/drawingml/2006/main">
              <a:ext uri="{FF2B5EF4-FFF2-40B4-BE49-F238E27FC236}">
                <a16:creationId xmlns:a16="http://schemas.microsoft.com/office/drawing/2014/main" id="{8D9C36BA-07E1-48A0-8163-58C9FEC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23862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676CB"/>
            </a:solidFill>
            <a:prstDash val="solid"/>
          </a:ln>
        </p:spPr>
      </p:sp>
      <p:sp>
        <p:nvSpPr>
          <p:cNvPr id="112" name="Editable arrowhead 260">
            <a:extLst xmlns:a="http://schemas.openxmlformats.org/drawingml/2006/main">
              <a:ext uri="{FF2B5EF4-FFF2-40B4-BE49-F238E27FC236}">
                <a16:creationId xmlns:a16="http://schemas.microsoft.com/office/drawing/2014/main" id="{F75DA730-4857-4995-8B76-6BC6504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2576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676CB"/>
          </a:solidFill>
          <a:ln xmlns:a="http://schemas.openxmlformats.org/drawingml/2006/main" w="5715">
            <a:solidFill>
              <a:srgbClr val="4676CB"/>
            </a:solidFill>
            <a:prstDash val="solid"/>
          </a:ln>
        </p:spPr>
      </p:sp>
      <p:sp>
        <p:nvSpPr>
          <p:cNvPr id="113" name="manifest / 필수 조건·참조">
            <a:extLst xmlns:a="http://schemas.openxmlformats.org/drawingml/2006/main">
              <a:ext uri="{FF2B5EF4-FFF2-40B4-BE49-F238E27FC236}">
                <a16:creationId xmlns:a16="http://schemas.microsoft.com/office/drawing/2014/main" id="{128DC42D-3AC5-4C08-A8FA-B016568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352925"/>
            <a:ext cx="2295525" cy="35242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4" name="DP4 object 261">
            <a:extLst xmlns:a="http://schemas.openxmlformats.org/drawingml/2006/main">
              <a:ext uri="{FF2B5EF4-FFF2-40B4-BE49-F238E27FC236}">
                <a16:creationId xmlns:a16="http://schemas.microsoft.com/office/drawing/2014/main" id="{A4B5535B-F150-4CD3-8D49-296595AD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457700"/>
            <a:ext cx="2200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manifest / 필수 조건·참조</a:t>
            </a:r>
          </a:p>
        </p:txBody>
      </p:sp>
      <p:sp>
        <p:nvSpPr>
          <p:cNvPr id="115" name="요청 범위 읽기 제공&#10;권한·판본·철회 검사">
            <a:extLst xmlns:a="http://schemas.openxmlformats.org/drawingml/2006/main">
              <a:ext uri="{FF2B5EF4-FFF2-40B4-BE49-F238E27FC236}">
                <a16:creationId xmlns:a16="http://schemas.microsoft.com/office/drawing/2014/main" id="{444DB45D-3FF0-4BD1-89E1-A706EBD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3419475"/>
            <a:ext cx="2181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6" name="DP4 object 262">
            <a:extLst xmlns:a="http://schemas.openxmlformats.org/drawingml/2006/main">
              <a:ext uri="{FF2B5EF4-FFF2-40B4-BE49-F238E27FC236}">
                <a16:creationId xmlns:a16="http://schemas.microsoft.com/office/drawing/2014/main" id="{BDFFCCFD-3FC7-4E05-AB33-3CF63EF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34575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요청 범위 읽기 제공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권한·판본·철회 검사</a:t>
            </a:r>
          </a:p>
        </p:txBody>
      </p:sp>
      <p:sp>
        <p:nvSpPr>
          <p:cNvPr id="117" name="lease / read receipt">
            <a:extLst xmlns:a="http://schemas.openxmlformats.org/drawingml/2006/main">
              <a:ext uri="{FF2B5EF4-FFF2-40B4-BE49-F238E27FC236}">
                <a16:creationId xmlns:a16="http://schemas.microsoft.com/office/drawing/2014/main" id="{A1AE57D2-963D-4CA5-BD6D-FFAE1E2C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4295775"/>
            <a:ext cx="2181225" cy="409575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18" name="DP4 object 263">
            <a:extLst xmlns:a="http://schemas.openxmlformats.org/drawingml/2006/main">
              <a:ext uri="{FF2B5EF4-FFF2-40B4-BE49-F238E27FC236}">
                <a16:creationId xmlns:a16="http://schemas.microsoft.com/office/drawing/2014/main" id="{CD002D0D-3F6A-4AD1-95C8-5F794F0D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4400550"/>
            <a:ext cx="2085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lease / read receipt</a:t>
            </a:r>
          </a:p>
        </p:txBody>
      </p:sp>
      <p:sp>
        <p:nvSpPr>
          <p:cNvPr id="119" name="Editable path 264">
            <a:extLst xmlns:a="http://schemas.openxmlformats.org/drawingml/2006/main">
              <a:ext uri="{FF2B5EF4-FFF2-40B4-BE49-F238E27FC236}">
                <a16:creationId xmlns:a16="http://schemas.microsoft.com/office/drawing/2014/main" id="{015C4AB2-CF78-4059-A708-F38DA859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4010025"/>
            <a:ext cx="953" cy="285750"/>
          </a:xfrm>
          <a:custGeom xmlns:a="http://schemas.openxmlformats.org/drawingml/2006/main">
            <a:pathLst>
              <a:path w="953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111111"/>
            </a:solidFill>
            <a:prstDash val="solid"/>
          </a:ln>
        </p:spPr>
      </p:sp>
      <p:sp>
        <p:nvSpPr>
          <p:cNvPr id="120" name="Editable arrowhead 265">
            <a:extLst xmlns:a="http://schemas.openxmlformats.org/drawingml/2006/main">
              <a:ext uri="{FF2B5EF4-FFF2-40B4-BE49-F238E27FC236}">
                <a16:creationId xmlns:a16="http://schemas.microsoft.com/office/drawing/2014/main" id="{CA5AF39A-D390-4ABB-88BC-407E9E5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42005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21" name="Task Manager&#10;명령 확정">
            <a:extLst xmlns:a="http://schemas.openxmlformats.org/drawingml/2006/main">
              <a:ext uri="{FF2B5EF4-FFF2-40B4-BE49-F238E27FC236}">
                <a16:creationId xmlns:a16="http://schemas.microsoft.com/office/drawing/2014/main" id="{D4DE4FA9-2FD2-42EA-8110-A9EECBDE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933950"/>
            <a:ext cx="2295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2" name="DP4 object 266">
            <a:extLst xmlns:a="http://schemas.openxmlformats.org/drawingml/2006/main">
              <a:ext uri="{FF2B5EF4-FFF2-40B4-BE49-F238E27FC236}">
                <a16:creationId xmlns:a16="http://schemas.microsoft.com/office/drawing/2014/main" id="{BA29AC84-D58E-49A5-86DB-25EE34A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972050"/>
            <a:ext cx="2162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명령 확정</a:t>
            </a:r>
          </a:p>
        </p:txBody>
      </p:sp>
      <p:sp>
        <p:nvSpPr>
          <p:cNvPr id="123" name="Agent Gateway&#10;전송 / READ 연결">
            <a:extLst xmlns:a="http://schemas.openxmlformats.org/drawingml/2006/main">
              <a:ext uri="{FF2B5EF4-FFF2-40B4-BE49-F238E27FC236}">
                <a16:creationId xmlns:a16="http://schemas.microsoft.com/office/drawing/2014/main" id="{52EF30EF-C95C-4915-A2FA-6AD66314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4933950"/>
            <a:ext cx="21812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24" name="DP4 object 267">
            <a:extLst xmlns:a="http://schemas.openxmlformats.org/drawingml/2006/main">
              <a:ext uri="{FF2B5EF4-FFF2-40B4-BE49-F238E27FC236}">
                <a16:creationId xmlns:a16="http://schemas.microsoft.com/office/drawing/2014/main" id="{F980EE29-5B0E-44E0-82D7-17EA5D9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4972050"/>
            <a:ext cx="2047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전송 / READ 연결</a:t>
            </a:r>
          </a:p>
        </p:txBody>
      </p:sp>
      <p:sp>
        <p:nvSpPr>
          <p:cNvPr id="125" name="Editable path 268">
            <a:extLst xmlns:a="http://schemas.openxmlformats.org/drawingml/2006/main">
              <a:ext uri="{FF2B5EF4-FFF2-40B4-BE49-F238E27FC236}">
                <a16:creationId xmlns:a16="http://schemas.microsoft.com/office/drawing/2014/main" id="{8529168E-0D71-4A6F-8CFA-7680FA3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705350"/>
            <a:ext cx="953" cy="228600"/>
          </a:xfrm>
          <a:custGeom xmlns:a="http://schemas.openxmlformats.org/drawingml/2006/main"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6" name="Editable arrowhead 269">
            <a:extLst xmlns:a="http://schemas.openxmlformats.org/drawingml/2006/main">
              <a:ext uri="{FF2B5EF4-FFF2-40B4-BE49-F238E27FC236}">
                <a16:creationId xmlns:a16="http://schemas.microsoft.com/office/drawing/2014/main" id="{29BAD9DC-6AD3-4A30-8CF1-6DA6671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8387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27" name="Editable path 270">
            <a:extLst xmlns:a="http://schemas.openxmlformats.org/drawingml/2006/main">
              <a:ext uri="{FF2B5EF4-FFF2-40B4-BE49-F238E27FC236}">
                <a16:creationId xmlns:a16="http://schemas.microsoft.com/office/drawing/2014/main" id="{81768CFB-BEB3-4EF7-BCD3-1DA0F3FF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2006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11111"/>
            </a:solidFill>
            <a:prstDash val="solid"/>
          </a:ln>
        </p:spPr>
      </p:sp>
      <p:sp>
        <p:nvSpPr>
          <p:cNvPr id="128" name="Editable arrowhead 271">
            <a:extLst xmlns:a="http://schemas.openxmlformats.org/drawingml/2006/main">
              <a:ext uri="{FF2B5EF4-FFF2-40B4-BE49-F238E27FC236}">
                <a16:creationId xmlns:a16="http://schemas.microsoft.com/office/drawing/2014/main" id="{8C18DC06-2965-4713-A29F-5E40C86E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51530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29" name="외부 Downstream Agent&#10;상세 범위를 선택·요청">
            <a:extLst xmlns:a="http://schemas.openxmlformats.org/drawingml/2006/main">
              <a:ext uri="{FF2B5EF4-FFF2-40B4-BE49-F238E27FC236}">
                <a16:creationId xmlns:a16="http://schemas.microsoft.com/office/drawing/2014/main" id="{AA31CDBC-9BBC-4BFA-97D7-C39721FF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5657850"/>
            <a:ext cx="21812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0" name="DP4 object 272">
            <a:extLst xmlns:a="http://schemas.openxmlformats.org/drawingml/2006/main">
              <a:ext uri="{FF2B5EF4-FFF2-40B4-BE49-F238E27FC236}">
                <a16:creationId xmlns:a16="http://schemas.microsoft.com/office/drawing/2014/main" id="{23B5A161-CAD4-494C-9541-749030C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6959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외부 Downstream Agent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상세 범위를 선택·요청</a:t>
            </a:r>
          </a:p>
        </p:txBody>
      </p:sp>
      <p:sp>
        <p:nvSpPr>
          <p:cNvPr id="131" name="Editable path 273">
            <a:extLst xmlns:a="http://schemas.openxmlformats.org/drawingml/2006/main">
              <a:ext uri="{FF2B5EF4-FFF2-40B4-BE49-F238E27FC236}">
                <a16:creationId xmlns:a16="http://schemas.microsoft.com/office/drawing/2014/main" id="{3F04BFA7-E761-488D-9467-B3F00A6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5457825"/>
            <a:ext cx="953" cy="200025"/>
          </a:xfrm>
          <a:custGeom xmlns:a="http://schemas.openxmlformats.org/drawingml/2006/main"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2" name="Editable arrowhead 274">
            <a:extLst xmlns:a="http://schemas.openxmlformats.org/drawingml/2006/main">
              <a:ext uri="{FF2B5EF4-FFF2-40B4-BE49-F238E27FC236}">
                <a16:creationId xmlns:a16="http://schemas.microsoft.com/office/drawing/2014/main" id="{514CE865-577E-4FF6-B93C-07134B60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5626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3" name="Editable path 275">
            <a:extLst xmlns:a="http://schemas.openxmlformats.org/drawingml/2006/main">
              <a:ext uri="{FF2B5EF4-FFF2-40B4-BE49-F238E27FC236}">
                <a16:creationId xmlns:a16="http://schemas.microsoft.com/office/drawing/2014/main" id="{41C48716-D0EF-4F5A-9E50-E12F8012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5457825"/>
            <a:ext cx="953" cy="200025"/>
          </a:xfrm>
          <a:custGeom xmlns:a="http://schemas.openxmlformats.org/drawingml/2006/main">
            <a:pathLst>
              <a:path w="953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4" name="Editable arrowhead 276">
            <a:extLst xmlns:a="http://schemas.openxmlformats.org/drawingml/2006/main">
              <a:ext uri="{FF2B5EF4-FFF2-40B4-BE49-F238E27FC236}">
                <a16:creationId xmlns:a16="http://schemas.microsoft.com/office/drawing/2014/main" id="{9E875055-EE4A-4043-B849-F5F1B0E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54578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5" name="Editable path 277">
            <a:extLst xmlns:a="http://schemas.openxmlformats.org/drawingml/2006/main">
              <a:ext uri="{FF2B5EF4-FFF2-40B4-BE49-F238E27FC236}">
                <a16:creationId xmlns:a16="http://schemas.microsoft.com/office/drawing/2014/main" id="{4C19EAA2-6117-473A-B399-B0B0708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3657600"/>
            <a:ext cx="114300" cy="1428750"/>
          </a:xfrm>
          <a:custGeom xmlns:a="http://schemas.openxmlformats.org/drawingml/2006/main">
            <a:pathLst>
              <a:path w="114300" h="1428750">
                <a:moveTo>
                  <a:pt x="0" y="1428750"/>
                </a:moveTo>
                <a:lnTo>
                  <a:pt x="114300" y="1428750"/>
                </a:lnTo>
                <a:lnTo>
                  <a:pt x="1143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dash"/>
          </a:ln>
        </p:spPr>
      </p:sp>
      <p:sp>
        <p:nvSpPr>
          <p:cNvPr id="136" name="Editable arrowhead 278">
            <a:extLst xmlns:a="http://schemas.openxmlformats.org/drawingml/2006/main">
              <a:ext uri="{FF2B5EF4-FFF2-40B4-BE49-F238E27FC236}">
                <a16:creationId xmlns:a16="http://schemas.microsoft.com/office/drawing/2014/main" id="{8DAB2235-4CDE-44F9-93A3-E2D5C43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36099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7" name="Editable path 279">
            <a:extLst xmlns:a="http://schemas.openxmlformats.org/drawingml/2006/main">
              <a:ext uri="{FF2B5EF4-FFF2-40B4-BE49-F238E27FC236}">
                <a16:creationId xmlns:a16="http://schemas.microsoft.com/office/drawing/2014/main" id="{1EBE8F25-7F44-42E1-84DF-9065B985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3895725"/>
            <a:ext cx="228600" cy="1400175"/>
          </a:xfrm>
          <a:custGeom xmlns:a="http://schemas.openxmlformats.org/drawingml/2006/main">
            <a:pathLst>
              <a:path w="228600" h="1400175">
                <a:moveTo>
                  <a:pt x="0" y="0"/>
                </a:moveTo>
                <a:lnTo>
                  <a:pt x="228600" y="0"/>
                </a:lnTo>
                <a:lnTo>
                  <a:pt x="228600" y="1400175"/>
                </a:ln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8" name="Editable arrowhead 280">
            <a:extLst xmlns:a="http://schemas.openxmlformats.org/drawingml/2006/main">
              <a:ext uri="{FF2B5EF4-FFF2-40B4-BE49-F238E27FC236}">
                <a16:creationId xmlns:a16="http://schemas.microsoft.com/office/drawing/2014/main" id="{D39E6672-6818-4EB8-AB5A-573F1D38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52482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139" name="DP4 object 281">
            <a:extLst xmlns:a="http://schemas.openxmlformats.org/drawingml/2006/main">
              <a:ext uri="{FF2B5EF4-FFF2-40B4-BE49-F238E27FC236}">
                <a16:creationId xmlns:a16="http://schemas.microsoft.com/office/drawing/2014/main" id="{5EF46424-E00D-4BAE-9622-C73DC8F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5715000"/>
            <a:ext cx="2295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세부 선택은 수신자</a:t>
            </a:r>
          </a:p>
        </p:txBody>
      </p:sp>
      <p:sp>
        <p:nvSpPr>
          <p:cNvPr id="140" name="DP4 object 282">
            <a:extLst xmlns:a="http://schemas.openxmlformats.org/drawingml/2006/main">
              <a:ext uri="{FF2B5EF4-FFF2-40B4-BE49-F238E27FC236}">
                <a16:creationId xmlns:a16="http://schemas.microsoft.com/office/drawing/2014/main" id="{F05852D0-FE28-44C8-B402-7B1B65D7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324225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141" name="DP4 object 283">
            <a:extLst xmlns:a="http://schemas.openxmlformats.org/drawingml/2006/main">
              <a:ext uri="{FF2B5EF4-FFF2-40B4-BE49-F238E27FC236}">
                <a16:creationId xmlns:a16="http://schemas.microsoft.com/office/drawing/2014/main" id="{54596CEE-95A9-441A-8B2B-7F93E9A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3242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42" name="DP4 object 284">
            <a:extLst xmlns:a="http://schemas.openxmlformats.org/drawingml/2006/main">
              <a:ext uri="{FF2B5EF4-FFF2-40B4-BE49-F238E27FC236}">
                <a16:creationId xmlns:a16="http://schemas.microsoft.com/office/drawing/2014/main" id="{F1A7E123-C9CE-4559-925F-AA055883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333750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143" name="DP4 object 285">
            <a:extLst xmlns:a="http://schemas.openxmlformats.org/drawingml/2006/main">
              <a:ext uri="{FF2B5EF4-FFF2-40B4-BE49-F238E27FC236}">
                <a16:creationId xmlns:a16="http://schemas.microsoft.com/office/drawing/2014/main" id="{8F73D072-7CA7-4870-8BBF-DD604C57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3337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4" name="DP4 object 286">
            <a:extLst xmlns:a="http://schemas.openxmlformats.org/drawingml/2006/main">
              <a:ext uri="{FF2B5EF4-FFF2-40B4-BE49-F238E27FC236}">
                <a16:creationId xmlns:a16="http://schemas.microsoft.com/office/drawing/2014/main" id="{FCAD3242-8955-43A0-895D-8BC09F1D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5543550"/>
            <a:ext cx="266700" cy="27622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E1B3"/>
          </a:solidFill>
          <a:ln xmlns:a="http://schemas.openxmlformats.org/drawingml/2006/main" w="17145">
            <a:solidFill>
              <a:srgbClr val="70A843"/>
            </a:solidFill>
            <a:prstDash val="solid"/>
          </a:ln>
        </p:spPr>
      </p:sp>
      <p:sp>
        <p:nvSpPr>
          <p:cNvPr id="145" name="DP4 object 287">
            <a:extLst xmlns:a="http://schemas.openxmlformats.org/drawingml/2006/main">
              <a:ext uri="{FF2B5EF4-FFF2-40B4-BE49-F238E27FC236}">
                <a16:creationId xmlns:a16="http://schemas.microsoft.com/office/drawing/2014/main" id="{68E51125-98BD-4814-A510-C0A3200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55435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6" name="Selected C column">
            <a:extLst xmlns:a="http://schemas.openxmlformats.org/drawingml/2006/main">
              <a:ext uri="{FF2B5EF4-FFF2-40B4-BE49-F238E27FC236}">
                <a16:creationId xmlns:a16="http://schemas.microsoft.com/office/drawing/2014/main" id="{656F5610-E5FB-4825-AA40-EB3E9932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657350"/>
            <a:ext cx="5410200" cy="811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0005">
            <a:solidFill>
              <a:srgbClr val="4676CB"/>
            </a:solidFill>
            <a:prstDash val="solid"/>
          </a:ln>
        </p:spPr>
      </p:sp>
      <p:sp>
        <p:nvSpPr>
          <p:cNvPr id="147" name="DP4 object 288">
            <a:extLst xmlns:a="http://schemas.openxmlformats.org/drawingml/2006/main">
              <a:ext uri="{FF2B5EF4-FFF2-40B4-BE49-F238E27FC236}">
                <a16:creationId xmlns:a16="http://schemas.microsoft.com/office/drawing/2014/main" id="{C898CA26-3072-49BC-AAEA-59324B83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400175"/>
            <a:ext cx="638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48" name="DP4 object 289">
            <a:extLst xmlns:a="http://schemas.openxmlformats.org/drawingml/2006/main">
              <a:ext uri="{FF2B5EF4-FFF2-40B4-BE49-F238E27FC236}">
                <a16:creationId xmlns:a16="http://schemas.microsoft.com/office/drawing/2014/main" id="{2E9A2A8D-8F25-4FC3-8F7C-234183BC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829800"/>
            <a:ext cx="1752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C1은 조건 누락 위험의 보완. 적용 QA의 상대적 열세는 입증되지 않음. 별도 E3 수치는 전체 기본값과 직접 연결하지 않음.</a:t>
            </a:r>
          </a:p>
        </p:txBody>
      </p:sp>
      <p:sp>
        <p:nvSpPr>
          <p:cNvPr id="149" name="DP4 object 290">
            <a:extLst xmlns:a="http://schemas.openxmlformats.org/drawingml/2006/main">
              <a:ext uri="{FF2B5EF4-FFF2-40B4-BE49-F238E27FC236}">
                <a16:creationId xmlns:a16="http://schemas.microsoft.com/office/drawing/2014/main" id="{289A36AA-D674-4CD7-9630-8EBB050D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067925"/>
            <a:ext cx="17192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기존 완료 PoC: 안별 4사례×3 / 시간 괄호: 관측·예정 / 비용: 12회 합계(수신자 포함) / RSS: 로컬 실행기 / QA03은 수신자 HTTP 시간 제외</a:t>
            </a:r>
          </a:p>
        </p:txBody>
      </p:sp>
    </p:spTree>
    <p:extLst>
      <p:ext uri="{BB962C8B-B14F-4D97-AF65-F5344CB8AC3E}">
        <p14:creationId xmlns:p14="http://schemas.microsoft.com/office/powerpoint/2010/main" val="35935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DP4 object 291">
            <a:extLst xmlns:a="http://schemas.openxmlformats.org/drawingml/2006/main">
              <a:ext uri="{FF2B5EF4-FFF2-40B4-BE49-F238E27FC236}">
                <a16:creationId xmlns:a16="http://schemas.microsoft.com/office/drawing/2014/main" id="{FC2A0A41-1BBE-4404-A108-93EB19A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DP4. Agent 간 업무 인계 방안 (보완 효과 상세)</a:t>
            </a:r>
          </a:p>
        </p:txBody>
      </p:sp>
      <p:sp>
        <p:nvSpPr>
          <p:cNvPr id="2" name="DP4 object 292">
            <a:extLst xmlns:a="http://schemas.openxmlformats.org/drawingml/2006/main">
              <a:ext uri="{FF2B5EF4-FFF2-40B4-BE49-F238E27FC236}">
                <a16:creationId xmlns:a16="http://schemas.microsoft.com/office/drawing/2014/main" id="{5FE21CAD-4500-4026-96E4-C456428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DP4 object 293">
            <a:extLst xmlns:a="http://schemas.openxmlformats.org/drawingml/2006/main">
              <a:ext uri="{FF2B5EF4-FFF2-40B4-BE49-F238E27FC236}">
                <a16:creationId xmlns:a16="http://schemas.microsoft.com/office/drawing/2014/main" id="{EDE9C808-7C5B-4DE7-8824-7E888C4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소개</a:t>
            </a:r>
          </a:p>
        </p:txBody>
      </p:sp>
      <p:sp>
        <p:nvSpPr>
          <p:cNvPr id="4" name="DP4 object 294">
            <a:extLst xmlns:a="http://schemas.openxmlformats.org/drawingml/2006/main">
              <a:ext uri="{FF2B5EF4-FFF2-40B4-BE49-F238E27FC236}">
                <a16:creationId xmlns:a16="http://schemas.microsoft.com/office/drawing/2014/main" id="{58EB0FAB-7FA4-4F0C-AA50-1090B6E7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DP4 object 295">
            <a:extLst xmlns:a="http://schemas.openxmlformats.org/drawingml/2006/main">
              <a:ext uri="{FF2B5EF4-FFF2-40B4-BE49-F238E27FC236}">
                <a16:creationId xmlns:a16="http://schemas.microsoft.com/office/drawing/2014/main" id="{165156BB-BC47-4BEF-98DE-65C74E4E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요구사항 분석</a:t>
            </a:r>
          </a:p>
        </p:txBody>
      </p:sp>
      <p:sp>
        <p:nvSpPr>
          <p:cNvPr id="6" name="DP4 object 296">
            <a:extLst xmlns:a="http://schemas.openxmlformats.org/drawingml/2006/main">
              <a:ext uri="{FF2B5EF4-FFF2-40B4-BE49-F238E27FC236}">
                <a16:creationId xmlns:a16="http://schemas.microsoft.com/office/drawing/2014/main" id="{BFB5163A-F5FE-4A06-948B-D677BA7E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A8C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DP4 object 297">
            <a:extLst xmlns:a="http://schemas.openxmlformats.org/drawingml/2006/main">
              <a:ext uri="{FF2B5EF4-FFF2-40B4-BE49-F238E27FC236}">
                <a16:creationId xmlns:a16="http://schemas.microsoft.com/office/drawing/2014/main" id="{F8C1ECE0-E41B-41C0-83E7-87DE6F1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8" name="DP4 object 298">
            <a:extLst xmlns:a="http://schemas.openxmlformats.org/drawingml/2006/main">
              <a:ext uri="{FF2B5EF4-FFF2-40B4-BE49-F238E27FC236}">
                <a16:creationId xmlns:a16="http://schemas.microsoft.com/office/drawing/2014/main" id="{10F35822-3BD6-415E-BB5E-85EDB13A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DP4 object 299">
            <a:extLst xmlns:a="http://schemas.openxmlformats.org/drawingml/2006/main">
              <a:ext uri="{FF2B5EF4-FFF2-40B4-BE49-F238E27FC236}">
                <a16:creationId xmlns:a16="http://schemas.microsoft.com/office/drawing/2014/main" id="{76B71F73-FB27-4991-9077-38D5273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및 검증</a:t>
            </a:r>
          </a:p>
        </p:txBody>
      </p:sp>
      <p:sp>
        <p:nvSpPr>
          <p:cNvPr id="10" name="DP4 object 300">
            <a:extLst xmlns:a="http://schemas.openxmlformats.org/drawingml/2006/main">
              <a:ext uri="{FF2B5EF4-FFF2-40B4-BE49-F238E27FC236}">
                <a16:creationId xmlns:a16="http://schemas.microsoft.com/office/drawing/2014/main" id="{2D33F1B0-4FC0-4BE6-A0F5-175023F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0" y="314325"/>
            <a:ext cx="1362075" cy="4191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899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DP4 object 301">
            <a:extLst xmlns:a="http://schemas.openxmlformats.org/drawingml/2006/main">
              <a:ext uri="{FF2B5EF4-FFF2-40B4-BE49-F238E27FC236}">
                <a16:creationId xmlns:a16="http://schemas.microsoft.com/office/drawing/2014/main" id="{17425A4A-04B1-4E11-981F-609A33CF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314325"/>
            <a:ext cx="105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12" name="Editable path 302">
            <a:extLst xmlns:a="http://schemas.openxmlformats.org/drawingml/2006/main">
              <a:ext uri="{FF2B5EF4-FFF2-40B4-BE49-F238E27FC236}">
                <a16:creationId xmlns:a16="http://schemas.microsoft.com/office/drawing/2014/main" id="{67D4EFCE-1107-4CFF-BA3E-86425A88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7164050" cy="953"/>
          </a:xfrm>
          <a:custGeom xmlns:a="http://schemas.openxmlformats.org/drawingml/2006/main"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7A7A7"/>
            </a:solidFill>
            <a:prstDash val="solid"/>
          </a:ln>
        </p:spPr>
      </p:sp>
      <p:sp>
        <p:nvSpPr>
          <p:cNvPr id="13" name="DP4 object 303">
            <a:extLst xmlns:a="http://schemas.openxmlformats.org/drawingml/2006/main">
              <a:ext uri="{FF2B5EF4-FFF2-40B4-BE49-F238E27FC236}">
                <a16:creationId xmlns:a16="http://schemas.microsoft.com/office/drawing/2014/main" id="{BEC74CAB-917C-4021-8EC3-1550145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9991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4" name="DP4 object 304">
            <a:extLst xmlns:a="http://schemas.openxmlformats.org/drawingml/2006/main">
              <a:ext uri="{FF2B5EF4-FFF2-40B4-BE49-F238E27FC236}">
                <a16:creationId xmlns:a16="http://schemas.microsoft.com/office/drawing/2014/main" id="{B37E2768-C084-4CF9-952A-FE9E0C07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90625"/>
            <a:ext cx="1762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C1: 채택 조건의 원문을 먼저 제공해 인계 본문에서 전제가 빠지는 위험을 보완</a:t>
            </a:r>
          </a:p>
        </p:txBody>
      </p:sp>
      <p:sp>
        <p:nvSpPr>
          <p:cNvPr id="15" name="DP4 object 305">
            <a:extLst xmlns:a="http://schemas.openxmlformats.org/drawingml/2006/main">
              <a:ext uri="{FF2B5EF4-FFF2-40B4-BE49-F238E27FC236}">
                <a16:creationId xmlns:a16="http://schemas.microsoft.com/office/drawing/2014/main" id="{EA9E5D3B-E289-47AE-AEE4-8E235F6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85925"/>
            <a:ext cx="1743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별도 E3 실험: 목적을 바꾼 세 번 인계 × 3회 / C와 C1 각각 9개 인계</a:t>
            </a:r>
          </a:p>
        </p:txBody>
      </p:sp>
      <p:sp>
        <p:nvSpPr>
          <p:cNvPr id="16" name="DP4 object 306">
            <a:extLst xmlns:a="http://schemas.openxmlformats.org/drawingml/2006/main">
              <a:ext uri="{FF2B5EF4-FFF2-40B4-BE49-F238E27FC236}">
                <a16:creationId xmlns:a16="http://schemas.microsoft.com/office/drawing/2014/main" id="{FB4846D7-F0EC-4E32-A7C4-DE6C4363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5638800" cy="698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676CB"/>
            </a:solidFill>
            <a:prstDash val="solid"/>
          </a:ln>
        </p:spPr>
      </p:sp>
      <p:sp>
        <p:nvSpPr>
          <p:cNvPr id="17" name="DP4 object 307">
            <a:extLst xmlns:a="http://schemas.openxmlformats.org/drawingml/2006/main">
              <a:ext uri="{FF2B5EF4-FFF2-40B4-BE49-F238E27FC236}">
                <a16:creationId xmlns:a16="http://schemas.microsoft.com/office/drawing/2014/main" id="{7EAB1B24-9F1A-4FA6-AC9E-F9804C6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563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1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P4 object 308">
            <a:extLst xmlns:a="http://schemas.openxmlformats.org/drawingml/2006/main">
              <a:ext uri="{FF2B5EF4-FFF2-40B4-BE49-F238E27FC236}">
                <a16:creationId xmlns:a16="http://schemas.microsoft.com/office/drawing/2014/main" id="{7E3CC658-C9A9-4FB1-A050-3BE94609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295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기존 조건 출처가 있는 경우에 한정</a:t>
            </a:r>
          </a:p>
        </p:txBody>
      </p:sp>
      <p:sp>
        <p:nvSpPr>
          <p:cNvPr id="19" name="채택 조건의 원문·source refs&#10;“가격이 같으면 유지보수 기간 우선”">
            <a:extLst xmlns:a="http://schemas.openxmlformats.org/drawingml/2006/main">
              <a:ext uri="{FF2B5EF4-FFF2-40B4-BE49-F238E27FC236}">
                <a16:creationId xmlns:a16="http://schemas.microsoft.com/office/drawing/2014/main" id="{6E23321C-EA9C-4EBC-AB24-0DE706D5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4953000" cy="838200"/>
          </a:xfrm>
          <a:prstGeom xmlns:a="http://schemas.openxmlformats.org/drawingml/2006/main" prst="can">
            <a:avLst>
              <a:gd name="adj" fmla="val 16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" name="DP4 object 309">
            <a:extLst xmlns:a="http://schemas.openxmlformats.org/drawingml/2006/main">
              <a:ext uri="{FF2B5EF4-FFF2-40B4-BE49-F238E27FC236}">
                <a16:creationId xmlns:a16="http://schemas.microsoft.com/office/drawing/2014/main" id="{11A663B9-7E48-472C-9C20-03CE258C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857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채택 조건의 원문·source refs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“가격이 같으면 유지보수 기간 우선”</a:t>
            </a:r>
          </a:p>
        </p:txBody>
      </p:sp>
      <p:sp>
        <p:nvSpPr>
          <p:cNvPr id="21" name="Editable path 310">
            <a:extLst xmlns:a="http://schemas.openxmlformats.org/drawingml/2006/main">
              <a:ext uri="{FF2B5EF4-FFF2-40B4-BE49-F238E27FC236}">
                <a16:creationId xmlns:a16="http://schemas.microsoft.com/office/drawing/2014/main" id="{74E5705E-1894-4D9F-A30E-7F9675B8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81425"/>
            <a:ext cx="953" cy="266700"/>
          </a:xfrm>
          <a:custGeom xmlns:a="http://schemas.openxmlformats.org/drawingml/2006/main"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4676CB"/>
            </a:solidFill>
            <a:prstDash val="solid"/>
          </a:ln>
        </p:spPr>
      </p:sp>
      <p:sp>
        <p:nvSpPr>
          <p:cNvPr id="22" name="Editable arrowhead 311">
            <a:extLst xmlns:a="http://schemas.openxmlformats.org/drawingml/2006/main">
              <a:ext uri="{FF2B5EF4-FFF2-40B4-BE49-F238E27FC236}">
                <a16:creationId xmlns:a16="http://schemas.microsoft.com/office/drawing/2014/main" id="{3C4F591C-FC3A-406D-985A-7ADECB03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528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676CB"/>
          </a:solidFill>
          <a:ln xmlns:a="http://schemas.openxmlformats.org/drawingml/2006/main" w="5715">
            <a:solidFill>
              <a:srgbClr val="4676CB"/>
            </a:solidFill>
            <a:prstDash val="solid"/>
          </a:ln>
        </p:spPr>
      </p:sp>
      <p:sp>
        <p:nvSpPr>
          <p:cNvPr id="23" name="Context Manager / C1&#10;다음 위임 전, 원문 1~2행 사전 읽기">
            <a:extLst xmlns:a="http://schemas.openxmlformats.org/drawingml/2006/main">
              <a:ext uri="{FF2B5EF4-FFF2-40B4-BE49-F238E27FC236}">
                <a16:creationId xmlns:a16="http://schemas.microsoft.com/office/drawing/2014/main" id="{DFE3838E-3607-47E0-A3E5-B81AC86C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49530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 w="28575">
            <a:solidFill>
              <a:srgbClr val="4676CB"/>
            </a:solidFill>
            <a:prstDash val="solid"/>
          </a:ln>
        </p:spPr>
      </p:sp>
      <p:sp>
        <p:nvSpPr>
          <p:cNvPr id="24" name="DP4 object 312">
            <a:extLst xmlns:a="http://schemas.openxmlformats.org/drawingml/2006/main">
              <a:ext uri="{FF2B5EF4-FFF2-40B4-BE49-F238E27FC236}">
                <a16:creationId xmlns:a16="http://schemas.microsoft.com/office/drawing/2014/main" id="{63E6EE31-89F0-4601-8699-DDB8E50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4819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Context Manager / C1</a:t>
            </a:r>
          </a:p>
          <a:p xmlns:a="http://schemas.openxmlformats.org/drawingml/2006/main">
            <a: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다음 위임 전, 원문 1~2행 사전 읽기</a:t>
            </a:r>
          </a:p>
        </p:txBody>
      </p:sp>
      <p:sp>
        <p:nvSpPr>
          <p:cNvPr id="25" name="Editable path 313">
            <a:extLst xmlns:a="http://schemas.openxmlformats.org/drawingml/2006/main">
              <a:ext uri="{FF2B5EF4-FFF2-40B4-BE49-F238E27FC236}">
                <a16:creationId xmlns:a16="http://schemas.microsoft.com/office/drawing/2014/main" id="{6B7E3DE0-7F34-415C-815D-7EA1DB2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4676CB"/>
            </a:solidFill>
            <a:prstDash val="solid"/>
          </a:ln>
        </p:spPr>
      </p:sp>
      <p:sp>
        <p:nvSpPr>
          <p:cNvPr id="26" name="Editable arrowhead 314">
            <a:extLst xmlns:a="http://schemas.openxmlformats.org/drawingml/2006/main">
              <a:ext uri="{FF2B5EF4-FFF2-40B4-BE49-F238E27FC236}">
                <a16:creationId xmlns:a16="http://schemas.microsoft.com/office/drawing/2014/main" id="{E946607C-52DD-4F9A-901D-40FB3FA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5777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676CB"/>
          </a:solidFill>
          <a:ln xmlns:a="http://schemas.openxmlformats.org/drawingml/2006/main" w="5715">
            <a:solidFill>
              <a:srgbClr val="4676CB"/>
            </a:solidFill>
            <a:prstDash val="solid"/>
          </a:ln>
        </p:spPr>
      </p:sp>
      <p:sp>
        <p:nvSpPr>
          <p:cNvPr id="27" name="필수 명세에 조건 원문 첨부&#10;상세 자료는 기존 수신자 READ 유지">
            <a:extLst xmlns:a="http://schemas.openxmlformats.org/drawingml/2006/main">
              <a:ext uri="{FF2B5EF4-FFF2-40B4-BE49-F238E27FC236}">
                <a16:creationId xmlns:a16="http://schemas.microsoft.com/office/drawing/2014/main" id="{94EF99E0-46CD-49A6-A7C6-A459ECF1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 w="28575">
            <a:solidFill>
              <a:srgbClr val="4676CB"/>
            </a:solidFill>
            <a:prstDash val="solid"/>
          </a:ln>
        </p:spPr>
      </p:sp>
      <p:sp>
        <p:nvSpPr>
          <p:cNvPr id="28" name="DP4 object 315">
            <a:extLst xmlns:a="http://schemas.openxmlformats.org/drawingml/2006/main">
              <a:ext uri="{FF2B5EF4-FFF2-40B4-BE49-F238E27FC236}">
                <a16:creationId xmlns:a16="http://schemas.microsoft.com/office/drawing/2014/main" id="{8C3B37DE-0896-49F1-94E2-E3E1D3B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481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필수 명세에 조건 원문 첨부</a:t>
            </a:r>
          </a:p>
          <a:p xmlns:a="http://schemas.openxmlformats.org/drawingml/2006/main">
            <a:pPr algn="ctr">
              <a:def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상세 자료는 기존 수신자 READ 유지</a:t>
            </a:r>
          </a:p>
        </p:txBody>
      </p:sp>
      <p:sp>
        <p:nvSpPr>
          <p:cNvPr id="29" name="Editable path 316">
            <a:extLst xmlns:a="http://schemas.openxmlformats.org/drawingml/2006/main">
              <a:ext uri="{FF2B5EF4-FFF2-40B4-BE49-F238E27FC236}">
                <a16:creationId xmlns:a16="http://schemas.microsoft.com/office/drawing/2014/main" id="{A745643B-0471-444D-84B3-17D17C7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95975"/>
            <a:ext cx="953" cy="304800"/>
          </a:xfrm>
          <a:custGeom xmlns:a="http://schemas.openxmlformats.org/drawingml/2006/main"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30" name="Editable arrowhead 317">
            <a:extLst xmlns:a="http://schemas.openxmlformats.org/drawingml/2006/main">
              <a:ext uri="{FF2B5EF4-FFF2-40B4-BE49-F238E27FC236}">
                <a16:creationId xmlns:a16="http://schemas.microsoft.com/office/drawing/2014/main" id="{43722DF1-055B-498B-A461-2FA15F2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105525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31" name="Task Manager / Agent Gateway&#10;현재 조건·권한 재검사 후 전송">
            <a:extLst xmlns:a="http://schemas.openxmlformats.org/drawingml/2006/main">
              <a:ext uri="{FF2B5EF4-FFF2-40B4-BE49-F238E27FC236}">
                <a16:creationId xmlns:a16="http://schemas.microsoft.com/office/drawing/2014/main" id="{748E6D69-7422-40A3-ACE8-004D783C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2" name="DP4 object 318">
            <a:extLst xmlns:a="http://schemas.openxmlformats.org/drawingml/2006/main">
              <a:ext uri="{FF2B5EF4-FFF2-40B4-BE49-F238E27FC236}">
                <a16:creationId xmlns:a16="http://schemas.microsoft.com/office/drawing/2014/main" id="{D8AA20EA-3812-4E6F-9F5A-CDC6BCD3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38875"/>
            <a:ext cx="481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Task Manager / Agent Gateway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조건·권한 재검사 후 전송</a:t>
            </a:r>
          </a:p>
        </p:txBody>
      </p:sp>
      <p:sp>
        <p:nvSpPr>
          <p:cNvPr id="33" name="Editable path 319">
            <a:extLst xmlns:a="http://schemas.openxmlformats.org/drawingml/2006/main">
              <a:ext uri="{FF2B5EF4-FFF2-40B4-BE49-F238E27FC236}">
                <a16:creationId xmlns:a16="http://schemas.microsoft.com/office/drawing/2014/main" id="{5F740AA4-49E9-43F9-91F7-F0072873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886575"/>
            <a:ext cx="953" cy="295275"/>
          </a:xfrm>
          <a:custGeom xmlns:a="http://schemas.openxmlformats.org/drawingml/2006/main">
            <a:pathLst>
              <a:path w="953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11111"/>
            </a:solidFill>
            <a:prstDash val="solid"/>
          </a:ln>
        </p:spPr>
      </p:sp>
      <p:sp>
        <p:nvSpPr>
          <p:cNvPr id="34" name="Editable arrowhead 320">
            <a:extLst xmlns:a="http://schemas.openxmlformats.org/drawingml/2006/main">
              <a:ext uri="{FF2B5EF4-FFF2-40B4-BE49-F238E27FC236}">
                <a16:creationId xmlns:a16="http://schemas.microsoft.com/office/drawing/2014/main" id="{428587D3-FA54-4C5F-BD92-835A6E15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86600"/>
            <a:ext cx="95250" cy="95250"/>
          </a:xfrm>
          <a:custGeom xmlns:a="http://schemas.openxmlformats.org/drawingml/2006/main"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5715">
            <a:solidFill>
              <a:srgbClr val="111111"/>
            </a:solidFill>
            <a:prstDash val="solid"/>
          </a:ln>
        </p:spPr>
      </p:sp>
      <p:sp>
        <p:nvSpPr>
          <p:cNvPr id="35" name="수신 Agent: 조건을 유지하며 본문 작성">
            <a:extLst xmlns:a="http://schemas.openxmlformats.org/drawingml/2006/main">
              <a:ext uri="{FF2B5EF4-FFF2-40B4-BE49-F238E27FC236}">
                <a16:creationId xmlns:a16="http://schemas.microsoft.com/office/drawing/2014/main" id="{833A0DA3-C8D2-480A-A367-637E541D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81850"/>
            <a:ext cx="495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6" name="DP4 object 321">
            <a:extLst xmlns:a="http://schemas.openxmlformats.org/drawingml/2006/main">
              <a:ext uri="{FF2B5EF4-FFF2-40B4-BE49-F238E27FC236}">
                <a16:creationId xmlns:a16="http://schemas.microsoft.com/office/drawing/2014/main" id="{25040547-8E88-4A17-89F8-7C981CE1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219950"/>
            <a:ext cx="481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수신 Agent: 조건을 유지하며 본문 작성</a:t>
            </a:r>
          </a:p>
        </p:txBody>
      </p:sp>
      <p:sp>
        <p:nvSpPr>
          <p:cNvPr id="37" name="DP4 object 322">
            <a:extLst xmlns:a="http://schemas.openxmlformats.org/drawingml/2006/main">
              <a:ext uri="{FF2B5EF4-FFF2-40B4-BE49-F238E27FC236}">
                <a16:creationId xmlns:a16="http://schemas.microsoft.com/office/drawing/2014/main" id="{1F6CBDD1-1149-4EE3-A8FE-9BABC5D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991475"/>
            <a:ext cx="509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전체 원문 읽기 20 → 21회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사전 읽기 3회 추가 / 첨부 상태 최대 323byte</a:t>
            </a:r>
          </a:p>
        </p:txBody>
      </p:sp>
      <p:sp>
        <p:nvSpPr>
          <p:cNvPr id="38" name="DP4 object 323">
            <a:extLst xmlns:a="http://schemas.openxmlformats.org/drawingml/2006/main">
              <a:ext uri="{FF2B5EF4-FFF2-40B4-BE49-F238E27FC236}">
                <a16:creationId xmlns:a16="http://schemas.microsoft.com/office/drawing/2014/main" id="{62C89D71-DA9C-4C14-8846-0B2BE84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rPr>
              <a:t>조건 출처를 새로 만드는 비용은 미측정</a:t>
            </a:r>
          </a:p>
        </p:txBody>
      </p:sp>
      <p:sp>
        <p:nvSpPr>
          <p:cNvPr id="39" name="DP4 object 324">
            <a:extLst xmlns:a="http://schemas.openxmlformats.org/drawingml/2006/main">
              <a:ext uri="{FF2B5EF4-FFF2-40B4-BE49-F238E27FC236}">
                <a16:creationId xmlns:a16="http://schemas.microsoft.com/office/drawing/2014/main" id="{0A7F819E-CCB2-4A16-A44A-00F63CE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11668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4676CB"/>
                </a:solidFill>
                <a:latin typeface="Apple SD Gothic Neo"/>
                <a:ea typeface="Apple SD Gothic Neo"/>
                <a:cs typeface="Apple SD Gothic Neo"/>
              </a:rPr>
              <a:t>본문 조건 충족 4/9 → 9/9</a:t>
            </a:r>
          </a:p>
        </p:txBody>
      </p:sp>
      <p:sp>
        <p:nvSpPr>
          <p:cNvPr id="40" name="DP4 object 325">
            <a:extLst xmlns:a="http://schemas.openxmlformats.org/drawingml/2006/main">
              <a:ext uri="{FF2B5EF4-FFF2-40B4-BE49-F238E27FC236}">
                <a16:creationId xmlns:a16="http://schemas.microsoft.com/office/drawing/2014/main" id="{96C96BA3-4E0C-4B71-8681-165FEE0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1176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저자 본문 대조: C 충족4·오류2·모호2·미표시1 / C1 충족9  (QA02 아님)</a:t>
            </a:r>
          </a:p>
        </p:txBody>
      </p:sp>
      <p:graphicFrame>
        <p:nvGraphicFrame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361CD0-8359-4D12-A483-EEB842E6ACE5}"/>
              </a:ext>
            </a:extLst>
          </p:cNvPr>
          <p:cNvGraphicFramePr/>
          <p:nvPr/>
        </p:nvGraphicFramePr>
        <p:xfrm>
          <a:off xmlns:a="http://schemas.openxmlformats.org/drawingml/2006/main" x="6191250" y="3162300"/>
          <a:ext xmlns:a="http://schemas.openxmlformats.org/drawingml/2006/main" cx="11391900" cy="40195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3105150"/>
                <a:gridCol w="2533650"/>
                <a:gridCol w="2533650"/>
                <a:gridCol w="3219450"/>
              </a:tblGrid>
              <a:tr h="400050"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지표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C1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75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해석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QA01 첫 응답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4.256 (9/9)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4.271 (9/9)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안내 개선 근거 없음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QA02 지칭 집합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N/A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본문 진단과 구분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QA03 VIA 처리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4.302 (8/9)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4.301 (9/9)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host 종료와 본문 정답은 별개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QA04 변경 (개)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미측정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변경 과제 실행 없음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QA05 모델 비용 ($)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0.0407024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0.0376028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 1호출 차이 포함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QA06 최고 RSS (MB)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45.269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43.254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관측값 / 개선 인과 미확정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8목표 전체 시간 (초)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30.532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31.519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25" b="1">
                          <a:solidFill>
                            <a:srgbClr val="C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+0.987초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N-H 구조 계약</a:t>
                      </a: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9/9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9/9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구조 계약 유지</a:t>
                      </a: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DP4 object 326">
            <a:extLst xmlns:a="http://schemas.openxmlformats.org/drawingml/2006/main">
              <a:ext uri="{FF2B5EF4-FFF2-40B4-BE49-F238E27FC236}">
                <a16:creationId xmlns:a16="http://schemas.microsoft.com/office/drawing/2014/main" id="{FE097F41-4DBC-4F9E-9D08-B714C8F9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915275"/>
            <a:ext cx="1168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C00000"/>
                </a:solidFill>
                <a:latin typeface="Apple SD Gothic Neo"/>
                <a:ea typeface="Apple SD Gothic Neo"/>
                <a:cs typeface="Apple SD Gothic Neo"/>
              </a:rPr>
              <a:t>복구 1호출 제외 비용: $0.0365256 → $0.0376028 (증가)</a:t>
            </a:r>
          </a:p>
        </p:txBody>
      </p:sp>
      <p:sp>
        <p:nvSpPr>
          <p:cNvPr id="43" name="DP4 object 327">
            <a:extLst xmlns:a="http://schemas.openxmlformats.org/drawingml/2006/main">
              <a:ext uri="{FF2B5EF4-FFF2-40B4-BE49-F238E27FC236}">
                <a16:creationId xmlns:a16="http://schemas.microsoft.com/office/drawing/2014/main" id="{60E29D88-BBE3-483C-8BC3-806C5714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353425"/>
            <a:ext cx="1168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자동 literal 판정은 4/9 → 7/9. 위 9/9는 별도 저자 내용 대조다.</a:t>
            </a:r>
          </a:p>
        </p:txBody>
      </p:sp>
      <p:sp>
        <p:nvSpPr>
          <p:cNvPr id="44" name="DP4 object 328">
            <a:extLst xmlns:a="http://schemas.openxmlformats.org/drawingml/2006/main">
              <a:ext uri="{FF2B5EF4-FFF2-40B4-BE49-F238E27FC236}">
                <a16:creationId xmlns:a16="http://schemas.microsoft.com/office/drawing/2014/main" id="{0F9614AC-8A38-4952-B72B-F73A1210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743950"/>
            <a:ext cx="1168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 미표시 1건: 안내되지 않은 host 수량 상한과 불일치. 원문 부족으로 분류하지 않음.</a:t>
            </a:r>
          </a:p>
        </p:txBody>
      </p:sp>
      <p:sp>
        <p:nvSpPr>
          <p:cNvPr id="45" name="Editable path 329">
            <a:extLst xmlns:a="http://schemas.openxmlformats.org/drawingml/2006/main">
              <a:ext uri="{FF2B5EF4-FFF2-40B4-BE49-F238E27FC236}">
                <a16:creationId xmlns:a16="http://schemas.microsoft.com/office/drawing/2014/main" id="{978636C6-5136-4B54-98FD-B84E6A3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0"/>
            <a:ext cx="17773650" cy="953"/>
          </a:xfrm>
          <a:custGeom xmlns:a="http://schemas.openxmlformats.org/drawingml/2006/main">
            <a:pathLst>
              <a:path w="17773650" h="953">
                <a:moveTo>
                  <a:pt x="0" y="0"/>
                </a:moveTo>
                <a:lnTo>
                  <a:pt x="1777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6CB"/>
            </a:solidFill>
            <a:prstDash val="solid"/>
          </a:ln>
        </p:spPr>
      </p:sp>
      <p:sp>
        <p:nvSpPr>
          <p:cNvPr id="46" name="DP4 object 330">
            <a:extLst xmlns:a="http://schemas.openxmlformats.org/drawingml/2006/main">
              <a:ext uri="{FF2B5EF4-FFF2-40B4-BE49-F238E27FC236}">
                <a16:creationId xmlns:a16="http://schemas.microsoft.com/office/drawing/2014/main" id="{E2B6FAF0-4FFA-4CF2-8837-EF7E26B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00"/>
            <a:ext cx="1743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C1은 첫 안내 입력을 바꾸지 않음. C의 잘못된 첫 안내 1건도 보존. 본문 개선 전체를 사전 읽기만의 인과 효과로 단정하지 않음.</a:t>
            </a:r>
          </a:p>
        </p:txBody>
      </p:sp>
      <p:sp>
        <p:nvSpPr>
          <p:cNvPr id="47" name="DP4 object 331">
            <a:extLst xmlns:a="http://schemas.openxmlformats.org/drawingml/2006/main">
              <a:ext uri="{FF2B5EF4-FFF2-40B4-BE49-F238E27FC236}">
                <a16:creationId xmlns:a16="http://schemas.microsoft.com/office/drawing/2014/main" id="{80CC6785-A68B-4B5E-9984-BE869070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934575"/>
            <a:ext cx="17211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0555B"/>
                </a:solidFill>
                <a:latin typeface="Apple SD Gothic Neo"/>
                <a:ea typeface="Apple SD Gothic Neo"/>
                <a:cs typeface="Apple SD Gothic Neo"/>
              </a:rPr>
              <a:t>C2 cache는 전체 제공 시간이 7.602→8.784ms로 늘어 보류. C1+C2 조합 미실행. 기존 완료 캠페인 범위의 보완이다.</a:t>
            </a:r>
          </a:p>
        </p:txBody>
      </p:sp>
    </p:spTree>
    <p:extLst>
      <p:ext uri="{BB962C8B-B14F-4D97-AF65-F5344CB8AC3E}">
        <p14:creationId xmlns:p14="http://schemas.microsoft.com/office/powerpoint/2010/main" val="1498141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2026-10-19T06:05:37.5860000Z</dcterms:created>
  <dcterms:modified xsi:type="dcterms:W3CDTF">2026-10-19T06:05:37.5860000Z</dcterms:modified>
</coreProperties>
</file>