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3ae3174c74285" /><Relationship Type="http://schemas.openxmlformats.org/officeDocument/2006/relationships/extended-properties" Target="/docProps/app.xml" Id="R0e1728dec9b84921" /><Relationship Type="http://schemas.openxmlformats.org/officeDocument/2006/relationships/officeDocument" Target="/ppt/presentation.xml" Id="Rfa5ebc003d4c47b0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0d42e11492414b9d"/>
  </p:sldMasterIdLst>
  <p:notesMasterIdLst>
    <p:notesMasterId r:id="Ra41b1aa426a44946"/>
  </p:notesMasterIdLst>
  <p:sldIdLst>
    <p:sldId id="256" r:id="Rcfb292828be54c9c"/>
    <p:sldId id="257" r:id="R2ef2faf0052640e1"/>
    <p:sldId id="258" r:id="R9ef38186d5dc453d"/>
    <p:sldId id="259" r:id="Ref8a14f4384a4864"/>
  </p:sldIdLst>
  <p:sldSz cx="18288000" cy="10287000"/>
  <p:notesSz cx="6858000" cy="9144000"/>
  <p:defaultTextStyle>
    <a:defPPr>
      <a:defRPr lang="ko-KR">
        <a:latin typeface="Calibri"/>
        <a:ea typeface="Calibri"/>
        <a:cs typeface="Calibri"/>
      </a:defRPr>
    </a:defPPr>
    <a:lvl1pPr>
      <a:defRPr lang="ko-KR">
        <a:latin typeface="Calibri"/>
        <a:ea typeface="Calibri"/>
        <a:cs typeface="Calibri"/>
      </a:defRPr>
    </a:lvl1pPr>
    <a:lvl2pPr>
      <a:defRPr lang="ko-KR">
        <a:latin typeface="Calibri"/>
        <a:ea typeface="Calibri"/>
        <a:cs typeface="Calibri"/>
      </a:defRPr>
    </a:lvl2pPr>
    <a:lvl3pPr>
      <a:defRPr lang="ko-KR">
        <a:latin typeface="Calibri"/>
        <a:ea typeface="Calibri"/>
        <a:cs typeface="Calibri"/>
      </a:defRPr>
    </a:lvl3pPr>
    <a:lvl4pPr>
      <a:defRPr lang="ko-KR">
        <a:latin typeface="Calibri"/>
        <a:ea typeface="Calibri"/>
        <a:cs typeface="Calibri"/>
      </a:defRPr>
    </a:lvl4pPr>
    <a:lvl5pPr>
      <a:defRPr lang="ko-KR">
        <a:latin typeface="Calibri"/>
        <a:ea typeface="Calibri"/>
        <a:cs typeface="Calibri"/>
      </a:defRPr>
    </a:lvl5pPr>
    <a:lvl6pPr>
      <a:defRPr lang="ko-KR">
        <a:latin typeface="Calibri"/>
        <a:ea typeface="Calibri"/>
        <a:cs typeface="Calibri"/>
      </a:defRPr>
    </a:lvl6pPr>
    <a:lvl7pPr>
      <a:defRPr lang="ko-KR">
        <a:latin typeface="Calibri"/>
        <a:ea typeface="Calibri"/>
        <a:cs typeface="Calibri"/>
      </a:defRPr>
    </a:lvl7pPr>
    <a:lvl8pPr>
      <a:defRPr lang="ko-KR">
        <a:latin typeface="Calibri"/>
        <a:ea typeface="Calibri"/>
        <a:cs typeface="Calibri"/>
      </a:defRPr>
    </a:lvl8pPr>
    <a:lvl9pPr>
      <a:defRPr lang="ko-KR"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c2e56e6ce64627" /><Relationship Type="http://schemas.openxmlformats.org/officeDocument/2006/relationships/slideMaster" Target="/ppt/slideMasters/slideMaster1.xml" Id="R0d42e11492414b9d" /><Relationship Type="http://schemas.openxmlformats.org/officeDocument/2006/relationships/notesMaster" Target="/ppt/notesMasters/notesMaster1.xml" Id="Ra41b1aa426a44946" /><Relationship Type="http://schemas.openxmlformats.org/officeDocument/2006/relationships/presProps" Target="/ppt/presProps.xml" Id="Ra9b78fae1ea64a8d" /><Relationship Type="http://schemas.openxmlformats.org/officeDocument/2006/relationships/tableStyles" Target="/ppt/tableStyles.xml" Id="R325945929b904273" /><Relationship Type="http://schemas.openxmlformats.org/officeDocument/2006/relationships/slide" Target="/ppt/slides/slide1.xml" Id="Rcfb292828be54c9c" /><Relationship Type="http://schemas.openxmlformats.org/officeDocument/2006/relationships/slide" Target="/ppt/slides/slide2.xml" Id="R2ef2faf0052640e1" /><Relationship Type="http://schemas.openxmlformats.org/officeDocument/2006/relationships/slide" Target="/ppt/slides/slide3.xml" Id="R9ef38186d5dc453d" /><Relationship Type="http://schemas.openxmlformats.org/officeDocument/2006/relationships/slide" Target="/ppt/slides/slide4.xml" Id="Ref8a14f4384a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3fa8e203744e0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latin typeface="Calibri"/>
        <a:ea typeface="Calibri"/>
        <a:cs typeface="Calibri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5eaf0bea644812" /><Relationship Type="http://schemas.openxmlformats.org/officeDocument/2006/relationships/notesMaster" Target="/ppt/notesMasters/notesMaster1.xml" Id="R3e46af616346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3f026655b4801" /><Relationship Type="http://schemas.openxmlformats.org/officeDocument/2006/relationships/notesMaster" Target="/ppt/notesMasters/notesMaster1.xml" Id="R0fe6c8c635ef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9299c3fbe4abf" /><Relationship Type="http://schemas.openxmlformats.org/officeDocument/2006/relationships/notesMaster" Target="/ppt/notesMasters/notesMaster1.xml" Id="Re998489dc8b1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2fd8ececfc4e1a" /><Relationship Type="http://schemas.openxmlformats.org/officeDocument/2006/relationships/notesMaster" Target="/ppt/notesMasters/notesMaster1.xml" Id="Rbd3282d13ab84ca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출처: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/Users/changbae/Workspace/via-sw-architecture/docs/architecture/12-decisions/decision-packages/seven-problem-review/05-agent-handoff.md §3~6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/Users/changbae/Workspace/via-sw-architecture/docs/architecture/12-decisions/decision-packages/seven-problem-review/17-presentation-results.md §2,6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/Users/changbae/Workspace/via-sw-architecture/results/architecture-evaluation/current/four-dp-presentation-20261019/dp05/fresh-summary.json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/Users/changbae/Workspace/via-sw-architecture/results/architecture-evaluation/current/four-dp-presentation-20261019/dp05/mechanism-breakdown.json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/Users/changbae/Workspace/via-sw-architecture/results/architecture-evaluation/current/four-dp-presentation-20261019/dp05/content-review.json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/Users/changbae/Workspace/via-sw-architecture/results/architecture-evaluation/current/four-dp-presentation-20261019/dp05/prefix-review.json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스타일: DP2 v2·DP3 네 장, 사용자 레퍼런스18-DP02채택,23-DP04방안,24-DP04채택.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배경은 설계 설명용 도식으로 실제 외부 상용 Agent 수행 화면이 아니다. 조건 예시는 C1 근거의 가격 동률 전제를 설명하며 빨간 전달 예는 의미 손실을 보여주는 설명 문구다. 실제 모든 출력이 이 문구와 동일했다고 주장하지 않는다. Agent의 비공개 상태가 아닌 공개 자료와 채택 조건을 인계한다.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출처: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/Users/changbae/Workspace/via-sw-architecture/docs/architecture/12-decisions/decision-packages/seven-problem-review/05-agent-handoff.md §3~6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/Users/changbae/Workspace/via-sw-architecture/docs/architecture/12-decisions/decision-packages/seven-problem-review/17-presentation-results.md §2,6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/Users/changbae/Workspace/via-sw-architecture/results/architecture-evaluation/current/four-dp-presentation-20261019/dp05/fresh-summary.json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/Users/changbae/Workspace/via-sw-architecture/results/architecture-evaluation/current/four-dp-presentation-20261019/dp05/mechanism-breakdown.json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/Users/changbae/Workspace/via-sw-architecture/results/architecture-evaluation/current/four-dp-presentation-20261019/dp05/content-review.json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/Users/changbae/Workspace/via-sw-architecture/results/architecture-evaluation/current/four-dp-presentation-20261019/dp05/prefix-review.json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스타일: DP2 v2·DP3 네 장, 사용자 레퍼런스18-DP02채택,23-DP04방안,24-DP04채택.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선택 전후는 같은 표와 같은 A/B구조다. C의 보완은 상세선택을 VIA로 되돌리지 않고 조건 원문만 인계에 붙인다. C1 상자는 논리적 추가 기능을 표시한다. 실제 사전읽기는 다음 위임 목적을 알기 전에 일어나며 현재 명세구성 뒤에 새 동기읽기를 강제한다는 뜻이 아니다. 정확한 시점은4장에 표시했다. Request Controller의 admission은 Task Manager/Agent Gateway 전송 시 재검증하며 topbox가 자료검증 전에 최종전송을 허가한다는 뜻이 아니다. B 공개사건은 원본owner에서 오는 갱신 신호이며 위임요청과 별개의 트리거다.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출처: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/Users/changbae/Workspace/via-sw-architecture/docs/architecture/12-decisions/decision-packages/seven-problem-review/05-agent-handoff.md §3~6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/Users/changbae/Workspace/via-sw-architecture/docs/architecture/12-decisions/decision-packages/seven-problem-review/17-presentation-results.md §2,6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/Users/changbae/Workspace/via-sw-architecture/results/architecture-evaluation/current/four-dp-presentation-20261019/dp05/fresh-summary.json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/Users/changbae/Workspace/via-sw-architecture/results/architecture-evaluation/current/four-dp-presentation-20261019/dp05/mechanism-breakdown.json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/Users/changbae/Workspace/via-sw-architecture/results/architecture-evaluation/current/four-dp-presentation-20261019/dp05/content-review.json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/Users/changbae/Workspace/via-sw-architecture/results/architecture-evaluation/current/four-dp-presentation-20261019/dp05/prefix-review.json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스타일: DP2 v2·DP3 네 장, 사용자 레퍼런스18-DP02채택,23-DP04방안,24-DP04채택.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선택 전후는 같은 표와 같은 A/B구조다. C의 보완은 상세선택을 VIA로 되돌리지 않고 조건 원문만 인계에 붙인다. C1 상자는 논리적 추가 기능을 표시한다. 실제 사전읽기는 다음 위임 목적을 알기 전에 일어나며 현재 명세구성 뒤에 새 동기읽기를 강제한다는 뜻이 아니다. 정확한 시점은4장에 표시했다. Request Controller의 admission은 Task Manager/Agent Gateway 전송 시 재검증하며 topbox가 자료검증 전에 최종전송을 허가한다는 뜻이 아니다. B 공개사건은 원본owner에서 오는 갱신 신호이며 위임요청과 별개의 트리거다.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발표 DP4는 저장소05 Agent 간 업무 인계다. 17-presentation-results.md §2·6의 완료된 발표 캠페인을 사용한다. 05 설계 본문의 초기 A 권고보다 최신 조건부 C 권고를 따른다. 새 common9의 준비·부분 측정/QA04를 이 완료 캠페인에 섞지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구조: A는 실제 위임 목적별 자료 구성, B는 공개 사건에서 source-backed 업무 설명/관계를 생산하여 지속 record로 재사용, C는 필수 목표/조건/제외/수행 범위는 VIA가 명시하고 상세 범위 선택을 실제 READ 지원 수신자에게 맡긴다. A/B에도 유효 artifact 참조와 기확보 원문 재사용을 허용한다. B+C는 별도 구조 조합으로 가능하다. Agent 비공개 추론/memory 이동을 가정하지 않는다. Context Manager는 자료 후보·파생 기록·자료 제공을 담당한다. Request Controller는 현재 목표/조건과 전송 admission, Task Manager는 Agent Command, Agent Gateway는 실제 전송/capability/수신 사실을 소유한다. 원본 권위는 입력/정정 Request Controller, 실제 전달 Response Manager, 현재 업무/공개 결과 Task Manager에 유지한다. 내부 작은 상자는 한국어 기능 책임이며 새 정식 Component/프로세스/모델이 아니다. 필요한 의미 가공만 Model Access를 사용한다.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기본 A/B/C는 각4작성사례×3회=12episode, 전체36회. QA01 actual callback proxy의 관측/예정, QA03 host 종료의 관측/예정을 표시한다. QA02 지칭 집합 N/A. QA03은 수신자 Qwen HTTP 구간 합집합을 제외한 VIA 귀속 시간이며 전체경과를 따로 기록한다. QA04는 당시 네 Rust 변경 과제 평균이다. QA05는12episode 모델 고정단가 합계로 수신자 비용과 B 준비51호출을 포함한다. QA06은 동시 Python+Rust 최고 RSS이며 cloud weights/KV/제품 전체RAM은 제외한다. QA01 공통20callback A4.307/B4.409/C4.327초, 입력 경로가 달라 구조적 동점도 아니고 작은 차이의 우열도 미확정이다. 같은16완료목표 QA03 A10.565/B12.299/C4.213초, 전체경과31.372/31.406/23.532초. 원래21분모의 완료20/19/19를 대체하지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C1은 C의 상대적 QA 열세가 입증돼서 추가한 것이 아니라 필수 조건 본문 누락 위험의 보완이다. 양쪽 같은 condition_source_refs가 있고 C1만 다음 위임 목적을 알기 전에 기채택 조건의 provenance 원문1~2행을 읽어 최초 인계에 붙인다. 조건 출처를 새로 만드는 upstream 비용은 미측정이다. 첫 해석 호출에는 C1 원문을 넣지 않는다. 별도 E3×3회 각9인계의 전후이며 기본전체 C값과 연결하지 않는다. 본문 저자대조4/9→9/9와 자동literal4/9→7/9, N-H9/9→9/9, QA02 N/A는 서로 다른 관측이다. 독립 검토는 실제 메일6개에 한정됐다. C의 미표시1건은 fact15개가 프롬프트에 안내되지 않은 host상한14를 넘긴 수량계약 불일치다. 원문 부족이나 의미오답으로 재분류하지 않는다. 첫callback9/9는 올바른내용9/9를 뜻하지 않으며 C 첫안내 조건오류1건을 보존한다.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C1 비용 감소는 C복구1호출을 포함한 관측이다. 그것을 제외하면 .0365256→.0376028로 증가하며, 같은8완료목표 전체경과30.532→31.519초로 늘었다. RSS감소를 인과적으로 C1 메모리최적화라 주장하지 않는다. 원문읽기20→21회, 수신자조건읽기2→0과 사전읽기3, 첨부상태323byte. C2cache는 전체serving이7.602→8.784ms로 늘어 기본보류이고 C1+C2미실행이다.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출처: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/Users/changbae/Workspace/via-sw-architecture/docs/architecture/12-decisions/decision-packages/seven-problem-review/05-agent-handoff.md §3~6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/Users/changbae/Workspace/via-sw-architecture/docs/architecture/12-decisions/decision-packages/seven-problem-review/17-presentation-results.md §2,6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/Users/changbae/Workspace/via-sw-architecture/results/architecture-evaluation/current/four-dp-presentation-20261019/dp05/fresh-summary.json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/Users/changbae/Workspace/via-sw-architecture/results/architecture-evaluation/current/four-dp-presentation-20261019/dp05/mechanism-breakdown.json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/Users/changbae/Workspace/via-sw-architecture/results/architecture-evaluation/current/four-dp-presentation-20261019/dp05/content-review.json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/Users/changbae/Workspace/via-sw-architecture/results/architecture-evaluation/current/four-dp-presentation-20261019/dp05/prefix-review.json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스타일: DP2 v2·DP3 네 장, 사용자 레퍼런스18-DP02채택,23-DP04방안,24-DP04채택.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4장의 before/after는 PREFETCH_TACTIC E3 각3episode만 사용한다. QA03 모든관측 평균은8/9와9/9이며 공통8의 VIA시간4.302→4.284초를 별도로 보존한다. 공통8전체경과30.532→31.519초와 전체모델비용을 함께 보고한다. C1 whole9전체경과31.614초를공통8값으로 혼용하지 않는다. 수신자조건읽기2→0이나 전체읽기20→21로 증가한다. source-read 요청1848byte, 로컬구간합계.201ms, 첨부상태최대직렬화323byte. C의 미표시1은fact상한계약문제이며 C1의원문만으로실패가원인적으로해결됐다고하지않는다.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b5ac44fb04c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eefaeb5ae43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e5f4f020848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a3bb00ed248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756b648474b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b06e08cf44f78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563FB00A-7DF8-41C9-AB6B-7814F387E3A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Subtitle">
            <a:extLst>
              <a:ext uri="{FF2B5EF4-FFF2-40B4-BE49-F238E27FC236}">
                <ns2:creationId id="{C5212A46-6B46-483F-B467-057734DF0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DB4728C1-B4C4-47BE-94E2-CC6A0E2D327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7692D7D3-CE8A-4994-B745-5EF3C5D19B5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Body">
            <a:extLst>
              <a:ext uri="{FF2B5EF4-FFF2-40B4-BE49-F238E27FC236}">
                <ns2:creationId id="{BCA7E96D-C97E-41E3-9478-D630EC0A0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ADEE7204-7F1B-4CD0-AC33-C2DDBAE5B17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1D9B8E16-19EF-4A70-95DA-FE041B74B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Right column">
            <a:extLst>
              <a:ext uri="{FF2B5EF4-FFF2-40B4-BE49-F238E27FC236}">
                <ns2:creationId id="{F6710F8C-61E9-4F74-8206-D7579A6B5B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DC93D41-B8ED-46E3-81B4-664EED3CAFC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F37A4FF4-747F-4099-A9CE-815B50741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e34cf6e164d5a" /><Relationship Type="http://schemas.openxmlformats.org/officeDocument/2006/relationships/slideLayout" Target="/ppt/slideLayouts/slideLayout1.xml" Id="R216b9ac457cd4bd8" /><Relationship Type="http://schemas.openxmlformats.org/officeDocument/2006/relationships/slideLayout" Target="/ppt/slideLayouts/slideLayout2.xml" Id="R26f0c2d4240f466e" /><Relationship Type="http://schemas.openxmlformats.org/officeDocument/2006/relationships/slideLayout" Target="/ppt/slideLayouts/slideLayout3.xml" Id="R13e9c4a394264a1d" /><Relationship Type="http://schemas.openxmlformats.org/officeDocument/2006/relationships/slideLayout" Target="/ppt/slideLayouts/slideLayout4.xml" Id="Rb46bbd852c7d4fe4" /><Relationship Type="http://schemas.openxmlformats.org/officeDocument/2006/relationships/slideLayout" Target="/ppt/slideLayouts/slideLayout5.xml" Id="R97d68439b4494a8a" /><Relationship Type="http://schemas.openxmlformats.org/officeDocument/2006/relationships/slideLayout" Target="/ppt/slideLayouts/slideLayout6.xml" Id="R3bbf7605681f4f89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16b9ac457cd4bd8"/>
    <p:sldLayoutId id="2147483650" r:id="R26f0c2d4240f466e"/>
    <p:sldLayoutId id="2147483651" r:id="R13e9c4a394264a1d"/>
    <p:sldLayoutId id="2147483652" r:id="Rb46bbd852c7d4fe4"/>
    <p:sldLayoutId id="2147483653" r:id="R97d68439b4494a8a"/>
    <p:sldLayoutId id="2147483654" r:id="R3bbf7605681f4f89"/>
  </p:sldLayoutIdLst>
  <p:txStyles>
    <p:titleStyle>
      <a:lvl1pPr algn="l">
        <a:lnSpc>
          <a:spcPct val="90000"/>
        </a:lnSpc>
        <a:spcBef>
          <a:spcPts val="0"/>
        </a:spcBef>
        <a:buNone/>
        <a:defRPr sz="4400" lang="ko-KR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715f4b8514955" /><Relationship Type="http://schemas.openxmlformats.org/officeDocument/2006/relationships/notesSlide" Target="/ppt/notesSlides/notesSlide1.xml" Id="R091d99d9b91244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dcc74870349b2" /><Relationship Type="http://schemas.openxmlformats.org/officeDocument/2006/relationships/notesSlide" Target="/ppt/notesSlides/notesSlide2.xml" Id="R099fe37f7c05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679fa406e4180" /><Relationship Type="http://schemas.openxmlformats.org/officeDocument/2006/relationships/notesSlide" Target="/ppt/notesSlides/notesSlide3.xml" Id="R883d121bbd5f49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daf2d3c2144cf" /><Relationship Type="http://schemas.openxmlformats.org/officeDocument/2006/relationships/notesSlide" Target="/ppt/notesSlides/notesSlide4.xml" Id="R285ca84eb2044ed7" 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9" name="DP4 object 1">
            <a:extLst>
              <a:ext uri="{FF2B5EF4-FFF2-40B4-BE49-F238E27FC236}">
                <ns2:creationId id="{7F5364D4-3D41-4EE3-8502-F71BC2D8B737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43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DP4. Agent 간 업무 인계 방안 (배경)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DP4 object 2">
            <a:extLst>
              <a:ext uri="{FF2B5EF4-FFF2-40B4-BE49-F238E27FC236}">
                <ns2:creationId id="{EF2BBCC2-47F4-4DA9-81A3-40D5CB1028AB}"/>
              </a:ext>
            </a:extLst>
          </p:cNvPr>
          <p:cNvSpPr>
            <a:spLocks noGrp="1"/>
          </p:cNvSpPr>
          <p:nvPr/>
        </p:nvSpPr>
        <p:spPr>
          <a:xfrm>
            <a:off x="115252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DP4 object 3">
            <a:extLst>
              <a:ext uri="{FF2B5EF4-FFF2-40B4-BE49-F238E27FC236}">
                <ns2:creationId id="{68BC76E5-FA25-4FAF-BC39-E93A3E5EC651}"/>
              </a:ext>
            </a:extLst>
          </p:cNvPr>
          <p:cNvSpPr>
            <a:spLocks noGrp="1"/>
          </p:cNvSpPr>
          <p:nvPr/>
        </p:nvSpPr>
        <p:spPr>
          <a:xfrm>
            <a:off x="116586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DP4 object 4">
            <a:extLst>
              <a:ext uri="{FF2B5EF4-FFF2-40B4-BE49-F238E27FC236}">
                <ns2:creationId id="{25FA1956-4CE8-4EFC-B29E-A3D8173BDAAC}"/>
              </a:ext>
            </a:extLst>
          </p:cNvPr>
          <p:cNvSpPr>
            <a:spLocks noGrp="1"/>
          </p:cNvSpPr>
          <p:nvPr/>
        </p:nvSpPr>
        <p:spPr>
          <a:xfrm>
            <a:off x="128016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P4 object 5">
            <a:extLst>
              <a:ext uri="{FF2B5EF4-FFF2-40B4-BE49-F238E27FC236}">
                <ns2:creationId id="{0454C50E-7FFC-439F-BBE1-2D896EFEE3C5}"/>
              </a:ext>
            </a:extLst>
          </p:cNvPr>
          <p:cNvSpPr>
            <a:spLocks noGrp="1"/>
          </p:cNvSpPr>
          <p:nvPr/>
        </p:nvSpPr>
        <p:spPr>
          <a:xfrm>
            <a:off x="129349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DP4 object 6">
            <a:extLst>
              <a:ext uri="{FF2B5EF4-FFF2-40B4-BE49-F238E27FC236}">
                <ns2:creationId id="{D753D6A5-8035-43DC-AA6C-9B1E9CF0B700}"/>
              </a:ext>
            </a:extLst>
          </p:cNvPr>
          <p:cNvSpPr>
            <a:spLocks noGrp="1"/>
          </p:cNvSpPr>
          <p:nvPr/>
        </p:nvSpPr>
        <p:spPr>
          <a:xfrm>
            <a:off x="14077950" y="314325"/>
            <a:ext cx="1362075" cy="419100"/>
          </a:xfrm>
          <a:prstGeom prst="chevron">
            <a:avLst/>
          </a:prstGeom>
          <a:solidFill>
            <a:srgbClr val="35A8C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P4 object 7">
            <a:extLst>
              <a:ext uri="{FF2B5EF4-FFF2-40B4-BE49-F238E27FC236}">
                <ns2:creationId id="{E969017D-B75E-408D-B86A-2E8078A0647D}"/>
              </a:ext>
            </a:extLst>
          </p:cNvPr>
          <p:cNvSpPr>
            <a:spLocks noGrp="1"/>
          </p:cNvSpPr>
          <p:nvPr/>
        </p:nvSpPr>
        <p:spPr>
          <a:xfrm>
            <a:off x="142113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DP4 object 8">
            <a:extLst>
              <a:ext uri="{FF2B5EF4-FFF2-40B4-BE49-F238E27FC236}">
                <ns2:creationId id="{A7B4D309-0B58-449F-A4B8-E34DAF1B213F}"/>
              </a:ext>
            </a:extLst>
          </p:cNvPr>
          <p:cNvSpPr>
            <a:spLocks noGrp="1"/>
          </p:cNvSpPr>
          <p:nvPr/>
        </p:nvSpPr>
        <p:spPr>
          <a:xfrm>
            <a:off x="153543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P4 object 9">
            <a:extLst>
              <a:ext uri="{FF2B5EF4-FFF2-40B4-BE49-F238E27FC236}">
                <ns2:creationId id="{42A4BB07-4B9C-41DD-BB81-F05B80E86CFD}"/>
              </a:ext>
            </a:extLst>
          </p:cNvPr>
          <p:cNvSpPr>
            <a:spLocks noGrp="1"/>
          </p:cNvSpPr>
          <p:nvPr/>
        </p:nvSpPr>
        <p:spPr>
          <a:xfrm>
            <a:off x="154876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DP4 object 10">
            <a:extLst>
              <a:ext uri="{FF2B5EF4-FFF2-40B4-BE49-F238E27FC236}">
                <ns2:creationId id="{C442103E-2DF4-428D-A599-1C6D0E6B3E1A}"/>
              </a:ext>
            </a:extLst>
          </p:cNvPr>
          <p:cNvSpPr>
            <a:spLocks noGrp="1"/>
          </p:cNvSpPr>
          <p:nvPr/>
        </p:nvSpPr>
        <p:spPr>
          <a:xfrm>
            <a:off x="166306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DP4 object 11">
            <a:extLst>
              <a:ext uri="{FF2B5EF4-FFF2-40B4-BE49-F238E27FC236}">
                <ns2:creationId id="{D3C6D943-2541-4FE7-975B-B800C0FE4379}"/>
              </a:ext>
            </a:extLst>
          </p:cNvPr>
          <p:cNvSpPr>
            <a:spLocks noGrp="1"/>
          </p:cNvSpPr>
          <p:nvPr/>
        </p:nvSpPr>
        <p:spPr>
          <a:xfrm>
            <a:off x="167640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Editable path 12">
            <a:extLst>
              <a:ext uri="{FF2B5EF4-FFF2-40B4-BE49-F238E27FC236}">
                <ns2:creationId id="{6F2FD254-FA30-453A-B7F9-D5F39399C89E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7164050" cy="953"/>
          </a:xfrm>
          <a:custGeom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/>
          <a:ln w="28575">
            <a:solidFill>
              <a:srgbClr val="A7A7A7"/>
            </a:solidFill>
            <a:prstDash val="solid"/>
          </a:ln>
        </p:spPr>
      </p:sp>
      <p:sp>
        <p:nvSpPr>
          <p:cNvPr id="13" name="DP4 object 13">
            <a:extLst>
              <a:ext uri="{FF2B5EF4-FFF2-40B4-BE49-F238E27FC236}">
                <ns2:creationId id="{064E6D72-221D-431D-9ED3-C3F3D7FDEE2E}"/>
              </a:ext>
            </a:extLst>
          </p:cNvPr>
          <p:cNvSpPr>
            <a:spLocks noGrp="1"/>
          </p:cNvSpPr>
          <p:nvPr/>
        </p:nvSpPr>
        <p:spPr>
          <a:xfrm>
            <a:off x="17478375" y="99917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DP4 object 14">
            <a:extLst>
              <a:ext uri="{FF2B5EF4-FFF2-40B4-BE49-F238E27FC236}">
                <ns2:creationId id="{7225E08A-0574-445E-9152-B587B23012BA}"/>
              </a:ext>
            </a:extLst>
          </p:cNvPr>
          <p:cNvSpPr>
            <a:spLocks noGrp="1"/>
          </p:cNvSpPr>
          <p:nvPr/>
        </p:nvSpPr>
        <p:spPr>
          <a:xfrm>
            <a:off x="628650" y="1381125"/>
            <a:ext cx="1704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Agent가 바뀌어도, 사용자가 정한 조건은 이어져야 한다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" name="DP4 object 15">
            <a:extLst>
              <a:ext uri="{FF2B5EF4-FFF2-40B4-BE49-F238E27FC236}">
                <ns2:creationId id="{56335A5A-A397-4338-AB64-9E03C139488D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1685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같은 비교 결과로 발표자료와 메일을 만들 때, 다음 Agent가 받을 자료를 VIA가 연결한다.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" name="DP4 object 16">
            <a:extLst>
              <a:ext uri="{FF2B5EF4-FFF2-40B4-BE49-F238E27FC236}">
                <ns2:creationId id="{77065739-15B1-4085-9080-77B518231DE6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① 조사 결과 확보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" name="DP4 object 17">
            <a:extLst>
              <a:ext uri="{FF2B5EF4-FFF2-40B4-BE49-F238E27FC236}">
                <ns2:creationId id="{4B9D0C83-CAC8-4D4F-8D1B-DA0337BFD384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② 발표자료로 재위임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" name="DP4 object 18">
            <a:extLst>
              <a:ext uri="{FF2B5EF4-FFF2-40B4-BE49-F238E27FC236}">
                <ns2:creationId id="{285891DF-AAE6-48CD-A991-FBFFBF7E1AA0}"/>
              </a:ext>
            </a:extLst>
          </p:cNvPr>
          <p:cNvSpPr>
            <a:spLocks noGrp="1"/>
          </p:cNvSpPr>
          <p:nvPr/>
        </p:nvSpPr>
        <p:spPr>
          <a:xfrm>
            <a:off x="12287250" y="2781300"/>
            <a:ext cx="4762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③ 메일 초안으로 재위임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" name="조사 Agent">
            <a:extLst>
              <a:ext uri="{FF2B5EF4-FFF2-40B4-BE49-F238E27FC236}">
                <ns2:creationId id="{E921D69E-F64E-4156-97ED-8CE4A382F9F0}"/>
              </a:ext>
            </a:extLst>
          </p:cNvPr>
          <p:cNvSpPr>
            <a:spLocks noGrp="1"/>
          </p:cNvSpPr>
          <p:nvPr/>
        </p:nvSpPr>
        <p:spPr>
          <a:xfrm>
            <a:off x="857250" y="3343275"/>
            <a:ext cx="4762500" cy="5334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0" name="DP4 object 19">
            <a:extLst>
              <a:ext uri="{FF2B5EF4-FFF2-40B4-BE49-F238E27FC236}">
                <ns2:creationId id="{BED7B691-0AB8-4CF4-A4CA-7B0635785FE8}"/>
              </a:ext>
            </a:extLst>
          </p:cNvPr>
          <p:cNvSpPr>
            <a:spLocks noGrp="1"/>
          </p:cNvSpPr>
          <p:nvPr/>
        </p:nvSpPr>
        <p:spPr>
          <a:xfrm>
            <a:off x="923925" y="3381375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조사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" name="제품 비교 결과">
            <a:extLst>
              <a:ext uri="{FF2B5EF4-FFF2-40B4-BE49-F238E27FC236}">
                <ns2:creationId id="{CD74A893-58E9-42A8-8C95-ED52E8CEF93A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4381500" cy="1638300"/>
          </a:xfrm>
          <a:custGeom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>
            <a:srgbClr val="FFFFFF"/>
          </a:solidFill>
          <a:ln w="16193">
            <a:solidFill>
              <a:srgbClr val="111111"/>
            </a:solidFill>
            <a:prstDash val="solid"/>
          </a:ln>
        </p:spPr>
      </p:sp>
      <p:sp>
        <p:nvSpPr>
          <p:cNvPr id="22" name="Editable path 20">
            <a:extLst>
              <a:ext uri="{FF2B5EF4-FFF2-40B4-BE49-F238E27FC236}">
                <ns2:creationId id="{E47567C7-E5F6-4699-80A4-8D1004CB8910}"/>
              </a:ext>
            </a:extLst>
          </p:cNvPr>
          <p:cNvSpPr>
            <a:spLocks noGrp="1"/>
          </p:cNvSpPr>
          <p:nvPr/>
        </p:nvSpPr>
        <p:spPr>
          <a:xfrm>
            <a:off x="5276850" y="4076700"/>
            <a:ext cx="152400" cy="152400"/>
          </a:xfrm>
          <a:custGeom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23" name="DP4 object 21">
            <a:extLst>
              <a:ext uri="{FF2B5EF4-FFF2-40B4-BE49-F238E27FC236}">
                <ns2:creationId id="{817AA140-09E6-4610-9811-145F755FA684}"/>
              </a:ext>
            </a:extLst>
          </p:cNvPr>
          <p:cNvSpPr>
            <a:spLocks noGrp="1"/>
          </p:cNvSpPr>
          <p:nvPr/>
        </p:nvSpPr>
        <p:spPr>
          <a:xfrm>
            <a:off x="1209675" y="4219575"/>
            <a:ext cx="401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제품 비교 결과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4" name="Editable path 22">
            <a:extLst>
              <a:ext uri="{FF2B5EF4-FFF2-40B4-BE49-F238E27FC236}">
                <ns2:creationId id="{53C019BA-55B9-42AD-A9B6-6AAB042A1710}"/>
              </a:ext>
            </a:extLst>
          </p:cNvPr>
          <p:cNvSpPr>
            <a:spLocks noGrp="1"/>
          </p:cNvSpPr>
          <p:nvPr/>
        </p:nvSpPr>
        <p:spPr>
          <a:xfrm>
            <a:off x="1209675" y="4619625"/>
            <a:ext cx="4057650" cy="953"/>
          </a:xfrm>
          <a:custGeom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B7B9B9"/>
            </a:solidFill>
            <a:prstDash val="solid"/>
          </a:ln>
        </p:spPr>
      </p:sp>
      <p:sp>
        <p:nvSpPr>
          <p:cNvPr id="25" name="DP4 object 23">
            <a:extLst>
              <a:ext uri="{FF2B5EF4-FFF2-40B4-BE49-F238E27FC236}">
                <ns2:creationId id="{F9586B5C-F7F8-488F-B78C-94560A4CAACF}"/>
              </a:ext>
            </a:extLst>
          </p:cNvPr>
          <p:cNvSpPr>
            <a:spLocks noGrp="1"/>
          </p:cNvSpPr>
          <p:nvPr/>
        </p:nvSpPr>
        <p:spPr>
          <a:xfrm>
            <a:off x="1209675" y="4724400"/>
            <a:ext cx="4057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가격·유지보수 비교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공개 결과의 원본과 판본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6" name="발표자료 Agent">
            <a:extLst>
              <a:ext uri="{FF2B5EF4-FFF2-40B4-BE49-F238E27FC236}">
                <ns2:creationId id="{1156E8FE-4119-4073-95E6-4AEDBF46892C}"/>
              </a:ext>
            </a:extLst>
          </p:cNvPr>
          <p:cNvSpPr>
            <a:spLocks noGrp="1"/>
          </p:cNvSpPr>
          <p:nvPr/>
        </p:nvSpPr>
        <p:spPr>
          <a:xfrm>
            <a:off x="6572250" y="3343275"/>
            <a:ext cx="4762500" cy="5334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7" name="DP4 object 24">
            <a:extLst>
              <a:ext uri="{FF2B5EF4-FFF2-40B4-BE49-F238E27FC236}">
                <ns2:creationId id="{300258C5-7F40-4CED-A4D9-029557D154A9}"/>
              </a:ext>
            </a:extLst>
          </p:cNvPr>
          <p:cNvSpPr>
            <a:spLocks noGrp="1"/>
          </p:cNvSpPr>
          <p:nvPr/>
        </p:nvSpPr>
        <p:spPr>
          <a:xfrm>
            <a:off x="6638925" y="3381375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발표자료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8" name="발표자료 작성">
            <a:extLst>
              <a:ext uri="{FF2B5EF4-FFF2-40B4-BE49-F238E27FC236}">
                <ns2:creationId id="{79E13866-026A-4032-AC6B-A0297FBB675B}"/>
              </a:ext>
            </a:extLst>
          </p:cNvPr>
          <p:cNvSpPr>
            <a:spLocks noGrp="1"/>
          </p:cNvSpPr>
          <p:nvPr/>
        </p:nvSpPr>
        <p:spPr>
          <a:xfrm>
            <a:off x="6762750" y="4076700"/>
            <a:ext cx="4381500" cy="1638300"/>
          </a:xfrm>
          <a:custGeom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>
            <a:srgbClr val="FFFFFF"/>
          </a:solidFill>
          <a:ln w="16193">
            <a:solidFill>
              <a:srgbClr val="111111"/>
            </a:solidFill>
            <a:prstDash val="solid"/>
          </a:ln>
        </p:spPr>
      </p:sp>
      <p:sp>
        <p:nvSpPr>
          <p:cNvPr id="29" name="Editable path 25">
            <a:extLst>
              <a:ext uri="{FF2B5EF4-FFF2-40B4-BE49-F238E27FC236}">
                <ns2:creationId id="{84FDACEB-59F9-4952-9D44-8E17FEAFDB25}"/>
              </a:ext>
            </a:extLst>
          </p:cNvPr>
          <p:cNvSpPr>
            <a:spLocks noGrp="1"/>
          </p:cNvSpPr>
          <p:nvPr/>
        </p:nvSpPr>
        <p:spPr>
          <a:xfrm>
            <a:off x="10991850" y="4076700"/>
            <a:ext cx="152400" cy="152400"/>
          </a:xfrm>
          <a:custGeom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30" name="DP4 object 26">
            <a:extLst>
              <a:ext uri="{FF2B5EF4-FFF2-40B4-BE49-F238E27FC236}">
                <ns2:creationId id="{CCB46F51-A5C2-4299-8D7E-4BBD1D05DA17}"/>
              </a:ext>
            </a:extLst>
          </p:cNvPr>
          <p:cNvSpPr>
            <a:spLocks noGrp="1"/>
          </p:cNvSpPr>
          <p:nvPr/>
        </p:nvSpPr>
        <p:spPr>
          <a:xfrm>
            <a:off x="6924675" y="4219575"/>
            <a:ext cx="401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발표자료 작성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1" name="Editable path 27">
            <a:extLst>
              <a:ext uri="{FF2B5EF4-FFF2-40B4-BE49-F238E27FC236}">
                <ns2:creationId id="{64A83378-F648-4FE7-A9BE-5F90682C09A0}"/>
              </a:ext>
            </a:extLst>
          </p:cNvPr>
          <p:cNvSpPr>
            <a:spLocks noGrp="1"/>
          </p:cNvSpPr>
          <p:nvPr/>
        </p:nvSpPr>
        <p:spPr>
          <a:xfrm>
            <a:off x="6924675" y="4619625"/>
            <a:ext cx="4057650" cy="953"/>
          </a:xfrm>
          <a:custGeom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B7B9B9"/>
            </a:solidFill>
            <a:prstDash val="solid"/>
          </a:ln>
        </p:spPr>
      </p:sp>
      <p:sp>
        <p:nvSpPr>
          <p:cNvPr id="32" name="DP4 object 28">
            <a:extLst>
              <a:ext uri="{FF2B5EF4-FFF2-40B4-BE49-F238E27FC236}">
                <ns2:creationId id="{0A5BD9BC-8E1D-4DC5-8280-FAD0C72BB72B}"/>
              </a:ext>
            </a:extLst>
          </p:cNvPr>
          <p:cNvSpPr>
            <a:spLocks noGrp="1"/>
          </p:cNvSpPr>
          <p:nvPr/>
        </p:nvSpPr>
        <p:spPr>
          <a:xfrm>
            <a:off x="6924675" y="4724400"/>
            <a:ext cx="4057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같은 결과를 새 목적에 사용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표·설명·제외사항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3" name="메일 Agent">
            <a:extLst>
              <a:ext uri="{FF2B5EF4-FFF2-40B4-BE49-F238E27FC236}">
                <ns2:creationId id="{31164FE4-9A8F-4F29-90F9-524F25CD2260}"/>
              </a:ext>
            </a:extLst>
          </p:cNvPr>
          <p:cNvSpPr>
            <a:spLocks noGrp="1"/>
          </p:cNvSpPr>
          <p:nvPr/>
        </p:nvSpPr>
        <p:spPr>
          <a:xfrm>
            <a:off x="12287250" y="3343275"/>
            <a:ext cx="4762500" cy="5334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4" name="DP4 object 29">
            <a:extLst>
              <a:ext uri="{FF2B5EF4-FFF2-40B4-BE49-F238E27FC236}">
                <ns2:creationId id="{0A64215D-8398-4C8F-A27C-91596F338370}"/>
              </a:ext>
            </a:extLst>
          </p:cNvPr>
          <p:cNvSpPr>
            <a:spLocks noGrp="1"/>
          </p:cNvSpPr>
          <p:nvPr/>
        </p:nvSpPr>
        <p:spPr>
          <a:xfrm>
            <a:off x="12353925" y="3381375"/>
            <a:ext cx="4629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메일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5" name="메일 초안 작성">
            <a:extLst>
              <a:ext uri="{FF2B5EF4-FFF2-40B4-BE49-F238E27FC236}">
                <ns2:creationId id="{B60F7268-E034-4A54-B2D6-D3DF546202B7}"/>
              </a:ext>
            </a:extLst>
          </p:cNvPr>
          <p:cNvSpPr>
            <a:spLocks noGrp="1"/>
          </p:cNvSpPr>
          <p:nvPr/>
        </p:nvSpPr>
        <p:spPr>
          <a:xfrm>
            <a:off x="12477750" y="4076700"/>
            <a:ext cx="4381500" cy="1638300"/>
          </a:xfrm>
          <a:custGeom>
            <a:pathLst>
              <a:path w="4381500" h="1638300">
                <a:moveTo>
                  <a:pt x="0" y="0"/>
                </a:moveTo>
                <a:lnTo>
                  <a:pt x="4229100" y="0"/>
                </a:lnTo>
                <a:lnTo>
                  <a:pt x="4381500" y="152400"/>
                </a:lnTo>
                <a:lnTo>
                  <a:pt x="4381500" y="1638300"/>
                </a:lnTo>
                <a:lnTo>
                  <a:pt x="0" y="1638300"/>
                </a:lnTo>
                <a:close/>
              </a:path>
            </a:pathLst>
          </a:custGeom>
          <a:solidFill>
            <a:srgbClr val="FFFFFF"/>
          </a:solidFill>
          <a:ln w="16193">
            <a:solidFill>
              <a:srgbClr val="111111"/>
            </a:solidFill>
            <a:prstDash val="solid"/>
          </a:ln>
        </p:spPr>
      </p:sp>
      <p:sp>
        <p:nvSpPr>
          <p:cNvPr id="36" name="Editable path 30">
            <a:extLst>
              <a:ext uri="{FF2B5EF4-FFF2-40B4-BE49-F238E27FC236}">
                <ns2:creationId id="{E8BA9CEB-A2AB-4A96-A68F-4307073BD55D}"/>
              </a:ext>
            </a:extLst>
          </p:cNvPr>
          <p:cNvSpPr>
            <a:spLocks noGrp="1"/>
          </p:cNvSpPr>
          <p:nvPr/>
        </p:nvSpPr>
        <p:spPr>
          <a:xfrm>
            <a:off x="16706850" y="4076700"/>
            <a:ext cx="152400" cy="152400"/>
          </a:xfrm>
          <a:custGeom>
            <a:pathLst>
              <a:path w="152400" h="152400">
                <a:moveTo>
                  <a:pt x="0" y="0"/>
                </a:moveTo>
                <a:lnTo>
                  <a:pt x="0" y="152400"/>
                </a:lnTo>
                <a:lnTo>
                  <a:pt x="152400" y="15240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37" name="DP4 object 31">
            <a:extLst>
              <a:ext uri="{FF2B5EF4-FFF2-40B4-BE49-F238E27FC236}">
                <ns2:creationId id="{A00988FF-8A97-450C-B067-CDDDEA4E0411}"/>
              </a:ext>
            </a:extLst>
          </p:cNvPr>
          <p:cNvSpPr>
            <a:spLocks noGrp="1"/>
          </p:cNvSpPr>
          <p:nvPr/>
        </p:nvSpPr>
        <p:spPr>
          <a:xfrm>
            <a:off x="12639675" y="4219575"/>
            <a:ext cx="401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메일 초안 작성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8" name="Editable path 32">
            <a:extLst>
              <a:ext uri="{FF2B5EF4-FFF2-40B4-BE49-F238E27FC236}">
                <ns2:creationId id="{806656BC-FC8C-48D4-BB92-2248CE7A2F35}"/>
              </a:ext>
            </a:extLst>
          </p:cNvPr>
          <p:cNvSpPr>
            <a:spLocks noGrp="1"/>
          </p:cNvSpPr>
          <p:nvPr/>
        </p:nvSpPr>
        <p:spPr>
          <a:xfrm>
            <a:off x="12639675" y="4619625"/>
            <a:ext cx="4057650" cy="953"/>
          </a:xfrm>
          <a:custGeom>
            <a:pathLst>
              <a:path w="4057650" h="953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B7B9B9"/>
            </a:solidFill>
            <a:prstDash val="solid"/>
          </a:ln>
        </p:spPr>
      </p:sp>
      <p:sp>
        <p:nvSpPr>
          <p:cNvPr id="39" name="DP4 object 33">
            <a:extLst>
              <a:ext uri="{FF2B5EF4-FFF2-40B4-BE49-F238E27FC236}">
                <ns2:creationId id="{023EF9EB-EA9E-4698-B7FF-DF093F870224}"/>
              </a:ext>
            </a:extLst>
          </p:cNvPr>
          <p:cNvSpPr>
            <a:spLocks noGrp="1"/>
          </p:cNvSpPr>
          <p:nvPr/>
        </p:nvSpPr>
        <p:spPr>
          <a:xfrm>
            <a:off x="12639675" y="4724400"/>
            <a:ext cx="4057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받는 사람과 문체는 변경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채택 조건은 계속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0" name="Editable path 34">
            <a:extLst>
              <a:ext uri="{FF2B5EF4-FFF2-40B4-BE49-F238E27FC236}">
                <ns2:creationId id="{441B8D01-7AC9-4263-93D1-0F321B96DE67}"/>
              </a:ext>
            </a:extLst>
          </p:cNvPr>
          <p:cNvSpPr>
            <a:spLocks noGrp="1"/>
          </p:cNvSpPr>
          <p:nvPr/>
        </p:nvSpPr>
        <p:spPr>
          <a:xfrm>
            <a:off x="5619750" y="3609975"/>
            <a:ext cx="952500" cy="953"/>
          </a:xfrm>
          <a:custGeom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3813">
            <a:solidFill>
              <a:srgbClr val="111111"/>
            </a:solidFill>
            <a:prstDash val="solid"/>
          </a:ln>
        </p:spPr>
      </p:sp>
      <p:sp>
        <p:nvSpPr>
          <p:cNvPr id="41" name="Editable arrowhead 35">
            <a:extLst>
              <a:ext uri="{FF2B5EF4-FFF2-40B4-BE49-F238E27FC236}">
                <ns2:creationId id="{D5F40FB8-F1C5-4E10-9EED-F4E7C017D745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42" name="Editable path 36">
            <a:extLst>
              <a:ext uri="{FF2B5EF4-FFF2-40B4-BE49-F238E27FC236}">
                <ns2:creationId id="{6AB872D4-FC2D-401F-827D-206F5CAB8CB2}"/>
              </a:ext>
            </a:extLst>
          </p:cNvPr>
          <p:cNvSpPr>
            <a:spLocks noGrp="1"/>
          </p:cNvSpPr>
          <p:nvPr/>
        </p:nvSpPr>
        <p:spPr>
          <a:xfrm>
            <a:off x="11334750" y="3609975"/>
            <a:ext cx="952500" cy="953"/>
          </a:xfrm>
          <a:custGeom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3813">
            <a:solidFill>
              <a:srgbClr val="111111"/>
            </a:solidFill>
            <a:prstDash val="solid"/>
          </a:ln>
        </p:spPr>
      </p:sp>
      <p:sp>
        <p:nvSpPr>
          <p:cNvPr id="43" name="Editable arrowhead 37">
            <a:extLst>
              <a:ext uri="{FF2B5EF4-FFF2-40B4-BE49-F238E27FC236}">
                <ns2:creationId id="{48FDF95A-160E-4FD0-BF9F-27CEFEC1F746}"/>
              </a:ext>
            </a:extLst>
          </p:cNvPr>
          <p:cNvSpPr>
            <a:spLocks noGrp="1"/>
          </p:cNvSpPr>
          <p:nvPr/>
        </p:nvSpPr>
        <p:spPr>
          <a:xfrm>
            <a:off x="12192000" y="3562350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44" name="DP4 object 38">
            <a:extLst>
              <a:ext uri="{FF2B5EF4-FFF2-40B4-BE49-F238E27FC236}">
                <ns2:creationId id="{0507B881-8691-4544-AD3A-12DBC1491A84}"/>
              </a:ext>
            </a:extLst>
          </p:cNvPr>
          <p:cNvSpPr>
            <a:spLocks noGrp="1"/>
          </p:cNvSpPr>
          <p:nvPr/>
        </p:nvSpPr>
        <p:spPr>
          <a:xfrm>
            <a:off x="5810250" y="32004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VIA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5" name="DP4 object 39">
            <a:extLst>
              <a:ext uri="{FF2B5EF4-FFF2-40B4-BE49-F238E27FC236}">
                <ns2:creationId id="{F62C1A7B-2F77-46CE-B49D-CB4042FE3B6E}"/>
              </a:ext>
            </a:extLst>
          </p:cNvPr>
          <p:cNvSpPr>
            <a:spLocks noGrp="1"/>
          </p:cNvSpPr>
          <p:nvPr/>
        </p:nvSpPr>
        <p:spPr>
          <a:xfrm>
            <a:off x="11525250" y="3200400"/>
            <a:ext cx="619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VIA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6" name="DP4 object 40">
            <a:extLst>
              <a:ext uri="{FF2B5EF4-FFF2-40B4-BE49-F238E27FC236}">
                <ns2:creationId id="{03ADBA66-7CFA-43A1-A243-F50CEEFD4299}"/>
              </a:ext>
            </a:extLst>
          </p:cNvPr>
          <p:cNvSpPr>
            <a:spLocks noGrp="1"/>
          </p:cNvSpPr>
          <p:nvPr/>
        </p:nvSpPr>
        <p:spPr>
          <a:xfrm>
            <a:off x="1038225" y="6010275"/>
            <a:ext cx="15811500" cy="504825"/>
          </a:xfrm>
          <a:prstGeom prst="rect">
            <a:avLst/>
          </a:prstGeom>
          <a:solidFill>
            <a:srgbClr val="C9E1B3"/>
          </a:solidFill>
          <a:ln w="0">
            <a:noFill/>
            <a:prstDash val="solid"/>
          </a:ln>
        </p:spPr>
      </p:sp>
      <p:sp>
        <p:nvSpPr>
          <p:cNvPr id="47" name="DP4 object 41">
            <a:extLst>
              <a:ext uri="{FF2B5EF4-FFF2-40B4-BE49-F238E27FC236}">
                <ns2:creationId id="{FAF0BC40-DC30-4C01-A898-8033D63B99F9}"/>
              </a:ext>
            </a:extLst>
          </p:cNvPr>
          <p:cNvSpPr>
            <a:spLocks noGrp="1"/>
          </p:cNvSpPr>
          <p:nvPr/>
        </p:nvSpPr>
        <p:spPr>
          <a:xfrm>
            <a:off x="1238250" y="6048375"/>
            <a:ext cx="1543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채택한 조건: “가격이 같을 때 유지보수 기간이 긴 제품 우선”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8" name="Editable path 42">
            <a:extLst>
              <a:ext uri="{FF2B5EF4-FFF2-40B4-BE49-F238E27FC236}">
                <ns2:creationId id="{FC647549-8C7B-4826-901B-8FFCBB067D50}"/>
              </a:ext>
            </a:extLst>
          </p:cNvPr>
          <p:cNvSpPr>
            <a:spLocks noGrp="1"/>
          </p:cNvSpPr>
          <p:nvPr/>
        </p:nvSpPr>
        <p:spPr>
          <a:xfrm>
            <a:off x="3238500" y="5715000"/>
            <a:ext cx="953" cy="295275"/>
          </a:xfrm>
          <a:custGeom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70A843"/>
            </a:solidFill>
            <a:prstDash val="solid"/>
          </a:ln>
        </p:spPr>
      </p:sp>
      <p:sp>
        <p:nvSpPr>
          <p:cNvPr id="49" name="Editable arrowhead 43">
            <a:extLst>
              <a:ext uri="{FF2B5EF4-FFF2-40B4-BE49-F238E27FC236}">
                <ns2:creationId id="{CA2AEBC3-CA3D-47CC-8917-1CFC90ECDAE4}"/>
              </a:ext>
            </a:extLst>
          </p:cNvPr>
          <p:cNvSpPr>
            <a:spLocks noGrp="1"/>
          </p:cNvSpPr>
          <p:nvPr/>
        </p:nvSpPr>
        <p:spPr>
          <a:xfrm>
            <a:off x="3190875" y="5715000"/>
            <a:ext cx="95250" cy="95250"/>
          </a:xfrm>
          <a:custGeom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70A843"/>
          </a:solidFill>
          <a:ln w="5715">
            <a:solidFill>
              <a:srgbClr val="70A843"/>
            </a:solidFill>
            <a:prstDash val="solid"/>
          </a:ln>
        </p:spPr>
      </p:sp>
      <p:sp>
        <p:nvSpPr>
          <p:cNvPr id="50" name="Editable path 44">
            <a:extLst>
              <a:ext uri="{FF2B5EF4-FFF2-40B4-BE49-F238E27FC236}">
                <ns2:creationId id="{68A2E10F-78FC-4BBD-AFF9-768564C2CB20}"/>
              </a:ext>
            </a:extLst>
          </p:cNvPr>
          <p:cNvSpPr>
            <a:spLocks noGrp="1"/>
          </p:cNvSpPr>
          <p:nvPr/>
        </p:nvSpPr>
        <p:spPr>
          <a:xfrm>
            <a:off x="8953500" y="5715000"/>
            <a:ext cx="953" cy="295275"/>
          </a:xfrm>
          <a:custGeom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70A843"/>
            </a:solidFill>
            <a:prstDash val="solid"/>
          </a:ln>
        </p:spPr>
      </p:sp>
      <p:sp>
        <p:nvSpPr>
          <p:cNvPr id="51" name="Editable arrowhead 45">
            <a:extLst>
              <a:ext uri="{FF2B5EF4-FFF2-40B4-BE49-F238E27FC236}">
                <ns2:creationId id="{16D215D2-5609-4F84-B8A1-0F9963CB3388}"/>
              </a:ext>
            </a:extLst>
          </p:cNvPr>
          <p:cNvSpPr>
            <a:spLocks noGrp="1"/>
          </p:cNvSpPr>
          <p:nvPr/>
        </p:nvSpPr>
        <p:spPr>
          <a:xfrm>
            <a:off x="8905875" y="5715000"/>
            <a:ext cx="95250" cy="95250"/>
          </a:xfrm>
          <a:custGeom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70A843"/>
          </a:solidFill>
          <a:ln w="5715">
            <a:solidFill>
              <a:srgbClr val="70A843"/>
            </a:solidFill>
            <a:prstDash val="solid"/>
          </a:ln>
        </p:spPr>
      </p:sp>
      <p:sp>
        <p:nvSpPr>
          <p:cNvPr id="52" name="Editable path 46">
            <a:extLst>
              <a:ext uri="{FF2B5EF4-FFF2-40B4-BE49-F238E27FC236}">
                <ns2:creationId id="{4E59E079-F309-4559-A332-2AE0A1E9E670}"/>
              </a:ext>
            </a:extLst>
          </p:cNvPr>
          <p:cNvSpPr>
            <a:spLocks noGrp="1"/>
          </p:cNvSpPr>
          <p:nvPr/>
        </p:nvSpPr>
        <p:spPr>
          <a:xfrm>
            <a:off x="14668500" y="5715000"/>
            <a:ext cx="953" cy="295275"/>
          </a:xfrm>
          <a:custGeom>
            <a:pathLst>
              <a:path w="953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70A843"/>
            </a:solidFill>
            <a:prstDash val="solid"/>
          </a:ln>
        </p:spPr>
      </p:sp>
      <p:sp>
        <p:nvSpPr>
          <p:cNvPr id="53" name="Editable arrowhead 47">
            <a:extLst>
              <a:ext uri="{FF2B5EF4-FFF2-40B4-BE49-F238E27FC236}">
                <ns2:creationId id="{ED50AB9D-9A55-4AC5-98D1-59801C2AA143}"/>
              </a:ext>
            </a:extLst>
          </p:cNvPr>
          <p:cNvSpPr>
            <a:spLocks noGrp="1"/>
          </p:cNvSpPr>
          <p:nvPr/>
        </p:nvSpPr>
        <p:spPr>
          <a:xfrm>
            <a:off x="14620875" y="5715000"/>
            <a:ext cx="95250" cy="95250"/>
          </a:xfrm>
          <a:custGeom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70A843"/>
          </a:solidFill>
          <a:ln w="5715">
            <a:solidFill>
              <a:srgbClr val="70A843"/>
            </a:solidFill>
            <a:prstDash val="solid"/>
          </a:ln>
        </p:spPr>
      </p:sp>
      <p:graphicFrame>
        <p:nvGraphicFramePr>
          <p:cNvPr id="54" name="">
            <a:extLst>
              <a:ext uri="{FF2B5EF4-FFF2-40B4-BE49-F238E27FC236}">
                <ns2:creationId id="{57EB3A9B-CC0B-4081-82FF-C02D22D7349B}"/>
              </a:ext>
            </a:extLst>
          </p:cNvPr>
          <p:cNvGraphicFramePr/>
          <p:nvPr/>
        </p:nvGraphicFramePr>
        <p:xfrm>
          <a:off x="1038225" y="6896100"/>
          <a:ext cx="15811500" cy="1438275"/>
        </p:xfrm>
        <a:graphic>
          <a:graphicData uri="http://schemas.openxmlformats.org/drawingml/2006/table">
            <a:tbl>
              <a:tblPr firstRow="0" bandRow="0" bandCol="0"/>
              <a:tblGrid>
                <a:gridCol w="4476750"/>
                <a:gridCol w="11334750"/>
              </a:tblGrid>
              <a:tr h="409575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인계에서 잃기 쉬운 것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문제가 되는 전달 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51435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조건의 적용 전제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1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“가격이 같을 때”가 빠지고 유지보수를 항상 우선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자료의 유효성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000" b="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이전 판본·철회된 자료를 다음 Agent가 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Editable path 48">
            <a:extLst>
              <a:ext uri="{FF2B5EF4-FFF2-40B4-BE49-F238E27FC236}">
                <ns2:creationId id="{839F95FA-4455-48B6-95FA-05F7BBFCD529}"/>
              </a:ext>
            </a:extLst>
          </p:cNvPr>
          <p:cNvSpPr>
            <a:spLocks noGrp="1"/>
          </p:cNvSpPr>
          <p:nvPr/>
        </p:nvSpPr>
        <p:spPr>
          <a:xfrm>
            <a:off x="619125" y="8696325"/>
            <a:ext cx="16811625" cy="953"/>
          </a:xfrm>
          <a:custGeom>
            <a:pathLst>
              <a:path w="16811625" h="953">
                <a:moveTo>
                  <a:pt x="0" y="0"/>
                </a:moveTo>
                <a:lnTo>
                  <a:pt x="16811625" y="0"/>
                </a:lnTo>
              </a:path>
            </a:pathLst>
          </a:custGeom>
          <a:noFill/>
          <a:ln w="14288">
            <a:solidFill>
              <a:srgbClr val="4676CB"/>
            </a:solidFill>
            <a:prstDash val="solid"/>
          </a:ln>
        </p:spPr>
      </p:sp>
      <p:sp>
        <p:nvSpPr>
          <p:cNvPr id="56" name="DP4 object 49">
            <a:extLst>
              <a:ext uri="{FF2B5EF4-FFF2-40B4-BE49-F238E27FC236}">
                <ns2:creationId id="{9155F93A-20F7-483C-BFB0-EC08CB5010AA}"/>
              </a:ext>
            </a:extLst>
          </p:cNvPr>
          <p:cNvSpPr>
            <a:spLocks noGrp="1"/>
          </p:cNvSpPr>
          <p:nvPr/>
        </p:nvSpPr>
        <p:spPr>
          <a:xfrm>
            <a:off x="628650" y="9039225"/>
            <a:ext cx="2619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defPPr>
            <a:lvl1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pPr>
            <a:r>
              <a:rPr sz="2600" b="1" lang="ko-KR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이 DP의 질문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7" name="DP4 object 50">
            <a:extLst>
              <a:ext uri="{FF2B5EF4-FFF2-40B4-BE49-F238E27FC236}">
                <ns2:creationId id="{4A4AADD1-1413-4BCD-BD70-B5A4974F5DBF}"/>
              </a:ext>
            </a:extLst>
          </p:cNvPr>
          <p:cNvSpPr>
            <a:spLocks noGrp="1"/>
          </p:cNvSpPr>
          <p:nvPr/>
        </p:nvSpPr>
        <p:spPr>
          <a:xfrm>
            <a:off x="3381375" y="9001125"/>
            <a:ext cx="14049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8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인계 자료를 언제 준비하고, 누가 상세 범위를 선택할 것인가?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8" name="DP4 object 51">
            <a:extLst>
              <a:ext uri="{FF2B5EF4-FFF2-40B4-BE49-F238E27FC236}">
                <ns2:creationId id="{9E587198-8AB3-4D07-A3E3-6A258E0B9EC4}"/>
              </a:ext>
            </a:extLst>
          </p:cNvPr>
          <p:cNvSpPr>
            <a:spLocks noGrp="1"/>
          </p:cNvSpPr>
          <p:nvPr/>
        </p:nvSpPr>
        <p:spPr>
          <a:xfrm>
            <a:off x="3381375" y="9620250"/>
            <a:ext cx="13906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위임할 때 구성 / 지속 업무 기록에서 추출 / 수신자가 원문을 선택해 읽기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49702544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6" name="DP4 object 52">
            <a:extLst>
              <a:ext uri="{FF2B5EF4-FFF2-40B4-BE49-F238E27FC236}">
                <ns2:creationId id="{76F03E44-829F-49AA-9D2A-AC95991E888A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43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DP4. Agent 간 업무 인계 방안 (설계 방안 비교)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DP4 object 53">
            <a:extLst>
              <a:ext uri="{FF2B5EF4-FFF2-40B4-BE49-F238E27FC236}">
                <ns2:creationId id="{7FA0236D-B53A-44CE-AC66-5E7E559A03C4}"/>
              </a:ext>
            </a:extLst>
          </p:cNvPr>
          <p:cNvSpPr>
            <a:spLocks noGrp="1"/>
          </p:cNvSpPr>
          <p:nvPr/>
        </p:nvSpPr>
        <p:spPr>
          <a:xfrm>
            <a:off x="115252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DP4 object 54">
            <a:extLst>
              <a:ext uri="{FF2B5EF4-FFF2-40B4-BE49-F238E27FC236}">
                <ns2:creationId id="{E917D2E0-A04C-43DC-84B3-419628E60B8A}"/>
              </a:ext>
            </a:extLst>
          </p:cNvPr>
          <p:cNvSpPr>
            <a:spLocks noGrp="1"/>
          </p:cNvSpPr>
          <p:nvPr/>
        </p:nvSpPr>
        <p:spPr>
          <a:xfrm>
            <a:off x="116586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DP4 object 55">
            <a:extLst>
              <a:ext uri="{FF2B5EF4-FFF2-40B4-BE49-F238E27FC236}">
                <ns2:creationId id="{D1DF0571-F1AF-476E-8063-D7AF8BFF91C3}"/>
              </a:ext>
            </a:extLst>
          </p:cNvPr>
          <p:cNvSpPr>
            <a:spLocks noGrp="1"/>
          </p:cNvSpPr>
          <p:nvPr/>
        </p:nvSpPr>
        <p:spPr>
          <a:xfrm>
            <a:off x="128016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P4 object 56">
            <a:extLst>
              <a:ext uri="{FF2B5EF4-FFF2-40B4-BE49-F238E27FC236}">
                <ns2:creationId id="{E9F25CE3-5C72-4251-B363-52C80131F273}"/>
              </a:ext>
            </a:extLst>
          </p:cNvPr>
          <p:cNvSpPr>
            <a:spLocks noGrp="1"/>
          </p:cNvSpPr>
          <p:nvPr/>
        </p:nvSpPr>
        <p:spPr>
          <a:xfrm>
            <a:off x="129349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DP4 object 57">
            <a:extLst>
              <a:ext uri="{FF2B5EF4-FFF2-40B4-BE49-F238E27FC236}">
                <ns2:creationId id="{B7EF5384-46BB-4843-BB1B-C5FE8DC3E573}"/>
              </a:ext>
            </a:extLst>
          </p:cNvPr>
          <p:cNvSpPr>
            <a:spLocks noGrp="1"/>
          </p:cNvSpPr>
          <p:nvPr/>
        </p:nvSpPr>
        <p:spPr>
          <a:xfrm>
            <a:off x="14077950" y="314325"/>
            <a:ext cx="1362075" cy="419100"/>
          </a:xfrm>
          <a:prstGeom prst="chevron">
            <a:avLst/>
          </a:prstGeom>
          <a:solidFill>
            <a:srgbClr val="35A8C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P4 object 58">
            <a:extLst>
              <a:ext uri="{FF2B5EF4-FFF2-40B4-BE49-F238E27FC236}">
                <ns2:creationId id="{978925CF-E0E5-4DB2-8008-8E4786940F4D}"/>
              </a:ext>
            </a:extLst>
          </p:cNvPr>
          <p:cNvSpPr>
            <a:spLocks noGrp="1"/>
          </p:cNvSpPr>
          <p:nvPr/>
        </p:nvSpPr>
        <p:spPr>
          <a:xfrm>
            <a:off x="142113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DP4 object 59">
            <a:extLst>
              <a:ext uri="{FF2B5EF4-FFF2-40B4-BE49-F238E27FC236}">
                <ns2:creationId id="{A2D70B00-F15F-4E7D-B975-06518B06E454}"/>
              </a:ext>
            </a:extLst>
          </p:cNvPr>
          <p:cNvSpPr>
            <a:spLocks noGrp="1"/>
          </p:cNvSpPr>
          <p:nvPr/>
        </p:nvSpPr>
        <p:spPr>
          <a:xfrm>
            <a:off x="153543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P4 object 60">
            <a:extLst>
              <a:ext uri="{FF2B5EF4-FFF2-40B4-BE49-F238E27FC236}">
                <ns2:creationId id="{65E7A8CA-CF55-4636-B1CC-512D908457BE}"/>
              </a:ext>
            </a:extLst>
          </p:cNvPr>
          <p:cNvSpPr>
            <a:spLocks noGrp="1"/>
          </p:cNvSpPr>
          <p:nvPr/>
        </p:nvSpPr>
        <p:spPr>
          <a:xfrm>
            <a:off x="154876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DP4 object 61">
            <a:extLst>
              <a:ext uri="{FF2B5EF4-FFF2-40B4-BE49-F238E27FC236}">
                <ns2:creationId id="{1A94C846-56DF-4498-A5B9-BD6DB3FB94B7}"/>
              </a:ext>
            </a:extLst>
          </p:cNvPr>
          <p:cNvSpPr>
            <a:spLocks noGrp="1"/>
          </p:cNvSpPr>
          <p:nvPr/>
        </p:nvSpPr>
        <p:spPr>
          <a:xfrm>
            <a:off x="166306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DP4 object 62">
            <a:extLst>
              <a:ext uri="{FF2B5EF4-FFF2-40B4-BE49-F238E27FC236}">
                <ns2:creationId id="{886F1881-AC83-417B-A83E-DE33DFBFA0C7}"/>
              </a:ext>
            </a:extLst>
          </p:cNvPr>
          <p:cNvSpPr>
            <a:spLocks noGrp="1"/>
          </p:cNvSpPr>
          <p:nvPr/>
        </p:nvSpPr>
        <p:spPr>
          <a:xfrm>
            <a:off x="167640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Editable path 63">
            <a:extLst>
              <a:ext uri="{FF2B5EF4-FFF2-40B4-BE49-F238E27FC236}">
                <ns2:creationId id="{DACE3F6E-D763-492B-94C7-BA205B3F1C60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7164050" cy="953"/>
          </a:xfrm>
          <a:custGeom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/>
          <a:ln w="28575">
            <a:solidFill>
              <a:srgbClr val="A7A7A7"/>
            </a:solidFill>
            <a:prstDash val="solid"/>
          </a:ln>
        </p:spPr>
      </p:sp>
      <p:sp>
        <p:nvSpPr>
          <p:cNvPr id="13" name="DP4 object 64">
            <a:extLst>
              <a:ext uri="{FF2B5EF4-FFF2-40B4-BE49-F238E27FC236}">
                <ns2:creationId id="{58C2C869-9C66-4EC0-8B46-6E50A7A096F8}"/>
              </a:ext>
            </a:extLst>
          </p:cNvPr>
          <p:cNvSpPr>
            <a:spLocks noGrp="1"/>
          </p:cNvSpPr>
          <p:nvPr/>
        </p:nvSpPr>
        <p:spPr>
          <a:xfrm>
            <a:off x="17478375" y="99917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DP4 object 65">
            <a:extLst>
              <a:ext uri="{FF2B5EF4-FFF2-40B4-BE49-F238E27FC236}">
                <ns2:creationId id="{BAC91D49-2C66-43D3-A890-F31E6A2AB71E}"/>
              </a:ext>
            </a:extLst>
          </p:cNvPr>
          <p:cNvSpPr>
            <a:spLocks noGrp="1"/>
          </p:cNvSpPr>
          <p:nvPr/>
        </p:nvSpPr>
        <p:spPr>
          <a:xfrm>
            <a:off x="266700" y="1181100"/>
            <a:ext cx="17478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A↔B는 준비 수명 / A↔C는 상세 자료 선택 책임이 다르다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5" name="">
            <a:extLst>
              <a:ext uri="{FF2B5EF4-FFF2-40B4-BE49-F238E27FC236}">
                <ns2:creationId id="{394A204F-EDA2-4499-810A-45A4784AC718}"/>
              </a:ext>
            </a:extLst>
          </p:cNvPr>
          <p:cNvGraphicFramePr/>
          <p:nvPr/>
        </p:nvGraphicFramePr>
        <p:xfrm>
          <a:off x="228600" y="1657350"/>
          <a:ext cx="17830800" cy="8115300"/>
        </p:xfrm>
        <a:graphic>
          <a:graphicData uri="http://schemas.openxmlformats.org/drawingml/2006/table">
            <a:tbl>
              <a:tblPr firstRow="0" bandRow="0" bandCol="0"/>
              <a:tblGrid>
                <a:gridCol w="1600200"/>
                <a:gridCol w="5410200"/>
                <a:gridCol w="5410200"/>
                <a:gridCol w="5410200"/>
              </a:tblGrid>
              <a:tr h="43815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(A) 위임 시 인계 묶음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(B) 지속 업무 기록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(C) 필수 명세 + 수신자 읽기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0005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14300" marR="114300" marT="152400" marB="0" anchor="t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필요한 위임에만 자료를 구성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기확보 원문·유효 참조를 재사용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여러 인계에서 업무 설명을 재사용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공개 결과와 조건 관계를 유지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VIA의 선행 세부 선택을 줄임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업무 중 필요한 범위만 수신자가 선택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새 목적마다 선택·구성 부담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반복 인계의 준비 작업 증가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인계가 없어도 생산·갱신 비용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새 목적에는 원본 보완이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수신자의 읽기 지원·접근 관리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유효 참조만으로 본문 조건 보존은 불충분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QA01 첫 응답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4.307 (20/21)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4.421 (21/21)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4.321 (21/21)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QA02 지칭 집합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QA03 처리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11.019 (20/21)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12.439 (19/21)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4.329 (19/21)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QA04 변경 (개)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1.50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1.50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QA05 모델 비용 ($)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0.1018408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0.2886828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0.0757928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QA06 RSS (MB)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49.119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57.229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48.153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본문 충족 (진단)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8/18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15/18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12/18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DP4 object 66">
            <a:extLst>
              <a:ext uri="{FF2B5EF4-FFF2-40B4-BE49-F238E27FC236}">
                <ns2:creationId id="{00163F21-9B26-46A9-B092-36158CD7C031}"/>
              </a:ext>
            </a:extLst>
          </p:cNvPr>
          <p:cNvSpPr>
            <a:spLocks noGrp="1"/>
          </p:cNvSpPr>
          <p:nvPr/>
        </p:nvSpPr>
        <p:spPr>
          <a:xfrm>
            <a:off x="361950" y="2724150"/>
            <a:ext cx="1333500" cy="685800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17" name="DP4 object 67">
            <a:extLst>
              <a:ext uri="{FF2B5EF4-FFF2-40B4-BE49-F238E27FC236}">
                <ns2:creationId id="{495F6DAF-3493-4C72-82DE-398D61883184}"/>
              </a:ext>
            </a:extLst>
          </p:cNvPr>
          <p:cNvSpPr>
            <a:spLocks noGrp="1"/>
          </p:cNvSpPr>
          <p:nvPr/>
        </p:nvSpPr>
        <p:spPr>
          <a:xfrm>
            <a:off x="400050" y="27527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" name="DP4 object 68">
            <a:extLst>
              <a:ext uri="{FF2B5EF4-FFF2-40B4-BE49-F238E27FC236}">
                <ns2:creationId id="{BC83082C-AD2B-40A2-A513-9D7D0E663144}"/>
              </a:ext>
            </a:extLst>
          </p:cNvPr>
          <p:cNvSpPr>
            <a:spLocks noGrp="1"/>
          </p:cNvSpPr>
          <p:nvPr/>
        </p:nvSpPr>
        <p:spPr>
          <a:xfrm>
            <a:off x="438150" y="3086100"/>
            <a:ext cx="1181100" cy="257175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9" name="DP4 object 69">
            <a:extLst>
              <a:ext uri="{FF2B5EF4-FFF2-40B4-BE49-F238E27FC236}">
                <ns2:creationId id="{81F93615-A797-48D2-9AF6-2F8FCD1598FB}"/>
              </a:ext>
            </a:extLst>
          </p:cNvPr>
          <p:cNvSpPr>
            <a:spLocks noGrp="1"/>
          </p:cNvSpPr>
          <p:nvPr/>
        </p:nvSpPr>
        <p:spPr>
          <a:xfrm>
            <a:off x="466725" y="308610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내부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" name="상태 / 자료">
            <a:extLst>
              <a:ext uri="{FF2B5EF4-FFF2-40B4-BE49-F238E27FC236}">
                <ns2:creationId id="{EA117FD3-4739-4A26-9FA9-FFAFB17490A5}"/>
              </a:ext>
            </a:extLst>
          </p:cNvPr>
          <p:cNvSpPr>
            <a:spLocks noGrp="1"/>
          </p:cNvSpPr>
          <p:nvPr/>
        </p:nvSpPr>
        <p:spPr>
          <a:xfrm>
            <a:off x="381000" y="3695700"/>
            <a:ext cx="1304925" cy="5810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1" name="DP4 object 70">
            <a:extLst>
              <a:ext uri="{FF2B5EF4-FFF2-40B4-BE49-F238E27FC236}">
                <ns2:creationId id="{A8ED8B37-A965-41E7-B9AE-C19A9715AC48}"/>
              </a:ext>
            </a:extLst>
          </p:cNvPr>
          <p:cNvSpPr>
            <a:spLocks noGrp="1"/>
          </p:cNvSpPr>
          <p:nvPr/>
        </p:nvSpPr>
        <p:spPr>
          <a:xfrm>
            <a:off x="428625" y="3800475"/>
            <a:ext cx="1209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상태 / 자료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2" name="DP4 object 71">
            <a:extLst>
              <a:ext uri="{FF2B5EF4-FFF2-40B4-BE49-F238E27FC236}">
                <ns2:creationId id="{479BB5FC-71B1-424E-823E-385B6824C686}"/>
              </a:ext>
            </a:extLst>
          </p:cNvPr>
          <p:cNvSpPr>
            <a:spLocks noGrp="1"/>
          </p:cNvSpPr>
          <p:nvPr/>
        </p:nvSpPr>
        <p:spPr>
          <a:xfrm>
            <a:off x="304800" y="4572000"/>
            <a:ext cx="14668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실선: 자료·명령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점선: 요청·조건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3" name="DP4 object 72">
            <a:extLst>
              <a:ext uri="{FF2B5EF4-FFF2-40B4-BE49-F238E27FC236}">
                <ns2:creationId id="{3A64B2DB-1927-4140-97C7-793B44DCC123}"/>
              </a:ext>
            </a:extLst>
          </p:cNvPr>
          <p:cNvSpPr>
            <a:spLocks noGrp="1"/>
          </p:cNvSpPr>
          <p:nvPr/>
        </p:nvSpPr>
        <p:spPr>
          <a:xfrm>
            <a:off x="304800" y="5286375"/>
            <a:ext cx="14668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Task·원본 권위는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기존 owner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4" name="DP4 object 73">
            <a:extLst>
              <a:ext uri="{FF2B5EF4-FFF2-40B4-BE49-F238E27FC236}">
                <ns2:creationId id="{2B979598-DE17-418C-8205-5672D23D0C0E}"/>
              </a:ext>
            </a:extLst>
          </p:cNvPr>
          <p:cNvSpPr>
            <a:spLocks noGrp="1"/>
          </p:cNvSpPr>
          <p:nvPr/>
        </p:nvSpPr>
        <p:spPr>
          <a:xfrm>
            <a:off x="19240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위임 요청마다 목적별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5" name="Request Controller: 채택·허가">
            <a:extLst>
              <a:ext uri="{FF2B5EF4-FFF2-40B4-BE49-F238E27FC236}">
                <ns2:creationId id="{34BE42CE-99E4-4ACD-B78A-4C2F5BA74C8F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6" name="DP4 object 74">
            <a:extLst>
              <a:ext uri="{FF2B5EF4-FFF2-40B4-BE49-F238E27FC236}">
                <ns2:creationId id="{9B82EDBD-00ED-4491-8A72-CF6FD9BFB45D}"/>
              </a:ext>
            </a:extLst>
          </p:cNvPr>
          <p:cNvSpPr>
            <a:spLocks noGrp="1"/>
          </p:cNvSpPr>
          <p:nvPr/>
        </p:nvSpPr>
        <p:spPr>
          <a:xfrm>
            <a:off x="20669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7" name="Context Manager Component">
            <a:extLst>
              <a:ext uri="{FF2B5EF4-FFF2-40B4-BE49-F238E27FC236}">
                <ns2:creationId id="{35D7D858-445E-4611-8778-6D61113D5AB0}"/>
              </a:ext>
            </a:extLst>
          </p:cNvPr>
          <p:cNvSpPr>
            <a:spLocks noGrp="1"/>
          </p:cNvSpPr>
          <p:nvPr/>
        </p:nvSpPr>
        <p:spPr>
          <a:xfrm>
            <a:off x="20002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28" name="DP4 object 75">
            <a:extLst>
              <a:ext uri="{FF2B5EF4-FFF2-40B4-BE49-F238E27FC236}">
                <ns2:creationId id="{81446DC7-12D2-49DA-9808-BCF9BFAAD809}"/>
              </a:ext>
            </a:extLst>
          </p:cNvPr>
          <p:cNvSpPr>
            <a:spLocks noGrp="1"/>
          </p:cNvSpPr>
          <p:nvPr/>
        </p:nvSpPr>
        <p:spPr>
          <a:xfrm>
            <a:off x="20764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9" name="Editable path 76">
            <a:extLst>
              <a:ext uri="{FF2B5EF4-FFF2-40B4-BE49-F238E27FC236}">
                <ns2:creationId id="{498B7EE5-0E97-40E6-AA81-4EF4EE926BD7}"/>
              </a:ext>
            </a:extLst>
          </p:cNvPr>
          <p:cNvSpPr>
            <a:spLocks noGrp="1"/>
          </p:cNvSpPr>
          <p:nvPr/>
        </p:nvSpPr>
        <p:spPr>
          <a:xfrm>
            <a:off x="20002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30" name="목적별 자료 선택&#10;필수 조건·발췌·참조 구성">
            <a:extLst>
              <a:ext uri="{FF2B5EF4-FFF2-40B4-BE49-F238E27FC236}">
                <ns2:creationId id="{86FBD49D-49AB-41B8-A016-C805560F1C56}"/>
              </a:ext>
            </a:extLst>
          </p:cNvPr>
          <p:cNvSpPr>
            <a:spLocks noGrp="1"/>
          </p:cNvSpPr>
          <p:nvPr/>
        </p:nvSpPr>
        <p:spPr>
          <a:xfrm>
            <a:off x="2143125" y="3438525"/>
            <a:ext cx="2619375" cy="542925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1" name="DP4 object 77">
            <a:extLst>
              <a:ext uri="{FF2B5EF4-FFF2-40B4-BE49-F238E27FC236}">
                <ns2:creationId id="{83E49566-E33E-42AA-A5C1-A2147171A4F4}"/>
              </a:ext>
            </a:extLst>
          </p:cNvPr>
          <p:cNvSpPr>
            <a:spLocks noGrp="1"/>
          </p:cNvSpPr>
          <p:nvPr/>
        </p:nvSpPr>
        <p:spPr>
          <a:xfrm>
            <a:off x="2209800" y="3476625"/>
            <a:ext cx="2486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목적별 자료 선택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조건·발췌·참조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2" name="공통 원본&#10;기확보 근거">
            <a:extLst>
              <a:ext uri="{FF2B5EF4-FFF2-40B4-BE49-F238E27FC236}">
                <ns2:creationId id="{E066B4FD-1542-4A41-AB10-519342F85A31}"/>
              </a:ext>
            </a:extLst>
          </p:cNvPr>
          <p:cNvSpPr>
            <a:spLocks noGrp="1"/>
          </p:cNvSpPr>
          <p:nvPr/>
        </p:nvSpPr>
        <p:spPr>
          <a:xfrm>
            <a:off x="5057775" y="3409950"/>
            <a:ext cx="1847850" cy="6191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3" name="DP4 object 78">
            <a:extLst>
              <a:ext uri="{FF2B5EF4-FFF2-40B4-BE49-F238E27FC236}">
                <ns2:creationId id="{337AECB7-E230-4E6A-8174-75592CA0AB0A}"/>
              </a:ext>
            </a:extLst>
          </p:cNvPr>
          <p:cNvSpPr>
            <a:spLocks noGrp="1"/>
          </p:cNvSpPr>
          <p:nvPr/>
        </p:nvSpPr>
        <p:spPr>
          <a:xfrm>
            <a:off x="5105400" y="35147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공통 원본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기확보 근거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4" name="Editable path 79">
            <a:extLst>
              <a:ext uri="{FF2B5EF4-FFF2-40B4-BE49-F238E27FC236}">
                <ns2:creationId id="{BE2BFACE-523B-444A-B6C9-659F6E6CEF0D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295275" cy="953"/>
          </a:xfrm>
          <a:custGeom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5" name="Editable arrowhead 80">
            <a:extLst>
              <a:ext uri="{FF2B5EF4-FFF2-40B4-BE49-F238E27FC236}">
                <ns2:creationId id="{D4C643CE-64F7-4017-B6FB-C9C087B66819}"/>
              </a:ext>
            </a:extLst>
          </p:cNvPr>
          <p:cNvSpPr>
            <a:spLocks noGrp="1"/>
          </p:cNvSpPr>
          <p:nvPr/>
        </p:nvSpPr>
        <p:spPr>
          <a:xfrm>
            <a:off x="4762500" y="366712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6" name="Editable path 81">
            <a:extLst>
              <a:ext uri="{FF2B5EF4-FFF2-40B4-BE49-F238E27FC236}">
                <ns2:creationId id="{667D24C4-8BFC-4DB5-8075-B2E34374ABB3}"/>
              </a:ext>
            </a:extLst>
          </p:cNvPr>
          <p:cNvSpPr>
            <a:spLocks noGrp="1"/>
          </p:cNvSpPr>
          <p:nvPr/>
        </p:nvSpPr>
        <p:spPr>
          <a:xfrm>
            <a:off x="3448050" y="2838450"/>
            <a:ext cx="953" cy="600075"/>
          </a:xfrm>
          <a:custGeom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7" name="Editable arrowhead 82">
            <a:extLst>
              <a:ext uri="{FF2B5EF4-FFF2-40B4-BE49-F238E27FC236}">
                <ns2:creationId id="{DC8459F1-C4E5-48B6-B345-565BF2350470}"/>
              </a:ext>
            </a:extLst>
          </p:cNvPr>
          <p:cNvSpPr>
            <a:spLocks noGrp="1"/>
          </p:cNvSpPr>
          <p:nvPr/>
        </p:nvSpPr>
        <p:spPr>
          <a:xfrm>
            <a:off x="3400425" y="33432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8" name="임시 인계 묶음 (capsule)">
            <a:extLst>
              <a:ext uri="{FF2B5EF4-FFF2-40B4-BE49-F238E27FC236}">
                <ns2:creationId id="{F05D6D58-B3D7-4567-A64F-CB80611752F9}"/>
              </a:ext>
            </a:extLst>
          </p:cNvPr>
          <p:cNvSpPr>
            <a:spLocks noGrp="1"/>
          </p:cNvSpPr>
          <p:nvPr/>
        </p:nvSpPr>
        <p:spPr>
          <a:xfrm>
            <a:off x="2533650" y="4238625"/>
            <a:ext cx="4000500" cy="4667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9" name="DP4 object 83">
            <a:extLst>
              <a:ext uri="{FF2B5EF4-FFF2-40B4-BE49-F238E27FC236}">
                <ns2:creationId id="{164F559A-5740-4650-A286-533D4D0F63C5}"/>
              </a:ext>
            </a:extLst>
          </p:cNvPr>
          <p:cNvSpPr>
            <a:spLocks noGrp="1"/>
          </p:cNvSpPr>
          <p:nvPr/>
        </p:nvSpPr>
        <p:spPr>
          <a:xfrm>
            <a:off x="2581275" y="43434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임시 인계 묶음 (capsule)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0" name="Editable path 84">
            <a:extLst>
              <a:ext uri="{FF2B5EF4-FFF2-40B4-BE49-F238E27FC236}">
                <ns2:creationId id="{2AE41A8C-4241-4674-9EFC-EC1BA9997BF3}"/>
              </a:ext>
            </a:extLst>
          </p:cNvPr>
          <p:cNvSpPr>
            <a:spLocks noGrp="1"/>
          </p:cNvSpPr>
          <p:nvPr/>
        </p:nvSpPr>
        <p:spPr>
          <a:xfrm>
            <a:off x="3448050" y="3981450"/>
            <a:ext cx="953" cy="257175"/>
          </a:xfrm>
          <a:custGeom>
            <a:pathLst>
              <a:path w="953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1" name="Editable arrowhead 85">
            <a:extLst>
              <a:ext uri="{FF2B5EF4-FFF2-40B4-BE49-F238E27FC236}">
                <ns2:creationId id="{F99E0E12-E602-4049-A4E9-8D510696C0DE}"/>
              </a:ext>
            </a:extLst>
          </p:cNvPr>
          <p:cNvSpPr>
            <a:spLocks noGrp="1"/>
          </p:cNvSpPr>
          <p:nvPr/>
        </p:nvSpPr>
        <p:spPr>
          <a:xfrm>
            <a:off x="3400425" y="4143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42" name="DP4 object 86">
            <a:extLst>
              <a:ext uri="{FF2B5EF4-FFF2-40B4-BE49-F238E27FC236}">
                <ns2:creationId id="{269EE2E5-C7A8-4FB3-BA97-4DE726A8B423}"/>
              </a:ext>
            </a:extLst>
          </p:cNvPr>
          <p:cNvSpPr>
            <a:spLocks noGrp="1"/>
          </p:cNvSpPr>
          <p:nvPr/>
        </p:nvSpPr>
        <p:spPr>
          <a:xfrm>
            <a:off x="2066925" y="332422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43" name="DP4 object 87">
            <a:extLst>
              <a:ext uri="{FF2B5EF4-FFF2-40B4-BE49-F238E27FC236}">
                <ns2:creationId id="{705D0712-AA91-4593-B901-C7F8DCF81D0F}"/>
              </a:ext>
            </a:extLst>
          </p:cNvPr>
          <p:cNvSpPr>
            <a:spLocks noGrp="1"/>
          </p:cNvSpPr>
          <p:nvPr/>
        </p:nvSpPr>
        <p:spPr>
          <a:xfrm>
            <a:off x="2066925" y="332422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4" name="DP4 object 88">
            <a:extLst>
              <a:ext uri="{FF2B5EF4-FFF2-40B4-BE49-F238E27FC236}">
                <ns2:creationId id="{63062EEA-150A-446A-BB16-FD8C7A4F2EDD}"/>
              </a:ext>
            </a:extLst>
          </p:cNvPr>
          <p:cNvSpPr>
            <a:spLocks noGrp="1"/>
          </p:cNvSpPr>
          <p:nvPr/>
        </p:nvSpPr>
        <p:spPr>
          <a:xfrm>
            <a:off x="2343150" y="41719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45" name="DP4 object 89">
            <a:extLst>
              <a:ext uri="{FF2B5EF4-FFF2-40B4-BE49-F238E27FC236}">
                <ns2:creationId id="{B36ADAFB-283A-4B6A-BAB4-99CBD2BC17A2}"/>
              </a:ext>
            </a:extLst>
          </p:cNvPr>
          <p:cNvSpPr>
            <a:spLocks noGrp="1"/>
          </p:cNvSpPr>
          <p:nvPr/>
        </p:nvSpPr>
        <p:spPr>
          <a:xfrm>
            <a:off x="2343150" y="41719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6" name="Task Manager: 명령 확정">
            <a:extLst>
              <a:ext uri="{FF2B5EF4-FFF2-40B4-BE49-F238E27FC236}">
                <ns2:creationId id="{388F1528-0E46-45CA-AF1A-CCF706EE2CDE}"/>
              </a:ext>
            </a:extLst>
          </p:cNvPr>
          <p:cNvSpPr>
            <a:spLocks noGrp="1"/>
          </p:cNvSpPr>
          <p:nvPr/>
        </p:nvSpPr>
        <p:spPr>
          <a:xfrm>
            <a:off x="2000250" y="4914900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47" name="DP4 object 90">
            <a:extLst>
              <a:ext uri="{FF2B5EF4-FFF2-40B4-BE49-F238E27FC236}">
                <ns2:creationId id="{55E0F551-3625-45E2-A2F7-8670FA3A5BD8}"/>
              </a:ext>
            </a:extLst>
          </p:cNvPr>
          <p:cNvSpPr>
            <a:spLocks noGrp="1"/>
          </p:cNvSpPr>
          <p:nvPr/>
        </p:nvSpPr>
        <p:spPr>
          <a:xfrm>
            <a:off x="2066925" y="4953000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Manager: 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8" name="Agent Gateway: 실제 전송">
            <a:extLst>
              <a:ext uri="{FF2B5EF4-FFF2-40B4-BE49-F238E27FC236}">
                <ns2:creationId id="{9447F482-589C-4234-980B-6758BE1A8465}"/>
              </a:ext>
            </a:extLst>
          </p:cNvPr>
          <p:cNvSpPr>
            <a:spLocks noGrp="1"/>
          </p:cNvSpPr>
          <p:nvPr/>
        </p:nvSpPr>
        <p:spPr>
          <a:xfrm>
            <a:off x="2000250" y="5324475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49" name="DP4 object 91">
            <a:extLst>
              <a:ext uri="{FF2B5EF4-FFF2-40B4-BE49-F238E27FC236}">
                <ns2:creationId id="{CA49F274-2DC0-4FB4-AFE2-EEBA03B394F6}"/>
              </a:ext>
            </a:extLst>
          </p:cNvPr>
          <p:cNvSpPr>
            <a:spLocks noGrp="1"/>
          </p:cNvSpPr>
          <p:nvPr/>
        </p:nvSpPr>
        <p:spPr>
          <a:xfrm>
            <a:off x="2066925" y="5362575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Gateway: 실제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0" name="외부 Downstream Agent">
            <a:extLst>
              <a:ext uri="{FF2B5EF4-FFF2-40B4-BE49-F238E27FC236}">
                <ns2:creationId id="{8E4ECC45-B319-417E-9EC1-C64F91E62000}"/>
              </a:ext>
            </a:extLst>
          </p:cNvPr>
          <p:cNvSpPr>
            <a:spLocks noGrp="1"/>
          </p:cNvSpPr>
          <p:nvPr/>
        </p:nvSpPr>
        <p:spPr>
          <a:xfrm>
            <a:off x="2000250" y="5762625"/>
            <a:ext cx="5067300" cy="2667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51" name="DP4 object 92">
            <a:extLst>
              <a:ext uri="{FF2B5EF4-FFF2-40B4-BE49-F238E27FC236}">
                <ns2:creationId id="{EDAF05C2-C61F-4447-AFE4-4DDE6929815C}"/>
              </a:ext>
            </a:extLst>
          </p:cNvPr>
          <p:cNvSpPr>
            <a:spLocks noGrp="1"/>
          </p:cNvSpPr>
          <p:nvPr/>
        </p:nvSpPr>
        <p:spPr>
          <a:xfrm>
            <a:off x="2066925" y="5800725"/>
            <a:ext cx="493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2" name="Editable path 93">
            <a:extLst>
              <a:ext uri="{FF2B5EF4-FFF2-40B4-BE49-F238E27FC236}">
                <ns2:creationId id="{379A051B-7435-42FB-BA61-A9D51DF7F81E}"/>
              </a:ext>
            </a:extLst>
          </p:cNvPr>
          <p:cNvSpPr>
            <a:spLocks noGrp="1"/>
          </p:cNvSpPr>
          <p:nvPr/>
        </p:nvSpPr>
        <p:spPr>
          <a:xfrm>
            <a:off x="4533900" y="4800600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" name="Editable arrowhead 94">
            <a:extLst>
              <a:ext uri="{FF2B5EF4-FFF2-40B4-BE49-F238E27FC236}">
                <ns2:creationId id="{ADC375DF-3F05-4820-854B-7995D84826F7}"/>
              </a:ext>
            </a:extLst>
          </p:cNvPr>
          <p:cNvSpPr>
            <a:spLocks noGrp="1"/>
          </p:cNvSpPr>
          <p:nvPr/>
        </p:nvSpPr>
        <p:spPr>
          <a:xfrm>
            <a:off x="4486275" y="481965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4" name="Editable path 95">
            <a:extLst>
              <a:ext uri="{FF2B5EF4-FFF2-40B4-BE49-F238E27FC236}">
                <ns2:creationId id="{57A159CE-6CFC-406B-8032-DC92B0E56602}"/>
              </a:ext>
            </a:extLst>
          </p:cNvPr>
          <p:cNvSpPr>
            <a:spLocks noGrp="1"/>
          </p:cNvSpPr>
          <p:nvPr/>
        </p:nvSpPr>
        <p:spPr>
          <a:xfrm>
            <a:off x="4533900" y="5219700"/>
            <a:ext cx="953" cy="104775"/>
          </a:xfrm>
          <a:custGeom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" name="Editable arrowhead 96">
            <a:extLst>
              <a:ext uri="{FF2B5EF4-FFF2-40B4-BE49-F238E27FC236}">
                <ns2:creationId id="{595A9781-A481-45CA-9242-96E4B4C40876}"/>
              </a:ext>
            </a:extLst>
          </p:cNvPr>
          <p:cNvSpPr>
            <a:spLocks noGrp="1"/>
          </p:cNvSpPr>
          <p:nvPr/>
        </p:nvSpPr>
        <p:spPr>
          <a:xfrm>
            <a:off x="4486275" y="5229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6" name="Editable path 97">
            <a:extLst>
              <a:ext uri="{FF2B5EF4-FFF2-40B4-BE49-F238E27FC236}">
                <ns2:creationId id="{D904B1D1-8FFE-4FDD-9A6F-A6A05FE49710}"/>
              </a:ext>
            </a:extLst>
          </p:cNvPr>
          <p:cNvSpPr>
            <a:spLocks noGrp="1"/>
          </p:cNvSpPr>
          <p:nvPr/>
        </p:nvSpPr>
        <p:spPr>
          <a:xfrm>
            <a:off x="4533900" y="5629275"/>
            <a:ext cx="953" cy="133350"/>
          </a:xfrm>
          <a:custGeom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7" name="Editable arrowhead 98">
            <a:extLst>
              <a:ext uri="{FF2B5EF4-FFF2-40B4-BE49-F238E27FC236}">
                <ns2:creationId id="{6A2EF9FB-071B-4250-A9E1-CD3304A2706D}"/>
              </a:ext>
            </a:extLst>
          </p:cNvPr>
          <p:cNvSpPr>
            <a:spLocks noGrp="1"/>
          </p:cNvSpPr>
          <p:nvPr/>
        </p:nvSpPr>
        <p:spPr>
          <a:xfrm>
            <a:off x="4486275" y="5667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8" name="DP4 object 99">
            <a:extLst>
              <a:ext uri="{FF2B5EF4-FFF2-40B4-BE49-F238E27FC236}">
                <ns2:creationId id="{626DE77B-8D76-4268-AB63-063CCD2226D3}"/>
              </a:ext>
            </a:extLst>
          </p:cNvPr>
          <p:cNvSpPr>
            <a:spLocks noGrp="1"/>
          </p:cNvSpPr>
          <p:nvPr/>
        </p:nvSpPr>
        <p:spPr>
          <a:xfrm>
            <a:off x="73342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공개 사건을 선생산하고 반복 소비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9" name="Request Controller: 채택·허가">
            <a:extLst>
              <a:ext uri="{FF2B5EF4-FFF2-40B4-BE49-F238E27FC236}">
                <ns2:creationId id="{8F31D299-2754-41C7-997F-0669E0B4F78C}"/>
              </a:ext>
            </a:extLst>
          </p:cNvPr>
          <p:cNvSpPr>
            <a:spLocks noGrp="1"/>
          </p:cNvSpPr>
          <p:nvPr/>
        </p:nvSpPr>
        <p:spPr>
          <a:xfrm>
            <a:off x="74104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0" name="DP4 object 100">
            <a:extLst>
              <a:ext uri="{FF2B5EF4-FFF2-40B4-BE49-F238E27FC236}">
                <ns2:creationId id="{4F633E00-9B5F-46E1-BFAE-6C229872FFAB}"/>
              </a:ext>
            </a:extLst>
          </p:cNvPr>
          <p:cNvSpPr>
            <a:spLocks noGrp="1"/>
          </p:cNvSpPr>
          <p:nvPr/>
        </p:nvSpPr>
        <p:spPr>
          <a:xfrm>
            <a:off x="74771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1" name="Context Manager Component">
            <a:extLst>
              <a:ext uri="{FF2B5EF4-FFF2-40B4-BE49-F238E27FC236}">
                <ns2:creationId id="{A47CC22D-3F99-4468-89FF-ECF8943293B0}"/>
              </a:ext>
            </a:extLst>
          </p:cNvPr>
          <p:cNvSpPr>
            <a:spLocks noGrp="1"/>
          </p:cNvSpPr>
          <p:nvPr/>
        </p:nvSpPr>
        <p:spPr>
          <a:xfrm>
            <a:off x="74104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62" name="DP4 object 101">
            <a:extLst>
              <a:ext uri="{FF2B5EF4-FFF2-40B4-BE49-F238E27FC236}">
                <ns2:creationId id="{231E9C5A-91B3-4C40-8E92-BA41C35D4C98}"/>
              </a:ext>
            </a:extLst>
          </p:cNvPr>
          <p:cNvSpPr>
            <a:spLocks noGrp="1"/>
          </p:cNvSpPr>
          <p:nvPr/>
        </p:nvSpPr>
        <p:spPr>
          <a:xfrm>
            <a:off x="74866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3" name="Editable path 102">
            <a:extLst>
              <a:ext uri="{FF2B5EF4-FFF2-40B4-BE49-F238E27FC236}">
                <ns2:creationId id="{858D95BD-7AD2-4A55-B3CC-A6F31FF09652}"/>
              </a:ext>
            </a:extLst>
          </p:cNvPr>
          <p:cNvSpPr>
            <a:spLocks noGrp="1"/>
          </p:cNvSpPr>
          <p:nvPr/>
        </p:nvSpPr>
        <p:spPr>
          <a:xfrm>
            <a:off x="74104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64" name="DP4 object 103">
            <a:extLst>
              <a:ext uri="{FF2B5EF4-FFF2-40B4-BE49-F238E27FC236}">
                <ns2:creationId id="{7FD387FD-3B5C-44FC-8371-89D0B03298E1}"/>
              </a:ext>
            </a:extLst>
          </p:cNvPr>
          <p:cNvSpPr>
            <a:spLocks noGrp="1"/>
          </p:cNvSpPr>
          <p:nvPr/>
        </p:nvSpPr>
        <p:spPr>
          <a:xfrm>
            <a:off x="7572375" y="3333750"/>
            <a:ext cx="2228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공개 결과·정정 사건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5" name="업무 설명·관계&#10;생산 / 갱신">
            <a:extLst>
              <a:ext uri="{FF2B5EF4-FFF2-40B4-BE49-F238E27FC236}">
                <ns2:creationId id="{F74813BA-3BE1-4518-9260-DFB741FF1D89}"/>
              </a:ext>
            </a:extLst>
          </p:cNvPr>
          <p:cNvSpPr>
            <a:spLocks noGrp="1"/>
          </p:cNvSpPr>
          <p:nvPr/>
        </p:nvSpPr>
        <p:spPr>
          <a:xfrm>
            <a:off x="7572375" y="3676650"/>
            <a:ext cx="2228850" cy="4953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6" name="DP4 object 104">
            <a:extLst>
              <a:ext uri="{FF2B5EF4-FFF2-40B4-BE49-F238E27FC236}">
                <ns2:creationId id="{62BD2D92-4ED4-46B6-B910-5F007ECE643D}"/>
              </a:ext>
            </a:extLst>
          </p:cNvPr>
          <p:cNvSpPr>
            <a:spLocks noGrp="1"/>
          </p:cNvSpPr>
          <p:nvPr/>
        </p:nvSpPr>
        <p:spPr>
          <a:xfrm>
            <a:off x="7639050" y="3714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업무 설명·관계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생산 / 갱신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7" name="지속 업무 기록&#10;판본·의존성·coverage">
            <a:extLst>
              <a:ext uri="{FF2B5EF4-FFF2-40B4-BE49-F238E27FC236}">
                <ns2:creationId id="{4A43F44E-5110-43D4-96B3-0E46F39CE34A}"/>
              </a:ext>
            </a:extLst>
          </p:cNvPr>
          <p:cNvSpPr>
            <a:spLocks noGrp="1"/>
          </p:cNvSpPr>
          <p:nvPr/>
        </p:nvSpPr>
        <p:spPr>
          <a:xfrm>
            <a:off x="10134600" y="3419475"/>
            <a:ext cx="2190750" cy="742950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8" name="DP4 object 105">
            <a:extLst>
              <a:ext uri="{FF2B5EF4-FFF2-40B4-BE49-F238E27FC236}">
                <ns2:creationId id="{BA94ECB5-6F23-41D8-AF5E-2B92038A1B3A}"/>
              </a:ext>
            </a:extLst>
          </p:cNvPr>
          <p:cNvSpPr>
            <a:spLocks noGrp="1"/>
          </p:cNvSpPr>
          <p:nvPr/>
        </p:nvSpPr>
        <p:spPr>
          <a:xfrm>
            <a:off x="10182225" y="3524250"/>
            <a:ext cx="2095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지속 업무 기록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판본·의존성·coverage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9" name="Editable path 106">
            <a:extLst>
              <a:ext uri="{FF2B5EF4-FFF2-40B4-BE49-F238E27FC236}">
                <ns2:creationId id="{C53FCC7E-3089-49ED-ABD5-09E6C694AF87}"/>
              </a:ext>
            </a:extLst>
          </p:cNvPr>
          <p:cNvSpPr>
            <a:spLocks noGrp="1"/>
          </p:cNvSpPr>
          <p:nvPr/>
        </p:nvSpPr>
        <p:spPr>
          <a:xfrm>
            <a:off x="8677275" y="3590925"/>
            <a:ext cx="953" cy="85725"/>
          </a:xfrm>
          <a:custGeom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0" name="Editable arrowhead 107">
            <a:extLst>
              <a:ext uri="{FF2B5EF4-FFF2-40B4-BE49-F238E27FC236}">
                <ns2:creationId id="{C58F6B35-1862-4856-A74D-3C027AAACDE5}"/>
              </a:ext>
            </a:extLst>
          </p:cNvPr>
          <p:cNvSpPr>
            <a:spLocks noGrp="1"/>
          </p:cNvSpPr>
          <p:nvPr/>
        </p:nvSpPr>
        <p:spPr>
          <a:xfrm>
            <a:off x="8629650" y="35814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1" name="Editable path 108">
            <a:extLst>
              <a:ext uri="{FF2B5EF4-FFF2-40B4-BE49-F238E27FC236}">
                <ns2:creationId id="{CB1EB031-8127-4BF5-82F9-5A24CF9266D8}"/>
              </a:ext>
            </a:extLst>
          </p:cNvPr>
          <p:cNvSpPr>
            <a:spLocks noGrp="1"/>
          </p:cNvSpPr>
          <p:nvPr/>
        </p:nvSpPr>
        <p:spPr>
          <a:xfrm>
            <a:off x="9801225" y="3914775"/>
            <a:ext cx="333375" cy="953"/>
          </a:xfrm>
          <a:custGeom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2" name="Editable arrowhead 109">
            <a:extLst>
              <a:ext uri="{FF2B5EF4-FFF2-40B4-BE49-F238E27FC236}">
                <ns2:creationId id="{65C784A2-65DA-4EA7-B01D-8E346701D73D}"/>
              </a:ext>
            </a:extLst>
          </p:cNvPr>
          <p:cNvSpPr>
            <a:spLocks noGrp="1"/>
          </p:cNvSpPr>
          <p:nvPr/>
        </p:nvSpPr>
        <p:spPr>
          <a:xfrm>
            <a:off x="10039350" y="3867150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3" name="목적별 추출 / 부족한 원본 보완">
            <a:extLst>
              <a:ext uri="{FF2B5EF4-FFF2-40B4-BE49-F238E27FC236}">
                <ns2:creationId id="{7C9DDC27-311A-454B-B999-785CF12B0EFE}"/>
              </a:ext>
            </a:extLst>
          </p:cNvPr>
          <p:cNvSpPr>
            <a:spLocks noGrp="1"/>
          </p:cNvSpPr>
          <p:nvPr/>
        </p:nvSpPr>
        <p:spPr>
          <a:xfrm>
            <a:off x="7943850" y="4352925"/>
            <a:ext cx="4000500" cy="352425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74" name="DP4 object 110">
            <a:extLst>
              <a:ext uri="{FF2B5EF4-FFF2-40B4-BE49-F238E27FC236}">
                <ns2:creationId id="{8BC4E339-6A59-4102-BA05-996EC14E5D93}"/>
              </a:ext>
            </a:extLst>
          </p:cNvPr>
          <p:cNvSpPr>
            <a:spLocks noGrp="1"/>
          </p:cNvSpPr>
          <p:nvPr/>
        </p:nvSpPr>
        <p:spPr>
          <a:xfrm>
            <a:off x="8010525" y="4391025"/>
            <a:ext cx="3867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목적별 추출 / 부족한 원본 보완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5" name="Editable path 111">
            <a:extLst>
              <a:ext uri="{FF2B5EF4-FFF2-40B4-BE49-F238E27FC236}">
                <ns2:creationId id="{BD155604-BE86-403A-BB22-781DF4931A48}"/>
              </a:ext>
            </a:extLst>
          </p:cNvPr>
          <p:cNvSpPr>
            <a:spLocks noGrp="1"/>
          </p:cNvSpPr>
          <p:nvPr/>
        </p:nvSpPr>
        <p:spPr>
          <a:xfrm>
            <a:off x="9944100" y="4162425"/>
            <a:ext cx="1285875" cy="190500"/>
          </a:xfrm>
          <a:custGeom>
            <a:pathLst>
              <a:path w="1285875" h="190500">
                <a:moveTo>
                  <a:pt x="1285875" y="0"/>
                </a:moveTo>
                <a:lnTo>
                  <a:pt x="1285875" y="104775"/>
                </a:lnTo>
                <a:lnTo>
                  <a:pt x="0" y="104775"/>
                </a:lnTo>
                <a:lnTo>
                  <a:pt x="0" y="1905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6" name="Editable arrowhead 112">
            <a:extLst>
              <a:ext uri="{FF2B5EF4-FFF2-40B4-BE49-F238E27FC236}">
                <ns2:creationId id="{CBCF62E6-B0CF-4CA8-8711-DCA5962D9E71}"/>
              </a:ext>
            </a:extLst>
          </p:cNvPr>
          <p:cNvSpPr>
            <a:spLocks noGrp="1"/>
          </p:cNvSpPr>
          <p:nvPr/>
        </p:nvSpPr>
        <p:spPr>
          <a:xfrm>
            <a:off x="9896475" y="42576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7" name="Editable path 113">
            <a:extLst>
              <a:ext uri="{FF2B5EF4-FFF2-40B4-BE49-F238E27FC236}">
                <ns2:creationId id="{92AED930-4EEC-47C7-947E-C75C0EA74B5C}"/>
              </a:ext>
            </a:extLst>
          </p:cNvPr>
          <p:cNvSpPr>
            <a:spLocks noGrp="1"/>
          </p:cNvSpPr>
          <p:nvPr/>
        </p:nvSpPr>
        <p:spPr>
          <a:xfrm>
            <a:off x="7315200" y="2838450"/>
            <a:ext cx="714375" cy="1695450"/>
          </a:xfrm>
          <a:custGeom>
            <a:pathLst>
              <a:path w="714375" h="1695450">
                <a:moveTo>
                  <a:pt x="714375" y="0"/>
                </a:moveTo>
                <a:lnTo>
                  <a:pt x="0" y="0"/>
                </a:lnTo>
                <a:lnTo>
                  <a:pt x="0" y="1695450"/>
                </a:lnTo>
                <a:lnTo>
                  <a:pt x="628650" y="1695450"/>
                </a:lnTo>
              </a:path>
            </a:pathLst>
          </a:custGeom>
          <a:noFill/>
          <a:ln w="17145">
            <a:solidFill>
              <a:srgbClr val="111111"/>
            </a:solidFill>
            <a:prstDash val="dash"/>
          </a:ln>
        </p:spPr>
      </p:sp>
      <p:sp>
        <p:nvSpPr>
          <p:cNvPr id="78" name="Editable arrowhead 114">
            <a:extLst>
              <a:ext uri="{FF2B5EF4-FFF2-40B4-BE49-F238E27FC236}">
                <ns2:creationId id="{6EA259EB-6744-4153-B1E9-40FCE16792CA}"/>
              </a:ext>
            </a:extLst>
          </p:cNvPr>
          <p:cNvSpPr>
            <a:spLocks noGrp="1"/>
          </p:cNvSpPr>
          <p:nvPr/>
        </p:nvSpPr>
        <p:spPr>
          <a:xfrm>
            <a:off x="7848600" y="4486275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9" name="DP4 object 115">
            <a:extLst>
              <a:ext uri="{FF2B5EF4-FFF2-40B4-BE49-F238E27FC236}">
                <ns2:creationId id="{9189A169-1791-4CE3-8E6E-6D434E712074}"/>
              </a:ext>
            </a:extLst>
          </p:cNvPr>
          <p:cNvSpPr>
            <a:spLocks noGrp="1"/>
          </p:cNvSpPr>
          <p:nvPr/>
        </p:nvSpPr>
        <p:spPr>
          <a:xfrm>
            <a:off x="7477125" y="35718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0" name="DP4 object 116">
            <a:extLst>
              <a:ext uri="{FF2B5EF4-FFF2-40B4-BE49-F238E27FC236}">
                <ns2:creationId id="{299CAE68-ED62-4F8D-8C40-89CB471902F0}"/>
              </a:ext>
            </a:extLst>
          </p:cNvPr>
          <p:cNvSpPr>
            <a:spLocks noGrp="1"/>
          </p:cNvSpPr>
          <p:nvPr/>
        </p:nvSpPr>
        <p:spPr>
          <a:xfrm>
            <a:off x="7477125" y="35718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1" name="DP4 object 117">
            <a:extLst>
              <a:ext uri="{FF2B5EF4-FFF2-40B4-BE49-F238E27FC236}">
                <ns2:creationId id="{47F032E1-CD1B-4784-9F09-732C24A0E05F}"/>
              </a:ext>
            </a:extLst>
          </p:cNvPr>
          <p:cNvSpPr>
            <a:spLocks noGrp="1"/>
          </p:cNvSpPr>
          <p:nvPr/>
        </p:nvSpPr>
        <p:spPr>
          <a:xfrm>
            <a:off x="9944100" y="33432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2" name="DP4 object 118">
            <a:extLst>
              <a:ext uri="{FF2B5EF4-FFF2-40B4-BE49-F238E27FC236}">
                <ns2:creationId id="{009319B0-B2B4-4CF0-AB54-673D4FF3745A}"/>
              </a:ext>
            </a:extLst>
          </p:cNvPr>
          <p:cNvSpPr>
            <a:spLocks noGrp="1"/>
          </p:cNvSpPr>
          <p:nvPr/>
        </p:nvSpPr>
        <p:spPr>
          <a:xfrm>
            <a:off x="9944100" y="33432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3" name="DP4 object 119">
            <a:extLst>
              <a:ext uri="{FF2B5EF4-FFF2-40B4-BE49-F238E27FC236}">
                <ns2:creationId id="{B34B8D33-B272-41B3-9CF7-8987837DFA72}"/>
              </a:ext>
            </a:extLst>
          </p:cNvPr>
          <p:cNvSpPr>
            <a:spLocks noGrp="1"/>
          </p:cNvSpPr>
          <p:nvPr/>
        </p:nvSpPr>
        <p:spPr>
          <a:xfrm>
            <a:off x="7753350" y="42576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4" name="DP4 object 120">
            <a:extLst>
              <a:ext uri="{FF2B5EF4-FFF2-40B4-BE49-F238E27FC236}">
                <ns2:creationId id="{B10C03A8-BB25-4652-9F20-9C14607A1141}"/>
              </a:ext>
            </a:extLst>
          </p:cNvPr>
          <p:cNvSpPr>
            <a:spLocks noGrp="1"/>
          </p:cNvSpPr>
          <p:nvPr/>
        </p:nvSpPr>
        <p:spPr>
          <a:xfrm>
            <a:off x="7753350" y="42576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5" name="Task Manager: 명령 확정">
            <a:extLst>
              <a:ext uri="{FF2B5EF4-FFF2-40B4-BE49-F238E27FC236}">
                <ns2:creationId id="{3FA02E6F-C701-451F-A2E1-63DD6792DB63}"/>
              </a:ext>
            </a:extLst>
          </p:cNvPr>
          <p:cNvSpPr>
            <a:spLocks noGrp="1"/>
          </p:cNvSpPr>
          <p:nvPr/>
        </p:nvSpPr>
        <p:spPr>
          <a:xfrm>
            <a:off x="7410450" y="4914900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86" name="DP4 object 121">
            <a:extLst>
              <a:ext uri="{FF2B5EF4-FFF2-40B4-BE49-F238E27FC236}">
                <ns2:creationId id="{B7F5A49F-3DA0-4C13-8F42-CBCD712C2A6A}"/>
              </a:ext>
            </a:extLst>
          </p:cNvPr>
          <p:cNvSpPr>
            <a:spLocks noGrp="1"/>
          </p:cNvSpPr>
          <p:nvPr/>
        </p:nvSpPr>
        <p:spPr>
          <a:xfrm>
            <a:off x="7477125" y="4953000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Manager: 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7" name="Agent Gateway: 실제 전송">
            <a:extLst>
              <a:ext uri="{FF2B5EF4-FFF2-40B4-BE49-F238E27FC236}">
                <ns2:creationId id="{32E31CEF-C973-4203-AFD8-D177A7C8DDE2}"/>
              </a:ext>
            </a:extLst>
          </p:cNvPr>
          <p:cNvSpPr>
            <a:spLocks noGrp="1"/>
          </p:cNvSpPr>
          <p:nvPr/>
        </p:nvSpPr>
        <p:spPr>
          <a:xfrm>
            <a:off x="7410450" y="5324475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88" name="DP4 object 122">
            <a:extLst>
              <a:ext uri="{FF2B5EF4-FFF2-40B4-BE49-F238E27FC236}">
                <ns2:creationId id="{9E0EB925-EEF0-4F20-98BE-E30B7A29E514}"/>
              </a:ext>
            </a:extLst>
          </p:cNvPr>
          <p:cNvSpPr>
            <a:spLocks noGrp="1"/>
          </p:cNvSpPr>
          <p:nvPr/>
        </p:nvSpPr>
        <p:spPr>
          <a:xfrm>
            <a:off x="7477125" y="5362575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Gateway: 실제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9" name="외부 Downstream Agent">
            <a:extLst>
              <a:ext uri="{FF2B5EF4-FFF2-40B4-BE49-F238E27FC236}">
                <ns2:creationId id="{4E4DC186-59E9-446C-9032-FAA0F3FD705C}"/>
              </a:ext>
            </a:extLst>
          </p:cNvPr>
          <p:cNvSpPr>
            <a:spLocks noGrp="1"/>
          </p:cNvSpPr>
          <p:nvPr/>
        </p:nvSpPr>
        <p:spPr>
          <a:xfrm>
            <a:off x="7410450" y="5762625"/>
            <a:ext cx="5067300" cy="2667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90" name="DP4 object 123">
            <a:extLst>
              <a:ext uri="{FF2B5EF4-FFF2-40B4-BE49-F238E27FC236}">
                <ns2:creationId id="{BEBDCE57-8967-422C-84D5-A07E76DFB1DA}"/>
              </a:ext>
            </a:extLst>
          </p:cNvPr>
          <p:cNvSpPr>
            <a:spLocks noGrp="1"/>
          </p:cNvSpPr>
          <p:nvPr/>
        </p:nvSpPr>
        <p:spPr>
          <a:xfrm>
            <a:off x="7477125" y="5800725"/>
            <a:ext cx="493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1" name="Editable path 124">
            <a:extLst>
              <a:ext uri="{FF2B5EF4-FFF2-40B4-BE49-F238E27FC236}">
                <ns2:creationId id="{C57C2F35-2F8D-45BB-BA6B-1785B96C9887}"/>
              </a:ext>
            </a:extLst>
          </p:cNvPr>
          <p:cNvSpPr>
            <a:spLocks noGrp="1"/>
          </p:cNvSpPr>
          <p:nvPr/>
        </p:nvSpPr>
        <p:spPr>
          <a:xfrm>
            <a:off x="9944100" y="4800600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2" name="Editable arrowhead 125">
            <a:extLst>
              <a:ext uri="{FF2B5EF4-FFF2-40B4-BE49-F238E27FC236}">
                <ns2:creationId id="{E131E442-F82A-4736-B77B-0F1C986A2C33}"/>
              </a:ext>
            </a:extLst>
          </p:cNvPr>
          <p:cNvSpPr>
            <a:spLocks noGrp="1"/>
          </p:cNvSpPr>
          <p:nvPr/>
        </p:nvSpPr>
        <p:spPr>
          <a:xfrm>
            <a:off x="9896475" y="481965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3" name="Editable path 126">
            <a:extLst>
              <a:ext uri="{FF2B5EF4-FFF2-40B4-BE49-F238E27FC236}">
                <ns2:creationId id="{8EB0E477-BE78-4B86-99EB-67DCE5EF1D3D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953" cy="104775"/>
          </a:xfrm>
          <a:custGeom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4" name="Editable arrowhead 127">
            <a:extLst>
              <a:ext uri="{FF2B5EF4-FFF2-40B4-BE49-F238E27FC236}">
                <ns2:creationId id="{E9A85EC2-3D16-47A2-8BDD-62AA53C99381}"/>
              </a:ext>
            </a:extLst>
          </p:cNvPr>
          <p:cNvSpPr>
            <a:spLocks noGrp="1"/>
          </p:cNvSpPr>
          <p:nvPr/>
        </p:nvSpPr>
        <p:spPr>
          <a:xfrm>
            <a:off x="9896475" y="5229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5" name="Editable path 128">
            <a:extLst>
              <a:ext uri="{FF2B5EF4-FFF2-40B4-BE49-F238E27FC236}">
                <ns2:creationId id="{CFABE898-89F9-4502-AF16-AF88915DB50F}"/>
              </a:ext>
            </a:extLst>
          </p:cNvPr>
          <p:cNvSpPr>
            <a:spLocks noGrp="1"/>
          </p:cNvSpPr>
          <p:nvPr/>
        </p:nvSpPr>
        <p:spPr>
          <a:xfrm>
            <a:off x="9944100" y="5629275"/>
            <a:ext cx="953" cy="133350"/>
          </a:xfrm>
          <a:custGeom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6" name="Editable arrowhead 129">
            <a:extLst>
              <a:ext uri="{FF2B5EF4-FFF2-40B4-BE49-F238E27FC236}">
                <ns2:creationId id="{6EB2F65D-4C67-438C-BF9F-D870B501960A}"/>
              </a:ext>
            </a:extLst>
          </p:cNvPr>
          <p:cNvSpPr>
            <a:spLocks noGrp="1"/>
          </p:cNvSpPr>
          <p:nvPr/>
        </p:nvSpPr>
        <p:spPr>
          <a:xfrm>
            <a:off x="9896475" y="5667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7" name="DP4 object 130">
            <a:extLst>
              <a:ext uri="{FF2B5EF4-FFF2-40B4-BE49-F238E27FC236}">
                <ns2:creationId id="{58C4DD99-058F-4C0B-B63C-EDC944AA2759}"/>
              </a:ext>
            </a:extLst>
          </p:cNvPr>
          <p:cNvSpPr>
            <a:spLocks noGrp="1"/>
          </p:cNvSpPr>
          <p:nvPr/>
        </p:nvSpPr>
        <p:spPr>
          <a:xfrm>
            <a:off x="127444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명세 전달 + 수신자 READ 왕복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Request Controller: 채택·허가">
            <a:extLst>
              <a:ext uri="{FF2B5EF4-FFF2-40B4-BE49-F238E27FC236}">
                <ns2:creationId id="{4E7ABC09-03E1-48F8-9E5A-D1BDD25A5A70}"/>
              </a:ext>
            </a:extLst>
          </p:cNvPr>
          <p:cNvSpPr>
            <a:spLocks noGrp="1"/>
          </p:cNvSpPr>
          <p:nvPr/>
        </p:nvSpPr>
        <p:spPr>
          <a:xfrm>
            <a:off x="128206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99" name="DP4 object 131">
            <a:extLst>
              <a:ext uri="{FF2B5EF4-FFF2-40B4-BE49-F238E27FC236}">
                <ns2:creationId id="{8B9A71BF-CC92-4BF6-B646-83798F3F9957}"/>
              </a:ext>
            </a:extLst>
          </p:cNvPr>
          <p:cNvSpPr>
            <a:spLocks noGrp="1"/>
          </p:cNvSpPr>
          <p:nvPr/>
        </p:nvSpPr>
        <p:spPr>
          <a:xfrm>
            <a:off x="128873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Context Manager Component">
            <a:extLst>
              <a:ext uri="{FF2B5EF4-FFF2-40B4-BE49-F238E27FC236}">
                <ns2:creationId id="{EC48BD34-1B66-41D4-9699-CC1FFE074236}"/>
              </a:ext>
            </a:extLst>
          </p:cNvPr>
          <p:cNvSpPr>
            <a:spLocks noGrp="1"/>
          </p:cNvSpPr>
          <p:nvPr/>
        </p:nvSpPr>
        <p:spPr>
          <a:xfrm>
            <a:off x="128206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101" name="DP4 object 132">
            <a:extLst>
              <a:ext uri="{FF2B5EF4-FFF2-40B4-BE49-F238E27FC236}">
                <ns2:creationId id="{1F260BC4-00B6-428A-BDBF-CEC8FC053D98}"/>
              </a:ext>
            </a:extLst>
          </p:cNvPr>
          <p:cNvSpPr>
            <a:spLocks noGrp="1"/>
          </p:cNvSpPr>
          <p:nvPr/>
        </p:nvSpPr>
        <p:spPr>
          <a:xfrm>
            <a:off x="128968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Editable path 133">
            <a:extLst>
              <a:ext uri="{FF2B5EF4-FFF2-40B4-BE49-F238E27FC236}">
                <ns2:creationId id="{8715A123-E2D6-46A8-B154-397AE9C2CFFD}"/>
              </a:ext>
            </a:extLst>
          </p:cNvPr>
          <p:cNvSpPr>
            <a:spLocks noGrp="1"/>
          </p:cNvSpPr>
          <p:nvPr/>
        </p:nvSpPr>
        <p:spPr>
          <a:xfrm>
            <a:off x="128206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103" name="필수 명세·자료 목록 구성">
            <a:extLst>
              <a:ext uri="{FF2B5EF4-FFF2-40B4-BE49-F238E27FC236}">
                <ns2:creationId id="{6882E4C3-A226-497A-B7BD-C807F3EE4084}"/>
              </a:ext>
            </a:extLst>
          </p:cNvPr>
          <p:cNvSpPr>
            <a:spLocks noGrp="1"/>
          </p:cNvSpPr>
          <p:nvPr/>
        </p:nvSpPr>
        <p:spPr>
          <a:xfrm>
            <a:off x="12944475" y="3419475"/>
            <a:ext cx="2295525" cy="36195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04" name="DP4 object 134">
            <a:extLst>
              <a:ext uri="{FF2B5EF4-FFF2-40B4-BE49-F238E27FC236}">
                <ns2:creationId id="{B74860A5-C991-40BE-B936-602BF3E09598}"/>
              </a:ext>
            </a:extLst>
          </p:cNvPr>
          <p:cNvSpPr>
            <a:spLocks noGrp="1"/>
          </p:cNvSpPr>
          <p:nvPr/>
        </p:nvSpPr>
        <p:spPr>
          <a:xfrm>
            <a:off x="13011150" y="3457575"/>
            <a:ext cx="2162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명세·자료 목록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Editable path 135">
            <a:extLst>
              <a:ext uri="{FF2B5EF4-FFF2-40B4-BE49-F238E27FC236}">
                <ns2:creationId id="{302E8AA3-D52F-42EF-B683-EB1E91E6F89C}"/>
              </a:ext>
            </a:extLst>
          </p:cNvPr>
          <p:cNvSpPr>
            <a:spLocks noGrp="1"/>
          </p:cNvSpPr>
          <p:nvPr/>
        </p:nvSpPr>
        <p:spPr>
          <a:xfrm>
            <a:off x="14077950" y="2838450"/>
            <a:ext cx="953" cy="581025"/>
          </a:xfrm>
          <a:custGeom>
            <a:pathLst>
              <a:path w="953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6" name="Editable arrowhead 136">
            <a:extLst>
              <a:ext uri="{FF2B5EF4-FFF2-40B4-BE49-F238E27FC236}">
                <ns2:creationId id="{3AEE5C1C-3A7B-4E8B-9050-87A32D231704}"/>
              </a:ext>
            </a:extLst>
          </p:cNvPr>
          <p:cNvSpPr>
            <a:spLocks noGrp="1"/>
          </p:cNvSpPr>
          <p:nvPr/>
        </p:nvSpPr>
        <p:spPr>
          <a:xfrm>
            <a:off x="14030325" y="3324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07" name="DP4 object 137">
            <a:extLst>
              <a:ext uri="{FF2B5EF4-FFF2-40B4-BE49-F238E27FC236}">
                <ns2:creationId id="{A30D982C-AE69-4C4D-AE8A-6CD323D2C057}"/>
              </a:ext>
            </a:extLst>
          </p:cNvPr>
          <p:cNvSpPr>
            <a:spLocks noGrp="1"/>
          </p:cNvSpPr>
          <p:nvPr/>
        </p:nvSpPr>
        <p:spPr>
          <a:xfrm>
            <a:off x="12944475" y="3895725"/>
            <a:ext cx="22955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조건은 VIA가 명시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8" name="Editable path 138">
            <a:extLst>
              <a:ext uri="{FF2B5EF4-FFF2-40B4-BE49-F238E27FC236}">
                <ns2:creationId id="{50F400ED-9F5D-4ADE-B44A-070CE3FCC05F}"/>
              </a:ext>
            </a:extLst>
          </p:cNvPr>
          <p:cNvSpPr>
            <a:spLocks noGrp="1"/>
          </p:cNvSpPr>
          <p:nvPr/>
        </p:nvSpPr>
        <p:spPr>
          <a:xfrm>
            <a:off x="14087475" y="3781425"/>
            <a:ext cx="953" cy="95250"/>
          </a:xfrm>
          <a:custGeom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9" name="Editable arrowhead 139">
            <a:extLst>
              <a:ext uri="{FF2B5EF4-FFF2-40B4-BE49-F238E27FC236}">
                <ns2:creationId id="{C8DC0B6F-69E4-437E-A805-AC84E4D869DE}"/>
              </a:ext>
            </a:extLst>
          </p:cNvPr>
          <p:cNvSpPr>
            <a:spLocks noGrp="1"/>
          </p:cNvSpPr>
          <p:nvPr/>
        </p:nvSpPr>
        <p:spPr>
          <a:xfrm>
            <a:off x="14039850" y="37814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10" name="Editable path 140">
            <a:extLst>
              <a:ext uri="{FF2B5EF4-FFF2-40B4-BE49-F238E27FC236}">
                <ns2:creationId id="{E59D03D9-F350-4BA6-9FA6-C69EB8366729}"/>
              </a:ext>
            </a:extLst>
          </p:cNvPr>
          <p:cNvSpPr>
            <a:spLocks noGrp="1"/>
          </p:cNvSpPr>
          <p:nvPr/>
        </p:nvSpPr>
        <p:spPr>
          <a:xfrm>
            <a:off x="14087475" y="4210050"/>
            <a:ext cx="953" cy="142875"/>
          </a:xfrm>
          <a:custGeom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11" name="Editable arrowhead 141">
            <a:extLst>
              <a:ext uri="{FF2B5EF4-FFF2-40B4-BE49-F238E27FC236}">
                <ns2:creationId id="{04A55E56-CA1C-4414-9D0B-AD8BA200133C}"/>
              </a:ext>
            </a:extLst>
          </p:cNvPr>
          <p:cNvSpPr>
            <a:spLocks noGrp="1"/>
          </p:cNvSpPr>
          <p:nvPr/>
        </p:nvSpPr>
        <p:spPr>
          <a:xfrm>
            <a:off x="14039850" y="42576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12" name="manifest / 필수 조건·참조">
            <a:extLst>
              <a:ext uri="{FF2B5EF4-FFF2-40B4-BE49-F238E27FC236}">
                <ns2:creationId id="{C5C8704B-6404-47D3-BBC0-6D3D5A0D5CDA}"/>
              </a:ext>
            </a:extLst>
          </p:cNvPr>
          <p:cNvSpPr>
            <a:spLocks noGrp="1"/>
          </p:cNvSpPr>
          <p:nvPr/>
        </p:nvSpPr>
        <p:spPr>
          <a:xfrm>
            <a:off x="12944475" y="4352925"/>
            <a:ext cx="2295525" cy="3524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3" name="DP4 object 142">
            <a:extLst>
              <a:ext uri="{FF2B5EF4-FFF2-40B4-BE49-F238E27FC236}">
                <ns2:creationId id="{D00E0EFE-E64B-4BAF-ABA3-703B18D38A43}"/>
              </a:ext>
            </a:extLst>
          </p:cNvPr>
          <p:cNvSpPr>
            <a:spLocks noGrp="1"/>
          </p:cNvSpPr>
          <p:nvPr/>
        </p:nvSpPr>
        <p:spPr>
          <a:xfrm>
            <a:off x="12992100" y="4457700"/>
            <a:ext cx="2200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manifest / 필수 조건·참조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4" name="요청 범위 읽기 제공&#10;권한·판본·철회 검사">
            <a:extLst>
              <a:ext uri="{FF2B5EF4-FFF2-40B4-BE49-F238E27FC236}">
                <ns2:creationId id="{8A2BFFDF-9055-4D61-88A1-61E521E5B3FD}"/>
              </a:ext>
            </a:extLst>
          </p:cNvPr>
          <p:cNvSpPr>
            <a:spLocks noGrp="1"/>
          </p:cNvSpPr>
          <p:nvPr/>
        </p:nvSpPr>
        <p:spPr>
          <a:xfrm>
            <a:off x="15535275" y="3419475"/>
            <a:ext cx="2181225" cy="59055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5" name="DP4 object 143">
            <a:extLst>
              <a:ext uri="{FF2B5EF4-FFF2-40B4-BE49-F238E27FC236}">
                <ns2:creationId id="{13BBB6FB-DAEB-4EA0-9E9E-EA11A22AC1F1}"/>
              </a:ext>
            </a:extLst>
          </p:cNvPr>
          <p:cNvSpPr>
            <a:spLocks noGrp="1"/>
          </p:cNvSpPr>
          <p:nvPr/>
        </p:nvSpPr>
        <p:spPr>
          <a:xfrm>
            <a:off x="15601950" y="3457575"/>
            <a:ext cx="2047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요청 범위 읽기 제공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권한·판본·철회 검사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6" name="lease / read receipt">
            <a:extLst>
              <a:ext uri="{FF2B5EF4-FFF2-40B4-BE49-F238E27FC236}">
                <ns2:creationId id="{4951570A-587E-4BC6-96F6-AE65E791A708}"/>
              </a:ext>
            </a:extLst>
          </p:cNvPr>
          <p:cNvSpPr>
            <a:spLocks noGrp="1"/>
          </p:cNvSpPr>
          <p:nvPr/>
        </p:nvSpPr>
        <p:spPr>
          <a:xfrm>
            <a:off x="15535275" y="4295775"/>
            <a:ext cx="2181225" cy="40957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7" name="DP4 object 144">
            <a:extLst>
              <a:ext uri="{FF2B5EF4-FFF2-40B4-BE49-F238E27FC236}">
                <ns2:creationId id="{F2F1C1AD-D921-4037-B69B-E52B86B8A243}"/>
              </a:ext>
            </a:extLst>
          </p:cNvPr>
          <p:cNvSpPr>
            <a:spLocks noGrp="1"/>
          </p:cNvSpPr>
          <p:nvPr/>
        </p:nvSpPr>
        <p:spPr>
          <a:xfrm>
            <a:off x="15582900" y="44005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lease / read receipt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8" name="Editable path 145">
            <a:extLst>
              <a:ext uri="{FF2B5EF4-FFF2-40B4-BE49-F238E27FC236}">
                <ns2:creationId id="{E2DD5592-A303-441C-B8F0-C19194DDD8D8}"/>
              </a:ext>
            </a:extLst>
          </p:cNvPr>
          <p:cNvSpPr>
            <a:spLocks noGrp="1"/>
          </p:cNvSpPr>
          <p:nvPr/>
        </p:nvSpPr>
        <p:spPr>
          <a:xfrm>
            <a:off x="16630650" y="4010025"/>
            <a:ext cx="953" cy="285750"/>
          </a:xfrm>
          <a:custGeom>
            <a:pathLst>
              <a:path w="953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8098">
            <a:solidFill>
              <a:srgbClr val="111111"/>
            </a:solidFill>
            <a:prstDash val="solid"/>
          </a:ln>
        </p:spPr>
      </p:sp>
      <p:sp>
        <p:nvSpPr>
          <p:cNvPr id="119" name="Editable arrowhead 146">
            <a:extLst>
              <a:ext uri="{FF2B5EF4-FFF2-40B4-BE49-F238E27FC236}">
                <ns2:creationId id="{3C6AE03D-61A5-4AC7-8609-43A3DBC1A942}"/>
              </a:ext>
            </a:extLst>
          </p:cNvPr>
          <p:cNvSpPr>
            <a:spLocks noGrp="1"/>
          </p:cNvSpPr>
          <p:nvPr/>
        </p:nvSpPr>
        <p:spPr>
          <a:xfrm>
            <a:off x="16583025" y="42005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0" name="Task Manager&#10;명령 확정">
            <a:extLst>
              <a:ext uri="{FF2B5EF4-FFF2-40B4-BE49-F238E27FC236}">
                <ns2:creationId id="{3368C803-E4CB-4756-B775-46EC5FB4D6A8}"/>
              </a:ext>
            </a:extLst>
          </p:cNvPr>
          <p:cNvSpPr>
            <a:spLocks noGrp="1"/>
          </p:cNvSpPr>
          <p:nvPr/>
        </p:nvSpPr>
        <p:spPr>
          <a:xfrm>
            <a:off x="12944475" y="4933950"/>
            <a:ext cx="2295525" cy="523875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21" name="DP4 object 147">
            <a:extLst>
              <a:ext uri="{FF2B5EF4-FFF2-40B4-BE49-F238E27FC236}">
                <ns2:creationId id="{0075518B-D90C-4194-8CE3-48F3131B399E}"/>
              </a:ext>
            </a:extLst>
          </p:cNvPr>
          <p:cNvSpPr>
            <a:spLocks noGrp="1"/>
          </p:cNvSpPr>
          <p:nvPr/>
        </p:nvSpPr>
        <p:spPr>
          <a:xfrm>
            <a:off x="13011150" y="4972050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2" name="Agent Gateway&#10;전송 / READ 연결">
            <a:extLst>
              <a:ext uri="{FF2B5EF4-FFF2-40B4-BE49-F238E27FC236}">
                <ns2:creationId id="{EA723F21-C96E-42B0-84FB-77AB54C0E1B8}"/>
              </a:ext>
            </a:extLst>
          </p:cNvPr>
          <p:cNvSpPr>
            <a:spLocks noGrp="1"/>
          </p:cNvSpPr>
          <p:nvPr/>
        </p:nvSpPr>
        <p:spPr>
          <a:xfrm>
            <a:off x="15535275" y="4933950"/>
            <a:ext cx="2181225" cy="523875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23" name="DP4 object 148">
            <a:extLst>
              <a:ext uri="{FF2B5EF4-FFF2-40B4-BE49-F238E27FC236}">
                <ns2:creationId id="{F7ACE22C-744C-470B-9D88-8CA7EBD8E31C}"/>
              </a:ext>
            </a:extLst>
          </p:cNvPr>
          <p:cNvSpPr>
            <a:spLocks noGrp="1"/>
          </p:cNvSpPr>
          <p:nvPr/>
        </p:nvSpPr>
        <p:spPr>
          <a:xfrm>
            <a:off x="15601950" y="4972050"/>
            <a:ext cx="20478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전송 / READ 연결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4" name="Editable path 149">
            <a:extLst>
              <a:ext uri="{FF2B5EF4-FFF2-40B4-BE49-F238E27FC236}">
                <ns2:creationId id="{27066EEB-D0B1-4B13-8220-20F327E9B50D}"/>
              </a:ext>
            </a:extLst>
          </p:cNvPr>
          <p:cNvSpPr>
            <a:spLocks noGrp="1"/>
          </p:cNvSpPr>
          <p:nvPr/>
        </p:nvSpPr>
        <p:spPr>
          <a:xfrm>
            <a:off x="14087475" y="4705350"/>
            <a:ext cx="953" cy="228600"/>
          </a:xfrm>
          <a:custGeom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25" name="Editable arrowhead 150">
            <a:extLst>
              <a:ext uri="{FF2B5EF4-FFF2-40B4-BE49-F238E27FC236}">
                <ns2:creationId id="{2A522054-0A82-4860-8963-366E6475D35A}"/>
              </a:ext>
            </a:extLst>
          </p:cNvPr>
          <p:cNvSpPr>
            <a:spLocks noGrp="1"/>
          </p:cNvSpPr>
          <p:nvPr/>
        </p:nvSpPr>
        <p:spPr>
          <a:xfrm>
            <a:off x="14039850" y="48387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6" name="Editable path 151">
            <a:extLst>
              <a:ext uri="{FF2B5EF4-FFF2-40B4-BE49-F238E27FC236}">
                <ns2:creationId id="{4B9D8D83-CDFA-4A0A-A062-0314E85523D3}"/>
              </a:ext>
            </a:extLst>
          </p:cNvPr>
          <p:cNvSpPr>
            <a:spLocks noGrp="1"/>
          </p:cNvSpPr>
          <p:nvPr/>
        </p:nvSpPr>
        <p:spPr>
          <a:xfrm>
            <a:off x="15240000" y="5200650"/>
            <a:ext cx="295275" cy="953"/>
          </a:xfrm>
          <a:custGeom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20003">
            <a:solidFill>
              <a:srgbClr val="111111"/>
            </a:solidFill>
            <a:prstDash val="solid"/>
          </a:ln>
        </p:spPr>
      </p:sp>
      <p:sp>
        <p:nvSpPr>
          <p:cNvPr id="127" name="Editable arrowhead 152">
            <a:extLst>
              <a:ext uri="{FF2B5EF4-FFF2-40B4-BE49-F238E27FC236}">
                <ns2:creationId id="{D046FB4A-7243-4254-A612-76E9EFED90C4}"/>
              </a:ext>
            </a:extLst>
          </p:cNvPr>
          <p:cNvSpPr>
            <a:spLocks noGrp="1"/>
          </p:cNvSpPr>
          <p:nvPr/>
        </p:nvSpPr>
        <p:spPr>
          <a:xfrm>
            <a:off x="15440025" y="5153025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8" name="외부 Downstream Agent&#10;상세 범위를 선택·요청">
            <a:extLst>
              <a:ext uri="{FF2B5EF4-FFF2-40B4-BE49-F238E27FC236}">
                <ns2:creationId id="{54B6BB6E-5F40-4A10-9B8E-883FE59489BC}"/>
              </a:ext>
            </a:extLst>
          </p:cNvPr>
          <p:cNvSpPr>
            <a:spLocks noGrp="1"/>
          </p:cNvSpPr>
          <p:nvPr/>
        </p:nvSpPr>
        <p:spPr>
          <a:xfrm>
            <a:off x="15535275" y="5657850"/>
            <a:ext cx="2181225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29" name="DP4 object 153">
            <a:extLst>
              <a:ext uri="{FF2B5EF4-FFF2-40B4-BE49-F238E27FC236}">
                <ns2:creationId id="{249C73A4-B390-4615-BF1F-E061487FBC56}"/>
              </a:ext>
            </a:extLst>
          </p:cNvPr>
          <p:cNvSpPr>
            <a:spLocks noGrp="1"/>
          </p:cNvSpPr>
          <p:nvPr/>
        </p:nvSpPr>
        <p:spPr>
          <a:xfrm>
            <a:off x="15601950" y="5695950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상세 범위를 선택·요청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0" name="Editable path 154">
            <a:extLst>
              <a:ext uri="{FF2B5EF4-FFF2-40B4-BE49-F238E27FC236}">
                <ns2:creationId id="{424F7D55-F160-4DCD-A2E9-892EF038A9DC}"/>
              </a:ext>
            </a:extLst>
          </p:cNvPr>
          <p:cNvSpPr>
            <a:spLocks noGrp="1"/>
          </p:cNvSpPr>
          <p:nvPr/>
        </p:nvSpPr>
        <p:spPr>
          <a:xfrm>
            <a:off x="16240125" y="5457825"/>
            <a:ext cx="953" cy="200025"/>
          </a:xfrm>
          <a:custGeom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31" name="Editable arrowhead 155">
            <a:extLst>
              <a:ext uri="{FF2B5EF4-FFF2-40B4-BE49-F238E27FC236}">
                <ns2:creationId id="{EEE84AF9-4BEB-4E97-8F41-83C8F1E48206}"/>
              </a:ext>
            </a:extLst>
          </p:cNvPr>
          <p:cNvSpPr>
            <a:spLocks noGrp="1"/>
          </p:cNvSpPr>
          <p:nvPr/>
        </p:nvSpPr>
        <p:spPr>
          <a:xfrm>
            <a:off x="16192500" y="55626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2" name="Editable path 156">
            <a:extLst>
              <a:ext uri="{FF2B5EF4-FFF2-40B4-BE49-F238E27FC236}">
                <ns2:creationId id="{3C6C5B02-323A-45DC-9A47-3E4D1EB1FF16}"/>
              </a:ext>
            </a:extLst>
          </p:cNvPr>
          <p:cNvSpPr>
            <a:spLocks noGrp="1"/>
          </p:cNvSpPr>
          <p:nvPr/>
        </p:nvSpPr>
        <p:spPr>
          <a:xfrm>
            <a:off x="17002125" y="5457825"/>
            <a:ext cx="953" cy="200025"/>
          </a:xfrm>
          <a:custGeom>
            <a:pathLst>
              <a:path w="953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33" name="Editable arrowhead 157">
            <a:extLst>
              <a:ext uri="{FF2B5EF4-FFF2-40B4-BE49-F238E27FC236}">
                <ns2:creationId id="{E9DFDD16-E657-43A9-B543-11DFCA427F67}"/>
              </a:ext>
            </a:extLst>
          </p:cNvPr>
          <p:cNvSpPr>
            <a:spLocks noGrp="1"/>
          </p:cNvSpPr>
          <p:nvPr/>
        </p:nvSpPr>
        <p:spPr>
          <a:xfrm>
            <a:off x="16954500" y="5457825"/>
            <a:ext cx="95250" cy="95250"/>
          </a:xfrm>
          <a:custGeom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4" name="Editable path 158">
            <a:extLst>
              <a:ext uri="{FF2B5EF4-FFF2-40B4-BE49-F238E27FC236}">
                <ns2:creationId id="{7AE39E7B-93DA-4BBC-A2BD-8DD1E89F45E0}"/>
              </a:ext>
            </a:extLst>
          </p:cNvPr>
          <p:cNvSpPr>
            <a:spLocks noGrp="1"/>
          </p:cNvSpPr>
          <p:nvPr/>
        </p:nvSpPr>
        <p:spPr>
          <a:xfrm>
            <a:off x="17716500" y="3657600"/>
            <a:ext cx="114300" cy="1428750"/>
          </a:xfrm>
          <a:custGeom>
            <a:pathLst>
              <a:path w="114300" h="1428750">
                <a:moveTo>
                  <a:pt x="0" y="1428750"/>
                </a:moveTo>
                <a:lnTo>
                  <a:pt x="114300" y="1428750"/>
                </a:lnTo>
                <a:lnTo>
                  <a:pt x="114300" y="0"/>
                </a:lnTo>
                <a:lnTo>
                  <a:pt x="0" y="0"/>
                </a:lnTo>
              </a:path>
            </a:pathLst>
          </a:custGeom>
          <a:noFill/>
          <a:ln w="17145">
            <a:solidFill>
              <a:srgbClr val="111111"/>
            </a:solidFill>
            <a:prstDash val="dash"/>
          </a:ln>
        </p:spPr>
      </p:sp>
      <p:sp>
        <p:nvSpPr>
          <p:cNvPr id="135" name="Editable arrowhead 159">
            <a:extLst>
              <a:ext uri="{FF2B5EF4-FFF2-40B4-BE49-F238E27FC236}">
                <ns2:creationId id="{836FA8A5-2BB3-4890-B646-32872934F4D1}"/>
              </a:ext>
            </a:extLst>
          </p:cNvPr>
          <p:cNvSpPr>
            <a:spLocks noGrp="1"/>
          </p:cNvSpPr>
          <p:nvPr/>
        </p:nvSpPr>
        <p:spPr>
          <a:xfrm>
            <a:off x="17716500" y="360997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6" name="Editable path 160">
            <a:extLst>
              <a:ext uri="{FF2B5EF4-FFF2-40B4-BE49-F238E27FC236}">
                <ns2:creationId id="{060AD75B-0764-45E3-A127-F7015B146DAF}"/>
              </a:ext>
            </a:extLst>
          </p:cNvPr>
          <p:cNvSpPr>
            <a:spLocks noGrp="1"/>
          </p:cNvSpPr>
          <p:nvPr/>
        </p:nvSpPr>
        <p:spPr>
          <a:xfrm>
            <a:off x="17716500" y="3895725"/>
            <a:ext cx="228600" cy="1400175"/>
          </a:xfrm>
          <a:custGeom>
            <a:pathLst>
              <a:path w="228600" h="1400175">
                <a:moveTo>
                  <a:pt x="0" y="0"/>
                </a:moveTo>
                <a:lnTo>
                  <a:pt x="228600" y="0"/>
                </a:lnTo>
                <a:lnTo>
                  <a:pt x="228600" y="1400175"/>
                </a:lnTo>
                <a:lnTo>
                  <a:pt x="0" y="1400175"/>
                </a:lnTo>
              </a:path>
            </a:pathLst>
          </a:custGeom>
          <a:noFill/>
          <a:ln w="17145">
            <a:solidFill>
              <a:srgbClr val="111111"/>
            </a:solidFill>
            <a:prstDash val="solid"/>
          </a:ln>
        </p:spPr>
      </p:sp>
      <p:sp>
        <p:nvSpPr>
          <p:cNvPr id="137" name="Editable arrowhead 161">
            <a:extLst>
              <a:ext uri="{FF2B5EF4-FFF2-40B4-BE49-F238E27FC236}">
                <ns2:creationId id="{68F70199-8AB8-483A-BA73-27DDB37F5EAF}"/>
              </a:ext>
            </a:extLst>
          </p:cNvPr>
          <p:cNvSpPr>
            <a:spLocks noGrp="1"/>
          </p:cNvSpPr>
          <p:nvPr/>
        </p:nvSpPr>
        <p:spPr>
          <a:xfrm>
            <a:off x="17716500" y="524827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8" name="DP4 object 162">
            <a:extLst>
              <a:ext uri="{FF2B5EF4-FFF2-40B4-BE49-F238E27FC236}">
                <ns2:creationId id="{4669D25A-6631-4AE7-9A17-C0E9CDBF7A32}"/>
              </a:ext>
            </a:extLst>
          </p:cNvPr>
          <p:cNvSpPr>
            <a:spLocks noGrp="1"/>
          </p:cNvSpPr>
          <p:nvPr/>
        </p:nvSpPr>
        <p:spPr>
          <a:xfrm>
            <a:off x="12944475" y="5715000"/>
            <a:ext cx="2295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세부 선택은 수신자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9" name="DP4 object 163">
            <a:extLst>
              <a:ext uri="{FF2B5EF4-FFF2-40B4-BE49-F238E27FC236}">
                <ns2:creationId id="{DF72E718-5847-4B65-BD6C-EBD09FD57B84}"/>
              </a:ext>
            </a:extLst>
          </p:cNvPr>
          <p:cNvSpPr>
            <a:spLocks noGrp="1"/>
          </p:cNvSpPr>
          <p:nvPr/>
        </p:nvSpPr>
        <p:spPr>
          <a:xfrm>
            <a:off x="12858750" y="332422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0" name="DP4 object 164">
            <a:extLst>
              <a:ext uri="{FF2B5EF4-FFF2-40B4-BE49-F238E27FC236}">
                <ns2:creationId id="{C82A5F72-6D4D-4AF9-9D09-E11533B43BB0}"/>
              </a:ext>
            </a:extLst>
          </p:cNvPr>
          <p:cNvSpPr>
            <a:spLocks noGrp="1"/>
          </p:cNvSpPr>
          <p:nvPr/>
        </p:nvSpPr>
        <p:spPr>
          <a:xfrm>
            <a:off x="12858750" y="332422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1" name="DP4 object 165">
            <a:extLst>
              <a:ext uri="{FF2B5EF4-FFF2-40B4-BE49-F238E27FC236}">
                <ns2:creationId id="{BDB3166F-01FE-46D8-8287-D545387ECA28}"/>
              </a:ext>
            </a:extLst>
          </p:cNvPr>
          <p:cNvSpPr>
            <a:spLocks noGrp="1"/>
          </p:cNvSpPr>
          <p:nvPr/>
        </p:nvSpPr>
        <p:spPr>
          <a:xfrm>
            <a:off x="15363825" y="33337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2" name="DP4 object 166">
            <a:extLst>
              <a:ext uri="{FF2B5EF4-FFF2-40B4-BE49-F238E27FC236}">
                <ns2:creationId id="{C24F0817-0138-4843-9FCE-C268CA8E0A74}"/>
              </a:ext>
            </a:extLst>
          </p:cNvPr>
          <p:cNvSpPr>
            <a:spLocks noGrp="1"/>
          </p:cNvSpPr>
          <p:nvPr/>
        </p:nvSpPr>
        <p:spPr>
          <a:xfrm>
            <a:off x="15363825" y="33337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3" name="DP4 object 167">
            <a:extLst>
              <a:ext uri="{FF2B5EF4-FFF2-40B4-BE49-F238E27FC236}">
                <ns2:creationId id="{73269CF5-E33B-4AC6-A22F-19845A6DA226}"/>
              </a:ext>
            </a:extLst>
          </p:cNvPr>
          <p:cNvSpPr>
            <a:spLocks noGrp="1"/>
          </p:cNvSpPr>
          <p:nvPr/>
        </p:nvSpPr>
        <p:spPr>
          <a:xfrm>
            <a:off x="15344775" y="55435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4" name="DP4 object 168">
            <a:extLst>
              <a:ext uri="{FF2B5EF4-FFF2-40B4-BE49-F238E27FC236}">
                <ns2:creationId id="{18F1BA18-CE92-483E-9382-BFF05D6BFA9C}"/>
              </a:ext>
            </a:extLst>
          </p:cNvPr>
          <p:cNvSpPr>
            <a:spLocks noGrp="1"/>
          </p:cNvSpPr>
          <p:nvPr/>
        </p:nvSpPr>
        <p:spPr>
          <a:xfrm>
            <a:off x="15344775" y="55435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5" name="DP4 object 169">
            <a:extLst>
              <a:ext uri="{FF2B5EF4-FFF2-40B4-BE49-F238E27FC236}">
                <ns2:creationId id="{A9D3E792-6B44-4B21-81EF-26BBAC23A5F3}"/>
              </a:ext>
            </a:extLst>
          </p:cNvPr>
          <p:cNvSpPr>
            <a:spLocks noGrp="1"/>
          </p:cNvSpPr>
          <p:nvPr/>
        </p:nvSpPr>
        <p:spPr>
          <a:xfrm>
            <a:off x="266700" y="10029825"/>
            <a:ext cx="1724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QA01 우열 미확정 / 본문 충족은 QA02와 별도 진단 / PoC 4사례×3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91674665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9" name="DP4 object 170">
            <a:extLst>
              <a:ext uri="{FF2B5EF4-FFF2-40B4-BE49-F238E27FC236}">
                <ns2:creationId id="{B41E771F-6C1E-429B-9544-9057E973D0A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43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DP4. Agent 간 업무 인계 방안 (선택 및 보완)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DP4 object 171">
            <a:extLst>
              <a:ext uri="{FF2B5EF4-FFF2-40B4-BE49-F238E27FC236}">
                <ns2:creationId id="{A72C71EF-0A6E-4086-A10A-ACD01A9F2DFB}"/>
              </a:ext>
            </a:extLst>
          </p:cNvPr>
          <p:cNvSpPr>
            <a:spLocks noGrp="1"/>
          </p:cNvSpPr>
          <p:nvPr/>
        </p:nvSpPr>
        <p:spPr>
          <a:xfrm>
            <a:off x="115252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DP4 object 172">
            <a:extLst>
              <a:ext uri="{FF2B5EF4-FFF2-40B4-BE49-F238E27FC236}">
                <ns2:creationId id="{BE77ACD3-6414-4E63-8F8E-D390D713DF96}"/>
              </a:ext>
            </a:extLst>
          </p:cNvPr>
          <p:cNvSpPr>
            <a:spLocks noGrp="1"/>
          </p:cNvSpPr>
          <p:nvPr/>
        </p:nvSpPr>
        <p:spPr>
          <a:xfrm>
            <a:off x="116586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DP4 object 173">
            <a:extLst>
              <a:ext uri="{FF2B5EF4-FFF2-40B4-BE49-F238E27FC236}">
                <ns2:creationId id="{62F60489-D958-4731-9B92-17F45A5AF29C}"/>
              </a:ext>
            </a:extLst>
          </p:cNvPr>
          <p:cNvSpPr>
            <a:spLocks noGrp="1"/>
          </p:cNvSpPr>
          <p:nvPr/>
        </p:nvSpPr>
        <p:spPr>
          <a:xfrm>
            <a:off x="128016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P4 object 174">
            <a:extLst>
              <a:ext uri="{FF2B5EF4-FFF2-40B4-BE49-F238E27FC236}">
                <ns2:creationId id="{461D3D9E-A1F1-46E9-99C1-777820F9E22C}"/>
              </a:ext>
            </a:extLst>
          </p:cNvPr>
          <p:cNvSpPr>
            <a:spLocks noGrp="1"/>
          </p:cNvSpPr>
          <p:nvPr/>
        </p:nvSpPr>
        <p:spPr>
          <a:xfrm>
            <a:off x="129349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DP4 object 175">
            <a:extLst>
              <a:ext uri="{FF2B5EF4-FFF2-40B4-BE49-F238E27FC236}">
                <ns2:creationId id="{6E6A2A3E-E6D3-4B37-9874-7F7CE707028D}"/>
              </a:ext>
            </a:extLst>
          </p:cNvPr>
          <p:cNvSpPr>
            <a:spLocks noGrp="1"/>
          </p:cNvSpPr>
          <p:nvPr/>
        </p:nvSpPr>
        <p:spPr>
          <a:xfrm>
            <a:off x="14077950" y="314325"/>
            <a:ext cx="1362075" cy="419100"/>
          </a:xfrm>
          <a:prstGeom prst="chevron">
            <a:avLst/>
          </a:prstGeom>
          <a:solidFill>
            <a:srgbClr val="35A8C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P4 object 176">
            <a:extLst>
              <a:ext uri="{FF2B5EF4-FFF2-40B4-BE49-F238E27FC236}">
                <ns2:creationId id="{F7D77531-D906-4B61-AE88-0C5CCFF431B9}"/>
              </a:ext>
            </a:extLst>
          </p:cNvPr>
          <p:cNvSpPr>
            <a:spLocks noGrp="1"/>
          </p:cNvSpPr>
          <p:nvPr/>
        </p:nvSpPr>
        <p:spPr>
          <a:xfrm>
            <a:off x="142113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DP4 object 177">
            <a:extLst>
              <a:ext uri="{FF2B5EF4-FFF2-40B4-BE49-F238E27FC236}">
                <ns2:creationId id="{C07EB280-CAF0-413F-A76F-D5E5D9B54ABF}"/>
              </a:ext>
            </a:extLst>
          </p:cNvPr>
          <p:cNvSpPr>
            <a:spLocks noGrp="1"/>
          </p:cNvSpPr>
          <p:nvPr/>
        </p:nvSpPr>
        <p:spPr>
          <a:xfrm>
            <a:off x="153543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P4 object 178">
            <a:extLst>
              <a:ext uri="{FF2B5EF4-FFF2-40B4-BE49-F238E27FC236}">
                <ns2:creationId id="{9067C497-D90C-4333-9A84-252153F25035}"/>
              </a:ext>
            </a:extLst>
          </p:cNvPr>
          <p:cNvSpPr>
            <a:spLocks noGrp="1"/>
          </p:cNvSpPr>
          <p:nvPr/>
        </p:nvSpPr>
        <p:spPr>
          <a:xfrm>
            <a:off x="154876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DP4 object 179">
            <a:extLst>
              <a:ext uri="{FF2B5EF4-FFF2-40B4-BE49-F238E27FC236}">
                <ns2:creationId id="{10ED46A4-C847-4EC3-A2E7-8869AAA895DE}"/>
              </a:ext>
            </a:extLst>
          </p:cNvPr>
          <p:cNvSpPr>
            <a:spLocks noGrp="1"/>
          </p:cNvSpPr>
          <p:nvPr/>
        </p:nvSpPr>
        <p:spPr>
          <a:xfrm>
            <a:off x="166306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DP4 object 180">
            <a:extLst>
              <a:ext uri="{FF2B5EF4-FFF2-40B4-BE49-F238E27FC236}">
                <ns2:creationId id="{FD992B17-886A-4BB4-AE93-C0E2431FF209}"/>
              </a:ext>
            </a:extLst>
          </p:cNvPr>
          <p:cNvSpPr>
            <a:spLocks noGrp="1"/>
          </p:cNvSpPr>
          <p:nvPr/>
        </p:nvSpPr>
        <p:spPr>
          <a:xfrm>
            <a:off x="167640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Editable path 181">
            <a:extLst>
              <a:ext uri="{FF2B5EF4-FFF2-40B4-BE49-F238E27FC236}">
                <ns2:creationId id="{D9E0CA4B-3C3F-42A0-85AC-46643D1FD2C6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7164050" cy="953"/>
          </a:xfrm>
          <a:custGeom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/>
          <a:ln w="28575">
            <a:solidFill>
              <a:srgbClr val="A7A7A7"/>
            </a:solidFill>
            <a:prstDash val="solid"/>
          </a:ln>
        </p:spPr>
      </p:sp>
      <p:sp>
        <p:nvSpPr>
          <p:cNvPr id="13" name="DP4 object 182">
            <a:extLst>
              <a:ext uri="{FF2B5EF4-FFF2-40B4-BE49-F238E27FC236}">
                <ns2:creationId id="{4E115D94-B453-4D7B-A797-B33622658737}"/>
              </a:ext>
            </a:extLst>
          </p:cNvPr>
          <p:cNvSpPr>
            <a:spLocks noGrp="1"/>
          </p:cNvSpPr>
          <p:nvPr/>
        </p:nvSpPr>
        <p:spPr>
          <a:xfrm>
            <a:off x="17478375" y="99917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DP4 object 183">
            <a:extLst>
              <a:ext uri="{FF2B5EF4-FFF2-40B4-BE49-F238E27FC236}">
                <ns2:creationId id="{33FC7F33-2D7E-45C5-80E7-854F3929B496}"/>
              </a:ext>
            </a:extLst>
          </p:cNvPr>
          <p:cNvSpPr>
            <a:spLocks noGrp="1"/>
          </p:cNvSpPr>
          <p:nvPr/>
        </p:nvSpPr>
        <p:spPr>
          <a:xfrm>
            <a:off x="266700" y="1181100"/>
            <a:ext cx="17478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읽기 지원 수신자에 조건부 C 선택 / C1은 이미 채택된 조건의 원문 제공 보완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5" name="">
            <a:extLst>
              <a:ext uri="{FF2B5EF4-FFF2-40B4-BE49-F238E27FC236}">
                <ns2:creationId id="{6AEF65C9-3A41-47D6-98E3-A4C4D9449F87}"/>
              </a:ext>
            </a:extLst>
          </p:cNvPr>
          <p:cNvGraphicFramePr/>
          <p:nvPr/>
        </p:nvGraphicFramePr>
        <p:xfrm>
          <a:off x="228600" y="1657350"/>
          <a:ext cx="17830800" cy="8115300"/>
        </p:xfrm>
        <a:graphic>
          <a:graphicData uri="http://schemas.openxmlformats.org/drawingml/2006/table">
            <a:tbl>
              <a:tblPr firstRow="0" bandRow="0" bandCol="0"/>
              <a:tblGrid>
                <a:gridCol w="1600200"/>
                <a:gridCol w="5410200"/>
                <a:gridCol w="5410200"/>
                <a:gridCol w="5410200"/>
              </a:tblGrid>
              <a:tr h="43815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(A) 위임 시 인계 묶음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(B) 지속 업무 기록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(C) 필수 명세 + 수신자 읽기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0005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21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14300" marR="114300" marT="152400" marB="0" anchor="t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필요한 위임에만 자료를 구성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기확보 원문·유효 참조를 재사용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여러 인계에서 업무 설명을 재사용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공개 결과와 조건 관계를 유지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VIA의 선행 세부 선택을 줄임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업무 중 필요한 범위만 수신자가 선택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8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새 목적마다 선택·구성 부담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반복 인계의 준비 작업 증가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인계가 없어도 생산·갱신 비용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새 목적에는 원본 보완이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수신자의 읽기 지원·접근 관리 필요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유효 참조만으로 본문 조건 보존은 불충분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4676CB"/>
                          </a:solidFill>
                          <a:latin typeface="Calibri"/>
                          <a:ea typeface="Calibri"/>
                          <a:cs typeface="Calibri"/>
                        </a:rPr>
                        <a:t>[C1] 조건 출처가 있을 때 원문 첨부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QA01 첫 응답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4.307 (20/21)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4.421 (21/21)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4.321 (21/21)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QA02 지칭 집합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QA03 처리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11.019 (20/21)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12.439 (19/21)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4.329 (19/21)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4676CB"/>
                          </a:solidFill>
                          <a:latin typeface="Calibri"/>
                          <a:ea typeface="Calibri"/>
                          <a:cs typeface="Calibri"/>
                        </a:rPr>
                        <a:t>[별도 E3] 4.302(8/9) → 4.301(9/9)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QA04 변경 (개)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1.50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1.50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QA05 모델 비용 ($)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0.1018408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0.2886828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0.0757928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4676CB"/>
                          </a:solidFill>
                          <a:latin typeface="Calibri"/>
                          <a:ea typeface="Calibri"/>
                          <a:cs typeface="Calibri"/>
                        </a:rPr>
                        <a:t>[별도 E3] 0.0407024 → 0.0376028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QA06 RSS (MB)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49.119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57.229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48.153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 anchor="ctr"/>
                    <a:lstStyle/>
                    <a:p>
                      <a:pPr algn="l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본문 충족 (진단)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8/18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15/18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12/18 (기본)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4676CB"/>
                          </a:solidFill>
                          <a:latin typeface="Calibri"/>
                          <a:ea typeface="Calibri"/>
                          <a:cs typeface="Calibri"/>
                        </a:rPr>
                        <a:t>[별도 E3 저자 대조] 4/9 → 9/9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DP4 object 184">
            <a:extLst>
              <a:ext uri="{FF2B5EF4-FFF2-40B4-BE49-F238E27FC236}">
                <ns2:creationId id="{FC511ADF-D74E-4FB6-B68B-DC4D43D13AC2}"/>
              </a:ext>
            </a:extLst>
          </p:cNvPr>
          <p:cNvSpPr>
            <a:spLocks noGrp="1"/>
          </p:cNvSpPr>
          <p:nvPr/>
        </p:nvSpPr>
        <p:spPr>
          <a:xfrm>
            <a:off x="361950" y="2724150"/>
            <a:ext cx="1333500" cy="685800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17" name="DP4 object 185">
            <a:extLst>
              <a:ext uri="{FF2B5EF4-FFF2-40B4-BE49-F238E27FC236}">
                <ns2:creationId id="{3D7AE3F3-353C-4F04-8DF7-4933EEEA879B}"/>
              </a:ext>
            </a:extLst>
          </p:cNvPr>
          <p:cNvSpPr>
            <a:spLocks noGrp="1"/>
          </p:cNvSpPr>
          <p:nvPr/>
        </p:nvSpPr>
        <p:spPr>
          <a:xfrm>
            <a:off x="400050" y="27527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" name="DP4 object 186">
            <a:extLst>
              <a:ext uri="{FF2B5EF4-FFF2-40B4-BE49-F238E27FC236}">
                <ns2:creationId id="{5192EF51-EA60-4C56-9753-8DA4DA0A812F}"/>
              </a:ext>
            </a:extLst>
          </p:cNvPr>
          <p:cNvSpPr>
            <a:spLocks noGrp="1"/>
          </p:cNvSpPr>
          <p:nvPr/>
        </p:nvSpPr>
        <p:spPr>
          <a:xfrm>
            <a:off x="438150" y="3086100"/>
            <a:ext cx="1181100" cy="257175"/>
          </a:xfrm>
          <a:prstGeom prst="rect">
            <a:avLst/>
          </a:prstGeom>
          <a:solidFill>
            <a:srgbClr val="FFFFFF"/>
          </a:solidFill>
          <a:ln w="13335">
            <a:solidFill>
              <a:srgbClr val="111111"/>
            </a:solidFill>
            <a:prstDash val="solid"/>
          </a:ln>
        </p:spPr>
      </p:sp>
      <p:sp>
        <p:nvSpPr>
          <p:cNvPr id="19" name="DP4 object 187">
            <a:extLst>
              <a:ext uri="{FF2B5EF4-FFF2-40B4-BE49-F238E27FC236}">
                <ns2:creationId id="{DF744EE4-E1F7-4D8D-8CF7-84A4E96A169B}"/>
              </a:ext>
            </a:extLst>
          </p:cNvPr>
          <p:cNvSpPr>
            <a:spLocks noGrp="1"/>
          </p:cNvSpPr>
          <p:nvPr/>
        </p:nvSpPr>
        <p:spPr>
          <a:xfrm>
            <a:off x="466725" y="3086100"/>
            <a:ext cx="1123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내부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" name="상태 / 자료">
            <a:extLst>
              <a:ext uri="{FF2B5EF4-FFF2-40B4-BE49-F238E27FC236}">
                <ns2:creationId id="{010E4306-185A-47BA-A89B-2404B591C4D8}"/>
              </a:ext>
            </a:extLst>
          </p:cNvPr>
          <p:cNvSpPr>
            <a:spLocks noGrp="1"/>
          </p:cNvSpPr>
          <p:nvPr/>
        </p:nvSpPr>
        <p:spPr>
          <a:xfrm>
            <a:off x="381000" y="3695700"/>
            <a:ext cx="1304925" cy="5810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1" name="DP4 object 188">
            <a:extLst>
              <a:ext uri="{FF2B5EF4-FFF2-40B4-BE49-F238E27FC236}">
                <ns2:creationId id="{0B383E60-AB22-4ACE-8ED0-C2A3C606BAFF}"/>
              </a:ext>
            </a:extLst>
          </p:cNvPr>
          <p:cNvSpPr>
            <a:spLocks noGrp="1"/>
          </p:cNvSpPr>
          <p:nvPr/>
        </p:nvSpPr>
        <p:spPr>
          <a:xfrm>
            <a:off x="428625" y="3800475"/>
            <a:ext cx="1209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상태 / 자료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2" name="DP4 object 189">
            <a:extLst>
              <a:ext uri="{FF2B5EF4-FFF2-40B4-BE49-F238E27FC236}">
                <ns2:creationId id="{D76A96A5-BDC4-4297-BA4A-E2F451654233}"/>
              </a:ext>
            </a:extLst>
          </p:cNvPr>
          <p:cNvSpPr>
            <a:spLocks noGrp="1"/>
          </p:cNvSpPr>
          <p:nvPr/>
        </p:nvSpPr>
        <p:spPr>
          <a:xfrm>
            <a:off x="304800" y="4572000"/>
            <a:ext cx="14668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실선: 자료·명령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점선: 요청·조건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3" name="DP4 object 190">
            <a:extLst>
              <a:ext uri="{FF2B5EF4-FFF2-40B4-BE49-F238E27FC236}">
                <ns2:creationId id="{359F728A-2DFA-4BE3-B147-8FBBA52791F5}"/>
              </a:ext>
            </a:extLst>
          </p:cNvPr>
          <p:cNvSpPr>
            <a:spLocks noGrp="1"/>
          </p:cNvSpPr>
          <p:nvPr/>
        </p:nvSpPr>
        <p:spPr>
          <a:xfrm>
            <a:off x="304800" y="5286375"/>
            <a:ext cx="14668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Task·원본 권위는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기존 owner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4" name="DP4 object 191">
            <a:extLst>
              <a:ext uri="{FF2B5EF4-FFF2-40B4-BE49-F238E27FC236}">
                <ns2:creationId id="{453B40F1-9BC1-40C1-90D1-3B311F27D0E8}"/>
              </a:ext>
            </a:extLst>
          </p:cNvPr>
          <p:cNvSpPr>
            <a:spLocks noGrp="1"/>
          </p:cNvSpPr>
          <p:nvPr/>
        </p:nvSpPr>
        <p:spPr>
          <a:xfrm>
            <a:off x="19240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위임 요청마다 목적별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5" name="Request Controller: 채택·허가">
            <a:extLst>
              <a:ext uri="{FF2B5EF4-FFF2-40B4-BE49-F238E27FC236}">
                <ns2:creationId id="{46F79612-E7E5-405F-A46F-FBDE31EB89DC}"/>
              </a:ext>
            </a:extLst>
          </p:cNvPr>
          <p:cNvSpPr>
            <a:spLocks noGrp="1"/>
          </p:cNvSpPr>
          <p:nvPr/>
        </p:nvSpPr>
        <p:spPr>
          <a:xfrm>
            <a:off x="20002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6" name="DP4 object 192">
            <a:extLst>
              <a:ext uri="{FF2B5EF4-FFF2-40B4-BE49-F238E27FC236}">
                <ns2:creationId id="{CB81B0FF-EC8A-40E4-B882-5F599E3A0AF0}"/>
              </a:ext>
            </a:extLst>
          </p:cNvPr>
          <p:cNvSpPr>
            <a:spLocks noGrp="1"/>
          </p:cNvSpPr>
          <p:nvPr/>
        </p:nvSpPr>
        <p:spPr>
          <a:xfrm>
            <a:off x="20669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7" name="Context Manager Component">
            <a:extLst>
              <a:ext uri="{FF2B5EF4-FFF2-40B4-BE49-F238E27FC236}">
                <ns2:creationId id="{C524BD55-2B94-46B8-8194-8EAD02E3607F}"/>
              </a:ext>
            </a:extLst>
          </p:cNvPr>
          <p:cNvSpPr>
            <a:spLocks noGrp="1"/>
          </p:cNvSpPr>
          <p:nvPr/>
        </p:nvSpPr>
        <p:spPr>
          <a:xfrm>
            <a:off x="20002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28" name="DP4 object 193">
            <a:extLst>
              <a:ext uri="{FF2B5EF4-FFF2-40B4-BE49-F238E27FC236}">
                <ns2:creationId id="{453B91F2-D346-423F-91DC-DAB297C79201}"/>
              </a:ext>
            </a:extLst>
          </p:cNvPr>
          <p:cNvSpPr>
            <a:spLocks noGrp="1"/>
          </p:cNvSpPr>
          <p:nvPr/>
        </p:nvSpPr>
        <p:spPr>
          <a:xfrm>
            <a:off x="20764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9" name="Editable path 194">
            <a:extLst>
              <a:ext uri="{FF2B5EF4-FFF2-40B4-BE49-F238E27FC236}">
                <ns2:creationId id="{6AAEF1F6-42E6-444F-99A3-B1CAB5FFB94D}"/>
              </a:ext>
            </a:extLst>
          </p:cNvPr>
          <p:cNvSpPr>
            <a:spLocks noGrp="1"/>
          </p:cNvSpPr>
          <p:nvPr/>
        </p:nvSpPr>
        <p:spPr>
          <a:xfrm>
            <a:off x="20002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30" name="목적별 자료 선택&#10;필수 조건·발췌·참조 구성">
            <a:extLst>
              <a:ext uri="{FF2B5EF4-FFF2-40B4-BE49-F238E27FC236}">
                <ns2:creationId id="{9BCECC98-F8E9-4530-889F-432750779FDA}"/>
              </a:ext>
            </a:extLst>
          </p:cNvPr>
          <p:cNvSpPr>
            <a:spLocks noGrp="1"/>
          </p:cNvSpPr>
          <p:nvPr/>
        </p:nvSpPr>
        <p:spPr>
          <a:xfrm>
            <a:off x="2143125" y="3438525"/>
            <a:ext cx="2619375" cy="542925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1" name="DP4 object 195">
            <a:extLst>
              <a:ext uri="{FF2B5EF4-FFF2-40B4-BE49-F238E27FC236}">
                <ns2:creationId id="{FB1D8F2D-2C2A-4623-BF62-6CF9F5966CDD}"/>
              </a:ext>
            </a:extLst>
          </p:cNvPr>
          <p:cNvSpPr>
            <a:spLocks noGrp="1"/>
          </p:cNvSpPr>
          <p:nvPr/>
        </p:nvSpPr>
        <p:spPr>
          <a:xfrm>
            <a:off x="2209800" y="3476625"/>
            <a:ext cx="2486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목적별 자료 선택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조건·발췌·참조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2" name="공통 원본&#10;기확보 근거">
            <a:extLst>
              <a:ext uri="{FF2B5EF4-FFF2-40B4-BE49-F238E27FC236}">
                <ns2:creationId id="{E1D9A226-5DA1-4461-BB81-763F6FCAE68C}"/>
              </a:ext>
            </a:extLst>
          </p:cNvPr>
          <p:cNvSpPr>
            <a:spLocks noGrp="1"/>
          </p:cNvSpPr>
          <p:nvPr/>
        </p:nvSpPr>
        <p:spPr>
          <a:xfrm>
            <a:off x="5057775" y="3409950"/>
            <a:ext cx="1847850" cy="6191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3" name="DP4 object 196">
            <a:extLst>
              <a:ext uri="{FF2B5EF4-FFF2-40B4-BE49-F238E27FC236}">
                <ns2:creationId id="{9833186B-89F4-4DE6-9705-DFF4D88EA4D9}"/>
              </a:ext>
            </a:extLst>
          </p:cNvPr>
          <p:cNvSpPr>
            <a:spLocks noGrp="1"/>
          </p:cNvSpPr>
          <p:nvPr/>
        </p:nvSpPr>
        <p:spPr>
          <a:xfrm>
            <a:off x="5105400" y="3514725"/>
            <a:ext cx="1752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공통 원본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기확보 근거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4" name="Editable path 197">
            <a:extLst>
              <a:ext uri="{FF2B5EF4-FFF2-40B4-BE49-F238E27FC236}">
                <ns2:creationId id="{85F2D843-A142-4387-A5AF-A6FB3AC03A5A}"/>
              </a:ext>
            </a:extLst>
          </p:cNvPr>
          <p:cNvSpPr>
            <a:spLocks noGrp="1"/>
          </p:cNvSpPr>
          <p:nvPr/>
        </p:nvSpPr>
        <p:spPr>
          <a:xfrm>
            <a:off x="4762500" y="3714750"/>
            <a:ext cx="295275" cy="953"/>
          </a:xfrm>
          <a:custGeom>
            <a:pathLst>
              <a:path w="295275" h="953">
                <a:moveTo>
                  <a:pt x="29527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5" name="Editable arrowhead 198">
            <a:extLst>
              <a:ext uri="{FF2B5EF4-FFF2-40B4-BE49-F238E27FC236}">
                <ns2:creationId id="{69C5B67E-740D-4867-9DED-66F3EDE6EBF2}"/>
              </a:ext>
            </a:extLst>
          </p:cNvPr>
          <p:cNvSpPr>
            <a:spLocks noGrp="1"/>
          </p:cNvSpPr>
          <p:nvPr/>
        </p:nvSpPr>
        <p:spPr>
          <a:xfrm>
            <a:off x="4762500" y="366712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6" name="Editable path 199">
            <a:extLst>
              <a:ext uri="{FF2B5EF4-FFF2-40B4-BE49-F238E27FC236}">
                <ns2:creationId id="{7B18BAD0-3C5B-4046-B39C-E20C012BD9B4}"/>
              </a:ext>
            </a:extLst>
          </p:cNvPr>
          <p:cNvSpPr>
            <a:spLocks noGrp="1"/>
          </p:cNvSpPr>
          <p:nvPr/>
        </p:nvSpPr>
        <p:spPr>
          <a:xfrm>
            <a:off x="3448050" y="2838450"/>
            <a:ext cx="953" cy="600075"/>
          </a:xfrm>
          <a:custGeom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7" name="Editable arrowhead 200">
            <a:extLst>
              <a:ext uri="{FF2B5EF4-FFF2-40B4-BE49-F238E27FC236}">
                <ns2:creationId id="{06A233D8-B14D-45FC-8F60-32D192195E86}"/>
              </a:ext>
            </a:extLst>
          </p:cNvPr>
          <p:cNvSpPr>
            <a:spLocks noGrp="1"/>
          </p:cNvSpPr>
          <p:nvPr/>
        </p:nvSpPr>
        <p:spPr>
          <a:xfrm>
            <a:off x="3400425" y="33432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8" name="임시 인계 묶음 (capsule)">
            <a:extLst>
              <a:ext uri="{FF2B5EF4-FFF2-40B4-BE49-F238E27FC236}">
                <ns2:creationId id="{25C0F619-6C34-46FE-B35A-BBC9234D0FE4}"/>
              </a:ext>
            </a:extLst>
          </p:cNvPr>
          <p:cNvSpPr>
            <a:spLocks noGrp="1"/>
          </p:cNvSpPr>
          <p:nvPr/>
        </p:nvSpPr>
        <p:spPr>
          <a:xfrm>
            <a:off x="2533650" y="4238625"/>
            <a:ext cx="4000500" cy="4667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9" name="DP4 object 201">
            <a:extLst>
              <a:ext uri="{FF2B5EF4-FFF2-40B4-BE49-F238E27FC236}">
                <ns2:creationId id="{80E950A7-2C94-4028-9C78-A259DAC7586B}"/>
              </a:ext>
            </a:extLst>
          </p:cNvPr>
          <p:cNvSpPr>
            <a:spLocks noGrp="1"/>
          </p:cNvSpPr>
          <p:nvPr/>
        </p:nvSpPr>
        <p:spPr>
          <a:xfrm>
            <a:off x="2581275" y="43434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임시 인계 묶음 (capsule)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0" name="Editable path 202">
            <a:extLst>
              <a:ext uri="{FF2B5EF4-FFF2-40B4-BE49-F238E27FC236}">
                <ns2:creationId id="{3D27C0CE-078C-451F-B8AF-4F8D01AB872D}"/>
              </a:ext>
            </a:extLst>
          </p:cNvPr>
          <p:cNvSpPr>
            <a:spLocks noGrp="1"/>
          </p:cNvSpPr>
          <p:nvPr/>
        </p:nvSpPr>
        <p:spPr>
          <a:xfrm>
            <a:off x="3448050" y="3981450"/>
            <a:ext cx="953" cy="257175"/>
          </a:xfrm>
          <a:custGeom>
            <a:pathLst>
              <a:path w="953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1" name="Editable arrowhead 203">
            <a:extLst>
              <a:ext uri="{FF2B5EF4-FFF2-40B4-BE49-F238E27FC236}">
                <ns2:creationId id="{25F1842F-88CC-4F2B-A357-96221A0558FE}"/>
              </a:ext>
            </a:extLst>
          </p:cNvPr>
          <p:cNvSpPr>
            <a:spLocks noGrp="1"/>
          </p:cNvSpPr>
          <p:nvPr/>
        </p:nvSpPr>
        <p:spPr>
          <a:xfrm>
            <a:off x="3400425" y="4143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42" name="DP4 object 204">
            <a:extLst>
              <a:ext uri="{FF2B5EF4-FFF2-40B4-BE49-F238E27FC236}">
                <ns2:creationId id="{714595F8-8BBB-4071-AB93-FF64AB73CEA9}"/>
              </a:ext>
            </a:extLst>
          </p:cNvPr>
          <p:cNvSpPr>
            <a:spLocks noGrp="1"/>
          </p:cNvSpPr>
          <p:nvPr/>
        </p:nvSpPr>
        <p:spPr>
          <a:xfrm>
            <a:off x="2066925" y="332422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43" name="DP4 object 205">
            <a:extLst>
              <a:ext uri="{FF2B5EF4-FFF2-40B4-BE49-F238E27FC236}">
                <ns2:creationId id="{F82E1539-66C3-420B-97D6-4528FA411886}"/>
              </a:ext>
            </a:extLst>
          </p:cNvPr>
          <p:cNvSpPr>
            <a:spLocks noGrp="1"/>
          </p:cNvSpPr>
          <p:nvPr/>
        </p:nvSpPr>
        <p:spPr>
          <a:xfrm>
            <a:off x="2066925" y="332422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4" name="DP4 object 206">
            <a:extLst>
              <a:ext uri="{FF2B5EF4-FFF2-40B4-BE49-F238E27FC236}">
                <ns2:creationId id="{E2FF99C9-E1BD-482B-81C6-9FA15D3BE8CE}"/>
              </a:ext>
            </a:extLst>
          </p:cNvPr>
          <p:cNvSpPr>
            <a:spLocks noGrp="1"/>
          </p:cNvSpPr>
          <p:nvPr/>
        </p:nvSpPr>
        <p:spPr>
          <a:xfrm>
            <a:off x="2343150" y="41719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45" name="DP4 object 207">
            <a:extLst>
              <a:ext uri="{FF2B5EF4-FFF2-40B4-BE49-F238E27FC236}">
                <ns2:creationId id="{D096E2E2-0E6D-4D78-BD08-4857DB13AFC5}"/>
              </a:ext>
            </a:extLst>
          </p:cNvPr>
          <p:cNvSpPr>
            <a:spLocks noGrp="1"/>
          </p:cNvSpPr>
          <p:nvPr/>
        </p:nvSpPr>
        <p:spPr>
          <a:xfrm>
            <a:off x="2343150" y="41719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6" name="Task Manager: 명령 확정">
            <a:extLst>
              <a:ext uri="{FF2B5EF4-FFF2-40B4-BE49-F238E27FC236}">
                <ns2:creationId id="{3D0B2184-7F57-4CD9-9DDA-3E512A0B87D4}"/>
              </a:ext>
            </a:extLst>
          </p:cNvPr>
          <p:cNvSpPr>
            <a:spLocks noGrp="1"/>
          </p:cNvSpPr>
          <p:nvPr/>
        </p:nvSpPr>
        <p:spPr>
          <a:xfrm>
            <a:off x="2000250" y="4914900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47" name="DP4 object 208">
            <a:extLst>
              <a:ext uri="{FF2B5EF4-FFF2-40B4-BE49-F238E27FC236}">
                <ns2:creationId id="{7ACF8080-08A6-42B7-BB5D-6E172B44CA69}"/>
              </a:ext>
            </a:extLst>
          </p:cNvPr>
          <p:cNvSpPr>
            <a:spLocks noGrp="1"/>
          </p:cNvSpPr>
          <p:nvPr/>
        </p:nvSpPr>
        <p:spPr>
          <a:xfrm>
            <a:off x="2066925" y="4953000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Manager: 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8" name="Agent Gateway: 실제 전송">
            <a:extLst>
              <a:ext uri="{FF2B5EF4-FFF2-40B4-BE49-F238E27FC236}">
                <ns2:creationId id="{5EFA132B-4910-4344-A655-F0551CCC37EF}"/>
              </a:ext>
            </a:extLst>
          </p:cNvPr>
          <p:cNvSpPr>
            <a:spLocks noGrp="1"/>
          </p:cNvSpPr>
          <p:nvPr/>
        </p:nvSpPr>
        <p:spPr>
          <a:xfrm>
            <a:off x="2000250" y="5324475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49" name="DP4 object 209">
            <a:extLst>
              <a:ext uri="{FF2B5EF4-FFF2-40B4-BE49-F238E27FC236}">
                <ns2:creationId id="{683A3B90-CEB6-42BF-BCA5-567AA6D49DFE}"/>
              </a:ext>
            </a:extLst>
          </p:cNvPr>
          <p:cNvSpPr>
            <a:spLocks noGrp="1"/>
          </p:cNvSpPr>
          <p:nvPr/>
        </p:nvSpPr>
        <p:spPr>
          <a:xfrm>
            <a:off x="2066925" y="5362575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Gateway: 실제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0" name="외부 Downstream Agent">
            <a:extLst>
              <a:ext uri="{FF2B5EF4-FFF2-40B4-BE49-F238E27FC236}">
                <ns2:creationId id="{9ED2B9F8-BFBB-46E5-84AD-75BB277B6500}"/>
              </a:ext>
            </a:extLst>
          </p:cNvPr>
          <p:cNvSpPr>
            <a:spLocks noGrp="1"/>
          </p:cNvSpPr>
          <p:nvPr/>
        </p:nvSpPr>
        <p:spPr>
          <a:xfrm>
            <a:off x="2000250" y="5762625"/>
            <a:ext cx="5067300" cy="2667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51" name="DP4 object 210">
            <a:extLst>
              <a:ext uri="{FF2B5EF4-FFF2-40B4-BE49-F238E27FC236}">
                <ns2:creationId id="{BA54A3EB-B722-43C0-970A-53B9220D1251}"/>
              </a:ext>
            </a:extLst>
          </p:cNvPr>
          <p:cNvSpPr>
            <a:spLocks noGrp="1"/>
          </p:cNvSpPr>
          <p:nvPr/>
        </p:nvSpPr>
        <p:spPr>
          <a:xfrm>
            <a:off x="2066925" y="5800725"/>
            <a:ext cx="493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2" name="Editable path 211">
            <a:extLst>
              <a:ext uri="{FF2B5EF4-FFF2-40B4-BE49-F238E27FC236}">
                <ns2:creationId id="{3D6CC375-06E2-4D86-AB43-84ABA0D25669}"/>
              </a:ext>
            </a:extLst>
          </p:cNvPr>
          <p:cNvSpPr>
            <a:spLocks noGrp="1"/>
          </p:cNvSpPr>
          <p:nvPr/>
        </p:nvSpPr>
        <p:spPr>
          <a:xfrm>
            <a:off x="4533900" y="4800600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3" name="Editable arrowhead 212">
            <a:extLst>
              <a:ext uri="{FF2B5EF4-FFF2-40B4-BE49-F238E27FC236}">
                <ns2:creationId id="{DDB71445-F5CF-4BD8-B33D-3DE41265A1D9}"/>
              </a:ext>
            </a:extLst>
          </p:cNvPr>
          <p:cNvSpPr>
            <a:spLocks noGrp="1"/>
          </p:cNvSpPr>
          <p:nvPr/>
        </p:nvSpPr>
        <p:spPr>
          <a:xfrm>
            <a:off x="4486275" y="481965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4" name="Editable path 213">
            <a:extLst>
              <a:ext uri="{FF2B5EF4-FFF2-40B4-BE49-F238E27FC236}">
                <ns2:creationId id="{B2ED98FF-D9B7-4835-8164-74B321BCDD0D}"/>
              </a:ext>
            </a:extLst>
          </p:cNvPr>
          <p:cNvSpPr>
            <a:spLocks noGrp="1"/>
          </p:cNvSpPr>
          <p:nvPr/>
        </p:nvSpPr>
        <p:spPr>
          <a:xfrm>
            <a:off x="4533900" y="5219700"/>
            <a:ext cx="953" cy="104775"/>
          </a:xfrm>
          <a:custGeom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5" name="Editable arrowhead 214">
            <a:extLst>
              <a:ext uri="{FF2B5EF4-FFF2-40B4-BE49-F238E27FC236}">
                <ns2:creationId id="{56E04238-9AA6-4C19-AF2F-865BBA9589BC}"/>
              </a:ext>
            </a:extLst>
          </p:cNvPr>
          <p:cNvSpPr>
            <a:spLocks noGrp="1"/>
          </p:cNvSpPr>
          <p:nvPr/>
        </p:nvSpPr>
        <p:spPr>
          <a:xfrm>
            <a:off x="4486275" y="5229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6" name="Editable path 215">
            <a:extLst>
              <a:ext uri="{FF2B5EF4-FFF2-40B4-BE49-F238E27FC236}">
                <ns2:creationId id="{AFBB3949-3917-42AB-B2F9-EADAB948AA81}"/>
              </a:ext>
            </a:extLst>
          </p:cNvPr>
          <p:cNvSpPr>
            <a:spLocks noGrp="1"/>
          </p:cNvSpPr>
          <p:nvPr/>
        </p:nvSpPr>
        <p:spPr>
          <a:xfrm>
            <a:off x="4533900" y="5629275"/>
            <a:ext cx="953" cy="133350"/>
          </a:xfrm>
          <a:custGeom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7" name="Editable arrowhead 216">
            <a:extLst>
              <a:ext uri="{FF2B5EF4-FFF2-40B4-BE49-F238E27FC236}">
                <ns2:creationId id="{BA752BA2-D815-48BA-801D-F99C9F544349}"/>
              </a:ext>
            </a:extLst>
          </p:cNvPr>
          <p:cNvSpPr>
            <a:spLocks noGrp="1"/>
          </p:cNvSpPr>
          <p:nvPr/>
        </p:nvSpPr>
        <p:spPr>
          <a:xfrm>
            <a:off x="4486275" y="5667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58" name="DP4 object 217">
            <a:extLst>
              <a:ext uri="{FF2B5EF4-FFF2-40B4-BE49-F238E27FC236}">
                <ns2:creationId id="{145BA7FF-F711-42C9-94ED-A369DF21C850}"/>
              </a:ext>
            </a:extLst>
          </p:cNvPr>
          <p:cNvSpPr>
            <a:spLocks noGrp="1"/>
          </p:cNvSpPr>
          <p:nvPr/>
        </p:nvSpPr>
        <p:spPr>
          <a:xfrm>
            <a:off x="73342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공개 사건을 선생산하고 반복 소비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9" name="Request Controller: 채택·허가">
            <a:extLst>
              <a:ext uri="{FF2B5EF4-FFF2-40B4-BE49-F238E27FC236}">
                <ns2:creationId id="{ABF40089-52B5-4AA3-81E0-04D642333462}"/>
              </a:ext>
            </a:extLst>
          </p:cNvPr>
          <p:cNvSpPr>
            <a:spLocks noGrp="1"/>
          </p:cNvSpPr>
          <p:nvPr/>
        </p:nvSpPr>
        <p:spPr>
          <a:xfrm>
            <a:off x="74104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0" name="DP4 object 218">
            <a:extLst>
              <a:ext uri="{FF2B5EF4-FFF2-40B4-BE49-F238E27FC236}">
                <ns2:creationId id="{0D9887CB-600B-41E8-AF61-2C87C69104B3}"/>
              </a:ext>
            </a:extLst>
          </p:cNvPr>
          <p:cNvSpPr>
            <a:spLocks noGrp="1"/>
          </p:cNvSpPr>
          <p:nvPr/>
        </p:nvSpPr>
        <p:spPr>
          <a:xfrm>
            <a:off x="74771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1" name="Context Manager Component">
            <a:extLst>
              <a:ext uri="{FF2B5EF4-FFF2-40B4-BE49-F238E27FC236}">
                <ns2:creationId id="{9F5F86FC-0370-415D-9A61-64BC60C2A4DD}"/>
              </a:ext>
            </a:extLst>
          </p:cNvPr>
          <p:cNvSpPr>
            <a:spLocks noGrp="1"/>
          </p:cNvSpPr>
          <p:nvPr/>
        </p:nvSpPr>
        <p:spPr>
          <a:xfrm>
            <a:off x="74104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62" name="DP4 object 219">
            <a:extLst>
              <a:ext uri="{FF2B5EF4-FFF2-40B4-BE49-F238E27FC236}">
                <ns2:creationId id="{85431ADB-570A-462F-882C-6267695F19CC}"/>
              </a:ext>
            </a:extLst>
          </p:cNvPr>
          <p:cNvSpPr>
            <a:spLocks noGrp="1"/>
          </p:cNvSpPr>
          <p:nvPr/>
        </p:nvSpPr>
        <p:spPr>
          <a:xfrm>
            <a:off x="74866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3" name="Editable path 220">
            <a:extLst>
              <a:ext uri="{FF2B5EF4-FFF2-40B4-BE49-F238E27FC236}">
                <ns2:creationId id="{60955A81-C945-4822-A2CD-105EF7126836}"/>
              </a:ext>
            </a:extLst>
          </p:cNvPr>
          <p:cNvSpPr>
            <a:spLocks noGrp="1"/>
          </p:cNvSpPr>
          <p:nvPr/>
        </p:nvSpPr>
        <p:spPr>
          <a:xfrm>
            <a:off x="74104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64" name="DP4 object 221">
            <a:extLst>
              <a:ext uri="{FF2B5EF4-FFF2-40B4-BE49-F238E27FC236}">
                <ns2:creationId id="{1DD79F6C-4741-4129-A40A-9A299FF42DBD}"/>
              </a:ext>
            </a:extLst>
          </p:cNvPr>
          <p:cNvSpPr>
            <a:spLocks noGrp="1"/>
          </p:cNvSpPr>
          <p:nvPr/>
        </p:nvSpPr>
        <p:spPr>
          <a:xfrm>
            <a:off x="7572375" y="3333750"/>
            <a:ext cx="2228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공개 결과·정정 사건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5" name="업무 설명·관계&#10;생산 / 갱신">
            <a:extLst>
              <a:ext uri="{FF2B5EF4-FFF2-40B4-BE49-F238E27FC236}">
                <ns2:creationId id="{B6331FD0-CAF4-4F4F-B804-99D0E66F4DD5}"/>
              </a:ext>
            </a:extLst>
          </p:cNvPr>
          <p:cNvSpPr>
            <a:spLocks noGrp="1"/>
          </p:cNvSpPr>
          <p:nvPr/>
        </p:nvSpPr>
        <p:spPr>
          <a:xfrm>
            <a:off x="7572375" y="3676650"/>
            <a:ext cx="2228850" cy="4953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6" name="DP4 object 222">
            <a:extLst>
              <a:ext uri="{FF2B5EF4-FFF2-40B4-BE49-F238E27FC236}">
                <ns2:creationId id="{591AF339-9A0B-45E9-9C00-D59E84F9497B}"/>
              </a:ext>
            </a:extLst>
          </p:cNvPr>
          <p:cNvSpPr>
            <a:spLocks noGrp="1"/>
          </p:cNvSpPr>
          <p:nvPr/>
        </p:nvSpPr>
        <p:spPr>
          <a:xfrm>
            <a:off x="7639050" y="37147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업무 설명·관계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생산 / 갱신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7" name="지속 업무 기록&#10;판본·의존성·coverage">
            <a:extLst>
              <a:ext uri="{FF2B5EF4-FFF2-40B4-BE49-F238E27FC236}">
                <ns2:creationId id="{71B11B2F-265D-4BCC-A9A0-EB2F8FAEF84A}"/>
              </a:ext>
            </a:extLst>
          </p:cNvPr>
          <p:cNvSpPr>
            <a:spLocks noGrp="1"/>
          </p:cNvSpPr>
          <p:nvPr/>
        </p:nvSpPr>
        <p:spPr>
          <a:xfrm>
            <a:off x="10134600" y="3419475"/>
            <a:ext cx="2190750" cy="742950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68" name="DP4 object 223">
            <a:extLst>
              <a:ext uri="{FF2B5EF4-FFF2-40B4-BE49-F238E27FC236}">
                <ns2:creationId id="{2F548985-C094-413C-9EAF-020FD16CC310}"/>
              </a:ext>
            </a:extLst>
          </p:cNvPr>
          <p:cNvSpPr>
            <a:spLocks noGrp="1"/>
          </p:cNvSpPr>
          <p:nvPr/>
        </p:nvSpPr>
        <p:spPr>
          <a:xfrm>
            <a:off x="10182225" y="3524250"/>
            <a:ext cx="2095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지속 업무 기록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판본·의존성·coverage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9" name="Editable path 224">
            <a:extLst>
              <a:ext uri="{FF2B5EF4-FFF2-40B4-BE49-F238E27FC236}">
                <ns2:creationId id="{6AA398C5-0D36-45E7-9F4C-78D8DEB0889A}"/>
              </a:ext>
            </a:extLst>
          </p:cNvPr>
          <p:cNvSpPr>
            <a:spLocks noGrp="1"/>
          </p:cNvSpPr>
          <p:nvPr/>
        </p:nvSpPr>
        <p:spPr>
          <a:xfrm>
            <a:off x="8677275" y="3590925"/>
            <a:ext cx="953" cy="85725"/>
          </a:xfrm>
          <a:custGeom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0" name="Editable arrowhead 225">
            <a:extLst>
              <a:ext uri="{FF2B5EF4-FFF2-40B4-BE49-F238E27FC236}">
                <ns2:creationId id="{BE8C6D9F-155D-41F7-959C-FA768080C6C4}"/>
              </a:ext>
            </a:extLst>
          </p:cNvPr>
          <p:cNvSpPr>
            <a:spLocks noGrp="1"/>
          </p:cNvSpPr>
          <p:nvPr/>
        </p:nvSpPr>
        <p:spPr>
          <a:xfrm>
            <a:off x="8629650" y="35814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1" name="Editable path 226">
            <a:extLst>
              <a:ext uri="{FF2B5EF4-FFF2-40B4-BE49-F238E27FC236}">
                <ns2:creationId id="{747931A7-ACF1-4377-ACFE-B821B3EF07B6}"/>
              </a:ext>
            </a:extLst>
          </p:cNvPr>
          <p:cNvSpPr>
            <a:spLocks noGrp="1"/>
          </p:cNvSpPr>
          <p:nvPr/>
        </p:nvSpPr>
        <p:spPr>
          <a:xfrm>
            <a:off x="9801225" y="3914775"/>
            <a:ext cx="333375" cy="953"/>
          </a:xfrm>
          <a:custGeom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2" name="Editable arrowhead 227">
            <a:extLst>
              <a:ext uri="{FF2B5EF4-FFF2-40B4-BE49-F238E27FC236}">
                <ns2:creationId id="{EAEF83C3-FC37-432D-A53E-76B73F83439A}"/>
              </a:ext>
            </a:extLst>
          </p:cNvPr>
          <p:cNvSpPr>
            <a:spLocks noGrp="1"/>
          </p:cNvSpPr>
          <p:nvPr/>
        </p:nvSpPr>
        <p:spPr>
          <a:xfrm>
            <a:off x="10039350" y="3867150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3" name="목적별 추출 / 부족한 원본 보완">
            <a:extLst>
              <a:ext uri="{FF2B5EF4-FFF2-40B4-BE49-F238E27FC236}">
                <ns2:creationId id="{D5481B58-CF88-4640-96F9-06B294C203CF}"/>
              </a:ext>
            </a:extLst>
          </p:cNvPr>
          <p:cNvSpPr>
            <a:spLocks noGrp="1"/>
          </p:cNvSpPr>
          <p:nvPr/>
        </p:nvSpPr>
        <p:spPr>
          <a:xfrm>
            <a:off x="7943850" y="4352925"/>
            <a:ext cx="4000500" cy="352425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74" name="DP4 object 228">
            <a:extLst>
              <a:ext uri="{FF2B5EF4-FFF2-40B4-BE49-F238E27FC236}">
                <ns2:creationId id="{3219A254-23B0-4185-B4AC-040515A8C486}"/>
              </a:ext>
            </a:extLst>
          </p:cNvPr>
          <p:cNvSpPr>
            <a:spLocks noGrp="1"/>
          </p:cNvSpPr>
          <p:nvPr/>
        </p:nvSpPr>
        <p:spPr>
          <a:xfrm>
            <a:off x="8010525" y="4391025"/>
            <a:ext cx="3867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목적별 추출 / 부족한 원본 보완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5" name="Editable path 229">
            <a:extLst>
              <a:ext uri="{FF2B5EF4-FFF2-40B4-BE49-F238E27FC236}">
                <ns2:creationId id="{4AFF6FF3-E5A3-4114-8EC6-2F9338FB07B6}"/>
              </a:ext>
            </a:extLst>
          </p:cNvPr>
          <p:cNvSpPr>
            <a:spLocks noGrp="1"/>
          </p:cNvSpPr>
          <p:nvPr/>
        </p:nvSpPr>
        <p:spPr>
          <a:xfrm>
            <a:off x="9944100" y="4162425"/>
            <a:ext cx="1285875" cy="190500"/>
          </a:xfrm>
          <a:custGeom>
            <a:pathLst>
              <a:path w="1285875" h="190500">
                <a:moveTo>
                  <a:pt x="1285875" y="0"/>
                </a:moveTo>
                <a:lnTo>
                  <a:pt x="1285875" y="104775"/>
                </a:lnTo>
                <a:lnTo>
                  <a:pt x="0" y="104775"/>
                </a:lnTo>
                <a:lnTo>
                  <a:pt x="0" y="1905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76" name="Editable arrowhead 230">
            <a:extLst>
              <a:ext uri="{FF2B5EF4-FFF2-40B4-BE49-F238E27FC236}">
                <ns2:creationId id="{0CEA8A38-1ECE-4549-B4F8-55D199405883}"/>
              </a:ext>
            </a:extLst>
          </p:cNvPr>
          <p:cNvSpPr>
            <a:spLocks noGrp="1"/>
          </p:cNvSpPr>
          <p:nvPr/>
        </p:nvSpPr>
        <p:spPr>
          <a:xfrm>
            <a:off x="9896475" y="42576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7" name="Editable path 231">
            <a:extLst>
              <a:ext uri="{FF2B5EF4-FFF2-40B4-BE49-F238E27FC236}">
                <ns2:creationId id="{2AC18E44-A97A-4F75-B3BF-BFC08DC253AA}"/>
              </a:ext>
            </a:extLst>
          </p:cNvPr>
          <p:cNvSpPr>
            <a:spLocks noGrp="1"/>
          </p:cNvSpPr>
          <p:nvPr/>
        </p:nvSpPr>
        <p:spPr>
          <a:xfrm>
            <a:off x="7315200" y="2838450"/>
            <a:ext cx="714375" cy="1695450"/>
          </a:xfrm>
          <a:custGeom>
            <a:pathLst>
              <a:path w="714375" h="1695450">
                <a:moveTo>
                  <a:pt x="714375" y="0"/>
                </a:moveTo>
                <a:lnTo>
                  <a:pt x="0" y="0"/>
                </a:lnTo>
                <a:lnTo>
                  <a:pt x="0" y="1695450"/>
                </a:lnTo>
                <a:lnTo>
                  <a:pt x="628650" y="1695450"/>
                </a:lnTo>
              </a:path>
            </a:pathLst>
          </a:custGeom>
          <a:noFill/>
          <a:ln w="17145">
            <a:solidFill>
              <a:srgbClr val="111111"/>
            </a:solidFill>
            <a:prstDash val="dash"/>
          </a:ln>
        </p:spPr>
      </p:sp>
      <p:sp>
        <p:nvSpPr>
          <p:cNvPr id="78" name="Editable arrowhead 232">
            <a:extLst>
              <a:ext uri="{FF2B5EF4-FFF2-40B4-BE49-F238E27FC236}">
                <ns2:creationId id="{E1F4B87A-913C-4367-BCD6-8965BB35DA93}"/>
              </a:ext>
            </a:extLst>
          </p:cNvPr>
          <p:cNvSpPr>
            <a:spLocks noGrp="1"/>
          </p:cNvSpPr>
          <p:nvPr/>
        </p:nvSpPr>
        <p:spPr>
          <a:xfrm>
            <a:off x="7848600" y="4486275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79" name="DP4 object 233">
            <a:extLst>
              <a:ext uri="{FF2B5EF4-FFF2-40B4-BE49-F238E27FC236}">
                <ns2:creationId id="{FFF5ED95-79A4-4126-8BC8-F1E340ACEEEB}"/>
              </a:ext>
            </a:extLst>
          </p:cNvPr>
          <p:cNvSpPr>
            <a:spLocks noGrp="1"/>
          </p:cNvSpPr>
          <p:nvPr/>
        </p:nvSpPr>
        <p:spPr>
          <a:xfrm>
            <a:off x="7477125" y="35718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0" name="DP4 object 234">
            <a:extLst>
              <a:ext uri="{FF2B5EF4-FFF2-40B4-BE49-F238E27FC236}">
                <ns2:creationId id="{22584AA0-F880-4042-8C9E-1135D6396959}"/>
              </a:ext>
            </a:extLst>
          </p:cNvPr>
          <p:cNvSpPr>
            <a:spLocks noGrp="1"/>
          </p:cNvSpPr>
          <p:nvPr/>
        </p:nvSpPr>
        <p:spPr>
          <a:xfrm>
            <a:off x="7477125" y="35718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1" name="DP4 object 235">
            <a:extLst>
              <a:ext uri="{FF2B5EF4-FFF2-40B4-BE49-F238E27FC236}">
                <ns2:creationId id="{48C5860A-FAFB-4D6B-B4DD-B825861B88FC}"/>
              </a:ext>
            </a:extLst>
          </p:cNvPr>
          <p:cNvSpPr>
            <a:spLocks noGrp="1"/>
          </p:cNvSpPr>
          <p:nvPr/>
        </p:nvSpPr>
        <p:spPr>
          <a:xfrm>
            <a:off x="9944100" y="33432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2" name="DP4 object 236">
            <a:extLst>
              <a:ext uri="{FF2B5EF4-FFF2-40B4-BE49-F238E27FC236}">
                <ns2:creationId id="{21E10EF0-5BF6-4827-8EDE-0537A516B321}"/>
              </a:ext>
            </a:extLst>
          </p:cNvPr>
          <p:cNvSpPr>
            <a:spLocks noGrp="1"/>
          </p:cNvSpPr>
          <p:nvPr/>
        </p:nvSpPr>
        <p:spPr>
          <a:xfrm>
            <a:off x="9944100" y="33432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3" name="DP4 object 237">
            <a:extLst>
              <a:ext uri="{FF2B5EF4-FFF2-40B4-BE49-F238E27FC236}">
                <ns2:creationId id="{5AAC714B-2BAE-4910-B88B-73DAA9871DE3}"/>
              </a:ext>
            </a:extLst>
          </p:cNvPr>
          <p:cNvSpPr>
            <a:spLocks noGrp="1"/>
          </p:cNvSpPr>
          <p:nvPr/>
        </p:nvSpPr>
        <p:spPr>
          <a:xfrm>
            <a:off x="7753350" y="425767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84" name="DP4 object 238">
            <a:extLst>
              <a:ext uri="{FF2B5EF4-FFF2-40B4-BE49-F238E27FC236}">
                <ns2:creationId id="{36393DD9-1B30-4AA6-B6D7-009D8EFD4D76}"/>
              </a:ext>
            </a:extLst>
          </p:cNvPr>
          <p:cNvSpPr>
            <a:spLocks noGrp="1"/>
          </p:cNvSpPr>
          <p:nvPr/>
        </p:nvSpPr>
        <p:spPr>
          <a:xfrm>
            <a:off x="7753350" y="425767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5" name="Task Manager: 명령 확정">
            <a:extLst>
              <a:ext uri="{FF2B5EF4-FFF2-40B4-BE49-F238E27FC236}">
                <ns2:creationId id="{CF1684A7-E3ED-4236-B974-698CDEA0B3D5}"/>
              </a:ext>
            </a:extLst>
          </p:cNvPr>
          <p:cNvSpPr>
            <a:spLocks noGrp="1"/>
          </p:cNvSpPr>
          <p:nvPr/>
        </p:nvSpPr>
        <p:spPr>
          <a:xfrm>
            <a:off x="7410450" y="4914900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86" name="DP4 object 239">
            <a:extLst>
              <a:ext uri="{FF2B5EF4-FFF2-40B4-BE49-F238E27FC236}">
                <ns2:creationId id="{AC67E257-2D79-4984-A1A8-7AB99F4DDD9D}"/>
              </a:ext>
            </a:extLst>
          </p:cNvPr>
          <p:cNvSpPr>
            <a:spLocks noGrp="1"/>
          </p:cNvSpPr>
          <p:nvPr/>
        </p:nvSpPr>
        <p:spPr>
          <a:xfrm>
            <a:off x="7477125" y="4953000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Manager: 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7" name="Agent Gateway: 실제 전송">
            <a:extLst>
              <a:ext uri="{FF2B5EF4-FFF2-40B4-BE49-F238E27FC236}">
                <ns2:creationId id="{466093A5-2C6B-4012-9804-8720A5DA0D31}"/>
              </a:ext>
            </a:extLst>
          </p:cNvPr>
          <p:cNvSpPr>
            <a:spLocks noGrp="1"/>
          </p:cNvSpPr>
          <p:nvPr/>
        </p:nvSpPr>
        <p:spPr>
          <a:xfrm>
            <a:off x="7410450" y="5324475"/>
            <a:ext cx="5067300" cy="304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88" name="DP4 object 240">
            <a:extLst>
              <a:ext uri="{FF2B5EF4-FFF2-40B4-BE49-F238E27FC236}">
                <ns2:creationId id="{D0E1EC6E-B054-4942-92EA-0FBBC0988BA3}"/>
              </a:ext>
            </a:extLst>
          </p:cNvPr>
          <p:cNvSpPr>
            <a:spLocks noGrp="1"/>
          </p:cNvSpPr>
          <p:nvPr/>
        </p:nvSpPr>
        <p:spPr>
          <a:xfrm>
            <a:off x="7477125" y="5362575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Gateway: 실제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9" name="외부 Downstream Agent">
            <a:extLst>
              <a:ext uri="{FF2B5EF4-FFF2-40B4-BE49-F238E27FC236}">
                <ns2:creationId id="{B3265E3F-C06C-4101-B2F2-86D6CE9EDC14}"/>
              </a:ext>
            </a:extLst>
          </p:cNvPr>
          <p:cNvSpPr>
            <a:spLocks noGrp="1"/>
          </p:cNvSpPr>
          <p:nvPr/>
        </p:nvSpPr>
        <p:spPr>
          <a:xfrm>
            <a:off x="7410450" y="5762625"/>
            <a:ext cx="5067300" cy="2667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90" name="DP4 object 241">
            <a:extLst>
              <a:ext uri="{FF2B5EF4-FFF2-40B4-BE49-F238E27FC236}">
                <ns2:creationId id="{75709CE4-8195-4DD3-9549-18E1F7F933FC}"/>
              </a:ext>
            </a:extLst>
          </p:cNvPr>
          <p:cNvSpPr>
            <a:spLocks noGrp="1"/>
          </p:cNvSpPr>
          <p:nvPr/>
        </p:nvSpPr>
        <p:spPr>
          <a:xfrm>
            <a:off x="7477125" y="5800725"/>
            <a:ext cx="493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1" name="Editable path 242">
            <a:extLst>
              <a:ext uri="{FF2B5EF4-FFF2-40B4-BE49-F238E27FC236}">
                <ns2:creationId id="{2A0BADE4-F8C0-41C1-AD9D-05B5C7C5BAC9}"/>
              </a:ext>
            </a:extLst>
          </p:cNvPr>
          <p:cNvSpPr>
            <a:spLocks noGrp="1"/>
          </p:cNvSpPr>
          <p:nvPr/>
        </p:nvSpPr>
        <p:spPr>
          <a:xfrm>
            <a:off x="9944100" y="4800600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2" name="Editable arrowhead 243">
            <a:extLst>
              <a:ext uri="{FF2B5EF4-FFF2-40B4-BE49-F238E27FC236}">
                <ns2:creationId id="{6D699EEA-0EEB-4A85-9D65-A2074420A666}"/>
              </a:ext>
            </a:extLst>
          </p:cNvPr>
          <p:cNvSpPr>
            <a:spLocks noGrp="1"/>
          </p:cNvSpPr>
          <p:nvPr/>
        </p:nvSpPr>
        <p:spPr>
          <a:xfrm>
            <a:off x="9896475" y="481965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3" name="Editable path 244">
            <a:extLst>
              <a:ext uri="{FF2B5EF4-FFF2-40B4-BE49-F238E27FC236}">
                <ns2:creationId id="{2108F974-002B-4DB8-AB50-4992F64E726D}"/>
              </a:ext>
            </a:extLst>
          </p:cNvPr>
          <p:cNvSpPr>
            <a:spLocks noGrp="1"/>
          </p:cNvSpPr>
          <p:nvPr/>
        </p:nvSpPr>
        <p:spPr>
          <a:xfrm>
            <a:off x="9944100" y="5219700"/>
            <a:ext cx="953" cy="104775"/>
          </a:xfrm>
          <a:custGeom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4" name="Editable arrowhead 245">
            <a:extLst>
              <a:ext uri="{FF2B5EF4-FFF2-40B4-BE49-F238E27FC236}">
                <ns2:creationId id="{10ECCC2E-B901-47BA-95AF-D7D2F886A392}"/>
              </a:ext>
            </a:extLst>
          </p:cNvPr>
          <p:cNvSpPr>
            <a:spLocks noGrp="1"/>
          </p:cNvSpPr>
          <p:nvPr/>
        </p:nvSpPr>
        <p:spPr>
          <a:xfrm>
            <a:off x="9896475" y="5229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5" name="Editable path 246">
            <a:extLst>
              <a:ext uri="{FF2B5EF4-FFF2-40B4-BE49-F238E27FC236}">
                <ns2:creationId id="{2FC5805F-2E3B-4574-835A-0FB47635519D}"/>
              </a:ext>
            </a:extLst>
          </p:cNvPr>
          <p:cNvSpPr>
            <a:spLocks noGrp="1"/>
          </p:cNvSpPr>
          <p:nvPr/>
        </p:nvSpPr>
        <p:spPr>
          <a:xfrm>
            <a:off x="9944100" y="5629275"/>
            <a:ext cx="953" cy="133350"/>
          </a:xfrm>
          <a:custGeom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6" name="Editable arrowhead 247">
            <a:extLst>
              <a:ext uri="{FF2B5EF4-FFF2-40B4-BE49-F238E27FC236}">
                <ns2:creationId id="{6D99F404-C9CD-4748-A8A4-DC2A082B5034}"/>
              </a:ext>
            </a:extLst>
          </p:cNvPr>
          <p:cNvSpPr>
            <a:spLocks noGrp="1"/>
          </p:cNvSpPr>
          <p:nvPr/>
        </p:nvSpPr>
        <p:spPr>
          <a:xfrm>
            <a:off x="9896475" y="56673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97" name="DP4 object 248">
            <a:extLst>
              <a:ext uri="{FF2B5EF4-FFF2-40B4-BE49-F238E27FC236}">
                <ns2:creationId id="{0B34FEC6-7055-4736-9A7A-04D8CBA18BF2}"/>
              </a:ext>
            </a:extLst>
          </p:cNvPr>
          <p:cNvSpPr>
            <a:spLocks noGrp="1"/>
          </p:cNvSpPr>
          <p:nvPr/>
        </p:nvSpPr>
        <p:spPr>
          <a:xfrm>
            <a:off x="12744450" y="2152650"/>
            <a:ext cx="521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명세 전달 + 수신자 READ 왕복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Request Controller: 채택·허가">
            <a:extLst>
              <a:ext uri="{FF2B5EF4-FFF2-40B4-BE49-F238E27FC236}">
                <ns2:creationId id="{3EEC22DE-0F2B-4210-AEEB-DCB17F99056A}"/>
              </a:ext>
            </a:extLst>
          </p:cNvPr>
          <p:cNvSpPr>
            <a:spLocks noGrp="1"/>
          </p:cNvSpPr>
          <p:nvPr/>
        </p:nvSpPr>
        <p:spPr>
          <a:xfrm>
            <a:off x="12820650" y="2514600"/>
            <a:ext cx="5067300" cy="32385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99" name="DP4 object 249">
            <a:extLst>
              <a:ext uri="{FF2B5EF4-FFF2-40B4-BE49-F238E27FC236}">
                <ns2:creationId id="{DB5DC649-71A6-4EBD-A5BC-7442F03A23AD}"/>
              </a:ext>
            </a:extLst>
          </p:cNvPr>
          <p:cNvSpPr>
            <a:spLocks noGrp="1"/>
          </p:cNvSpPr>
          <p:nvPr/>
        </p:nvSpPr>
        <p:spPr>
          <a:xfrm>
            <a:off x="12887325" y="2552700"/>
            <a:ext cx="493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Request Controller: 채택·허가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Context Manager Component">
            <a:extLst>
              <a:ext uri="{FF2B5EF4-FFF2-40B4-BE49-F238E27FC236}">
                <ns2:creationId id="{B33CF160-CE79-4C33-81FF-2F163C6DA031}"/>
              </a:ext>
            </a:extLst>
          </p:cNvPr>
          <p:cNvSpPr>
            <a:spLocks noGrp="1"/>
          </p:cNvSpPr>
          <p:nvPr/>
        </p:nvSpPr>
        <p:spPr>
          <a:xfrm>
            <a:off x="12820650" y="2981325"/>
            <a:ext cx="5067300" cy="1819275"/>
          </a:xfrm>
          <a:prstGeom prst="rect">
            <a:avLst/>
          </a:prstGeom>
          <a:solidFill>
            <a:srgbClr val="FFF6DD"/>
          </a:solidFill>
          <a:ln w="25718">
            <a:solidFill>
              <a:srgbClr val="111111"/>
            </a:solidFill>
            <a:prstDash val="solid"/>
          </a:ln>
        </p:spPr>
      </p:sp>
      <p:sp>
        <p:nvSpPr>
          <p:cNvPr id="101" name="DP4 object 250">
            <a:extLst>
              <a:ext uri="{FF2B5EF4-FFF2-40B4-BE49-F238E27FC236}">
                <ns2:creationId id="{227090A5-B456-40B6-9276-036B092AD685}"/>
              </a:ext>
            </a:extLst>
          </p:cNvPr>
          <p:cNvSpPr>
            <a:spLocks noGrp="1"/>
          </p:cNvSpPr>
          <p:nvPr/>
        </p:nvSpPr>
        <p:spPr>
          <a:xfrm>
            <a:off x="12896850" y="300037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Editable path 251">
            <a:extLst>
              <a:ext uri="{FF2B5EF4-FFF2-40B4-BE49-F238E27FC236}">
                <ns2:creationId id="{F69D2A65-2891-4ECF-AD09-E4E15DAF750E}"/>
              </a:ext>
            </a:extLst>
          </p:cNvPr>
          <p:cNvSpPr>
            <a:spLocks noGrp="1"/>
          </p:cNvSpPr>
          <p:nvPr/>
        </p:nvSpPr>
        <p:spPr>
          <a:xfrm>
            <a:off x="12820650" y="3324225"/>
            <a:ext cx="5067300" cy="953"/>
          </a:xfrm>
          <a:custGeom>
            <a:pathLst>
              <a:path w="5067300" h="953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13335">
            <a:solidFill>
              <a:srgbClr val="111111"/>
            </a:solidFill>
            <a:prstDash val="solid"/>
          </a:ln>
        </p:spPr>
      </p:sp>
      <p:sp>
        <p:nvSpPr>
          <p:cNvPr id="103" name="필수 명세·자료 목록 구성">
            <a:extLst>
              <a:ext uri="{FF2B5EF4-FFF2-40B4-BE49-F238E27FC236}">
                <ns2:creationId id="{0F5117F0-0F82-463A-B018-AEC9AA2FA042}"/>
              </a:ext>
            </a:extLst>
          </p:cNvPr>
          <p:cNvSpPr>
            <a:spLocks noGrp="1"/>
          </p:cNvSpPr>
          <p:nvPr/>
        </p:nvSpPr>
        <p:spPr>
          <a:xfrm>
            <a:off x="12944475" y="3419475"/>
            <a:ext cx="2295525" cy="36195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04" name="DP4 object 252">
            <a:extLst>
              <a:ext uri="{FF2B5EF4-FFF2-40B4-BE49-F238E27FC236}">
                <ns2:creationId id="{DD99D0DA-C443-4A8F-B8A6-70DB97178532}"/>
              </a:ext>
            </a:extLst>
          </p:cNvPr>
          <p:cNvSpPr>
            <a:spLocks noGrp="1"/>
          </p:cNvSpPr>
          <p:nvPr/>
        </p:nvSpPr>
        <p:spPr>
          <a:xfrm>
            <a:off x="13011150" y="3457575"/>
            <a:ext cx="21621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필수 명세·자료 목록 구성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Editable path 253">
            <a:extLst>
              <a:ext uri="{FF2B5EF4-FFF2-40B4-BE49-F238E27FC236}">
                <ns2:creationId id="{766C135A-55AA-4EA5-8E2E-D5136F111057}"/>
              </a:ext>
            </a:extLst>
          </p:cNvPr>
          <p:cNvSpPr>
            <a:spLocks noGrp="1"/>
          </p:cNvSpPr>
          <p:nvPr/>
        </p:nvSpPr>
        <p:spPr>
          <a:xfrm>
            <a:off x="14077950" y="2838450"/>
            <a:ext cx="953" cy="581025"/>
          </a:xfrm>
          <a:custGeom>
            <a:pathLst>
              <a:path w="953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06" name="Editable arrowhead 254">
            <a:extLst>
              <a:ext uri="{FF2B5EF4-FFF2-40B4-BE49-F238E27FC236}">
                <ns2:creationId id="{0F7669C1-2372-4F80-A4E8-78364A291827}"/>
              </a:ext>
            </a:extLst>
          </p:cNvPr>
          <p:cNvSpPr>
            <a:spLocks noGrp="1"/>
          </p:cNvSpPr>
          <p:nvPr/>
        </p:nvSpPr>
        <p:spPr>
          <a:xfrm>
            <a:off x="14030325" y="33242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07" name="C1 사전 확보한 조건 원문 첨부">
            <a:extLst>
              <a:ext uri="{FF2B5EF4-FFF2-40B4-BE49-F238E27FC236}">
                <ns2:creationId id="{FD4380FD-8B39-44F7-9A18-9BFFCED29422}"/>
              </a:ext>
            </a:extLst>
          </p:cNvPr>
          <p:cNvSpPr>
            <a:spLocks noGrp="1"/>
          </p:cNvSpPr>
          <p:nvPr/>
        </p:nvSpPr>
        <p:spPr>
          <a:xfrm>
            <a:off x="12944475" y="3886200"/>
            <a:ext cx="2295525" cy="352425"/>
          </a:xfrm>
          <a:prstGeom prst="rect">
            <a:avLst/>
          </a:prstGeom>
          <a:solidFill>
            <a:srgbClr val="F1F6FC"/>
          </a:solidFill>
          <a:ln w="28575">
            <a:solidFill>
              <a:srgbClr val="4676CB"/>
            </a:solidFill>
            <a:prstDash val="solid"/>
          </a:ln>
        </p:spPr>
      </p:sp>
      <p:sp>
        <p:nvSpPr>
          <p:cNvPr id="108" name="DP4 object 255">
            <a:extLst>
              <a:ext uri="{FF2B5EF4-FFF2-40B4-BE49-F238E27FC236}">
                <ns2:creationId id="{2F3405B9-E9C9-44F3-8062-26D38D6F3C2A}"/>
              </a:ext>
            </a:extLst>
          </p:cNvPr>
          <p:cNvSpPr>
            <a:spLocks noGrp="1"/>
          </p:cNvSpPr>
          <p:nvPr/>
        </p:nvSpPr>
        <p:spPr>
          <a:xfrm>
            <a:off x="13011150" y="3924300"/>
            <a:ext cx="21621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C1 사전 확보한 조건 원문 첨부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9" name="Editable path 256">
            <a:extLst>
              <a:ext uri="{FF2B5EF4-FFF2-40B4-BE49-F238E27FC236}">
                <ns2:creationId id="{AF47CA8E-DC58-437D-B347-7642C2166DCE}"/>
              </a:ext>
            </a:extLst>
          </p:cNvPr>
          <p:cNvSpPr>
            <a:spLocks noGrp="1"/>
          </p:cNvSpPr>
          <p:nvPr/>
        </p:nvSpPr>
        <p:spPr>
          <a:xfrm>
            <a:off x="14087475" y="3781425"/>
            <a:ext cx="953" cy="104775"/>
          </a:xfrm>
          <a:custGeom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4676CB"/>
            </a:solidFill>
            <a:prstDash val="solid"/>
          </a:ln>
        </p:spPr>
      </p:sp>
      <p:sp>
        <p:nvSpPr>
          <p:cNvPr id="110" name="Editable arrowhead 257">
            <a:extLst>
              <a:ext uri="{FF2B5EF4-FFF2-40B4-BE49-F238E27FC236}">
                <ns2:creationId id="{E5E68ED2-A501-41DC-B76A-E233883EFFE4}"/>
              </a:ext>
            </a:extLst>
          </p:cNvPr>
          <p:cNvSpPr>
            <a:spLocks noGrp="1"/>
          </p:cNvSpPr>
          <p:nvPr/>
        </p:nvSpPr>
        <p:spPr>
          <a:xfrm>
            <a:off x="14039850" y="379095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76CB"/>
          </a:solidFill>
          <a:ln w="5715">
            <a:solidFill>
              <a:srgbClr val="4676CB"/>
            </a:solidFill>
            <a:prstDash val="solid"/>
          </a:ln>
        </p:spPr>
      </p:sp>
      <p:sp>
        <p:nvSpPr>
          <p:cNvPr id="111" name="Editable path 258">
            <a:extLst>
              <a:ext uri="{FF2B5EF4-FFF2-40B4-BE49-F238E27FC236}">
                <ns2:creationId id="{66227AAE-E5D1-4A70-9EF5-77D1210BF46E}"/>
              </a:ext>
            </a:extLst>
          </p:cNvPr>
          <p:cNvSpPr>
            <a:spLocks noGrp="1"/>
          </p:cNvSpPr>
          <p:nvPr/>
        </p:nvSpPr>
        <p:spPr>
          <a:xfrm>
            <a:off x="14087475" y="4238625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9050">
            <a:solidFill>
              <a:srgbClr val="4676CB"/>
            </a:solidFill>
            <a:prstDash val="solid"/>
          </a:ln>
        </p:spPr>
      </p:sp>
      <p:sp>
        <p:nvSpPr>
          <p:cNvPr id="112" name="Editable arrowhead 259">
            <a:extLst>
              <a:ext uri="{FF2B5EF4-FFF2-40B4-BE49-F238E27FC236}">
                <ns2:creationId id="{695E8DE9-2519-414B-B639-72776F1BEF69}"/>
              </a:ext>
            </a:extLst>
          </p:cNvPr>
          <p:cNvSpPr>
            <a:spLocks noGrp="1"/>
          </p:cNvSpPr>
          <p:nvPr/>
        </p:nvSpPr>
        <p:spPr>
          <a:xfrm>
            <a:off x="14039850" y="42576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76CB"/>
          </a:solidFill>
          <a:ln w="5715">
            <a:solidFill>
              <a:srgbClr val="4676CB"/>
            </a:solidFill>
            <a:prstDash val="solid"/>
          </a:ln>
        </p:spPr>
      </p:sp>
      <p:sp>
        <p:nvSpPr>
          <p:cNvPr id="113" name="manifest / 필수 조건·참조">
            <a:extLst>
              <a:ext uri="{FF2B5EF4-FFF2-40B4-BE49-F238E27FC236}">
                <ns2:creationId id="{F915B5F6-1242-4EC7-BBA6-C48000CB4FF1}"/>
              </a:ext>
            </a:extLst>
          </p:cNvPr>
          <p:cNvSpPr>
            <a:spLocks noGrp="1"/>
          </p:cNvSpPr>
          <p:nvPr/>
        </p:nvSpPr>
        <p:spPr>
          <a:xfrm>
            <a:off x="12944475" y="4352925"/>
            <a:ext cx="2295525" cy="35242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4" name="DP4 object 260">
            <a:extLst>
              <a:ext uri="{FF2B5EF4-FFF2-40B4-BE49-F238E27FC236}">
                <ns2:creationId id="{E345C4E9-9F5F-40DD-95EA-541F7AE5B50F}"/>
              </a:ext>
            </a:extLst>
          </p:cNvPr>
          <p:cNvSpPr>
            <a:spLocks noGrp="1"/>
          </p:cNvSpPr>
          <p:nvPr/>
        </p:nvSpPr>
        <p:spPr>
          <a:xfrm>
            <a:off x="12992100" y="4457700"/>
            <a:ext cx="22002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manifest / 필수 조건·참조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5" name="요청 범위 읽기 제공&#10;권한·판본·철회 검사">
            <a:extLst>
              <a:ext uri="{FF2B5EF4-FFF2-40B4-BE49-F238E27FC236}">
                <ns2:creationId id="{2E0571CC-0571-4579-830A-2669A4324322}"/>
              </a:ext>
            </a:extLst>
          </p:cNvPr>
          <p:cNvSpPr>
            <a:spLocks noGrp="1"/>
          </p:cNvSpPr>
          <p:nvPr/>
        </p:nvSpPr>
        <p:spPr>
          <a:xfrm>
            <a:off x="15535275" y="3419475"/>
            <a:ext cx="2181225" cy="59055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6" name="DP4 object 261">
            <a:extLst>
              <a:ext uri="{FF2B5EF4-FFF2-40B4-BE49-F238E27FC236}">
                <ns2:creationId id="{3CDBF702-2DDE-4AFD-8461-7DB68C182E3D}"/>
              </a:ext>
            </a:extLst>
          </p:cNvPr>
          <p:cNvSpPr>
            <a:spLocks noGrp="1"/>
          </p:cNvSpPr>
          <p:nvPr/>
        </p:nvSpPr>
        <p:spPr>
          <a:xfrm>
            <a:off x="15601950" y="3457575"/>
            <a:ext cx="2047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요청 범위 읽기 제공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권한·판본·철회 검사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7" name="lease / read receipt">
            <a:extLst>
              <a:ext uri="{FF2B5EF4-FFF2-40B4-BE49-F238E27FC236}">
                <ns2:creationId id="{83044EFD-2D7C-4A28-A827-549892884E59}"/>
              </a:ext>
            </a:extLst>
          </p:cNvPr>
          <p:cNvSpPr>
            <a:spLocks noGrp="1"/>
          </p:cNvSpPr>
          <p:nvPr/>
        </p:nvSpPr>
        <p:spPr>
          <a:xfrm>
            <a:off x="15535275" y="4295775"/>
            <a:ext cx="2181225" cy="409575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18" name="DP4 object 262">
            <a:extLst>
              <a:ext uri="{FF2B5EF4-FFF2-40B4-BE49-F238E27FC236}">
                <ns2:creationId id="{DF55E32E-EA3C-4F5C-9F61-83C82CA67AFC}"/>
              </a:ext>
            </a:extLst>
          </p:cNvPr>
          <p:cNvSpPr>
            <a:spLocks noGrp="1"/>
          </p:cNvSpPr>
          <p:nvPr/>
        </p:nvSpPr>
        <p:spPr>
          <a:xfrm>
            <a:off x="15582900" y="44005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lease / read receipt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9" name="Editable path 263">
            <a:extLst>
              <a:ext uri="{FF2B5EF4-FFF2-40B4-BE49-F238E27FC236}">
                <ns2:creationId id="{3DCC411C-1ACE-412E-8817-4A9DD9EE4AFE}"/>
              </a:ext>
            </a:extLst>
          </p:cNvPr>
          <p:cNvSpPr>
            <a:spLocks noGrp="1"/>
          </p:cNvSpPr>
          <p:nvPr/>
        </p:nvSpPr>
        <p:spPr>
          <a:xfrm>
            <a:off x="16630650" y="4010025"/>
            <a:ext cx="953" cy="285750"/>
          </a:xfrm>
          <a:custGeom>
            <a:pathLst>
              <a:path w="953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8098">
            <a:solidFill>
              <a:srgbClr val="111111"/>
            </a:solidFill>
            <a:prstDash val="solid"/>
          </a:ln>
        </p:spPr>
      </p:sp>
      <p:sp>
        <p:nvSpPr>
          <p:cNvPr id="120" name="Editable arrowhead 264">
            <a:extLst>
              <a:ext uri="{FF2B5EF4-FFF2-40B4-BE49-F238E27FC236}">
                <ns2:creationId id="{129BFAA2-10F1-425E-A0BA-597CF2317834}"/>
              </a:ext>
            </a:extLst>
          </p:cNvPr>
          <p:cNvSpPr>
            <a:spLocks noGrp="1"/>
          </p:cNvSpPr>
          <p:nvPr/>
        </p:nvSpPr>
        <p:spPr>
          <a:xfrm>
            <a:off x="16583025" y="42005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1" name="Task Manager&#10;명령 확정">
            <a:extLst>
              <a:ext uri="{FF2B5EF4-FFF2-40B4-BE49-F238E27FC236}">
                <ns2:creationId id="{168D2F28-F2D3-4C4C-ADF1-0B240E7EB863}"/>
              </a:ext>
            </a:extLst>
          </p:cNvPr>
          <p:cNvSpPr>
            <a:spLocks noGrp="1"/>
          </p:cNvSpPr>
          <p:nvPr/>
        </p:nvSpPr>
        <p:spPr>
          <a:xfrm>
            <a:off x="12944475" y="4933950"/>
            <a:ext cx="2295525" cy="523875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22" name="DP4 object 265">
            <a:extLst>
              <a:ext uri="{FF2B5EF4-FFF2-40B4-BE49-F238E27FC236}">
                <ns2:creationId id="{6BD606D2-D57C-41B4-B891-76BB5436EAFF}"/>
              </a:ext>
            </a:extLst>
          </p:cNvPr>
          <p:cNvSpPr>
            <a:spLocks noGrp="1"/>
          </p:cNvSpPr>
          <p:nvPr/>
        </p:nvSpPr>
        <p:spPr>
          <a:xfrm>
            <a:off x="13011150" y="4972050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명령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3" name="Agent Gateway&#10;전송 / READ 연결">
            <a:extLst>
              <a:ext uri="{FF2B5EF4-FFF2-40B4-BE49-F238E27FC236}">
                <ns2:creationId id="{FF5A379A-85A9-46F1-B2C5-0C0E8AF745F8}"/>
              </a:ext>
            </a:extLst>
          </p:cNvPr>
          <p:cNvSpPr>
            <a:spLocks noGrp="1"/>
          </p:cNvSpPr>
          <p:nvPr/>
        </p:nvSpPr>
        <p:spPr>
          <a:xfrm>
            <a:off x="15535275" y="4933950"/>
            <a:ext cx="2181225" cy="523875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24" name="DP4 object 266">
            <a:extLst>
              <a:ext uri="{FF2B5EF4-FFF2-40B4-BE49-F238E27FC236}">
                <ns2:creationId id="{8036200F-8F78-44E5-AB08-629FD1C46C26}"/>
              </a:ext>
            </a:extLst>
          </p:cNvPr>
          <p:cNvSpPr>
            <a:spLocks noGrp="1"/>
          </p:cNvSpPr>
          <p:nvPr/>
        </p:nvSpPr>
        <p:spPr>
          <a:xfrm>
            <a:off x="15601950" y="4972050"/>
            <a:ext cx="20478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전송 / READ 연결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5" name="Editable path 267">
            <a:extLst>
              <a:ext uri="{FF2B5EF4-FFF2-40B4-BE49-F238E27FC236}">
                <ns2:creationId id="{CFAE88E3-F6CA-4FFF-A65B-23715BEDFD4F}"/>
              </a:ext>
            </a:extLst>
          </p:cNvPr>
          <p:cNvSpPr>
            <a:spLocks noGrp="1"/>
          </p:cNvSpPr>
          <p:nvPr/>
        </p:nvSpPr>
        <p:spPr>
          <a:xfrm>
            <a:off x="14087475" y="4705350"/>
            <a:ext cx="953" cy="228600"/>
          </a:xfrm>
          <a:custGeom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26" name="Editable arrowhead 268">
            <a:extLst>
              <a:ext uri="{FF2B5EF4-FFF2-40B4-BE49-F238E27FC236}">
                <ns2:creationId id="{37E6AA67-3A75-41E0-9F60-80780AD7A807}"/>
              </a:ext>
            </a:extLst>
          </p:cNvPr>
          <p:cNvSpPr>
            <a:spLocks noGrp="1"/>
          </p:cNvSpPr>
          <p:nvPr/>
        </p:nvSpPr>
        <p:spPr>
          <a:xfrm>
            <a:off x="14039850" y="48387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7" name="Editable path 269">
            <a:extLst>
              <a:ext uri="{FF2B5EF4-FFF2-40B4-BE49-F238E27FC236}">
                <ns2:creationId id="{BC4B22E2-CCAA-4C04-9527-D46768AA3468}"/>
              </a:ext>
            </a:extLst>
          </p:cNvPr>
          <p:cNvSpPr>
            <a:spLocks noGrp="1"/>
          </p:cNvSpPr>
          <p:nvPr/>
        </p:nvSpPr>
        <p:spPr>
          <a:xfrm>
            <a:off x="15240000" y="5200650"/>
            <a:ext cx="295275" cy="953"/>
          </a:xfrm>
          <a:custGeom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20003">
            <a:solidFill>
              <a:srgbClr val="111111"/>
            </a:solidFill>
            <a:prstDash val="solid"/>
          </a:ln>
        </p:spPr>
      </p:sp>
      <p:sp>
        <p:nvSpPr>
          <p:cNvPr id="128" name="Editable arrowhead 270">
            <a:extLst>
              <a:ext uri="{FF2B5EF4-FFF2-40B4-BE49-F238E27FC236}">
                <ns2:creationId id="{059644F8-B299-4A67-8A69-3D9DA6FF4AFC}"/>
              </a:ext>
            </a:extLst>
          </p:cNvPr>
          <p:cNvSpPr>
            <a:spLocks noGrp="1"/>
          </p:cNvSpPr>
          <p:nvPr/>
        </p:nvSpPr>
        <p:spPr>
          <a:xfrm>
            <a:off x="15440025" y="5153025"/>
            <a:ext cx="95250" cy="95250"/>
          </a:xfrm>
          <a:custGeom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29" name="외부 Downstream Agent&#10;상세 범위를 선택·요청">
            <a:extLst>
              <a:ext uri="{FF2B5EF4-FFF2-40B4-BE49-F238E27FC236}">
                <ns2:creationId id="{231D07F8-877D-45D4-9859-E2E5AE7686CD}"/>
              </a:ext>
            </a:extLst>
          </p:cNvPr>
          <p:cNvSpPr>
            <a:spLocks noGrp="1"/>
          </p:cNvSpPr>
          <p:nvPr/>
        </p:nvSpPr>
        <p:spPr>
          <a:xfrm>
            <a:off x="15535275" y="5657850"/>
            <a:ext cx="2181225" cy="381000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130" name="DP4 object 271">
            <a:extLst>
              <a:ext uri="{FF2B5EF4-FFF2-40B4-BE49-F238E27FC236}">
                <ns2:creationId id="{F82CAE72-2914-4404-A097-255D07C7A4D6}"/>
              </a:ext>
            </a:extLst>
          </p:cNvPr>
          <p:cNvSpPr>
            <a:spLocks noGrp="1"/>
          </p:cNvSpPr>
          <p:nvPr/>
        </p:nvSpPr>
        <p:spPr>
          <a:xfrm>
            <a:off x="15601950" y="5695950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외부 Downstream Agent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상세 범위를 선택·요청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1" name="Editable path 272">
            <a:extLst>
              <a:ext uri="{FF2B5EF4-FFF2-40B4-BE49-F238E27FC236}">
                <ns2:creationId id="{E7A0B88A-00CA-4478-B93F-08DB9A79AD54}"/>
              </a:ext>
            </a:extLst>
          </p:cNvPr>
          <p:cNvSpPr>
            <a:spLocks noGrp="1"/>
          </p:cNvSpPr>
          <p:nvPr/>
        </p:nvSpPr>
        <p:spPr>
          <a:xfrm>
            <a:off x="16240125" y="5457825"/>
            <a:ext cx="953" cy="200025"/>
          </a:xfrm>
          <a:custGeom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32" name="Editable arrowhead 273">
            <a:extLst>
              <a:ext uri="{FF2B5EF4-FFF2-40B4-BE49-F238E27FC236}">
                <ns2:creationId id="{5DC61D73-5456-4ECF-A9BA-9A13ACA6ABFF}"/>
              </a:ext>
            </a:extLst>
          </p:cNvPr>
          <p:cNvSpPr>
            <a:spLocks noGrp="1"/>
          </p:cNvSpPr>
          <p:nvPr/>
        </p:nvSpPr>
        <p:spPr>
          <a:xfrm>
            <a:off x="16192500" y="55626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3" name="Editable path 274">
            <a:extLst>
              <a:ext uri="{FF2B5EF4-FFF2-40B4-BE49-F238E27FC236}">
                <ns2:creationId id="{2F916B85-7B61-441B-9549-10DA71A63CE6}"/>
              </a:ext>
            </a:extLst>
          </p:cNvPr>
          <p:cNvSpPr>
            <a:spLocks noGrp="1"/>
          </p:cNvSpPr>
          <p:nvPr/>
        </p:nvSpPr>
        <p:spPr>
          <a:xfrm>
            <a:off x="17002125" y="5457825"/>
            <a:ext cx="953" cy="200025"/>
          </a:xfrm>
          <a:custGeom>
            <a:pathLst>
              <a:path w="953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34" name="Editable arrowhead 275">
            <a:extLst>
              <a:ext uri="{FF2B5EF4-FFF2-40B4-BE49-F238E27FC236}">
                <ns2:creationId id="{E56DFDC9-4609-49BC-8B6D-6ADC310D3223}"/>
              </a:ext>
            </a:extLst>
          </p:cNvPr>
          <p:cNvSpPr>
            <a:spLocks noGrp="1"/>
          </p:cNvSpPr>
          <p:nvPr/>
        </p:nvSpPr>
        <p:spPr>
          <a:xfrm>
            <a:off x="16954500" y="5457825"/>
            <a:ext cx="95250" cy="95250"/>
          </a:xfrm>
          <a:custGeom>
            <a:pathLst>
              <a:path w="95250" h="95250">
                <a:moveTo>
                  <a:pt x="47625" y="0"/>
                </a:move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5" name="Editable path 276">
            <a:extLst>
              <a:ext uri="{FF2B5EF4-FFF2-40B4-BE49-F238E27FC236}">
                <ns2:creationId id="{1C5B8E7C-B4FE-4129-BA10-AC70F96C8641}"/>
              </a:ext>
            </a:extLst>
          </p:cNvPr>
          <p:cNvSpPr>
            <a:spLocks noGrp="1"/>
          </p:cNvSpPr>
          <p:nvPr/>
        </p:nvSpPr>
        <p:spPr>
          <a:xfrm>
            <a:off x="17716500" y="3657600"/>
            <a:ext cx="114300" cy="1428750"/>
          </a:xfrm>
          <a:custGeom>
            <a:pathLst>
              <a:path w="114300" h="1428750">
                <a:moveTo>
                  <a:pt x="0" y="1428750"/>
                </a:moveTo>
                <a:lnTo>
                  <a:pt x="114300" y="1428750"/>
                </a:lnTo>
                <a:lnTo>
                  <a:pt x="114300" y="0"/>
                </a:lnTo>
                <a:lnTo>
                  <a:pt x="0" y="0"/>
                </a:lnTo>
              </a:path>
            </a:pathLst>
          </a:custGeom>
          <a:noFill/>
          <a:ln w="17145">
            <a:solidFill>
              <a:srgbClr val="111111"/>
            </a:solidFill>
            <a:prstDash val="dash"/>
          </a:ln>
        </p:spPr>
      </p:sp>
      <p:sp>
        <p:nvSpPr>
          <p:cNvPr id="136" name="Editable arrowhead 277">
            <a:extLst>
              <a:ext uri="{FF2B5EF4-FFF2-40B4-BE49-F238E27FC236}">
                <ns2:creationId id="{20F33A1D-65EC-4BBD-B48B-1BCD6F2C32A0}"/>
              </a:ext>
            </a:extLst>
          </p:cNvPr>
          <p:cNvSpPr>
            <a:spLocks noGrp="1"/>
          </p:cNvSpPr>
          <p:nvPr/>
        </p:nvSpPr>
        <p:spPr>
          <a:xfrm>
            <a:off x="17716500" y="360997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7" name="Editable path 278">
            <a:extLst>
              <a:ext uri="{FF2B5EF4-FFF2-40B4-BE49-F238E27FC236}">
                <ns2:creationId id="{AAC020DA-F8F9-4D52-BD6C-DF568038B474}"/>
              </a:ext>
            </a:extLst>
          </p:cNvPr>
          <p:cNvSpPr>
            <a:spLocks noGrp="1"/>
          </p:cNvSpPr>
          <p:nvPr/>
        </p:nvSpPr>
        <p:spPr>
          <a:xfrm>
            <a:off x="17716500" y="3895725"/>
            <a:ext cx="228600" cy="1400175"/>
          </a:xfrm>
          <a:custGeom>
            <a:pathLst>
              <a:path w="228600" h="1400175">
                <a:moveTo>
                  <a:pt x="0" y="0"/>
                </a:moveTo>
                <a:lnTo>
                  <a:pt x="228600" y="0"/>
                </a:lnTo>
                <a:lnTo>
                  <a:pt x="228600" y="1400175"/>
                </a:lnTo>
                <a:lnTo>
                  <a:pt x="0" y="1400175"/>
                </a:lnTo>
              </a:path>
            </a:pathLst>
          </a:custGeom>
          <a:noFill/>
          <a:ln w="17145">
            <a:solidFill>
              <a:srgbClr val="111111"/>
            </a:solidFill>
            <a:prstDash val="solid"/>
          </a:ln>
        </p:spPr>
      </p:sp>
      <p:sp>
        <p:nvSpPr>
          <p:cNvPr id="138" name="Editable arrowhead 279">
            <a:extLst>
              <a:ext uri="{FF2B5EF4-FFF2-40B4-BE49-F238E27FC236}">
                <ns2:creationId id="{C85C6301-A4B6-4D7A-BB54-32D9247365C6}"/>
              </a:ext>
            </a:extLst>
          </p:cNvPr>
          <p:cNvSpPr>
            <a:spLocks noGrp="1"/>
          </p:cNvSpPr>
          <p:nvPr/>
        </p:nvSpPr>
        <p:spPr>
          <a:xfrm>
            <a:off x="17716500" y="5248275"/>
            <a:ext cx="95250" cy="95250"/>
          </a:xfrm>
          <a:custGeom>
            <a:pathLst>
              <a:path w="95250" h="95250">
                <a:moveTo>
                  <a:pt x="0" y="47625"/>
                </a:move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139" name="DP4 object 280">
            <a:extLst>
              <a:ext uri="{FF2B5EF4-FFF2-40B4-BE49-F238E27FC236}">
                <ns2:creationId id="{077478B9-26CE-40CA-BE7F-674B33487582}"/>
              </a:ext>
            </a:extLst>
          </p:cNvPr>
          <p:cNvSpPr>
            <a:spLocks noGrp="1"/>
          </p:cNvSpPr>
          <p:nvPr/>
        </p:nvSpPr>
        <p:spPr>
          <a:xfrm>
            <a:off x="12944475" y="5715000"/>
            <a:ext cx="2295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세부 선택은 수신자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0" name="DP4 object 281">
            <a:extLst>
              <a:ext uri="{FF2B5EF4-FFF2-40B4-BE49-F238E27FC236}">
                <ns2:creationId id="{35552FD5-0220-41F5-AF9E-88ABFC558CC7}"/>
              </a:ext>
            </a:extLst>
          </p:cNvPr>
          <p:cNvSpPr>
            <a:spLocks noGrp="1"/>
          </p:cNvSpPr>
          <p:nvPr/>
        </p:nvSpPr>
        <p:spPr>
          <a:xfrm>
            <a:off x="12858750" y="3324225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1" name="DP4 object 282">
            <a:extLst>
              <a:ext uri="{FF2B5EF4-FFF2-40B4-BE49-F238E27FC236}">
                <ns2:creationId id="{7C97587C-AA0E-4A9E-BA6A-DCA8772FCAC7}"/>
              </a:ext>
            </a:extLst>
          </p:cNvPr>
          <p:cNvSpPr>
            <a:spLocks noGrp="1"/>
          </p:cNvSpPr>
          <p:nvPr/>
        </p:nvSpPr>
        <p:spPr>
          <a:xfrm>
            <a:off x="12858750" y="3324225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2" name="DP4 object 283">
            <a:extLst>
              <a:ext uri="{FF2B5EF4-FFF2-40B4-BE49-F238E27FC236}">
                <ns2:creationId id="{8E0177F3-DE7B-4BB2-A441-ED3586D9C9FE}"/>
              </a:ext>
            </a:extLst>
          </p:cNvPr>
          <p:cNvSpPr>
            <a:spLocks noGrp="1"/>
          </p:cNvSpPr>
          <p:nvPr/>
        </p:nvSpPr>
        <p:spPr>
          <a:xfrm>
            <a:off x="15363825" y="33337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3" name="DP4 object 284">
            <a:extLst>
              <a:ext uri="{FF2B5EF4-FFF2-40B4-BE49-F238E27FC236}">
                <ns2:creationId id="{538D88B4-1270-457E-91DC-C9F5DE4FE731}"/>
              </a:ext>
            </a:extLst>
          </p:cNvPr>
          <p:cNvSpPr>
            <a:spLocks noGrp="1"/>
          </p:cNvSpPr>
          <p:nvPr/>
        </p:nvSpPr>
        <p:spPr>
          <a:xfrm>
            <a:off x="15363825" y="33337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4" name="DP4 object 285">
            <a:extLst>
              <a:ext uri="{FF2B5EF4-FFF2-40B4-BE49-F238E27FC236}">
                <ns2:creationId id="{56EFAC6D-1030-4F91-B2C4-B87F1EFBD92F}"/>
              </a:ext>
            </a:extLst>
          </p:cNvPr>
          <p:cNvSpPr>
            <a:spLocks noGrp="1"/>
          </p:cNvSpPr>
          <p:nvPr/>
        </p:nvSpPr>
        <p:spPr>
          <a:xfrm>
            <a:off x="15344775" y="5543550"/>
            <a:ext cx="266700" cy="276225"/>
          </a:xfrm>
          <a:prstGeom prst="roundRect">
            <a:avLst>
              <a:gd name="adj" fmla="val 28571"/>
            </a:avLst>
          </a:prstGeom>
          <a:solidFill>
            <a:srgbClr val="C9E1B3"/>
          </a:solidFill>
          <a:ln w="17145">
            <a:solidFill>
              <a:srgbClr val="70A843"/>
            </a:solidFill>
            <a:prstDash val="solid"/>
          </a:ln>
        </p:spPr>
      </p:sp>
      <p:sp>
        <p:nvSpPr>
          <p:cNvPr id="145" name="DP4 object 286">
            <a:extLst>
              <a:ext uri="{FF2B5EF4-FFF2-40B4-BE49-F238E27FC236}">
                <ns2:creationId id="{F0A1DF9A-1353-4008-A05A-164EBB52ADA9}"/>
              </a:ext>
            </a:extLst>
          </p:cNvPr>
          <p:cNvSpPr>
            <a:spLocks noGrp="1"/>
          </p:cNvSpPr>
          <p:nvPr/>
        </p:nvSpPr>
        <p:spPr>
          <a:xfrm>
            <a:off x="15344775" y="5543550"/>
            <a:ext cx="266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6" name="Selected C column">
            <a:extLst>
              <a:ext uri="{FF2B5EF4-FFF2-40B4-BE49-F238E27FC236}">
                <ns2:creationId id="{B5631971-BE7D-4F96-811C-794868D36B1E}"/>
              </a:ext>
            </a:extLst>
          </p:cNvPr>
          <p:cNvSpPr>
            <a:spLocks noGrp="1"/>
          </p:cNvSpPr>
          <p:nvPr/>
        </p:nvSpPr>
        <p:spPr>
          <a:xfrm>
            <a:off x="12649200" y="1657350"/>
            <a:ext cx="5410200" cy="8324850"/>
          </a:xfrm>
          <a:prstGeom prst="rect">
            <a:avLst/>
          </a:prstGeom>
          <a:noFill/>
          <a:ln w="40005">
            <a:solidFill>
              <a:srgbClr val="4676CB"/>
            </a:solidFill>
            <a:prstDash val="solid"/>
          </a:ln>
        </p:spPr>
      </p:sp>
      <p:sp>
        <p:nvSpPr>
          <p:cNvPr id="147" name="DP4 object 287">
            <a:extLst>
              <a:ext uri="{FF2B5EF4-FFF2-40B4-BE49-F238E27FC236}">
                <ns2:creationId id="{27E5C4DD-E4C9-4DA3-BE15-842D51E3B0D4}"/>
              </a:ext>
            </a:extLst>
          </p:cNvPr>
          <p:cNvSpPr>
            <a:spLocks noGrp="1"/>
          </p:cNvSpPr>
          <p:nvPr/>
        </p:nvSpPr>
        <p:spPr>
          <a:xfrm>
            <a:off x="12725400" y="1400175"/>
            <a:ext cx="63817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defPPr>
            <a:lvl1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pPr>
            <a:r>
              <a:rPr sz="4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✓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8" name="DP4 object 288">
            <a:extLst>
              <a:ext uri="{FF2B5EF4-FFF2-40B4-BE49-F238E27FC236}">
                <ns2:creationId id="{41C4D37F-11E4-4F91-8CD9-F12E2585CB7C}"/>
              </a:ext>
            </a:extLst>
          </p:cNvPr>
          <p:cNvSpPr>
            <a:spLocks noGrp="1"/>
          </p:cNvSpPr>
          <p:nvPr/>
        </p:nvSpPr>
        <p:spPr>
          <a:xfrm>
            <a:off x="266700" y="10029825"/>
            <a:ext cx="1724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C1은 조건 누락 보완 / 적용 QA 열세 미확인 / E3는 별도 실험 / PoC 4사례×3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23028410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8" name="DP4 object 289">
            <a:extLst>
              <a:ext uri="{FF2B5EF4-FFF2-40B4-BE49-F238E27FC236}">
                <ns2:creationId id="{C8A93DE1-918B-4E38-A52A-110022BCD6F1}"/>
              </a:ext>
            </a:extLst>
          </p:cNvPr>
          <p:cNvSpPr>
            <a:spLocks noGrp="1"/>
          </p:cNvSpPr>
          <p:nvPr/>
        </p:nvSpPr>
        <p:spPr>
          <a:xfrm>
            <a:off x="571500" y="276225"/>
            <a:ext cx="1143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DP4. Agent 간 업무 인계 방안 (보완 효과 상세)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DP4 object 290">
            <a:extLst>
              <a:ext uri="{FF2B5EF4-FFF2-40B4-BE49-F238E27FC236}">
                <ns2:creationId id="{D8F54A39-7D7B-4EE9-9252-8F615F00C7FA}"/>
              </a:ext>
            </a:extLst>
          </p:cNvPr>
          <p:cNvSpPr>
            <a:spLocks noGrp="1"/>
          </p:cNvSpPr>
          <p:nvPr/>
        </p:nvSpPr>
        <p:spPr>
          <a:xfrm>
            <a:off x="115252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DP4 object 291">
            <a:extLst>
              <a:ext uri="{FF2B5EF4-FFF2-40B4-BE49-F238E27FC236}">
                <ns2:creationId id="{8E2494DF-BA59-4447-BD7D-F6D45871499D}"/>
              </a:ext>
            </a:extLst>
          </p:cNvPr>
          <p:cNvSpPr>
            <a:spLocks noGrp="1"/>
          </p:cNvSpPr>
          <p:nvPr/>
        </p:nvSpPr>
        <p:spPr>
          <a:xfrm>
            <a:off x="116586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DP4 object 292">
            <a:extLst>
              <a:ext uri="{FF2B5EF4-FFF2-40B4-BE49-F238E27FC236}">
                <ns2:creationId id="{537BCFB7-4D68-4E4C-BFB6-5AF4B7A09C5A}"/>
              </a:ext>
            </a:extLst>
          </p:cNvPr>
          <p:cNvSpPr>
            <a:spLocks noGrp="1"/>
          </p:cNvSpPr>
          <p:nvPr/>
        </p:nvSpPr>
        <p:spPr>
          <a:xfrm>
            <a:off x="128016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P4 object 293">
            <a:extLst>
              <a:ext uri="{FF2B5EF4-FFF2-40B4-BE49-F238E27FC236}">
                <ns2:creationId id="{2B7E5E31-73B2-4547-9719-EA767BCA2F75}"/>
              </a:ext>
            </a:extLst>
          </p:cNvPr>
          <p:cNvSpPr>
            <a:spLocks noGrp="1"/>
          </p:cNvSpPr>
          <p:nvPr/>
        </p:nvSpPr>
        <p:spPr>
          <a:xfrm>
            <a:off x="129349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DP4 object 294">
            <a:extLst>
              <a:ext uri="{FF2B5EF4-FFF2-40B4-BE49-F238E27FC236}">
                <ns2:creationId id="{994FA7FA-B8BE-4D05-9136-9C21B80F33A1}"/>
              </a:ext>
            </a:extLst>
          </p:cNvPr>
          <p:cNvSpPr>
            <a:spLocks noGrp="1"/>
          </p:cNvSpPr>
          <p:nvPr/>
        </p:nvSpPr>
        <p:spPr>
          <a:xfrm>
            <a:off x="14077950" y="314325"/>
            <a:ext cx="1362075" cy="419100"/>
          </a:xfrm>
          <a:prstGeom prst="chevron">
            <a:avLst/>
          </a:prstGeom>
          <a:solidFill>
            <a:srgbClr val="35A8C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P4 object 295">
            <a:extLst>
              <a:ext uri="{FF2B5EF4-FFF2-40B4-BE49-F238E27FC236}">
                <ns2:creationId id="{090D6977-9B2C-42B9-BDC6-180E857EC332}"/>
              </a:ext>
            </a:extLst>
          </p:cNvPr>
          <p:cNvSpPr>
            <a:spLocks noGrp="1"/>
          </p:cNvSpPr>
          <p:nvPr/>
        </p:nvSpPr>
        <p:spPr>
          <a:xfrm>
            <a:off x="142113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DP4 object 296">
            <a:extLst>
              <a:ext uri="{FF2B5EF4-FFF2-40B4-BE49-F238E27FC236}">
                <ns2:creationId id="{15901653-10CA-42B3-9939-1AF7AE0DD754}"/>
              </a:ext>
            </a:extLst>
          </p:cNvPr>
          <p:cNvSpPr>
            <a:spLocks noGrp="1"/>
          </p:cNvSpPr>
          <p:nvPr/>
        </p:nvSpPr>
        <p:spPr>
          <a:xfrm>
            <a:off x="1535430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P4 object 297">
            <a:extLst>
              <a:ext uri="{FF2B5EF4-FFF2-40B4-BE49-F238E27FC236}">
                <ns2:creationId id="{7477E70F-58F5-4D66-814E-C2C0FAB37874}"/>
              </a:ext>
            </a:extLst>
          </p:cNvPr>
          <p:cNvSpPr>
            <a:spLocks noGrp="1"/>
          </p:cNvSpPr>
          <p:nvPr/>
        </p:nvSpPr>
        <p:spPr>
          <a:xfrm>
            <a:off x="1548765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DP4 object 298">
            <a:extLst>
              <a:ext uri="{FF2B5EF4-FFF2-40B4-BE49-F238E27FC236}">
                <ns2:creationId id="{FCE4ED66-040D-4E8E-A2FC-04F22B9F6ACE}"/>
              </a:ext>
            </a:extLst>
          </p:cNvPr>
          <p:cNvSpPr>
            <a:spLocks noGrp="1"/>
          </p:cNvSpPr>
          <p:nvPr/>
        </p:nvSpPr>
        <p:spPr>
          <a:xfrm>
            <a:off x="16630650" y="314325"/>
            <a:ext cx="1362075" cy="419100"/>
          </a:xfrm>
          <a:prstGeom prst="chevron">
            <a:avLst/>
          </a:prstGeom>
          <a:solidFill>
            <a:srgbClr val="9899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DP4 object 299">
            <a:extLst>
              <a:ext uri="{FF2B5EF4-FFF2-40B4-BE49-F238E27FC236}">
                <ns2:creationId id="{C6E17B5F-D0F2-4D77-9688-5ED5DE24C51B}"/>
              </a:ext>
            </a:extLst>
          </p:cNvPr>
          <p:cNvSpPr>
            <a:spLocks noGrp="1"/>
          </p:cNvSpPr>
          <p:nvPr/>
        </p:nvSpPr>
        <p:spPr>
          <a:xfrm>
            <a:off x="16764000" y="314325"/>
            <a:ext cx="105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Editable path 300">
            <a:extLst>
              <a:ext uri="{FF2B5EF4-FFF2-40B4-BE49-F238E27FC236}">
                <ns2:creationId id="{08505941-90A1-4E2C-B93D-9A023D9DD47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7164050" cy="953"/>
          </a:xfrm>
          <a:custGeom>
            <a:pathLst>
              <a:path w="17164050" h="953">
                <a:moveTo>
                  <a:pt x="0" y="0"/>
                </a:moveTo>
                <a:lnTo>
                  <a:pt x="17164050" y="0"/>
                </a:lnTo>
              </a:path>
            </a:pathLst>
          </a:custGeom>
          <a:noFill/>
          <a:ln w="28575">
            <a:solidFill>
              <a:srgbClr val="A7A7A7"/>
            </a:solidFill>
            <a:prstDash val="solid"/>
          </a:ln>
        </p:spPr>
      </p:sp>
      <p:sp>
        <p:nvSpPr>
          <p:cNvPr id="13" name="DP4 object 301">
            <a:extLst>
              <a:ext uri="{FF2B5EF4-FFF2-40B4-BE49-F238E27FC236}">
                <ns2:creationId id="{0F585691-2A41-453F-B519-A66604DE964C}"/>
              </a:ext>
            </a:extLst>
          </p:cNvPr>
          <p:cNvSpPr>
            <a:spLocks noGrp="1"/>
          </p:cNvSpPr>
          <p:nvPr/>
        </p:nvSpPr>
        <p:spPr>
          <a:xfrm>
            <a:off x="17478375" y="99917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DP4 object 302">
            <a:extLst>
              <a:ext uri="{FF2B5EF4-FFF2-40B4-BE49-F238E27FC236}">
                <ns2:creationId id="{C5E393B4-1131-4729-9094-518EF05E1D69}"/>
              </a:ext>
            </a:extLst>
          </p:cNvPr>
          <p:cNvSpPr>
            <a:spLocks noGrp="1"/>
          </p:cNvSpPr>
          <p:nvPr/>
        </p:nvSpPr>
        <p:spPr>
          <a:xfrm>
            <a:off x="266700" y="1190625"/>
            <a:ext cx="1762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C1: 채택 조건의 원문을 먼저 제공해 인계 본문에서 전제가 빠지는 위험을 보완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" name="DP4 object 303">
            <a:extLst>
              <a:ext uri="{FF2B5EF4-FFF2-40B4-BE49-F238E27FC236}">
                <ns2:creationId id="{55DBD402-D003-4FEA-87CF-E42942BF5072}"/>
              </a:ext>
            </a:extLst>
          </p:cNvPr>
          <p:cNvSpPr>
            <a:spLocks noGrp="1"/>
          </p:cNvSpPr>
          <p:nvPr/>
        </p:nvSpPr>
        <p:spPr>
          <a:xfrm>
            <a:off x="266700" y="1685925"/>
            <a:ext cx="1743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별도 E3 실험: 목적을 바꾼 세 번 인계 × 3회 / C와 C1 각각 9개 인계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" name="DP4 object 304">
            <a:extLst>
              <a:ext uri="{FF2B5EF4-FFF2-40B4-BE49-F238E27FC236}">
                <ns2:creationId id="{6B526AF0-F9F2-43C5-A338-E20A420D7262}"/>
              </a:ext>
            </a:extLst>
          </p:cNvPr>
          <p:cNvSpPr>
            <a:spLocks noGrp="1"/>
          </p:cNvSpPr>
          <p:nvPr/>
        </p:nvSpPr>
        <p:spPr>
          <a:xfrm>
            <a:off x="228600" y="2209800"/>
            <a:ext cx="5638800" cy="6981825"/>
          </a:xfrm>
          <a:prstGeom prst="rect">
            <a:avLst/>
          </a:prstGeom>
          <a:noFill/>
          <a:ln w="28575">
            <a:solidFill>
              <a:srgbClr val="4676CB"/>
            </a:solidFill>
            <a:prstDash val="solid"/>
          </a:ln>
        </p:spPr>
      </p:sp>
      <p:sp>
        <p:nvSpPr>
          <p:cNvPr id="17" name="DP4 object 305">
            <a:extLst>
              <a:ext uri="{FF2B5EF4-FFF2-40B4-BE49-F238E27FC236}">
                <ns2:creationId id="{ADC08E80-C9A8-4792-8F6A-BE7432FE755A}"/>
              </a:ext>
            </a:extLst>
          </p:cNvPr>
          <p:cNvSpPr>
            <a:spLocks noGrp="1"/>
          </p:cNvSpPr>
          <p:nvPr/>
        </p:nvSpPr>
        <p:spPr>
          <a:xfrm>
            <a:off x="228600" y="2209800"/>
            <a:ext cx="5638800" cy="466725"/>
          </a:xfrm>
          <a:prstGeom prst="rect">
            <a:avLst/>
          </a:prstGeom>
          <a:solidFill>
            <a:srgbClr val="C9E1B3"/>
          </a:solidFill>
          <a:ln w="0">
            <a:noFill/>
            <a:prstDash val="solid"/>
          </a:ln>
        </p:spPr>
      </p:sp>
      <p:sp>
        <p:nvSpPr>
          <p:cNvPr id="18" name="DP4 object 306">
            <a:extLst>
              <a:ext uri="{FF2B5EF4-FFF2-40B4-BE49-F238E27FC236}">
                <ns2:creationId id="{250BB863-261A-423F-8DED-34AAABE415A5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5295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기존 조건 출처가 있는 경우에 한정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" name="채택 조건의 원문·source refs&#10;“가격이 같으면 유지보수 기간 우선”">
            <a:extLst>
              <a:ext uri="{FF2B5EF4-FFF2-40B4-BE49-F238E27FC236}">
                <ns2:creationId id="{BE331FA1-29F6-4C2F-A8FC-AAD5E05A6AA8}"/>
              </a:ext>
            </a:extLst>
          </p:cNvPr>
          <p:cNvSpPr>
            <a:spLocks noGrp="1"/>
          </p:cNvSpPr>
          <p:nvPr/>
        </p:nvSpPr>
        <p:spPr>
          <a:xfrm>
            <a:off x="571500" y="2943225"/>
            <a:ext cx="4953000" cy="838200"/>
          </a:xfrm>
          <a:prstGeom prst="can">
            <a:avLst>
              <a:gd name="adj" fmla="val 16000"/>
            </a:avLst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20" name="DP4 object 307">
            <a:extLst>
              <a:ext uri="{FF2B5EF4-FFF2-40B4-BE49-F238E27FC236}">
                <ns2:creationId id="{D39FE186-9C50-465F-8133-46CCDFE9A48D}"/>
              </a:ext>
            </a:extLst>
          </p:cNvPr>
          <p:cNvSpPr>
            <a:spLocks noGrp="1"/>
          </p:cNvSpPr>
          <p:nvPr/>
        </p:nvSpPr>
        <p:spPr>
          <a:xfrm>
            <a:off x="619125" y="3048000"/>
            <a:ext cx="48577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채택 조건의 원문·source refs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“가격이 같으면 유지보수 기간 우선”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" name="Editable path 308">
            <a:extLst>
              <a:ext uri="{FF2B5EF4-FFF2-40B4-BE49-F238E27FC236}">
                <ns2:creationId id="{2B16370C-901F-4EAA-AF8E-41B8B9FDF9DF}"/>
              </a:ext>
            </a:extLst>
          </p:cNvPr>
          <p:cNvSpPr>
            <a:spLocks noGrp="1"/>
          </p:cNvSpPr>
          <p:nvPr/>
        </p:nvSpPr>
        <p:spPr>
          <a:xfrm>
            <a:off x="3048000" y="3781425"/>
            <a:ext cx="953" cy="266700"/>
          </a:xfrm>
          <a:custGeom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2860">
            <a:solidFill>
              <a:srgbClr val="4676CB"/>
            </a:solidFill>
            <a:prstDash val="solid"/>
          </a:ln>
        </p:spPr>
      </p:sp>
      <p:sp>
        <p:nvSpPr>
          <p:cNvPr id="22" name="Editable arrowhead 309">
            <a:extLst>
              <a:ext uri="{FF2B5EF4-FFF2-40B4-BE49-F238E27FC236}">
                <ns2:creationId id="{09ACFCFF-6F20-45F9-92A6-50C9FD790902}"/>
              </a:ext>
            </a:extLst>
          </p:cNvPr>
          <p:cNvSpPr>
            <a:spLocks noGrp="1"/>
          </p:cNvSpPr>
          <p:nvPr/>
        </p:nvSpPr>
        <p:spPr>
          <a:xfrm>
            <a:off x="3000375" y="39528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76CB"/>
          </a:solidFill>
          <a:ln w="5715">
            <a:solidFill>
              <a:srgbClr val="4676CB"/>
            </a:solidFill>
            <a:prstDash val="solid"/>
          </a:ln>
        </p:spPr>
      </p:sp>
      <p:sp>
        <p:nvSpPr>
          <p:cNvPr id="23" name="Context Manager / C1&#10;다음 위임 전, 원문 1~2행 사전 읽기">
            <a:extLst>
              <a:ext uri="{FF2B5EF4-FFF2-40B4-BE49-F238E27FC236}">
                <ns2:creationId id="{E2D7CE55-A51C-4510-A30E-137039722475}"/>
              </a:ext>
            </a:extLst>
          </p:cNvPr>
          <p:cNvSpPr>
            <a:spLocks noGrp="1"/>
          </p:cNvSpPr>
          <p:nvPr/>
        </p:nvSpPr>
        <p:spPr>
          <a:xfrm>
            <a:off x="571500" y="4048125"/>
            <a:ext cx="4953000" cy="771525"/>
          </a:xfrm>
          <a:prstGeom prst="rect">
            <a:avLst/>
          </a:prstGeom>
          <a:solidFill>
            <a:srgbClr val="F1F6FC"/>
          </a:solidFill>
          <a:ln w="28575">
            <a:solidFill>
              <a:srgbClr val="4676CB"/>
            </a:solidFill>
            <a:prstDash val="solid"/>
          </a:ln>
        </p:spPr>
      </p:sp>
      <p:sp>
        <p:nvSpPr>
          <p:cNvPr id="24" name="DP4 object 310">
            <a:extLst>
              <a:ext uri="{FF2B5EF4-FFF2-40B4-BE49-F238E27FC236}">
                <ns2:creationId id="{F4DFC5D0-C4DC-4042-BC8A-53DC146BA352}"/>
              </a:ext>
            </a:extLst>
          </p:cNvPr>
          <p:cNvSpPr>
            <a:spLocks noGrp="1"/>
          </p:cNvSpPr>
          <p:nvPr/>
        </p:nvSpPr>
        <p:spPr>
          <a:xfrm>
            <a:off x="638175" y="4086225"/>
            <a:ext cx="48196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Context Manager / C1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다음 위임 전, 원문 1~2행 사전 읽기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5" name="Editable path 311">
            <a:extLst>
              <a:ext uri="{FF2B5EF4-FFF2-40B4-BE49-F238E27FC236}">
                <ns2:creationId id="{7C50A3A9-6149-46A7-812D-19B676ED1016}"/>
              </a:ext>
            </a:extLst>
          </p:cNvPr>
          <p:cNvSpPr>
            <a:spLocks noGrp="1"/>
          </p:cNvSpPr>
          <p:nvPr/>
        </p:nvSpPr>
        <p:spPr>
          <a:xfrm>
            <a:off x="3048000" y="4819650"/>
            <a:ext cx="953" cy="333375"/>
          </a:xfrm>
          <a:custGeom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2860">
            <a:solidFill>
              <a:srgbClr val="4676CB"/>
            </a:solidFill>
            <a:prstDash val="solid"/>
          </a:ln>
        </p:spPr>
      </p:sp>
      <p:sp>
        <p:nvSpPr>
          <p:cNvPr id="26" name="Editable arrowhead 312">
            <a:extLst>
              <a:ext uri="{FF2B5EF4-FFF2-40B4-BE49-F238E27FC236}">
                <ns2:creationId id="{852F2B15-0215-4E36-B5F4-3C96375DE989}"/>
              </a:ext>
            </a:extLst>
          </p:cNvPr>
          <p:cNvSpPr>
            <a:spLocks noGrp="1"/>
          </p:cNvSpPr>
          <p:nvPr/>
        </p:nvSpPr>
        <p:spPr>
          <a:xfrm>
            <a:off x="3000375" y="505777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4676CB"/>
          </a:solidFill>
          <a:ln w="5715">
            <a:solidFill>
              <a:srgbClr val="4676CB"/>
            </a:solidFill>
            <a:prstDash val="solid"/>
          </a:ln>
        </p:spPr>
      </p:sp>
      <p:sp>
        <p:nvSpPr>
          <p:cNvPr id="27" name="필수 명세에 조건 원문 첨부&#10;상세 자료는 기존 수신자 READ 유지">
            <a:extLst>
              <a:ext uri="{FF2B5EF4-FFF2-40B4-BE49-F238E27FC236}">
                <ns2:creationId id="{870A060F-987C-4280-B265-09BE58D2B5AC}"/>
              </a:ext>
            </a:extLst>
          </p:cNvPr>
          <p:cNvSpPr>
            <a:spLocks noGrp="1"/>
          </p:cNvSpPr>
          <p:nvPr/>
        </p:nvSpPr>
        <p:spPr>
          <a:xfrm>
            <a:off x="571500" y="5153025"/>
            <a:ext cx="4953000" cy="742950"/>
          </a:xfrm>
          <a:prstGeom prst="rect">
            <a:avLst/>
          </a:prstGeom>
          <a:solidFill>
            <a:srgbClr val="F1F6FC"/>
          </a:solidFill>
          <a:ln w="28575">
            <a:solidFill>
              <a:srgbClr val="4676CB"/>
            </a:solidFill>
            <a:prstDash val="solid"/>
          </a:ln>
        </p:spPr>
      </p:sp>
      <p:sp>
        <p:nvSpPr>
          <p:cNvPr id="28" name="DP4 object 313">
            <a:extLst>
              <a:ext uri="{FF2B5EF4-FFF2-40B4-BE49-F238E27FC236}">
                <ns2:creationId id="{86C545C1-FBDD-4C17-865C-38B0BE13136A}"/>
              </a:ext>
            </a:extLst>
          </p:cNvPr>
          <p:cNvSpPr>
            <a:spLocks noGrp="1"/>
          </p:cNvSpPr>
          <p:nvPr/>
        </p:nvSpPr>
        <p:spPr>
          <a:xfrm>
            <a:off x="638175" y="5191125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필수 명세에 조건 원문 첨부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상세 자료는 기존 수신자 READ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9" name="Editable path 314">
            <a:extLst>
              <a:ext uri="{FF2B5EF4-FFF2-40B4-BE49-F238E27FC236}">
                <ns2:creationId id="{FB2CDA42-3A20-4F44-A9E5-4C4E2B9DABC3}"/>
              </a:ext>
            </a:extLst>
          </p:cNvPr>
          <p:cNvSpPr>
            <a:spLocks noGrp="1"/>
          </p:cNvSpPr>
          <p:nvPr/>
        </p:nvSpPr>
        <p:spPr>
          <a:xfrm>
            <a:off x="3048000" y="5895975"/>
            <a:ext cx="953" cy="304800"/>
          </a:xfrm>
          <a:custGeom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2860">
            <a:solidFill>
              <a:srgbClr val="111111"/>
            </a:solidFill>
            <a:prstDash val="solid"/>
          </a:ln>
        </p:spPr>
      </p:sp>
      <p:sp>
        <p:nvSpPr>
          <p:cNvPr id="30" name="Editable arrowhead 315">
            <a:extLst>
              <a:ext uri="{FF2B5EF4-FFF2-40B4-BE49-F238E27FC236}">
                <ns2:creationId id="{69BB8EE2-D957-4F81-8A39-31090FDFFC26}"/>
              </a:ext>
            </a:extLst>
          </p:cNvPr>
          <p:cNvSpPr>
            <a:spLocks noGrp="1"/>
          </p:cNvSpPr>
          <p:nvPr/>
        </p:nvSpPr>
        <p:spPr>
          <a:xfrm>
            <a:off x="3000375" y="6105525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1" name="Task Manager / Agent Gateway&#10;현재 조건·권한 재검사 후 전송">
            <a:extLst>
              <a:ext uri="{FF2B5EF4-FFF2-40B4-BE49-F238E27FC236}">
                <ns2:creationId id="{785B3E27-A125-42B6-9785-D2A40D9CD82E}"/>
              </a:ext>
            </a:extLst>
          </p:cNvPr>
          <p:cNvSpPr>
            <a:spLocks noGrp="1"/>
          </p:cNvSpPr>
          <p:nvPr/>
        </p:nvSpPr>
        <p:spPr>
          <a:xfrm>
            <a:off x="571500" y="6200775"/>
            <a:ext cx="4953000" cy="685800"/>
          </a:xfrm>
          <a:prstGeom prst="rect">
            <a:avLst/>
          </a:prstGeom>
          <a:solidFill>
            <a:srgbClr val="FFF6DD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2" name="DP4 object 316">
            <a:extLst>
              <a:ext uri="{FF2B5EF4-FFF2-40B4-BE49-F238E27FC236}">
                <ns2:creationId id="{F38202B7-0D62-4235-AE2D-7BE7DBA6CDB5}"/>
              </a:ext>
            </a:extLst>
          </p:cNvPr>
          <p:cNvSpPr>
            <a:spLocks noGrp="1"/>
          </p:cNvSpPr>
          <p:nvPr/>
        </p:nvSpPr>
        <p:spPr>
          <a:xfrm>
            <a:off x="638175" y="6238875"/>
            <a:ext cx="4819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Task Manager / Agent Gateway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현재 조건·권한 재검사 후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3" name="Editable path 317">
            <a:extLst>
              <a:ext uri="{FF2B5EF4-FFF2-40B4-BE49-F238E27FC236}">
                <ns2:creationId id="{7E236C0C-4050-4DE1-A402-CACF572D59EC}"/>
              </a:ext>
            </a:extLst>
          </p:cNvPr>
          <p:cNvSpPr>
            <a:spLocks noGrp="1"/>
          </p:cNvSpPr>
          <p:nvPr/>
        </p:nvSpPr>
        <p:spPr>
          <a:xfrm>
            <a:off x="3048000" y="6886575"/>
            <a:ext cx="953" cy="295275"/>
          </a:xfrm>
          <a:custGeom>
            <a:pathLst>
              <a:path w="953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/>
          <a:ln w="22860">
            <a:solidFill>
              <a:srgbClr val="111111"/>
            </a:solidFill>
            <a:prstDash val="solid"/>
          </a:ln>
        </p:spPr>
      </p:sp>
      <p:sp>
        <p:nvSpPr>
          <p:cNvPr id="34" name="Editable arrowhead 318">
            <a:extLst>
              <a:ext uri="{FF2B5EF4-FFF2-40B4-BE49-F238E27FC236}">
                <ns2:creationId id="{7FD8ED78-B141-42FC-9445-0214D63ADDB8}"/>
              </a:ext>
            </a:extLst>
          </p:cNvPr>
          <p:cNvSpPr>
            <a:spLocks noGrp="1"/>
          </p:cNvSpPr>
          <p:nvPr/>
        </p:nvSpPr>
        <p:spPr>
          <a:xfrm>
            <a:off x="3000375" y="7086600"/>
            <a:ext cx="95250" cy="95250"/>
          </a:xfrm>
          <a:custGeom>
            <a:pathLst>
              <a:path w="95250" h="95250">
                <a:moveTo>
                  <a:pt x="47625" y="9525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5715">
            <a:solidFill>
              <a:srgbClr val="111111"/>
            </a:solidFill>
            <a:prstDash val="solid"/>
          </a:ln>
        </p:spPr>
      </p:sp>
      <p:sp>
        <p:nvSpPr>
          <p:cNvPr id="35" name="수신 Agent: 조건을 유지하며 본문 작성">
            <a:extLst>
              <a:ext uri="{FF2B5EF4-FFF2-40B4-BE49-F238E27FC236}">
                <ns2:creationId id="{B5828C00-AA6E-4E86-9B76-59A0568B343D}"/>
              </a:ext>
            </a:extLst>
          </p:cNvPr>
          <p:cNvSpPr>
            <a:spLocks noGrp="1"/>
          </p:cNvSpPr>
          <p:nvPr/>
        </p:nvSpPr>
        <p:spPr>
          <a:xfrm>
            <a:off x="571500" y="7181850"/>
            <a:ext cx="4953000" cy="523875"/>
          </a:xfrm>
          <a:prstGeom prst="rect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</p:sp>
      <p:sp>
        <p:nvSpPr>
          <p:cNvPr id="36" name="DP4 object 319">
            <a:extLst>
              <a:ext uri="{FF2B5EF4-FFF2-40B4-BE49-F238E27FC236}">
                <ns2:creationId id="{1C3E9212-67CC-4851-A062-B0AA8290FB18}"/>
              </a:ext>
            </a:extLst>
          </p:cNvPr>
          <p:cNvSpPr>
            <a:spLocks noGrp="1"/>
          </p:cNvSpPr>
          <p:nvPr/>
        </p:nvSpPr>
        <p:spPr>
          <a:xfrm>
            <a:off x="638175" y="7219950"/>
            <a:ext cx="48196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수신 Agent: 조건을 유지하며 본문 작성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7" name="DP4 object 320">
            <a:extLst>
              <a:ext uri="{FF2B5EF4-FFF2-40B4-BE49-F238E27FC236}">
                <ns2:creationId id="{82536998-CCA6-4B14-BBF7-64095EE1E390}"/>
              </a:ext>
            </a:extLst>
          </p:cNvPr>
          <p:cNvSpPr>
            <a:spLocks noGrp="1"/>
          </p:cNvSpPr>
          <p:nvPr/>
        </p:nvSpPr>
        <p:spPr>
          <a:xfrm>
            <a:off x="504825" y="7991475"/>
            <a:ext cx="5095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전체 원문 읽기 20 → 21회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사전 읽기 3회 추가 / 첨부 상태 최대 323byte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8" name="DP4 object 321">
            <a:extLst>
              <a:ext uri="{FF2B5EF4-FFF2-40B4-BE49-F238E27FC236}">
                <ns2:creationId id="{EBFCED3C-1DD7-48C8-907C-421BF17D0168}"/>
              </a:ext>
            </a:extLst>
          </p:cNvPr>
          <p:cNvSpPr>
            <a:spLocks noGrp="1"/>
          </p:cNvSpPr>
          <p:nvPr/>
        </p:nvSpPr>
        <p:spPr>
          <a:xfrm>
            <a:off x="495300" y="8763000"/>
            <a:ext cx="510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def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조건 출처를 새로 만드는 비용은 미측정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9" name="DP4 object 322">
            <a:extLst>
              <a:ext uri="{FF2B5EF4-FFF2-40B4-BE49-F238E27FC236}">
                <ns2:creationId id="{53CC413D-B752-4FB0-831D-73E5CA9EB395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11668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defPPr>
            <a:lvl1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defRPr>
            </a:pPr>
            <a:r>
              <a:rPr sz="2800" b="1" lang="ko-KR">
                <a:solidFill>
                  <a:srgbClr val="4676CB"/>
                </a:solidFill>
                <a:latin typeface="Calibri"/>
                <a:ea typeface="Calibri"/>
                <a:cs typeface="Calibri"/>
              </a:rPr>
              <a:t>본문 조건 충족 4/9 → 9/9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0" name="DP4 object 323">
            <a:extLst>
              <a:ext uri="{FF2B5EF4-FFF2-40B4-BE49-F238E27FC236}">
                <ns2:creationId id="{71961426-BECE-410E-8600-637DE8FCFC68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1176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저자 본문 대조: C 충족4·오류2·모호2·미표시1 / C1 충족9  (QA02 아님)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1" name="">
            <a:extLst>
              <a:ext uri="{FF2B5EF4-FFF2-40B4-BE49-F238E27FC236}">
                <ns2:creationId id="{824CDAC9-60E5-4E9C-ABF4-E26F885068E0}"/>
              </a:ext>
            </a:extLst>
          </p:cNvPr>
          <p:cNvGraphicFramePr/>
          <p:nvPr/>
        </p:nvGraphicFramePr>
        <p:xfrm>
          <a:off x="6191250" y="3162300"/>
          <a:ext cx="11391900" cy="4019550"/>
        </p:xfrm>
        <a:graphic>
          <a:graphicData uri="http://schemas.openxmlformats.org/drawingml/2006/table">
            <a:tbl>
              <a:tblPr firstRow="0" bandRow="0" bandCol="0"/>
              <a:tblGrid>
                <a:gridCol w="3105150"/>
                <a:gridCol w="2533650"/>
                <a:gridCol w="2533650"/>
                <a:gridCol w="3219450"/>
              </a:tblGrid>
              <a:tr h="40005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지표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C1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해석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T w="11430">
                      <a:solidFill>
                        <a:srgbClr val="B7B9B9"/>
                      </a:solidFill>
                      <a:prstDash val="solid"/>
                    </a:lnT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C9E1B3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QA01 첫 응답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4.256 (9/9)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4.271 (9/9)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첫 안내 개선 근거 없음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QA02 지칭 집합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본문 진단과 구분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QA03 VIA 처리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4.302 (8/9)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4.301 (9/9)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host 종료와 본문 정답은 별개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QA04 변경 (개)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미측정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미측정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새 변경 과제 실행 없음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QA05 모델 비용 ($)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0.0407024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0.0376028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복구 1호출 차이 포함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QA06 최고 RSS (MB)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45.269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43.254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관측값 / 개선 인과 미확정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같은 8목표 전체 시간 (초)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30.532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31.519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b="1" lang="ko-KR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+0.987초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N-H 구조 계약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L w="11430">
                      <a:solidFill>
                        <a:srgbClr val="B7B9B9"/>
                      </a:solidFill>
                      <a:prstDash val="solid"/>
                    </a:lnL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9/9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9/9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700" lang="ko-KR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기존 구조 계약 유지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250" marR="95250" marT="9525" marB="9525" anchor="ctr">
                    <a:lnR w="11430">
                      <a:solidFill>
                        <a:srgbClr val="B7B9B9"/>
                      </a:solidFill>
                      <a:prstDash val="solid"/>
                    </a:lnR>
                    <a:lnB w="11430">
                      <a:solidFill>
                        <a:srgbClr val="B7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DP4 object 324">
            <a:extLst>
              <a:ext uri="{FF2B5EF4-FFF2-40B4-BE49-F238E27FC236}">
                <ns2:creationId id="{0B0B34A4-410B-4686-B12E-6BB375C01CE0}"/>
              </a:ext>
            </a:extLst>
          </p:cNvPr>
          <p:cNvSpPr>
            <a:spLocks noGrp="1"/>
          </p:cNvSpPr>
          <p:nvPr/>
        </p:nvSpPr>
        <p:spPr>
          <a:xfrm>
            <a:off x="6219825" y="7915275"/>
            <a:ext cx="116871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defPPr>
            <a:lvl1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복구 1호출 제외 비용: $0.0365256 → $0.0376028 (증가)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3" name="DP4 object 325">
            <a:extLst>
              <a:ext uri="{FF2B5EF4-FFF2-40B4-BE49-F238E27FC236}">
                <ns2:creationId id="{EB4A73D5-2358-4182-9EA5-8619C8CE9C35}"/>
              </a:ext>
            </a:extLst>
          </p:cNvPr>
          <p:cNvSpPr>
            <a:spLocks noGrp="1"/>
          </p:cNvSpPr>
          <p:nvPr/>
        </p:nvSpPr>
        <p:spPr>
          <a:xfrm>
            <a:off x="6219825" y="8353425"/>
            <a:ext cx="11687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자동 literal 판정은 4/9 → 7/9. 위 9/9는 별도 저자 내용 대조다.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4" name="DP4 object 326">
            <a:extLst>
              <a:ext uri="{FF2B5EF4-FFF2-40B4-BE49-F238E27FC236}">
                <ns2:creationId id="{2B386E9C-C316-437D-92FF-D97B6CD36A7B}"/>
              </a:ext>
            </a:extLst>
          </p:cNvPr>
          <p:cNvSpPr>
            <a:spLocks noGrp="1"/>
          </p:cNvSpPr>
          <p:nvPr/>
        </p:nvSpPr>
        <p:spPr>
          <a:xfrm>
            <a:off x="6219825" y="8743950"/>
            <a:ext cx="116871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00" b="0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 미표시 1건: 안내되지 않은 host 수량 상한과 불일치. 원문 부족으로 분류하지 않음.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5" name="Editable path 327">
            <a:extLst>
              <a:ext uri="{FF2B5EF4-FFF2-40B4-BE49-F238E27FC236}">
                <ns2:creationId id="{E0CE0055-C284-46C7-99DA-09228D7C7C62}"/>
              </a:ext>
            </a:extLst>
          </p:cNvPr>
          <p:cNvSpPr>
            <a:spLocks noGrp="1"/>
          </p:cNvSpPr>
          <p:nvPr/>
        </p:nvSpPr>
        <p:spPr>
          <a:xfrm>
            <a:off x="266700" y="9429750"/>
            <a:ext cx="17773650" cy="953"/>
          </a:xfrm>
          <a:custGeom>
            <a:pathLst>
              <a:path w="17773650" h="953">
                <a:moveTo>
                  <a:pt x="0" y="0"/>
                </a:moveTo>
                <a:lnTo>
                  <a:pt x="17773650" y="0"/>
                </a:lnTo>
              </a:path>
            </a:pathLst>
          </a:custGeom>
          <a:noFill/>
          <a:ln w="13335">
            <a:solidFill>
              <a:srgbClr val="4676CB"/>
            </a:solidFill>
            <a:prstDash val="solid"/>
          </a:ln>
        </p:spPr>
      </p:sp>
      <p:sp>
        <p:nvSpPr>
          <p:cNvPr id="46" name="DP4 object 328">
            <a:extLst>
              <a:ext uri="{FF2B5EF4-FFF2-40B4-BE49-F238E27FC236}">
                <ns2:creationId id="{145BBFAF-C2D0-4EB1-AC4D-DCB12F82F9A0}"/>
              </a:ext>
            </a:extLst>
          </p:cNvPr>
          <p:cNvSpPr>
            <a:spLocks noGrp="1"/>
          </p:cNvSpPr>
          <p:nvPr/>
        </p:nvSpPr>
        <p:spPr>
          <a:xfrm>
            <a:off x="266700" y="9525000"/>
            <a:ext cx="1743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 lang="ko-KR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C1은 첫 안내 입력을 바꾸지 않음. C의 잘못된 첫 안내 1건도 보존. 본문 개선 전체를 사전 읽기만의 인과 효과로 단정하지 않음.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7" name="DP4 object 329">
            <a:extLst>
              <a:ext uri="{FF2B5EF4-FFF2-40B4-BE49-F238E27FC236}">
                <ns2:creationId id="{40580919-8577-4708-B535-ADC2C0B2E001}"/>
              </a:ext>
            </a:extLst>
          </p:cNvPr>
          <p:cNvSpPr>
            <a:spLocks noGrp="1"/>
          </p:cNvSpPr>
          <p:nvPr/>
        </p:nvSpPr>
        <p:spPr>
          <a:xfrm>
            <a:off x="266700" y="9934575"/>
            <a:ext cx="172116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def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defRPr>
            </a:pPr>
            <a:r>
              <a:rPr sz="1500" b="0" lang="ko-KR">
                <a:solidFill>
                  <a:srgbClr val="50555B"/>
                </a:solidFill>
                <a:latin typeface="Calibri"/>
                <a:ea typeface="Calibri"/>
                <a:cs typeface="Calibri"/>
              </a:rPr>
              <a:t>C2 cache는 전체 제공 시간이 7.602→8.784ms로 늘어 보류. C1+C2 조합 미실행. 기존 완료 캠페인 범위의 보완이다.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827528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2026-10-19T08:13:21.0100000Z</ns2:created>
  <ns2:modified xsi:type="dcterms:W3CDTF">2026-10-19T08:13:21.0100000Z</ns2:modified>
  <dc:language>ko-KR</dc:language>
</ns0:coreProperties>
</file>