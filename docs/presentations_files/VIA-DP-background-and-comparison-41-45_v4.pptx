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png" ContentType="image/png"/>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e004a03eb924e7e" /><Relationship Type="http://schemas.openxmlformats.org/officeDocument/2006/relationships/extended-properties" Target="/docProps/app.xml" Id="R64e31a4b3c1148a7" /><Relationship Type="http://schemas.openxmlformats.org/officeDocument/2006/relationships/officeDocument" Target="/ppt/presentation.xml" Id="R53bbc0bcb9d54c0b" /></Relationships>
</file>

<file path=ppt/presentation.xml><?xml version="1.0" encoding="utf-8"?>
<p:presentation xmlns:p="http://schemas.openxmlformats.org/presentationml/2006/main" xmlns:p14="http://schemas.microsoft.com/office/powerpoint/2010/main" xmlns:r="http://schemas.openxmlformats.org/officeDocument/2006/relationships">
  <p:sldMasterIdLst>
    <p:sldMasterId id="2147483648" r:id="R0c3c72e8465844a2"/>
  </p:sldMasterIdLst>
  <p:notesMasterIdLst>
    <p:notesMasterId r:id="R5ca85e813e954014"/>
  </p:notesMasterIdLst>
  <p:sldIdLst>
    <p:sldId xmlns:r="http://schemas.openxmlformats.org/officeDocument/2006/relationships" id="266" r:id="RviaOverview"/>
    <p:sldId xmlns:r="http://schemas.openxmlformats.org/officeDocument/2006/relationships" id="267" r:id="RviaV2Experience"/>
    <p:sldId xmlns:r="http://schemas.openxmlformats.org/officeDocument/2006/relationships" id="256" r:id="Rd5bb284998304d72"/>
    <p:sldId xmlns:r="http://schemas.openxmlformats.org/officeDocument/2006/relationships" id="257" r:id="R28e6acf7e558438e"/>
    <p:sldId xmlns:r="http://schemas.openxmlformats.org/officeDocument/2006/relationships" id="268" r:id="RviaV4QA41"/>
    <p:sldId xmlns:r="http://schemas.openxmlformats.org/officeDocument/2006/relationships" id="262" r:id="Re800c95b3ccc48b2"/>
    <p:sldId xmlns:r="http://schemas.openxmlformats.org/officeDocument/2006/relationships" id="263" r:id="R0b939428bc6f4c75"/>
    <p:sldId xmlns:r="http://schemas.openxmlformats.org/officeDocument/2006/relationships" id="269" r:id="RviaV4QA44"/>
    <p:sldId xmlns:r="http://schemas.openxmlformats.org/officeDocument/2006/relationships" id="264" r:id="R96a9b5e32194401d"/>
    <p:sldId xmlns:r="http://schemas.openxmlformats.org/officeDocument/2006/relationships" id="265" r:id="Rd4e355067edc4ce1"/>
    <p:sldId xmlns:r="http://schemas.openxmlformats.org/officeDocument/2006/relationships" id="270" r:id="RviaV4QA45"/>
    <p:sldId xmlns:r="http://schemas.openxmlformats.org/officeDocument/2006/relationships" id="258" r:id="R7e9e5d353de448df"/>
    <p:sldId xmlns:r="http://schemas.openxmlformats.org/officeDocument/2006/relationships" id="259" r:id="R87d1a1c2c5fd4dbd"/>
    <p:sldId xmlns:r="http://schemas.openxmlformats.org/officeDocument/2006/relationships" id="271" r:id="RviaV4QA42"/>
    <p:sldId xmlns:r="http://schemas.openxmlformats.org/officeDocument/2006/relationships" id="260" r:id="R12b0e32653054459"/>
    <p:sldId xmlns:r="http://schemas.openxmlformats.org/officeDocument/2006/relationships" id="261" r:id="R31db13b4990d4952"/>
  </p:sldIdLst>
  <p:sldSz cx="18288000" cy="10287000"/>
  <p:notesSz cx="6858000" cy="9144000"/>
  <p:extLst>
    <p:ext uri="{521415D9-36F7-43E2-AB2F-B90AF26B5E84}">
      <p14:sectionLst>
        <p14:section name="본 발표" id="{82000001-0000-4000-8000-000000000001}">
          <p14:sldIdLst>
            <p14:sldId id="266"/>
            <p14:sldId id="267"/>
            <p14:sldId id="256"/>
            <p14:sldId id="257"/>
            <p14:sldId id="268"/>
            <p14:sldId id="262"/>
            <p14:sldId id="263"/>
            <p14:sldId id="269"/>
            <p14:sldId id="264"/>
            <p14:sldId id="265"/>
            <p14:sldId id="270"/>
            <p14:sldId id="258"/>
            <p14:sldId id="259"/>
            <p14:sldId id="271"/>
          </p14:sldIdLst>
        </p14:section>
        <p14:section name="부록 · 보충 자료" id="{82000001-0000-4000-8000-000000000002}">
          <p14:sldIdLst>
            <p14:sldId id="260"/>
            <p14:sldId id="261"/>
          </p14:sldIdLst>
        </p14:section>
      </p14:sectionLst>
    </p:ext>
  </p:ex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Relationships xmlns="http://schemas.openxmlformats.org/package/2006/relationships"><Relationship Type="http://schemas.openxmlformats.org/officeDocument/2006/relationships/theme" Target="/ppt/theme/theme1.xml" Id="R07dfdd6d08314bc3" /><Relationship Type="http://schemas.openxmlformats.org/officeDocument/2006/relationships/slideMaster" Target="/ppt/slideMasters/slideMaster1.xml" Id="R0c3c72e8465844a2" /><Relationship Type="http://schemas.openxmlformats.org/officeDocument/2006/relationships/notesMaster" Target="/ppt/notesMasters/notesMaster1.xml" Id="R5ca85e813e954014" /><Relationship Type="http://schemas.openxmlformats.org/officeDocument/2006/relationships/presProps" Target="/ppt/presProps.xml" Id="Rdbcc7842291b4826" /><Relationship Type="http://schemas.openxmlformats.org/officeDocument/2006/relationships/tableStyles" Target="/ppt/tableStyles.xml" Id="Rb850dac62b96484f" /><Relationship Type="http://schemas.openxmlformats.org/officeDocument/2006/relationships/slide" Target="/ppt/slides/slide1.xml" Id="Rd5bb284998304d72" /><Relationship Type="http://schemas.openxmlformats.org/officeDocument/2006/relationships/slide" Target="/ppt/slides/slide2.xml" Id="R28e6acf7e558438e" /><Relationship Type="http://schemas.openxmlformats.org/officeDocument/2006/relationships/slide" Target="/ppt/slides/slide3.xml" Id="R7e9e5d353de448df" /><Relationship Type="http://schemas.openxmlformats.org/officeDocument/2006/relationships/slide" Target="/ppt/slides/slide4.xml" Id="R87d1a1c2c5fd4dbd" /><Relationship Type="http://schemas.openxmlformats.org/officeDocument/2006/relationships/slide" Target="/ppt/slides/slide5.xml" Id="R12b0e32653054459" /><Relationship Type="http://schemas.openxmlformats.org/officeDocument/2006/relationships/slide" Target="/ppt/slides/slide6.xml" Id="R31db13b4990d4952" /><Relationship Type="http://schemas.openxmlformats.org/officeDocument/2006/relationships/slide" Target="/ppt/slides/slide7.xml" Id="Re800c95b3ccc48b2" /><Relationship Type="http://schemas.openxmlformats.org/officeDocument/2006/relationships/slide" Target="/ppt/slides/slide8.xml" Id="R0b939428bc6f4c75" /><Relationship Type="http://schemas.openxmlformats.org/officeDocument/2006/relationships/slide" Target="/ppt/slides/slide9.xml" Id="R96a9b5e32194401d" /><Relationship Type="http://schemas.openxmlformats.org/officeDocument/2006/relationships/slide" Target="/ppt/slides/slide10.xml" Id="Rd4e355067edc4ce1" /><Relationship Type="http://schemas.openxmlformats.org/officeDocument/2006/relationships/slide" Target="/ppt/slides/slide11.xml" Id="RviaOverview" /><Relationship Id="RviaV2Experience" Type="http://schemas.openxmlformats.org/officeDocument/2006/relationships/slide" Target="/ppt/slides/slide12.xml" /><Relationship Type="http://schemas.openxmlformats.org/officeDocument/2006/relationships/slide" Target="/ppt/slides/slide13.xml" Id="RviaV4QA41" /><Relationship Type="http://schemas.openxmlformats.org/officeDocument/2006/relationships/slide" Target="/ppt/slides/slide14.xml" Id="RviaV4QA44" /><Relationship Type="http://schemas.openxmlformats.org/officeDocument/2006/relationships/slide" Target="/ppt/slides/slide15.xml" Id="RviaV4QA45" /><Relationship Type="http://schemas.openxmlformats.org/officeDocument/2006/relationships/slide" Target="/ppt/slides/slide16.xml" Id="RviaV4QA4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8e00c7f09bf478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8411b37618c4e8a" /><Relationship Type="http://schemas.openxmlformats.org/officeDocument/2006/relationships/notesMaster" Target="/ppt/notesMasters/notesMaster1.xml" Id="Rd94b16226d97425e" /></Relationships>
</file>

<file path=ppt/notesSlides/_rels/notesSlide2.xml.rels>&#65279;<?xml version="1.0" encoding="utf-8"?><Relationships xmlns="http://schemas.openxmlformats.org/package/2006/relationships"><Relationship Type="http://schemas.openxmlformats.org/officeDocument/2006/relationships/slide" Target="/ppt/slides/slide2.xml" Id="Rf5695a13ef524abb" /><Relationship Type="http://schemas.openxmlformats.org/officeDocument/2006/relationships/notesMaster" Target="/ppt/notesMasters/notesMaster1.xml" Id="Rf7dd7de0035d414d" /></Relationships>
</file>

<file path=ppt/notesSlides/_rels/notesSlide3.xml.rels>&#65279;<?xml version="1.0" encoding="utf-8"?><Relationships xmlns="http://schemas.openxmlformats.org/package/2006/relationships"><Relationship Type="http://schemas.openxmlformats.org/officeDocument/2006/relationships/slide" Target="/ppt/slides/slide3.xml" Id="R2930f09d8a244954" /><Relationship Type="http://schemas.openxmlformats.org/officeDocument/2006/relationships/notesMaster" Target="/ppt/notesMasters/notesMaster1.xml" Id="Rf3499972cade4e59" /></Relationships>
</file>

<file path=ppt/notesSlides/_rels/notesSlide4.xml.rels>&#65279;<?xml version="1.0" encoding="utf-8"?><Relationships xmlns="http://schemas.openxmlformats.org/package/2006/relationships"><Relationship Type="http://schemas.openxmlformats.org/officeDocument/2006/relationships/slide" Target="/ppt/slides/slide4.xml" Id="Rabea582a54c24c83" /><Relationship Type="http://schemas.openxmlformats.org/officeDocument/2006/relationships/notesMaster" Target="/ppt/notesMasters/notesMaster1.xml" Id="R24a2b618dbd7401b" /></Relationships>
</file>

<file path=ppt/notesSlides/_rels/notesSlide5.xml.rels>&#65279;<?xml version="1.0" encoding="utf-8"?><Relationships xmlns="http://schemas.openxmlformats.org/package/2006/relationships"><Relationship Type="http://schemas.openxmlformats.org/officeDocument/2006/relationships/slide" Target="/ppt/slides/slide5.xml" Id="R6a2f5f856c9d4e1f" /><Relationship Type="http://schemas.openxmlformats.org/officeDocument/2006/relationships/notesMaster" Target="/ppt/notesMasters/notesMaster1.xml" Id="R5159846335084194" /></Relationships>
</file>

<file path=ppt/notesSlides/_rels/notesSlide6.xml.rels>&#65279;<?xml version="1.0" encoding="utf-8"?><Relationships xmlns="http://schemas.openxmlformats.org/package/2006/relationships"><Relationship Type="http://schemas.openxmlformats.org/officeDocument/2006/relationships/slide" Target="/ppt/slides/slide6.xml" Id="R403412f5785a45f5" /><Relationship Type="http://schemas.openxmlformats.org/officeDocument/2006/relationships/notesMaster" Target="/ppt/notesMasters/notesMaster1.xml" Id="R21cc2a9640064723" /></Relationships>
</file>

<file path=ppt/notesSlides/_rels/notesSlide7.xml.rels>&#65279;<?xml version="1.0" encoding="utf-8"?><Relationships xmlns="http://schemas.openxmlformats.org/package/2006/relationships"><Relationship Type="http://schemas.openxmlformats.org/officeDocument/2006/relationships/slide" Target="/ppt/slides/slide7.xml" Id="R627a3ac7c4c14f76" /><Relationship Type="http://schemas.openxmlformats.org/officeDocument/2006/relationships/notesMaster" Target="/ppt/notesMasters/notesMaster1.xml" Id="Rad29ecd59eaa4ae4" /></Relationships>
</file>

<file path=ppt/notesSlides/_rels/notesSlide8.xml.rels>&#65279;<?xml version="1.0" encoding="utf-8"?><Relationships xmlns="http://schemas.openxmlformats.org/package/2006/relationships"><Relationship Type="http://schemas.openxmlformats.org/officeDocument/2006/relationships/slide" Target="/ppt/slides/slide8.xml" Id="R406046e19a934426" /><Relationship Type="http://schemas.openxmlformats.org/officeDocument/2006/relationships/notesMaster" Target="/ppt/notesMasters/notesMaster1.xml" Id="R39514067d3f64c00" /></Relationships>
</file>

<file path=ppt/notesSlides/_rels/notesSlide9.xml.rels>&#65279;<?xml version="1.0" encoding="utf-8"?><Relationships xmlns="http://schemas.openxmlformats.org/package/2006/relationships"><Relationship Type="http://schemas.openxmlformats.org/officeDocument/2006/relationships/slide" Target="/ppt/slides/slide9.xml" Id="R8b722c512a9c466b" /><Relationship Type="http://schemas.openxmlformats.org/officeDocument/2006/relationships/notesMaster" Target="/ppt/notesMasters/notesMaster1.xml" Id="R6877b8abd8454a7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a706b4d6e834580" /><Relationship Type="http://schemas.openxmlformats.org/officeDocument/2006/relationships/notesMaster" Target="/ppt/notesMasters/notesMaster1.xml" Id="R1a32d61983b14d1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125f551bf0c4525" /><Relationship Type="http://schemas.openxmlformats.org/officeDocument/2006/relationships/notesMaster" Target="/ppt/notesMasters/notesMaster1.xml" Id="R325333de39404226" /></Relationships>
</file>

<file path=ppt/notesSlides/_rels/notesSlide12.xml.rels><?xml version='1.0' encoding='utf-8'?>
<ns0:Relationships xmlns:ns0="http://schemas.openxmlformats.org/package/2006/relationships"><ns0:Relationship Type="http://schemas.openxmlformats.org/officeDocument/2006/relationships/slide" Target="/ppt/slides/slide12.xml" Id="Rc125f551bf0c4525" /><ns0:Relationship Type="http://schemas.openxmlformats.org/officeDocument/2006/relationships/notesMaster" Target="/ppt/notesMasters/notesMaster1.xml" Id="R325333de39404226" /></ns0:Relationships>
</file>

<file path=ppt/notesSlides/_rels/notesSlide13.xml.rels><?xml version='1.0' encoding='utf-8'?>
<Relationships xmlns="http://schemas.openxmlformats.org/package/2006/relationships"><Relationship Type="http://schemas.openxmlformats.org/officeDocument/2006/relationships/slide" Target="/ppt/slides/slide13.xml" Id="Rf5695a13ef524abb" /><Relationship Type="http://schemas.openxmlformats.org/officeDocument/2006/relationships/notesMaster" Target="/ppt/notesMasters/notesMaster1.xml" Id="Rf7dd7de0035d414d" /></Relationships>
</file>

<file path=ppt/notesSlides/_rels/notesSlide14.xml.rels><?xml version='1.0' encoding='utf-8'?>
<Relationships xmlns="http://schemas.openxmlformats.org/package/2006/relationships"><Relationship Type="http://schemas.openxmlformats.org/officeDocument/2006/relationships/slide" Target="/ppt/slides/slide14.xml" Id="R406046e19a934426" /><Relationship Type="http://schemas.openxmlformats.org/officeDocument/2006/relationships/notesMaster" Target="/ppt/notesMasters/notesMaster1.xml" Id="R39514067d3f64c00" /></Relationships>
</file>

<file path=ppt/notesSlides/_rels/notesSlide15.xml.rels><?xml version='1.0' encoding='utf-8'?>
<Relationships xmlns="http://schemas.openxmlformats.org/package/2006/relationships"><Relationship Type="http://schemas.openxmlformats.org/officeDocument/2006/relationships/slide" Target="/ppt/slides/slide15.xml" Id="Rfa706b4d6e834580" /><Relationship Type="http://schemas.openxmlformats.org/officeDocument/2006/relationships/notesMaster" Target="/ppt/notesMasters/notesMaster1.xml" Id="R1a32d61983b14d1a" /></Relationships>
</file>

<file path=ppt/notesSlides/_rels/notesSlide16.xml.rels><?xml version='1.0' encoding='utf-8'?>
<Relationships xmlns="http://schemas.openxmlformats.org/package/2006/relationships"><Relationship Type="http://schemas.openxmlformats.org/officeDocument/2006/relationships/slide" Target="/ppt/slides/slide16.xml" Id="Rabea582a54c24c83" /><Relationship Type="http://schemas.openxmlformats.org/officeDocument/2006/relationships/notesMaster" Target="/ppt/notesMasters/notesMaster1.xml" Id="R24a2b618dbd7401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삽화는 builtin imagegen 생성 설명용 이미지이며 실제 제품 UI나 측정 결과가 아니다. 사용자/VIA/Agent 또는 사건/시간 구간은 설명용 참여자·데이터이며 Component·Module·process 경계를 선택하지 않는다. 제목·문구·데이터 흐름·타임라인은 native editable objects다. A/B는 미선정·미측정이며 이 배경은 양안의 공통 요구를 설명한다. Architecture 문서의 SVG/draw.io와 기존 원본 PPTX는 수정하지 않는다. 근거: 사용자 2026-10-10 발표자료 리뷰, docs/architecture/01-system-mission-and-boundary.md 및 docs/architecture/05-representative-use-cases.md. </a:t>
            </a:r>
          </a:p>
          <a:p xmlns:a="http://schemas.openxmlformats.org/drawingml/2006/main">
            <a:r>
              <a:t>DP41 근거: docs/architecture/12-decisions/decision-packages/04-41-request-resolution-control.md. 선택 표, 기존 보고서의 후보와 연결 업무는 조회/의미 판단의 결과다. 입력에 정답 Task를 사전 지정하지 않는다. 보고서를 수정한 결과로 메일 초안을 쓰는 연속 업무이며 별도 독립 메일이나 발송 요청이 아니다. 대상·순서·조건은 설명용 개념이지 B의 실제 고정 key field를 정의한 schema가 아니다. A는 모델이 제한된 조회와 다음 해석을 반복하고 최종 의미를 제안한다. B는 유한한 typed 표현에 따라 코드가 조회/조건부 의미 호출과 결합을 완성한다. B도 여러 모델 호출이 가능하다. 메일 초안 작성·보고서 편집은 업무 수행 Agent 책임이다. 이 페이지는 의미 생산의 기능 분할(43), 실행 연결(44), 과거 정보 공급(45), 대화/업무 상태 권한(42)을 다시 선택하지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04-41. VIA Request 이해의 모델 판단 반복과 코드 해결 반복</a:t>
            </a:r>
          </a:p>
          <a:p xmlns:a="http://schemas.openxmlformats.org/drawingml/2006/main">
            <a:r>
              <a:t>https://github.com/cbyche/via-sw-architecture/blob/main/docs/architecture/12-decisions/decision-packages/04-41-request-resolution-control.md</a:t>
            </a:r>
          </a:p>
          <a:p xmlns:a="http://schemas.openxmlformats.org/drawingml/2006/main">
            <a:r>
              <a:t>https://github.com/cbyche/via-sw-architecture/blob/main/docs/presentations_files/dp-comparison/dp41-comparison.svg</a:t>
            </a:r>
          </a:p>
          <a:p xmlns:a="http://schemas.openxmlformats.org/drawingml/2006/main">
            <a:r>
              <a:t>조건별 정성 비교 / 미선정 / 미측정</a:t>
            </a:r>
          </a:p>
          <a:p xmlns:a="http://schemas.openxmlformats.org/drawingml/2006/main">
            <a:r>
              <a:t>사용자 요청은 “이 표를 아까 보고서에 넣고, 메일은 보내지 말고 결과를 바탕으로 초안만 만들어.”이다. 결과는 표를 추가한 보고서의 결과이며 그것으로 메일 초안을 작성한다. Task1은 예산 보고서 업무, Task2는 실적 보고서 업무다. “어느 보고서인가요?”라는 질문을 실제 전달하고 사용자의 “예산 보고서” 답변을 해석한 뒤 Task1을 연결한다. 초기 입력에 정답 Task를 미리 넣지 않는다.</a:t>
            </a:r>
          </a:p>
          <a:p xmlns:a="http://schemas.openxmlformats.org/drawingml/2006/main">
            <a:r>
              <a:t>A는 모델이 조회 요청(ReadRequest)을 선택하고 조회 결과(EvidenceBundle)를 받아 재판단하여 전체 의미 제안(MeaningProposal)을 만든다. 모델 주도 해석 제어기는 클라우드 LLM을 호출하고 그 제안을 제한하여 실행하는 로컬 코드다. 모델의 다음 행동이 조회이면 도구 실행 후 근거를 받아 모델을 다시 호출한다. 이 순환은 필요한 만큼 반복하고 모델이 완성 의미나 확인 질문을 제안하면 검증 경로로 나간다. A도 정해진 형식의 출력, 부분 수정과 cache를 허용한다.</a:t>
            </a:r>
          </a:p>
          <a:p xmlns:a="http://schemas.openxmlformats.org/drawingml/2006/main">
            <a:r>
              <a:t>B는 모델이 요청 틀(RequestFrame)을 만들고 Request Interpreter 내부 Request Resolution Engine이 필요한 조회와 항목 해결, 전체 의미 결합을 결정한다. Engine은 항목 검사와 조회 결과 반영을 코드 루프로 반복한다. 조회 결과를 코드만으로 처리할 수 있으면 LLM을 호출하지 않는다. 항목 의미 해석이 필요하면 요청 구조화기를 통해 부분 모델 호출을 하고 그 결과를 같은 코드 루프에 돌려준다. 필요한 항목만 모델에 다시 해석시킬 수 있으므로 항상 한 번 호출로 끝나는 구조가 아니다. 전체 관계를 모델이 만들고 코드가 복사하는 경우는 순수 B가 아닌 혼합안이다. 코드로 연결했다고 의미가 항상 옳은 것은 아니다.</a:t>
            </a:r>
          </a:p>
          <a:p xmlns:a="http://schemas.openxmlformats.org/drawingml/2006/main">
            <a:r>
              <a:t>A Module의 조회 출력은 kind=READ, tool_calls의 name/arguments다. task_retrieve(query=보고서,limit=5), context_retrieve(selector=INPUT_SELECTION)를 모델이 선택하고, 추가 대화 근거가 필요하면 다음 차례에 interaction_retrieve(query=보고서,limit=5)를 선택할 수 있다. 모든 도구를 매번 호출하지 않는다. interaction_retrieve는 Context Manager의 대화/실제 전달 읽기 view이며 Interaction Manager 마이크 직접 조회가 아니다.</a:t>
            </a:r>
          </a:p>
          <a:p xmlns:a="http://schemas.openxmlformats.org/drawingml/2006/main">
            <a:r>
              <a:t>B Module 이름은 요청 구조화기다. 초기 출력 RequestFrame의 고정 key는 schema_version, input_ref, goals, references, relations, constraints, unparsed_spans다. 예시 schema_version=1은 형식 버전이며 자료 변경 번호와 다르다. Input1은 현재 발화다. G1은 보고서 수정 목표, G2는 메일 초안 목표이며 아직 실제 Task가 아니다. report/table은 미해결 참조다. Engine이 RECENT_TASK/INPUT_SELECTION을 각각 같은 조회 도구로 바꾸고, USE_RESULT(G1,G2)와 FORBID_ACTION(scope=[G2],action=SEND)를 결합한다. 보고서를 수정한 뒤 생기는 결과를 초안에 사용하는 것이지 과거 결과를 이미 새 결과로 취급하지 않는다.</a:t>
            </a:r>
          </a:p>
          <a:p xmlns:a="http://schemas.openxmlformats.org/drawingml/2006/main">
            <a:r>
              <a:t>형식은 docs/architecture/12-decisions/decision-packages/contracts/dp41-request-frame-v1.schema.json, 전체 JSON과 조건부 항목 반환은 같은 위치의 dp41-output-examples.json을 따른다. 추가 key/알 수 없는 op/잘못된 참조는 거부하며 미해석 구간을 성공으로 누락하지 않는다. source_text는 원문 대응이며 그 대응이 뜻의 정답을 보장하지 않는다. 그림은 전체 JSON의 필드값을 축약한다. schema/예시 일관성 검사는 실행 Engine 구현이나 LLM 성공률 검증이 아니다.</a:t>
            </a:r>
          </a:p>
          <a:p xmlns:a="http://schemas.openxmlformats.org/drawingml/2006/main">
            <a:r>
              <a:t>읽기 도구 실행기는 Context Manager와 Task Manager에 각각 직접 조회한다. 화면/대화 근거와 업무 후보, 출처와 조회한 자료의 변경 번호를 받는다. 문서형 도형은 교환 내용의 설명용 예시이며 Component, Module, 저장 상태 또는 확정 API schema가 아니다.</a:t>
            </a:r>
          </a:p>
          <a:p xmlns:a="http://schemas.openxmlformats.org/drawingml/2006/main">
            <a:r>
              <a:t>이 발표 그림은 사용자 발화 → Interaction Manager → Request Controller → Request Interpreter 시작 경로를 간략히 표시하고 요청 해석을 확대했다. 위쪽 Request Interpreter 경계 안에는 Module 간 연결과 교환 데이터만 표시한다. 아래쪽 별도 실행 순서도에는 동작과 반복/종료 분기를 표시한다. 두 그림 영역 사이에는 실행 연결선이 없고, 순서도의 사각형/마름모는 동작/분기이며 Component나 Module이 아니다. 반복은 완성 의미 제안, 확인 질문 대기, 실패, 취소 또는 한도 도달에서 종료한다. 확인 질문의 실제 전달과 답변 뒤 새 해석은 공통 후속 경로다. 공통 음성 처리 내부, Model Access adapter 내부, Policy Manager 권한, Request Controller 검증/저장/채택, State Store, Response Manager 출력과 실제 전달, Task Manager/Agent Gateway 위임은 전체 MAIN에 남아 있다. 발표에서 생략은 설계 삭제가 아니다. 임시 해석 상태는 Request Interpreter, 채택 의미/질문은 Request Controller, 실제 전달 원본은 Response Manager다. 입력/자료/업무/질문이 바뀌었는지와 권한을 검사하고 저장 성공 후 채택한다.</a:t>
            </a:r>
          </a:p>
          <a:p xmlns:a="http://schemas.openxmlformats.org/drawingml/2006/main">
            <a:r>
              <a:t>revision/version은 자료나 상태의 변경 번호다. v2는 두 번째 버전이며 최신임을 보증하지 않는다. 그림은 이를 조회 시점과 자료 변경 확인으로 풀어 썼다. 자료가 바뀌면 옛 해석을 그대로 채택하지 않는 검사는 유지한다.</a:t>
            </a:r>
          </a:p>
          <a:p xmlns:a="http://schemas.openxmlformats.org/drawingml/2006/main">
            <a:r>
              <a:t>도구 조회 자체는 모델 호출이 아니다. Context 의미 가공, 응답 구성, 음성/전사, 실패/재시도/폐기된 호출의 실제 사용량도 비용에 포함한다. 조건별 trade-off는 가설이며 품질 우열을 측정하지 않았다.</a:t>
            </a:r>
          </a:p>
          <a:p xmlns:a="http://schemas.openxmlformats.org/drawingml/2006/main">
            <a:r>
              <a:t>A에서 조회 결과는 모델에 제공할 해석 맥락으로 돌아간다. 그림에서 실제 클라우드 LLM으로 다시 올라가는 호출선과 다음 행동을 받는 반환선을 분리했다. 첫 모델 판단의 task_retrieve/context_retrieve와 그 조회 결과를 받은 다음 판단의 interaction_retrieve는 서로 다른 차례의 출력 예시다. 추가 조회 결과도 큰 반환 경로로 같은 맥락에 반영되어 모델이 다시 판단한다. 항상 정해진 도구를 정해진 횟수로 호출하는 구조를 뜻하지 않는다. 모호하면 확인 질문으로 현재 반복을 끝내며 실제 답변 이후에만 Task1을 확정한다. 로컬 해석 제어기는 호출과 도구 대응을 관리하고 클라우드 모델이 다음 행동과 전체 의미를 제안한다. B에서 조회 결과는 항목별 해결 상태로 돌아간다. Engine 내부 프레임 / 항목 검사기, 미해결 항목 처리기, 관계 결합기는 기존 Engine 책임을 펼친 코드 Module이며 독립 Component가 아니다. 검사기가 프레임과 부분 결과를 상태에 반영하고 해결 상태를 다시 검사한다. 필요한 항목만 구조화기를 통해 모델에 부분 해석을 요청한다. 자연어 정답을 코드가 추측하거나 전체 모델 판단을 복사하는 경로를 순수 B로 보지 않는다. 위쪽은 Module 협력 구조이고 아래 순서도는 설명용 동작과 분기다.</a:t>
            </a:r>
          </a:p>
          <a:p xmlns:a="http://schemas.openxmlformats.org/drawingml/2006/main">
            <a:r>
              <a:t>다음 주제로 연결</a:t>
            </a:r>
          </a:p>
          <a:p xmlns:a="http://schemas.openxmlformats.org/drawingml/2006/main">
            <a:r>
              <a:t>요청을 이해하는 중에도 새 입력과 업무 알림은 계속 들어옵니다. 다음으로, 겹친 사건과 여러 처리를 이어가는 실행 구조를 설명하겠습니다.</a:t>
            </a:r>
          </a:p>
          <a:p xmlns:a="http://schemas.openxmlformats.org/drawingml/2006/main">
            <a:r>
              <a:t>사고 실험 가정값 / 측정 결과와 최종 대안 선정 아님</a:t>
            </a:r>
          </a:p>
          <a:p xmlns:a="http://schemas.openxmlformats.org/drawingml/2006/main">
            <a:r>
              <a:t>QA 조정 전 ASR-QA-v5 스냅샷 / 조정 후 값과 등급 재계산</a:t>
            </a:r>
          </a:p>
          <a:p xmlns:a="http://schemas.openxmlformats.org/drawingml/2006/main">
            <a:r>
              <a:t>정확성 오류 횟수는 가정 / 실제 확률 예측과 측정 결과 아님</a:t>
            </a:r>
          </a:p>
          <a:p xmlns:a="http://schemas.openxmlformats.org/drawingml/2006/main">
            <a:r>
              <a:t>시간 대표 사례는 유효 완료를 가정 / 같은 사례의 오류 발생 시 실패 cap과 시간 재계산</a:t>
            </a:r>
          </a:p>
          <a:p xmlns:a="http://schemas.openxmlformats.org/drawingml/2006/main">
            <a:r>
              <a:t>보호 조건의 통과를 이 값으로 확인한 상태 아님</a:t>
            </a:r>
          </a:p>
          <a:p xmlns:a="http://schemas.openxmlformats.org/drawingml/2006/main">
            <a:r>
              <a:t>QA별 점수 합산 또는 원값 차이와 점수 차이의 혼동 금지</a:t>
            </a:r>
          </a:p>
          <a:p xmlns:a="http://schemas.openxmlformats.org/drawingml/2006/main">
            <a:r>
              <a:t>다른 DP의 효과를 단순 합산한 전체 VIA 성능값 아님</a:t>
            </a:r>
          </a:p>
          <a:p xmlns:a="http://schemas.openxmlformats.org/drawingml/2006/main">
            <a:r>
              <a:t>B 지원 관계의 코드 해결로 모델 재판단을 줄이는 상황</a:t>
            </a:r>
          </a:p>
          <a:p xmlns:a="http://schemas.openxmlformats.org/drawingml/2006/main">
            <a:r>
              <a:t>B 추가 해석 증가 또는 A 최초 Context 완성 시 시간과 비용 차이 축소</a:t>
            </a:r>
          </a:p>
          <a:p xmlns:a="http://schemas.openxmlformats.org/drawingml/2006/main">
            <a:r>
              <a:t>데이터: docs/presentations_files/dp-comparison/v4/qa-thought-experiment.json</a:t>
            </a:r>
          </a:p>
          <a:p xmlns:a="http://schemas.openxmlformats.org/drawingml/2006/main">
            <a:r>
              <a:t>QA 원본: docs/architecture/12-decisions/decision-packages/03-02-quality-attribute-definitions.md</a:t>
            </a:r>
          </a:p>
          <a:p xmlns:a="http://schemas.openxmlformats.org/drawingml/2006/main">
            <a:r>
              <a:t>ASR-QA-01: A=53800/540 (5점), B=53200/540 (2점). A 전체 의미 공동 판단 / 오류 2개 가정. B 틀 추출과 부분 결합 누락 / 오류 8개 가정.</a:t>
            </a:r>
          </a:p>
          <a:p xmlns:a="http://schemas.openxmlformats.org/drawingml/2006/main">
            <a:r>
              <a:t>ASR-QA-02: A=491/600 (2점), B=404/600 (3점). A 조회 결과를 받은 뒤 모델 재판단. B 지원 항목을 코드로 해결 / 재판단 축소.</a:t>
            </a:r>
          </a:p>
          <a:p xmlns:a="http://schemas.openxmlformats.org/drawingml/2006/main">
            <a:r>
              <a:t>ASR-QA-03: A=5.60 (3점), B=4.80 (4점). A 조회와 모델 판단의 반복 처리. B 항목별 해결과 코드 결합 / 추가 호출 허용.</a:t>
            </a:r>
          </a:p>
          <a:p xmlns:a="http://schemas.openxmlformats.org/drawingml/2006/main">
            <a:r>
              <a:t>ASR-QA-04: A=1.1867 (2점), B=1.0187 (3점). A 추가 재판단 70회 청구 가정. B 같은 활동에서 추가 재판단 70회 축소 가정.</a:t>
            </a:r>
          </a:p>
          <a:p xmlns:a="http://schemas.openxmlformats.org/drawingml/2006/main">
            <a:r>
              <a:t>ASR-QA-05: A=13/6 (3점), B=14/6 (2점). A 새 관계의 모델 지침과 검증 변경. B 새 관계의 틀과 Engine 규칙 변경.</a:t>
            </a:r>
          </a:p>
          <a:p xmlns:a="http://schemas.openxmlformats.org/drawingml/2006/main">
            <a:r>
              <a:t>ASR-QA-06: A=1792 (4점), B=1760 (4점). A 조회 결과와 모델 제공 Context 유지. B 요청 틀과 항목별 후보 / 해결 상태 유지.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삽화는 builtin imagegen 생성 설명용 이미지이며 실제 제품 UI나 측정 결과가 아니다. 사용자/VIA/Agent 또는 사건/시간 구간은 설명용 참여자·데이터이며 Component·Module·process 경계를 선택하지 않는다. 제목·문구·데이터 흐름·타임라인은 native editable objects다. A/B는 미선정·미측정이며 이 배경은 양안의 공통 요구를 설명한다. Architecture 문서의 SVG/draw.io와 기존 원본 PPTX는 수정하지 않는다. 근거: 사용자 2026-10-10 발표자료 리뷰, docs/architecture/01-system-mission-and-boundary.md 및 docs/architecture/05-representative-use-cases.md. </a:t>
            </a:r>
          </a:p>
          <a:p xmlns:a="http://schemas.openxmlformats.org/drawingml/2006/main">
            <a:r>
              <a:t>DP42 근거: docs/architecture/12-decisions/decision-packages/04-42-lifecycle-ownership.md §1~3 및 main-figure review. 타임라인 길이는 설명용이며 시간·성능 측정 값이 아니다. 음성 연결 종료는 Conversation·Task 취소/삭제가 아니다. Conversation/Request/Task/Execution의 서로 다른 논리 수명은 양안 공통이다. 첫 Request 처리가 끝나는 것은 확인된 위임 접수 등 요청 처리의 종료이지 보고서 실행 완료가 아니다. 외부 Agent는 요청 처리와 음성 연결에 독립적으로 보고서 작성을 계속하고 결과를 VIA에 통지한다. 돌아온 사용자 정정은 새로운 Request이며 같은 보고서 업무에 연결되어 새 수정 실행을 만들 수 있다. 업무 이력의 연속 실선은 처음 작성 실행이 계속 살아있거나 완료 Task가 영원히 실행중이라는 뜻이 아니다. A는 모듈형 통합 Core의 대화/업무 상태 소유와 관련 로컬 변경의 공동 확정, B는 독립 대화/업무 서비스의 상태 권한과 commands/receipts/events 협력을 비교한다. 양안 모두 이 장면을 수행한다. 정상 장면의 정확성·응답성·호출비용에 B의 자동 이익을 주장하지 않으며 장애·업데이트를 대표 이익으로 쓰지 않는다. 조건부 독립 수명/장애 격리와 cross-service coordination 비용은 다음 비교에서 설명한다.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04-42. 대화와 Task 상태의 소유 및 확정</a:t>
            </a:r>
          </a:p>
          <a:p xmlns:a="http://schemas.openxmlformats.org/drawingml/2006/main">
            <a:r>
              <a:t>https://github.com/cbyche/via-sw-architecture/blob/main/docs/architecture/12-decisions/decision-packages/04-42-lifecycle-ownership.md</a:t>
            </a:r>
          </a:p>
          <a:p xmlns:a="http://schemas.openxmlformats.org/drawingml/2006/main">
            <a:r>
              <a:t>https://github.com/cbyche/via-sw-architecture/blob/main/docs/presentations_files/dp-comparison/dp42-comparison.svg</a:t>
            </a:r>
          </a:p>
          <a:p xmlns:a="http://schemas.openxmlformats.org/drawingml/2006/main">
            <a:r>
              <a:t>조건별 정성 비교 / 미선정 / 미측정. 같은 Conversation/Request/Task/Execution 논리 수명은 양안 공통이다. A는 모듈형 통합 Core이며 State Store 안 트랜잭션 관리자가 검증된 Request 질문 연결+Task 질문 답변+명령 준비를 공동 확정한다. B는 대화와 업무가 독립 상태 권위/실행 수명/State Store scope를 갖고 대화 의도 저장→업무 접수/원본+명령+접수결과 저장→AcceptanceReceipt의 대화 반영을 별도로 확정한다. ACCEPTED는 내부 접수이고 실제 외부 Agent 접수와 실제 사용자 전달은 별도 확인한다. Request Controller의 관계, Task Manager 업무/전송gate, Agent Gateway transmission, Response Manager 실제 전달 원장을 구별한다. 새 대화 처리기 Component나 Voice Runtime Component를 만들지 않는다. Input1/Request1/Task1/Question1/Command1/Publication1은 u2/R2/T1/Q1/K1/P1의 설명용 ID다.</a:t>
            </a:r>
          </a:p>
          <a:p xmlns:a="http://schemas.openxmlformats.org/drawingml/2006/main">
            <a:r>
              <a:t>고정 사례는 contracts/dp42-handoff-examples.json, 프로토콜 본문 §4.2다. B hold 요청 시각과 업무 gate의 적용 ACK 시각은 다르며 CAS가 먼저면 DISPATCHING/UNKNOWN과 실제 외부 상태 확인을 보존한다. hold가 먼저면 PENDING 명령을 차단하고 현재 의미 reconciliation 뒤 선택적 release한다. control_session/sequence/gate revision과 command ID+immutable payload, 늦은 ACK/유실/재시작을 구별한다. 모델/네트워크 호출은 transaction 밖이고 API 내부 접수로 외부 exactly-once를 보증하지 않는다.</a:t>
            </a:r>
          </a:p>
          <a:p xmlns:a="http://schemas.openxmlformats.org/drawingml/2006/main">
            <a:r>
              <a:t>모델 사용 비용은 같은 의미 판단을 고정하면 코드 인계가 추가 LLM 호출이 아니다. B 정상 사용 자동 정확성·응답성·변경 우위는 없다. 독립 업무 수명/저장 계약 변경 조건의 이익과 왕복/pending/heap/복구 비용을 같이 본다. 로컬 VIA/VAD/원본과 클라우드 음성·의미 의존성은 공통이다. 전체 MAIN과 집중 scene은 별도 source이며 기존 전체 그림을 대체하지 않는다. 문서/고정 예시 검사는 구현·모델·품질 측정의 증명이 아니다.</a:t>
            </a:r>
          </a:p>
          <a:p xmlns:a="http://schemas.openxmlformats.org/drawingml/2006/main">
            <a:r>
              <a:t>v3 위쪽 Conversation1/Request1/Task1/Execution1 막대는 양안의 공통 논리 수명이며 길이는 측정값이 아니다. 가운데 큰 살구색 실선/점선은 실행과 저장 확정의 경계이며 새 Component가 아니다. 아래 A의 두 owner 변경은 한 번에 확정하거나 모두 미반영된다. B는 의도 저장, Task 접수 저장, 대화 receipt 반영의 세 로컬 사실이다. Task 접수 후 외부 전송은 대화 receipt 반영을 기다리지 않고 가능하며 외부 Agent 접수/사용자 전달은 별도 확인한다. 7은 고정 Question1의 예상 질문 개정이며 형식 버전이 아니다. 여섯 ASR 표는 최신 03-02의 조건별 구조 영향이다.</a:t>
            </a:r>
          </a:p>
          <a:p xmlns:a="http://schemas.openxmlformats.org/drawingml/2006/main">
            <a:r>
              <a:t>사고 실험 가정값 / 측정 결과와 최종 대안 선정 아님</a:t>
            </a:r>
          </a:p>
          <a:p xmlns:a="http://schemas.openxmlformats.org/drawingml/2006/main">
            <a:r>
              <a:t>QA 조정 전 ASR-QA-v5 스냅샷 / 조정 후 값과 등급 재계산</a:t>
            </a:r>
          </a:p>
          <a:p xmlns:a="http://schemas.openxmlformats.org/drawingml/2006/main">
            <a:r>
              <a:t>정확성 오류 횟수는 가정 / 실제 확률 예측과 측정 결과 아님</a:t>
            </a:r>
          </a:p>
          <a:p xmlns:a="http://schemas.openxmlformats.org/drawingml/2006/main">
            <a:r>
              <a:t>시간 대표 사례는 유효 완료를 가정 / 같은 사례의 오류 발생 시 실패 cap과 시간 재계산</a:t>
            </a:r>
          </a:p>
          <a:p xmlns:a="http://schemas.openxmlformats.org/drawingml/2006/main">
            <a:r>
              <a:t>보호 조건의 통과를 이 값으로 확인한 상태 아님</a:t>
            </a:r>
          </a:p>
          <a:p xmlns:a="http://schemas.openxmlformats.org/drawingml/2006/main">
            <a:r>
              <a:t>QA별 점수 합산 또는 원값 차이와 점수 차이의 혼동 금지</a:t>
            </a:r>
          </a:p>
          <a:p xmlns:a="http://schemas.openxmlformats.org/drawingml/2006/main">
            <a:r>
              <a:t>다른 DP의 효과를 단순 합산한 전체 VIA 성능값 아님</a:t>
            </a:r>
          </a:p>
          <a:p xmlns:a="http://schemas.openxmlformats.org/drawingml/2006/main">
            <a:r>
              <a:t>정상 로컬 실행 / 별도 재해석 없이 같은 의미와 Task 처리</a:t>
            </a:r>
          </a:p>
          <a:p xmlns:a="http://schemas.openxmlformats.org/drawingml/2006/main">
            <a:r>
              <a:t>독립 운영 요구가 없다면 B의 추가 접수와 상태 비용 확인</a:t>
            </a:r>
          </a:p>
          <a:p xmlns:a="http://schemas.openxmlformats.org/drawingml/2006/main">
            <a:r>
              <a:t>데이터: docs/presentations_files/dp-comparison/v4/qa-thought-experiment.json</a:t>
            </a:r>
          </a:p>
          <a:p xmlns:a="http://schemas.openxmlformats.org/drawingml/2006/main">
            <a:r>
              <a:t>QA 원본: docs/architecture/12-decisions/decision-packages/03-02-quality-attribute-definitions.md</a:t>
            </a:r>
          </a:p>
          <a:p xmlns:a="http://schemas.openxmlformats.org/drawingml/2006/main">
            <a:r>
              <a:t>ASR-QA-01: A=53800/540 (5점), B=53800/540 (5점). A 같은 의미 판단과 접수 규칙. B 같은 의미 판단과 접수 규칙.</a:t>
            </a:r>
          </a:p>
          <a:p xmlns:a="http://schemas.openxmlformats.org/drawingml/2006/main">
            <a:r>
              <a:t>ASR-QA-02: A=491/600 (2점), B=497/600 (2점). A 공동 commit으로 관련 상태 반영. B 독립 접수와 반영 / 평균 0.010초 추가 가정.</a:t>
            </a:r>
          </a:p>
          <a:p xmlns:a="http://schemas.openxmlformats.org/drawingml/2006/main">
            <a:r>
              <a:t>ASR-QA-03: A=5.60 (3점), B=5.66 (3점). A 공동 확정 4회 × 0.010초 가정. B 독립 인계 4회 × 0.025초 / 0.060초 추가 가정.</a:t>
            </a:r>
          </a:p>
          <a:p xmlns:a="http://schemas.openxmlformats.org/drawingml/2006/main">
            <a:r>
              <a:t>ASR-QA-04: A=1.1867 (2점), B=1.1867 (2점). A 저장과 연결은 코드 처리 / 모델 역할 동일. B IPC 자체는 모델 호출 아님 / 추가 재해석 없음.</a:t>
            </a:r>
          </a:p>
          <a:p xmlns:a="http://schemas.openxmlformats.org/drawingml/2006/main">
            <a:r>
              <a:t>ASR-QA-05: A=13/6 (3점), B=14/6 (2점). A 질문 token 변경 / 공동 상태 계약 수정. B 질문 token 변경 / 독립 인계 계약 1개 추가.</a:t>
            </a:r>
          </a:p>
          <a:p xmlns:a="http://schemas.openxmlformats.org/drawingml/2006/main">
            <a:r>
              <a:t>ASR-QA-06: A=1792 (4점), B=2080 (4점). A 통합 실행체의 상태와 대기열. B 추가 service와 receipt 상태 288MiB 가정.</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04-43. 기능 정확성을 위한 VIA Request 의미 판단 설계</a:t>
            </a:r>
          </a:p>
          <a:p xmlns:a="http://schemas.openxmlformats.org/drawingml/2006/main">
            <a:r>
              <a:t>https://github.com/cbyche/via-sw-architecture/blob/main/docs/architecture/12-decisions/decision-packages/04-43-request-interpretation.md</a:t>
            </a:r>
          </a:p>
          <a:p xmlns:a="http://schemas.openxmlformats.org/drawingml/2006/main">
            <a:r>
              <a:t>https://github.com/cbyche/via-sw-architecture/blob/main/docs/architecture/12-decisions/decision-packages/diagrams/dp43-background.svg</a:t>
            </a:r>
          </a:p>
          <a:p xmlns:a="http://schemas.openxmlformats.org/drawingml/2006/main">
            <a:r>
              <a:t>공통 문제와 설계 고려 사항의 배경이며 특정 설계안의 선택을 뜻하지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04-43. 기능 정확성을 위한 VIA Request 의미 판단 설계</a:t>
            </a:r>
          </a:p>
          <a:p xmlns:a="http://schemas.openxmlformats.org/drawingml/2006/main">
            <a:r>
              <a:t>https://github.com/cbyche/via-sw-architecture/blob/main/docs/architecture/12-decisions/decision-packages/04-43-request-interpretation.md</a:t>
            </a:r>
          </a:p>
          <a:p xmlns:a="http://schemas.openxmlformats.org/drawingml/2006/main">
            <a:r>
              <a:t>https://github.com/cbyche/via-sw-architecture/blob/main/docs/presentations_files/dp-comparison/dp43-comparison.svg</a:t>
            </a:r>
          </a:p>
          <a:p xmlns:a="http://schemas.openxmlformats.org/drawingml/2006/main">
            <a:r>
              <a:t>수치와 원형 점수는 형식 검토용 예상 예시이며 실측 또는 대안 선정 결과가 아니다. V-04는 평균 반응시간, V-05는 평균 VIA 처리시간이다. V-05는 외부 작업이나 사용자 답변만 기다리는 구간을 제외한다. 기존 시간 수치는 평균 시간의 형식 예시이며 p95 측정값을 변환한 결과가 아니다. 양안 조건은 본문과 그림의 비교 예시 조건을 따른다.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삽화는 builtin imagegen 생성 설명용 이미지이며 실제 제품 UI나 측정 결과가 아니다. 사용자/VIA/Agent 또는 사건/시간 구간은 설명용 참여자·데이터이며 Component·Module·process 경계를 선택하지 않는다. 제목·문구·데이터 흐름·타임라인은 native editable objects다. A/B는 미선정·미측정이며 이 배경은 양안의 공통 요구를 설명한다. Architecture 문서의 SVG/draw.io와 기존 원본 PPTX는 수정하지 않는다. 근거: 사용자 2026-10-10 발표자료 리뷰, docs/architecture/01-system-mission-and-boundary.md 및 docs/architecture/05-representative-use-cases.md. </a:t>
            </a:r>
          </a:p>
          <a:p xmlns:a="http://schemas.openxmlformats.org/drawingml/2006/main">
            <a:r>
              <a:t>DP44 근거: docs/architecture/12-decisions/decision-packages/04-44-continuous-interaction.md 배경 및 직접 다루는 네 종류의 사건. VIA는 보고서 설명을 직접 준비하고 Agent는 독립적인 회의 안내 메일 초안 업무를 수행한다. 그동안 새 표 설명 요청, 메일 수신자 질문, 이전 보고서 설명의 준비 완료가 겹친다. 중앙 삽화는 VIA라는 참여자이며 응답 준비가 별도 Component임을 뜻하지 않는다. 합류선은 사건들을 다뤄야 한다는 공통 요구이지 중앙 Dispatcher나 B의 join Module을 미리 선택한 구조가 아니다. 네 번째 사건인 실제 표시/재생/중단 receipt는 하단 후속 처리에 포함한다. 발화 시작 시 음성 중단과 지속 입력은 공통 기능이다. 발화 시작이 Task 취소는 아니며 응답 후보 준비가 사용자 전달 완료도 아니다. 기존 응답의 현재 유효성·권한·출력 차례를 확인하고 필요한 대기를 이어간다. 도착 순서가 고정 전달 우선순위를 정하지 않는다. A도 비동기이고 B도 협력이 필요하다. 비교는 중앙의 실행 명령·완료 회수·대기 관리와 연결된 단계의 입력/대기 상태·조건 충족 활성화다.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04-44. VIA 지속 입력과 Task 알림의 후속 실행 구조</a:t>
            </a:r>
          </a:p>
          <a:p xmlns:a="http://schemas.openxmlformats.org/drawingml/2006/main">
            <a:r>
              <a:t>https://github.com/cbyche/via-sw-architecture/blob/main/docs/architecture/12-decisions/decision-packages/04-44-continuous-interaction.md</a:t>
            </a:r>
          </a:p>
          <a:p xmlns:a="http://schemas.openxmlformats.org/drawingml/2006/main">
            <a:r>
              <a:t>https://github.com/cbyche/via-sw-architecture/blob/main/docs/presentations_files/dp-comparison/dp44-comparison.svg</a:t>
            </a:r>
          </a:p>
          <a:p xmlns:a="http://schemas.openxmlformats.org/drawingml/2006/main">
            <a:r>
              <a:t>조건별 정성 비교 / 미선정 / 미측정. 표는 최신 여섯 ASR의 조건부 영향이며 수치 점수 또는 우열 측정이 아니다.</a:t>
            </a:r>
          </a:p>
          <a:p xmlns:a="http://schemas.openxmlformats.org/drawingml/2006/main">
            <a:r>
              <a:t>같은 Input1 표 설명,Task1 메일의 Question1,Input0의 늦은 Candidate0에서 A는 중앙 continuation/완료 회수/재지시, B는 입력/알림 Stage의 Window와 Candidate+AdoptedMeaning+InputSettled+admission+source+과거 전달 snapshot Join을 비교한다. Job ID와 input generation을 고정하며 현재 확인 질문은 InputSettled를 기다리지 않는 별도 admission이다. 로컬 VAD·VIA 상태 권위,클라우드 음성/의미 모델은 양안 공통. dispatch/join/credit는 코드이며 같은 모델 job에서 자동 비용 우위는 없다. 42A 공동 확정/42B 업무 gate 확정과hold ack를 각각 연결한다. schema/JSON 예시는 docs/architecture/12-decisions/decision-packages/contracts/dp44-execution-examples.json이며 미구현/미측정 설계 검토안이다.</a:t>
            </a:r>
          </a:p>
          <a:p xmlns:a="http://schemas.openxmlformats.org/drawingml/2006/main">
            <a:r>
              <a:t>A 중앙 조정 방식: Request Controller 내부 Dialogue Dispatcher와 Dialogue Progress State. B 이벤트 흐름을 연결하는 방식: Request Controller 내부 Input Resolution Stage·Task Notice Stage와 Window, Response Manager 내부 Publication Join·Publication Window. 같은 정식 10개 Component와 원본 owner, 흰색/검정 공통 및 살구색/짙은 테두리 차이 표기.</a:t>
            </a:r>
          </a:p>
          <a:p xmlns:a="http://schemas.openxmlformats.org/drawingml/2006/main">
            <a:r>
              <a:t>Voice Runtime에는 Interaction Manager의 음성 입출력·즉시 중단 기능과 Model Access client가 배치된다. 동시 실행 수가 제한된 비동기 executor와 Blocking worker pool, Model Access 별도 scheduler를 사용한다. A 사건 대기열·비동기 작업·완료 반환은 실행 기반이, B 이벤트 채널·구독·단계별 수용량·취소 전달은 실행 라이브러리가 지원한다. 수치·우선순위·pool 크기는 미정이며 별도 Component·process·모델을 추가하지 않는다.</a:t>
            </a:r>
          </a:p>
          <a:p xmlns:a="http://schemas.openxmlformats.org/drawingml/2006/main">
            <a:r>
              <a:t>다음 주제로 연결</a:t>
            </a:r>
          </a:p>
          <a:p xmlns:a="http://schemas.openxmlformats.org/drawingml/2006/main">
            <a:r>
              <a:t>들어온 사건을 처리하는 데 더해, 현재 요청이 가리키는 과거 설명과 업무 결과를 연결해야 합니다. 다음으로, 여러 활동의 과거 맥락을 제공하는 방식을 설명하겠습니다.</a:t>
            </a:r>
          </a:p>
          <a:p xmlns:a="http://schemas.openxmlformats.org/drawingml/2006/main">
            <a:r>
              <a:t>사고 실험 가정값 / 측정 결과와 최종 대안 선정 아님</a:t>
            </a:r>
          </a:p>
          <a:p xmlns:a="http://schemas.openxmlformats.org/drawingml/2006/main">
            <a:r>
              <a:t>QA 조정 전 ASR-QA-v5 스냅샷 / 조정 후 값과 등급 재계산</a:t>
            </a:r>
          </a:p>
          <a:p xmlns:a="http://schemas.openxmlformats.org/drawingml/2006/main">
            <a:r>
              <a:t>정확성 오류 횟수는 가정 / 실제 확률 예측과 측정 결과 아님</a:t>
            </a:r>
          </a:p>
          <a:p xmlns:a="http://schemas.openxmlformats.org/drawingml/2006/main">
            <a:r>
              <a:t>시간 대표 사례는 유효 완료를 가정 / 같은 사례의 오류 발생 시 실패 cap과 시간 재계산</a:t>
            </a:r>
          </a:p>
          <a:p xmlns:a="http://schemas.openxmlformats.org/drawingml/2006/main">
            <a:r>
              <a:t>보호 조건의 통과를 이 값으로 확인한 상태 아님</a:t>
            </a:r>
          </a:p>
          <a:p xmlns:a="http://schemas.openxmlformats.org/drawingml/2006/main">
            <a:r>
              <a:t>QA별 점수 합산 또는 원값 차이와 점수 차이의 혼동 금지</a:t>
            </a:r>
          </a:p>
          <a:p xmlns:a="http://schemas.openxmlformats.org/drawingml/2006/main">
            <a:r>
              <a:t>다른 DP의 효과를 단순 합산한 전체 VIA 성능값 아님</a:t>
            </a:r>
          </a:p>
          <a:p xmlns:a="http://schemas.openxmlformats.org/drawingml/2006/main">
            <a:r>
              <a:t>양안 모두 비동기와 병렬 실행 / 짧은 전이 비용의 기본 상황</a:t>
            </a:r>
          </a:p>
          <a:p xmlns:a="http://schemas.openxmlformats.org/drawingml/2006/main">
            <a:r>
              <a:t>BURST 대기는 별도 관측 / 우선순위 처리와 Join 비용에 따른 차이 확인</a:t>
            </a:r>
          </a:p>
          <a:p xmlns:a="http://schemas.openxmlformats.org/drawingml/2006/main">
            <a:r>
              <a:t>데이터: docs/presentations_files/dp-comparison/v4/qa-thought-experiment.json</a:t>
            </a:r>
          </a:p>
          <a:p xmlns:a="http://schemas.openxmlformats.org/drawingml/2006/main">
            <a:r>
              <a:t>QA 원본: docs/architecture/12-decisions/decision-packages/03-02-quality-attribute-definitions.md</a:t>
            </a:r>
          </a:p>
          <a:p xmlns:a="http://schemas.openxmlformats.org/drawingml/2006/main">
            <a:r>
              <a:t>ASR-QA-01: A=53800/540 (5점), B=53800/540 (5점). A 같은 의미 판단과 현재성 검사. B 같은 의미 판단과 현재성 검사.</a:t>
            </a:r>
          </a:p>
          <a:p xmlns:a="http://schemas.openxmlformats.org/drawingml/2006/main">
            <a:r>
              <a:t>ASR-QA-02: A=491/600 (2점), B=2449/3000 (2점). A 짧은 중앙 완료 회수와 다음 지시. B Stage 활성화와 Join 대기 포함.</a:t>
            </a:r>
          </a:p>
          <a:p xmlns:a="http://schemas.openxmlformats.org/drawingml/2006/main">
            <a:r>
              <a:t>ASR-QA-03: A=5.60 (3점), B=5.59 (3점). A 중앙 전이 6회 × 0.010초 가정. B 전이 6회 × 0.005초 + Join 0.020초 가정.</a:t>
            </a:r>
          </a:p>
          <a:p xmlns:a="http://schemas.openxmlformats.org/drawingml/2006/main">
            <a:r>
              <a:t>ASR-QA-04: A=1.1867 (2점), B=1.1867 (2점). A 같은 의미 판단과 응답 준비 호출. B 같은 모델 작업 / 폐기와 재시도 동일 가정.</a:t>
            </a:r>
          </a:p>
          <a:p xmlns:a="http://schemas.openxmlformats.org/drawingml/2006/main">
            <a:r>
              <a:t>ASR-QA-05: A=13/6 (3점), B=13/6 (3점). A 안정된 사건 계약 안에서 후속 규칙 변경. B 안정된 단계 계약으로 같은 변경 흡수.</a:t>
            </a:r>
          </a:p>
          <a:p xmlns:a="http://schemas.openxmlformats.org/drawingml/2006/main">
            <a:r>
              <a:t>ASR-QA-06: A=1792 (4점), B=1840 (4점). A 중앙 진행 상태와 실행 대기열. B Window와 채널 상태 48MiB 순증가 가정.</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삽화는 builtin imagegen 생성 설명용 이미지이며 실제 제품 UI나 측정 결과가 아니다. 사용자/VIA/Agent 또는 사건/시간 구간은 설명용 참여자·데이터이며 Component·Module·process 경계를 선택하지 않는다. 제목·문구·데이터 흐름·타임라인은 native editable objects다. A/B는 미선정·미측정이며 이 배경은 양안의 공통 요구를 설명한다. Architecture 문서의 SVG/draw.io와 기존 원본 PPTX는 수정하지 않는다. 근거: 사용자 2026-10-10 발표자료 리뷰, docs/architecture/01-system-mission-and-boundary.md 및 docs/architecture/05-representative-use-cases.md. </a:t>
            </a:r>
          </a:p>
          <a:p xmlns:a="http://schemas.openxmlformats.org/drawingml/2006/main">
            <a:r>
              <a:t>DP45 근거: docs/architecture/12-decisions/decision-packages/04-45-memory-and-context.md §1, §3. 평가 기준은 VIA의 직접 응답이고 제품 비교·견적은 서로 다른 Agent의 확인된 업무 결과다. 같은 Agent에게 예전 보고서 스타일을 다시 위임하는 예시는 여기서 근거로 쓰지 않는다. VIA는 수신한 기록, 허용된 발췌·결과/버전 참조와 실제 전달 기록을 연결한다. 결과 참조가 전체 본문 보관을 뜻하지 않는다. 모든 Agent 내부 reasoning/tool 이력이나 전달받지 않은 자료를 알고 있다고 가정하지 않는다. 기준 적용과 새 제안서의 업무 판단·작성은 Agent 책임이다. 이 페이지의 세 기록은 관련 근거의 예시이지 특정 저장 구조를 선택하지 않는다. A도 summary/index/cache/부분 갱신을 허용한다. 비교는 요청 소비자가 원본 소유자 읽기를 조합하는 책임과 생산자가 공통 과거 관계를 생산·게시·폐기하는 지속 읽기 계약이다. B의 파생 기록이 현재 요청의 정답 의미나 위임 Task를 미리 확정하지 않는다. 원본·현재성·권한·누락 확인은 공통이다. 과거 기록을 장기 사용자 선호로 자동 승격하지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04-45. VIA 과거 정보의 Request별 구성과 공통 생산 및 조회</a:t>
            </a:r>
          </a:p>
          <a:p xmlns:a="http://schemas.openxmlformats.org/drawingml/2006/main">
            <a:r>
              <a:t>https://github.com/cbyche/via-sw-architecture/blob/main/docs/architecture/12-decisions/decision-packages/04-45-memory-and-context.md</a:t>
            </a:r>
          </a:p>
          <a:p xmlns:a="http://schemas.openxmlformats.org/drawingml/2006/main">
            <a:r>
              <a:t>https://github.com/cbyche/via-sw-architecture/blob/main/docs/presentations_files/dp-comparison/dp45-comparison.svg</a:t>
            </a:r>
          </a:p>
          <a:p xmlns:a="http://schemas.openxmlformats.org/drawingml/2006/main">
            <a:r>
              <a:t>조건별 정성 trade-off이며 최종 선정 또는 품질 측정이 아니다. 첫 요청, 반복 R24, 정정 직후와 표현 밖 새 관계를 구별한다.</a:t>
            </a:r>
          </a:p>
          <a:p xmlns:a="http://schemas.openxmlformats.org/drawingml/2006/main">
            <a:r>
              <a:t>공통 사례: C20/E20 VIA 직접 평가 기준 설명과 실제 전달 P20, C21/T21/D21@v2 제품 비교, C22/T22/D22@v1 견적. 현재 C23/R23의 제안서 작성 Task T23 연결은 현재 해석/채택의 결과다. VIA는 허용된 발췌와 참조를 연결하고, 평가 기준 적용과 제안서 작성은 Downstream Agent가 수행한다. 결과 참조는 본문 전체 보관을 뜻하지 않으며 Agent 내부 reasoning/모든 tool 기록은 전제하지 않는다.</a:t>
            </a:r>
          </a:p>
          <a:p xmlns:a="http://schemas.openxmlformats.org/drawingml/2006/main">
            <a:r>
              <a:t>A의 요약/index/cache/관계 cache/부분 갱신/병렬 조회와 기존 Agent 실행 맥락 재사용을 허용한다. B의 과거 관계는 검증/게시 범위만 읽고 원본 확인, 미게시/표현 미지원, 오류/갱신/삭제와 생산 비용을 유지한다. R23의 정답 관계를 미리 게시하지 않는다. 필요성과 사례 보완이며 최종 DP/A/B 선정 또는 새 사례의 품질 검증이 아니다. 45의 수치와 원형 점수는 조건별 정성 표로 교체했다.</a:t>
            </a:r>
          </a:p>
          <a:p xmlns:a="http://schemas.openxmlformats.org/drawingml/2006/main">
            <a:r>
              <a:t>A: Context Composer가 owner 읽기와 cache를 조합하여 직접 EvidenceBundle/receipt를 반환한다. Request Evidence Set은 요청 수명의 데이터다. B: 변경 알림, 실제 원본 읽기, 조건부 과거 의미 생산, 출처/권한/지원 종류 검증, 관계+coverage 게시, Evidence Reader의 게시 계약 소비를 나눈다. 미래 R23의 정답이나 T23 binding을 미리 생산하지 않는다.</a:t>
            </a:r>
          </a:p>
          <a:p xmlns:a="http://schemas.openxmlformats.org/drawingml/2006/main">
            <a:r>
              <a:t>NOT_COVERED는 지원 종류의 미생산으로 Publisher 생산 후 revision/상태를 반환하고 Reader가 Repository를 다시 읽는다. UNSUPPORTED_RELATION은 표현 변경 없이는 반복 생산으로 해결되지 않는다. NO_MATCH는 읽은 범위의 무일치다. DENIED/UNAVAILABLE도 분리한다. 현재 metadata 검사와 exact quote/조건/충돌 원문 확인은 남고, 원본 조합 우회는 명시적 B+다. 파생 오류 EvidenceDispute는 원본 revision 변화 없이도 차단/재검증한다. 삭제/철회 fence가 후속 정리보다 먼저이며 옛 job 게시를 거부한다.</a:t>
            </a:r>
          </a:p>
          <a:p xmlns:a="http://schemas.openxmlformats.org/drawingml/2006/main">
            <a:r>
              <a:t>첫 요청/정정 직후: B 생산/갱신 대기가 추가될 수 있다. 반복 조회: 유효 게시가 owner 교차 조합을 실제 대체하면 B 요청 경로가 줄지만 A warm 관계 cache가 같은 효과를 낼 수 있다. 새 관계/미묘한 부정/예외: A 원문 구성이 유연하나 검색 누락 가능, B 표현/추출 한계가 남는다. 정확성의 전체 우열을 고정하지 않는다.</a:t>
            </a:r>
          </a:p>
          <a:p xmlns:a="http://schemas.openxmlformats.org/drawingml/2006/main">
            <a:r>
              <a:t>전체 모델 호출: A cache 생산/유지+요청 구성/재검증, B 초기/갱신/backfill/미사용/실패 생산을 모두 포함한다. 현재 판단은 공통이고 명시 ID/위치 연결은 코드일 수 있다. 고정 우열 없음. Source 형식 변경은 adapter에 흡수할 수 있고, 관계 의미/schema 변경은 B producer/독자 호환/재생산, A cache 무효화도 함께 본다.</a:t>
            </a:r>
          </a:p>
          <a:p xmlns:a="http://schemas.openxmlformats.org/drawingml/2006/main">
            <a:r>
              <a:t>공식 Reference (본문 §9):</a:t>
            </a:r>
          </a:p>
          <a:p xmlns:a="http://schemas.openxmlformats.org/drawingml/2006/main">
            <a:r>
              <a:t>A https://docs.langchain.com/oss/python/deepagents/retrieval — 현재 질문의 원본 획득 선례. VIA Task/실제 전달/정정 계약 전체 구현 사례 아님.</a:t>
            </a:r>
          </a:p>
          <a:p xmlns:a="http://schemas.openxmlformats.org/drawingml/2006/main">
            <a:r>
              <a:t>B https://langchain-ai.github.io/langmem/background_quickstart/ 및 https://langchain-ai.github.io/langmem/reference/memory/ — 기억 생산/저장/소비 분리 선례. 자동 선호 추출을 VIA User Memory 정책으로 채택하지 않고 revision/coverage/삭제 fence는 VIA 별도 계약.</a:t>
            </a:r>
          </a:p>
          <a:p xmlns:a="http://schemas.openxmlformats.org/drawingml/2006/main">
            <a:r>
              <a:t>실행 https://langchain-ai.github.io/langmem/guides/delayed_processing/ — 대기 생산/재예약 선례. thread/지연값/배치를 채택하지 않는다.</a:t>
            </a:r>
          </a:p>
          <a:p xmlns:a="http://schemas.openxmlformats.org/drawingml/2006/main">
            <a:r>
              <a:t>연결 참고 https://docs.mem0.ai/platform/features/graph-memory — 공통 개체 연결 선례이며 typed 정정/대체/실제 전달 관계 구현 증거 아님. cloud/embedding/helper를 도입하지 않는다. 공식 사례는 VIA 성능 우위의 증거가 아니다.</a:t>
            </a:r>
          </a:p>
          <a:p xmlns:a="http://schemas.openxmlformats.org/drawingml/2006/main">
            <a:r>
              <a:t>2026-10-10: 고정 EvidenceQuery Query1(schema_version/query_id/request_ref/attempt_ref/input_revision/purpose/relation_kinds/source_ranges/original_required/budget_ref/policy_epoch), Bundle1/Receipt1와 파생 Record 예시는 contracts/dp45-evidence-examples.json이다. 현재 사례는 PARTIAL이며 E20[27,52)의 “가격이 같은 경우 유지보수 기간을 우선합니다.”만 실제 전달 P20 범위 안에서 발췌했다. Memory1 EXPLAINS_ITEM은 MODEL_DERIVED, Memory2/3 HAS_RESULT는 명시 참조 EXPLICIT이다. Coverage1[27,52), gap[0,27)은 기준 전체의 생산을 뜻하지 않는다. A가 반환한 원본 근거와 B가 반환한 공통 관계는 현재 요청의 의미/Task 정답이 아니다. B Reader는 원문과 현재 source/권한을 확인하며 원본 조합 우회는 B+다. 전체 MAIN/수명과 추가 집중 발표 scene은 별개 source이며 동일 owner/계약이다. 클라우드 의미/음성 의존성, 로컬 VIA/VAD/권위와 코드/조건부 의미 호출을 구별한다.</a:t>
            </a:r>
          </a:p>
          <a:p xmlns:a="http://schemas.openxmlformats.org/drawingml/2006/main">
            <a:r>
              <a:t>v3 집중 그림의 Task1 제품 조사 / Task2 견적은 기존 JSON T21/T22의 표시용 별칭이며 제품 결과/견적 결과는 D21 개정 2/D22 개정 1이다. 설명 원문/실제 전달은 E20/P20이며 원문 구간을 바꾸지 않았다. 원본 변경과 현재 Query의 서로 다른 시작점을 그렸으며 별도 순서도는 Architecture Module이 아니다. 여섯 ASR 표는 최신 03-02의 조건별 영향으로 고정 성능 우열이 아니다.</a:t>
            </a:r>
          </a:p>
          <a:p xmlns:a="http://schemas.openxmlformats.org/drawingml/2006/main">
            <a:r>
              <a:t>다음 주제로 연결</a:t>
            </a:r>
          </a:p>
          <a:p xmlns:a="http://schemas.openxmlformats.org/drawingml/2006/main">
            <a:r>
              <a:t>이 연결을 유지하려면 대화·요청·업무·실행의 상태를 각자의 수명에 맞게 관리해야 합니다. 마지막으로, 서로 다른 수명과 상태 관리 책임을 설명하겠습니다.</a:t>
            </a:r>
          </a:p>
          <a:p xmlns:a="http://schemas.openxmlformats.org/drawingml/2006/main">
            <a:r>
              <a:t>사고 실험 가정값 / 측정 결과와 최종 대안 선정 아님</a:t>
            </a:r>
          </a:p>
          <a:p xmlns:a="http://schemas.openxmlformats.org/drawingml/2006/main">
            <a:r>
              <a:t>QA 조정 전 ASR-QA-v5 스냅샷 / 조정 후 값과 등급 재계산</a:t>
            </a:r>
          </a:p>
          <a:p xmlns:a="http://schemas.openxmlformats.org/drawingml/2006/main">
            <a:r>
              <a:t>정확성 오류 횟수는 가정 / 실제 확률 예측과 측정 결과 아님</a:t>
            </a:r>
          </a:p>
          <a:p xmlns:a="http://schemas.openxmlformats.org/drawingml/2006/main">
            <a:r>
              <a:t>시간 대표 사례는 유효 완료를 가정 / 같은 사례의 오류 발생 시 실패 cap과 시간 재계산</a:t>
            </a:r>
          </a:p>
          <a:p xmlns:a="http://schemas.openxmlformats.org/drawingml/2006/main">
            <a:r>
              <a:t>보호 조건의 통과를 이 값으로 확인한 상태 아님</a:t>
            </a:r>
          </a:p>
          <a:p xmlns:a="http://schemas.openxmlformats.org/drawingml/2006/main">
            <a:r>
              <a:t>QA별 점수 합산 또는 원값 차이와 점수 차이의 혼동 금지</a:t>
            </a:r>
          </a:p>
          <a:p xmlns:a="http://schemas.openxmlformats.org/drawingml/2006/main">
            <a:r>
              <a:t>다른 DP의 효과를 단순 합산한 전체 VIA 성능값 아님</a:t>
            </a:r>
          </a:p>
          <a:p xmlns:a="http://schemas.openxmlformats.org/drawingml/2006/main">
            <a:r>
              <a:t>A cache 허용 / B 초기 생산과 갱신 비용 포함 / 준비된 정보 재사용</a:t>
            </a:r>
          </a:p>
          <a:p xmlns:a="http://schemas.openxmlformats.org/drawingml/2006/main">
            <a:r>
              <a:t>A miss가 10회면 과거 처리 $0.040 / 이 조건에서는 비용 순위 반전</a:t>
            </a:r>
          </a:p>
          <a:p xmlns:a="http://schemas.openxmlformats.org/drawingml/2006/main">
            <a:r>
              <a:t>데이터: docs/presentations_files/dp-comparison/v4/qa-thought-experiment.json</a:t>
            </a:r>
          </a:p>
          <a:p xmlns:a="http://schemas.openxmlformats.org/drawingml/2006/main">
            <a:r>
              <a:t>QA 원본: docs/architecture/12-decisions/decision-packages/03-02-quality-attribute-definitions.md</a:t>
            </a:r>
          </a:p>
          <a:p xmlns:a="http://schemas.openxmlformats.org/drawingml/2006/main">
            <a:r>
              <a:t>ASR-QA-01: A=53800/540 (5점), B=53200/540 (2점). A 현재 원문에서 관계 구성 / 오류 2개 가정. B 가공 정보의 예외 누락 / 오류 8개 가정.</a:t>
            </a:r>
          </a:p>
          <a:p xmlns:a="http://schemas.openxmlformats.org/drawingml/2006/main">
            <a:r>
              <a:t>ASR-QA-02: A=491/600 (2점), B=491/600 (2점). A 지정 첫 반응 사례의 과거 재구성 비용 동일. B 지정 사례에서 준비된 관계 조회 이익 작음.</a:t>
            </a:r>
          </a:p>
          <a:p xmlns:a="http://schemas.openxmlformats.org/drawingml/2006/main">
            <a:r>
              <a:t>ASR-QA-03: A=5.60 (3점), B=5.42 (3점). A 과거 재사용 사이클의 원본 조합. B 한 사이클 1.08초 단축 / 6개 평균 0.18초 단축.</a:t>
            </a:r>
          </a:p>
          <a:p xmlns:a="http://schemas.openxmlformats.org/drawingml/2006/main">
            <a:r>
              <a:t>ASR-QA-04: A=1.1867 (2점), B=1.1547 (2점). A cache miss 40회 × $0.004 = $0.160. B 초기와 갱신 생산 20회 × $0.0064 = $0.128.</a:t>
            </a:r>
          </a:p>
          <a:p xmlns:a="http://schemas.openxmlformats.org/drawingml/2006/main">
            <a:r>
              <a:t>ASR-QA-05: A=13/6 (3점), B=14/6 (2점). A 원본 조합과 cache의 철회 처리 변경. B 생산자와 조회자의 철회 처리 변경.</a:t>
            </a:r>
          </a:p>
          <a:p xmlns:a="http://schemas.openxmlformats.org/drawingml/2006/main">
            <a:r>
              <a:t>ASR-QA-06: A=1792 (4점), B=1920 (4점). A 원문 Context와 선택 cache 유지. B 게시 관계와 생산 상태 128MiB 순증가 가정.</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경험 1: VIA의 책임</a:t>
            </a:r>
          </a:p>
          <a:p xmlns:a="http://schemas.openxmlformats.org/drawingml/2006/main">
            <a:r>
              <a:t>화면에서 선택한 이번 달 매출 표와 접근이 허용된 지난달 보고서를 사용한다. VIA는 요청·대상·조건을 이해하여 업무 수행 Agent에 위임한다. Agent가 업무 수행 중 확인 질문을 보내면 VIA가 사용자에게 전달하고 답변을 원래 업무에 연결한다. 추가 조건 접수가 실제 Agent 적용 완료를 뜻하지 않으며 이 그림은 지연·실패 없는 설명용 장면이다. 보고서 작성·도메인 분석은 Downstream Agent 책임이다. 모든 사용자 응답은 Text로 남고 Voice 활성화 시 핵심을 음성으로 전달한다. 실선은 설명용 메시지, 세로 점선은 참여자의 지속 역할이며 Component/process 경계가 아니다.</a:t>
            </a:r>
          </a:p>
          <a:p xmlns:a="http://schemas.openxmlformats.org/drawingml/2006/main">
            <a:r>
              <a:t>근거: docs/architecture/01-system-mission-and-boundary.md §1.1~1.2, docs/architecture/05-representative-use-cases.md UC-03/05/06/08 및 §5.2. 사용자 2026-10-10 발표 리뷰.</a:t>
            </a:r>
          </a:p>
          <a:p xmlns:a="http://schemas.openxmlformats.org/drawingml/2006/main">
            <a:r>
              <a:t>삽화: builtin imagegen 생성 설명용 이미지이며 실제 제품 화면·측정 결과가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경험 2: 계속되는 입력과 비동기 업무 결과</a:t>
            </a:r>
          </a:p>
          <a:p xmlns:a="http://schemas.openxmlformats.org/drawingml/2006/main">
            <a:r>
              <a:t>보고서 작성과 내일 오후 3시 팀 회의 안내 메일 초안은 서로 독립적인 두 업무이며 보고서 결과에 의존하는 메일이 아니다. 메일 초안만 요청하며 발송 권한을 주지 않는다. 공급업체 견적 업무는 이 발화 전에 이미 맡긴 별도 업무다.</a:t>
            </a:r>
          </a:p>
          <a:p xmlns:a="http://schemas.openxmlformats.org/drawingml/2006/main">
            <a:r>
              <a:t>VIA가 두 업무의 위임을 진행하는 동안 사용자가 끼어들어 보고서만 국내 매출로 정정하고, 견적 Agent의 결과도 겹쳐 들어오는 설명용 장면이다. 발화 시작 시 음성 재생은 즉시 중단하고 계속 듣는다. 발화 중 견적 음성 알림을 재생하지 않는다. 견적 결과 수신을 결과 전달 완료로 간주하지 않는다. 국내 매출 정정은 보고서 업무에만 연결하고 회의 메일과 견적 업무에는 적용하지 않는다. 마지막 두 화살표는 해야 하는 연결을 표현하며 실제 병렬 수행·반환 순서 또는 Agent 적용 완료를 확정하지 않는다. 이 페이지는 구조 대안·우선순위 정책·성능 결과를 선택하지 않는다.</a:t>
            </a:r>
          </a:p>
          <a:p xmlns:a="http://schemas.openxmlformats.org/drawingml/2006/main">
            <a:r>
              <a:t>이 장면은 요청과 관계의 이해, 계속되는 실행 연결, 대화·업무 맥락의 유지, 서로 다른 업무 상태 추적이 필요한 이유를 소개한다. DP 번호와 세부 상태 schema는 다음 비교 페이지에서 다룬다.</a:t>
            </a:r>
          </a:p>
          <a:p xmlns:a="http://schemas.openxmlformats.org/drawingml/2006/main">
            <a:r>
              <a:t>근거: docs/architecture/05-representative-use-cases.md UC-09/10/11/13/14 및 §5.2. 사용자 2026-10-10 발표 리뷰.</a:t>
            </a:r>
          </a:p>
          <a:p xmlns:a="http://schemas.openxmlformats.org/drawingml/2006/main">
            <a:r>
              <a:t>삽화: builtin imagegen 생성 설명용 이미지이며 실제 제품 화면·측정 결과가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사고 실험 가정값 / 측정 결과와 최종 대안 선정 아님</a:t>
            </a:r>
          </a:p>
          <a:p xmlns:a="http://schemas.openxmlformats.org/drawingml/2006/main">
            <a:r>
              <a:t>QA 조정 전 ASR-QA-v5 스냅샷 / 조정 후 값과 등급 재계산</a:t>
            </a:r>
          </a:p>
          <a:p xmlns:a="http://schemas.openxmlformats.org/drawingml/2006/main">
            <a:r>
              <a:t>정확성 오류 횟수는 가정 / 실제 확률 예측과 측정 결과 아님</a:t>
            </a:r>
          </a:p>
          <a:p xmlns:a="http://schemas.openxmlformats.org/drawingml/2006/main">
            <a:r>
              <a:t>시간 대표 사례는 유효 완료를 가정 / 같은 사례의 오류 발생 시 실패 cap과 시간 재계산</a:t>
            </a:r>
          </a:p>
          <a:p xmlns:a="http://schemas.openxmlformats.org/drawingml/2006/main">
            <a:r>
              <a:t>보호 조건의 통과를 이 값으로 확인한 상태 아님</a:t>
            </a:r>
          </a:p>
          <a:p xmlns:a="http://schemas.openxmlformats.org/drawingml/2006/main">
            <a:r>
              <a:t>QA별 점수 합산 또는 원값 차이와 점수 차이의 혼동 금지</a:t>
            </a:r>
          </a:p>
          <a:p xmlns:a="http://schemas.openxmlformats.org/drawingml/2006/main">
            <a:r>
              <a:t>다른 DP의 효과를 단순 합산한 전체 VIA 성능값 아님</a:t>
            </a:r>
          </a:p>
          <a:p xmlns:a="http://schemas.openxmlformats.org/drawingml/2006/main">
            <a:r>
              <a:t>B 지원 관계의 코드 해결로 모델 재판단을 줄이는 상황</a:t>
            </a:r>
          </a:p>
          <a:p xmlns:a="http://schemas.openxmlformats.org/drawingml/2006/main">
            <a:r>
              <a:t>B 추가 해석 증가 또는 A 최초 Context 완성 시 시간과 비용 차이 축소</a:t>
            </a:r>
          </a:p>
          <a:p xmlns:a="http://schemas.openxmlformats.org/drawingml/2006/main">
            <a:r>
              <a:t>데이터: docs/presentations_files/dp-comparison/v4/qa-thought-experiment.json</a:t>
            </a:r>
          </a:p>
          <a:p xmlns:a="http://schemas.openxmlformats.org/drawingml/2006/main">
            <a:r>
              <a:t>QA 원본: docs/architecture/12-decisions/decision-packages/03-02-quality-attribute-definitions.md</a:t>
            </a:r>
          </a:p>
          <a:p xmlns:a="http://schemas.openxmlformats.org/drawingml/2006/main">
            <a:r>
              <a:t>ASR-QA-01: A=53800/540 (5점), B=53200/540 (2점). A 전체 의미 공동 판단 / 오류 2개 가정. B 틀 추출과 부분 결합 누락 / 오류 8개 가정.</a:t>
            </a:r>
          </a:p>
          <a:p xmlns:a="http://schemas.openxmlformats.org/drawingml/2006/main">
            <a:r>
              <a:t>ASR-QA-02: A=491/600 (2점), B=404/600 (3점). A 조회 결과를 받은 뒤 모델 재판단. B 지원 항목을 코드로 해결 / 재판단 축소.</a:t>
            </a:r>
          </a:p>
          <a:p xmlns:a="http://schemas.openxmlformats.org/drawingml/2006/main">
            <a:r>
              <a:t>ASR-QA-03: A=5.60 (3점), B=4.80 (4점). A 조회와 모델 판단의 반복 처리. B 항목별 해결과 코드 결합 / 추가 호출 허용.</a:t>
            </a:r>
          </a:p>
          <a:p xmlns:a="http://schemas.openxmlformats.org/drawingml/2006/main">
            <a:r>
              <a:t>ASR-QA-04: A=1.1867 (2점), B=1.0187 (3점). A 추가 재판단 70회 청구 가정. B 같은 활동에서 추가 재판단 70회 축소 가정.</a:t>
            </a:r>
          </a:p>
          <a:p xmlns:a="http://schemas.openxmlformats.org/drawingml/2006/main">
            <a:r>
              <a:t>ASR-QA-05: A=13/6 (3점), B=14/6 (2점). A 새 관계의 모델 지침과 검증 변경. B 새 관계의 틀과 Engine 규칙 변경.</a:t>
            </a:r>
          </a:p>
          <a:p xmlns:a="http://schemas.openxmlformats.org/drawingml/2006/main">
            <a:r>
              <a:t>ASR-QA-06: A=1792 (4점), B=1760 (4점). A 조회 결과와 모델 제공 Context 유지. B 요청 틀과 항목별 후보 / 해결 상태 유지.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사고 실험 가정값 / 측정 결과와 최종 대안 선정 아님</a:t>
            </a:r>
          </a:p>
          <a:p xmlns:a="http://schemas.openxmlformats.org/drawingml/2006/main">
            <a:r>
              <a:t>QA 조정 전 ASR-QA-v5 스냅샷 / 조정 후 값과 등급 재계산</a:t>
            </a:r>
          </a:p>
          <a:p xmlns:a="http://schemas.openxmlformats.org/drawingml/2006/main">
            <a:r>
              <a:t>정확성 오류 횟수는 가정 / 실제 확률 예측과 측정 결과 아님</a:t>
            </a:r>
          </a:p>
          <a:p xmlns:a="http://schemas.openxmlformats.org/drawingml/2006/main">
            <a:r>
              <a:t>시간 대표 사례는 유효 완료를 가정 / 같은 사례의 오류 발생 시 실패 cap과 시간 재계산</a:t>
            </a:r>
          </a:p>
          <a:p xmlns:a="http://schemas.openxmlformats.org/drawingml/2006/main">
            <a:r>
              <a:t>보호 조건의 통과를 이 값으로 확인한 상태 아님</a:t>
            </a:r>
          </a:p>
          <a:p xmlns:a="http://schemas.openxmlformats.org/drawingml/2006/main">
            <a:r>
              <a:t>QA별 점수 합산 또는 원값 차이와 점수 차이의 혼동 금지</a:t>
            </a:r>
          </a:p>
          <a:p xmlns:a="http://schemas.openxmlformats.org/drawingml/2006/main">
            <a:r>
              <a:t>다른 DP의 효과를 단순 합산한 전체 VIA 성능값 아님</a:t>
            </a:r>
          </a:p>
          <a:p xmlns:a="http://schemas.openxmlformats.org/drawingml/2006/main">
            <a:r>
              <a:t>양안 모두 비동기와 병렬 실행 / 짧은 전이 비용의 기본 상황</a:t>
            </a:r>
          </a:p>
          <a:p xmlns:a="http://schemas.openxmlformats.org/drawingml/2006/main">
            <a:r>
              <a:t>BURST 대기는 별도 관측 / 우선순위 처리와 Join 비용에 따른 차이 확인</a:t>
            </a:r>
          </a:p>
          <a:p xmlns:a="http://schemas.openxmlformats.org/drawingml/2006/main">
            <a:r>
              <a:t>데이터: docs/presentations_files/dp-comparison/v4/qa-thought-experiment.json</a:t>
            </a:r>
          </a:p>
          <a:p xmlns:a="http://schemas.openxmlformats.org/drawingml/2006/main">
            <a:r>
              <a:t>QA 원본: docs/architecture/12-decisions/decision-packages/03-02-quality-attribute-definitions.md</a:t>
            </a:r>
          </a:p>
          <a:p xmlns:a="http://schemas.openxmlformats.org/drawingml/2006/main">
            <a:r>
              <a:t>ASR-QA-01: A=53800/540 (5점), B=53800/540 (5점). A 같은 의미 판단과 현재성 검사. B 같은 의미 판단과 현재성 검사.</a:t>
            </a:r>
          </a:p>
          <a:p xmlns:a="http://schemas.openxmlformats.org/drawingml/2006/main">
            <a:r>
              <a:t>ASR-QA-02: A=491/600 (2점), B=2449/3000 (2점). A 짧은 중앙 완료 회수와 다음 지시. B Stage 활성화와 Join 대기 포함.</a:t>
            </a:r>
          </a:p>
          <a:p xmlns:a="http://schemas.openxmlformats.org/drawingml/2006/main">
            <a:r>
              <a:t>ASR-QA-03: A=5.60 (3점), B=5.59 (3점). A 중앙 전이 6회 × 0.010초 가정. B 전이 6회 × 0.005초 + Join 0.020초 가정.</a:t>
            </a:r>
          </a:p>
          <a:p xmlns:a="http://schemas.openxmlformats.org/drawingml/2006/main">
            <a:r>
              <a:t>ASR-QA-04: A=1.1867 (2점), B=1.1867 (2점). A 같은 의미 판단과 응답 준비 호출. B 같은 모델 작업 / 폐기와 재시도 동일 가정.</a:t>
            </a:r>
          </a:p>
          <a:p xmlns:a="http://schemas.openxmlformats.org/drawingml/2006/main">
            <a:r>
              <a:t>ASR-QA-05: A=13/6 (3점), B=13/6 (3점). A 안정된 사건 계약 안에서 후속 규칙 변경. B 안정된 단계 계약으로 같은 변경 흡수.</a:t>
            </a:r>
          </a:p>
          <a:p xmlns:a="http://schemas.openxmlformats.org/drawingml/2006/main">
            <a:r>
              <a:t>ASR-QA-06: A=1792 (4점), B=1840 (4점). A 중앙 진행 상태와 실행 대기열. B Window와 채널 상태 48MiB 순증가 가정.</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사고 실험 가정값 / 측정 결과와 최종 대안 선정 아님</a:t>
            </a:r>
          </a:p>
          <a:p xmlns:a="http://schemas.openxmlformats.org/drawingml/2006/main">
            <a:r>
              <a:t>QA 조정 전 ASR-QA-v5 스냅샷 / 조정 후 값과 등급 재계산</a:t>
            </a:r>
          </a:p>
          <a:p xmlns:a="http://schemas.openxmlformats.org/drawingml/2006/main">
            <a:r>
              <a:t>정확성 오류 횟수는 가정 / 실제 확률 예측과 측정 결과 아님</a:t>
            </a:r>
          </a:p>
          <a:p xmlns:a="http://schemas.openxmlformats.org/drawingml/2006/main">
            <a:r>
              <a:t>시간 대표 사례는 유효 완료를 가정 / 같은 사례의 오류 발생 시 실패 cap과 시간 재계산</a:t>
            </a:r>
          </a:p>
          <a:p xmlns:a="http://schemas.openxmlformats.org/drawingml/2006/main">
            <a:r>
              <a:t>보호 조건의 통과를 이 값으로 확인한 상태 아님</a:t>
            </a:r>
          </a:p>
          <a:p xmlns:a="http://schemas.openxmlformats.org/drawingml/2006/main">
            <a:r>
              <a:t>QA별 점수 합산 또는 원값 차이와 점수 차이의 혼동 금지</a:t>
            </a:r>
          </a:p>
          <a:p xmlns:a="http://schemas.openxmlformats.org/drawingml/2006/main">
            <a:r>
              <a:t>다른 DP의 효과를 단순 합산한 전체 VIA 성능값 아님</a:t>
            </a:r>
          </a:p>
          <a:p xmlns:a="http://schemas.openxmlformats.org/drawingml/2006/main">
            <a:r>
              <a:t>A cache 허용 / B 초기 생산과 갱신 비용 포함 / 준비된 정보 재사용</a:t>
            </a:r>
          </a:p>
          <a:p xmlns:a="http://schemas.openxmlformats.org/drawingml/2006/main">
            <a:r>
              <a:t>A miss가 10회면 과거 처리 $0.040 / 이 조건에서는 비용 순위 반전</a:t>
            </a:r>
          </a:p>
          <a:p xmlns:a="http://schemas.openxmlformats.org/drawingml/2006/main">
            <a:r>
              <a:t>데이터: docs/presentations_files/dp-comparison/v4/qa-thought-experiment.json</a:t>
            </a:r>
          </a:p>
          <a:p xmlns:a="http://schemas.openxmlformats.org/drawingml/2006/main">
            <a:r>
              <a:t>QA 원본: docs/architecture/12-decisions/decision-packages/03-02-quality-attribute-definitions.md</a:t>
            </a:r>
          </a:p>
          <a:p xmlns:a="http://schemas.openxmlformats.org/drawingml/2006/main">
            <a:r>
              <a:t>ASR-QA-01: A=53800/540 (5점), B=53200/540 (2점). A 현재 원문에서 관계 구성 / 오류 2개 가정. B 가공 정보의 예외 누락 / 오류 8개 가정.</a:t>
            </a:r>
          </a:p>
          <a:p xmlns:a="http://schemas.openxmlformats.org/drawingml/2006/main">
            <a:r>
              <a:t>ASR-QA-02: A=491/600 (2점), B=491/600 (2점). A 지정 첫 반응 사례의 과거 재구성 비용 동일. B 지정 사례에서 준비된 관계 조회 이익 작음.</a:t>
            </a:r>
          </a:p>
          <a:p xmlns:a="http://schemas.openxmlformats.org/drawingml/2006/main">
            <a:r>
              <a:t>ASR-QA-03: A=5.60 (3점), B=5.42 (3점). A 과거 재사용 사이클의 원본 조합. B 한 사이클 1.08초 단축 / 6개 평균 0.18초 단축.</a:t>
            </a:r>
          </a:p>
          <a:p xmlns:a="http://schemas.openxmlformats.org/drawingml/2006/main">
            <a:r>
              <a:t>ASR-QA-04: A=1.1867 (2점), B=1.1547 (2점). A cache miss 40회 × $0.004 = $0.160. B 초기와 갱신 생산 20회 × $0.0064 = $0.128.</a:t>
            </a:r>
          </a:p>
          <a:p xmlns:a="http://schemas.openxmlformats.org/drawingml/2006/main">
            <a:r>
              <a:t>ASR-QA-05: A=13/6 (3점), B=14/6 (2점). A 원본 조합과 cache의 철회 처리 변경. B 생산자와 조회자의 철회 처리 변경.</a:t>
            </a:r>
          </a:p>
          <a:p xmlns:a="http://schemas.openxmlformats.org/drawingml/2006/main">
            <a:r>
              <a:t>ASR-QA-06: A=1792 (4점), B=1920 (4점). A 원문 Context와 선택 cache 유지. B 게시 관계와 생산 상태 128MiB 순증가 가정.</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사고 실험 가정값 / 측정 결과와 최종 대안 선정 아님</a:t>
            </a:r>
          </a:p>
          <a:p xmlns:a="http://schemas.openxmlformats.org/drawingml/2006/main">
            <a:r>
              <a:t>QA 조정 전 ASR-QA-v5 스냅샷 / 조정 후 값과 등급 재계산</a:t>
            </a:r>
          </a:p>
          <a:p xmlns:a="http://schemas.openxmlformats.org/drawingml/2006/main">
            <a:r>
              <a:t>정확성 오류 횟수는 가정 / 실제 확률 예측과 측정 결과 아님</a:t>
            </a:r>
          </a:p>
          <a:p xmlns:a="http://schemas.openxmlformats.org/drawingml/2006/main">
            <a:r>
              <a:t>시간 대표 사례는 유효 완료를 가정 / 같은 사례의 오류 발생 시 실패 cap과 시간 재계산</a:t>
            </a:r>
          </a:p>
          <a:p xmlns:a="http://schemas.openxmlformats.org/drawingml/2006/main">
            <a:r>
              <a:t>보호 조건의 통과를 이 값으로 확인한 상태 아님</a:t>
            </a:r>
          </a:p>
          <a:p xmlns:a="http://schemas.openxmlformats.org/drawingml/2006/main">
            <a:r>
              <a:t>QA별 점수 합산 또는 원값 차이와 점수 차이의 혼동 금지</a:t>
            </a:r>
          </a:p>
          <a:p xmlns:a="http://schemas.openxmlformats.org/drawingml/2006/main">
            <a:r>
              <a:t>다른 DP의 효과를 단순 합산한 전체 VIA 성능값 아님</a:t>
            </a:r>
          </a:p>
          <a:p xmlns:a="http://schemas.openxmlformats.org/drawingml/2006/main">
            <a:r>
              <a:t>정상 로컬 실행 / 별도 재해석 없이 같은 의미와 Task 처리</a:t>
            </a:r>
          </a:p>
          <a:p xmlns:a="http://schemas.openxmlformats.org/drawingml/2006/main">
            <a:r>
              <a:t>독립 운영 요구가 없다면 B의 추가 접수와 상태 비용 확인</a:t>
            </a:r>
          </a:p>
          <a:p xmlns:a="http://schemas.openxmlformats.org/drawingml/2006/main">
            <a:r>
              <a:t>데이터: docs/presentations_files/dp-comparison/v4/qa-thought-experiment.json</a:t>
            </a:r>
          </a:p>
          <a:p xmlns:a="http://schemas.openxmlformats.org/drawingml/2006/main">
            <a:r>
              <a:t>QA 원본: docs/architecture/12-decisions/decision-packages/03-02-quality-attribute-definitions.md</a:t>
            </a:r>
          </a:p>
          <a:p xmlns:a="http://schemas.openxmlformats.org/drawingml/2006/main">
            <a:r>
              <a:t>ASR-QA-01: A=53800/540 (5점), B=53800/540 (5점). A 같은 의미 판단과 접수 규칙. B 같은 의미 판단과 접수 규칙.</a:t>
            </a:r>
          </a:p>
          <a:p xmlns:a="http://schemas.openxmlformats.org/drawingml/2006/main">
            <a:r>
              <a:t>ASR-QA-02: A=491/600 (2점), B=497/600 (2점). A 공동 commit으로 관련 상태 반영. B 독립 접수와 반영 / 평균 0.010초 추가 가정.</a:t>
            </a:r>
          </a:p>
          <a:p xmlns:a="http://schemas.openxmlformats.org/drawingml/2006/main">
            <a:r>
              <a:t>ASR-QA-03: A=5.60 (3점), B=5.66 (3점). A 공동 확정 4회 × 0.010초 가정. B 독립 인계 4회 × 0.025초 / 0.060초 추가 가정.</a:t>
            </a:r>
          </a:p>
          <a:p xmlns:a="http://schemas.openxmlformats.org/drawingml/2006/main">
            <a:r>
              <a:t>ASR-QA-04: A=1.1867 (2점), B=1.1867 (2점). A 저장과 연결은 코드 처리 / 모델 역할 동일. B IPC 자체는 모델 호출 아님 / 추가 재해석 없음.</a:t>
            </a:r>
          </a:p>
          <a:p xmlns:a="http://schemas.openxmlformats.org/drawingml/2006/main">
            <a:r>
              <a:t>ASR-QA-05: A=13/6 (3점), B=14/6 (2점). A 질문 token 변경 / 공동 상태 계약 수정. B 질문 token 변경 / 독립 인계 계약 1개 추가.</a:t>
            </a:r>
          </a:p>
          <a:p xmlns:a="http://schemas.openxmlformats.org/drawingml/2006/main">
            <a:r>
              <a:t>ASR-QA-06: A=1792 (4점), B=2080 (4점). A 통합 실행체의 상태와 대기열. B 추가 service와 receipt 상태 288MiB 가정.</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0f07e463daf47c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786413db9a24cbc" /><Relationship Type="http://schemas.openxmlformats.org/officeDocument/2006/relationships/slideLayout" Target="/ppt/slideLayouts/slideLayout1.xml" Id="R663e5bb2ae2c485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63e5bb2ae2c485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ns0:Relationships xmlns:ns0="http://schemas.openxmlformats.org/package/2006/relationships"><ns0:Relationship Type="http://schemas.openxmlformats.org/officeDocument/2006/relationships/slideLayout" Target="/ppt/slideLayouts/slideLayout1.xml" Id="R1f054bf24ee64584" /><ns0:Relationship Type="http://schemas.openxmlformats.org/officeDocument/2006/relationships/notesSlide" Target="/ppt/notesSlides/notesSlide1.xml" Id="R0fb64cd22d524375" /><ns0:Relationship Id="RviaBackgroundImage1" Type="http://schemas.openxmlformats.org/officeDocument/2006/relationships/image" Target="/ppt/media/via-v2-bg41-1.png" /><ns0:Relationship Id="RviaBackgroundImage2" Type="http://schemas.openxmlformats.org/officeDocument/2006/relationships/image" Target="/ppt/media/via-v2-bg41-2.png" /><ns0:Relationship Id="RviaBackgroundImage3" Type="http://schemas.openxmlformats.org/officeDocument/2006/relationships/image" Target="/ppt/media/via-v2-bg41-3.png" /></ns0: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56806d47c644c63" /><Relationship Type="http://schemas.openxmlformats.org/officeDocument/2006/relationships/notesSlide" Target="/ppt/notesSlides/notesSlide2.xml" Id="R704ed05a7b664af2" /></Relationships>
</file>

<file path=ppt/slides/_rels/slide3.xml.rels><?xml version='1.0' encoding='utf-8'?>
<ns0:Relationships xmlns:ns0="http://schemas.openxmlformats.org/package/2006/relationships"><ns0:Relationship Type="http://schemas.openxmlformats.org/officeDocument/2006/relationships/slideLayout" Target="/ppt/slideLayouts/slideLayout1.xml" Id="R4b5772cdc81b41b9" /><ns0:Relationship Type="http://schemas.openxmlformats.org/officeDocument/2006/relationships/notesSlide" Target="/ppt/notesSlides/notesSlide3.xml" Id="R22430df242ca4bf6" /><ns0:Relationship Id="RviaBackgroundImage1" Type="http://schemas.openxmlformats.org/officeDocument/2006/relationships/image" Target="/ppt/media/via-v2-bg42-1.png" /><ns0:Relationship Id="RviaBackgroundImage2" Type="http://schemas.openxmlformats.org/officeDocument/2006/relationships/image" Target="/ppt/media/via-v2-bg42-2.png" /><ns0:Relationship Id="RviaBackgroundImage3" Type="http://schemas.openxmlformats.org/officeDocument/2006/relationships/image" Target="/ppt/media/via-v2-bg42-3.png" /></ns0: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9c557a35e79434f" /><Relationship Type="http://schemas.openxmlformats.org/officeDocument/2006/relationships/notesSlide" Target="/ppt/notesSlides/notesSlide4.xml" Id="Rc06947a345af4d7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11ba80a6364412a" /><Relationship Type="http://schemas.openxmlformats.org/officeDocument/2006/relationships/notesSlide" Target="/ppt/notesSlides/notesSlide5.xml" Id="Rd7f0a3fc64b14bf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77ea5618b7240a4" /><Relationship Type="http://schemas.openxmlformats.org/officeDocument/2006/relationships/notesSlide" Target="/ppt/notesSlides/notesSlide6.xml" Id="Rb3fad9ea5c7a4010" /></Relationships>
</file>

<file path=ppt/slides/_rels/slide7.xml.rels><?xml version='1.0' encoding='utf-8'?>
<ns0:Relationships xmlns:ns0="http://schemas.openxmlformats.org/package/2006/relationships"><ns0:Relationship Type="http://schemas.openxmlformats.org/officeDocument/2006/relationships/slideLayout" Target="/ppt/slideLayouts/slideLayout1.xml" Id="Rb9084e82e5dd4339" /><ns0:Relationship Type="http://schemas.openxmlformats.org/officeDocument/2006/relationships/notesSlide" Target="/ppt/notesSlides/notesSlide7.xml" Id="R73212bb7779f42af" /><ns0:Relationship Id="RviaBackgroundImage1" Type="http://schemas.openxmlformats.org/officeDocument/2006/relationships/image" Target="/ppt/media/via-v2-bg44-1.png" /><ns0:Relationship Id="RviaBackgroundImage2" Type="http://schemas.openxmlformats.org/officeDocument/2006/relationships/image" Target="/ppt/media/via-v2-bg44-2.png" /><ns0:Relationship Id="RviaBackgroundImage3" Type="http://schemas.openxmlformats.org/officeDocument/2006/relationships/image" Target="/ppt/media/via-v2-bg44-3.png" /></ns0: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e12008e1db1467f" /><Relationship Type="http://schemas.openxmlformats.org/officeDocument/2006/relationships/notesSlide" Target="/ppt/notesSlides/notesSlide8.xml" Id="R776926d34d01485a" /></Relationships>
</file>

<file path=ppt/slides/_rels/slide9.xml.rels><?xml version='1.0' encoding='utf-8'?>
<ns0:Relationships xmlns:ns0="http://schemas.openxmlformats.org/package/2006/relationships"><ns0:Relationship Type="http://schemas.openxmlformats.org/officeDocument/2006/relationships/slideLayout" Target="/ppt/slideLayouts/slideLayout1.xml" Id="Re9b73f500e104ec9" /><ns0:Relationship Type="http://schemas.openxmlformats.org/officeDocument/2006/relationships/notesSlide" Target="/ppt/notesSlides/notesSlide9.xml" Id="Reb3935ab28774dd7" /><ns0:Relationship Id="RviaBackgroundImage1" Type="http://schemas.openxmlformats.org/officeDocument/2006/relationships/image" Target="/ppt/media/via-v2-bg45-1.png" /><ns0:Relationship Id="RviaBackgroundImage2" Type="http://schemas.openxmlformats.org/officeDocument/2006/relationships/image" Target="/ppt/media/via-v2-bg45-2.png" /><ns0:Relationship Id="RviaBackgroundImage3" Type="http://schemas.openxmlformats.org/officeDocument/2006/relationships/image" Target="/ppt/media/via-v2-bg45-3.png" /></ns0: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66154affa0f4dd5" /><Relationship Type="http://schemas.openxmlformats.org/officeDocument/2006/relationships/notesSlide" Target="/ppt/notesSlides/notesSlide10.xml" Id="Rdf7f7506b1884c7e" /></Relationships>
</file>

<file path=ppt/slides/_rels/slide11.xml.rels><?xml version='1.0' encoding='utf-8'?>
<ns0:Relationships xmlns:ns0="http://schemas.openxmlformats.org/package/2006/relationships"><ns0:Relationship Type="http://schemas.openxmlformats.org/officeDocument/2006/relationships/slideLayout" Target="/ppt/slideLayouts/slideLayout1.xml" Id="R11502e4a4ab346a0" /><ns0:Relationship Type="http://schemas.openxmlformats.org/officeDocument/2006/relationships/notesSlide" Target="/ppt/notesSlides/notesSlide11.xml" Id="R59bf0a34ca3b4002" /><ns0:Relationship Id="RviaIntroImage1" Type="http://schemas.openxmlformats.org/officeDocument/2006/relationships/image" Target="/ppt/media/via-v2-intro-1-1.png" /><ns0:Relationship Id="RviaIntroImage2" Type="http://schemas.openxmlformats.org/officeDocument/2006/relationships/image" Target="/ppt/media/via-v2-intro-1-2.png" /><ns0:Relationship Id="RviaIntroImage3" Type="http://schemas.openxmlformats.org/officeDocument/2006/relationships/image" Target="/ppt/media/via-v2-intro-1-3.png" /></ns0:Relationships>
</file>

<file path=ppt/slides/_rels/slide12.xml.rels><?xml version='1.0' encoding='utf-8'?>
<ns0:Relationships xmlns:ns0="http://schemas.openxmlformats.org/package/2006/relationships"><ns0:Relationship Type="http://schemas.openxmlformats.org/officeDocument/2006/relationships/slideLayout" Target="/ppt/slideLayouts/slideLayout1.xml" Id="R11502e4a4ab346a0" /><ns0:Relationship Type="http://schemas.openxmlformats.org/officeDocument/2006/relationships/notesSlide" Target="/ppt/notesSlides/notesSlide12.xml" Id="R59bf0a34ca3b4002" /><ns0:Relationship Id="RviaIntroImage1" Type="http://schemas.openxmlformats.org/officeDocument/2006/relationships/image" Target="/ppt/media/via-v2-intro-2-1.png" /><ns0:Relationship Id="RviaIntroImage2" Type="http://schemas.openxmlformats.org/officeDocument/2006/relationships/image" Target="/ppt/media/via-v2-intro-2-2.png" /><ns0:Relationship Id="RviaIntroImage3" Type="http://schemas.openxmlformats.org/officeDocument/2006/relationships/image" Target="/ppt/media/via-v2-intro-2-3.png" /></ns0:Relationships>
</file>

<file path=ppt/slides/_rels/slide13.xml.rels><?xml version='1.0' encoding='utf-8'?>
<Relationships xmlns="http://schemas.openxmlformats.org/package/2006/relationships"><Relationship Type="http://schemas.openxmlformats.org/officeDocument/2006/relationships/slideLayout" Target="/ppt/slideLayouts/slideLayout1.xml" Id="Ra56806d47c644c63" /><Relationship Type="http://schemas.openxmlformats.org/officeDocument/2006/relationships/notesSlide" Target="/ppt/notesSlides/notesSlide13.xml" Id="R704ed05a7b664af2" /></Relationships>
</file>

<file path=ppt/slides/_rels/slide14.xml.rels><?xml version='1.0' encoding='utf-8'?>
<Relationships xmlns="http://schemas.openxmlformats.org/package/2006/relationships"><Relationship Type="http://schemas.openxmlformats.org/officeDocument/2006/relationships/slideLayout" Target="/ppt/slideLayouts/slideLayout1.xml" Id="R1e12008e1db1467f" /><Relationship Type="http://schemas.openxmlformats.org/officeDocument/2006/relationships/notesSlide" Target="/ppt/notesSlides/notesSlide14.xml" Id="R776926d34d01485a" /></Relationships>
</file>

<file path=ppt/slides/_rels/slide15.xml.rels><?xml version='1.0' encoding='utf-8'?>
<Relationships xmlns="http://schemas.openxmlformats.org/package/2006/relationships"><Relationship Type="http://schemas.openxmlformats.org/officeDocument/2006/relationships/slideLayout" Target="/ppt/slideLayouts/slideLayout1.xml" Id="Rf66154affa0f4dd5" /><Relationship Type="http://schemas.openxmlformats.org/officeDocument/2006/relationships/notesSlide" Target="/ppt/notesSlides/notesSlide15.xml" Id="Rdf7f7506b1884c7e" /></Relationships>
</file>

<file path=ppt/slides/_rels/slide16.xml.rels><?xml version='1.0' encoding='utf-8'?>
<Relationships xmlns="http://schemas.openxmlformats.org/package/2006/relationships"><Relationship Type="http://schemas.openxmlformats.org/officeDocument/2006/relationships/slideLayout" Target="/ppt/slideLayouts/slideLayout1.xml" Id="R79c557a35e79434f" /><Relationship Type="http://schemas.openxmlformats.org/officeDocument/2006/relationships/notesSlide" Target="/ppt/notesSlides/notesSlide16.xml" Id="Rc06947a345af4d75" /></Relationships>
</file>

<file path=ppt/slides/slide1.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p:grpSpPr>
      <p:sp>
        <p:nvSpPr>
          <p:cNvPr id="28" name="dp41-background / title / 1">
            <a:extLst>
              <a:ext uri="{FF2B5EF4-FFF2-40B4-BE49-F238E27FC236}">
                <ns2:creationId id="{8B992013-1FE2-4F9E-804A-32951F3BDB08}"/>
              </a:ext>
            </a:extLst>
          </p:cNvPr>
          <p:cNvSpPr>
            <a:spLocks noGrp="1"/>
          </p:cNvSpPr>
          <p:nvPr/>
        </p:nvSpPr>
        <p:spPr>
          <a:xfrm>
            <a:off x="666750" y="495300"/>
            <a:ext cx="16954500" cy="642938"/>
          </a:xfrm>
          <a:prstGeom prst="rect">
            <a:avLst/>
          </a:prstGeom>
          <a:noFill/>
          <a:ln w="0">
            <a:noFill/>
          </a:ln>
        </p:spPr>
        <p:txBody>
          <a:bodyPr wrap="none" lIns="0" tIns="0" rIns="0" bIns="0" anchor="t">
            <a:noAutofit/>
          </a:bodyPr>
          <a:lstStyle/>
          <a:p>
            <a:pPr algn="l">
              <a:defRPr sz="3750" b="1">
                <a:solidFill>
                  <a:srgbClr val="202B30"/>
                </a:solidFill>
                <a:latin typeface="Apple SD Gothic Neo"/>
                <a:ea typeface="Apple SD Gothic Neo"/>
                <a:cs typeface="Apple SD Gothic Neo"/>
              </a:defRPr>
            </a:pPr>
            <a:r>
              <a:rPr sz="3750" b="1">
                <a:solidFill>
                  <a:srgbClr val="202B30"/>
                </a:solidFill>
                <a:latin typeface="Apple SD Gothic Neo"/>
                <a:ea typeface="Apple SD Gothic Neo"/>
                <a:cs typeface="Apple SD Gothic Neo"/>
              </a:rPr>
              <a:t>말 속의 지칭 대상과 조건을 찾아,</a:t>
            </a:r>
          </a:p>
        </p:txBody>
      </p:sp>
      <p:sp>
        <p:nvSpPr>
          <p:cNvPr id="2" name="dp41-background / title / 2">
            <a:extLst>
              <a:ext uri="{FF2B5EF4-FFF2-40B4-BE49-F238E27FC236}">
                <ns2:creationId id="{9D6A26AB-060B-42DB-91A1-FFB55DBF4846}"/>
              </a:ext>
            </a:extLst>
          </p:cNvPr>
          <p:cNvSpPr>
            <a:spLocks noGrp="1"/>
          </p:cNvSpPr>
          <p:nvPr/>
        </p:nvSpPr>
        <p:spPr>
          <a:xfrm>
            <a:off x="666750" y="1090613"/>
            <a:ext cx="16954500" cy="642938"/>
          </a:xfrm>
          <a:prstGeom prst="rect">
            <a:avLst/>
          </a:prstGeom>
          <a:noFill/>
          <a:ln w="0">
            <a:noFill/>
          </a:ln>
        </p:spPr>
        <p:txBody>
          <a:bodyPr wrap="none" lIns="0" tIns="0" rIns="0" bIns="0" anchor="t">
            <a:noAutofit/>
          </a:bodyPr>
          <a:lstStyle/>
          <a:p>
            <a:pPr algn="l">
              <a:defRPr sz="3750" b="1">
                <a:solidFill>
                  <a:srgbClr val="202B30"/>
                </a:solidFill>
                <a:latin typeface="Apple SD Gothic Neo"/>
                <a:ea typeface="Apple SD Gothic Neo"/>
                <a:cs typeface="Apple SD Gothic Neo"/>
              </a:defRPr>
            </a:pPr>
            <a:r>
              <a:rPr sz="3750" b="1">
                <a:solidFill>
                  <a:srgbClr val="202B30"/>
                </a:solidFill>
                <a:latin typeface="Apple SD Gothic Neo"/>
                <a:ea typeface="Apple SD Gothic Neo"/>
                <a:cs typeface="Apple SD Gothic Neo"/>
              </a:rPr>
              <a:t>위임할 Request를 완성하는 VIA</a:t>
            </a:r>
          </a:p>
        </p:txBody>
      </p:sp>
      <p:sp>
        <p:nvSpPr>
          <p:cNvPr id="3" name="dp41-background / request / 1">
            <a:extLst>
              <a:ext uri="{FF2B5EF4-FFF2-40B4-BE49-F238E27FC236}">
                <ns2:creationId id="{9B8C573C-6F22-4DDD-9221-5703930252F0}"/>
              </a:ext>
            </a:extLst>
          </p:cNvPr>
          <p:cNvSpPr>
            <a:spLocks noGrp="1"/>
          </p:cNvSpPr>
          <p:nvPr/>
        </p:nvSpPr>
        <p:spPr>
          <a:xfrm>
            <a:off x="904875" y="1962150"/>
            <a:ext cx="16573500" cy="450056"/>
          </a:xfrm>
          <a:prstGeom prst="rect">
            <a:avLst/>
          </a:prstGeom>
          <a:noFill/>
          <a:ln w="0">
            <a:noFill/>
          </a:ln>
        </p:spPr>
        <p:txBody>
          <a:bodyPr wrap="none" lIns="0" tIns="0" rIns="0" bIns="0" anchor="t">
            <a:noAutofit/>
          </a:bodyPr>
          <a:lstStyle/>
          <a:p>
            <a:pPr algn="l">
              <a:defRPr sz="2625" b="1">
                <a:solidFill>
                  <a:srgbClr val="397C80"/>
                </a:solidFill>
                <a:latin typeface="Apple SD Gothic Neo"/>
                <a:ea typeface="Apple SD Gothic Neo"/>
                <a:cs typeface="Apple SD Gothic Neo"/>
              </a:defRPr>
            </a:pPr>
            <a:r>
              <a:rPr sz="2625" b="1">
                <a:solidFill>
                  <a:srgbClr val="397C80"/>
                </a:solidFill>
                <a:latin typeface="Apple SD Gothic Neo"/>
                <a:ea typeface="Apple SD Gothic Neo"/>
                <a:cs typeface="Apple SD Gothic Neo"/>
              </a:rPr>
              <a:t>“이 표를 아까 보고서에 넣고,</a:t>
            </a:r>
          </a:p>
        </p:txBody>
      </p:sp>
      <p:sp>
        <p:nvSpPr>
          <p:cNvPr id="4" name="dp41-background / request / 2">
            <a:extLst>
              <a:ext uri="{FF2B5EF4-FFF2-40B4-BE49-F238E27FC236}">
                <ns2:creationId id="{6459E1C0-89D3-4B83-8FCF-3C436B15BC86}"/>
              </a:ext>
            </a:extLst>
          </p:cNvPr>
          <p:cNvSpPr>
            <a:spLocks noGrp="1"/>
          </p:cNvSpPr>
          <p:nvPr/>
        </p:nvSpPr>
        <p:spPr>
          <a:xfrm>
            <a:off x="904875" y="2378869"/>
            <a:ext cx="16573500" cy="450056"/>
          </a:xfrm>
          <a:prstGeom prst="rect">
            <a:avLst/>
          </a:prstGeom>
          <a:noFill/>
          <a:ln w="0">
            <a:noFill/>
          </a:ln>
        </p:spPr>
        <p:txBody>
          <a:bodyPr wrap="none" lIns="0" tIns="0" rIns="0" bIns="0" anchor="t">
            <a:noAutofit/>
          </a:bodyPr>
          <a:lstStyle/>
          <a:p>
            <a:pPr algn="l">
              <a:defRPr sz="2625" b="1">
                <a:solidFill>
                  <a:srgbClr val="397C80"/>
                </a:solidFill>
                <a:latin typeface="Apple SD Gothic Neo"/>
                <a:ea typeface="Apple SD Gothic Neo"/>
                <a:cs typeface="Apple SD Gothic Neo"/>
              </a:defRPr>
            </a:pPr>
            <a:r>
              <a:rPr sz="2625" b="1">
                <a:solidFill>
                  <a:srgbClr val="397C80"/>
                </a:solidFill>
                <a:latin typeface="Apple SD Gothic Neo"/>
                <a:ea typeface="Apple SD Gothic Neo"/>
                <a:cs typeface="Apple SD Gothic Neo"/>
              </a:rPr>
              <a:t>메일은 보내지 말고 보고서 결과로 메일 초안만 만들어줘.”</a:t>
            </a:r>
          </a:p>
        </p:txBody>
      </p:sp>
      <p:pic>
        <p:nvPicPr>
          <p:cNvPr id="32" name=""/>
          <p:cNvPicPr>
            <a:picLocks noChangeAspect="1"/>
          </p:cNvPicPr>
          <p:nvPr/>
        </p:nvPicPr>
        <p:blipFill>
          <a:blip r:embed="RviaBackgroundImage1"/>
          <a:srcRect l="0" t="13000" r="65000" b="15000"/>
          <a:stretch>
            <a:fillRect l="0" t="0" r="0" b="0"/>
          </a:stretch>
        </p:blipFill>
        <p:spPr>
          <a:xfrm>
            <a:off x="1238250" y="2971800"/>
            <a:ext cx="3810000" cy="2590800"/>
          </a:xfrm>
          <a:prstGeom prst="rect">
            <a:avLst/>
          </a:prstGeom>
        </p:spPr>
      </p:pic>
      <p:pic>
        <p:nvPicPr>
          <p:cNvPr id="33" name=""/>
          <p:cNvPicPr>
            <a:picLocks noChangeAspect="1"/>
          </p:cNvPicPr>
          <p:nvPr/>
        </p:nvPicPr>
        <p:blipFill>
          <a:blip r:embed="RviaBackgroundImage2"/>
          <a:srcRect l="37500" t="16000" r="37500" b="16000"/>
          <a:stretch>
            <a:fillRect l="0" t="0" r="0" b="0"/>
          </a:stretch>
        </p:blipFill>
        <p:spPr>
          <a:xfrm>
            <a:off x="7762875" y="2971800"/>
            <a:ext cx="2857500" cy="2590800"/>
          </a:xfrm>
          <a:prstGeom prst="rect">
            <a:avLst/>
          </a:prstGeom>
        </p:spPr>
      </p:pic>
      <p:pic>
        <p:nvPicPr>
          <p:cNvPr id="34" name=""/>
          <p:cNvPicPr>
            <a:picLocks noChangeAspect="1"/>
          </p:cNvPicPr>
          <p:nvPr/>
        </p:nvPicPr>
        <p:blipFill>
          <a:blip r:embed="RviaBackgroundImage3"/>
          <a:srcRect l="65500" t="8000" r="0" b="15000"/>
          <a:stretch>
            <a:fillRect l="0" t="0" r="0" b="0"/>
          </a:stretch>
        </p:blipFill>
        <p:spPr>
          <a:xfrm>
            <a:off x="13382625" y="2971800"/>
            <a:ext cx="3524250" cy="2590800"/>
          </a:xfrm>
          <a:prstGeom prst="rect">
            <a:avLst/>
          </a:prstGeom>
        </p:spPr>
      </p:pic>
      <p:sp>
        <p:nvSpPr>
          <p:cNvPr id="8" name="dp41-background / participant 0 / 1">
            <a:extLst>
              <a:ext uri="{FF2B5EF4-FFF2-40B4-BE49-F238E27FC236}">
                <ns2:creationId id="{6A8D78A8-E78A-4A55-AFA8-4C0A24C58D5E}"/>
              </a:ext>
            </a:extLst>
          </p:cNvPr>
          <p:cNvSpPr>
            <a:spLocks noGrp="1"/>
          </p:cNvSpPr>
          <p:nvPr/>
        </p:nvSpPr>
        <p:spPr>
          <a:xfrm>
            <a:off x="523875" y="5734050"/>
            <a:ext cx="5238750" cy="437198"/>
          </a:xfrm>
          <a:prstGeom prst="rect">
            <a:avLst/>
          </a:prstGeom>
          <a:noFill/>
          <a:ln w="0">
            <a:noFill/>
          </a:ln>
        </p:spPr>
        <p:txBody>
          <a:bodyPr wrap="none" lIns="0" tIns="0" rIns="0" bIns="0" anchor="t">
            <a:noAutofit/>
          </a:bodyPr>
          <a:lstStyle/>
          <a:p>
            <a:pPr algn="ctr">
              <a:defRPr sz="2550" b="1">
                <a:solidFill>
                  <a:srgbClr val="202B30"/>
                </a:solidFill>
                <a:latin typeface="Apple SD Gothic Neo"/>
                <a:ea typeface="Apple SD Gothic Neo"/>
                <a:cs typeface="Apple SD Gothic Neo"/>
              </a:defRPr>
            </a:pPr>
            <a:r>
              <a:rPr sz="2550" b="1">
                <a:solidFill>
                  <a:srgbClr val="202B30"/>
                </a:solidFill>
                <a:latin typeface="Apple SD Gothic Neo"/>
                <a:ea typeface="Apple SD Gothic Neo"/>
                <a:cs typeface="Apple SD Gothic Neo"/>
              </a:rPr>
              <a:t>발화 + 선택한 화면</a:t>
            </a:r>
          </a:p>
        </p:txBody>
      </p:sp>
      <p:sp>
        <p:nvSpPr>
          <p:cNvPr id="9" name="dp41-background / participant 1 / 1">
            <a:extLst>
              <a:ext uri="{FF2B5EF4-FFF2-40B4-BE49-F238E27FC236}">
                <ns2:creationId id="{7C8B603D-5354-41A6-8421-27A25A04D73A}"/>
              </a:ext>
            </a:extLst>
          </p:cNvPr>
          <p:cNvSpPr>
            <a:spLocks noGrp="1"/>
          </p:cNvSpPr>
          <p:nvPr/>
        </p:nvSpPr>
        <p:spPr>
          <a:xfrm>
            <a:off x="6572250" y="5734050"/>
            <a:ext cx="5238750" cy="437198"/>
          </a:xfrm>
          <a:prstGeom prst="rect">
            <a:avLst/>
          </a:prstGeom>
          <a:noFill/>
          <a:ln w="0">
            <a:noFill/>
          </a:ln>
        </p:spPr>
        <p:txBody>
          <a:bodyPr wrap="none" lIns="0" tIns="0" rIns="0" bIns="0" anchor="t">
            <a:noAutofit/>
          </a:bodyPr>
          <a:lstStyle/>
          <a:p>
            <a:pPr algn="ctr">
              <a:defRPr sz="2550" b="1">
                <a:solidFill>
                  <a:srgbClr val="397C80"/>
                </a:solidFill>
                <a:latin typeface="Apple SD Gothic Neo"/>
                <a:ea typeface="Apple SD Gothic Neo"/>
                <a:cs typeface="Apple SD Gothic Neo"/>
              </a:defRPr>
            </a:pPr>
            <a:r>
              <a:rPr sz="2550" b="1">
                <a:solidFill>
                  <a:srgbClr val="397C80"/>
                </a:solidFill>
                <a:latin typeface="Apple SD Gothic Neo"/>
                <a:ea typeface="Apple SD Gothic Neo"/>
                <a:cs typeface="Apple SD Gothic Neo"/>
              </a:rPr>
              <a:t>VIA의 Request 이해</a:t>
            </a:r>
          </a:p>
        </p:txBody>
      </p:sp>
      <p:sp>
        <p:nvSpPr>
          <p:cNvPr id="10" name="dp41-background / participant 2 / 1">
            <a:extLst>
              <a:ext uri="{FF2B5EF4-FFF2-40B4-BE49-F238E27FC236}">
                <ns2:creationId id="{963A27B5-E2E8-4758-A34F-90416D1748AC}"/>
              </a:ext>
            </a:extLst>
          </p:cNvPr>
          <p:cNvSpPr>
            <a:spLocks noGrp="1"/>
          </p:cNvSpPr>
          <p:nvPr/>
        </p:nvSpPr>
        <p:spPr>
          <a:xfrm>
            <a:off x="12525375" y="5734050"/>
            <a:ext cx="5238750" cy="437198"/>
          </a:xfrm>
          <a:prstGeom prst="rect">
            <a:avLst/>
          </a:prstGeom>
          <a:noFill/>
          <a:ln w="0">
            <a:noFill/>
          </a:ln>
        </p:spPr>
        <p:txBody>
          <a:bodyPr wrap="none" lIns="0" tIns="0" rIns="0" bIns="0" anchor="t">
            <a:noAutofit/>
          </a:bodyPr>
          <a:lstStyle/>
          <a:p>
            <a:pPr algn="ctr">
              <a:defRPr sz="2550" b="1">
                <a:solidFill>
                  <a:srgbClr val="202B30"/>
                </a:solidFill>
                <a:latin typeface="Apple SD Gothic Neo"/>
                <a:ea typeface="Apple SD Gothic Neo"/>
                <a:cs typeface="Apple SD Gothic Neo"/>
              </a:defRPr>
            </a:pPr>
            <a:r>
              <a:rPr sz="2550" b="1">
                <a:solidFill>
                  <a:srgbClr val="202B30"/>
                </a:solidFill>
                <a:latin typeface="Apple SD Gothic Neo"/>
                <a:ea typeface="Apple SD Gothic Neo"/>
                <a:cs typeface="Apple SD Gothic Neo"/>
              </a:rPr>
              <a:t>위임할 Task</a:t>
            </a:r>
          </a:p>
        </p:txBody>
      </p:sp>
      <p:sp>
        <p:nvSpPr>
          <p:cNvPr id="11" name="dp41-background / evidence-to-via">
            <a:extLst>
              <a:ext uri="{FF2B5EF4-FFF2-40B4-BE49-F238E27FC236}">
                <ns2:creationId id="{9884EF06-F6C8-4453-8325-788B3857F297}"/>
              </a:ext>
            </a:extLst>
          </p:cNvPr>
          <p:cNvSpPr>
            <a:spLocks noGrp="1"/>
          </p:cNvSpPr>
          <p:nvPr/>
        </p:nvSpPr>
        <p:spPr>
          <a:xfrm>
            <a:off x="5619750" y="6334125"/>
            <a:ext cx="1095375" cy="953"/>
          </a:xfrm>
          <a:custGeom>
            <a:pathLst>
              <a:path w="1095375" h="953">
                <a:moveTo>
                  <a:pt x="0" y="0"/>
                </a:moveTo>
                <a:lnTo>
                  <a:pt x="1095375" y="0"/>
                </a:lnTo>
              </a:path>
            </a:pathLst>
          </a:custGeom>
          <a:noFill/>
          <a:ln w="19050">
            <a:solidFill>
              <a:srgbClr val="397C80"/>
            </a:solidFill>
            <a:prstDash val="solid"/>
          </a:ln>
        </p:spPr>
      </p:sp>
      <p:sp>
        <p:nvSpPr>
          <p:cNvPr id="12" name="dp41-background / evidence-to-via / arrow">
            <a:extLst>
              <a:ext uri="{FF2B5EF4-FFF2-40B4-BE49-F238E27FC236}">
                <ns2:creationId id="{B7E5CE01-A17E-4C44-A8F7-426B5BDA7AB7}"/>
              </a:ext>
            </a:extLst>
          </p:cNvPr>
          <p:cNvSpPr>
            <a:spLocks noGrp="1"/>
          </p:cNvSpPr>
          <p:nvPr/>
        </p:nvSpPr>
        <p:spPr>
          <a:xfrm>
            <a:off x="6581775" y="6267450"/>
            <a:ext cx="133350" cy="133350"/>
          </a:xfrm>
          <a:custGeom>
            <a:pathLst>
              <a:path w="133350" h="133350">
                <a:moveTo>
                  <a:pt x="0" y="133350"/>
                </a:moveTo>
                <a:lnTo>
                  <a:pt x="133350" y="66675"/>
                </a:lnTo>
                <a:lnTo>
                  <a:pt x="0" y="0"/>
                </a:lnTo>
              </a:path>
            </a:pathLst>
          </a:custGeom>
          <a:noFill/>
          <a:ln w="19050">
            <a:solidFill>
              <a:srgbClr val="397C80"/>
            </a:solidFill>
            <a:prstDash val="solid"/>
          </a:ln>
        </p:spPr>
      </p:sp>
      <p:sp>
        <p:nvSpPr>
          <p:cNvPr id="13" name="dp41-background / via-to-agent">
            <a:extLst>
              <a:ext uri="{FF2B5EF4-FFF2-40B4-BE49-F238E27FC236}">
                <ns2:creationId id="{B90F5799-79C9-4033-A5FB-A150C97801D9}"/>
              </a:ext>
            </a:extLst>
          </p:cNvPr>
          <p:cNvSpPr>
            <a:spLocks noGrp="1"/>
          </p:cNvSpPr>
          <p:nvPr/>
        </p:nvSpPr>
        <p:spPr>
          <a:xfrm>
            <a:off x="11668125" y="6334125"/>
            <a:ext cx="1095375" cy="953"/>
          </a:xfrm>
          <a:custGeom>
            <a:pathLst>
              <a:path w="1095375" h="953">
                <a:moveTo>
                  <a:pt x="0" y="0"/>
                </a:moveTo>
                <a:lnTo>
                  <a:pt x="1095375" y="0"/>
                </a:lnTo>
              </a:path>
            </a:pathLst>
          </a:custGeom>
          <a:noFill/>
          <a:ln w="19050">
            <a:solidFill>
              <a:srgbClr val="397C80"/>
            </a:solidFill>
            <a:prstDash val="solid"/>
          </a:ln>
        </p:spPr>
      </p:sp>
      <p:sp>
        <p:nvSpPr>
          <p:cNvPr id="14" name="dp41-background / via-to-agent / arrow">
            <a:extLst>
              <a:ext uri="{FF2B5EF4-FFF2-40B4-BE49-F238E27FC236}">
                <ns2:creationId id="{D54ECED9-23F8-4DED-8CA0-6C00437BC2B1}"/>
              </a:ext>
            </a:extLst>
          </p:cNvPr>
          <p:cNvSpPr>
            <a:spLocks noGrp="1"/>
          </p:cNvSpPr>
          <p:nvPr/>
        </p:nvSpPr>
        <p:spPr>
          <a:xfrm>
            <a:off x="12630150" y="6267450"/>
            <a:ext cx="133350" cy="133350"/>
          </a:xfrm>
          <a:custGeom>
            <a:pathLst>
              <a:path w="133350" h="133350">
                <a:moveTo>
                  <a:pt x="0" y="133350"/>
                </a:moveTo>
                <a:lnTo>
                  <a:pt x="133350" y="66675"/>
                </a:lnTo>
                <a:lnTo>
                  <a:pt x="0" y="0"/>
                </a:lnTo>
              </a:path>
            </a:pathLst>
          </a:custGeom>
          <a:noFill/>
          <a:ln w="19050">
            <a:solidFill>
              <a:srgbClr val="397C80"/>
            </a:solidFill>
            <a:prstDash val="solid"/>
          </a:ln>
        </p:spPr>
      </p:sp>
      <p:sp>
        <p:nvSpPr>
          <p:cNvPr id="15" name="dp41-background / input / 1">
            <a:extLst>
              <a:ext uri="{FF2B5EF4-FFF2-40B4-BE49-F238E27FC236}">
                <ns2:creationId id="{A3C12132-9E41-40CA-829D-050735921EE4}"/>
              </a:ext>
            </a:extLst>
          </p:cNvPr>
          <p:cNvSpPr>
            <a:spLocks noGrp="1"/>
          </p:cNvSpPr>
          <p:nvPr/>
        </p:nvSpPr>
        <p:spPr>
          <a:xfrm>
            <a:off x="523875" y="6591300"/>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화면에서 선택한 표</a:t>
            </a:r>
          </a:p>
        </p:txBody>
      </p:sp>
      <p:sp>
        <p:nvSpPr>
          <p:cNvPr id="16" name="dp41-background / input / 2">
            <a:extLst>
              <a:ext uri="{FF2B5EF4-FFF2-40B4-BE49-F238E27FC236}">
                <ns2:creationId id="{948ABD54-A660-4EEF-97B6-2D27A450B96C}"/>
              </a:ext>
            </a:extLst>
          </p:cNvPr>
          <p:cNvSpPr>
            <a:spLocks noGrp="1"/>
          </p:cNvSpPr>
          <p:nvPr/>
        </p:nvSpPr>
        <p:spPr>
          <a:xfrm>
            <a:off x="523875" y="6936581"/>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대화에 남아 있는 보고서</a:t>
            </a:r>
          </a:p>
        </p:txBody>
      </p:sp>
      <p:sp>
        <p:nvSpPr>
          <p:cNvPr id="17" name="dp41-background / resolve / 1">
            <a:extLst>
              <a:ext uri="{FF2B5EF4-FFF2-40B4-BE49-F238E27FC236}">
                <ns2:creationId id="{4A540566-7CD1-4111-9E15-4D6F34CE64FC}"/>
              </a:ext>
            </a:extLst>
          </p:cNvPr>
          <p:cNvSpPr>
            <a:spLocks noGrp="1"/>
          </p:cNvSpPr>
          <p:nvPr/>
        </p:nvSpPr>
        <p:spPr>
          <a:xfrm>
            <a:off x="6572250" y="6591300"/>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지칭 대상: 어느 표, 어느 보고서?</a:t>
            </a:r>
          </a:p>
        </p:txBody>
      </p:sp>
      <p:sp>
        <p:nvSpPr>
          <p:cNvPr id="18" name="dp41-background / resolve / 2">
            <a:extLst>
              <a:ext uri="{FF2B5EF4-FFF2-40B4-BE49-F238E27FC236}">
                <ns2:creationId id="{1316676B-D77C-4A5A-A6BD-48CACDAE52D1}"/>
              </a:ext>
            </a:extLst>
          </p:cNvPr>
          <p:cNvSpPr>
            <a:spLocks noGrp="1"/>
          </p:cNvSpPr>
          <p:nvPr/>
        </p:nvSpPr>
        <p:spPr>
          <a:xfrm>
            <a:off x="6572250" y="6936581"/>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순서: 보고서 수정 → 메일 초안</a:t>
            </a:r>
          </a:p>
        </p:txBody>
      </p:sp>
      <p:sp>
        <p:nvSpPr>
          <p:cNvPr id="19" name="dp41-background / resolve / 3">
            <a:extLst>
              <a:ext uri="{FF2B5EF4-FFF2-40B4-BE49-F238E27FC236}">
                <ns2:creationId id="{EF73FAF7-AFB3-420E-8A3A-D171075890DA}"/>
              </a:ext>
            </a:extLst>
          </p:cNvPr>
          <p:cNvSpPr>
            <a:spLocks noGrp="1"/>
          </p:cNvSpPr>
          <p:nvPr/>
        </p:nvSpPr>
        <p:spPr>
          <a:xfrm>
            <a:off x="6572250" y="7281863"/>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조건: 메일 발송 금지</a:t>
            </a:r>
          </a:p>
        </p:txBody>
      </p:sp>
      <p:sp>
        <p:nvSpPr>
          <p:cNvPr id="20" name="dp41-background / delegate / 1">
            <a:extLst>
              <a:ext uri="{FF2B5EF4-FFF2-40B4-BE49-F238E27FC236}">
                <ns2:creationId id="{F91B79E8-ECE4-40F5-ABA0-A30E405618B1}"/>
              </a:ext>
            </a:extLst>
          </p:cNvPr>
          <p:cNvSpPr>
            <a:spLocks noGrp="1"/>
          </p:cNvSpPr>
          <p:nvPr/>
        </p:nvSpPr>
        <p:spPr>
          <a:xfrm>
            <a:off x="12525375" y="6591300"/>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보고서에 표 추가</a:t>
            </a:r>
          </a:p>
        </p:txBody>
      </p:sp>
      <p:sp>
        <p:nvSpPr>
          <p:cNvPr id="21" name="dp41-background / delegate / 2">
            <a:extLst>
              <a:ext uri="{FF2B5EF4-FFF2-40B4-BE49-F238E27FC236}">
                <ns2:creationId id="{B21F981E-4305-4347-9AB9-1AF5AB3F85DA}"/>
              </a:ext>
            </a:extLst>
          </p:cNvPr>
          <p:cNvSpPr>
            <a:spLocks noGrp="1"/>
          </p:cNvSpPr>
          <p:nvPr/>
        </p:nvSpPr>
        <p:spPr>
          <a:xfrm>
            <a:off x="12525375" y="6936581"/>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그 결과로 메일 초안 작성</a:t>
            </a:r>
          </a:p>
        </p:txBody>
      </p:sp>
      <p:sp>
        <p:nvSpPr>
          <p:cNvPr id="22" name="dp41-background / delegate / 3">
            <a:extLst>
              <a:ext uri="{FF2B5EF4-FFF2-40B4-BE49-F238E27FC236}">
                <ns2:creationId id="{922F5513-5CC5-440C-87B5-E41BB7428298}"/>
              </a:ext>
            </a:extLst>
          </p:cNvPr>
          <p:cNvSpPr>
            <a:spLocks noGrp="1"/>
          </p:cNvSpPr>
          <p:nvPr/>
        </p:nvSpPr>
        <p:spPr>
          <a:xfrm>
            <a:off x="12525375" y="7281863"/>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발송하지 않는 조건 유지</a:t>
            </a:r>
          </a:p>
        </p:txBody>
      </p:sp>
      <p:sp>
        <p:nvSpPr>
          <p:cNvPr id="23" name="dp41-background / clarify / 1">
            <a:extLst>
              <a:ext uri="{FF2B5EF4-FFF2-40B4-BE49-F238E27FC236}">
                <ns2:creationId id="{FDBA5D44-0AA3-4AF2-B5BF-2886DF4A1C95}"/>
              </a:ext>
            </a:extLst>
          </p:cNvPr>
          <p:cNvSpPr>
            <a:spLocks noGrp="1"/>
          </p:cNvSpPr>
          <p:nvPr/>
        </p:nvSpPr>
        <p:spPr>
          <a:xfrm>
            <a:off x="6048375" y="7686675"/>
            <a:ext cx="6286500" cy="321469"/>
          </a:xfrm>
          <a:prstGeom prst="rect">
            <a:avLst/>
          </a:prstGeom>
          <a:noFill/>
          <a:ln w="0">
            <a:noFill/>
          </a:ln>
        </p:spPr>
        <p:txBody>
          <a:bodyPr wrap="none" lIns="0" tIns="0" rIns="0" bIns="0" anchor="t">
            <a:noAutofit/>
          </a:bodyPr>
          <a:lstStyle/>
          <a:p>
            <a:pPr algn="ctr">
              <a:defRPr sz="1875" b="0">
                <a:solidFill>
                  <a:srgbClr val="66777D"/>
                </a:solidFill>
                <a:latin typeface="Apple SD Gothic Neo"/>
                <a:ea typeface="Apple SD Gothic Neo"/>
                <a:cs typeface="Apple SD Gothic Neo"/>
              </a:defRPr>
            </a:pPr>
            <a:r>
              <a:rPr sz="1875" b="0">
                <a:solidFill>
                  <a:srgbClr val="66777D"/>
                </a:solidFill>
                <a:latin typeface="Apple SD Gothic Neo"/>
                <a:ea typeface="Apple SD Gothic Neo"/>
                <a:cs typeface="Apple SD Gothic Neo"/>
              </a:rPr>
              <a:t>지칭 대상이 모호하면 VIA가 사용자에게 확인합니다</a:t>
            </a:r>
          </a:p>
        </p:txBody>
      </p:sp>
      <p:sp>
        <p:nvSpPr>
          <p:cNvPr id="24" name="dp41-background / user-benefit / 1">
            <a:extLst>
              <a:ext uri="{FF2B5EF4-FFF2-40B4-BE49-F238E27FC236}">
                <ns2:creationId id="{68C0064A-C418-4ED4-814C-108BF337440A}"/>
              </a:ext>
            </a:extLst>
          </p:cNvPr>
          <p:cNvSpPr>
            <a:spLocks noGrp="1"/>
          </p:cNvSpPr>
          <p:nvPr/>
        </p:nvSpPr>
        <p:spPr>
          <a:xfrm>
            <a:off x="904875" y="8267700"/>
            <a:ext cx="16478250" cy="372904"/>
          </a:xfrm>
          <a:prstGeom prst="rect">
            <a:avLst/>
          </a:prstGeom>
          <a:noFill/>
          <a:ln w="0">
            <a:noFill/>
          </a:ln>
        </p:spPr>
        <p:txBody>
          <a:bodyPr wrap="none" lIns="0" tIns="0" rIns="0" bIns="0" anchor="t">
            <a:noAutofit/>
          </a:bodyPr>
          <a:lstStyle/>
          <a:p>
            <a:pPr algn="ctr">
              <a:defRPr sz="2175" b="1">
                <a:solidFill>
                  <a:srgbClr val="202B30"/>
                </a:solidFill>
                <a:latin typeface="Apple SD Gothic Neo"/>
                <a:ea typeface="Apple SD Gothic Neo"/>
                <a:cs typeface="Apple SD Gothic Neo"/>
              </a:defRPr>
            </a:pPr>
            <a:r>
              <a:rPr sz="2175" b="1">
                <a:solidFill>
                  <a:srgbClr val="202B30"/>
                </a:solidFill>
                <a:latin typeface="Apple SD Gothic Neo"/>
                <a:ea typeface="Apple SD Gothic Neo"/>
                <a:cs typeface="Apple SD Gothic Neo"/>
              </a:rPr>
              <a:t>사용자는 파일명이나 Task 번호를 외우지 않아도, 지칭 대상과 순서, 조건을 함께 말할 수 있습니다</a:t>
            </a:r>
          </a:p>
        </p:txBody>
      </p:sp>
      <p:sp>
        <p:nvSpPr>
          <p:cNvPr id="25" name="dp41-background / challenge-divider">
            <a:extLst>
              <a:ext uri="{FF2B5EF4-FFF2-40B4-BE49-F238E27FC236}">
                <ns2:creationId id="{D316B416-9940-4FC9-8CF4-CAA93F4B6758}"/>
              </a:ext>
            </a:extLst>
          </p:cNvPr>
          <p:cNvSpPr>
            <a:spLocks noGrp="1"/>
          </p:cNvSpPr>
          <p:nvPr/>
        </p:nvSpPr>
        <p:spPr>
          <a:xfrm>
            <a:off x="904875" y="8943975"/>
            <a:ext cx="16478250" cy="953"/>
          </a:xfrm>
          <a:custGeom>
            <a:pathLst>
              <a:path w="16478250" h="953">
                <a:moveTo>
                  <a:pt x="0" y="0"/>
                </a:moveTo>
                <a:lnTo>
                  <a:pt x="16478250" y="0"/>
                </a:lnTo>
              </a:path>
            </a:pathLst>
          </a:custGeom>
          <a:noFill/>
          <a:ln w="12383">
            <a:solidFill>
              <a:srgbClr val="CDD7DA"/>
            </a:solidFill>
            <a:prstDash val="solid"/>
          </a:ln>
        </p:spPr>
      </p:sp>
      <p:sp>
        <p:nvSpPr>
          <p:cNvPr id="26" name="dp41-background / design-challenge / 1">
            <a:extLst>
              <a:ext uri="{FF2B5EF4-FFF2-40B4-BE49-F238E27FC236}">
                <ns2:creationId id="{D2E12FE2-A755-4B0F-A38C-D8CCEF692F53}"/>
              </a:ext>
            </a:extLst>
          </p:cNvPr>
          <p:cNvSpPr>
            <a:spLocks noGrp="1"/>
          </p:cNvSpPr>
          <p:nvPr/>
        </p:nvSpPr>
        <p:spPr>
          <a:xfrm>
            <a:off x="904875" y="9153525"/>
            <a:ext cx="16478250" cy="411480"/>
          </a:xfrm>
          <a:prstGeom prst="rect">
            <a:avLst/>
          </a:prstGeom>
          <a:noFill/>
          <a:ln w="0">
            <a:noFill/>
          </a:ln>
        </p:spPr>
        <p:txBody>
          <a:bodyPr wrap="none" lIns="0" tIns="0" rIns="0" bIns="0" anchor="t">
            <a:noAutofit/>
          </a:bodyPr>
          <a:lstStyle/>
          <a:p>
            <a:pPr algn="ctr">
              <a:defRPr sz="2400" b="1">
                <a:solidFill>
                  <a:srgbClr val="397C80"/>
                </a:solidFill>
                <a:latin typeface="Apple SD Gothic Neo"/>
                <a:ea typeface="Apple SD Gothic Neo"/>
                <a:cs typeface="Apple SD Gothic Neo"/>
              </a:defRPr>
            </a:pPr>
            <a:r>
              <a:rPr sz="2400" b="1">
                <a:solidFill>
                  <a:srgbClr val="397C80"/>
                </a:solidFill>
                <a:latin typeface="Apple SD Gothic Neo"/>
                <a:ea typeface="Apple SD Gothic Neo"/>
                <a:cs typeface="Apple SD Gothic Neo"/>
              </a:rPr>
              <a:t>발화만으로 알 수 없는 정보를 찾아 확인하고,</a:t>
            </a:r>
          </a:p>
        </p:txBody>
      </p:sp>
      <p:sp>
        <p:nvSpPr>
          <p:cNvPr id="27" name="dp41-background / design-challenge / 2">
            <a:extLst>
              <a:ext uri="{FF2B5EF4-FFF2-40B4-BE49-F238E27FC236}">
                <ns2:creationId id="{00C51F96-0951-461F-93EF-326D9BE11D28}"/>
              </a:ext>
            </a:extLst>
          </p:cNvPr>
          <p:cNvSpPr>
            <a:spLocks noGrp="1"/>
          </p:cNvSpPr>
          <p:nvPr/>
        </p:nvSpPr>
        <p:spPr>
          <a:xfrm>
            <a:off x="904875" y="9534525"/>
            <a:ext cx="16478250" cy="411480"/>
          </a:xfrm>
          <a:prstGeom prst="rect">
            <a:avLst/>
          </a:prstGeom>
          <a:noFill/>
          <a:ln w="0">
            <a:noFill/>
          </a:ln>
        </p:spPr>
        <p:txBody>
          <a:bodyPr wrap="none" lIns="0" tIns="0" rIns="0" bIns="0" anchor="t">
            <a:noAutofit/>
          </a:bodyPr>
          <a:lstStyle/>
          <a:p>
            <a:pPr algn="ctr">
              <a:defRPr sz="2400" b="1">
                <a:solidFill>
                  <a:srgbClr val="397C80"/>
                </a:solidFill>
                <a:latin typeface="Apple SD Gothic Neo"/>
                <a:ea typeface="Apple SD Gothic Neo"/>
                <a:cs typeface="Apple SD Gothic Neo"/>
              </a:defRPr>
            </a:pPr>
            <a:r>
              <a:rPr sz="2400" b="1">
                <a:solidFill>
                  <a:srgbClr val="397C80"/>
                </a:solidFill>
                <a:latin typeface="Apple SD Gothic Neo"/>
                <a:ea typeface="Apple SD Gothic Neo"/>
                <a:cs typeface="Apple SD Gothic Neo"/>
              </a:rPr>
              <a:t>조회 결과에 따라 추가 조회와 해석을 이어가며 Request를 완성하는 구조</a:t>
            </a:r>
          </a:p>
        </p:txBody>
      </p:sp>
    </p:spTree>
    <p:extLst>
      <p:ext uri="{BB962C8B-B14F-4D97-AF65-F5344CB8AC3E}">
        <p14:creationId val="7500159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6" name="dp41-comparison / n1">
            <a:extLst xmlns:a="http://schemas.openxmlformats.org/drawingml/2006/main">
              <a:ext uri="{FF2B5EF4-FFF2-40B4-BE49-F238E27FC236}">
                <a16:creationId xmlns:a16="http://schemas.microsoft.com/office/drawing/2014/main" id="{46B28C88-BA2E-45AD-9221-7A32E4CAD2AE}"/>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dp41-comparison / n2 / text 1">
            <a:extLst xmlns:a="http://schemas.openxmlformats.org/drawingml/2006/main">
              <a:ext uri="{FF2B5EF4-FFF2-40B4-BE49-F238E27FC236}">
                <a16:creationId xmlns:a16="http://schemas.microsoft.com/office/drawing/2014/main" id="{A71840D6-27F0-49AA-97B7-031BE15F8849}"/>
              </a:ext>
            </a:extLst>
          </p:cNvPr>
          <p:cNvSpPr>
            <a:spLocks xmlns:a="http://schemas.openxmlformats.org/drawingml/2006/main" noGrp="1"/>
          </p:cNvSpPr>
          <p:nvPr/>
        </p:nvSpPr>
        <p:spPr>
          <a:xfrm xmlns:a="http://schemas.openxmlformats.org/drawingml/2006/main">
            <a:off x="381000" y="209550"/>
            <a:ext cx="123825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087E8B"/>
                </a:solidFill>
                <a:latin typeface="Apple SD Gothic Neo"/>
                <a:ea typeface="Apple SD Gothic Neo"/>
                <a:cs typeface="Apple SD Gothic Neo"/>
              </a:defRPr>
            </a:pPr>
            <a:r>
              <a:rPr sz="1425" b="1">
                <a:solidFill>
                  <a:srgbClr val="087E8B"/>
                </a:solidFill>
                <a:latin typeface="Apple SD Gothic Neo"/>
                <a:ea typeface="Apple SD Gothic Neo"/>
                <a:cs typeface="Apple SD Gothic Neo"/>
              </a:rPr>
              <a:t>VIA SOFTWARE ARCHITECTURE / DP 설계 비교</a:t>
            </a:r>
          </a:p>
        </p:txBody>
      </p:sp>
      <p:sp>
        <p:nvSpPr>
          <p:cNvPr id="3" name="dp41-comparison / n3 / text 1">
            <a:extLst xmlns:a="http://schemas.openxmlformats.org/drawingml/2006/main">
              <a:ext uri="{FF2B5EF4-FFF2-40B4-BE49-F238E27FC236}">
                <a16:creationId xmlns:a16="http://schemas.microsoft.com/office/drawing/2014/main" id="{4AFEFC50-A5A4-4D78-8E59-83E63AA00CFE}"/>
              </a:ext>
            </a:extLst>
          </p:cNvPr>
          <p:cNvSpPr>
            <a:spLocks xmlns:a="http://schemas.openxmlformats.org/drawingml/2006/main" noGrp="1"/>
          </p:cNvSpPr>
          <p:nvPr/>
        </p:nvSpPr>
        <p:spPr>
          <a:xfrm xmlns:a="http://schemas.openxmlformats.org/drawingml/2006/main">
            <a:off x="13620750" y="209550"/>
            <a:ext cx="428625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구조 비교 / 장단점 / QA Trade-off</a:t>
            </a:r>
          </a:p>
        </p:txBody>
      </p:sp>
      <p:sp>
        <p:nvSpPr>
          <p:cNvPr id="4" name="dp41-comparison / n4 / text 1">
            <a:extLst xmlns:a="http://schemas.openxmlformats.org/drawingml/2006/main">
              <a:ext uri="{FF2B5EF4-FFF2-40B4-BE49-F238E27FC236}">
                <a16:creationId xmlns:a16="http://schemas.microsoft.com/office/drawing/2014/main" id="{656BD057-373A-406D-8382-C77CCFB46245}"/>
              </a:ext>
            </a:extLst>
          </p:cNvPr>
          <p:cNvSpPr>
            <a:spLocks xmlns:a="http://schemas.openxmlformats.org/drawingml/2006/main" noGrp="1"/>
          </p:cNvSpPr>
          <p:nvPr/>
        </p:nvSpPr>
        <p:spPr>
          <a:xfrm xmlns:a="http://schemas.openxmlformats.org/drawingml/2006/main">
            <a:off x="381000" y="619125"/>
            <a:ext cx="17526000" cy="53863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b="1">
                <a:solidFill>
                  <a:srgbClr val="18232E"/>
                </a:solidFill>
                <a:latin typeface="Apple SD Gothic Neo"/>
                <a:ea typeface="Apple SD Gothic Neo"/>
                <a:cs typeface="Apple SD Gothic Neo"/>
              </a:defRPr>
            </a:pPr>
            <a:r>
              <a:rPr sz="2925" b="1">
                <a:solidFill>
                  <a:srgbClr val="18232E"/>
                </a:solidFill>
                <a:latin typeface="Apple SD Gothic Neo"/>
                <a:ea typeface="Apple SD Gothic Neo"/>
                <a:cs typeface="Apple SD Gothic Neo"/>
              </a:rPr>
              <a:t>04-41. VIA Request 이해의 모델 판단 반복과 코드 해결 반복</a:t>
            </a:r>
          </a:p>
        </p:txBody>
      </p:sp>
      <p:sp>
        <p:nvSpPr>
          <p:cNvPr id="5" name="dp41-comparison / n5 / path">
            <a:extLst xmlns:a="http://schemas.openxmlformats.org/drawingml/2006/main">
              <a:ext uri="{FF2B5EF4-FFF2-40B4-BE49-F238E27FC236}">
                <a16:creationId xmlns:a16="http://schemas.microsoft.com/office/drawing/2014/main" id="{C306E9B5-D8C7-46DC-883B-246FB1A114C9}"/>
              </a:ext>
            </a:extLst>
          </p:cNvPr>
          <p:cNvSpPr>
            <a:spLocks xmlns:a="http://schemas.openxmlformats.org/drawingml/2006/main" noGrp="1"/>
          </p:cNvSpPr>
          <p:nvPr/>
        </p:nvSpPr>
        <p:spPr>
          <a:xfrm xmlns:a="http://schemas.openxmlformats.org/drawingml/2006/main">
            <a:off x="381000" y="115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6" name="dp41-comparison / n6 / text 1">
            <a:extLst xmlns:a="http://schemas.openxmlformats.org/drawingml/2006/main">
              <a:ext uri="{FF2B5EF4-FFF2-40B4-BE49-F238E27FC236}">
                <a16:creationId xmlns:a16="http://schemas.microsoft.com/office/drawing/2014/main" id="{EA45F1E1-195F-4B06-9ADD-88331AB013F5}"/>
              </a:ext>
            </a:extLst>
          </p:cNvPr>
          <p:cNvSpPr>
            <a:spLocks xmlns:a="http://schemas.openxmlformats.org/drawingml/2006/main" noGrp="1"/>
          </p:cNvSpPr>
          <p:nvPr/>
        </p:nvSpPr>
        <p:spPr>
          <a:xfrm xmlns:a="http://schemas.openxmlformats.org/drawingml/2006/main">
            <a:off x="381000" y="1333500"/>
            <a:ext cx="1752600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18232E"/>
                </a:solidFill>
                <a:latin typeface="Apple SD Gothic Neo"/>
                <a:ea typeface="Apple SD Gothic Neo"/>
                <a:cs typeface="Apple SD Gothic Neo"/>
              </a:defRPr>
            </a:pPr>
            <a:r>
              <a:rPr sz="1725" b="0">
                <a:solidFill>
                  <a:srgbClr val="18232E"/>
                </a:solidFill>
                <a:latin typeface="Apple SD Gothic Neo"/>
                <a:ea typeface="Apple SD Gothic Neo"/>
                <a:cs typeface="Apple SD Gothic Neo"/>
              </a:rPr>
              <a:t>입력 Input1: “이 표를 아까 보고서에 넣고, 메일은 보내지 말고 결과를 바탕으로 초안만 만들어.”</a:t>
            </a:r>
          </a:p>
        </p:txBody>
      </p:sp>
      <p:sp>
        <p:nvSpPr>
          <p:cNvPr id="7" name="dp41-comparison / n7 / text 1">
            <a:extLst xmlns:a="http://schemas.openxmlformats.org/drawingml/2006/main">
              <a:ext uri="{FF2B5EF4-FFF2-40B4-BE49-F238E27FC236}">
                <a16:creationId xmlns:a16="http://schemas.microsoft.com/office/drawing/2014/main" id="{73435361-2972-4470-8183-3D93EB11931F}"/>
              </a:ext>
            </a:extLst>
          </p:cNvPr>
          <p:cNvSpPr>
            <a:spLocks xmlns:a="http://schemas.openxmlformats.org/drawingml/2006/main" noGrp="1"/>
          </p:cNvSpPr>
          <p:nvPr/>
        </p:nvSpPr>
        <p:spPr>
          <a:xfrm xmlns:a="http://schemas.openxmlformats.org/drawingml/2006/main">
            <a:off x="381000" y="1609725"/>
            <a:ext cx="175260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18232E"/>
                </a:solidFill>
                <a:latin typeface="Apple SD Gothic Neo"/>
                <a:ea typeface="Apple SD Gothic Neo"/>
                <a:cs typeface="Apple SD Gothic Neo"/>
              </a:defRPr>
            </a:pPr>
            <a:r>
              <a:rPr sz="1425" b="0">
                <a:solidFill>
                  <a:srgbClr val="18232E"/>
                </a:solidFill>
                <a:latin typeface="Apple SD Gothic Neo"/>
                <a:ea typeface="Apple SD Gothic Neo"/>
                <a:cs typeface="Apple SD Gothic Neo"/>
              </a:rPr>
              <a:t>Task1: 예산 보고서 / Task2: 실적 보고서 → “어느 보고서인가요?” → 사용자: “예산 보고서” / 결과: 수정된 보고서 → 메일 초안</a:t>
            </a:r>
          </a:p>
        </p:txBody>
      </p:sp>
      <p:sp>
        <p:nvSpPr>
          <p:cNvPr id="8" name="dp41-comparison / n8">
            <a:extLst xmlns:a="http://schemas.openxmlformats.org/drawingml/2006/main">
              <a:ext uri="{FF2B5EF4-FFF2-40B4-BE49-F238E27FC236}">
                <a16:creationId xmlns:a16="http://schemas.microsoft.com/office/drawing/2014/main" id="{298606F2-B0D4-44A2-B4D4-B4B035C21173}"/>
              </a:ext>
            </a:extLst>
          </p:cNvPr>
          <p:cNvSpPr>
            <a:spLocks xmlns:a="http://schemas.openxmlformats.org/drawingml/2006/main" noGrp="1"/>
          </p:cNvSpPr>
          <p:nvPr/>
        </p:nvSpPr>
        <p:spPr>
          <a:xfrm xmlns:a="http://schemas.openxmlformats.org/drawingml/2006/main">
            <a:off x="381000" y="1857375"/>
            <a:ext cx="17526000" cy="457200"/>
          </a:xfrm>
          <a:prstGeom xmlns:a="http://schemas.openxmlformats.org/drawingml/2006/main" prst="rect">
            <a:avLst/>
          </a:prstGeom>
          <a:solidFill xmlns:a="http://schemas.openxmlformats.org/drawingml/2006/main">
            <a:srgbClr val="D5E7C7"/>
          </a:solidFill>
          <a:ln xmlns:a="http://schemas.openxmlformats.org/drawingml/2006/main" w="16193">
            <a:solidFill>
              <a:srgbClr val="CDD6DE"/>
            </a:solidFill>
            <a:prstDash val="solid"/>
          </a:ln>
        </p:spPr>
      </p:sp>
      <p:sp>
        <p:nvSpPr>
          <p:cNvPr id="9" name="dp41-comparison / n9 / text 1">
            <a:extLst xmlns:a="http://schemas.openxmlformats.org/drawingml/2006/main">
              <a:ext uri="{FF2B5EF4-FFF2-40B4-BE49-F238E27FC236}">
                <a16:creationId xmlns:a16="http://schemas.microsoft.com/office/drawing/2014/main" id="{80B5CA3A-BFCA-40DD-98A9-E8FDBC8C3B20}"/>
              </a:ext>
            </a:extLst>
          </p:cNvPr>
          <p:cNvSpPr>
            <a:spLocks xmlns:a="http://schemas.openxmlformats.org/drawingml/2006/main" noGrp="1"/>
          </p:cNvSpPr>
          <p:nvPr/>
        </p:nvSpPr>
        <p:spPr>
          <a:xfrm xmlns:a="http://schemas.openxmlformats.org/drawingml/2006/main">
            <a:off x="390525" y="1990725"/>
            <a:ext cx="93345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25" b="1">
                <a:solidFill>
                  <a:srgbClr val="18232E"/>
                </a:solidFill>
                <a:latin typeface="Apple SD Gothic Neo"/>
                <a:ea typeface="Apple SD Gothic Neo"/>
                <a:cs typeface="Apple SD Gothic Neo"/>
              </a:defRPr>
            </a:pPr>
            <a:r>
              <a:rPr sz="1425" b="1">
                <a:solidFill>
                  <a:srgbClr val="18232E"/>
                </a:solidFill>
                <a:latin typeface="Apple SD Gothic Neo"/>
                <a:ea typeface="Apple SD Gothic Neo"/>
                <a:cs typeface="Apple SD Gothic Neo"/>
              </a:rPr>
              <a:t>설계안</a:t>
            </a:r>
          </a:p>
        </p:txBody>
      </p:sp>
      <p:sp>
        <p:nvSpPr>
          <p:cNvPr id="10" name="dp41-comparison / n10 / text 1">
            <a:extLst xmlns:a="http://schemas.openxmlformats.org/drawingml/2006/main">
              <a:ext uri="{FF2B5EF4-FFF2-40B4-BE49-F238E27FC236}">
                <a16:creationId xmlns:a16="http://schemas.microsoft.com/office/drawing/2014/main" id="{BF1C60DA-B3C8-400E-9F54-6C7D1C3763C0}"/>
              </a:ext>
            </a:extLst>
          </p:cNvPr>
          <p:cNvSpPr>
            <a:spLocks xmlns:a="http://schemas.openxmlformats.org/drawingml/2006/main" noGrp="1"/>
          </p:cNvSpPr>
          <p:nvPr/>
        </p:nvSpPr>
        <p:spPr>
          <a:xfrm xmlns:a="http://schemas.openxmlformats.org/drawingml/2006/main">
            <a:off x="1485900" y="1952625"/>
            <a:ext cx="7981950" cy="3590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A 모델 주도 해석</a:t>
            </a:r>
          </a:p>
        </p:txBody>
      </p:sp>
      <p:sp>
        <p:nvSpPr>
          <p:cNvPr id="11" name="dp41-comparison / n11 / text 1">
            <a:extLst xmlns:a="http://schemas.openxmlformats.org/drawingml/2006/main">
              <a:ext uri="{FF2B5EF4-FFF2-40B4-BE49-F238E27FC236}">
                <a16:creationId xmlns:a16="http://schemas.microsoft.com/office/drawing/2014/main" id="{E894F28B-957E-44C4-B2BC-2A8DA70A8297}"/>
              </a:ext>
            </a:extLst>
          </p:cNvPr>
          <p:cNvSpPr>
            <a:spLocks xmlns:a="http://schemas.openxmlformats.org/drawingml/2006/main" noGrp="1"/>
          </p:cNvSpPr>
          <p:nvPr/>
        </p:nvSpPr>
        <p:spPr>
          <a:xfrm xmlns:a="http://schemas.openxmlformats.org/drawingml/2006/main">
            <a:off x="9772650" y="1952625"/>
            <a:ext cx="7981950" cy="3590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B 모델 요청 틀과 코드 주도 완성</a:t>
            </a:r>
          </a:p>
        </p:txBody>
      </p:sp>
      <p:sp>
        <p:nvSpPr>
          <p:cNvPr id="12" name="dp41-comparison / n12 / path">
            <a:extLst xmlns:a="http://schemas.openxmlformats.org/drawingml/2006/main">
              <a:ext uri="{FF2B5EF4-FFF2-40B4-BE49-F238E27FC236}">
                <a16:creationId xmlns:a16="http://schemas.microsoft.com/office/drawing/2014/main" id="{11D61C36-AA31-49E9-A30E-2597116BBFD8}"/>
              </a:ext>
            </a:extLst>
          </p:cNvPr>
          <p:cNvSpPr>
            <a:spLocks xmlns:a="http://schemas.openxmlformats.org/drawingml/2006/main" noGrp="1"/>
          </p:cNvSpPr>
          <p:nvPr/>
        </p:nvSpPr>
        <p:spPr>
          <a:xfrm xmlns:a="http://schemas.openxmlformats.org/drawingml/2006/main">
            <a:off x="9620250" y="1857375"/>
            <a:ext cx="953" cy="6448425"/>
          </a:xfrm>
          <a:custGeom xmlns:a="http://schemas.openxmlformats.org/drawingml/2006/main">
            <a:pathLst>
              <a:path w="953" h="6448425">
                <a:moveTo>
                  <a:pt x="0" y="0"/>
                </a:moveTo>
                <a:lnTo>
                  <a:pt x="0" y="6448425"/>
                </a:lnTo>
              </a:path>
            </a:pathLst>
          </a:custGeom>
          <a:noFill xmlns:a="http://schemas.openxmlformats.org/drawingml/2006/main"/>
          <a:ln xmlns:a="http://schemas.openxmlformats.org/drawingml/2006/main" w="19050">
            <a:solidFill>
              <a:srgbClr val="CDD6DE"/>
            </a:solidFill>
            <a:prstDash val="solid"/>
          </a:ln>
        </p:spPr>
      </p:sp>
      <p:sp>
        <p:nvSpPr>
          <p:cNvPr id="13" name="dp41-comparison / n13 / path">
            <a:extLst xmlns:a="http://schemas.openxmlformats.org/drawingml/2006/main">
              <a:ext uri="{FF2B5EF4-FFF2-40B4-BE49-F238E27FC236}">
                <a16:creationId xmlns:a16="http://schemas.microsoft.com/office/drawing/2014/main" id="{2628A453-97E5-4732-B5B4-274C1B538395}"/>
              </a:ext>
            </a:extLst>
          </p:cNvPr>
          <p:cNvSpPr>
            <a:spLocks xmlns:a="http://schemas.openxmlformats.org/drawingml/2006/main" noGrp="1"/>
          </p:cNvSpPr>
          <p:nvPr/>
        </p:nvSpPr>
        <p:spPr>
          <a:xfrm xmlns:a="http://schemas.openxmlformats.org/drawingml/2006/main">
            <a:off x="381000" y="83058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14" name="dp41-comparison / n14 / text 1">
            <a:extLst xmlns:a="http://schemas.openxmlformats.org/drawingml/2006/main">
              <a:ext uri="{FF2B5EF4-FFF2-40B4-BE49-F238E27FC236}">
                <a16:creationId xmlns:a16="http://schemas.microsoft.com/office/drawing/2014/main" id="{FD9E8158-4D60-4AF2-BE84-CFCD45A57D32}"/>
              </a:ext>
            </a:extLst>
          </p:cNvPr>
          <p:cNvSpPr>
            <a:spLocks xmlns:a="http://schemas.openxmlformats.org/drawingml/2006/main" noGrp="1"/>
          </p:cNvSpPr>
          <p:nvPr/>
        </p:nvSpPr>
        <p:spPr>
          <a:xfrm xmlns:a="http://schemas.openxmlformats.org/drawingml/2006/main">
            <a:off x="400050" y="8401050"/>
            <a:ext cx="17526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공통 채택: Request Controller의 현재 입력과 정보, 권한 검사 및 저장 성공 후 응답 또는 Task 위임</a:t>
            </a:r>
          </a:p>
        </p:txBody>
      </p:sp>
      <p:sp>
        <p:nvSpPr>
          <p:cNvPr id="15" name="dp41-comparison / n15 / text 1">
            <a:extLst xmlns:a="http://schemas.openxmlformats.org/drawingml/2006/main">
              <a:ext uri="{FF2B5EF4-FFF2-40B4-BE49-F238E27FC236}">
                <a16:creationId xmlns:a16="http://schemas.microsoft.com/office/drawing/2014/main" id="{F52810BF-0544-4333-B5EE-2750A107E6A8}"/>
              </a:ext>
            </a:extLst>
          </p:cNvPr>
          <p:cNvSpPr>
            <a:spLocks xmlns:a="http://schemas.openxmlformats.org/drawingml/2006/main" noGrp="1"/>
          </p:cNvSpPr>
          <p:nvPr/>
        </p:nvSpPr>
        <p:spPr>
          <a:xfrm xmlns:a="http://schemas.openxmlformats.org/drawingml/2006/main">
            <a:off x="400050" y="8639175"/>
            <a:ext cx="175260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반복 종료: 의미 완성, 확인 질문 대기, 실패, 취소, 한도 도달 / 질문을 실제 전달하고 새 답변을 받은 뒤 해석 재개</a:t>
            </a:r>
          </a:p>
        </p:txBody>
      </p:sp>
      <p:sp>
        <p:nvSpPr>
          <p:cNvPr id="327" name="dp41-v4-summary / n1">
            <a:extLst xmlns:a="http://schemas.openxmlformats.org/drawingml/2006/main">
              <a:ext uri="{FF2B5EF4-FFF2-40B4-BE49-F238E27FC236}">
                <a16:creationId xmlns:a16="http://schemas.microsoft.com/office/drawing/2014/main" id="{71117665-3417-4121-86B9-744DA2EA1156}"/>
              </a:ext>
            </a:extLst>
          </p:cNvPr>
          <p:cNvSpPr>
            <a:spLocks xmlns:a="http://schemas.openxmlformats.org/drawingml/2006/main" noGrp="1"/>
          </p:cNvSpPr>
          <p:nvPr/>
        </p:nvSpPr>
        <p:spPr>
          <a:xfrm xmlns:a="http://schemas.openxmlformats.org/drawingml/2006/main">
            <a:off x="381000" y="88963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28" name="dp41-v4-summary / n2">
            <a:extLst xmlns:a="http://schemas.openxmlformats.org/drawingml/2006/main">
              <a:ext uri="{FF2B5EF4-FFF2-40B4-BE49-F238E27FC236}">
                <a16:creationId xmlns:a16="http://schemas.microsoft.com/office/drawing/2014/main" id="{C881F68E-31CF-4D2C-939F-84033F27ABD7}"/>
              </a:ext>
            </a:extLst>
          </p:cNvPr>
          <p:cNvSpPr>
            <a:spLocks xmlns:a="http://schemas.openxmlformats.org/drawingml/2006/main" noGrp="1"/>
          </p:cNvSpPr>
          <p:nvPr/>
        </p:nvSpPr>
        <p:spPr>
          <a:xfrm xmlns:a="http://schemas.openxmlformats.org/drawingml/2006/main">
            <a:off x="400050" y="8915400"/>
            <a:ext cx="23336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1">
                <a:solidFill>
                  <a:srgbClr val="18232E"/>
                </a:solidFill>
                <a:latin typeface="Apple SD Gothic Neo"/>
                <a:ea typeface="Apple SD Gothic Neo"/>
                <a:cs typeface="Apple SD Gothic Neo"/>
              </a:defRPr>
            </a:pPr>
            <a:r>
              <a:rPr sz="1050" b="1">
                <a:solidFill>
                  <a:srgbClr val="18232E"/>
                </a:solidFill>
                <a:latin typeface="Apple SD Gothic Neo"/>
                <a:ea typeface="Apple SD Gothic Neo"/>
                <a:cs typeface="Apple SD Gothic Neo"/>
              </a:rPr>
              <a:t>요청 처리 정확성</a:t>
            </a:r>
          </a:p>
        </p:txBody>
      </p:sp>
      <p:sp>
        <p:nvSpPr>
          <p:cNvPr id="329" name="dp41-v4-summary / n3 / circle">
            <a:extLst xmlns:a="http://schemas.openxmlformats.org/drawingml/2006/main">
              <a:ext uri="{FF2B5EF4-FFF2-40B4-BE49-F238E27FC236}">
                <a16:creationId xmlns:a16="http://schemas.microsoft.com/office/drawing/2014/main" id="{E679895C-4795-4AA4-BD22-3299D49F8E75}"/>
              </a:ext>
            </a:extLst>
          </p:cNvPr>
          <p:cNvSpPr>
            <a:spLocks xmlns:a="http://schemas.openxmlformats.org/drawingml/2006/main" noGrp="1"/>
          </p:cNvSpPr>
          <p:nvPr/>
        </p:nvSpPr>
        <p:spPr>
          <a:xfrm xmlns:a="http://schemas.openxmlformats.org/drawingml/2006/main">
            <a:off x="2857500" y="8934450"/>
            <a:ext cx="114300" cy="11430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30" name="dp41-v4-summary / n4 / circle">
            <a:extLst xmlns:a="http://schemas.openxmlformats.org/drawingml/2006/main">
              <a:ext uri="{FF2B5EF4-FFF2-40B4-BE49-F238E27FC236}">
                <a16:creationId xmlns:a16="http://schemas.microsoft.com/office/drawing/2014/main" id="{34F61323-BE20-40B5-8E7A-43E293E2FA04}"/>
              </a:ext>
            </a:extLst>
          </p:cNvPr>
          <p:cNvSpPr>
            <a:spLocks xmlns:a="http://schemas.openxmlformats.org/drawingml/2006/main" noGrp="1"/>
          </p:cNvSpPr>
          <p:nvPr/>
        </p:nvSpPr>
        <p:spPr>
          <a:xfrm xmlns:a="http://schemas.openxmlformats.org/drawingml/2006/main">
            <a:off x="3009900" y="8934450"/>
            <a:ext cx="114300" cy="11430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31" name="dp41-v4-summary / n5 / circle">
            <a:extLst xmlns:a="http://schemas.openxmlformats.org/drawingml/2006/main">
              <a:ext uri="{FF2B5EF4-FFF2-40B4-BE49-F238E27FC236}">
                <a16:creationId xmlns:a16="http://schemas.microsoft.com/office/drawing/2014/main" id="{1606F4E0-5E0C-402C-8BFE-81DFE83D9CC7}"/>
              </a:ext>
            </a:extLst>
          </p:cNvPr>
          <p:cNvSpPr>
            <a:spLocks xmlns:a="http://schemas.openxmlformats.org/drawingml/2006/main" noGrp="1"/>
          </p:cNvSpPr>
          <p:nvPr/>
        </p:nvSpPr>
        <p:spPr>
          <a:xfrm xmlns:a="http://schemas.openxmlformats.org/drawingml/2006/main">
            <a:off x="3162300" y="8934450"/>
            <a:ext cx="114300" cy="11430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32" name="dp41-v4-summary / n5 / half">
            <a:extLst xmlns:a="http://schemas.openxmlformats.org/drawingml/2006/main">
              <a:ext uri="{FF2B5EF4-FFF2-40B4-BE49-F238E27FC236}">
                <a16:creationId xmlns:a16="http://schemas.microsoft.com/office/drawing/2014/main" id="{928412B5-C4F0-48D8-8D84-C152F651211B}"/>
              </a:ext>
            </a:extLst>
          </p:cNvPr>
          <p:cNvSpPr>
            <a:spLocks xmlns:a="http://schemas.openxmlformats.org/drawingml/2006/main" noGrp="1"/>
          </p:cNvSpPr>
          <p:nvPr/>
        </p:nvSpPr>
        <p:spPr>
          <a:xfrm xmlns:a="http://schemas.openxmlformats.org/drawingml/2006/main">
            <a:off x="3162300" y="8934450"/>
            <a:ext cx="114300" cy="114300"/>
          </a:xfrm>
          <a:custGeom xmlns:a="http://schemas.openxmlformats.org/drawingml/2006/main">
            <a:pathLst>
              <a:path w="114300" h="114300">
                <a:moveTo>
                  <a:pt x="57150" y="0"/>
                </a:moveTo>
                <a:lnTo>
                  <a:pt x="51548" y="275"/>
                </a:lnTo>
                <a:lnTo>
                  <a:pt x="46001" y="1098"/>
                </a:lnTo>
                <a:lnTo>
                  <a:pt x="40560" y="2461"/>
                </a:lnTo>
                <a:lnTo>
                  <a:pt x="35280" y="4350"/>
                </a:lnTo>
                <a:lnTo>
                  <a:pt x="30210" y="6748"/>
                </a:lnTo>
                <a:lnTo>
                  <a:pt x="25399" y="9632"/>
                </a:lnTo>
                <a:lnTo>
                  <a:pt x="20894" y="12972"/>
                </a:lnTo>
                <a:lnTo>
                  <a:pt x="16739" y="16739"/>
                </a:lnTo>
                <a:lnTo>
                  <a:pt x="12972" y="20894"/>
                </a:lnTo>
                <a:lnTo>
                  <a:pt x="9632" y="25399"/>
                </a:lnTo>
                <a:lnTo>
                  <a:pt x="6748" y="30210"/>
                </a:lnTo>
                <a:lnTo>
                  <a:pt x="4350" y="35280"/>
                </a:lnTo>
                <a:lnTo>
                  <a:pt x="2461" y="40560"/>
                </a:lnTo>
                <a:lnTo>
                  <a:pt x="1098" y="46001"/>
                </a:lnTo>
                <a:lnTo>
                  <a:pt x="275" y="51548"/>
                </a:lnTo>
                <a:lnTo>
                  <a:pt x="0" y="57150"/>
                </a:lnTo>
                <a:lnTo>
                  <a:pt x="275" y="62752"/>
                </a:lnTo>
                <a:lnTo>
                  <a:pt x="1098" y="68299"/>
                </a:lnTo>
                <a:lnTo>
                  <a:pt x="2461" y="73740"/>
                </a:lnTo>
                <a:lnTo>
                  <a:pt x="4350" y="79020"/>
                </a:lnTo>
                <a:lnTo>
                  <a:pt x="6748" y="84090"/>
                </a:lnTo>
                <a:lnTo>
                  <a:pt x="9632" y="88901"/>
                </a:lnTo>
                <a:lnTo>
                  <a:pt x="12972" y="93406"/>
                </a:lnTo>
                <a:lnTo>
                  <a:pt x="16739" y="97561"/>
                </a:lnTo>
                <a:lnTo>
                  <a:pt x="20894" y="101328"/>
                </a:lnTo>
                <a:lnTo>
                  <a:pt x="25399" y="104668"/>
                </a:lnTo>
                <a:lnTo>
                  <a:pt x="30210" y="107552"/>
                </a:lnTo>
                <a:lnTo>
                  <a:pt x="35280" y="109950"/>
                </a:lnTo>
                <a:lnTo>
                  <a:pt x="40560" y="111839"/>
                </a:lnTo>
                <a:lnTo>
                  <a:pt x="46001" y="113202"/>
                </a:lnTo>
                <a:lnTo>
                  <a:pt x="51548" y="114025"/>
                </a:lnTo>
                <a:lnTo>
                  <a:pt x="57150" y="114300"/>
                </a:lnTo>
                <a:close/>
              </a:path>
            </a:pathLst>
          </a:custGeom>
          <a:solidFill xmlns:a="http://schemas.openxmlformats.org/drawingml/2006/main">
            <a:srgbClr val="18232E"/>
          </a:solidFill>
          <a:ln xmlns:a="http://schemas.openxmlformats.org/drawingml/2006/main" w="0">
            <a:noFill/>
          </a:ln>
        </p:spPr>
      </p:sp>
      <p:sp>
        <p:nvSpPr>
          <p:cNvPr id="333" name="dp41-v4-summary / n6">
            <a:extLst xmlns:a="http://schemas.openxmlformats.org/drawingml/2006/main">
              <a:ext uri="{FF2B5EF4-FFF2-40B4-BE49-F238E27FC236}">
                <a16:creationId xmlns:a16="http://schemas.microsoft.com/office/drawing/2014/main" id="{4D432B3E-4411-4A82-B9A0-DBAE8C7F9864}"/>
              </a:ext>
            </a:extLst>
          </p:cNvPr>
          <p:cNvSpPr>
            <a:spLocks xmlns:a="http://schemas.openxmlformats.org/drawingml/2006/main" noGrp="1"/>
          </p:cNvSpPr>
          <p:nvPr/>
        </p:nvSpPr>
        <p:spPr>
          <a:xfrm xmlns:a="http://schemas.openxmlformats.org/drawingml/2006/main">
            <a:off x="3371850" y="8915400"/>
            <a:ext cx="63341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5점  99.63%  [오류 2개 가정]</a:t>
            </a:r>
          </a:p>
        </p:txBody>
      </p:sp>
      <p:sp>
        <p:nvSpPr>
          <p:cNvPr id="334" name="dp41-v4-summary / n7 / circle">
            <a:extLst xmlns:a="http://schemas.openxmlformats.org/drawingml/2006/main">
              <a:ext uri="{FF2B5EF4-FFF2-40B4-BE49-F238E27FC236}">
                <a16:creationId xmlns:a16="http://schemas.microsoft.com/office/drawing/2014/main" id="{707A96DD-3075-4433-A11A-ED652ADBBD9F}"/>
              </a:ext>
            </a:extLst>
          </p:cNvPr>
          <p:cNvSpPr>
            <a:spLocks xmlns:a="http://schemas.openxmlformats.org/drawingml/2006/main" noGrp="1"/>
          </p:cNvSpPr>
          <p:nvPr/>
        </p:nvSpPr>
        <p:spPr>
          <a:xfrm xmlns:a="http://schemas.openxmlformats.org/drawingml/2006/main">
            <a:off x="10001250" y="8934450"/>
            <a:ext cx="114300" cy="11430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35" name="dp41-v4-summary / n8 / circle">
            <a:extLst xmlns:a="http://schemas.openxmlformats.org/drawingml/2006/main">
              <a:ext uri="{FF2B5EF4-FFF2-40B4-BE49-F238E27FC236}">
                <a16:creationId xmlns:a16="http://schemas.microsoft.com/office/drawing/2014/main" id="{25A80124-7C8B-491D-9E66-03D08EA5DE45}"/>
              </a:ext>
            </a:extLst>
          </p:cNvPr>
          <p:cNvSpPr>
            <a:spLocks xmlns:a="http://schemas.openxmlformats.org/drawingml/2006/main" noGrp="1"/>
          </p:cNvSpPr>
          <p:nvPr/>
        </p:nvSpPr>
        <p:spPr>
          <a:xfrm xmlns:a="http://schemas.openxmlformats.org/drawingml/2006/main">
            <a:off x="10153650" y="8934450"/>
            <a:ext cx="114300" cy="11430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36" name="dp41-v4-summary / n9 / circle">
            <a:extLst xmlns:a="http://schemas.openxmlformats.org/drawingml/2006/main">
              <a:ext uri="{FF2B5EF4-FFF2-40B4-BE49-F238E27FC236}">
                <a16:creationId xmlns:a16="http://schemas.microsoft.com/office/drawing/2014/main" id="{A20736E1-18BF-4796-A300-4F3AA8EFF08E}"/>
              </a:ext>
            </a:extLst>
          </p:cNvPr>
          <p:cNvSpPr>
            <a:spLocks xmlns:a="http://schemas.openxmlformats.org/drawingml/2006/main" noGrp="1"/>
          </p:cNvSpPr>
          <p:nvPr/>
        </p:nvSpPr>
        <p:spPr>
          <a:xfrm xmlns:a="http://schemas.openxmlformats.org/drawingml/2006/main">
            <a:off x="10306050" y="8934450"/>
            <a:ext cx="114300" cy="11430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37" name="dp41-v4-summary / n10">
            <a:extLst xmlns:a="http://schemas.openxmlformats.org/drawingml/2006/main">
              <a:ext uri="{FF2B5EF4-FFF2-40B4-BE49-F238E27FC236}">
                <a16:creationId xmlns:a16="http://schemas.microsoft.com/office/drawing/2014/main" id="{A8C6F048-FF7B-4B54-8BD0-35F59C4B8CE6}"/>
              </a:ext>
            </a:extLst>
          </p:cNvPr>
          <p:cNvSpPr>
            <a:spLocks xmlns:a="http://schemas.openxmlformats.org/drawingml/2006/main" noGrp="1"/>
          </p:cNvSpPr>
          <p:nvPr/>
        </p:nvSpPr>
        <p:spPr>
          <a:xfrm xmlns:a="http://schemas.openxmlformats.org/drawingml/2006/main">
            <a:off x="10515600" y="8915400"/>
            <a:ext cx="73818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2점  98.52%  [오류 8개 가정]</a:t>
            </a:r>
          </a:p>
        </p:txBody>
      </p:sp>
      <p:sp>
        <p:nvSpPr>
          <p:cNvPr id="338" name="dp41-v4-summary / n11">
            <a:extLst xmlns:a="http://schemas.openxmlformats.org/drawingml/2006/main">
              <a:ext uri="{FF2B5EF4-FFF2-40B4-BE49-F238E27FC236}">
                <a16:creationId xmlns:a16="http://schemas.microsoft.com/office/drawing/2014/main" id="{3EB68CFA-15A1-4E62-8F23-9EFEE844F1A8}"/>
              </a:ext>
            </a:extLst>
          </p:cNvPr>
          <p:cNvSpPr>
            <a:spLocks xmlns:a="http://schemas.openxmlformats.org/drawingml/2006/main" noGrp="1"/>
          </p:cNvSpPr>
          <p:nvPr/>
        </p:nvSpPr>
        <p:spPr>
          <a:xfrm xmlns:a="http://schemas.openxmlformats.org/drawingml/2006/main">
            <a:off x="381000" y="90773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39" name="dp41-v4-summary / n12">
            <a:extLst xmlns:a="http://schemas.openxmlformats.org/drawingml/2006/main">
              <a:ext uri="{FF2B5EF4-FFF2-40B4-BE49-F238E27FC236}">
                <a16:creationId xmlns:a16="http://schemas.microsoft.com/office/drawing/2014/main" id="{4E1132EF-3C1C-44AA-A94D-CF373E90E904}"/>
              </a:ext>
            </a:extLst>
          </p:cNvPr>
          <p:cNvSpPr>
            <a:spLocks xmlns:a="http://schemas.openxmlformats.org/drawingml/2006/main" noGrp="1"/>
          </p:cNvSpPr>
          <p:nvPr/>
        </p:nvSpPr>
        <p:spPr>
          <a:xfrm xmlns:a="http://schemas.openxmlformats.org/drawingml/2006/main">
            <a:off x="400050" y="9096375"/>
            <a:ext cx="23336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1">
                <a:solidFill>
                  <a:srgbClr val="18232E"/>
                </a:solidFill>
                <a:latin typeface="Apple SD Gothic Neo"/>
                <a:ea typeface="Apple SD Gothic Neo"/>
                <a:cs typeface="Apple SD Gothic Neo"/>
              </a:defRPr>
            </a:pPr>
            <a:r>
              <a:rPr sz="1050" b="1">
                <a:solidFill>
                  <a:srgbClr val="18232E"/>
                </a:solidFill>
                <a:latin typeface="Apple SD Gothic Neo"/>
                <a:ea typeface="Apple SD Gothic Neo"/>
                <a:cs typeface="Apple SD Gothic Neo"/>
              </a:rPr>
              <a:t>상호작용 응답시간</a:t>
            </a:r>
          </a:p>
        </p:txBody>
      </p:sp>
      <p:sp>
        <p:nvSpPr>
          <p:cNvPr id="340" name="dp41-v4-summary / n13 / circle">
            <a:extLst xmlns:a="http://schemas.openxmlformats.org/drawingml/2006/main">
              <a:ext uri="{FF2B5EF4-FFF2-40B4-BE49-F238E27FC236}">
                <a16:creationId xmlns:a16="http://schemas.microsoft.com/office/drawing/2014/main" id="{0E13C3E8-3086-4371-A97A-5A3501A58CAE}"/>
              </a:ext>
            </a:extLst>
          </p:cNvPr>
          <p:cNvSpPr>
            <a:spLocks xmlns:a="http://schemas.openxmlformats.org/drawingml/2006/main" noGrp="1"/>
          </p:cNvSpPr>
          <p:nvPr/>
        </p:nvSpPr>
        <p:spPr>
          <a:xfrm xmlns:a="http://schemas.openxmlformats.org/drawingml/2006/main">
            <a:off x="2857500" y="9115425"/>
            <a:ext cx="114300" cy="11430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41" name="dp41-v4-summary / n14 / circle">
            <a:extLst xmlns:a="http://schemas.openxmlformats.org/drawingml/2006/main">
              <a:ext uri="{FF2B5EF4-FFF2-40B4-BE49-F238E27FC236}">
                <a16:creationId xmlns:a16="http://schemas.microsoft.com/office/drawing/2014/main" id="{7D549624-2833-42AE-BC68-51A15D9520CF}"/>
              </a:ext>
            </a:extLst>
          </p:cNvPr>
          <p:cNvSpPr>
            <a:spLocks xmlns:a="http://schemas.openxmlformats.org/drawingml/2006/main" noGrp="1"/>
          </p:cNvSpPr>
          <p:nvPr/>
        </p:nvSpPr>
        <p:spPr>
          <a:xfrm xmlns:a="http://schemas.openxmlformats.org/drawingml/2006/main">
            <a:off x="3009900" y="9115425"/>
            <a:ext cx="114300" cy="11430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42" name="dp41-v4-summary / n15 / circle">
            <a:extLst xmlns:a="http://schemas.openxmlformats.org/drawingml/2006/main">
              <a:ext uri="{FF2B5EF4-FFF2-40B4-BE49-F238E27FC236}">
                <a16:creationId xmlns:a16="http://schemas.microsoft.com/office/drawing/2014/main" id="{695A1FD6-9E41-492A-923F-D0AE9D80CBCF}"/>
              </a:ext>
            </a:extLst>
          </p:cNvPr>
          <p:cNvSpPr>
            <a:spLocks xmlns:a="http://schemas.openxmlformats.org/drawingml/2006/main" noGrp="1"/>
          </p:cNvSpPr>
          <p:nvPr/>
        </p:nvSpPr>
        <p:spPr>
          <a:xfrm xmlns:a="http://schemas.openxmlformats.org/drawingml/2006/main">
            <a:off x="3162300" y="9115425"/>
            <a:ext cx="114300" cy="11430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43" name="dp41-v4-summary / n16">
            <a:extLst xmlns:a="http://schemas.openxmlformats.org/drawingml/2006/main">
              <a:ext uri="{FF2B5EF4-FFF2-40B4-BE49-F238E27FC236}">
                <a16:creationId xmlns:a16="http://schemas.microsoft.com/office/drawing/2014/main" id="{80223437-CAE1-4F00-A5AD-E60A9207FBFF}"/>
              </a:ext>
            </a:extLst>
          </p:cNvPr>
          <p:cNvSpPr>
            <a:spLocks xmlns:a="http://schemas.openxmlformats.org/drawingml/2006/main" noGrp="1"/>
          </p:cNvSpPr>
          <p:nvPr/>
        </p:nvSpPr>
        <p:spPr>
          <a:xfrm xmlns:a="http://schemas.openxmlformats.org/drawingml/2006/main">
            <a:off x="3371850" y="9096375"/>
            <a:ext cx="63341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2점  0.818초  [조회 후 모델 재판단]</a:t>
            </a:r>
          </a:p>
        </p:txBody>
      </p:sp>
      <p:sp>
        <p:nvSpPr>
          <p:cNvPr id="344" name="dp41-v4-summary / n17 / circle">
            <a:extLst xmlns:a="http://schemas.openxmlformats.org/drawingml/2006/main">
              <a:ext uri="{FF2B5EF4-FFF2-40B4-BE49-F238E27FC236}">
                <a16:creationId xmlns:a16="http://schemas.microsoft.com/office/drawing/2014/main" id="{F1A6359A-1F58-42B8-863E-62C8CFCB7595}"/>
              </a:ext>
            </a:extLst>
          </p:cNvPr>
          <p:cNvSpPr>
            <a:spLocks xmlns:a="http://schemas.openxmlformats.org/drawingml/2006/main" noGrp="1"/>
          </p:cNvSpPr>
          <p:nvPr/>
        </p:nvSpPr>
        <p:spPr>
          <a:xfrm xmlns:a="http://schemas.openxmlformats.org/drawingml/2006/main">
            <a:off x="10001250" y="9115425"/>
            <a:ext cx="114300" cy="11430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45" name="dp41-v4-summary / n18 / circle">
            <a:extLst xmlns:a="http://schemas.openxmlformats.org/drawingml/2006/main">
              <a:ext uri="{FF2B5EF4-FFF2-40B4-BE49-F238E27FC236}">
                <a16:creationId xmlns:a16="http://schemas.microsoft.com/office/drawing/2014/main" id="{B640B87F-AFCB-4427-A944-B4CA87353373}"/>
              </a:ext>
            </a:extLst>
          </p:cNvPr>
          <p:cNvSpPr>
            <a:spLocks xmlns:a="http://schemas.openxmlformats.org/drawingml/2006/main" noGrp="1"/>
          </p:cNvSpPr>
          <p:nvPr/>
        </p:nvSpPr>
        <p:spPr>
          <a:xfrm xmlns:a="http://schemas.openxmlformats.org/drawingml/2006/main">
            <a:off x="10153650" y="9115425"/>
            <a:ext cx="114300" cy="11430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46" name="dp41-v4-summary / n18 / half">
            <a:extLst xmlns:a="http://schemas.openxmlformats.org/drawingml/2006/main">
              <a:ext uri="{FF2B5EF4-FFF2-40B4-BE49-F238E27FC236}">
                <a16:creationId xmlns:a16="http://schemas.microsoft.com/office/drawing/2014/main" id="{B95D1B52-B16B-4EFC-9A80-EA58A2D81C97}"/>
              </a:ext>
            </a:extLst>
          </p:cNvPr>
          <p:cNvSpPr>
            <a:spLocks xmlns:a="http://schemas.openxmlformats.org/drawingml/2006/main" noGrp="1"/>
          </p:cNvSpPr>
          <p:nvPr/>
        </p:nvSpPr>
        <p:spPr>
          <a:xfrm xmlns:a="http://schemas.openxmlformats.org/drawingml/2006/main">
            <a:off x="10153650" y="9115425"/>
            <a:ext cx="114300" cy="114300"/>
          </a:xfrm>
          <a:custGeom xmlns:a="http://schemas.openxmlformats.org/drawingml/2006/main">
            <a:pathLst>
              <a:path w="114300" h="114300">
                <a:moveTo>
                  <a:pt x="57150" y="0"/>
                </a:moveTo>
                <a:lnTo>
                  <a:pt x="51548" y="275"/>
                </a:lnTo>
                <a:lnTo>
                  <a:pt x="46001" y="1098"/>
                </a:lnTo>
                <a:lnTo>
                  <a:pt x="40560" y="2461"/>
                </a:lnTo>
                <a:lnTo>
                  <a:pt x="35280" y="4350"/>
                </a:lnTo>
                <a:lnTo>
                  <a:pt x="30210" y="6748"/>
                </a:lnTo>
                <a:lnTo>
                  <a:pt x="25399" y="9632"/>
                </a:lnTo>
                <a:lnTo>
                  <a:pt x="20894" y="12972"/>
                </a:lnTo>
                <a:lnTo>
                  <a:pt x="16739" y="16739"/>
                </a:lnTo>
                <a:lnTo>
                  <a:pt x="12972" y="20894"/>
                </a:lnTo>
                <a:lnTo>
                  <a:pt x="9632" y="25399"/>
                </a:lnTo>
                <a:lnTo>
                  <a:pt x="6748" y="30210"/>
                </a:lnTo>
                <a:lnTo>
                  <a:pt x="4350" y="35280"/>
                </a:lnTo>
                <a:lnTo>
                  <a:pt x="2461" y="40560"/>
                </a:lnTo>
                <a:lnTo>
                  <a:pt x="1098" y="46001"/>
                </a:lnTo>
                <a:lnTo>
                  <a:pt x="275" y="51548"/>
                </a:lnTo>
                <a:lnTo>
                  <a:pt x="0" y="57150"/>
                </a:lnTo>
                <a:lnTo>
                  <a:pt x="275" y="62752"/>
                </a:lnTo>
                <a:lnTo>
                  <a:pt x="1098" y="68299"/>
                </a:lnTo>
                <a:lnTo>
                  <a:pt x="2461" y="73740"/>
                </a:lnTo>
                <a:lnTo>
                  <a:pt x="4350" y="79020"/>
                </a:lnTo>
                <a:lnTo>
                  <a:pt x="6748" y="84090"/>
                </a:lnTo>
                <a:lnTo>
                  <a:pt x="9632" y="88901"/>
                </a:lnTo>
                <a:lnTo>
                  <a:pt x="12972" y="93406"/>
                </a:lnTo>
                <a:lnTo>
                  <a:pt x="16739" y="97561"/>
                </a:lnTo>
                <a:lnTo>
                  <a:pt x="20894" y="101328"/>
                </a:lnTo>
                <a:lnTo>
                  <a:pt x="25399" y="104668"/>
                </a:lnTo>
                <a:lnTo>
                  <a:pt x="30210" y="107552"/>
                </a:lnTo>
                <a:lnTo>
                  <a:pt x="35280" y="109950"/>
                </a:lnTo>
                <a:lnTo>
                  <a:pt x="40560" y="111839"/>
                </a:lnTo>
                <a:lnTo>
                  <a:pt x="46001" y="113202"/>
                </a:lnTo>
                <a:lnTo>
                  <a:pt x="51548" y="114025"/>
                </a:lnTo>
                <a:lnTo>
                  <a:pt x="57150" y="114300"/>
                </a:lnTo>
                <a:close/>
              </a:path>
            </a:pathLst>
          </a:custGeom>
          <a:solidFill xmlns:a="http://schemas.openxmlformats.org/drawingml/2006/main">
            <a:srgbClr val="18232E"/>
          </a:solidFill>
          <a:ln xmlns:a="http://schemas.openxmlformats.org/drawingml/2006/main" w="0">
            <a:noFill/>
          </a:ln>
        </p:spPr>
      </p:sp>
      <p:sp>
        <p:nvSpPr>
          <p:cNvPr id="347" name="dp41-v4-summary / n19 / circle">
            <a:extLst xmlns:a="http://schemas.openxmlformats.org/drawingml/2006/main">
              <a:ext uri="{FF2B5EF4-FFF2-40B4-BE49-F238E27FC236}">
                <a16:creationId xmlns:a16="http://schemas.microsoft.com/office/drawing/2014/main" id="{399EDAF1-741F-4E82-947B-7FF7F5B2947A}"/>
              </a:ext>
            </a:extLst>
          </p:cNvPr>
          <p:cNvSpPr>
            <a:spLocks xmlns:a="http://schemas.openxmlformats.org/drawingml/2006/main" noGrp="1"/>
          </p:cNvSpPr>
          <p:nvPr/>
        </p:nvSpPr>
        <p:spPr>
          <a:xfrm xmlns:a="http://schemas.openxmlformats.org/drawingml/2006/main">
            <a:off x="10306050" y="9115425"/>
            <a:ext cx="114300" cy="11430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48" name="dp41-v4-summary / n20">
            <a:extLst xmlns:a="http://schemas.openxmlformats.org/drawingml/2006/main">
              <a:ext uri="{FF2B5EF4-FFF2-40B4-BE49-F238E27FC236}">
                <a16:creationId xmlns:a16="http://schemas.microsoft.com/office/drawing/2014/main" id="{A5FD12F2-F8C7-4A94-BBC8-27F131E589FC}"/>
              </a:ext>
            </a:extLst>
          </p:cNvPr>
          <p:cNvSpPr>
            <a:spLocks xmlns:a="http://schemas.openxmlformats.org/drawingml/2006/main" noGrp="1"/>
          </p:cNvSpPr>
          <p:nvPr/>
        </p:nvSpPr>
        <p:spPr>
          <a:xfrm xmlns:a="http://schemas.openxmlformats.org/drawingml/2006/main">
            <a:off x="10515600" y="9096375"/>
            <a:ext cx="73818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3점  0.673초  [지원 항목의 코드 해결]</a:t>
            </a:r>
          </a:p>
        </p:txBody>
      </p:sp>
      <p:sp>
        <p:nvSpPr>
          <p:cNvPr id="349" name="dp41-v4-summary / n21">
            <a:extLst xmlns:a="http://schemas.openxmlformats.org/drawingml/2006/main">
              <a:ext uri="{FF2B5EF4-FFF2-40B4-BE49-F238E27FC236}">
                <a16:creationId xmlns:a16="http://schemas.microsoft.com/office/drawing/2014/main" id="{9209AE1B-B163-4FBF-96A1-29D976225352}"/>
              </a:ext>
            </a:extLst>
          </p:cNvPr>
          <p:cNvSpPr>
            <a:spLocks xmlns:a="http://schemas.openxmlformats.org/drawingml/2006/main" noGrp="1"/>
          </p:cNvSpPr>
          <p:nvPr/>
        </p:nvSpPr>
        <p:spPr>
          <a:xfrm xmlns:a="http://schemas.openxmlformats.org/drawingml/2006/main">
            <a:off x="381000" y="92583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50" name="dp41-v4-summary / n22">
            <a:extLst xmlns:a="http://schemas.openxmlformats.org/drawingml/2006/main">
              <a:ext uri="{FF2B5EF4-FFF2-40B4-BE49-F238E27FC236}">
                <a16:creationId xmlns:a16="http://schemas.microsoft.com/office/drawing/2014/main" id="{F178A1E3-C468-4893-919F-B31A052D14CD}"/>
              </a:ext>
            </a:extLst>
          </p:cNvPr>
          <p:cNvSpPr>
            <a:spLocks xmlns:a="http://schemas.openxmlformats.org/drawingml/2006/main" noGrp="1"/>
          </p:cNvSpPr>
          <p:nvPr/>
        </p:nvSpPr>
        <p:spPr>
          <a:xfrm xmlns:a="http://schemas.openxmlformats.org/drawingml/2006/main">
            <a:off x="400050" y="9277350"/>
            <a:ext cx="23336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1">
                <a:solidFill>
                  <a:srgbClr val="18232E"/>
                </a:solidFill>
                <a:latin typeface="Apple SD Gothic Neo"/>
                <a:ea typeface="Apple SD Gothic Neo"/>
                <a:cs typeface="Apple SD Gothic Neo"/>
              </a:defRPr>
            </a:pPr>
            <a:r>
              <a:rPr sz="1050" b="1">
                <a:solidFill>
                  <a:srgbClr val="18232E"/>
                </a:solidFill>
                <a:latin typeface="Apple SD Gothic Neo"/>
                <a:ea typeface="Apple SD Gothic Neo"/>
                <a:cs typeface="Apple SD Gothic Neo"/>
              </a:rPr>
              <a:t>VIA 요청 처리시간</a:t>
            </a:r>
          </a:p>
        </p:txBody>
      </p:sp>
      <p:sp>
        <p:nvSpPr>
          <p:cNvPr id="351" name="dp41-v4-summary / n23 / circle">
            <a:extLst xmlns:a="http://schemas.openxmlformats.org/drawingml/2006/main">
              <a:ext uri="{FF2B5EF4-FFF2-40B4-BE49-F238E27FC236}">
                <a16:creationId xmlns:a16="http://schemas.microsoft.com/office/drawing/2014/main" id="{B2857C6A-CD2A-4911-BB05-593CD62ADE70}"/>
              </a:ext>
            </a:extLst>
          </p:cNvPr>
          <p:cNvSpPr>
            <a:spLocks xmlns:a="http://schemas.openxmlformats.org/drawingml/2006/main" noGrp="1"/>
          </p:cNvSpPr>
          <p:nvPr/>
        </p:nvSpPr>
        <p:spPr>
          <a:xfrm xmlns:a="http://schemas.openxmlformats.org/drawingml/2006/main">
            <a:off x="2857500" y="9296400"/>
            <a:ext cx="114300" cy="11430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52" name="dp41-v4-summary / n24 / circle">
            <a:extLst xmlns:a="http://schemas.openxmlformats.org/drawingml/2006/main">
              <a:ext uri="{FF2B5EF4-FFF2-40B4-BE49-F238E27FC236}">
                <a16:creationId xmlns:a16="http://schemas.microsoft.com/office/drawing/2014/main" id="{B36DD437-B54B-466F-9D12-32CFA8DF506A}"/>
              </a:ext>
            </a:extLst>
          </p:cNvPr>
          <p:cNvSpPr>
            <a:spLocks xmlns:a="http://schemas.openxmlformats.org/drawingml/2006/main" noGrp="1"/>
          </p:cNvSpPr>
          <p:nvPr/>
        </p:nvSpPr>
        <p:spPr>
          <a:xfrm xmlns:a="http://schemas.openxmlformats.org/drawingml/2006/main">
            <a:off x="3009900" y="9296400"/>
            <a:ext cx="114300" cy="11430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53" name="dp41-v4-summary / n24 / half">
            <a:extLst xmlns:a="http://schemas.openxmlformats.org/drawingml/2006/main">
              <a:ext uri="{FF2B5EF4-FFF2-40B4-BE49-F238E27FC236}">
                <a16:creationId xmlns:a16="http://schemas.microsoft.com/office/drawing/2014/main" id="{7AB93812-C2F4-4839-9B58-3F59E4360507}"/>
              </a:ext>
            </a:extLst>
          </p:cNvPr>
          <p:cNvSpPr>
            <a:spLocks xmlns:a="http://schemas.openxmlformats.org/drawingml/2006/main" noGrp="1"/>
          </p:cNvSpPr>
          <p:nvPr/>
        </p:nvSpPr>
        <p:spPr>
          <a:xfrm xmlns:a="http://schemas.openxmlformats.org/drawingml/2006/main">
            <a:off x="3009900" y="9296400"/>
            <a:ext cx="114300" cy="114300"/>
          </a:xfrm>
          <a:custGeom xmlns:a="http://schemas.openxmlformats.org/drawingml/2006/main">
            <a:pathLst>
              <a:path w="114300" h="114300">
                <a:moveTo>
                  <a:pt x="57150" y="0"/>
                </a:moveTo>
                <a:lnTo>
                  <a:pt x="51548" y="275"/>
                </a:lnTo>
                <a:lnTo>
                  <a:pt x="46001" y="1098"/>
                </a:lnTo>
                <a:lnTo>
                  <a:pt x="40560" y="2461"/>
                </a:lnTo>
                <a:lnTo>
                  <a:pt x="35280" y="4350"/>
                </a:lnTo>
                <a:lnTo>
                  <a:pt x="30210" y="6748"/>
                </a:lnTo>
                <a:lnTo>
                  <a:pt x="25399" y="9632"/>
                </a:lnTo>
                <a:lnTo>
                  <a:pt x="20894" y="12972"/>
                </a:lnTo>
                <a:lnTo>
                  <a:pt x="16739" y="16739"/>
                </a:lnTo>
                <a:lnTo>
                  <a:pt x="12972" y="20894"/>
                </a:lnTo>
                <a:lnTo>
                  <a:pt x="9632" y="25399"/>
                </a:lnTo>
                <a:lnTo>
                  <a:pt x="6748" y="30210"/>
                </a:lnTo>
                <a:lnTo>
                  <a:pt x="4350" y="35280"/>
                </a:lnTo>
                <a:lnTo>
                  <a:pt x="2461" y="40560"/>
                </a:lnTo>
                <a:lnTo>
                  <a:pt x="1098" y="46001"/>
                </a:lnTo>
                <a:lnTo>
                  <a:pt x="275" y="51548"/>
                </a:lnTo>
                <a:lnTo>
                  <a:pt x="0" y="57150"/>
                </a:lnTo>
                <a:lnTo>
                  <a:pt x="275" y="62752"/>
                </a:lnTo>
                <a:lnTo>
                  <a:pt x="1098" y="68299"/>
                </a:lnTo>
                <a:lnTo>
                  <a:pt x="2461" y="73740"/>
                </a:lnTo>
                <a:lnTo>
                  <a:pt x="4350" y="79020"/>
                </a:lnTo>
                <a:lnTo>
                  <a:pt x="6748" y="84090"/>
                </a:lnTo>
                <a:lnTo>
                  <a:pt x="9632" y="88901"/>
                </a:lnTo>
                <a:lnTo>
                  <a:pt x="12972" y="93406"/>
                </a:lnTo>
                <a:lnTo>
                  <a:pt x="16739" y="97561"/>
                </a:lnTo>
                <a:lnTo>
                  <a:pt x="20894" y="101328"/>
                </a:lnTo>
                <a:lnTo>
                  <a:pt x="25399" y="104668"/>
                </a:lnTo>
                <a:lnTo>
                  <a:pt x="30210" y="107552"/>
                </a:lnTo>
                <a:lnTo>
                  <a:pt x="35280" y="109950"/>
                </a:lnTo>
                <a:lnTo>
                  <a:pt x="40560" y="111839"/>
                </a:lnTo>
                <a:lnTo>
                  <a:pt x="46001" y="113202"/>
                </a:lnTo>
                <a:lnTo>
                  <a:pt x="51548" y="114025"/>
                </a:lnTo>
                <a:lnTo>
                  <a:pt x="57150" y="114300"/>
                </a:lnTo>
                <a:close/>
              </a:path>
            </a:pathLst>
          </a:custGeom>
          <a:solidFill xmlns:a="http://schemas.openxmlformats.org/drawingml/2006/main">
            <a:srgbClr val="18232E"/>
          </a:solidFill>
          <a:ln xmlns:a="http://schemas.openxmlformats.org/drawingml/2006/main" w="0">
            <a:noFill/>
          </a:ln>
        </p:spPr>
      </p:sp>
      <p:sp>
        <p:nvSpPr>
          <p:cNvPr id="354" name="dp41-v4-summary / n25 / circle">
            <a:extLst xmlns:a="http://schemas.openxmlformats.org/drawingml/2006/main">
              <a:ext uri="{FF2B5EF4-FFF2-40B4-BE49-F238E27FC236}">
                <a16:creationId xmlns:a16="http://schemas.microsoft.com/office/drawing/2014/main" id="{6880DABB-B6D3-412D-A8DC-650A2AFB5D9D}"/>
              </a:ext>
            </a:extLst>
          </p:cNvPr>
          <p:cNvSpPr>
            <a:spLocks xmlns:a="http://schemas.openxmlformats.org/drawingml/2006/main" noGrp="1"/>
          </p:cNvSpPr>
          <p:nvPr/>
        </p:nvSpPr>
        <p:spPr>
          <a:xfrm xmlns:a="http://schemas.openxmlformats.org/drawingml/2006/main">
            <a:off x="3162300" y="9296400"/>
            <a:ext cx="114300" cy="11430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55" name="dp41-v4-summary / n26">
            <a:extLst xmlns:a="http://schemas.openxmlformats.org/drawingml/2006/main">
              <a:ext uri="{FF2B5EF4-FFF2-40B4-BE49-F238E27FC236}">
                <a16:creationId xmlns:a16="http://schemas.microsoft.com/office/drawing/2014/main" id="{A74F33D7-2B60-4802-A402-F795AD5729DB}"/>
              </a:ext>
            </a:extLst>
          </p:cNvPr>
          <p:cNvSpPr>
            <a:spLocks xmlns:a="http://schemas.openxmlformats.org/drawingml/2006/main" noGrp="1"/>
          </p:cNvSpPr>
          <p:nvPr/>
        </p:nvSpPr>
        <p:spPr>
          <a:xfrm xmlns:a="http://schemas.openxmlformats.org/drawingml/2006/main">
            <a:off x="3371850" y="9277350"/>
            <a:ext cx="63341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3점  5.600초  [조회와 판단 반복]</a:t>
            </a:r>
          </a:p>
        </p:txBody>
      </p:sp>
      <p:sp>
        <p:nvSpPr>
          <p:cNvPr id="356" name="dp41-v4-summary / n27 / circle">
            <a:extLst xmlns:a="http://schemas.openxmlformats.org/drawingml/2006/main">
              <a:ext uri="{FF2B5EF4-FFF2-40B4-BE49-F238E27FC236}">
                <a16:creationId xmlns:a16="http://schemas.microsoft.com/office/drawing/2014/main" id="{BCA92160-DCD1-4F35-B1D6-13F4BE91B10D}"/>
              </a:ext>
            </a:extLst>
          </p:cNvPr>
          <p:cNvSpPr>
            <a:spLocks xmlns:a="http://schemas.openxmlformats.org/drawingml/2006/main" noGrp="1"/>
          </p:cNvSpPr>
          <p:nvPr/>
        </p:nvSpPr>
        <p:spPr>
          <a:xfrm xmlns:a="http://schemas.openxmlformats.org/drawingml/2006/main">
            <a:off x="10001250" y="9296400"/>
            <a:ext cx="114300" cy="11430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57" name="dp41-v4-summary / n28 / circle">
            <a:extLst xmlns:a="http://schemas.openxmlformats.org/drawingml/2006/main">
              <a:ext uri="{FF2B5EF4-FFF2-40B4-BE49-F238E27FC236}">
                <a16:creationId xmlns:a16="http://schemas.microsoft.com/office/drawing/2014/main" id="{2A2EBD46-42A6-40CE-BBD3-1007D5CA5BF1}"/>
              </a:ext>
            </a:extLst>
          </p:cNvPr>
          <p:cNvSpPr>
            <a:spLocks xmlns:a="http://schemas.openxmlformats.org/drawingml/2006/main" noGrp="1"/>
          </p:cNvSpPr>
          <p:nvPr/>
        </p:nvSpPr>
        <p:spPr>
          <a:xfrm xmlns:a="http://schemas.openxmlformats.org/drawingml/2006/main">
            <a:off x="10153650" y="9296400"/>
            <a:ext cx="114300" cy="11430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58" name="dp41-v4-summary / n29 / circle">
            <a:extLst xmlns:a="http://schemas.openxmlformats.org/drawingml/2006/main">
              <a:ext uri="{FF2B5EF4-FFF2-40B4-BE49-F238E27FC236}">
                <a16:creationId xmlns:a16="http://schemas.microsoft.com/office/drawing/2014/main" id="{A5B8843F-EED3-4974-95D0-D55375FC0354}"/>
              </a:ext>
            </a:extLst>
          </p:cNvPr>
          <p:cNvSpPr>
            <a:spLocks xmlns:a="http://schemas.openxmlformats.org/drawingml/2006/main" noGrp="1"/>
          </p:cNvSpPr>
          <p:nvPr/>
        </p:nvSpPr>
        <p:spPr>
          <a:xfrm xmlns:a="http://schemas.openxmlformats.org/drawingml/2006/main">
            <a:off x="10306050" y="9296400"/>
            <a:ext cx="114300" cy="11430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59" name="dp41-v4-summary / n30">
            <a:extLst xmlns:a="http://schemas.openxmlformats.org/drawingml/2006/main">
              <a:ext uri="{FF2B5EF4-FFF2-40B4-BE49-F238E27FC236}">
                <a16:creationId xmlns:a16="http://schemas.microsoft.com/office/drawing/2014/main" id="{078B5042-89EC-4DA3-9F2C-0ABADD1B87FB}"/>
              </a:ext>
            </a:extLst>
          </p:cNvPr>
          <p:cNvSpPr>
            <a:spLocks xmlns:a="http://schemas.openxmlformats.org/drawingml/2006/main" noGrp="1"/>
          </p:cNvSpPr>
          <p:nvPr/>
        </p:nvSpPr>
        <p:spPr>
          <a:xfrm xmlns:a="http://schemas.openxmlformats.org/drawingml/2006/main">
            <a:off x="10515600" y="9277350"/>
            <a:ext cx="73818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4점  4.800초  [코드 결합으로 반복 축소]</a:t>
            </a:r>
          </a:p>
        </p:txBody>
      </p:sp>
      <p:sp>
        <p:nvSpPr>
          <p:cNvPr id="360" name="dp41-v4-summary / n31">
            <a:extLst xmlns:a="http://schemas.openxmlformats.org/drawingml/2006/main">
              <a:ext uri="{FF2B5EF4-FFF2-40B4-BE49-F238E27FC236}">
                <a16:creationId xmlns:a16="http://schemas.microsoft.com/office/drawing/2014/main" id="{B87E4B17-0E49-4651-AFB4-92DA41278265}"/>
              </a:ext>
            </a:extLst>
          </p:cNvPr>
          <p:cNvSpPr>
            <a:spLocks xmlns:a="http://schemas.openxmlformats.org/drawingml/2006/main" noGrp="1"/>
          </p:cNvSpPr>
          <p:nvPr/>
        </p:nvSpPr>
        <p:spPr>
          <a:xfrm xmlns:a="http://schemas.openxmlformats.org/drawingml/2006/main">
            <a:off x="381000" y="94392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61" name="dp41-v4-summary / n32">
            <a:extLst xmlns:a="http://schemas.openxmlformats.org/drawingml/2006/main">
              <a:ext uri="{FF2B5EF4-FFF2-40B4-BE49-F238E27FC236}">
                <a16:creationId xmlns:a16="http://schemas.microsoft.com/office/drawing/2014/main" id="{9174BA43-2DE7-4C0B-96E2-E6B3EBD9AC0A}"/>
              </a:ext>
            </a:extLst>
          </p:cNvPr>
          <p:cNvSpPr>
            <a:spLocks xmlns:a="http://schemas.openxmlformats.org/drawingml/2006/main" noGrp="1"/>
          </p:cNvSpPr>
          <p:nvPr/>
        </p:nvSpPr>
        <p:spPr>
          <a:xfrm xmlns:a="http://schemas.openxmlformats.org/drawingml/2006/main">
            <a:off x="400050" y="9458325"/>
            <a:ext cx="23336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1">
                <a:solidFill>
                  <a:srgbClr val="18232E"/>
                </a:solidFill>
                <a:latin typeface="Apple SD Gothic Neo"/>
                <a:ea typeface="Apple SD Gothic Neo"/>
                <a:cs typeface="Apple SD Gothic Neo"/>
              </a:defRPr>
            </a:pPr>
            <a:r>
              <a:rPr sz="1050" b="1">
                <a:solidFill>
                  <a:srgbClr val="18232E"/>
                </a:solidFill>
                <a:latin typeface="Apple SD Gothic Neo"/>
                <a:ea typeface="Apple SD Gothic Neo"/>
                <a:cs typeface="Apple SD Gothic Neo"/>
              </a:rPr>
              <a:t>VIA 모델 사용 비용</a:t>
            </a:r>
          </a:p>
        </p:txBody>
      </p:sp>
      <p:sp>
        <p:nvSpPr>
          <p:cNvPr id="362" name="dp41-v4-summary / n33 / circle">
            <a:extLst xmlns:a="http://schemas.openxmlformats.org/drawingml/2006/main">
              <a:ext uri="{FF2B5EF4-FFF2-40B4-BE49-F238E27FC236}">
                <a16:creationId xmlns:a16="http://schemas.microsoft.com/office/drawing/2014/main" id="{66458CE2-0EF7-4AE0-B816-AAD4FD7B50A2}"/>
              </a:ext>
            </a:extLst>
          </p:cNvPr>
          <p:cNvSpPr>
            <a:spLocks xmlns:a="http://schemas.openxmlformats.org/drawingml/2006/main" noGrp="1"/>
          </p:cNvSpPr>
          <p:nvPr/>
        </p:nvSpPr>
        <p:spPr>
          <a:xfrm xmlns:a="http://schemas.openxmlformats.org/drawingml/2006/main">
            <a:off x="2857500" y="9477375"/>
            <a:ext cx="114300" cy="11430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63" name="dp41-v4-summary / n34 / circle">
            <a:extLst xmlns:a="http://schemas.openxmlformats.org/drawingml/2006/main">
              <a:ext uri="{FF2B5EF4-FFF2-40B4-BE49-F238E27FC236}">
                <a16:creationId xmlns:a16="http://schemas.microsoft.com/office/drawing/2014/main" id="{3DC728A4-5886-43F8-B5BB-7A2E54C4E51D}"/>
              </a:ext>
            </a:extLst>
          </p:cNvPr>
          <p:cNvSpPr>
            <a:spLocks xmlns:a="http://schemas.openxmlformats.org/drawingml/2006/main" noGrp="1"/>
          </p:cNvSpPr>
          <p:nvPr/>
        </p:nvSpPr>
        <p:spPr>
          <a:xfrm xmlns:a="http://schemas.openxmlformats.org/drawingml/2006/main">
            <a:off x="3009900" y="9477375"/>
            <a:ext cx="114300" cy="11430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64" name="dp41-v4-summary / n35 / circle">
            <a:extLst xmlns:a="http://schemas.openxmlformats.org/drawingml/2006/main">
              <a:ext uri="{FF2B5EF4-FFF2-40B4-BE49-F238E27FC236}">
                <a16:creationId xmlns:a16="http://schemas.microsoft.com/office/drawing/2014/main" id="{E76A5311-68C6-4C80-9F6B-E8DF53515EF7}"/>
              </a:ext>
            </a:extLst>
          </p:cNvPr>
          <p:cNvSpPr>
            <a:spLocks xmlns:a="http://schemas.openxmlformats.org/drawingml/2006/main" noGrp="1"/>
          </p:cNvSpPr>
          <p:nvPr/>
        </p:nvSpPr>
        <p:spPr>
          <a:xfrm xmlns:a="http://schemas.openxmlformats.org/drawingml/2006/main">
            <a:off x="3162300" y="9477375"/>
            <a:ext cx="114300" cy="11430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65" name="dp41-v4-summary / n36">
            <a:extLst xmlns:a="http://schemas.openxmlformats.org/drawingml/2006/main">
              <a:ext uri="{FF2B5EF4-FFF2-40B4-BE49-F238E27FC236}">
                <a16:creationId xmlns:a16="http://schemas.microsoft.com/office/drawing/2014/main" id="{8AF59DEB-7472-46E0-94C0-EB0A1070467B}"/>
              </a:ext>
            </a:extLst>
          </p:cNvPr>
          <p:cNvSpPr>
            <a:spLocks xmlns:a="http://schemas.openxmlformats.org/drawingml/2006/main" noGrp="1"/>
          </p:cNvSpPr>
          <p:nvPr/>
        </p:nvSpPr>
        <p:spPr>
          <a:xfrm xmlns:a="http://schemas.openxmlformats.org/drawingml/2006/main">
            <a:off x="3371850" y="9458325"/>
            <a:ext cx="63341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2점  $1.1867  [추가 재판단 70회]</a:t>
            </a:r>
          </a:p>
        </p:txBody>
      </p:sp>
      <p:sp>
        <p:nvSpPr>
          <p:cNvPr id="366" name="dp41-v4-summary / n37 / circle">
            <a:extLst xmlns:a="http://schemas.openxmlformats.org/drawingml/2006/main">
              <a:ext uri="{FF2B5EF4-FFF2-40B4-BE49-F238E27FC236}">
                <a16:creationId xmlns:a16="http://schemas.microsoft.com/office/drawing/2014/main" id="{A036E453-3D80-43D9-858C-07DC77511BFE}"/>
              </a:ext>
            </a:extLst>
          </p:cNvPr>
          <p:cNvSpPr>
            <a:spLocks xmlns:a="http://schemas.openxmlformats.org/drawingml/2006/main" noGrp="1"/>
          </p:cNvSpPr>
          <p:nvPr/>
        </p:nvSpPr>
        <p:spPr>
          <a:xfrm xmlns:a="http://schemas.openxmlformats.org/drawingml/2006/main">
            <a:off x="10001250" y="9477375"/>
            <a:ext cx="114300" cy="11430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67" name="dp41-v4-summary / n38 / circle">
            <a:extLst xmlns:a="http://schemas.openxmlformats.org/drawingml/2006/main">
              <a:ext uri="{FF2B5EF4-FFF2-40B4-BE49-F238E27FC236}">
                <a16:creationId xmlns:a16="http://schemas.microsoft.com/office/drawing/2014/main" id="{E16DC41A-DB69-4625-BDFB-29F2E9234C66}"/>
              </a:ext>
            </a:extLst>
          </p:cNvPr>
          <p:cNvSpPr>
            <a:spLocks xmlns:a="http://schemas.openxmlformats.org/drawingml/2006/main" noGrp="1"/>
          </p:cNvSpPr>
          <p:nvPr/>
        </p:nvSpPr>
        <p:spPr>
          <a:xfrm xmlns:a="http://schemas.openxmlformats.org/drawingml/2006/main">
            <a:off x="10153650" y="9477375"/>
            <a:ext cx="114300" cy="11430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68" name="dp41-v4-summary / n38 / half">
            <a:extLst xmlns:a="http://schemas.openxmlformats.org/drawingml/2006/main">
              <a:ext uri="{FF2B5EF4-FFF2-40B4-BE49-F238E27FC236}">
                <a16:creationId xmlns:a16="http://schemas.microsoft.com/office/drawing/2014/main" id="{80ACD9EF-7D5C-4061-AFC3-42A22E82D119}"/>
              </a:ext>
            </a:extLst>
          </p:cNvPr>
          <p:cNvSpPr>
            <a:spLocks xmlns:a="http://schemas.openxmlformats.org/drawingml/2006/main" noGrp="1"/>
          </p:cNvSpPr>
          <p:nvPr/>
        </p:nvSpPr>
        <p:spPr>
          <a:xfrm xmlns:a="http://schemas.openxmlformats.org/drawingml/2006/main">
            <a:off x="10153650" y="9477375"/>
            <a:ext cx="114300" cy="114300"/>
          </a:xfrm>
          <a:custGeom xmlns:a="http://schemas.openxmlformats.org/drawingml/2006/main">
            <a:pathLst>
              <a:path w="114300" h="114300">
                <a:moveTo>
                  <a:pt x="57150" y="0"/>
                </a:moveTo>
                <a:lnTo>
                  <a:pt x="51548" y="275"/>
                </a:lnTo>
                <a:lnTo>
                  <a:pt x="46001" y="1098"/>
                </a:lnTo>
                <a:lnTo>
                  <a:pt x="40560" y="2461"/>
                </a:lnTo>
                <a:lnTo>
                  <a:pt x="35280" y="4350"/>
                </a:lnTo>
                <a:lnTo>
                  <a:pt x="30210" y="6748"/>
                </a:lnTo>
                <a:lnTo>
                  <a:pt x="25399" y="9632"/>
                </a:lnTo>
                <a:lnTo>
                  <a:pt x="20894" y="12972"/>
                </a:lnTo>
                <a:lnTo>
                  <a:pt x="16739" y="16739"/>
                </a:lnTo>
                <a:lnTo>
                  <a:pt x="12972" y="20894"/>
                </a:lnTo>
                <a:lnTo>
                  <a:pt x="9632" y="25399"/>
                </a:lnTo>
                <a:lnTo>
                  <a:pt x="6748" y="30210"/>
                </a:lnTo>
                <a:lnTo>
                  <a:pt x="4350" y="35280"/>
                </a:lnTo>
                <a:lnTo>
                  <a:pt x="2461" y="40560"/>
                </a:lnTo>
                <a:lnTo>
                  <a:pt x="1098" y="46001"/>
                </a:lnTo>
                <a:lnTo>
                  <a:pt x="275" y="51548"/>
                </a:lnTo>
                <a:lnTo>
                  <a:pt x="0" y="57150"/>
                </a:lnTo>
                <a:lnTo>
                  <a:pt x="275" y="62752"/>
                </a:lnTo>
                <a:lnTo>
                  <a:pt x="1098" y="68299"/>
                </a:lnTo>
                <a:lnTo>
                  <a:pt x="2461" y="73740"/>
                </a:lnTo>
                <a:lnTo>
                  <a:pt x="4350" y="79020"/>
                </a:lnTo>
                <a:lnTo>
                  <a:pt x="6748" y="84090"/>
                </a:lnTo>
                <a:lnTo>
                  <a:pt x="9632" y="88901"/>
                </a:lnTo>
                <a:lnTo>
                  <a:pt x="12972" y="93406"/>
                </a:lnTo>
                <a:lnTo>
                  <a:pt x="16739" y="97561"/>
                </a:lnTo>
                <a:lnTo>
                  <a:pt x="20894" y="101328"/>
                </a:lnTo>
                <a:lnTo>
                  <a:pt x="25399" y="104668"/>
                </a:lnTo>
                <a:lnTo>
                  <a:pt x="30210" y="107552"/>
                </a:lnTo>
                <a:lnTo>
                  <a:pt x="35280" y="109950"/>
                </a:lnTo>
                <a:lnTo>
                  <a:pt x="40560" y="111839"/>
                </a:lnTo>
                <a:lnTo>
                  <a:pt x="46001" y="113202"/>
                </a:lnTo>
                <a:lnTo>
                  <a:pt x="51548" y="114025"/>
                </a:lnTo>
                <a:lnTo>
                  <a:pt x="57150" y="114300"/>
                </a:lnTo>
                <a:close/>
              </a:path>
            </a:pathLst>
          </a:custGeom>
          <a:solidFill xmlns:a="http://schemas.openxmlformats.org/drawingml/2006/main">
            <a:srgbClr val="18232E"/>
          </a:solidFill>
          <a:ln xmlns:a="http://schemas.openxmlformats.org/drawingml/2006/main" w="0">
            <a:noFill/>
          </a:ln>
        </p:spPr>
      </p:sp>
      <p:sp>
        <p:nvSpPr>
          <p:cNvPr id="369" name="dp41-v4-summary / n39 / circle">
            <a:extLst xmlns:a="http://schemas.openxmlformats.org/drawingml/2006/main">
              <a:ext uri="{FF2B5EF4-FFF2-40B4-BE49-F238E27FC236}">
                <a16:creationId xmlns:a16="http://schemas.microsoft.com/office/drawing/2014/main" id="{939E8B24-3AE3-4DA2-AA7E-9D7EC4DAF783}"/>
              </a:ext>
            </a:extLst>
          </p:cNvPr>
          <p:cNvSpPr>
            <a:spLocks xmlns:a="http://schemas.openxmlformats.org/drawingml/2006/main" noGrp="1"/>
          </p:cNvSpPr>
          <p:nvPr/>
        </p:nvSpPr>
        <p:spPr>
          <a:xfrm xmlns:a="http://schemas.openxmlformats.org/drawingml/2006/main">
            <a:off x="10306050" y="9477375"/>
            <a:ext cx="114300" cy="11430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70" name="dp41-v4-summary / n40">
            <a:extLst xmlns:a="http://schemas.openxmlformats.org/drawingml/2006/main">
              <a:ext uri="{FF2B5EF4-FFF2-40B4-BE49-F238E27FC236}">
                <a16:creationId xmlns:a16="http://schemas.microsoft.com/office/drawing/2014/main" id="{F2511FA7-0A4F-4C24-978B-6EC373449459}"/>
              </a:ext>
            </a:extLst>
          </p:cNvPr>
          <p:cNvSpPr>
            <a:spLocks xmlns:a="http://schemas.openxmlformats.org/drawingml/2006/main" noGrp="1"/>
          </p:cNvSpPr>
          <p:nvPr/>
        </p:nvSpPr>
        <p:spPr>
          <a:xfrm xmlns:a="http://schemas.openxmlformats.org/drawingml/2006/main">
            <a:off x="10515600" y="9458325"/>
            <a:ext cx="73818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3점  $1.0187  [추가 70회 축소]</a:t>
            </a:r>
          </a:p>
        </p:txBody>
      </p:sp>
      <p:sp>
        <p:nvSpPr>
          <p:cNvPr id="371" name="dp41-v4-summary / n41">
            <a:extLst xmlns:a="http://schemas.openxmlformats.org/drawingml/2006/main">
              <a:ext uri="{FF2B5EF4-FFF2-40B4-BE49-F238E27FC236}">
                <a16:creationId xmlns:a16="http://schemas.microsoft.com/office/drawing/2014/main" id="{71427F4A-CEAD-45D8-8AA9-5B1C22D7DFB6}"/>
              </a:ext>
            </a:extLst>
          </p:cNvPr>
          <p:cNvSpPr>
            <a:spLocks xmlns:a="http://schemas.openxmlformats.org/drawingml/2006/main" noGrp="1"/>
          </p:cNvSpPr>
          <p:nvPr/>
        </p:nvSpPr>
        <p:spPr>
          <a:xfrm xmlns:a="http://schemas.openxmlformats.org/drawingml/2006/main">
            <a:off x="381000" y="96202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72" name="dp41-v4-summary / n42">
            <a:extLst xmlns:a="http://schemas.openxmlformats.org/drawingml/2006/main">
              <a:ext uri="{FF2B5EF4-FFF2-40B4-BE49-F238E27FC236}">
                <a16:creationId xmlns:a16="http://schemas.microsoft.com/office/drawing/2014/main" id="{1008A66B-A470-4961-8077-2DE7E4F934F5}"/>
              </a:ext>
            </a:extLst>
          </p:cNvPr>
          <p:cNvSpPr>
            <a:spLocks xmlns:a="http://schemas.openxmlformats.org/drawingml/2006/main" noGrp="1"/>
          </p:cNvSpPr>
          <p:nvPr/>
        </p:nvSpPr>
        <p:spPr>
          <a:xfrm xmlns:a="http://schemas.openxmlformats.org/drawingml/2006/main">
            <a:off x="400050" y="9639300"/>
            <a:ext cx="23336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1">
                <a:solidFill>
                  <a:srgbClr val="18232E"/>
                </a:solidFill>
                <a:latin typeface="Apple SD Gothic Neo"/>
                <a:ea typeface="Apple SD Gothic Neo"/>
                <a:cs typeface="Apple SD Gothic Neo"/>
              </a:defRPr>
            </a:pPr>
            <a:r>
              <a:rPr sz="1050" b="1">
                <a:solidFill>
                  <a:srgbClr val="18232E"/>
                </a:solidFill>
                <a:latin typeface="Apple SD Gothic Neo"/>
                <a:ea typeface="Apple SD Gothic Neo"/>
                <a:cs typeface="Apple SD Gothic Neo"/>
              </a:rPr>
              <a:t>VIA 변경 용이성</a:t>
            </a:r>
          </a:p>
        </p:txBody>
      </p:sp>
      <p:sp>
        <p:nvSpPr>
          <p:cNvPr id="373" name="dp41-v4-summary / n43 / circle">
            <a:extLst xmlns:a="http://schemas.openxmlformats.org/drawingml/2006/main">
              <a:ext uri="{FF2B5EF4-FFF2-40B4-BE49-F238E27FC236}">
                <a16:creationId xmlns:a16="http://schemas.microsoft.com/office/drawing/2014/main" id="{0CA98F7F-65EE-4A5D-B43E-5E0F2826BE60}"/>
              </a:ext>
            </a:extLst>
          </p:cNvPr>
          <p:cNvSpPr>
            <a:spLocks xmlns:a="http://schemas.openxmlformats.org/drawingml/2006/main" noGrp="1"/>
          </p:cNvSpPr>
          <p:nvPr/>
        </p:nvSpPr>
        <p:spPr>
          <a:xfrm xmlns:a="http://schemas.openxmlformats.org/drawingml/2006/main">
            <a:off x="2857500" y="9658350"/>
            <a:ext cx="114300" cy="11430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74" name="dp41-v4-summary / n44 / circle">
            <a:extLst xmlns:a="http://schemas.openxmlformats.org/drawingml/2006/main">
              <a:ext uri="{FF2B5EF4-FFF2-40B4-BE49-F238E27FC236}">
                <a16:creationId xmlns:a16="http://schemas.microsoft.com/office/drawing/2014/main" id="{961820E7-31E0-4222-8C06-D5A60F453828}"/>
              </a:ext>
            </a:extLst>
          </p:cNvPr>
          <p:cNvSpPr>
            <a:spLocks xmlns:a="http://schemas.openxmlformats.org/drawingml/2006/main" noGrp="1"/>
          </p:cNvSpPr>
          <p:nvPr/>
        </p:nvSpPr>
        <p:spPr>
          <a:xfrm xmlns:a="http://schemas.openxmlformats.org/drawingml/2006/main">
            <a:off x="3009900" y="9658350"/>
            <a:ext cx="114300" cy="11430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75" name="dp41-v4-summary / n44 / half">
            <a:extLst xmlns:a="http://schemas.openxmlformats.org/drawingml/2006/main">
              <a:ext uri="{FF2B5EF4-FFF2-40B4-BE49-F238E27FC236}">
                <a16:creationId xmlns:a16="http://schemas.microsoft.com/office/drawing/2014/main" id="{7A5CCC38-F5C1-4B90-89BD-2AF83E1C62F4}"/>
              </a:ext>
            </a:extLst>
          </p:cNvPr>
          <p:cNvSpPr>
            <a:spLocks xmlns:a="http://schemas.openxmlformats.org/drawingml/2006/main" noGrp="1"/>
          </p:cNvSpPr>
          <p:nvPr/>
        </p:nvSpPr>
        <p:spPr>
          <a:xfrm xmlns:a="http://schemas.openxmlformats.org/drawingml/2006/main">
            <a:off x="3009900" y="9658350"/>
            <a:ext cx="114300" cy="114300"/>
          </a:xfrm>
          <a:custGeom xmlns:a="http://schemas.openxmlformats.org/drawingml/2006/main">
            <a:pathLst>
              <a:path w="114300" h="114300">
                <a:moveTo>
                  <a:pt x="57150" y="0"/>
                </a:moveTo>
                <a:lnTo>
                  <a:pt x="51548" y="275"/>
                </a:lnTo>
                <a:lnTo>
                  <a:pt x="46001" y="1098"/>
                </a:lnTo>
                <a:lnTo>
                  <a:pt x="40560" y="2461"/>
                </a:lnTo>
                <a:lnTo>
                  <a:pt x="35280" y="4350"/>
                </a:lnTo>
                <a:lnTo>
                  <a:pt x="30210" y="6748"/>
                </a:lnTo>
                <a:lnTo>
                  <a:pt x="25399" y="9632"/>
                </a:lnTo>
                <a:lnTo>
                  <a:pt x="20894" y="12972"/>
                </a:lnTo>
                <a:lnTo>
                  <a:pt x="16739" y="16739"/>
                </a:lnTo>
                <a:lnTo>
                  <a:pt x="12972" y="20894"/>
                </a:lnTo>
                <a:lnTo>
                  <a:pt x="9632" y="25399"/>
                </a:lnTo>
                <a:lnTo>
                  <a:pt x="6748" y="30210"/>
                </a:lnTo>
                <a:lnTo>
                  <a:pt x="4350" y="35280"/>
                </a:lnTo>
                <a:lnTo>
                  <a:pt x="2461" y="40560"/>
                </a:lnTo>
                <a:lnTo>
                  <a:pt x="1098" y="46001"/>
                </a:lnTo>
                <a:lnTo>
                  <a:pt x="275" y="51548"/>
                </a:lnTo>
                <a:lnTo>
                  <a:pt x="0" y="57150"/>
                </a:lnTo>
                <a:lnTo>
                  <a:pt x="275" y="62752"/>
                </a:lnTo>
                <a:lnTo>
                  <a:pt x="1098" y="68299"/>
                </a:lnTo>
                <a:lnTo>
                  <a:pt x="2461" y="73740"/>
                </a:lnTo>
                <a:lnTo>
                  <a:pt x="4350" y="79020"/>
                </a:lnTo>
                <a:lnTo>
                  <a:pt x="6748" y="84090"/>
                </a:lnTo>
                <a:lnTo>
                  <a:pt x="9632" y="88901"/>
                </a:lnTo>
                <a:lnTo>
                  <a:pt x="12972" y="93406"/>
                </a:lnTo>
                <a:lnTo>
                  <a:pt x="16739" y="97561"/>
                </a:lnTo>
                <a:lnTo>
                  <a:pt x="20894" y="101328"/>
                </a:lnTo>
                <a:lnTo>
                  <a:pt x="25399" y="104668"/>
                </a:lnTo>
                <a:lnTo>
                  <a:pt x="30210" y="107552"/>
                </a:lnTo>
                <a:lnTo>
                  <a:pt x="35280" y="109950"/>
                </a:lnTo>
                <a:lnTo>
                  <a:pt x="40560" y="111839"/>
                </a:lnTo>
                <a:lnTo>
                  <a:pt x="46001" y="113202"/>
                </a:lnTo>
                <a:lnTo>
                  <a:pt x="51548" y="114025"/>
                </a:lnTo>
                <a:lnTo>
                  <a:pt x="57150" y="114300"/>
                </a:lnTo>
                <a:close/>
              </a:path>
            </a:pathLst>
          </a:custGeom>
          <a:solidFill xmlns:a="http://schemas.openxmlformats.org/drawingml/2006/main">
            <a:srgbClr val="18232E"/>
          </a:solidFill>
          <a:ln xmlns:a="http://schemas.openxmlformats.org/drawingml/2006/main" w="0">
            <a:noFill/>
          </a:ln>
        </p:spPr>
      </p:sp>
      <p:sp>
        <p:nvSpPr>
          <p:cNvPr id="376" name="dp41-v4-summary / n45 / circle">
            <a:extLst xmlns:a="http://schemas.openxmlformats.org/drawingml/2006/main">
              <a:ext uri="{FF2B5EF4-FFF2-40B4-BE49-F238E27FC236}">
                <a16:creationId xmlns:a16="http://schemas.microsoft.com/office/drawing/2014/main" id="{1FC8B8CF-DE21-476F-BAB5-8C997F2D858C}"/>
              </a:ext>
            </a:extLst>
          </p:cNvPr>
          <p:cNvSpPr>
            <a:spLocks xmlns:a="http://schemas.openxmlformats.org/drawingml/2006/main" noGrp="1"/>
          </p:cNvSpPr>
          <p:nvPr/>
        </p:nvSpPr>
        <p:spPr>
          <a:xfrm xmlns:a="http://schemas.openxmlformats.org/drawingml/2006/main">
            <a:off x="3162300" y="9658350"/>
            <a:ext cx="114300" cy="11430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77" name="dp41-v4-summary / n46">
            <a:extLst xmlns:a="http://schemas.openxmlformats.org/drawingml/2006/main">
              <a:ext uri="{FF2B5EF4-FFF2-40B4-BE49-F238E27FC236}">
                <a16:creationId xmlns:a16="http://schemas.microsoft.com/office/drawing/2014/main" id="{B89AC687-87B6-4419-9DEE-358FA226C9A8}"/>
              </a:ext>
            </a:extLst>
          </p:cNvPr>
          <p:cNvSpPr>
            <a:spLocks xmlns:a="http://schemas.openxmlformats.org/drawingml/2006/main" noGrp="1"/>
          </p:cNvSpPr>
          <p:nvPr/>
        </p:nvSpPr>
        <p:spPr>
          <a:xfrm xmlns:a="http://schemas.openxmlformats.org/drawingml/2006/main">
            <a:off x="3371850" y="9639300"/>
            <a:ext cx="63341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3점  2.167개  [지침과 검증 변경]</a:t>
            </a:r>
          </a:p>
        </p:txBody>
      </p:sp>
      <p:sp>
        <p:nvSpPr>
          <p:cNvPr id="378" name="dp41-v4-summary / n47 / circle">
            <a:extLst xmlns:a="http://schemas.openxmlformats.org/drawingml/2006/main">
              <a:ext uri="{FF2B5EF4-FFF2-40B4-BE49-F238E27FC236}">
                <a16:creationId xmlns:a16="http://schemas.microsoft.com/office/drawing/2014/main" id="{672C71CA-1B57-4F57-B674-AA6C43276877}"/>
              </a:ext>
            </a:extLst>
          </p:cNvPr>
          <p:cNvSpPr>
            <a:spLocks xmlns:a="http://schemas.openxmlformats.org/drawingml/2006/main" noGrp="1"/>
          </p:cNvSpPr>
          <p:nvPr/>
        </p:nvSpPr>
        <p:spPr>
          <a:xfrm xmlns:a="http://schemas.openxmlformats.org/drawingml/2006/main">
            <a:off x="10001250" y="9658350"/>
            <a:ext cx="114300" cy="11430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79" name="dp41-v4-summary / n48 / circle">
            <a:extLst xmlns:a="http://schemas.openxmlformats.org/drawingml/2006/main">
              <a:ext uri="{FF2B5EF4-FFF2-40B4-BE49-F238E27FC236}">
                <a16:creationId xmlns:a16="http://schemas.microsoft.com/office/drawing/2014/main" id="{76328F8F-060C-42C6-9CB3-A8DE327B2767}"/>
              </a:ext>
            </a:extLst>
          </p:cNvPr>
          <p:cNvSpPr>
            <a:spLocks xmlns:a="http://schemas.openxmlformats.org/drawingml/2006/main" noGrp="1"/>
          </p:cNvSpPr>
          <p:nvPr/>
        </p:nvSpPr>
        <p:spPr>
          <a:xfrm xmlns:a="http://schemas.openxmlformats.org/drawingml/2006/main">
            <a:off x="10153650" y="9658350"/>
            <a:ext cx="114300" cy="11430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80" name="dp41-v4-summary / n49 / circle">
            <a:extLst xmlns:a="http://schemas.openxmlformats.org/drawingml/2006/main">
              <a:ext uri="{FF2B5EF4-FFF2-40B4-BE49-F238E27FC236}">
                <a16:creationId xmlns:a16="http://schemas.microsoft.com/office/drawing/2014/main" id="{71EC81DF-6531-48E3-BD56-C2AC58928DE9}"/>
              </a:ext>
            </a:extLst>
          </p:cNvPr>
          <p:cNvSpPr>
            <a:spLocks xmlns:a="http://schemas.openxmlformats.org/drawingml/2006/main" noGrp="1"/>
          </p:cNvSpPr>
          <p:nvPr/>
        </p:nvSpPr>
        <p:spPr>
          <a:xfrm xmlns:a="http://schemas.openxmlformats.org/drawingml/2006/main">
            <a:off x="10306050" y="9658350"/>
            <a:ext cx="114300" cy="11430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81" name="dp41-v4-summary / n50">
            <a:extLst xmlns:a="http://schemas.openxmlformats.org/drawingml/2006/main">
              <a:ext uri="{FF2B5EF4-FFF2-40B4-BE49-F238E27FC236}">
                <a16:creationId xmlns:a16="http://schemas.microsoft.com/office/drawing/2014/main" id="{6682D2F1-AFCE-454F-91EB-406E73686561}"/>
              </a:ext>
            </a:extLst>
          </p:cNvPr>
          <p:cNvSpPr>
            <a:spLocks xmlns:a="http://schemas.openxmlformats.org/drawingml/2006/main" noGrp="1"/>
          </p:cNvSpPr>
          <p:nvPr/>
        </p:nvSpPr>
        <p:spPr>
          <a:xfrm xmlns:a="http://schemas.openxmlformats.org/drawingml/2006/main">
            <a:off x="10515600" y="9639300"/>
            <a:ext cx="73818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2점  2.333개  [틀과 Engine 규칙 변경]</a:t>
            </a:r>
          </a:p>
        </p:txBody>
      </p:sp>
      <p:sp>
        <p:nvSpPr>
          <p:cNvPr id="382" name="dp41-v4-summary / n51">
            <a:extLst xmlns:a="http://schemas.openxmlformats.org/drawingml/2006/main">
              <a:ext uri="{FF2B5EF4-FFF2-40B4-BE49-F238E27FC236}">
                <a16:creationId xmlns:a16="http://schemas.microsoft.com/office/drawing/2014/main" id="{ABF61D40-2FB9-4DA7-8B41-5E1DF62C4036}"/>
              </a:ext>
            </a:extLst>
          </p:cNvPr>
          <p:cNvSpPr>
            <a:spLocks xmlns:a="http://schemas.openxmlformats.org/drawingml/2006/main" noGrp="1"/>
          </p:cNvSpPr>
          <p:nvPr/>
        </p:nvSpPr>
        <p:spPr>
          <a:xfrm xmlns:a="http://schemas.openxmlformats.org/drawingml/2006/main">
            <a:off x="381000" y="98012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83" name="dp41-v4-summary / n52">
            <a:extLst xmlns:a="http://schemas.openxmlformats.org/drawingml/2006/main">
              <a:ext uri="{FF2B5EF4-FFF2-40B4-BE49-F238E27FC236}">
                <a16:creationId xmlns:a16="http://schemas.microsoft.com/office/drawing/2014/main" id="{9506029C-B4F1-4E3C-89B3-2E760FB35B62}"/>
              </a:ext>
            </a:extLst>
          </p:cNvPr>
          <p:cNvSpPr>
            <a:spLocks xmlns:a="http://schemas.openxmlformats.org/drawingml/2006/main" noGrp="1"/>
          </p:cNvSpPr>
          <p:nvPr/>
        </p:nvSpPr>
        <p:spPr>
          <a:xfrm xmlns:a="http://schemas.openxmlformats.org/drawingml/2006/main">
            <a:off x="400050" y="9820275"/>
            <a:ext cx="23336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1">
                <a:solidFill>
                  <a:srgbClr val="18232E"/>
                </a:solidFill>
                <a:latin typeface="Apple SD Gothic Neo"/>
                <a:ea typeface="Apple SD Gothic Neo"/>
                <a:cs typeface="Apple SD Gothic Neo"/>
              </a:defRPr>
            </a:pPr>
            <a:r>
              <a:rPr sz="1050" b="1">
                <a:solidFill>
                  <a:srgbClr val="18232E"/>
                </a:solidFill>
                <a:latin typeface="Apple SD Gothic Neo"/>
                <a:ea typeface="Apple SD Gothic Neo"/>
                <a:cs typeface="Apple SD Gothic Neo"/>
              </a:rPr>
              <a:t>로컬 VIA 메모리 사용량</a:t>
            </a:r>
          </a:p>
        </p:txBody>
      </p:sp>
      <p:sp>
        <p:nvSpPr>
          <p:cNvPr id="384" name="dp41-v4-summary / n53 / circle">
            <a:extLst xmlns:a="http://schemas.openxmlformats.org/drawingml/2006/main">
              <a:ext uri="{FF2B5EF4-FFF2-40B4-BE49-F238E27FC236}">
                <a16:creationId xmlns:a16="http://schemas.microsoft.com/office/drawing/2014/main" id="{1B0C5E43-59D6-44AD-A623-8C66A9F25C0F}"/>
              </a:ext>
            </a:extLst>
          </p:cNvPr>
          <p:cNvSpPr>
            <a:spLocks xmlns:a="http://schemas.openxmlformats.org/drawingml/2006/main" noGrp="1"/>
          </p:cNvSpPr>
          <p:nvPr/>
        </p:nvSpPr>
        <p:spPr>
          <a:xfrm xmlns:a="http://schemas.openxmlformats.org/drawingml/2006/main">
            <a:off x="2857500" y="9839325"/>
            <a:ext cx="114300" cy="11430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85" name="dp41-v4-summary / n54 / circle">
            <a:extLst xmlns:a="http://schemas.openxmlformats.org/drawingml/2006/main">
              <a:ext uri="{FF2B5EF4-FFF2-40B4-BE49-F238E27FC236}">
                <a16:creationId xmlns:a16="http://schemas.microsoft.com/office/drawing/2014/main" id="{8BF178C3-7083-4072-B9AF-039CFFFAD58B}"/>
              </a:ext>
            </a:extLst>
          </p:cNvPr>
          <p:cNvSpPr>
            <a:spLocks xmlns:a="http://schemas.openxmlformats.org/drawingml/2006/main" noGrp="1"/>
          </p:cNvSpPr>
          <p:nvPr/>
        </p:nvSpPr>
        <p:spPr>
          <a:xfrm xmlns:a="http://schemas.openxmlformats.org/drawingml/2006/main">
            <a:off x="3009900" y="9839325"/>
            <a:ext cx="114300" cy="11430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86" name="dp41-v4-summary / n55 / circle">
            <a:extLst xmlns:a="http://schemas.openxmlformats.org/drawingml/2006/main">
              <a:ext uri="{FF2B5EF4-FFF2-40B4-BE49-F238E27FC236}">
                <a16:creationId xmlns:a16="http://schemas.microsoft.com/office/drawing/2014/main" id="{7BD05084-6790-417F-B702-8610F4B4E0A2}"/>
              </a:ext>
            </a:extLst>
          </p:cNvPr>
          <p:cNvSpPr>
            <a:spLocks xmlns:a="http://schemas.openxmlformats.org/drawingml/2006/main" noGrp="1"/>
          </p:cNvSpPr>
          <p:nvPr/>
        </p:nvSpPr>
        <p:spPr>
          <a:xfrm xmlns:a="http://schemas.openxmlformats.org/drawingml/2006/main">
            <a:off x="3162300" y="9839325"/>
            <a:ext cx="114300" cy="11430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87" name="dp41-v4-summary / n56">
            <a:extLst xmlns:a="http://schemas.openxmlformats.org/drawingml/2006/main">
              <a:ext uri="{FF2B5EF4-FFF2-40B4-BE49-F238E27FC236}">
                <a16:creationId xmlns:a16="http://schemas.microsoft.com/office/drawing/2014/main" id="{5A898D93-B049-4765-AFD3-620BCC85E053}"/>
              </a:ext>
            </a:extLst>
          </p:cNvPr>
          <p:cNvSpPr>
            <a:spLocks xmlns:a="http://schemas.openxmlformats.org/drawingml/2006/main" noGrp="1"/>
          </p:cNvSpPr>
          <p:nvPr/>
        </p:nvSpPr>
        <p:spPr>
          <a:xfrm xmlns:a="http://schemas.openxmlformats.org/drawingml/2006/main">
            <a:off x="3371850" y="9820275"/>
            <a:ext cx="63341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4점  1,792MiB  [Context와 조회 buffer]</a:t>
            </a:r>
          </a:p>
        </p:txBody>
      </p:sp>
      <p:sp>
        <p:nvSpPr>
          <p:cNvPr id="388" name="dp41-v4-summary / n57 / circle">
            <a:extLst xmlns:a="http://schemas.openxmlformats.org/drawingml/2006/main">
              <a:ext uri="{FF2B5EF4-FFF2-40B4-BE49-F238E27FC236}">
                <a16:creationId xmlns:a16="http://schemas.microsoft.com/office/drawing/2014/main" id="{0A291F5B-DED6-47C8-8F85-650D3A84A2FC}"/>
              </a:ext>
            </a:extLst>
          </p:cNvPr>
          <p:cNvSpPr>
            <a:spLocks xmlns:a="http://schemas.openxmlformats.org/drawingml/2006/main" noGrp="1"/>
          </p:cNvSpPr>
          <p:nvPr/>
        </p:nvSpPr>
        <p:spPr>
          <a:xfrm xmlns:a="http://schemas.openxmlformats.org/drawingml/2006/main">
            <a:off x="10001250" y="9839325"/>
            <a:ext cx="114300" cy="11430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89" name="dp41-v4-summary / n58 / circle">
            <a:extLst xmlns:a="http://schemas.openxmlformats.org/drawingml/2006/main">
              <a:ext uri="{FF2B5EF4-FFF2-40B4-BE49-F238E27FC236}">
                <a16:creationId xmlns:a16="http://schemas.microsoft.com/office/drawing/2014/main" id="{5B86ABD5-BC4E-4CA6-A978-ADFE5D0C336D}"/>
              </a:ext>
            </a:extLst>
          </p:cNvPr>
          <p:cNvSpPr>
            <a:spLocks xmlns:a="http://schemas.openxmlformats.org/drawingml/2006/main" noGrp="1"/>
          </p:cNvSpPr>
          <p:nvPr/>
        </p:nvSpPr>
        <p:spPr>
          <a:xfrm xmlns:a="http://schemas.openxmlformats.org/drawingml/2006/main">
            <a:off x="10153650" y="9839325"/>
            <a:ext cx="114300" cy="11430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90" name="dp41-v4-summary / n59 / circle">
            <a:extLst xmlns:a="http://schemas.openxmlformats.org/drawingml/2006/main">
              <a:ext uri="{FF2B5EF4-FFF2-40B4-BE49-F238E27FC236}">
                <a16:creationId xmlns:a16="http://schemas.microsoft.com/office/drawing/2014/main" id="{773AAEFE-EAC5-4B74-AF68-394C559E4F1E}"/>
              </a:ext>
            </a:extLst>
          </p:cNvPr>
          <p:cNvSpPr>
            <a:spLocks xmlns:a="http://schemas.openxmlformats.org/drawingml/2006/main" noGrp="1"/>
          </p:cNvSpPr>
          <p:nvPr/>
        </p:nvSpPr>
        <p:spPr>
          <a:xfrm xmlns:a="http://schemas.openxmlformats.org/drawingml/2006/main">
            <a:off x="10306050" y="9839325"/>
            <a:ext cx="114300" cy="11430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91" name="dp41-v4-summary / n60">
            <a:extLst xmlns:a="http://schemas.openxmlformats.org/drawingml/2006/main">
              <a:ext uri="{FF2B5EF4-FFF2-40B4-BE49-F238E27FC236}">
                <a16:creationId xmlns:a16="http://schemas.microsoft.com/office/drawing/2014/main" id="{EE684919-968C-4834-BAA0-ACFE4D2E4B70}"/>
              </a:ext>
            </a:extLst>
          </p:cNvPr>
          <p:cNvSpPr>
            <a:spLocks xmlns:a="http://schemas.openxmlformats.org/drawingml/2006/main" noGrp="1"/>
          </p:cNvSpPr>
          <p:nvPr/>
        </p:nvSpPr>
        <p:spPr>
          <a:xfrm xmlns:a="http://schemas.openxmlformats.org/drawingml/2006/main">
            <a:off x="10515600" y="9820275"/>
            <a:ext cx="73818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4점  1,760MiB  [틀과 항목별 상태]</a:t>
            </a:r>
          </a:p>
        </p:txBody>
      </p:sp>
      <p:sp>
        <p:nvSpPr>
          <p:cNvPr id="392" name="dp41-v4-summary / n61">
            <a:extLst xmlns:a="http://schemas.openxmlformats.org/drawingml/2006/main">
              <a:ext uri="{FF2B5EF4-FFF2-40B4-BE49-F238E27FC236}">
                <a16:creationId xmlns:a16="http://schemas.microsoft.com/office/drawing/2014/main" id="{05491D2E-CC78-4A3F-9B4B-429F5A386346}"/>
              </a:ext>
            </a:extLst>
          </p:cNvPr>
          <p:cNvSpPr>
            <a:spLocks xmlns:a="http://schemas.openxmlformats.org/drawingml/2006/main" noGrp="1"/>
          </p:cNvSpPr>
          <p:nvPr/>
        </p:nvSpPr>
        <p:spPr>
          <a:xfrm xmlns:a="http://schemas.openxmlformats.org/drawingml/2006/main">
            <a:off x="381000" y="10029825"/>
            <a:ext cx="175260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5F6B77"/>
                </a:solidFill>
                <a:latin typeface="Apple SD Gothic Neo"/>
                <a:ea typeface="Apple SD Gothic Neo"/>
                <a:cs typeface="Apple SD Gothic Neo"/>
              </a:defRPr>
            </a:pPr>
            <a:r>
              <a:rPr sz="1050" b="0">
                <a:solidFill>
                  <a:srgbClr val="5F6B77"/>
                </a:solidFill>
                <a:latin typeface="Apple SD Gothic Neo"/>
                <a:ea typeface="Apple SD Gothic Neo"/>
                <a:cs typeface="Apple SD Gothic Neo"/>
              </a:rPr>
              <a:t>사고 실험 가정값 / ASR-QA-v5 기준 / 실제 측정 전 / 보호 조건 별도 / 상세 비교 다음 장</a:t>
            </a:r>
          </a:p>
        </p:txBody>
      </p:sp>
      <p:sp>
        <p:nvSpPr>
          <p:cNvPr id="33" name="dp41-comparison / n33">
            <a:extLst xmlns:a="http://schemas.openxmlformats.org/drawingml/2006/main">
              <a:ext uri="{FF2B5EF4-FFF2-40B4-BE49-F238E27FC236}">
                <a16:creationId xmlns:a16="http://schemas.microsoft.com/office/drawing/2014/main" id="{8094D5CE-C823-415C-8B62-3745C97B2ABA}"/>
              </a:ext>
            </a:extLst>
          </p:cNvPr>
          <p:cNvSpPr>
            <a:spLocks xmlns:a="http://schemas.openxmlformats.org/drawingml/2006/main" noGrp="1"/>
          </p:cNvSpPr>
          <p:nvPr/>
        </p:nvSpPr>
        <p:spPr>
          <a:xfrm xmlns:a="http://schemas.openxmlformats.org/drawingml/2006/main">
            <a:off x="447675" y="3257550"/>
            <a:ext cx="819150" cy="50006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34" name="dp41-comparison / n34 / text 1">
            <a:extLst xmlns:a="http://schemas.openxmlformats.org/drawingml/2006/main">
              <a:ext uri="{FF2B5EF4-FFF2-40B4-BE49-F238E27FC236}">
                <a16:creationId xmlns:a16="http://schemas.microsoft.com/office/drawing/2014/main" id="{044931FA-E06A-4C2E-BB38-1334EE8CD71E}"/>
              </a:ext>
            </a:extLst>
          </p:cNvPr>
          <p:cNvSpPr>
            <a:spLocks xmlns:a="http://schemas.openxmlformats.org/drawingml/2006/main" noGrp="1"/>
          </p:cNvSpPr>
          <p:nvPr/>
        </p:nvSpPr>
        <p:spPr>
          <a:xfrm xmlns:a="http://schemas.openxmlformats.org/drawingml/2006/main">
            <a:off x="466725" y="3343275"/>
            <a:ext cx="781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Legend</a:t>
            </a:r>
          </a:p>
        </p:txBody>
      </p:sp>
      <p:sp>
        <p:nvSpPr>
          <p:cNvPr id="35" name="dp41-comparison / n35">
            <a:extLst xmlns:a="http://schemas.openxmlformats.org/drawingml/2006/main">
              <a:ext uri="{FF2B5EF4-FFF2-40B4-BE49-F238E27FC236}">
                <a16:creationId xmlns:a16="http://schemas.microsoft.com/office/drawing/2014/main" id="{2DDDB9B4-A7C8-4779-A6C9-EB47D2677788}"/>
              </a:ext>
            </a:extLst>
          </p:cNvPr>
          <p:cNvSpPr>
            <a:spLocks xmlns:a="http://schemas.openxmlformats.org/drawingml/2006/main" noGrp="1"/>
          </p:cNvSpPr>
          <p:nvPr/>
        </p:nvSpPr>
        <p:spPr>
          <a:xfrm xmlns:a="http://schemas.openxmlformats.org/drawingml/2006/main">
            <a:off x="504825" y="3609975"/>
            <a:ext cx="7048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36" name="dp41-comparison / n36 / text 1">
            <a:extLst xmlns:a="http://schemas.openxmlformats.org/drawingml/2006/main">
              <a:ext uri="{FF2B5EF4-FFF2-40B4-BE49-F238E27FC236}">
                <a16:creationId xmlns:a16="http://schemas.microsoft.com/office/drawing/2014/main" id="{74EB7C2A-BEC5-405C-90A9-888CA10074F1}"/>
              </a:ext>
            </a:extLst>
          </p:cNvPr>
          <p:cNvSpPr>
            <a:spLocks xmlns:a="http://schemas.openxmlformats.org/drawingml/2006/main" noGrp="1"/>
          </p:cNvSpPr>
          <p:nvPr/>
        </p:nvSpPr>
        <p:spPr>
          <a:xfrm xmlns:a="http://schemas.openxmlformats.org/drawingml/2006/main">
            <a:off x="590550" y="3676650"/>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Component</a:t>
            </a:r>
          </a:p>
        </p:txBody>
      </p:sp>
      <p:sp>
        <p:nvSpPr>
          <p:cNvPr id="37" name="dp41-comparison / n37 / text 1">
            <a:extLst xmlns:a="http://schemas.openxmlformats.org/drawingml/2006/main">
              <a:ext uri="{FF2B5EF4-FFF2-40B4-BE49-F238E27FC236}">
                <a16:creationId xmlns:a16="http://schemas.microsoft.com/office/drawing/2014/main" id="{43FEE6A4-0B52-46EF-927B-3200F5382FDD}"/>
              </a:ext>
            </a:extLst>
          </p:cNvPr>
          <p:cNvSpPr>
            <a:spLocks xmlns:a="http://schemas.openxmlformats.org/drawingml/2006/main" noGrp="1"/>
          </p:cNvSpPr>
          <p:nvPr/>
        </p:nvSpPr>
        <p:spPr>
          <a:xfrm xmlns:a="http://schemas.openxmlformats.org/drawingml/2006/main">
            <a:off x="514350" y="3895725"/>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논리 책임</a:t>
            </a:r>
          </a:p>
        </p:txBody>
      </p:sp>
      <p:sp>
        <p:nvSpPr>
          <p:cNvPr id="38" name="dp41-comparison / n38">
            <a:extLst xmlns:a="http://schemas.openxmlformats.org/drawingml/2006/main">
              <a:ext uri="{FF2B5EF4-FFF2-40B4-BE49-F238E27FC236}">
                <a16:creationId xmlns:a16="http://schemas.microsoft.com/office/drawing/2014/main" id="{F04C860E-9291-447A-8B55-4CC8DFBF76E7}"/>
              </a:ext>
            </a:extLst>
          </p:cNvPr>
          <p:cNvSpPr>
            <a:spLocks xmlns:a="http://schemas.openxmlformats.org/drawingml/2006/main" noGrp="1"/>
          </p:cNvSpPr>
          <p:nvPr/>
        </p:nvSpPr>
        <p:spPr>
          <a:xfrm xmlns:a="http://schemas.openxmlformats.org/drawingml/2006/main">
            <a:off x="504825" y="4171950"/>
            <a:ext cx="704850" cy="257175"/>
          </a:xfrm>
          <a:prstGeom xmlns:a="http://schemas.openxmlformats.org/drawingml/2006/main" prst="roundRect">
            <a:avLst>
              <a:gd name="adj" fmla="val 29630"/>
            </a:avLst>
          </a:prstGeom>
          <a:solidFill xmlns:a="http://schemas.openxmlformats.org/drawingml/2006/main">
            <a:srgbClr val="FFFFFF"/>
          </a:solidFill>
          <a:ln xmlns:a="http://schemas.openxmlformats.org/drawingml/2006/main" w="9525">
            <a:solidFill>
              <a:srgbClr val="000000"/>
            </a:solidFill>
            <a:prstDash val="solid"/>
          </a:ln>
        </p:spPr>
      </p:sp>
      <p:sp>
        <p:nvSpPr>
          <p:cNvPr id="39" name="dp41-comparison / n39 / text 1">
            <a:extLst xmlns:a="http://schemas.openxmlformats.org/drawingml/2006/main">
              <a:ext uri="{FF2B5EF4-FFF2-40B4-BE49-F238E27FC236}">
                <a16:creationId xmlns:a16="http://schemas.microsoft.com/office/drawing/2014/main" id="{C6F806C1-AAC7-474A-BE7E-B62589B56DFA}"/>
              </a:ext>
            </a:extLst>
          </p:cNvPr>
          <p:cNvSpPr>
            <a:spLocks xmlns:a="http://schemas.openxmlformats.org/drawingml/2006/main" noGrp="1"/>
          </p:cNvSpPr>
          <p:nvPr/>
        </p:nvSpPr>
        <p:spPr>
          <a:xfrm xmlns:a="http://schemas.openxmlformats.org/drawingml/2006/main">
            <a:off x="590550" y="4238625"/>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Module</a:t>
            </a:r>
          </a:p>
        </p:txBody>
      </p:sp>
      <p:sp>
        <p:nvSpPr>
          <p:cNvPr id="40" name="dp41-comparison / n40 / text 1">
            <a:extLst xmlns:a="http://schemas.openxmlformats.org/drawingml/2006/main">
              <a:ext uri="{FF2B5EF4-FFF2-40B4-BE49-F238E27FC236}">
                <a16:creationId xmlns:a16="http://schemas.microsoft.com/office/drawing/2014/main" id="{66D0DBE6-0033-48AA-885E-4C8BCC006A83}"/>
              </a:ext>
            </a:extLst>
          </p:cNvPr>
          <p:cNvSpPr>
            <a:spLocks xmlns:a="http://schemas.openxmlformats.org/drawingml/2006/main" noGrp="1"/>
          </p:cNvSpPr>
          <p:nvPr/>
        </p:nvSpPr>
        <p:spPr>
          <a:xfrm xmlns:a="http://schemas.openxmlformats.org/drawingml/2006/main">
            <a:off x="514350" y="4457700"/>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내부 구현</a:t>
            </a:r>
          </a:p>
        </p:txBody>
      </p:sp>
      <p:sp>
        <p:nvSpPr>
          <p:cNvPr id="41" name="dp41-comparison / n41">
            <a:extLst xmlns:a="http://schemas.openxmlformats.org/drawingml/2006/main">
              <a:ext uri="{FF2B5EF4-FFF2-40B4-BE49-F238E27FC236}">
                <a16:creationId xmlns:a16="http://schemas.microsoft.com/office/drawing/2014/main" id="{489AEC08-A147-490A-A72E-35A320D69C14}"/>
              </a:ext>
            </a:extLst>
          </p:cNvPr>
          <p:cNvSpPr>
            <a:spLocks xmlns:a="http://schemas.openxmlformats.org/drawingml/2006/main" noGrp="1"/>
          </p:cNvSpPr>
          <p:nvPr/>
        </p:nvSpPr>
        <p:spPr>
          <a:xfrm xmlns:a="http://schemas.openxmlformats.org/drawingml/2006/main">
            <a:off x="504825" y="4733925"/>
            <a:ext cx="704850" cy="257175"/>
          </a:xfrm>
          <a:custGeom xmlns:a="http://schemas.openxmlformats.org/drawingml/2006/main">
            <a:pathLst>
              <a:path w="704850" h="257175">
                <a:moveTo>
                  <a:pt x="0" y="0"/>
                </a:moveTo>
                <a:lnTo>
                  <a:pt x="533400" y="0"/>
                </a:lnTo>
                <a:lnTo>
                  <a:pt x="704850" y="171450"/>
                </a:lnTo>
                <a:lnTo>
                  <a:pt x="704850" y="257175"/>
                </a:lnTo>
                <a:lnTo>
                  <a:pt x="0" y="257175"/>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42" name="dp41-comparison / n41 / fold">
            <a:extLst xmlns:a="http://schemas.openxmlformats.org/drawingml/2006/main">
              <a:ext uri="{FF2B5EF4-FFF2-40B4-BE49-F238E27FC236}">
                <a16:creationId xmlns:a16="http://schemas.microsoft.com/office/drawing/2014/main" id="{7308B8DB-CE6C-47DA-B136-235330CB0DFB}"/>
              </a:ext>
            </a:extLst>
          </p:cNvPr>
          <p:cNvSpPr>
            <a:spLocks xmlns:a="http://schemas.openxmlformats.org/drawingml/2006/main" noGrp="1"/>
          </p:cNvSpPr>
          <p:nvPr/>
        </p:nvSpPr>
        <p:spPr>
          <a:xfrm xmlns:a="http://schemas.openxmlformats.org/drawingml/2006/main">
            <a:off x="1038225" y="473392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43" name="dp41-comparison / n42 / text 1">
            <a:extLst xmlns:a="http://schemas.openxmlformats.org/drawingml/2006/main">
              <a:ext uri="{FF2B5EF4-FFF2-40B4-BE49-F238E27FC236}">
                <a16:creationId xmlns:a16="http://schemas.microsoft.com/office/drawing/2014/main" id="{1EE18145-7510-4DF8-B45E-F0D44EF36451}"/>
              </a:ext>
            </a:extLst>
          </p:cNvPr>
          <p:cNvSpPr>
            <a:spLocks xmlns:a="http://schemas.openxmlformats.org/drawingml/2006/main" noGrp="1"/>
          </p:cNvSpPr>
          <p:nvPr/>
        </p:nvSpPr>
        <p:spPr>
          <a:xfrm xmlns:a="http://schemas.openxmlformats.org/drawingml/2006/main">
            <a:off x="523875" y="4800600"/>
            <a:ext cx="666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Data</a:t>
            </a:r>
          </a:p>
        </p:txBody>
      </p:sp>
      <p:sp>
        <p:nvSpPr>
          <p:cNvPr id="44" name="dp41-comparison / n43 / text 1">
            <a:extLst xmlns:a="http://schemas.openxmlformats.org/drawingml/2006/main">
              <a:ext uri="{FF2B5EF4-FFF2-40B4-BE49-F238E27FC236}">
                <a16:creationId xmlns:a16="http://schemas.microsoft.com/office/drawing/2014/main" id="{82CF1234-3E56-451C-9378-09DA64F17CA4}"/>
              </a:ext>
            </a:extLst>
          </p:cNvPr>
          <p:cNvSpPr>
            <a:spLocks xmlns:a="http://schemas.openxmlformats.org/drawingml/2006/main" noGrp="1"/>
          </p:cNvSpPr>
          <p:nvPr/>
        </p:nvSpPr>
        <p:spPr>
          <a:xfrm xmlns:a="http://schemas.openxmlformats.org/drawingml/2006/main">
            <a:off x="514350" y="5019675"/>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교환 예시</a:t>
            </a:r>
          </a:p>
        </p:txBody>
      </p:sp>
      <p:sp>
        <p:nvSpPr>
          <p:cNvPr id="45" name="dp41-comparison / n44">
            <a:extLst xmlns:a="http://schemas.openxmlformats.org/drawingml/2006/main">
              <a:ext uri="{FF2B5EF4-FFF2-40B4-BE49-F238E27FC236}">
                <a16:creationId xmlns:a16="http://schemas.microsoft.com/office/drawing/2014/main" id="{863C60EB-4620-41FF-BBCC-3C48CFE98703}"/>
              </a:ext>
            </a:extLst>
          </p:cNvPr>
          <p:cNvSpPr>
            <a:spLocks xmlns:a="http://schemas.openxmlformats.org/drawingml/2006/main" noGrp="1"/>
          </p:cNvSpPr>
          <p:nvPr/>
        </p:nvSpPr>
        <p:spPr>
          <a:xfrm xmlns:a="http://schemas.openxmlformats.org/drawingml/2006/main">
            <a:off x="504825" y="5286375"/>
            <a:ext cx="704850" cy="257175"/>
          </a:xfrm>
          <a:prstGeom xmlns:a="http://schemas.openxmlformats.org/drawingml/2006/main" prst="hexagon">
            <a:avLst/>
          </a:prstGeom>
          <a:solidFill xmlns:a="http://schemas.openxmlformats.org/drawingml/2006/main">
            <a:srgbClr val="FFFFFF"/>
          </a:solidFill>
          <a:ln xmlns:a="http://schemas.openxmlformats.org/drawingml/2006/main" w="9525">
            <a:solidFill>
              <a:srgbClr val="000000"/>
            </a:solidFill>
            <a:prstDash val="solid"/>
          </a:ln>
        </p:spPr>
      </p:sp>
      <p:sp>
        <p:nvSpPr>
          <p:cNvPr id="46" name="dp41-comparison / n45 / text 1">
            <a:extLst xmlns:a="http://schemas.openxmlformats.org/drawingml/2006/main">
              <a:ext uri="{FF2B5EF4-FFF2-40B4-BE49-F238E27FC236}">
                <a16:creationId xmlns:a16="http://schemas.microsoft.com/office/drawing/2014/main" id="{A1C4AABF-7287-4D91-B12F-E0AF8689B8DB}"/>
              </a:ext>
            </a:extLst>
          </p:cNvPr>
          <p:cNvSpPr>
            <a:spLocks xmlns:a="http://schemas.openxmlformats.org/drawingml/2006/main" noGrp="1"/>
          </p:cNvSpPr>
          <p:nvPr/>
        </p:nvSpPr>
        <p:spPr>
          <a:xfrm xmlns:a="http://schemas.openxmlformats.org/drawingml/2006/main">
            <a:off x="590550" y="5353050"/>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LLM</a:t>
            </a:r>
          </a:p>
        </p:txBody>
      </p:sp>
      <p:sp>
        <p:nvSpPr>
          <p:cNvPr id="47" name="dp41-comparison / n46 / text 1">
            <a:extLst xmlns:a="http://schemas.openxmlformats.org/drawingml/2006/main">
              <a:ext uri="{FF2B5EF4-FFF2-40B4-BE49-F238E27FC236}">
                <a16:creationId xmlns:a16="http://schemas.microsoft.com/office/drawing/2014/main" id="{CC15AAC1-0425-44F3-A5E3-E605BE762CEF}"/>
              </a:ext>
            </a:extLst>
          </p:cNvPr>
          <p:cNvSpPr>
            <a:spLocks xmlns:a="http://schemas.openxmlformats.org/drawingml/2006/main" noGrp="1"/>
          </p:cNvSpPr>
          <p:nvPr/>
        </p:nvSpPr>
        <p:spPr>
          <a:xfrm xmlns:a="http://schemas.openxmlformats.org/drawingml/2006/main">
            <a:off x="514350" y="5572125"/>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외부 모델</a:t>
            </a:r>
          </a:p>
        </p:txBody>
      </p:sp>
      <p:sp>
        <p:nvSpPr>
          <p:cNvPr id="48" name="dp41-comparison / n47">
            <a:extLst xmlns:a="http://schemas.openxmlformats.org/drawingml/2006/main">
              <a:ext uri="{FF2B5EF4-FFF2-40B4-BE49-F238E27FC236}">
                <a16:creationId xmlns:a16="http://schemas.microsoft.com/office/drawing/2014/main" id="{2C8B6DD8-0D1B-408D-9875-B9C3C18E3393}"/>
              </a:ext>
            </a:extLst>
          </p:cNvPr>
          <p:cNvSpPr>
            <a:spLocks xmlns:a="http://schemas.openxmlformats.org/drawingml/2006/main" noGrp="1"/>
          </p:cNvSpPr>
          <p:nvPr/>
        </p:nvSpPr>
        <p:spPr>
          <a:xfrm xmlns:a="http://schemas.openxmlformats.org/drawingml/2006/main">
            <a:off x="504825" y="5848350"/>
            <a:ext cx="704850" cy="257175"/>
          </a:xfrm>
          <a:prstGeom xmlns:a="http://schemas.openxmlformats.org/drawingml/2006/main" prst="roundRect">
            <a:avLst>
              <a:gd name="adj" fmla="val 29630"/>
            </a:avLst>
          </a:prstGeom>
          <a:solidFill xmlns:a="http://schemas.openxmlformats.org/drawingml/2006/main">
            <a:srgbClr val="FFF0DD"/>
          </a:solidFill>
          <a:ln xmlns:a="http://schemas.openxmlformats.org/drawingml/2006/main" w="9525">
            <a:solidFill>
              <a:srgbClr val="B8753F"/>
            </a:solidFill>
            <a:prstDash val="solid"/>
          </a:ln>
        </p:spPr>
      </p:sp>
      <p:sp>
        <p:nvSpPr>
          <p:cNvPr id="49" name="dp41-comparison / n48 / text 1">
            <a:extLst xmlns:a="http://schemas.openxmlformats.org/drawingml/2006/main">
              <a:ext uri="{FF2B5EF4-FFF2-40B4-BE49-F238E27FC236}">
                <a16:creationId xmlns:a16="http://schemas.microsoft.com/office/drawing/2014/main" id="{0B2A1213-5273-4EBA-AC54-FF64D1F092DE}"/>
              </a:ext>
            </a:extLst>
          </p:cNvPr>
          <p:cNvSpPr>
            <a:spLocks xmlns:a="http://schemas.openxmlformats.org/drawingml/2006/main" noGrp="1"/>
          </p:cNvSpPr>
          <p:nvPr/>
        </p:nvSpPr>
        <p:spPr>
          <a:xfrm xmlns:a="http://schemas.openxmlformats.org/drawingml/2006/main">
            <a:off x="590550" y="5915025"/>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Module</a:t>
            </a:r>
          </a:p>
        </p:txBody>
      </p:sp>
      <p:sp>
        <p:nvSpPr>
          <p:cNvPr id="50" name="dp41-comparison / n49 / text 1">
            <a:extLst xmlns:a="http://schemas.openxmlformats.org/drawingml/2006/main">
              <a:ext uri="{FF2B5EF4-FFF2-40B4-BE49-F238E27FC236}">
                <a16:creationId xmlns:a16="http://schemas.microsoft.com/office/drawing/2014/main" id="{60FDA3C8-7259-4783-9CCA-2AEB85DBF54C}"/>
              </a:ext>
            </a:extLst>
          </p:cNvPr>
          <p:cNvSpPr>
            <a:spLocks xmlns:a="http://schemas.openxmlformats.org/drawingml/2006/main" noGrp="1"/>
          </p:cNvSpPr>
          <p:nvPr/>
        </p:nvSpPr>
        <p:spPr>
          <a:xfrm xmlns:a="http://schemas.openxmlformats.org/drawingml/2006/main">
            <a:off x="514350" y="6134100"/>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차이: 살구색</a:t>
            </a:r>
          </a:p>
        </p:txBody>
      </p:sp>
      <p:sp>
        <p:nvSpPr>
          <p:cNvPr id="51" name="dp41-comparison / n50">
            <a:extLst xmlns:a="http://schemas.openxmlformats.org/drawingml/2006/main">
              <a:ext uri="{FF2B5EF4-FFF2-40B4-BE49-F238E27FC236}">
                <a16:creationId xmlns:a16="http://schemas.microsoft.com/office/drawing/2014/main" id="{FDD6D880-0B48-453A-8AE5-D7523C7C7BDF}"/>
              </a:ext>
            </a:extLst>
          </p:cNvPr>
          <p:cNvSpPr>
            <a:spLocks xmlns:a="http://schemas.openxmlformats.org/drawingml/2006/main" noGrp="1"/>
          </p:cNvSpPr>
          <p:nvPr/>
        </p:nvSpPr>
        <p:spPr>
          <a:xfrm xmlns:a="http://schemas.openxmlformats.org/drawingml/2006/main">
            <a:off x="504825" y="6362700"/>
            <a:ext cx="704850" cy="257175"/>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52" name="dp41-comparison / n51 / text 1">
            <a:extLst xmlns:a="http://schemas.openxmlformats.org/drawingml/2006/main">
              <a:ext uri="{FF2B5EF4-FFF2-40B4-BE49-F238E27FC236}">
                <a16:creationId xmlns:a16="http://schemas.microsoft.com/office/drawing/2014/main" id="{B764225E-F120-41FA-91AA-229D24B4154F}"/>
              </a:ext>
            </a:extLst>
          </p:cNvPr>
          <p:cNvSpPr>
            <a:spLocks xmlns:a="http://schemas.openxmlformats.org/drawingml/2006/main" noGrp="1"/>
          </p:cNvSpPr>
          <p:nvPr/>
        </p:nvSpPr>
        <p:spPr>
          <a:xfrm xmlns:a="http://schemas.openxmlformats.org/drawingml/2006/main">
            <a:off x="590550" y="6477000"/>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18232E"/>
                </a:solidFill>
                <a:latin typeface="Apple SD Gothic Neo"/>
                <a:ea typeface="Apple SD Gothic Neo"/>
                <a:cs typeface="Apple SD Gothic Neo"/>
              </a:defRPr>
            </a:pPr>
            <a:r>
              <a:rPr sz="750" b="0">
                <a:solidFill>
                  <a:srgbClr val="18232E"/>
                </a:solidFill>
                <a:latin typeface="Apple SD Gothic Neo"/>
                <a:ea typeface="Apple SD Gothic Neo"/>
                <a:cs typeface="Apple SD Gothic Neo"/>
              </a:rPr>
              <a:t>State</a:t>
            </a:r>
          </a:p>
        </p:txBody>
      </p:sp>
      <p:sp>
        <p:nvSpPr>
          <p:cNvPr id="53" name="dp41-comparison / n52 / text 1">
            <a:extLst xmlns:a="http://schemas.openxmlformats.org/drawingml/2006/main">
              <a:ext uri="{FF2B5EF4-FFF2-40B4-BE49-F238E27FC236}">
                <a16:creationId xmlns:a16="http://schemas.microsoft.com/office/drawing/2014/main" id="{B4D91C8B-E559-41CB-BAC4-2FCBF60E1143}"/>
              </a:ext>
            </a:extLst>
          </p:cNvPr>
          <p:cNvSpPr>
            <a:spLocks xmlns:a="http://schemas.openxmlformats.org/drawingml/2006/main" noGrp="1"/>
          </p:cNvSpPr>
          <p:nvPr/>
        </p:nvSpPr>
        <p:spPr>
          <a:xfrm xmlns:a="http://schemas.openxmlformats.org/drawingml/2006/main">
            <a:off x="514350" y="6657975"/>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소유 상태</a:t>
            </a:r>
          </a:p>
        </p:txBody>
      </p:sp>
      <p:sp>
        <p:nvSpPr>
          <p:cNvPr id="54" name="dp41-comparison / n53 / path">
            <a:extLst xmlns:a="http://schemas.openxmlformats.org/drawingml/2006/main">
              <a:ext uri="{FF2B5EF4-FFF2-40B4-BE49-F238E27FC236}">
                <a16:creationId xmlns:a16="http://schemas.microsoft.com/office/drawing/2014/main" id="{35AB1C5B-7914-4168-A34C-3F16994351F2}"/>
              </a:ext>
            </a:extLst>
          </p:cNvPr>
          <p:cNvSpPr>
            <a:spLocks xmlns:a="http://schemas.openxmlformats.org/drawingml/2006/main" noGrp="1"/>
          </p:cNvSpPr>
          <p:nvPr/>
        </p:nvSpPr>
        <p:spPr>
          <a:xfrm xmlns:a="http://schemas.openxmlformats.org/drawingml/2006/main">
            <a:off x="514350" y="6934200"/>
            <a:ext cx="390525" cy="953"/>
          </a:xfrm>
          <a:custGeom xmlns:a="http://schemas.openxmlformats.org/drawingml/2006/main">
            <a:pathLst>
              <a:path w="390525" h="953">
                <a:moveTo>
                  <a:pt x="0" y="0"/>
                </a:moveTo>
                <a:lnTo>
                  <a:pt x="390525" y="0"/>
                </a:lnTo>
              </a:path>
            </a:pathLst>
          </a:custGeom>
          <a:noFill xmlns:a="http://schemas.openxmlformats.org/drawingml/2006/main"/>
          <a:ln xmlns:a="http://schemas.openxmlformats.org/drawingml/2006/main" w="10478">
            <a:solidFill>
              <a:srgbClr val="000000"/>
            </a:solidFill>
            <a:prstDash val="solid"/>
          </a:ln>
        </p:spPr>
      </p:sp>
      <p:sp>
        <p:nvSpPr>
          <p:cNvPr id="55" name="dp41-comparison / n53 / arrow">
            <a:extLst xmlns:a="http://schemas.openxmlformats.org/drawingml/2006/main">
              <a:ext uri="{FF2B5EF4-FFF2-40B4-BE49-F238E27FC236}">
                <a16:creationId xmlns:a16="http://schemas.microsoft.com/office/drawing/2014/main" id="{4707C8DC-0579-4F3F-B55D-053B265FAE78}"/>
              </a:ext>
            </a:extLst>
          </p:cNvPr>
          <p:cNvSpPr>
            <a:spLocks xmlns:a="http://schemas.openxmlformats.org/drawingml/2006/main" noGrp="1"/>
          </p:cNvSpPr>
          <p:nvPr/>
        </p:nvSpPr>
        <p:spPr>
          <a:xfrm xmlns:a="http://schemas.openxmlformats.org/drawingml/2006/main">
            <a:off x="837819" y="690067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56" name="dp41-comparison / n54 / text 1">
            <a:extLst xmlns:a="http://schemas.openxmlformats.org/drawingml/2006/main">
              <a:ext uri="{FF2B5EF4-FFF2-40B4-BE49-F238E27FC236}">
                <a16:creationId xmlns:a16="http://schemas.microsoft.com/office/drawing/2014/main" id="{01B39486-519A-4F6C-BCB9-97BB59A4F962}"/>
              </a:ext>
            </a:extLst>
          </p:cNvPr>
          <p:cNvSpPr>
            <a:spLocks xmlns:a="http://schemas.openxmlformats.org/drawingml/2006/main" noGrp="1"/>
          </p:cNvSpPr>
          <p:nvPr/>
        </p:nvSpPr>
        <p:spPr>
          <a:xfrm xmlns:a="http://schemas.openxmlformats.org/drawingml/2006/main">
            <a:off x="962025" y="6867525"/>
            <a:ext cx="285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요청</a:t>
            </a:r>
          </a:p>
        </p:txBody>
      </p:sp>
      <p:sp>
        <p:nvSpPr>
          <p:cNvPr id="57" name="dp41-comparison / n55 / path">
            <a:extLst xmlns:a="http://schemas.openxmlformats.org/drawingml/2006/main">
              <a:ext uri="{FF2B5EF4-FFF2-40B4-BE49-F238E27FC236}">
                <a16:creationId xmlns:a16="http://schemas.microsoft.com/office/drawing/2014/main" id="{5FCB3381-9F82-4B76-9196-FCAE38AB7ED8}"/>
              </a:ext>
            </a:extLst>
          </p:cNvPr>
          <p:cNvSpPr>
            <a:spLocks xmlns:a="http://schemas.openxmlformats.org/drawingml/2006/main" noGrp="1"/>
          </p:cNvSpPr>
          <p:nvPr/>
        </p:nvSpPr>
        <p:spPr>
          <a:xfrm xmlns:a="http://schemas.openxmlformats.org/drawingml/2006/main">
            <a:off x="514350" y="7134225"/>
            <a:ext cx="390525" cy="953"/>
          </a:xfrm>
          <a:custGeom xmlns:a="http://schemas.openxmlformats.org/drawingml/2006/main">
            <a:pathLst>
              <a:path w="390525" h="953">
                <a:moveTo>
                  <a:pt x="0" y="0"/>
                </a:moveTo>
                <a:lnTo>
                  <a:pt x="390525" y="0"/>
                </a:lnTo>
              </a:path>
            </a:pathLst>
          </a:custGeom>
          <a:noFill xmlns:a="http://schemas.openxmlformats.org/drawingml/2006/main"/>
          <a:ln xmlns:a="http://schemas.openxmlformats.org/drawingml/2006/main" w="10478">
            <a:solidFill>
              <a:srgbClr val="000000"/>
            </a:solidFill>
            <a:prstDash val="dash"/>
          </a:ln>
        </p:spPr>
      </p:sp>
      <p:sp>
        <p:nvSpPr>
          <p:cNvPr id="58" name="dp41-comparison / n55 / arrow">
            <a:extLst xmlns:a="http://schemas.openxmlformats.org/drawingml/2006/main">
              <a:ext uri="{FF2B5EF4-FFF2-40B4-BE49-F238E27FC236}">
                <a16:creationId xmlns:a16="http://schemas.microsoft.com/office/drawing/2014/main" id="{7C36DC3B-12F0-4CDE-A0DC-006E0D902BEB}"/>
              </a:ext>
            </a:extLst>
          </p:cNvPr>
          <p:cNvSpPr>
            <a:spLocks xmlns:a="http://schemas.openxmlformats.org/drawingml/2006/main" noGrp="1"/>
          </p:cNvSpPr>
          <p:nvPr/>
        </p:nvSpPr>
        <p:spPr>
          <a:xfrm xmlns:a="http://schemas.openxmlformats.org/drawingml/2006/main">
            <a:off x="837819" y="71006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59" name="dp41-comparison / n56 / text 1">
            <a:extLst xmlns:a="http://schemas.openxmlformats.org/drawingml/2006/main">
              <a:ext uri="{FF2B5EF4-FFF2-40B4-BE49-F238E27FC236}">
                <a16:creationId xmlns:a16="http://schemas.microsoft.com/office/drawing/2014/main" id="{94D9E694-98CB-4F62-BC4A-EF29E9CE2FC6}"/>
              </a:ext>
            </a:extLst>
          </p:cNvPr>
          <p:cNvSpPr>
            <a:spLocks xmlns:a="http://schemas.openxmlformats.org/drawingml/2006/main" noGrp="1"/>
          </p:cNvSpPr>
          <p:nvPr/>
        </p:nvSpPr>
        <p:spPr>
          <a:xfrm xmlns:a="http://schemas.openxmlformats.org/drawingml/2006/main">
            <a:off x="962025" y="7067550"/>
            <a:ext cx="285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반환</a:t>
            </a:r>
          </a:p>
        </p:txBody>
      </p:sp>
      <p:sp>
        <p:nvSpPr>
          <p:cNvPr id="60" name="dp41-comparison / n57 / text 1">
            <a:extLst xmlns:a="http://schemas.openxmlformats.org/drawingml/2006/main">
              <a:ext uri="{FF2B5EF4-FFF2-40B4-BE49-F238E27FC236}">
                <a16:creationId xmlns:a16="http://schemas.microsoft.com/office/drawing/2014/main" id="{238AB59B-866E-4887-AFC7-E28DA0242274}"/>
              </a:ext>
            </a:extLst>
          </p:cNvPr>
          <p:cNvSpPr>
            <a:spLocks xmlns:a="http://schemas.openxmlformats.org/drawingml/2006/main" noGrp="1"/>
          </p:cNvSpPr>
          <p:nvPr/>
        </p:nvSpPr>
        <p:spPr>
          <a:xfrm xmlns:a="http://schemas.openxmlformats.org/drawingml/2006/main">
            <a:off x="514350" y="7381875"/>
            <a:ext cx="7239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아래: 순서도</a:t>
            </a:r>
          </a:p>
        </p:txBody>
      </p:sp>
      <p:sp>
        <p:nvSpPr>
          <p:cNvPr id="61" name="dp41-comparison / n58">
            <a:extLst xmlns:a="http://schemas.openxmlformats.org/drawingml/2006/main">
              <a:ext uri="{FF2B5EF4-FFF2-40B4-BE49-F238E27FC236}">
                <a16:creationId xmlns:a16="http://schemas.microsoft.com/office/drawing/2014/main" id="{989FC831-98F1-45EF-8EA9-EA3D2FF866BF}"/>
              </a:ext>
            </a:extLst>
          </p:cNvPr>
          <p:cNvSpPr>
            <a:spLocks xmlns:a="http://schemas.openxmlformats.org/drawingml/2006/main" noGrp="1"/>
          </p:cNvSpPr>
          <p:nvPr/>
        </p:nvSpPr>
        <p:spPr>
          <a:xfrm xmlns:a="http://schemas.openxmlformats.org/drawingml/2006/main">
            <a:off x="504825" y="7591425"/>
            <a:ext cx="285750" cy="1714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62" name="dp41-comparison / n59 / text 1">
            <a:extLst xmlns:a="http://schemas.openxmlformats.org/drawingml/2006/main">
              <a:ext uri="{FF2B5EF4-FFF2-40B4-BE49-F238E27FC236}">
                <a16:creationId xmlns:a16="http://schemas.microsoft.com/office/drawing/2014/main" id="{80B773DD-2FDD-45E4-A809-3BD156413230}"/>
              </a:ext>
            </a:extLst>
          </p:cNvPr>
          <p:cNvSpPr>
            <a:spLocks xmlns:a="http://schemas.openxmlformats.org/drawingml/2006/main" noGrp="1"/>
          </p:cNvSpPr>
          <p:nvPr/>
        </p:nvSpPr>
        <p:spPr>
          <a:xfrm xmlns:a="http://schemas.openxmlformats.org/drawingml/2006/main">
            <a:off x="590550" y="7615238"/>
            <a:ext cx="1143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r>
              <a:t/>
            </a:r>
          </a:p>
        </p:txBody>
      </p:sp>
      <p:sp>
        <p:nvSpPr>
          <p:cNvPr id="63" name="dp41-comparison / n60 / text 1">
            <a:extLst xmlns:a="http://schemas.openxmlformats.org/drawingml/2006/main">
              <a:ext uri="{FF2B5EF4-FFF2-40B4-BE49-F238E27FC236}">
                <a16:creationId xmlns:a16="http://schemas.microsoft.com/office/drawing/2014/main" id="{A4FDCB96-0E91-4F9E-99AA-07905E43CEDC}"/>
              </a:ext>
            </a:extLst>
          </p:cNvPr>
          <p:cNvSpPr>
            <a:spLocks xmlns:a="http://schemas.openxmlformats.org/drawingml/2006/main" noGrp="1"/>
          </p:cNvSpPr>
          <p:nvPr/>
        </p:nvSpPr>
        <p:spPr>
          <a:xfrm xmlns:a="http://schemas.openxmlformats.org/drawingml/2006/main">
            <a:off x="847725" y="7620000"/>
            <a:ext cx="3333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동작</a:t>
            </a:r>
          </a:p>
        </p:txBody>
      </p:sp>
      <p:sp>
        <p:nvSpPr>
          <p:cNvPr id="64" name="dp41-comparison / n61">
            <a:extLst xmlns:a="http://schemas.openxmlformats.org/drawingml/2006/main">
              <a:ext uri="{FF2B5EF4-FFF2-40B4-BE49-F238E27FC236}">
                <a16:creationId xmlns:a16="http://schemas.microsoft.com/office/drawing/2014/main" id="{1D24E1BF-18EA-4F87-96FF-8005D98B0A4B}"/>
              </a:ext>
            </a:extLst>
          </p:cNvPr>
          <p:cNvSpPr>
            <a:spLocks xmlns:a="http://schemas.openxmlformats.org/drawingml/2006/main" noGrp="1"/>
          </p:cNvSpPr>
          <p:nvPr/>
        </p:nvSpPr>
        <p:spPr>
          <a:xfrm xmlns:a="http://schemas.openxmlformats.org/drawingml/2006/main">
            <a:off x="504825" y="7905750"/>
            <a:ext cx="285750" cy="171450"/>
          </a:xfrm>
          <a:prstGeom xmlns:a="http://schemas.openxmlformats.org/drawingml/2006/main" prst="diamond">
            <a:avLst/>
          </a:prstGeom>
          <a:solidFill xmlns:a="http://schemas.openxmlformats.org/drawingml/2006/main">
            <a:srgbClr val="FFFFFF"/>
          </a:solidFill>
          <a:ln xmlns:a="http://schemas.openxmlformats.org/drawingml/2006/main" w="9525">
            <a:solidFill>
              <a:srgbClr val="000000"/>
            </a:solidFill>
            <a:prstDash val="solid"/>
          </a:ln>
        </p:spPr>
      </p:sp>
      <p:sp>
        <p:nvSpPr>
          <p:cNvPr id="65" name="dp41-comparison / n62 / text 1">
            <a:extLst xmlns:a="http://schemas.openxmlformats.org/drawingml/2006/main">
              <a:ext uri="{FF2B5EF4-FFF2-40B4-BE49-F238E27FC236}">
                <a16:creationId xmlns:a16="http://schemas.microsoft.com/office/drawing/2014/main" id="{B87062EE-A82A-49DE-8552-7D833EE8053A}"/>
              </a:ext>
            </a:extLst>
          </p:cNvPr>
          <p:cNvSpPr>
            <a:spLocks xmlns:a="http://schemas.openxmlformats.org/drawingml/2006/main" noGrp="1"/>
          </p:cNvSpPr>
          <p:nvPr/>
        </p:nvSpPr>
        <p:spPr>
          <a:xfrm xmlns:a="http://schemas.openxmlformats.org/drawingml/2006/main">
            <a:off x="590550" y="7929563"/>
            <a:ext cx="1143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r>
              <a:t/>
            </a:r>
          </a:p>
        </p:txBody>
      </p:sp>
      <p:sp>
        <p:nvSpPr>
          <p:cNvPr id="66" name="dp41-comparison / n63 / text 1">
            <a:extLst xmlns:a="http://schemas.openxmlformats.org/drawingml/2006/main">
              <a:ext uri="{FF2B5EF4-FFF2-40B4-BE49-F238E27FC236}">
                <a16:creationId xmlns:a16="http://schemas.microsoft.com/office/drawing/2014/main" id="{E02D0505-9AEE-4167-A643-6C3EBDBB4DBC}"/>
              </a:ext>
            </a:extLst>
          </p:cNvPr>
          <p:cNvSpPr>
            <a:spLocks xmlns:a="http://schemas.openxmlformats.org/drawingml/2006/main" noGrp="1"/>
          </p:cNvSpPr>
          <p:nvPr/>
        </p:nvSpPr>
        <p:spPr>
          <a:xfrm xmlns:a="http://schemas.openxmlformats.org/drawingml/2006/main">
            <a:off x="847725" y="7934325"/>
            <a:ext cx="3333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분기</a:t>
            </a:r>
          </a:p>
        </p:txBody>
      </p:sp>
      <p:sp>
        <p:nvSpPr>
          <p:cNvPr id="67" name="dp41-comparison / n66">
            <a:extLst xmlns:a="http://schemas.openxmlformats.org/drawingml/2006/main">
              <a:ext uri="{FF2B5EF4-FFF2-40B4-BE49-F238E27FC236}">
                <a16:creationId xmlns:a16="http://schemas.microsoft.com/office/drawing/2014/main" id="{B56BF005-35C6-4AE2-901F-83A529B17B95}"/>
              </a:ext>
            </a:extLst>
          </p:cNvPr>
          <p:cNvSpPr>
            <a:spLocks xmlns:a="http://schemas.openxmlformats.org/drawingml/2006/main" noGrp="1"/>
          </p:cNvSpPr>
          <p:nvPr/>
        </p:nvSpPr>
        <p:spPr>
          <a:xfrm xmlns:a="http://schemas.openxmlformats.org/drawingml/2006/main">
            <a:off x="3333750" y="2409825"/>
            <a:ext cx="2286000" cy="3333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68" name="dp41-comparison / n67 / text 1">
            <a:extLst xmlns:a="http://schemas.openxmlformats.org/drawingml/2006/main">
              <a:ext uri="{FF2B5EF4-FFF2-40B4-BE49-F238E27FC236}">
                <a16:creationId xmlns:a16="http://schemas.microsoft.com/office/drawing/2014/main" id="{5A5F2C49-C2DF-4018-AB4E-04B36EC7896C}"/>
              </a:ext>
            </a:extLst>
          </p:cNvPr>
          <p:cNvSpPr>
            <a:spLocks xmlns:a="http://schemas.openxmlformats.org/drawingml/2006/main" noGrp="1"/>
          </p:cNvSpPr>
          <p:nvPr/>
        </p:nvSpPr>
        <p:spPr>
          <a:xfrm xmlns:a="http://schemas.openxmlformats.org/drawingml/2006/main">
            <a:off x="3419475" y="2465070"/>
            <a:ext cx="211455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Interaction Manager</a:t>
            </a:r>
          </a:p>
        </p:txBody>
      </p:sp>
      <p:sp>
        <p:nvSpPr>
          <p:cNvPr id="69" name="dp41-comparison / n68">
            <a:extLst xmlns:a="http://schemas.openxmlformats.org/drawingml/2006/main">
              <a:ext uri="{FF2B5EF4-FFF2-40B4-BE49-F238E27FC236}">
                <a16:creationId xmlns:a16="http://schemas.microsoft.com/office/drawing/2014/main" id="{AA1016BB-FF9B-4379-8A21-3E35681CAF88}"/>
              </a:ext>
            </a:extLst>
          </p:cNvPr>
          <p:cNvSpPr>
            <a:spLocks xmlns:a="http://schemas.openxmlformats.org/drawingml/2006/main" noGrp="1"/>
          </p:cNvSpPr>
          <p:nvPr/>
        </p:nvSpPr>
        <p:spPr>
          <a:xfrm xmlns:a="http://schemas.openxmlformats.org/drawingml/2006/main">
            <a:off x="6048375" y="2409825"/>
            <a:ext cx="2381250" cy="3333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70" name="dp41-comparison / n69 / text 1">
            <a:extLst xmlns:a="http://schemas.openxmlformats.org/drawingml/2006/main">
              <a:ext uri="{FF2B5EF4-FFF2-40B4-BE49-F238E27FC236}">
                <a16:creationId xmlns:a16="http://schemas.microsoft.com/office/drawing/2014/main" id="{9773782A-CA11-4988-AB92-A6705E4FBFD2}"/>
              </a:ext>
            </a:extLst>
          </p:cNvPr>
          <p:cNvSpPr>
            <a:spLocks xmlns:a="http://schemas.openxmlformats.org/drawingml/2006/main" noGrp="1"/>
          </p:cNvSpPr>
          <p:nvPr/>
        </p:nvSpPr>
        <p:spPr>
          <a:xfrm xmlns:a="http://schemas.openxmlformats.org/drawingml/2006/main">
            <a:off x="6134100" y="2465070"/>
            <a:ext cx="22098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Request Controller</a:t>
            </a:r>
          </a:p>
        </p:txBody>
      </p:sp>
      <p:sp>
        <p:nvSpPr>
          <p:cNvPr id="71" name="dp41-comparison / n70 / path">
            <a:extLst xmlns:a="http://schemas.openxmlformats.org/drawingml/2006/main">
              <a:ext uri="{FF2B5EF4-FFF2-40B4-BE49-F238E27FC236}">
                <a16:creationId xmlns:a16="http://schemas.microsoft.com/office/drawing/2014/main" id="{6CF11858-EA85-4315-82BF-07142065EF9E}"/>
              </a:ext>
            </a:extLst>
          </p:cNvPr>
          <p:cNvSpPr>
            <a:spLocks xmlns:a="http://schemas.openxmlformats.org/drawingml/2006/main" noGrp="1"/>
          </p:cNvSpPr>
          <p:nvPr/>
        </p:nvSpPr>
        <p:spPr>
          <a:xfrm xmlns:a="http://schemas.openxmlformats.org/drawingml/2006/main">
            <a:off x="3000375" y="2576513"/>
            <a:ext cx="333375" cy="953"/>
          </a:xfrm>
          <a:custGeom xmlns:a="http://schemas.openxmlformats.org/drawingml/2006/main">
            <a:pathLst>
              <a:path w="333375" h="953">
                <a:moveTo>
                  <a:pt x="0" y="0"/>
                </a:moveTo>
                <a:lnTo>
                  <a:pt x="333375" y="0"/>
                </a:lnTo>
              </a:path>
            </a:pathLst>
          </a:custGeom>
          <a:noFill xmlns:a="http://schemas.openxmlformats.org/drawingml/2006/main"/>
          <a:ln xmlns:a="http://schemas.openxmlformats.org/drawingml/2006/main" w="10478">
            <a:solidFill>
              <a:srgbClr val="000000"/>
            </a:solidFill>
            <a:prstDash val="solid"/>
          </a:ln>
        </p:spPr>
      </p:sp>
      <p:sp>
        <p:nvSpPr>
          <p:cNvPr id="72" name="dp41-comparison / n70 / arrow">
            <a:extLst xmlns:a="http://schemas.openxmlformats.org/drawingml/2006/main">
              <a:ext uri="{FF2B5EF4-FFF2-40B4-BE49-F238E27FC236}">
                <a16:creationId xmlns:a16="http://schemas.microsoft.com/office/drawing/2014/main" id="{D99AEA64-BF63-4E4E-A1A5-7E9811E777C2}"/>
              </a:ext>
            </a:extLst>
          </p:cNvPr>
          <p:cNvSpPr>
            <a:spLocks xmlns:a="http://schemas.openxmlformats.org/drawingml/2006/main" noGrp="1"/>
          </p:cNvSpPr>
          <p:nvPr/>
        </p:nvSpPr>
        <p:spPr>
          <a:xfrm xmlns:a="http://schemas.openxmlformats.org/drawingml/2006/main">
            <a:off x="3266694" y="25429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73" name="dp41-comparison / n71 / path">
            <a:extLst xmlns:a="http://schemas.openxmlformats.org/drawingml/2006/main">
              <a:ext uri="{FF2B5EF4-FFF2-40B4-BE49-F238E27FC236}">
                <a16:creationId xmlns:a16="http://schemas.microsoft.com/office/drawing/2014/main" id="{8467E036-900F-43F0-ADF8-0FF4F73BF0C0}"/>
              </a:ext>
            </a:extLst>
          </p:cNvPr>
          <p:cNvSpPr>
            <a:spLocks xmlns:a="http://schemas.openxmlformats.org/drawingml/2006/main" noGrp="1"/>
          </p:cNvSpPr>
          <p:nvPr/>
        </p:nvSpPr>
        <p:spPr>
          <a:xfrm xmlns:a="http://schemas.openxmlformats.org/drawingml/2006/main">
            <a:off x="5619750" y="257651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000000"/>
            </a:solidFill>
            <a:prstDash val="solid"/>
          </a:ln>
        </p:spPr>
      </p:sp>
      <p:sp>
        <p:nvSpPr>
          <p:cNvPr id="74" name="dp41-comparison / n71 / arrow">
            <a:extLst xmlns:a="http://schemas.openxmlformats.org/drawingml/2006/main">
              <a:ext uri="{FF2B5EF4-FFF2-40B4-BE49-F238E27FC236}">
                <a16:creationId xmlns:a16="http://schemas.microsoft.com/office/drawing/2014/main" id="{09C4496F-D82D-4BDA-A682-BEA34790C321}"/>
              </a:ext>
            </a:extLst>
          </p:cNvPr>
          <p:cNvSpPr>
            <a:spLocks xmlns:a="http://schemas.openxmlformats.org/drawingml/2006/main" noGrp="1"/>
          </p:cNvSpPr>
          <p:nvPr/>
        </p:nvSpPr>
        <p:spPr>
          <a:xfrm xmlns:a="http://schemas.openxmlformats.org/drawingml/2006/main">
            <a:off x="5981319" y="25429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75" name="dp41-comparison / n72">
            <a:extLst xmlns:a="http://schemas.openxmlformats.org/drawingml/2006/main">
              <a:ext uri="{FF2B5EF4-FFF2-40B4-BE49-F238E27FC236}">
                <a16:creationId xmlns:a16="http://schemas.microsoft.com/office/drawing/2014/main" id="{0B581E73-90AB-4EF9-A8D0-BEAF3E0291F3}"/>
              </a:ext>
            </a:extLst>
          </p:cNvPr>
          <p:cNvSpPr>
            <a:spLocks xmlns:a="http://schemas.openxmlformats.org/drawingml/2006/main" noGrp="1"/>
          </p:cNvSpPr>
          <p:nvPr/>
        </p:nvSpPr>
        <p:spPr>
          <a:xfrm xmlns:a="http://schemas.openxmlformats.org/drawingml/2006/main">
            <a:off x="1666875" y="2886075"/>
            <a:ext cx="2524125" cy="304800"/>
          </a:xfrm>
          <a:prstGeom xmlns:a="http://schemas.openxmlformats.org/drawingml/2006/main" prst="hexagon">
            <a:avLst/>
          </a:prstGeom>
          <a:solidFill xmlns:a="http://schemas.openxmlformats.org/drawingml/2006/main">
            <a:srgbClr val="FFFFFF"/>
          </a:solidFill>
          <a:ln xmlns:a="http://schemas.openxmlformats.org/drawingml/2006/main" w="9525">
            <a:solidFill>
              <a:srgbClr val="000000"/>
            </a:solidFill>
            <a:prstDash val="solid"/>
          </a:ln>
        </p:spPr>
      </p:sp>
      <p:sp>
        <p:nvSpPr>
          <p:cNvPr id="76" name="dp41-comparison / n73 / text 1">
            <a:extLst xmlns:a="http://schemas.openxmlformats.org/drawingml/2006/main">
              <a:ext uri="{FF2B5EF4-FFF2-40B4-BE49-F238E27FC236}">
                <a16:creationId xmlns:a16="http://schemas.microsoft.com/office/drawing/2014/main" id="{83028FBE-4561-432E-8972-F30FC20A9033}"/>
              </a:ext>
            </a:extLst>
          </p:cNvPr>
          <p:cNvSpPr>
            <a:spLocks xmlns:a="http://schemas.openxmlformats.org/drawingml/2006/main" noGrp="1"/>
          </p:cNvSpPr>
          <p:nvPr/>
        </p:nvSpPr>
        <p:spPr>
          <a:xfrm xmlns:a="http://schemas.openxmlformats.org/drawingml/2006/main">
            <a:off x="1752600" y="2914650"/>
            <a:ext cx="23526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00" b="1">
                <a:solidFill>
                  <a:srgbClr val="000000"/>
                </a:solidFill>
                <a:latin typeface="Apple SD Gothic Neo"/>
                <a:ea typeface="Apple SD Gothic Neo"/>
                <a:cs typeface="Apple SD Gothic Neo"/>
              </a:defRPr>
            </a:pPr>
            <a:r>
              <a:rPr sz="1500" b="1">
                <a:solidFill>
                  <a:srgbClr val="000000"/>
                </a:solidFill>
                <a:latin typeface="Apple SD Gothic Neo"/>
                <a:ea typeface="Apple SD Gothic Neo"/>
                <a:cs typeface="Apple SD Gothic Neo"/>
              </a:rPr>
              <a:t>클라우드 LLM</a:t>
            </a:r>
          </a:p>
        </p:txBody>
      </p:sp>
      <p:sp>
        <p:nvSpPr>
          <p:cNvPr id="77" name="dp41-comparison / n78">
            <a:extLst xmlns:a="http://schemas.openxmlformats.org/drawingml/2006/main">
              <a:ext uri="{FF2B5EF4-FFF2-40B4-BE49-F238E27FC236}">
                <a16:creationId xmlns:a16="http://schemas.microsoft.com/office/drawing/2014/main" id="{77E9EA80-722B-433E-B9F5-4FFA7DDF337B}"/>
              </a:ext>
            </a:extLst>
          </p:cNvPr>
          <p:cNvSpPr>
            <a:spLocks xmlns:a="http://schemas.openxmlformats.org/drawingml/2006/main" noGrp="1"/>
          </p:cNvSpPr>
          <p:nvPr/>
        </p:nvSpPr>
        <p:spPr>
          <a:xfrm xmlns:a="http://schemas.openxmlformats.org/drawingml/2006/main">
            <a:off x="1476375" y="3619500"/>
            <a:ext cx="7953375" cy="28575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78" name="dp41-comparison / n79 / text 1">
            <a:extLst xmlns:a="http://schemas.openxmlformats.org/drawingml/2006/main">
              <a:ext uri="{FF2B5EF4-FFF2-40B4-BE49-F238E27FC236}">
                <a16:creationId xmlns:a16="http://schemas.microsoft.com/office/drawing/2014/main" id="{AFBAA44A-FD7D-4FD8-89E0-A6505FF0CE7F}"/>
              </a:ext>
            </a:extLst>
          </p:cNvPr>
          <p:cNvSpPr>
            <a:spLocks xmlns:a="http://schemas.openxmlformats.org/drawingml/2006/main" noGrp="1"/>
          </p:cNvSpPr>
          <p:nvPr/>
        </p:nvSpPr>
        <p:spPr>
          <a:xfrm xmlns:a="http://schemas.openxmlformats.org/drawingml/2006/main">
            <a:off x="4667250" y="3714750"/>
            <a:ext cx="770572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Request Interpreter</a:t>
            </a:r>
          </a:p>
        </p:txBody>
      </p:sp>
      <p:sp>
        <p:nvSpPr>
          <p:cNvPr id="79" name="dp41-comparison / n82">
            <a:extLst xmlns:a="http://schemas.openxmlformats.org/drawingml/2006/main">
              <a:ext uri="{FF2B5EF4-FFF2-40B4-BE49-F238E27FC236}">
                <a16:creationId xmlns:a16="http://schemas.microsoft.com/office/drawing/2014/main" id="{03B442A5-CA3E-43E9-95AE-355248693EDF}"/>
              </a:ext>
            </a:extLst>
          </p:cNvPr>
          <p:cNvSpPr>
            <a:spLocks xmlns:a="http://schemas.openxmlformats.org/drawingml/2006/main" noGrp="1"/>
          </p:cNvSpPr>
          <p:nvPr/>
        </p:nvSpPr>
        <p:spPr>
          <a:xfrm xmlns:a="http://schemas.openxmlformats.org/drawingml/2006/main">
            <a:off x="1666875" y="4019550"/>
            <a:ext cx="2524125" cy="381000"/>
          </a:xfrm>
          <a:prstGeom xmlns:a="http://schemas.openxmlformats.org/drawingml/2006/main" prst="roundRect">
            <a:avLst>
              <a:gd name="adj" fmla="val 20000"/>
            </a:avLst>
          </a:prstGeom>
          <a:solidFill xmlns:a="http://schemas.openxmlformats.org/drawingml/2006/main">
            <a:srgbClr val="FFF0DD"/>
          </a:solidFill>
          <a:ln xmlns:a="http://schemas.openxmlformats.org/drawingml/2006/main" w="17145">
            <a:solidFill>
              <a:srgbClr val="B8753F"/>
            </a:solidFill>
            <a:prstDash val="solid"/>
          </a:ln>
        </p:spPr>
      </p:sp>
      <p:sp>
        <p:nvSpPr>
          <p:cNvPr id="80" name="dp41-comparison / n83 / text 1">
            <a:extLst xmlns:a="http://schemas.openxmlformats.org/drawingml/2006/main">
              <a:ext uri="{FF2B5EF4-FFF2-40B4-BE49-F238E27FC236}">
                <a16:creationId xmlns:a16="http://schemas.microsoft.com/office/drawing/2014/main" id="{90EC1F9D-1A74-4D78-856D-4F6AE192F819}"/>
              </a:ext>
            </a:extLst>
          </p:cNvPr>
          <p:cNvSpPr>
            <a:spLocks xmlns:a="http://schemas.openxmlformats.org/drawingml/2006/main" noGrp="1"/>
          </p:cNvSpPr>
          <p:nvPr/>
        </p:nvSpPr>
        <p:spPr>
          <a:xfrm xmlns:a="http://schemas.openxmlformats.org/drawingml/2006/main">
            <a:off x="1752600" y="4098608"/>
            <a:ext cx="235267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모델 주도 해석 제어기</a:t>
            </a:r>
          </a:p>
        </p:txBody>
      </p:sp>
      <p:sp>
        <p:nvSpPr>
          <p:cNvPr id="81" name="dp41-comparison / n86">
            <a:extLst xmlns:a="http://schemas.openxmlformats.org/drawingml/2006/main">
              <a:ext uri="{FF2B5EF4-FFF2-40B4-BE49-F238E27FC236}">
                <a16:creationId xmlns:a16="http://schemas.microsoft.com/office/drawing/2014/main" id="{E7C4831B-0281-4076-B54C-D38F5FCF8DD9}"/>
              </a:ext>
            </a:extLst>
          </p:cNvPr>
          <p:cNvSpPr>
            <a:spLocks xmlns:a="http://schemas.openxmlformats.org/drawingml/2006/main" noGrp="1"/>
          </p:cNvSpPr>
          <p:nvPr/>
        </p:nvSpPr>
        <p:spPr>
          <a:xfrm xmlns:a="http://schemas.openxmlformats.org/drawingml/2006/main">
            <a:off x="6762750" y="4019550"/>
            <a:ext cx="2238375" cy="3810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82" name="dp41-comparison / n87 / text 1">
            <a:extLst xmlns:a="http://schemas.openxmlformats.org/drawingml/2006/main">
              <a:ext uri="{FF2B5EF4-FFF2-40B4-BE49-F238E27FC236}">
                <a16:creationId xmlns:a16="http://schemas.microsoft.com/office/drawing/2014/main" id="{0204BFDD-318D-42A1-9078-43A7E1961F3D}"/>
              </a:ext>
            </a:extLst>
          </p:cNvPr>
          <p:cNvSpPr>
            <a:spLocks xmlns:a="http://schemas.openxmlformats.org/drawingml/2006/main" noGrp="1"/>
          </p:cNvSpPr>
          <p:nvPr/>
        </p:nvSpPr>
        <p:spPr>
          <a:xfrm xmlns:a="http://schemas.openxmlformats.org/drawingml/2006/main">
            <a:off x="6848475" y="4104799"/>
            <a:ext cx="2066925"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읽기 도구 실행기</a:t>
            </a:r>
          </a:p>
        </p:txBody>
      </p:sp>
      <p:sp>
        <p:nvSpPr>
          <p:cNvPr id="83" name="dp41-comparison / n88">
            <a:extLst xmlns:a="http://schemas.openxmlformats.org/drawingml/2006/main">
              <a:ext uri="{FF2B5EF4-FFF2-40B4-BE49-F238E27FC236}">
                <a16:creationId xmlns:a16="http://schemas.microsoft.com/office/drawing/2014/main" id="{07086B55-AC6E-484E-BD22-D2898A2AE49E}"/>
              </a:ext>
            </a:extLst>
          </p:cNvPr>
          <p:cNvSpPr>
            <a:spLocks xmlns:a="http://schemas.openxmlformats.org/drawingml/2006/main" noGrp="1"/>
          </p:cNvSpPr>
          <p:nvPr/>
        </p:nvSpPr>
        <p:spPr>
          <a:xfrm xmlns:a="http://schemas.openxmlformats.org/drawingml/2006/main">
            <a:off x="1666875" y="4981575"/>
            <a:ext cx="2524125" cy="523875"/>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84" name="dp41-comparison / n89 / text 1">
            <a:extLst xmlns:a="http://schemas.openxmlformats.org/drawingml/2006/main">
              <a:ext uri="{FF2B5EF4-FFF2-40B4-BE49-F238E27FC236}">
                <a16:creationId xmlns:a16="http://schemas.microsoft.com/office/drawing/2014/main" id="{BD992A1E-04D6-46EA-92BD-CE7F2941A609}"/>
              </a:ext>
            </a:extLst>
          </p:cNvPr>
          <p:cNvSpPr>
            <a:spLocks xmlns:a="http://schemas.openxmlformats.org/drawingml/2006/main" noGrp="1"/>
          </p:cNvSpPr>
          <p:nvPr/>
        </p:nvSpPr>
        <p:spPr>
          <a:xfrm xmlns:a="http://schemas.openxmlformats.org/drawingml/2006/main">
            <a:off x="1752600" y="5143500"/>
            <a:ext cx="235267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모델에 제공할 해석 맥락</a:t>
            </a:r>
          </a:p>
        </p:txBody>
      </p:sp>
      <p:sp>
        <p:nvSpPr>
          <p:cNvPr id="85" name="dp41-comparison / n92 / path">
            <a:extLst xmlns:a="http://schemas.openxmlformats.org/drawingml/2006/main">
              <a:ext uri="{FF2B5EF4-FFF2-40B4-BE49-F238E27FC236}">
                <a16:creationId xmlns:a16="http://schemas.microsoft.com/office/drawing/2014/main" id="{559D5B10-6D6C-4EFB-B96D-726E73E7E6CB}"/>
              </a:ext>
            </a:extLst>
          </p:cNvPr>
          <p:cNvSpPr>
            <a:spLocks xmlns:a="http://schemas.openxmlformats.org/drawingml/2006/main" noGrp="1"/>
          </p:cNvSpPr>
          <p:nvPr/>
        </p:nvSpPr>
        <p:spPr>
          <a:xfrm xmlns:a="http://schemas.openxmlformats.org/drawingml/2006/main">
            <a:off x="1976438" y="3190875"/>
            <a:ext cx="953" cy="828675"/>
          </a:xfrm>
          <a:custGeom xmlns:a="http://schemas.openxmlformats.org/drawingml/2006/main">
            <a:pathLst>
              <a:path w="953" h="828675">
                <a:moveTo>
                  <a:pt x="0" y="828675"/>
                </a:moveTo>
                <a:lnTo>
                  <a:pt x="0" y="0"/>
                </a:lnTo>
              </a:path>
            </a:pathLst>
          </a:custGeom>
          <a:noFill xmlns:a="http://schemas.openxmlformats.org/drawingml/2006/main"/>
          <a:ln xmlns:a="http://schemas.openxmlformats.org/drawingml/2006/main" w="10478">
            <a:solidFill>
              <a:srgbClr val="B8753F"/>
            </a:solidFill>
            <a:prstDash val="solid"/>
          </a:ln>
        </p:spPr>
      </p:sp>
      <p:sp>
        <p:nvSpPr>
          <p:cNvPr id="86" name="dp41-comparison / n92 / arrow">
            <a:extLst xmlns:a="http://schemas.openxmlformats.org/drawingml/2006/main">
              <a:ext uri="{FF2B5EF4-FFF2-40B4-BE49-F238E27FC236}">
                <a16:creationId xmlns:a16="http://schemas.microsoft.com/office/drawing/2014/main" id="{1A6AB238-6339-4799-894A-D0C6C3443058}"/>
              </a:ext>
            </a:extLst>
          </p:cNvPr>
          <p:cNvSpPr>
            <a:spLocks xmlns:a="http://schemas.openxmlformats.org/drawingml/2006/main" noGrp="1"/>
          </p:cNvSpPr>
          <p:nvPr/>
        </p:nvSpPr>
        <p:spPr>
          <a:xfrm xmlns:a="http://schemas.openxmlformats.org/drawingml/2006/main">
            <a:off x="1942910" y="3190875"/>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B8753F"/>
            </a:solidFill>
            <a:prstDash val="solid"/>
          </a:ln>
        </p:spPr>
      </p:sp>
      <p:sp>
        <p:nvSpPr>
          <p:cNvPr id="87" name="dp41-comparison / n93 / path">
            <a:extLst xmlns:a="http://schemas.openxmlformats.org/drawingml/2006/main">
              <a:ext uri="{FF2B5EF4-FFF2-40B4-BE49-F238E27FC236}">
                <a16:creationId xmlns:a16="http://schemas.microsoft.com/office/drawing/2014/main" id="{1FB98B68-E212-4613-BFEE-D91879A1674C}"/>
              </a:ext>
            </a:extLst>
          </p:cNvPr>
          <p:cNvSpPr>
            <a:spLocks xmlns:a="http://schemas.openxmlformats.org/drawingml/2006/main" noGrp="1"/>
          </p:cNvSpPr>
          <p:nvPr/>
        </p:nvSpPr>
        <p:spPr>
          <a:xfrm xmlns:a="http://schemas.openxmlformats.org/drawingml/2006/main">
            <a:off x="3976688" y="3190875"/>
            <a:ext cx="953" cy="828675"/>
          </a:xfrm>
          <a:custGeom xmlns:a="http://schemas.openxmlformats.org/drawingml/2006/main">
            <a:pathLst>
              <a:path w="953" h="828675">
                <a:moveTo>
                  <a:pt x="0" y="0"/>
                </a:moveTo>
                <a:lnTo>
                  <a:pt x="0" y="828675"/>
                </a:lnTo>
              </a:path>
            </a:pathLst>
          </a:custGeom>
          <a:noFill xmlns:a="http://schemas.openxmlformats.org/drawingml/2006/main"/>
          <a:ln xmlns:a="http://schemas.openxmlformats.org/drawingml/2006/main" w="10478">
            <a:solidFill>
              <a:srgbClr val="B8753F"/>
            </a:solidFill>
            <a:prstDash val="dash"/>
          </a:ln>
        </p:spPr>
      </p:sp>
      <p:sp>
        <p:nvSpPr>
          <p:cNvPr id="88" name="dp41-comparison / n93 / arrow">
            <a:extLst xmlns:a="http://schemas.openxmlformats.org/drawingml/2006/main">
              <a:ext uri="{FF2B5EF4-FFF2-40B4-BE49-F238E27FC236}">
                <a16:creationId xmlns:a16="http://schemas.microsoft.com/office/drawing/2014/main" id="{7858DFB3-95BA-4488-B8A2-83D54344E886}"/>
              </a:ext>
            </a:extLst>
          </p:cNvPr>
          <p:cNvSpPr>
            <a:spLocks xmlns:a="http://schemas.openxmlformats.org/drawingml/2006/main" noGrp="1"/>
          </p:cNvSpPr>
          <p:nvPr/>
        </p:nvSpPr>
        <p:spPr>
          <a:xfrm xmlns:a="http://schemas.openxmlformats.org/drawingml/2006/main">
            <a:off x="3943160" y="39524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89" name="dp41-comparison / n98 / path">
            <a:extLst xmlns:a="http://schemas.openxmlformats.org/drawingml/2006/main">
              <a:ext uri="{FF2B5EF4-FFF2-40B4-BE49-F238E27FC236}">
                <a16:creationId xmlns:a16="http://schemas.microsoft.com/office/drawing/2014/main" id="{268D2F80-F77C-44E4-8204-6533198B836E}"/>
              </a:ext>
            </a:extLst>
          </p:cNvPr>
          <p:cNvSpPr>
            <a:spLocks xmlns:a="http://schemas.openxmlformats.org/drawingml/2006/main" noGrp="1"/>
          </p:cNvSpPr>
          <p:nvPr/>
        </p:nvSpPr>
        <p:spPr>
          <a:xfrm xmlns:a="http://schemas.openxmlformats.org/drawingml/2006/main">
            <a:off x="4191000" y="4210050"/>
            <a:ext cx="2571750" cy="953"/>
          </a:xfrm>
          <a:custGeom xmlns:a="http://schemas.openxmlformats.org/drawingml/2006/main">
            <a:pathLst>
              <a:path w="2571750" h="953">
                <a:moveTo>
                  <a:pt x="0" y="0"/>
                </a:moveTo>
                <a:lnTo>
                  <a:pt x="2571750" y="0"/>
                </a:lnTo>
              </a:path>
            </a:pathLst>
          </a:custGeom>
          <a:noFill xmlns:a="http://schemas.openxmlformats.org/drawingml/2006/main"/>
          <a:ln xmlns:a="http://schemas.openxmlformats.org/drawingml/2006/main" w="10478">
            <a:solidFill>
              <a:srgbClr val="B8753F"/>
            </a:solidFill>
            <a:prstDash val="solid"/>
          </a:ln>
        </p:spPr>
      </p:sp>
      <p:sp>
        <p:nvSpPr>
          <p:cNvPr id="90" name="dp41-comparison / n98 / arrow">
            <a:extLst xmlns:a="http://schemas.openxmlformats.org/drawingml/2006/main">
              <a:ext uri="{FF2B5EF4-FFF2-40B4-BE49-F238E27FC236}">
                <a16:creationId xmlns:a16="http://schemas.microsoft.com/office/drawing/2014/main" id="{883BE918-5276-40BE-91A7-43057E1F6BAA}"/>
              </a:ext>
            </a:extLst>
          </p:cNvPr>
          <p:cNvSpPr>
            <a:spLocks xmlns:a="http://schemas.openxmlformats.org/drawingml/2006/main" noGrp="1"/>
          </p:cNvSpPr>
          <p:nvPr/>
        </p:nvSpPr>
        <p:spPr>
          <a:xfrm xmlns:a="http://schemas.openxmlformats.org/drawingml/2006/main">
            <a:off x="6695694" y="417652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91" name="dp41-comparison / n101 / path">
            <a:extLst xmlns:a="http://schemas.openxmlformats.org/drawingml/2006/main">
              <a:ext uri="{FF2B5EF4-FFF2-40B4-BE49-F238E27FC236}">
                <a16:creationId xmlns:a16="http://schemas.microsoft.com/office/drawing/2014/main" id="{5D7274DA-FD3D-4E79-9ED0-B9D22C69275C}"/>
              </a:ext>
            </a:extLst>
          </p:cNvPr>
          <p:cNvSpPr>
            <a:spLocks xmlns:a="http://schemas.openxmlformats.org/drawingml/2006/main" noGrp="1"/>
          </p:cNvSpPr>
          <p:nvPr/>
        </p:nvSpPr>
        <p:spPr>
          <a:xfrm xmlns:a="http://schemas.openxmlformats.org/drawingml/2006/main">
            <a:off x="4191000" y="4210050"/>
            <a:ext cx="5000625" cy="1609725"/>
          </a:xfrm>
          <a:custGeom xmlns:a="http://schemas.openxmlformats.org/drawingml/2006/main">
            <a:pathLst>
              <a:path w="5000625" h="1609725">
                <a:moveTo>
                  <a:pt x="4810125" y="0"/>
                </a:moveTo>
                <a:lnTo>
                  <a:pt x="5000625" y="0"/>
                </a:lnTo>
                <a:lnTo>
                  <a:pt x="5000625" y="1609725"/>
                </a:lnTo>
                <a:lnTo>
                  <a:pt x="238125" y="1609725"/>
                </a:lnTo>
                <a:lnTo>
                  <a:pt x="238125" y="1033463"/>
                </a:lnTo>
                <a:lnTo>
                  <a:pt x="0" y="1033463"/>
                </a:lnTo>
              </a:path>
            </a:pathLst>
          </a:custGeom>
          <a:noFill xmlns:a="http://schemas.openxmlformats.org/drawingml/2006/main"/>
          <a:ln xmlns:a="http://schemas.openxmlformats.org/drawingml/2006/main" w="10478">
            <a:solidFill>
              <a:srgbClr val="B8753F"/>
            </a:solidFill>
            <a:prstDash val="dash"/>
          </a:ln>
        </p:spPr>
      </p:sp>
      <p:sp>
        <p:nvSpPr>
          <p:cNvPr id="92" name="dp41-comparison / n101 / arrow">
            <a:extLst xmlns:a="http://schemas.openxmlformats.org/drawingml/2006/main">
              <a:ext uri="{FF2B5EF4-FFF2-40B4-BE49-F238E27FC236}">
                <a16:creationId xmlns:a16="http://schemas.microsoft.com/office/drawing/2014/main" id="{F062C26B-62CC-4897-BB25-F5D824405CD8}"/>
              </a:ext>
            </a:extLst>
          </p:cNvPr>
          <p:cNvSpPr>
            <a:spLocks xmlns:a="http://schemas.openxmlformats.org/drawingml/2006/main" noGrp="1"/>
          </p:cNvSpPr>
          <p:nvPr/>
        </p:nvSpPr>
        <p:spPr>
          <a:xfrm xmlns:a="http://schemas.openxmlformats.org/drawingml/2006/main">
            <a:off x="4191000" y="5209985"/>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B8753F"/>
            </a:solidFill>
            <a:prstDash val="solid"/>
          </a:ln>
        </p:spPr>
      </p:sp>
      <p:sp>
        <p:nvSpPr>
          <p:cNvPr id="93" name="dp41-comparison / n104 / path">
            <a:extLst xmlns:a="http://schemas.openxmlformats.org/drawingml/2006/main">
              <a:ext uri="{FF2B5EF4-FFF2-40B4-BE49-F238E27FC236}">
                <a16:creationId xmlns:a16="http://schemas.microsoft.com/office/drawing/2014/main" id="{9CA15973-6558-440E-8356-6C0E9E819126}"/>
              </a:ext>
            </a:extLst>
          </p:cNvPr>
          <p:cNvSpPr>
            <a:spLocks xmlns:a="http://schemas.openxmlformats.org/drawingml/2006/main" noGrp="1"/>
          </p:cNvSpPr>
          <p:nvPr/>
        </p:nvSpPr>
        <p:spPr>
          <a:xfrm xmlns:a="http://schemas.openxmlformats.org/drawingml/2006/main">
            <a:off x="3976688" y="4400550"/>
            <a:ext cx="953" cy="581025"/>
          </a:xfrm>
          <a:custGeom xmlns:a="http://schemas.openxmlformats.org/drawingml/2006/main">
            <a:pathLst>
              <a:path w="953" h="581025">
                <a:moveTo>
                  <a:pt x="0" y="581025"/>
                </a:moveTo>
                <a:lnTo>
                  <a:pt x="0" y="0"/>
                </a:lnTo>
              </a:path>
            </a:pathLst>
          </a:custGeom>
          <a:noFill xmlns:a="http://schemas.openxmlformats.org/drawingml/2006/main"/>
          <a:ln xmlns:a="http://schemas.openxmlformats.org/drawingml/2006/main" w="10478">
            <a:solidFill>
              <a:srgbClr val="B8753F"/>
            </a:solidFill>
            <a:prstDash val="solid"/>
          </a:ln>
        </p:spPr>
      </p:sp>
      <p:sp>
        <p:nvSpPr>
          <p:cNvPr id="94" name="dp41-comparison / n104 / arrow">
            <a:extLst xmlns:a="http://schemas.openxmlformats.org/drawingml/2006/main">
              <a:ext uri="{FF2B5EF4-FFF2-40B4-BE49-F238E27FC236}">
                <a16:creationId xmlns:a16="http://schemas.microsoft.com/office/drawing/2014/main" id="{F8208B11-EB84-4E85-8D64-2A5157582C9E}"/>
              </a:ext>
            </a:extLst>
          </p:cNvPr>
          <p:cNvSpPr>
            <a:spLocks xmlns:a="http://schemas.openxmlformats.org/drawingml/2006/main" noGrp="1"/>
          </p:cNvSpPr>
          <p:nvPr/>
        </p:nvSpPr>
        <p:spPr>
          <a:xfrm xmlns:a="http://schemas.openxmlformats.org/drawingml/2006/main">
            <a:off x="3943160" y="4400550"/>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B8753F"/>
            </a:solidFill>
            <a:prstDash val="solid"/>
          </a:ln>
        </p:spPr>
      </p:sp>
      <p:sp>
        <p:nvSpPr>
          <p:cNvPr id="95" name="dp41-comparison / n113">
            <a:extLst xmlns:a="http://schemas.openxmlformats.org/drawingml/2006/main">
              <a:ext uri="{FF2B5EF4-FFF2-40B4-BE49-F238E27FC236}">
                <a16:creationId xmlns:a16="http://schemas.microsoft.com/office/drawing/2014/main" id="{A5683A4B-6324-4811-9F58-0E48FBF118A1}"/>
              </a:ext>
            </a:extLst>
          </p:cNvPr>
          <p:cNvSpPr>
            <a:spLocks xmlns:a="http://schemas.openxmlformats.org/drawingml/2006/main" noGrp="1"/>
          </p:cNvSpPr>
          <p:nvPr/>
        </p:nvSpPr>
        <p:spPr>
          <a:xfrm xmlns:a="http://schemas.openxmlformats.org/drawingml/2006/main">
            <a:off x="6762750" y="6019800"/>
            <a:ext cx="2238375" cy="3048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9525">
            <a:solidFill>
              <a:srgbClr val="000000"/>
            </a:solidFill>
            <a:prstDash val="solid"/>
          </a:ln>
        </p:spPr>
      </p:sp>
      <p:sp>
        <p:nvSpPr>
          <p:cNvPr id="96" name="dp41-comparison / n114 / text 1">
            <a:extLst xmlns:a="http://schemas.openxmlformats.org/drawingml/2006/main">
              <a:ext uri="{FF2B5EF4-FFF2-40B4-BE49-F238E27FC236}">
                <a16:creationId xmlns:a16="http://schemas.microsoft.com/office/drawing/2014/main" id="{55088958-8AF0-48D0-ADF2-2223EC7209BA}"/>
              </a:ext>
            </a:extLst>
          </p:cNvPr>
          <p:cNvSpPr>
            <a:spLocks xmlns:a="http://schemas.openxmlformats.org/drawingml/2006/main" noGrp="1"/>
          </p:cNvSpPr>
          <p:nvPr/>
        </p:nvSpPr>
        <p:spPr>
          <a:xfrm xmlns:a="http://schemas.openxmlformats.org/drawingml/2006/main">
            <a:off x="6848475" y="6066949"/>
            <a:ext cx="2066925"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의미 제안 검증기</a:t>
            </a:r>
          </a:p>
        </p:txBody>
      </p:sp>
      <p:sp>
        <p:nvSpPr>
          <p:cNvPr id="97" name="dp41-comparison / n115 / path">
            <a:extLst xmlns:a="http://schemas.openxmlformats.org/drawingml/2006/main">
              <a:ext uri="{FF2B5EF4-FFF2-40B4-BE49-F238E27FC236}">
                <a16:creationId xmlns:a16="http://schemas.microsoft.com/office/drawing/2014/main" id="{BC878E8E-3D9C-4A34-A344-909745777063}"/>
              </a:ext>
            </a:extLst>
          </p:cNvPr>
          <p:cNvSpPr>
            <a:spLocks xmlns:a="http://schemas.openxmlformats.org/drawingml/2006/main" noGrp="1"/>
          </p:cNvSpPr>
          <p:nvPr/>
        </p:nvSpPr>
        <p:spPr>
          <a:xfrm xmlns:a="http://schemas.openxmlformats.org/drawingml/2006/main">
            <a:off x="4191000" y="4324350"/>
            <a:ext cx="5095875" cy="1847850"/>
          </a:xfrm>
          <a:custGeom xmlns:a="http://schemas.openxmlformats.org/drawingml/2006/main">
            <a:pathLst>
              <a:path w="5095875" h="1847850">
                <a:moveTo>
                  <a:pt x="0" y="0"/>
                </a:moveTo>
                <a:lnTo>
                  <a:pt x="5095875" y="0"/>
                </a:lnTo>
                <a:lnTo>
                  <a:pt x="5095875" y="1847850"/>
                </a:lnTo>
                <a:lnTo>
                  <a:pt x="4810125" y="1847850"/>
                </a:lnTo>
              </a:path>
            </a:pathLst>
          </a:custGeom>
          <a:noFill xmlns:a="http://schemas.openxmlformats.org/drawingml/2006/main"/>
          <a:ln xmlns:a="http://schemas.openxmlformats.org/drawingml/2006/main" w="10478">
            <a:solidFill>
              <a:srgbClr val="000000"/>
            </a:solidFill>
            <a:prstDash val="solid"/>
          </a:ln>
        </p:spPr>
      </p:sp>
      <p:sp>
        <p:nvSpPr>
          <p:cNvPr id="98" name="dp41-comparison / n115 / arrow">
            <a:extLst xmlns:a="http://schemas.openxmlformats.org/drawingml/2006/main">
              <a:ext uri="{FF2B5EF4-FFF2-40B4-BE49-F238E27FC236}">
                <a16:creationId xmlns:a16="http://schemas.microsoft.com/office/drawing/2014/main" id="{4B2340CC-6A06-4C24-A786-CE3756289947}"/>
              </a:ext>
            </a:extLst>
          </p:cNvPr>
          <p:cNvSpPr>
            <a:spLocks xmlns:a="http://schemas.openxmlformats.org/drawingml/2006/main" noGrp="1"/>
          </p:cNvSpPr>
          <p:nvPr/>
        </p:nvSpPr>
        <p:spPr>
          <a:xfrm xmlns:a="http://schemas.openxmlformats.org/drawingml/2006/main">
            <a:off x="9001125" y="613867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99" name="dp41-comparison / n120 / path">
            <a:extLst xmlns:a="http://schemas.openxmlformats.org/drawingml/2006/main">
              <a:ext uri="{FF2B5EF4-FFF2-40B4-BE49-F238E27FC236}">
                <a16:creationId xmlns:a16="http://schemas.microsoft.com/office/drawing/2014/main" id="{C919AEB2-3F9F-42EF-A476-A5F2F1A1B3BC}"/>
              </a:ext>
            </a:extLst>
          </p:cNvPr>
          <p:cNvSpPr>
            <a:spLocks xmlns:a="http://schemas.openxmlformats.org/drawingml/2006/main" noGrp="1"/>
          </p:cNvSpPr>
          <p:nvPr/>
        </p:nvSpPr>
        <p:spPr>
          <a:xfrm xmlns:a="http://schemas.openxmlformats.org/drawingml/2006/main">
            <a:off x="4071938" y="2743200"/>
            <a:ext cx="5281613" cy="1276350"/>
          </a:xfrm>
          <a:custGeom xmlns:a="http://schemas.openxmlformats.org/drawingml/2006/main">
            <a:pathLst>
              <a:path w="5281613" h="1276350">
                <a:moveTo>
                  <a:pt x="3167063" y="0"/>
                </a:moveTo>
                <a:lnTo>
                  <a:pt x="3167063" y="76200"/>
                </a:lnTo>
                <a:lnTo>
                  <a:pt x="5281613" y="76200"/>
                </a:lnTo>
                <a:lnTo>
                  <a:pt x="5281613" y="828675"/>
                </a:lnTo>
                <a:lnTo>
                  <a:pt x="261938" y="828675"/>
                </a:lnTo>
                <a:lnTo>
                  <a:pt x="261938" y="1200150"/>
                </a:lnTo>
                <a:lnTo>
                  <a:pt x="0" y="1200150"/>
                </a:lnTo>
                <a:lnTo>
                  <a:pt x="0" y="1276350"/>
                </a:lnTo>
              </a:path>
            </a:pathLst>
          </a:custGeom>
          <a:noFill xmlns:a="http://schemas.openxmlformats.org/drawingml/2006/main"/>
          <a:ln xmlns:a="http://schemas.openxmlformats.org/drawingml/2006/main" w="10478">
            <a:solidFill>
              <a:srgbClr val="000000"/>
            </a:solidFill>
            <a:prstDash val="solid"/>
          </a:ln>
        </p:spPr>
      </p:sp>
      <p:sp>
        <p:nvSpPr>
          <p:cNvPr id="100" name="dp41-comparison / n120 / arrow">
            <a:extLst xmlns:a="http://schemas.openxmlformats.org/drawingml/2006/main">
              <a:ext uri="{FF2B5EF4-FFF2-40B4-BE49-F238E27FC236}">
                <a16:creationId xmlns:a16="http://schemas.microsoft.com/office/drawing/2014/main" id="{13E2A579-BDC8-42AE-AB96-A8DB1805FFA1}"/>
              </a:ext>
            </a:extLst>
          </p:cNvPr>
          <p:cNvSpPr>
            <a:spLocks xmlns:a="http://schemas.openxmlformats.org/drawingml/2006/main" noGrp="1"/>
          </p:cNvSpPr>
          <p:nvPr/>
        </p:nvSpPr>
        <p:spPr>
          <a:xfrm xmlns:a="http://schemas.openxmlformats.org/drawingml/2006/main">
            <a:off x="4038410" y="39524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01" name="dp41-comparison / n121">
            <a:extLst xmlns:a="http://schemas.openxmlformats.org/drawingml/2006/main">
              <a:ext uri="{FF2B5EF4-FFF2-40B4-BE49-F238E27FC236}">
                <a16:creationId xmlns:a16="http://schemas.microsoft.com/office/drawing/2014/main" id="{61F563A9-8E00-492F-98C2-A68C42969033}"/>
              </a:ext>
            </a:extLst>
          </p:cNvPr>
          <p:cNvSpPr>
            <a:spLocks xmlns:a="http://schemas.openxmlformats.org/drawingml/2006/main" noGrp="1"/>
          </p:cNvSpPr>
          <p:nvPr/>
        </p:nvSpPr>
        <p:spPr>
          <a:xfrm xmlns:a="http://schemas.openxmlformats.org/drawingml/2006/main">
            <a:off x="4362450" y="6648450"/>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02" name="dp41-comparison / n122 / text 1">
            <a:extLst xmlns:a="http://schemas.openxmlformats.org/drawingml/2006/main">
              <a:ext uri="{FF2B5EF4-FFF2-40B4-BE49-F238E27FC236}">
                <a16:creationId xmlns:a16="http://schemas.microsoft.com/office/drawing/2014/main" id="{07DAD939-D955-4D5E-A976-2F3B2CAEA0CC}"/>
              </a:ext>
            </a:extLst>
          </p:cNvPr>
          <p:cNvSpPr>
            <a:spLocks xmlns:a="http://schemas.openxmlformats.org/drawingml/2006/main" noGrp="1"/>
          </p:cNvSpPr>
          <p:nvPr/>
        </p:nvSpPr>
        <p:spPr>
          <a:xfrm xmlns:a="http://schemas.openxmlformats.org/drawingml/2006/main">
            <a:off x="4448175" y="6671786"/>
            <a:ext cx="2019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Context Manager</a:t>
            </a:r>
          </a:p>
        </p:txBody>
      </p:sp>
      <p:sp>
        <p:nvSpPr>
          <p:cNvPr id="103" name="dp41-comparison / n123 / path">
            <a:extLst xmlns:a="http://schemas.openxmlformats.org/drawingml/2006/main">
              <a:ext uri="{FF2B5EF4-FFF2-40B4-BE49-F238E27FC236}">
                <a16:creationId xmlns:a16="http://schemas.microsoft.com/office/drawing/2014/main" id="{9D056350-C4C2-4FDA-8895-BE63F6BC45AE}"/>
              </a:ext>
            </a:extLst>
          </p:cNvPr>
          <p:cNvSpPr>
            <a:spLocks xmlns:a="http://schemas.openxmlformats.org/drawingml/2006/main" noGrp="1"/>
          </p:cNvSpPr>
          <p:nvPr/>
        </p:nvSpPr>
        <p:spPr>
          <a:xfrm xmlns:a="http://schemas.openxmlformats.org/drawingml/2006/main">
            <a:off x="5457825" y="4143375"/>
            <a:ext cx="4010025" cy="2505075"/>
          </a:xfrm>
          <a:custGeom xmlns:a="http://schemas.openxmlformats.org/drawingml/2006/main">
            <a:pathLst>
              <a:path w="4010025" h="2505075">
                <a:moveTo>
                  <a:pt x="3543300" y="0"/>
                </a:moveTo>
                <a:lnTo>
                  <a:pt x="4010025" y="0"/>
                </a:lnTo>
                <a:lnTo>
                  <a:pt x="4010025" y="2400300"/>
                </a:lnTo>
                <a:lnTo>
                  <a:pt x="0" y="2400300"/>
                </a:lnTo>
                <a:lnTo>
                  <a:pt x="0" y="2505075"/>
                </a:lnTo>
              </a:path>
            </a:pathLst>
          </a:custGeom>
          <a:noFill xmlns:a="http://schemas.openxmlformats.org/drawingml/2006/main"/>
          <a:ln xmlns:a="http://schemas.openxmlformats.org/drawingml/2006/main" w="10478">
            <a:solidFill>
              <a:srgbClr val="000000"/>
            </a:solidFill>
            <a:prstDash val="solid"/>
          </a:ln>
        </p:spPr>
      </p:sp>
      <p:sp>
        <p:nvSpPr>
          <p:cNvPr id="104" name="dp41-comparison / n123 / arrow">
            <a:extLst xmlns:a="http://schemas.openxmlformats.org/drawingml/2006/main">
              <a:ext uri="{FF2B5EF4-FFF2-40B4-BE49-F238E27FC236}">
                <a16:creationId xmlns:a16="http://schemas.microsoft.com/office/drawing/2014/main" id="{02B33E67-6F66-4D16-A793-F2C2F797AEBC}"/>
              </a:ext>
            </a:extLst>
          </p:cNvPr>
          <p:cNvSpPr>
            <a:spLocks xmlns:a="http://schemas.openxmlformats.org/drawingml/2006/main" noGrp="1"/>
          </p:cNvSpPr>
          <p:nvPr/>
        </p:nvSpPr>
        <p:spPr>
          <a:xfrm xmlns:a="http://schemas.openxmlformats.org/drawingml/2006/main">
            <a:off x="5424297" y="65813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05" name="dp41-comparison / n124 / path">
            <a:extLst xmlns:a="http://schemas.openxmlformats.org/drawingml/2006/main">
              <a:ext uri="{FF2B5EF4-FFF2-40B4-BE49-F238E27FC236}">
                <a16:creationId xmlns:a16="http://schemas.microsoft.com/office/drawing/2014/main" id="{439075C7-6387-4305-B8C1-D52A4F18022C}"/>
              </a:ext>
            </a:extLst>
          </p:cNvPr>
          <p:cNvSpPr>
            <a:spLocks xmlns:a="http://schemas.openxmlformats.org/drawingml/2006/main" noGrp="1"/>
          </p:cNvSpPr>
          <p:nvPr/>
        </p:nvSpPr>
        <p:spPr>
          <a:xfrm xmlns:a="http://schemas.openxmlformats.org/drawingml/2006/main">
            <a:off x="5543550" y="4286250"/>
            <a:ext cx="3848100" cy="2362200"/>
          </a:xfrm>
          <a:custGeom xmlns:a="http://schemas.openxmlformats.org/drawingml/2006/main">
            <a:pathLst>
              <a:path w="3848100" h="2362200">
                <a:moveTo>
                  <a:pt x="0" y="2362200"/>
                </a:moveTo>
                <a:lnTo>
                  <a:pt x="0" y="2305050"/>
                </a:lnTo>
                <a:lnTo>
                  <a:pt x="3848100" y="2305050"/>
                </a:lnTo>
                <a:lnTo>
                  <a:pt x="3848100" y="0"/>
                </a:lnTo>
                <a:lnTo>
                  <a:pt x="3457575" y="0"/>
                </a:lnTo>
              </a:path>
            </a:pathLst>
          </a:custGeom>
          <a:noFill xmlns:a="http://schemas.openxmlformats.org/drawingml/2006/main"/>
          <a:ln xmlns:a="http://schemas.openxmlformats.org/drawingml/2006/main" w="10478">
            <a:solidFill>
              <a:srgbClr val="000000"/>
            </a:solidFill>
            <a:prstDash val="dash"/>
          </a:ln>
        </p:spPr>
      </p:sp>
      <p:sp>
        <p:nvSpPr>
          <p:cNvPr id="106" name="dp41-comparison / n124 / arrow">
            <a:extLst xmlns:a="http://schemas.openxmlformats.org/drawingml/2006/main">
              <a:ext uri="{FF2B5EF4-FFF2-40B4-BE49-F238E27FC236}">
                <a16:creationId xmlns:a16="http://schemas.microsoft.com/office/drawing/2014/main" id="{8474D630-4014-4AA9-8209-DE5457B3C01E}"/>
              </a:ext>
            </a:extLst>
          </p:cNvPr>
          <p:cNvSpPr>
            <a:spLocks xmlns:a="http://schemas.openxmlformats.org/drawingml/2006/main" noGrp="1"/>
          </p:cNvSpPr>
          <p:nvPr/>
        </p:nvSpPr>
        <p:spPr>
          <a:xfrm xmlns:a="http://schemas.openxmlformats.org/drawingml/2006/main">
            <a:off x="9001125" y="425272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107" name="dp41-comparison / n125">
            <a:extLst xmlns:a="http://schemas.openxmlformats.org/drawingml/2006/main">
              <a:ext uri="{FF2B5EF4-FFF2-40B4-BE49-F238E27FC236}">
                <a16:creationId xmlns:a16="http://schemas.microsoft.com/office/drawing/2014/main" id="{8DCF1B6E-0F96-4F9F-8AEC-C90E790E6C05}"/>
              </a:ext>
            </a:extLst>
          </p:cNvPr>
          <p:cNvSpPr>
            <a:spLocks xmlns:a="http://schemas.openxmlformats.org/drawingml/2006/main" noGrp="1"/>
          </p:cNvSpPr>
          <p:nvPr/>
        </p:nvSpPr>
        <p:spPr>
          <a:xfrm xmlns:a="http://schemas.openxmlformats.org/drawingml/2006/main">
            <a:off x="7096125" y="6648450"/>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08" name="dp41-comparison / n126 / text 1">
            <a:extLst xmlns:a="http://schemas.openxmlformats.org/drawingml/2006/main">
              <a:ext uri="{FF2B5EF4-FFF2-40B4-BE49-F238E27FC236}">
                <a16:creationId xmlns:a16="http://schemas.microsoft.com/office/drawing/2014/main" id="{8DCC4788-CFDD-4891-9EFD-D1CA035EDA20}"/>
              </a:ext>
            </a:extLst>
          </p:cNvPr>
          <p:cNvSpPr>
            <a:spLocks xmlns:a="http://schemas.openxmlformats.org/drawingml/2006/main" noGrp="1"/>
          </p:cNvSpPr>
          <p:nvPr/>
        </p:nvSpPr>
        <p:spPr>
          <a:xfrm xmlns:a="http://schemas.openxmlformats.org/drawingml/2006/main">
            <a:off x="7181850" y="6671786"/>
            <a:ext cx="2019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Task Manager</a:t>
            </a:r>
          </a:p>
        </p:txBody>
      </p:sp>
      <p:sp>
        <p:nvSpPr>
          <p:cNvPr id="109" name="dp41-comparison / n127 / path">
            <a:extLst xmlns:a="http://schemas.openxmlformats.org/drawingml/2006/main">
              <a:ext uri="{FF2B5EF4-FFF2-40B4-BE49-F238E27FC236}">
                <a16:creationId xmlns:a16="http://schemas.microsoft.com/office/drawing/2014/main" id="{5662C839-6DA3-4AA3-BD93-96250B0B3F42}"/>
              </a:ext>
            </a:extLst>
          </p:cNvPr>
          <p:cNvSpPr>
            <a:spLocks xmlns:a="http://schemas.openxmlformats.org/drawingml/2006/main" noGrp="1"/>
          </p:cNvSpPr>
          <p:nvPr/>
        </p:nvSpPr>
        <p:spPr>
          <a:xfrm xmlns:a="http://schemas.openxmlformats.org/drawingml/2006/main">
            <a:off x="8191500" y="4143375"/>
            <a:ext cx="1276350" cy="2505075"/>
          </a:xfrm>
          <a:custGeom xmlns:a="http://schemas.openxmlformats.org/drawingml/2006/main">
            <a:pathLst>
              <a:path w="1276350" h="2505075">
                <a:moveTo>
                  <a:pt x="809625" y="0"/>
                </a:moveTo>
                <a:lnTo>
                  <a:pt x="1276350" y="0"/>
                </a:lnTo>
                <a:lnTo>
                  <a:pt x="1276350" y="2400300"/>
                </a:lnTo>
                <a:lnTo>
                  <a:pt x="0" y="2400300"/>
                </a:lnTo>
                <a:lnTo>
                  <a:pt x="0" y="2505075"/>
                </a:lnTo>
              </a:path>
            </a:pathLst>
          </a:custGeom>
          <a:noFill xmlns:a="http://schemas.openxmlformats.org/drawingml/2006/main"/>
          <a:ln xmlns:a="http://schemas.openxmlformats.org/drawingml/2006/main" w="10478">
            <a:solidFill>
              <a:srgbClr val="000000"/>
            </a:solidFill>
            <a:prstDash val="solid"/>
          </a:ln>
        </p:spPr>
      </p:sp>
      <p:sp>
        <p:nvSpPr>
          <p:cNvPr id="110" name="dp41-comparison / n127 / arrow">
            <a:extLst xmlns:a="http://schemas.openxmlformats.org/drawingml/2006/main">
              <a:ext uri="{FF2B5EF4-FFF2-40B4-BE49-F238E27FC236}">
                <a16:creationId xmlns:a16="http://schemas.microsoft.com/office/drawing/2014/main" id="{F1707B11-7F33-4C00-B5D3-8F7A93F1E6AE}"/>
              </a:ext>
            </a:extLst>
          </p:cNvPr>
          <p:cNvSpPr>
            <a:spLocks xmlns:a="http://schemas.openxmlformats.org/drawingml/2006/main" noGrp="1"/>
          </p:cNvSpPr>
          <p:nvPr/>
        </p:nvSpPr>
        <p:spPr>
          <a:xfrm xmlns:a="http://schemas.openxmlformats.org/drawingml/2006/main">
            <a:off x="8157972" y="65813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11" name="dp41-comparison / n128 / path">
            <a:extLst xmlns:a="http://schemas.openxmlformats.org/drawingml/2006/main">
              <a:ext uri="{FF2B5EF4-FFF2-40B4-BE49-F238E27FC236}">
                <a16:creationId xmlns:a16="http://schemas.microsoft.com/office/drawing/2014/main" id="{387ACA3D-59B1-47D0-ABAA-20A0EB62245B}"/>
              </a:ext>
            </a:extLst>
          </p:cNvPr>
          <p:cNvSpPr>
            <a:spLocks xmlns:a="http://schemas.openxmlformats.org/drawingml/2006/main" noGrp="1"/>
          </p:cNvSpPr>
          <p:nvPr/>
        </p:nvSpPr>
        <p:spPr>
          <a:xfrm xmlns:a="http://schemas.openxmlformats.org/drawingml/2006/main">
            <a:off x="8277225" y="4286250"/>
            <a:ext cx="1114425" cy="2362200"/>
          </a:xfrm>
          <a:custGeom xmlns:a="http://schemas.openxmlformats.org/drawingml/2006/main">
            <a:pathLst>
              <a:path w="1114425" h="2362200">
                <a:moveTo>
                  <a:pt x="0" y="2362200"/>
                </a:moveTo>
                <a:lnTo>
                  <a:pt x="0" y="2305050"/>
                </a:lnTo>
                <a:lnTo>
                  <a:pt x="1114425" y="2305050"/>
                </a:lnTo>
                <a:lnTo>
                  <a:pt x="1114425" y="0"/>
                </a:lnTo>
                <a:lnTo>
                  <a:pt x="723900" y="0"/>
                </a:lnTo>
              </a:path>
            </a:pathLst>
          </a:custGeom>
          <a:noFill xmlns:a="http://schemas.openxmlformats.org/drawingml/2006/main"/>
          <a:ln xmlns:a="http://schemas.openxmlformats.org/drawingml/2006/main" w="10478">
            <a:solidFill>
              <a:srgbClr val="000000"/>
            </a:solidFill>
            <a:prstDash val="dash"/>
          </a:ln>
        </p:spPr>
      </p:sp>
      <p:sp>
        <p:nvSpPr>
          <p:cNvPr id="112" name="dp41-comparison / n128 / arrow">
            <a:extLst xmlns:a="http://schemas.openxmlformats.org/drawingml/2006/main">
              <a:ext uri="{FF2B5EF4-FFF2-40B4-BE49-F238E27FC236}">
                <a16:creationId xmlns:a16="http://schemas.microsoft.com/office/drawing/2014/main" id="{610A05F6-4128-4329-ACC7-1DB434F28EE8}"/>
              </a:ext>
            </a:extLst>
          </p:cNvPr>
          <p:cNvSpPr>
            <a:spLocks xmlns:a="http://schemas.openxmlformats.org/drawingml/2006/main" noGrp="1"/>
          </p:cNvSpPr>
          <p:nvPr/>
        </p:nvSpPr>
        <p:spPr>
          <a:xfrm xmlns:a="http://schemas.openxmlformats.org/drawingml/2006/main">
            <a:off x="9001125" y="425272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113" name="dp41-comparison / n131 / path">
            <a:extLst xmlns:a="http://schemas.openxmlformats.org/drawingml/2006/main">
              <a:ext uri="{FF2B5EF4-FFF2-40B4-BE49-F238E27FC236}">
                <a16:creationId xmlns:a16="http://schemas.microsoft.com/office/drawing/2014/main" id="{8C1D765F-D376-4414-94A5-5CCA69B1FA14}"/>
              </a:ext>
            </a:extLst>
          </p:cNvPr>
          <p:cNvSpPr>
            <a:spLocks xmlns:a="http://schemas.openxmlformats.org/drawingml/2006/main" noGrp="1"/>
          </p:cNvSpPr>
          <p:nvPr/>
        </p:nvSpPr>
        <p:spPr>
          <a:xfrm xmlns:a="http://schemas.openxmlformats.org/drawingml/2006/main">
            <a:off x="1476375" y="7067550"/>
            <a:ext cx="7953375" cy="953"/>
          </a:xfrm>
          <a:custGeom xmlns:a="http://schemas.openxmlformats.org/drawingml/2006/main">
            <a:pathLst>
              <a:path w="7953375" h="953">
                <a:moveTo>
                  <a:pt x="0" y="0"/>
                </a:moveTo>
                <a:lnTo>
                  <a:pt x="7953375" y="0"/>
                </a:lnTo>
              </a:path>
            </a:pathLst>
          </a:custGeom>
          <a:noFill xmlns:a="http://schemas.openxmlformats.org/drawingml/2006/main"/>
          <a:ln xmlns:a="http://schemas.openxmlformats.org/drawingml/2006/main" w="10478">
            <a:solidFill>
              <a:srgbClr val="000000"/>
            </a:solidFill>
            <a:prstDash val="solid"/>
          </a:ln>
        </p:spPr>
      </p:sp>
      <p:sp>
        <p:nvSpPr>
          <p:cNvPr id="114" name="dp41-comparison / n134">
            <a:extLst xmlns:a="http://schemas.openxmlformats.org/drawingml/2006/main">
              <a:ext uri="{FF2B5EF4-FFF2-40B4-BE49-F238E27FC236}">
                <a16:creationId xmlns:a16="http://schemas.microsoft.com/office/drawing/2014/main" id="{77D5D840-FCEB-4477-A07B-F6938C147016}"/>
              </a:ext>
            </a:extLst>
          </p:cNvPr>
          <p:cNvSpPr>
            <a:spLocks xmlns:a="http://schemas.openxmlformats.org/drawingml/2006/main" noGrp="1"/>
          </p:cNvSpPr>
          <p:nvPr/>
        </p:nvSpPr>
        <p:spPr>
          <a:xfrm xmlns:a="http://schemas.openxmlformats.org/drawingml/2006/main">
            <a:off x="1666875" y="7362825"/>
            <a:ext cx="17145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15" name="dp41-comparison / n135 / text 1">
            <a:extLst xmlns:a="http://schemas.openxmlformats.org/drawingml/2006/main">
              <a:ext uri="{FF2B5EF4-FFF2-40B4-BE49-F238E27FC236}">
                <a16:creationId xmlns:a16="http://schemas.microsoft.com/office/drawing/2014/main" id="{C1C7EF68-3A26-4EA4-8DDD-E79B8E1865F5}"/>
              </a:ext>
            </a:extLst>
          </p:cNvPr>
          <p:cNvSpPr>
            <a:spLocks xmlns:a="http://schemas.openxmlformats.org/drawingml/2006/main" noGrp="1"/>
          </p:cNvSpPr>
          <p:nvPr/>
        </p:nvSpPr>
        <p:spPr>
          <a:xfrm xmlns:a="http://schemas.openxmlformats.org/drawingml/2006/main">
            <a:off x="1752600" y="7403306"/>
            <a:ext cx="1543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모델: 다음 행동 판단</a:t>
            </a:r>
          </a:p>
        </p:txBody>
      </p:sp>
      <p:sp>
        <p:nvSpPr>
          <p:cNvPr id="116" name="dp41-comparison / n136">
            <a:extLst xmlns:a="http://schemas.openxmlformats.org/drawingml/2006/main">
              <a:ext uri="{FF2B5EF4-FFF2-40B4-BE49-F238E27FC236}">
                <a16:creationId xmlns:a16="http://schemas.microsoft.com/office/drawing/2014/main" id="{E3741AB9-09A6-409C-892C-2493A6AD4A53}"/>
              </a:ext>
            </a:extLst>
          </p:cNvPr>
          <p:cNvSpPr>
            <a:spLocks xmlns:a="http://schemas.openxmlformats.org/drawingml/2006/main" noGrp="1"/>
          </p:cNvSpPr>
          <p:nvPr/>
        </p:nvSpPr>
        <p:spPr>
          <a:xfrm xmlns:a="http://schemas.openxmlformats.org/drawingml/2006/main">
            <a:off x="4048125" y="7296150"/>
            <a:ext cx="1428750" cy="400050"/>
          </a:xfrm>
          <a:prstGeom xmlns:a="http://schemas.openxmlformats.org/drawingml/2006/main" prst="diamond">
            <a:avLst/>
          </a:prstGeom>
          <a:solidFill xmlns:a="http://schemas.openxmlformats.org/drawingml/2006/main">
            <a:srgbClr val="FFFFFF"/>
          </a:solidFill>
          <a:ln xmlns:a="http://schemas.openxmlformats.org/drawingml/2006/main" w="9525">
            <a:solidFill>
              <a:srgbClr val="000000"/>
            </a:solidFill>
            <a:prstDash val="solid"/>
          </a:ln>
        </p:spPr>
      </p:sp>
      <p:sp>
        <p:nvSpPr>
          <p:cNvPr id="117" name="dp41-comparison / n137 / text 1">
            <a:extLst xmlns:a="http://schemas.openxmlformats.org/drawingml/2006/main">
              <a:ext uri="{FF2B5EF4-FFF2-40B4-BE49-F238E27FC236}">
                <a16:creationId xmlns:a16="http://schemas.microsoft.com/office/drawing/2014/main" id="{87869321-EDBF-4B74-91AD-F31DDF0A8460}"/>
              </a:ext>
            </a:extLst>
          </p:cNvPr>
          <p:cNvSpPr>
            <a:spLocks xmlns:a="http://schemas.openxmlformats.org/drawingml/2006/main" noGrp="1"/>
          </p:cNvSpPr>
          <p:nvPr/>
        </p:nvSpPr>
        <p:spPr>
          <a:xfrm xmlns:a="http://schemas.openxmlformats.org/drawingml/2006/main">
            <a:off x="4133850" y="7403306"/>
            <a:ext cx="1257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다음 행동?</a:t>
            </a:r>
          </a:p>
        </p:txBody>
      </p:sp>
      <p:sp>
        <p:nvSpPr>
          <p:cNvPr id="118" name="dp41-comparison / n138">
            <a:extLst xmlns:a="http://schemas.openxmlformats.org/drawingml/2006/main">
              <a:ext uri="{FF2B5EF4-FFF2-40B4-BE49-F238E27FC236}">
                <a16:creationId xmlns:a16="http://schemas.microsoft.com/office/drawing/2014/main" id="{C1DEB268-D3EA-426A-8085-BFAD0BA718EA}"/>
              </a:ext>
            </a:extLst>
          </p:cNvPr>
          <p:cNvSpPr>
            <a:spLocks xmlns:a="http://schemas.openxmlformats.org/drawingml/2006/main" noGrp="1"/>
          </p:cNvSpPr>
          <p:nvPr/>
        </p:nvSpPr>
        <p:spPr>
          <a:xfrm xmlns:a="http://schemas.openxmlformats.org/drawingml/2006/main">
            <a:off x="6429375" y="7362825"/>
            <a:ext cx="20955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19" name="dp41-comparison / n139 / text 1">
            <a:extLst xmlns:a="http://schemas.openxmlformats.org/drawingml/2006/main">
              <a:ext uri="{FF2B5EF4-FFF2-40B4-BE49-F238E27FC236}">
                <a16:creationId xmlns:a16="http://schemas.microsoft.com/office/drawing/2014/main" id="{1B088D2A-D406-4013-ABB1-AFC58AC18CB4}"/>
              </a:ext>
            </a:extLst>
          </p:cNvPr>
          <p:cNvSpPr>
            <a:spLocks xmlns:a="http://schemas.openxmlformats.org/drawingml/2006/main" noGrp="1"/>
          </p:cNvSpPr>
          <p:nvPr/>
        </p:nvSpPr>
        <p:spPr>
          <a:xfrm xmlns:a="http://schemas.openxmlformats.org/drawingml/2006/main">
            <a:off x="6515100" y="7403306"/>
            <a:ext cx="1924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도구: 지정한 자료 조회</a:t>
            </a:r>
          </a:p>
        </p:txBody>
      </p:sp>
      <p:sp>
        <p:nvSpPr>
          <p:cNvPr id="120" name="dp41-comparison / n140">
            <a:extLst xmlns:a="http://schemas.openxmlformats.org/drawingml/2006/main">
              <a:ext uri="{FF2B5EF4-FFF2-40B4-BE49-F238E27FC236}">
                <a16:creationId xmlns:a16="http://schemas.microsoft.com/office/drawing/2014/main" id="{9B138D3D-EF92-4267-B900-ED27A7AF5B1B}"/>
              </a:ext>
            </a:extLst>
          </p:cNvPr>
          <p:cNvSpPr>
            <a:spLocks xmlns:a="http://schemas.openxmlformats.org/drawingml/2006/main" noGrp="1"/>
          </p:cNvSpPr>
          <p:nvPr/>
        </p:nvSpPr>
        <p:spPr>
          <a:xfrm xmlns:a="http://schemas.openxmlformats.org/drawingml/2006/main">
            <a:off x="6953250" y="7953375"/>
            <a:ext cx="2238375" cy="2762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21" name="dp41-comparison / n141 / text 1">
            <a:extLst xmlns:a="http://schemas.openxmlformats.org/drawingml/2006/main">
              <a:ext uri="{FF2B5EF4-FFF2-40B4-BE49-F238E27FC236}">
                <a16:creationId xmlns:a16="http://schemas.microsoft.com/office/drawing/2014/main" id="{8EAF1228-E5FA-4A76-826F-CF19BA9C102F}"/>
              </a:ext>
            </a:extLst>
          </p:cNvPr>
          <p:cNvSpPr>
            <a:spLocks xmlns:a="http://schemas.openxmlformats.org/drawingml/2006/main" noGrp="1"/>
          </p:cNvSpPr>
          <p:nvPr/>
        </p:nvSpPr>
        <p:spPr>
          <a:xfrm xmlns:a="http://schemas.openxmlformats.org/drawingml/2006/main">
            <a:off x="7038975" y="7998619"/>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모델: 의미 / 질문 제안</a:t>
            </a:r>
          </a:p>
        </p:txBody>
      </p:sp>
      <p:sp>
        <p:nvSpPr>
          <p:cNvPr id="122" name="dp41-comparison / n142 / path">
            <a:extLst xmlns:a="http://schemas.openxmlformats.org/drawingml/2006/main">
              <a:ext uri="{FF2B5EF4-FFF2-40B4-BE49-F238E27FC236}">
                <a16:creationId xmlns:a16="http://schemas.microsoft.com/office/drawing/2014/main" id="{597B22AD-1C23-402C-926C-9500CFE34A07}"/>
              </a:ext>
            </a:extLst>
          </p:cNvPr>
          <p:cNvSpPr>
            <a:spLocks xmlns:a="http://schemas.openxmlformats.org/drawingml/2006/main" noGrp="1"/>
          </p:cNvSpPr>
          <p:nvPr/>
        </p:nvSpPr>
        <p:spPr>
          <a:xfrm xmlns:a="http://schemas.openxmlformats.org/drawingml/2006/main">
            <a:off x="3381375" y="7496175"/>
            <a:ext cx="666750" cy="953"/>
          </a:xfrm>
          <a:custGeom xmlns:a="http://schemas.openxmlformats.org/drawingml/2006/main">
            <a:pathLst>
              <a:path w="666750" h="953">
                <a:moveTo>
                  <a:pt x="0" y="0"/>
                </a:moveTo>
                <a:lnTo>
                  <a:pt x="666750" y="0"/>
                </a:lnTo>
              </a:path>
            </a:pathLst>
          </a:custGeom>
          <a:noFill xmlns:a="http://schemas.openxmlformats.org/drawingml/2006/main"/>
          <a:ln xmlns:a="http://schemas.openxmlformats.org/drawingml/2006/main" w="10478">
            <a:solidFill>
              <a:srgbClr val="000000"/>
            </a:solidFill>
            <a:prstDash val="solid"/>
          </a:ln>
        </p:spPr>
      </p:sp>
      <p:sp>
        <p:nvSpPr>
          <p:cNvPr id="123" name="dp41-comparison / n142 / arrow">
            <a:extLst xmlns:a="http://schemas.openxmlformats.org/drawingml/2006/main">
              <a:ext uri="{FF2B5EF4-FFF2-40B4-BE49-F238E27FC236}">
                <a16:creationId xmlns:a16="http://schemas.microsoft.com/office/drawing/2014/main" id="{03856A93-F2F1-4B73-A409-AF7C18992FDE}"/>
              </a:ext>
            </a:extLst>
          </p:cNvPr>
          <p:cNvSpPr>
            <a:spLocks xmlns:a="http://schemas.openxmlformats.org/drawingml/2006/main" noGrp="1"/>
          </p:cNvSpPr>
          <p:nvPr/>
        </p:nvSpPr>
        <p:spPr>
          <a:xfrm xmlns:a="http://schemas.openxmlformats.org/drawingml/2006/main">
            <a:off x="3981069" y="74626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24" name="dp41-comparison / n143 / path">
            <a:extLst xmlns:a="http://schemas.openxmlformats.org/drawingml/2006/main">
              <a:ext uri="{FF2B5EF4-FFF2-40B4-BE49-F238E27FC236}">
                <a16:creationId xmlns:a16="http://schemas.microsoft.com/office/drawing/2014/main" id="{E2FBC27F-4F1A-4BDE-8625-2D41FF134E70}"/>
              </a:ext>
            </a:extLst>
          </p:cNvPr>
          <p:cNvSpPr>
            <a:spLocks xmlns:a="http://schemas.openxmlformats.org/drawingml/2006/main" noGrp="1"/>
          </p:cNvSpPr>
          <p:nvPr/>
        </p:nvSpPr>
        <p:spPr>
          <a:xfrm xmlns:a="http://schemas.openxmlformats.org/drawingml/2006/main">
            <a:off x="5476875" y="7496175"/>
            <a:ext cx="952500" cy="953"/>
          </a:xfrm>
          <a:custGeom xmlns:a="http://schemas.openxmlformats.org/drawingml/2006/main">
            <a:pathLst>
              <a:path w="952500" h="953">
                <a:moveTo>
                  <a:pt x="0" y="0"/>
                </a:moveTo>
                <a:lnTo>
                  <a:pt x="952500" y="0"/>
                </a:lnTo>
              </a:path>
            </a:pathLst>
          </a:custGeom>
          <a:noFill xmlns:a="http://schemas.openxmlformats.org/drawingml/2006/main"/>
          <a:ln xmlns:a="http://schemas.openxmlformats.org/drawingml/2006/main" w="10478">
            <a:solidFill>
              <a:srgbClr val="000000"/>
            </a:solidFill>
            <a:prstDash val="solid"/>
          </a:ln>
        </p:spPr>
      </p:sp>
      <p:sp>
        <p:nvSpPr>
          <p:cNvPr id="125" name="dp41-comparison / n143 / arrow">
            <a:extLst xmlns:a="http://schemas.openxmlformats.org/drawingml/2006/main">
              <a:ext uri="{FF2B5EF4-FFF2-40B4-BE49-F238E27FC236}">
                <a16:creationId xmlns:a16="http://schemas.microsoft.com/office/drawing/2014/main" id="{9F842904-827F-467E-8D2F-E1190BC31AC8}"/>
              </a:ext>
            </a:extLst>
          </p:cNvPr>
          <p:cNvSpPr>
            <a:spLocks xmlns:a="http://schemas.openxmlformats.org/drawingml/2006/main" noGrp="1"/>
          </p:cNvSpPr>
          <p:nvPr/>
        </p:nvSpPr>
        <p:spPr>
          <a:xfrm xmlns:a="http://schemas.openxmlformats.org/drawingml/2006/main">
            <a:off x="6362319" y="74626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26" name="dp41-comparison / n146 / path">
            <a:extLst xmlns:a="http://schemas.openxmlformats.org/drawingml/2006/main">
              <a:ext uri="{FF2B5EF4-FFF2-40B4-BE49-F238E27FC236}">
                <a16:creationId xmlns:a16="http://schemas.microsoft.com/office/drawing/2014/main" id="{A53EB285-4815-4FD5-ADF8-12E4D7919FAF}"/>
              </a:ext>
            </a:extLst>
          </p:cNvPr>
          <p:cNvSpPr>
            <a:spLocks xmlns:a="http://schemas.openxmlformats.org/drawingml/2006/main" noGrp="1"/>
          </p:cNvSpPr>
          <p:nvPr/>
        </p:nvSpPr>
        <p:spPr>
          <a:xfrm xmlns:a="http://schemas.openxmlformats.org/drawingml/2006/main">
            <a:off x="2524125" y="7629525"/>
            <a:ext cx="4953000" cy="152400"/>
          </a:xfrm>
          <a:custGeom xmlns:a="http://schemas.openxmlformats.org/drawingml/2006/main">
            <a:pathLst>
              <a:path w="4953000" h="152400">
                <a:moveTo>
                  <a:pt x="4953000" y="0"/>
                </a:moveTo>
                <a:lnTo>
                  <a:pt x="4953000" y="152400"/>
                </a:lnTo>
                <a:lnTo>
                  <a:pt x="0" y="152400"/>
                </a:lnTo>
                <a:lnTo>
                  <a:pt x="0" y="0"/>
                </a:lnTo>
              </a:path>
            </a:pathLst>
          </a:custGeom>
          <a:noFill xmlns:a="http://schemas.openxmlformats.org/drawingml/2006/main"/>
          <a:ln xmlns:a="http://schemas.openxmlformats.org/drawingml/2006/main" w="10478">
            <a:solidFill>
              <a:srgbClr val="000000"/>
            </a:solidFill>
            <a:prstDash val="solid"/>
          </a:ln>
        </p:spPr>
      </p:sp>
      <p:sp>
        <p:nvSpPr>
          <p:cNvPr id="127" name="dp41-comparison / n146 / arrow">
            <a:extLst xmlns:a="http://schemas.openxmlformats.org/drawingml/2006/main">
              <a:ext uri="{FF2B5EF4-FFF2-40B4-BE49-F238E27FC236}">
                <a16:creationId xmlns:a16="http://schemas.microsoft.com/office/drawing/2014/main" id="{7438F550-F988-4801-92D7-269A45971C41}"/>
              </a:ext>
            </a:extLst>
          </p:cNvPr>
          <p:cNvSpPr>
            <a:spLocks xmlns:a="http://schemas.openxmlformats.org/drawingml/2006/main" noGrp="1"/>
          </p:cNvSpPr>
          <p:nvPr/>
        </p:nvSpPr>
        <p:spPr>
          <a:xfrm xmlns:a="http://schemas.openxmlformats.org/drawingml/2006/main">
            <a:off x="2490597" y="7629525"/>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128" name="dp41-comparison / n149 / path">
            <a:extLst xmlns:a="http://schemas.openxmlformats.org/drawingml/2006/main">
              <a:ext uri="{FF2B5EF4-FFF2-40B4-BE49-F238E27FC236}">
                <a16:creationId xmlns:a16="http://schemas.microsoft.com/office/drawing/2014/main" id="{99DDDECC-115F-4169-81FD-FA9AE4DCD29A}"/>
              </a:ext>
            </a:extLst>
          </p:cNvPr>
          <p:cNvSpPr>
            <a:spLocks xmlns:a="http://schemas.openxmlformats.org/drawingml/2006/main" noGrp="1"/>
          </p:cNvSpPr>
          <p:nvPr/>
        </p:nvSpPr>
        <p:spPr>
          <a:xfrm xmlns:a="http://schemas.openxmlformats.org/drawingml/2006/main">
            <a:off x="4762500" y="7696200"/>
            <a:ext cx="2190750" cy="395288"/>
          </a:xfrm>
          <a:custGeom xmlns:a="http://schemas.openxmlformats.org/drawingml/2006/main">
            <a:pathLst>
              <a:path w="2190750" h="395288">
                <a:moveTo>
                  <a:pt x="0" y="0"/>
                </a:moveTo>
                <a:lnTo>
                  <a:pt x="0" y="395288"/>
                </a:lnTo>
                <a:lnTo>
                  <a:pt x="2190750" y="395288"/>
                </a:lnTo>
              </a:path>
            </a:pathLst>
          </a:custGeom>
          <a:noFill xmlns:a="http://schemas.openxmlformats.org/drawingml/2006/main"/>
          <a:ln xmlns:a="http://schemas.openxmlformats.org/drawingml/2006/main" w="10478">
            <a:solidFill>
              <a:srgbClr val="000000"/>
            </a:solidFill>
            <a:prstDash val="solid"/>
          </a:ln>
        </p:spPr>
      </p:sp>
      <p:sp>
        <p:nvSpPr>
          <p:cNvPr id="129" name="dp41-comparison / n149 / arrow">
            <a:extLst xmlns:a="http://schemas.openxmlformats.org/drawingml/2006/main">
              <a:ext uri="{FF2B5EF4-FFF2-40B4-BE49-F238E27FC236}">
                <a16:creationId xmlns:a16="http://schemas.microsoft.com/office/drawing/2014/main" id="{0BB4A9FD-608E-44DE-BEC5-F30BD0DE004C}"/>
              </a:ext>
            </a:extLst>
          </p:cNvPr>
          <p:cNvSpPr>
            <a:spLocks xmlns:a="http://schemas.openxmlformats.org/drawingml/2006/main" noGrp="1"/>
          </p:cNvSpPr>
          <p:nvPr/>
        </p:nvSpPr>
        <p:spPr>
          <a:xfrm xmlns:a="http://schemas.openxmlformats.org/drawingml/2006/main">
            <a:off x="6886194" y="805796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30" name="dp41-comparison / n64">
            <a:extLst xmlns:a="http://schemas.openxmlformats.org/drawingml/2006/main">
              <a:ext uri="{FF2B5EF4-FFF2-40B4-BE49-F238E27FC236}">
                <a16:creationId xmlns:a16="http://schemas.microsoft.com/office/drawing/2014/main" id="{D779FDF0-ED26-47BA-A77C-2785ED767825}"/>
              </a:ext>
            </a:extLst>
          </p:cNvPr>
          <p:cNvSpPr>
            <a:spLocks xmlns:a="http://schemas.openxmlformats.org/drawingml/2006/main" noGrp="1"/>
          </p:cNvSpPr>
          <p:nvPr/>
        </p:nvSpPr>
        <p:spPr>
          <a:xfrm xmlns:a="http://schemas.openxmlformats.org/drawingml/2006/main">
            <a:off x="1571625" y="2409825"/>
            <a:ext cx="1428750" cy="333375"/>
          </a:xfrm>
          <a:custGeom xmlns:a="http://schemas.openxmlformats.org/drawingml/2006/main">
            <a:pathLst>
              <a:path w="1428750" h="333375">
                <a:moveTo>
                  <a:pt x="0" y="0"/>
                </a:moveTo>
                <a:lnTo>
                  <a:pt x="1257300" y="0"/>
                </a:lnTo>
                <a:lnTo>
                  <a:pt x="1428750" y="171450"/>
                </a:lnTo>
                <a:lnTo>
                  <a:pt x="1428750" y="333375"/>
                </a:lnTo>
                <a:lnTo>
                  <a:pt x="0" y="333375"/>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31" name="dp41-comparison / n64 / fold">
            <a:extLst xmlns:a="http://schemas.openxmlformats.org/drawingml/2006/main">
              <a:ext uri="{FF2B5EF4-FFF2-40B4-BE49-F238E27FC236}">
                <a16:creationId xmlns:a16="http://schemas.microsoft.com/office/drawing/2014/main" id="{13E42500-9E01-4670-A317-87B406F30915}"/>
              </a:ext>
            </a:extLst>
          </p:cNvPr>
          <p:cNvSpPr>
            <a:spLocks xmlns:a="http://schemas.openxmlformats.org/drawingml/2006/main" noGrp="1"/>
          </p:cNvSpPr>
          <p:nvPr/>
        </p:nvSpPr>
        <p:spPr>
          <a:xfrm xmlns:a="http://schemas.openxmlformats.org/drawingml/2006/main">
            <a:off x="2828925" y="240982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32" name="dp41-comparison / n65 / text 1">
            <a:extLst xmlns:a="http://schemas.openxmlformats.org/drawingml/2006/main">
              <a:ext uri="{FF2B5EF4-FFF2-40B4-BE49-F238E27FC236}">
                <a16:creationId xmlns:a16="http://schemas.microsoft.com/office/drawing/2014/main" id="{0FE2A948-5C73-4F9B-8E20-0F96B910355C}"/>
              </a:ext>
            </a:extLst>
          </p:cNvPr>
          <p:cNvSpPr>
            <a:spLocks xmlns:a="http://schemas.openxmlformats.org/drawingml/2006/main" noGrp="1"/>
          </p:cNvSpPr>
          <p:nvPr/>
        </p:nvSpPr>
        <p:spPr>
          <a:xfrm xmlns:a="http://schemas.openxmlformats.org/drawingml/2006/main">
            <a:off x="1666875" y="2466975"/>
            <a:ext cx="11620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000000"/>
                </a:solidFill>
                <a:latin typeface="Apple SD Gothic Neo"/>
                <a:ea typeface="Apple SD Gothic Neo"/>
                <a:cs typeface="Apple SD Gothic Neo"/>
              </a:defRPr>
            </a:pPr>
            <a:r>
              <a:rPr sz="1200" b="0">
                <a:solidFill>
                  <a:srgbClr val="000000"/>
                </a:solidFill>
                <a:latin typeface="Apple SD Gothic Neo"/>
                <a:ea typeface="Apple SD Gothic Neo"/>
                <a:cs typeface="Apple SD Gothic Neo"/>
              </a:rPr>
              <a:t>사용자 발화</a:t>
            </a:r>
          </a:p>
        </p:txBody>
      </p:sp>
      <p:sp>
        <p:nvSpPr>
          <p:cNvPr id="133" name="dp41-comparison / n74">
            <a:extLst xmlns:a="http://schemas.openxmlformats.org/drawingml/2006/main">
              <a:ext uri="{FF2B5EF4-FFF2-40B4-BE49-F238E27FC236}">
                <a16:creationId xmlns:a16="http://schemas.microsoft.com/office/drawing/2014/main" id="{26A39678-1D34-4300-A50F-037318A2D8C9}"/>
              </a:ext>
            </a:extLst>
          </p:cNvPr>
          <p:cNvSpPr>
            <a:spLocks xmlns:a="http://schemas.openxmlformats.org/drawingml/2006/main" noGrp="1"/>
          </p:cNvSpPr>
          <p:nvPr/>
        </p:nvSpPr>
        <p:spPr>
          <a:xfrm xmlns:a="http://schemas.openxmlformats.org/drawingml/2006/main">
            <a:off x="4505325" y="2943225"/>
            <a:ext cx="3050477"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4" name="dp41-comparison / n75 / text 1">
            <a:extLst xmlns:a="http://schemas.openxmlformats.org/drawingml/2006/main">
              <a:ext uri="{FF2B5EF4-FFF2-40B4-BE49-F238E27FC236}">
                <a16:creationId xmlns:a16="http://schemas.microsoft.com/office/drawing/2014/main" id="{3B5CA446-008C-4AE8-9001-DF2360D92C81}"/>
              </a:ext>
            </a:extLst>
          </p:cNvPr>
          <p:cNvSpPr>
            <a:spLocks xmlns:a="http://schemas.openxmlformats.org/drawingml/2006/main" noGrp="1"/>
          </p:cNvSpPr>
          <p:nvPr/>
        </p:nvSpPr>
        <p:spPr>
          <a:xfrm xmlns:a="http://schemas.openxmlformats.org/drawingml/2006/main">
            <a:off x="4524375" y="2952750"/>
            <a:ext cx="46672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Model Access 경유 / 조회 결과마다 모델 재판단</a:t>
            </a:r>
          </a:p>
        </p:txBody>
      </p:sp>
      <p:sp>
        <p:nvSpPr>
          <p:cNvPr id="135" name="dp41-comparison / n76">
            <a:extLst xmlns:a="http://schemas.openxmlformats.org/drawingml/2006/main">
              <a:ext uri="{FF2B5EF4-FFF2-40B4-BE49-F238E27FC236}">
                <a16:creationId xmlns:a16="http://schemas.microsoft.com/office/drawing/2014/main" id="{E982A62A-7C04-47F1-99FF-ECA251A07417}"/>
              </a:ext>
            </a:extLst>
          </p:cNvPr>
          <p:cNvSpPr>
            <a:spLocks xmlns:a="http://schemas.openxmlformats.org/drawingml/2006/main" noGrp="1"/>
          </p:cNvSpPr>
          <p:nvPr/>
        </p:nvSpPr>
        <p:spPr>
          <a:xfrm xmlns:a="http://schemas.openxmlformats.org/drawingml/2006/main">
            <a:off x="4648200" y="3314700"/>
            <a:ext cx="3272028" cy="22479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6" name="dp41-comparison / n77 / text 1">
            <a:extLst xmlns:a="http://schemas.openxmlformats.org/drawingml/2006/main">
              <a:ext uri="{FF2B5EF4-FFF2-40B4-BE49-F238E27FC236}">
                <a16:creationId xmlns:a16="http://schemas.microsoft.com/office/drawing/2014/main" id="{FC454F16-F91B-4341-BC9B-4A4E798134B4}"/>
              </a:ext>
            </a:extLst>
          </p:cNvPr>
          <p:cNvSpPr>
            <a:spLocks xmlns:a="http://schemas.openxmlformats.org/drawingml/2006/main" noGrp="1"/>
          </p:cNvSpPr>
          <p:nvPr/>
        </p:nvSpPr>
        <p:spPr>
          <a:xfrm xmlns:a="http://schemas.openxmlformats.org/drawingml/2006/main">
            <a:off x="4667250" y="3324225"/>
            <a:ext cx="45720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000000"/>
                </a:solidFill>
                <a:latin typeface="Apple SD Gothic Neo"/>
                <a:ea typeface="Apple SD Gothic Neo"/>
                <a:cs typeface="Apple SD Gothic Neo"/>
              </a:defRPr>
            </a:pPr>
            <a:r>
              <a:rPr sz="1350" b="0">
                <a:solidFill>
                  <a:srgbClr val="000000"/>
                </a:solidFill>
                <a:latin typeface="Apple SD Gothic Neo"/>
                <a:ea typeface="Apple SD Gothic Neo"/>
                <a:cs typeface="Apple SD Gothic Neo"/>
              </a:rPr>
              <a:t>A: 모델이 결과를 보고 다음 조회 선택</a:t>
            </a:r>
          </a:p>
        </p:txBody>
      </p:sp>
      <p:sp>
        <p:nvSpPr>
          <p:cNvPr id="137" name="dp41-comparison / n80">
            <a:extLst xmlns:a="http://schemas.openxmlformats.org/drawingml/2006/main">
              <a:ext uri="{FF2B5EF4-FFF2-40B4-BE49-F238E27FC236}">
                <a16:creationId xmlns:a16="http://schemas.microsoft.com/office/drawing/2014/main" id="{6584029A-B0E7-4B06-AB22-EFBF3160C0F3}"/>
              </a:ext>
            </a:extLst>
          </p:cNvPr>
          <p:cNvSpPr>
            <a:spLocks xmlns:a="http://schemas.openxmlformats.org/drawingml/2006/main" noGrp="1"/>
          </p:cNvSpPr>
          <p:nvPr/>
        </p:nvSpPr>
        <p:spPr>
          <a:xfrm xmlns:a="http://schemas.openxmlformats.org/drawingml/2006/main">
            <a:off x="7505700" y="3114675"/>
            <a:ext cx="730568"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8" name="dp41-comparison / n81 / text 1">
            <a:extLst xmlns:a="http://schemas.openxmlformats.org/drawingml/2006/main">
              <a:ext uri="{FF2B5EF4-FFF2-40B4-BE49-F238E27FC236}">
                <a16:creationId xmlns:a16="http://schemas.microsoft.com/office/drawing/2014/main" id="{13CEADB9-2FDD-4DAF-9147-349E2970B5A1}"/>
              </a:ext>
            </a:extLst>
          </p:cNvPr>
          <p:cNvSpPr>
            <a:spLocks xmlns:a="http://schemas.openxmlformats.org/drawingml/2006/main" noGrp="1"/>
          </p:cNvSpPr>
          <p:nvPr/>
        </p:nvSpPr>
        <p:spPr>
          <a:xfrm xmlns:a="http://schemas.openxmlformats.org/drawingml/2006/main">
            <a:off x="7524750" y="3124200"/>
            <a:ext cx="17621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000000"/>
                </a:solidFill>
                <a:latin typeface="Apple SD Gothic Neo"/>
                <a:ea typeface="Apple SD Gothic Neo"/>
                <a:cs typeface="Apple SD Gothic Neo"/>
              </a:defRPr>
            </a:pPr>
            <a:r>
              <a:rPr sz="1125" b="0">
                <a:solidFill>
                  <a:srgbClr val="000000"/>
                </a:solidFill>
                <a:latin typeface="Apple SD Gothic Neo"/>
                <a:ea typeface="Apple SD Gothic Neo"/>
                <a:cs typeface="Apple SD Gothic Neo"/>
              </a:rPr>
              <a:t>해석 시작</a:t>
            </a:r>
          </a:p>
        </p:txBody>
      </p:sp>
      <p:sp>
        <p:nvSpPr>
          <p:cNvPr id="139" name="dp41-comparison / n84">
            <a:extLst xmlns:a="http://schemas.openxmlformats.org/drawingml/2006/main">
              <a:ext uri="{FF2B5EF4-FFF2-40B4-BE49-F238E27FC236}">
                <a16:creationId xmlns:a16="http://schemas.microsoft.com/office/drawing/2014/main" id="{D8FFE8C1-3912-4BD5-847C-099FC29EE2C9}"/>
              </a:ext>
            </a:extLst>
          </p:cNvPr>
          <p:cNvSpPr>
            <a:spLocks xmlns:a="http://schemas.openxmlformats.org/drawingml/2006/main" noGrp="1"/>
          </p:cNvSpPr>
          <p:nvPr/>
        </p:nvSpPr>
        <p:spPr>
          <a:xfrm xmlns:a="http://schemas.openxmlformats.org/drawingml/2006/main">
            <a:off x="1647825" y="4429125"/>
            <a:ext cx="1911858"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0" name="dp41-comparison / n85 / text 1">
            <a:extLst xmlns:a="http://schemas.openxmlformats.org/drawingml/2006/main">
              <a:ext uri="{FF2B5EF4-FFF2-40B4-BE49-F238E27FC236}">
                <a16:creationId xmlns:a16="http://schemas.microsoft.com/office/drawing/2014/main" id="{63944F3E-FD9A-463E-8BD4-9D3269E50512}"/>
              </a:ext>
            </a:extLst>
          </p:cNvPr>
          <p:cNvSpPr>
            <a:spLocks xmlns:a="http://schemas.openxmlformats.org/drawingml/2006/main" noGrp="1"/>
          </p:cNvSpPr>
          <p:nvPr/>
        </p:nvSpPr>
        <p:spPr>
          <a:xfrm xmlns:a="http://schemas.openxmlformats.org/drawingml/2006/main">
            <a:off x="1666875" y="4438650"/>
            <a:ext cx="26670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코드: 모델 호출, 도구 결과 대응</a:t>
            </a:r>
          </a:p>
        </p:txBody>
      </p:sp>
      <p:sp>
        <p:nvSpPr>
          <p:cNvPr id="141" name="dp41-comparison / n90">
            <a:extLst xmlns:a="http://schemas.openxmlformats.org/drawingml/2006/main">
              <a:ext uri="{FF2B5EF4-FFF2-40B4-BE49-F238E27FC236}">
                <a16:creationId xmlns:a16="http://schemas.microsoft.com/office/drawing/2014/main" id="{4F5BBE5E-708C-41CA-B10A-7B684567D5F4}"/>
              </a:ext>
            </a:extLst>
          </p:cNvPr>
          <p:cNvSpPr>
            <a:spLocks xmlns:a="http://schemas.openxmlformats.org/drawingml/2006/main" noGrp="1"/>
          </p:cNvSpPr>
          <p:nvPr/>
        </p:nvSpPr>
        <p:spPr>
          <a:xfrm xmlns:a="http://schemas.openxmlformats.org/drawingml/2006/main">
            <a:off x="1647825" y="5534025"/>
            <a:ext cx="2150745"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2" name="dp41-comparison / n91 / text 1">
            <a:extLst xmlns:a="http://schemas.openxmlformats.org/drawingml/2006/main">
              <a:ext uri="{FF2B5EF4-FFF2-40B4-BE49-F238E27FC236}">
                <a16:creationId xmlns:a16="http://schemas.microsoft.com/office/drawing/2014/main" id="{D4349217-5459-4C33-BA1F-30059CCA4DDF}"/>
              </a:ext>
            </a:extLst>
          </p:cNvPr>
          <p:cNvSpPr>
            <a:spLocks xmlns:a="http://schemas.openxmlformats.org/drawingml/2006/main" noGrp="1"/>
          </p:cNvSpPr>
          <p:nvPr/>
        </p:nvSpPr>
        <p:spPr>
          <a:xfrm xmlns:a="http://schemas.openxmlformats.org/drawingml/2006/main">
            <a:off x="1666875" y="5543550"/>
            <a:ext cx="2524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발화, 조회 결과, 이전 조건 / 임시 상태</a:t>
            </a:r>
          </a:p>
        </p:txBody>
      </p:sp>
      <p:sp>
        <p:nvSpPr>
          <p:cNvPr id="143" name="dp41-comparison / n94">
            <a:extLst xmlns:a="http://schemas.openxmlformats.org/drawingml/2006/main">
              <a:ext uri="{FF2B5EF4-FFF2-40B4-BE49-F238E27FC236}">
                <a16:creationId xmlns:a16="http://schemas.microsoft.com/office/drawing/2014/main" id="{B792C8B9-3B34-481A-82CA-2A40EDAD7769}"/>
              </a:ext>
            </a:extLst>
          </p:cNvPr>
          <p:cNvSpPr>
            <a:spLocks xmlns:a="http://schemas.openxmlformats.org/drawingml/2006/main" noGrp="1"/>
          </p:cNvSpPr>
          <p:nvPr/>
        </p:nvSpPr>
        <p:spPr>
          <a:xfrm xmlns:a="http://schemas.openxmlformats.org/drawingml/2006/main">
            <a:off x="2076450" y="3324225"/>
            <a:ext cx="1484376"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4" name="dp41-comparison / n95 / text 1">
            <a:extLst xmlns:a="http://schemas.openxmlformats.org/drawingml/2006/main">
              <a:ext uri="{FF2B5EF4-FFF2-40B4-BE49-F238E27FC236}">
                <a16:creationId xmlns:a16="http://schemas.microsoft.com/office/drawing/2014/main" id="{C113BCC3-238E-4705-AAA6-75F4DB0E4624}"/>
              </a:ext>
            </a:extLst>
          </p:cNvPr>
          <p:cNvSpPr>
            <a:spLocks xmlns:a="http://schemas.openxmlformats.org/drawingml/2006/main" noGrp="1"/>
          </p:cNvSpPr>
          <p:nvPr/>
        </p:nvSpPr>
        <p:spPr>
          <a:xfrm xmlns:a="http://schemas.openxmlformats.org/drawingml/2006/main">
            <a:off x="2095500" y="3333750"/>
            <a:ext cx="17335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① 결과와 원문으로 재호출</a:t>
            </a:r>
          </a:p>
        </p:txBody>
      </p:sp>
      <p:sp>
        <p:nvSpPr>
          <p:cNvPr id="145" name="dp41-comparison / n96">
            <a:extLst xmlns:a="http://schemas.openxmlformats.org/drawingml/2006/main">
              <a:ext uri="{FF2B5EF4-FFF2-40B4-BE49-F238E27FC236}">
                <a16:creationId xmlns:a16="http://schemas.microsoft.com/office/drawing/2014/main" id="{C7005650-BD8D-4D79-AD90-E68B64759D80}"/>
              </a:ext>
            </a:extLst>
          </p:cNvPr>
          <p:cNvSpPr>
            <a:spLocks xmlns:a="http://schemas.openxmlformats.org/drawingml/2006/main" noGrp="1"/>
          </p:cNvSpPr>
          <p:nvPr/>
        </p:nvSpPr>
        <p:spPr>
          <a:xfrm xmlns:a="http://schemas.openxmlformats.org/drawingml/2006/main">
            <a:off x="2076450" y="3495675"/>
            <a:ext cx="1670875"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6" name="dp41-comparison / n97 / text 1">
            <a:extLst xmlns:a="http://schemas.openxmlformats.org/drawingml/2006/main">
              <a:ext uri="{FF2B5EF4-FFF2-40B4-BE49-F238E27FC236}">
                <a16:creationId xmlns:a16="http://schemas.microsoft.com/office/drawing/2014/main" id="{670DC8ED-0ABB-44C7-9654-D1AF13FF3561}"/>
              </a:ext>
            </a:extLst>
          </p:cNvPr>
          <p:cNvSpPr>
            <a:spLocks xmlns:a="http://schemas.openxmlformats.org/drawingml/2006/main" noGrp="1"/>
          </p:cNvSpPr>
          <p:nvPr/>
        </p:nvSpPr>
        <p:spPr>
          <a:xfrm xmlns:a="http://schemas.openxmlformats.org/drawingml/2006/main">
            <a:off x="2095500" y="3505200"/>
            <a:ext cx="17335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모델: 조회 / 질문 / 의미 선택</a:t>
            </a:r>
          </a:p>
        </p:txBody>
      </p:sp>
      <p:sp>
        <p:nvSpPr>
          <p:cNvPr id="147" name="dp41-comparison / n99">
            <a:extLst xmlns:a="http://schemas.openxmlformats.org/drawingml/2006/main">
              <a:ext uri="{FF2B5EF4-FFF2-40B4-BE49-F238E27FC236}">
                <a16:creationId xmlns:a16="http://schemas.microsoft.com/office/drawing/2014/main" id="{A74A6FE6-E5CE-4245-A57B-4C0FA0A530C2}"/>
              </a:ext>
            </a:extLst>
          </p:cNvPr>
          <p:cNvSpPr>
            <a:spLocks xmlns:a="http://schemas.openxmlformats.org/drawingml/2006/main" noGrp="1"/>
          </p:cNvSpPr>
          <p:nvPr/>
        </p:nvSpPr>
        <p:spPr>
          <a:xfrm xmlns:a="http://schemas.openxmlformats.org/drawingml/2006/main">
            <a:off x="4457700" y="4086225"/>
            <a:ext cx="1452372"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8" name="dp41-comparison / n100 / text 1">
            <a:extLst xmlns:a="http://schemas.openxmlformats.org/drawingml/2006/main">
              <a:ext uri="{FF2B5EF4-FFF2-40B4-BE49-F238E27FC236}">
                <a16:creationId xmlns:a16="http://schemas.microsoft.com/office/drawing/2014/main" id="{45384195-8DED-4C15-AD52-B56398B66B41}"/>
              </a:ext>
            </a:extLst>
          </p:cNvPr>
          <p:cNvSpPr>
            <a:spLocks xmlns:a="http://schemas.openxmlformats.org/drawingml/2006/main" noGrp="1"/>
          </p:cNvSpPr>
          <p:nvPr/>
        </p:nvSpPr>
        <p:spPr>
          <a:xfrm xmlns:a="http://schemas.openxmlformats.org/drawingml/2006/main">
            <a:off x="4476750" y="4095750"/>
            <a:ext cx="20955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② 모델이 선택한 조회</a:t>
            </a:r>
          </a:p>
        </p:txBody>
      </p:sp>
      <p:sp>
        <p:nvSpPr>
          <p:cNvPr id="149" name="dp41-comparison / n102">
            <a:extLst xmlns:a="http://schemas.openxmlformats.org/drawingml/2006/main">
              <a:ext uri="{FF2B5EF4-FFF2-40B4-BE49-F238E27FC236}">
                <a16:creationId xmlns:a16="http://schemas.microsoft.com/office/drawing/2014/main" id="{2B0659B1-A08D-456F-8FEB-59E3DDF29778}"/>
              </a:ext>
            </a:extLst>
          </p:cNvPr>
          <p:cNvSpPr>
            <a:spLocks xmlns:a="http://schemas.openxmlformats.org/drawingml/2006/main" noGrp="1"/>
          </p:cNvSpPr>
          <p:nvPr/>
        </p:nvSpPr>
        <p:spPr>
          <a:xfrm xmlns:a="http://schemas.openxmlformats.org/drawingml/2006/main">
            <a:off x="4648200" y="4429125"/>
            <a:ext cx="279654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0" name="dp41-comparison / n103 / text 1">
            <a:extLst xmlns:a="http://schemas.openxmlformats.org/drawingml/2006/main">
              <a:ext uri="{FF2B5EF4-FFF2-40B4-BE49-F238E27FC236}">
                <a16:creationId xmlns:a16="http://schemas.microsoft.com/office/drawing/2014/main" id="{58103444-678A-421E-8A22-180B68630829}"/>
              </a:ext>
            </a:extLst>
          </p:cNvPr>
          <p:cNvSpPr>
            <a:spLocks xmlns:a="http://schemas.openxmlformats.org/drawingml/2006/main" noGrp="1"/>
          </p:cNvSpPr>
          <p:nvPr/>
        </p:nvSpPr>
        <p:spPr>
          <a:xfrm xmlns:a="http://schemas.openxmlformats.org/drawingml/2006/main">
            <a:off x="4667250" y="4438650"/>
            <a:ext cx="433387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모델 출력 예시 / 다음 조회는 결과를 본 뒤 선택</a:t>
            </a:r>
          </a:p>
        </p:txBody>
      </p:sp>
      <p:sp>
        <p:nvSpPr>
          <p:cNvPr id="151" name="dp41-comparison / n105">
            <a:extLst xmlns:a="http://schemas.openxmlformats.org/drawingml/2006/main">
              <a:ext uri="{FF2B5EF4-FFF2-40B4-BE49-F238E27FC236}">
                <a16:creationId xmlns:a16="http://schemas.microsoft.com/office/drawing/2014/main" id="{60DA81D4-012E-417B-BF6D-91DD2214FD8B}"/>
              </a:ext>
            </a:extLst>
          </p:cNvPr>
          <p:cNvSpPr>
            <a:spLocks xmlns:a="http://schemas.openxmlformats.org/drawingml/2006/main" noGrp="1"/>
          </p:cNvSpPr>
          <p:nvPr/>
        </p:nvSpPr>
        <p:spPr>
          <a:xfrm xmlns:a="http://schemas.openxmlformats.org/drawingml/2006/main">
            <a:off x="1647825" y="4724400"/>
            <a:ext cx="1911858"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2" name="dp41-comparison / n106 / text 1">
            <a:extLst xmlns:a="http://schemas.openxmlformats.org/drawingml/2006/main">
              <a:ext uri="{FF2B5EF4-FFF2-40B4-BE49-F238E27FC236}">
                <a16:creationId xmlns:a16="http://schemas.microsoft.com/office/drawing/2014/main" id="{25D07E9A-E8B3-4C35-9656-32DC55FE4755}"/>
              </a:ext>
            </a:extLst>
          </p:cNvPr>
          <p:cNvSpPr>
            <a:spLocks xmlns:a="http://schemas.openxmlformats.org/drawingml/2006/main" noGrp="1"/>
          </p:cNvSpPr>
          <p:nvPr/>
        </p:nvSpPr>
        <p:spPr>
          <a:xfrm xmlns:a="http://schemas.openxmlformats.org/drawingml/2006/main">
            <a:off x="1666875" y="4733925"/>
            <a:ext cx="22098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③ 결과 반영 후 같은 모델 재호출</a:t>
            </a:r>
          </a:p>
        </p:txBody>
      </p:sp>
      <p:sp>
        <p:nvSpPr>
          <p:cNvPr id="153" name="dp41-comparison / n107">
            <a:extLst xmlns:a="http://schemas.openxmlformats.org/drawingml/2006/main">
              <a:ext uri="{FF2B5EF4-FFF2-40B4-BE49-F238E27FC236}">
                <a16:creationId xmlns:a16="http://schemas.microsoft.com/office/drawing/2014/main" id="{478BE98B-C3C2-490D-99E8-C43C4A5900AC}"/>
              </a:ext>
            </a:extLst>
          </p:cNvPr>
          <p:cNvSpPr>
            <a:spLocks xmlns:a="http://schemas.openxmlformats.org/drawingml/2006/main" noGrp="1"/>
          </p:cNvSpPr>
          <p:nvPr/>
        </p:nvSpPr>
        <p:spPr>
          <a:xfrm xmlns:a="http://schemas.openxmlformats.org/drawingml/2006/main">
            <a:off x="4667250" y="4610100"/>
            <a:ext cx="4333875" cy="495300"/>
          </a:xfrm>
          <a:custGeom xmlns:a="http://schemas.openxmlformats.org/drawingml/2006/main">
            <a:pathLst>
              <a:path w="4333875" h="495300">
                <a:moveTo>
                  <a:pt x="0" y="0"/>
                </a:moveTo>
                <a:lnTo>
                  <a:pt x="4162425" y="0"/>
                </a:lnTo>
                <a:lnTo>
                  <a:pt x="4333875" y="171450"/>
                </a:lnTo>
                <a:lnTo>
                  <a:pt x="4333875" y="495300"/>
                </a:lnTo>
                <a:lnTo>
                  <a:pt x="0" y="4953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54" name="dp41-comparison / n107 / fold">
            <a:extLst xmlns:a="http://schemas.openxmlformats.org/drawingml/2006/main">
              <a:ext uri="{FF2B5EF4-FFF2-40B4-BE49-F238E27FC236}">
                <a16:creationId xmlns:a16="http://schemas.microsoft.com/office/drawing/2014/main" id="{F4E3A4E7-E783-4B2D-88D2-5CF2B0C14DCC}"/>
              </a:ext>
            </a:extLst>
          </p:cNvPr>
          <p:cNvSpPr>
            <a:spLocks xmlns:a="http://schemas.openxmlformats.org/drawingml/2006/main" noGrp="1"/>
          </p:cNvSpPr>
          <p:nvPr/>
        </p:nvSpPr>
        <p:spPr>
          <a:xfrm xmlns:a="http://schemas.openxmlformats.org/drawingml/2006/main">
            <a:off x="8829675" y="461010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55" name="dp41-comparison / n108 / text 1">
            <a:extLst xmlns:a="http://schemas.openxmlformats.org/drawingml/2006/main">
              <a:ext uri="{FF2B5EF4-FFF2-40B4-BE49-F238E27FC236}">
                <a16:creationId xmlns:a16="http://schemas.microsoft.com/office/drawing/2014/main" id="{2CF62E91-8FF7-48FF-BA74-0798C158E541}"/>
              </a:ext>
            </a:extLst>
          </p:cNvPr>
          <p:cNvSpPr>
            <a:spLocks xmlns:a="http://schemas.openxmlformats.org/drawingml/2006/main" noGrp="1"/>
          </p:cNvSpPr>
          <p:nvPr/>
        </p:nvSpPr>
        <p:spPr>
          <a:xfrm xmlns:a="http://schemas.openxmlformats.org/drawingml/2006/main">
            <a:off x="4762500" y="4667250"/>
            <a:ext cx="40671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첫 모델 판단: 보고서와 표 조회</a:t>
            </a:r>
          </a:p>
        </p:txBody>
      </p:sp>
      <p:sp>
        <p:nvSpPr>
          <p:cNvPr id="156" name="dp41-comparison / n108 / text 2">
            <a:extLst xmlns:a="http://schemas.openxmlformats.org/drawingml/2006/main">
              <a:ext uri="{FF2B5EF4-FFF2-40B4-BE49-F238E27FC236}">
                <a16:creationId xmlns:a16="http://schemas.microsoft.com/office/drawing/2014/main" id="{FE913794-0D72-466C-A092-3C417D61065C}"/>
              </a:ext>
            </a:extLst>
          </p:cNvPr>
          <p:cNvSpPr>
            <a:spLocks xmlns:a="http://schemas.openxmlformats.org/drawingml/2006/main" noGrp="1"/>
          </p:cNvSpPr>
          <p:nvPr/>
        </p:nvSpPr>
        <p:spPr>
          <a:xfrm xmlns:a="http://schemas.openxmlformats.org/drawingml/2006/main">
            <a:off x="4762500" y="4792980"/>
            <a:ext cx="40671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task_retrieve(query="보고서", limit=5)</a:t>
            </a:r>
          </a:p>
        </p:txBody>
      </p:sp>
      <p:sp>
        <p:nvSpPr>
          <p:cNvPr id="157" name="dp41-comparison / n108 / text 3">
            <a:extLst xmlns:a="http://schemas.openxmlformats.org/drawingml/2006/main">
              <a:ext uri="{FF2B5EF4-FFF2-40B4-BE49-F238E27FC236}">
                <a16:creationId xmlns:a16="http://schemas.microsoft.com/office/drawing/2014/main" id="{EB905423-3A1B-4100-ADB9-F2FB94C61A85}"/>
              </a:ext>
            </a:extLst>
          </p:cNvPr>
          <p:cNvSpPr>
            <a:spLocks xmlns:a="http://schemas.openxmlformats.org/drawingml/2006/main" noGrp="1"/>
          </p:cNvSpPr>
          <p:nvPr/>
        </p:nvSpPr>
        <p:spPr>
          <a:xfrm xmlns:a="http://schemas.openxmlformats.org/drawingml/2006/main">
            <a:off x="4762500" y="4918710"/>
            <a:ext cx="40671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context_retrieve(selector="INPUT_SELECTION")</a:t>
            </a:r>
          </a:p>
        </p:txBody>
      </p:sp>
      <p:sp>
        <p:nvSpPr>
          <p:cNvPr id="158" name="dp41-comparison / n109">
            <a:extLst xmlns:a="http://schemas.openxmlformats.org/drawingml/2006/main">
              <a:ext uri="{FF2B5EF4-FFF2-40B4-BE49-F238E27FC236}">
                <a16:creationId xmlns:a16="http://schemas.microsoft.com/office/drawing/2014/main" id="{B1F7D61D-3A32-4E5A-BF29-D26DEDA7A489}"/>
              </a:ext>
            </a:extLst>
          </p:cNvPr>
          <p:cNvSpPr>
            <a:spLocks xmlns:a="http://schemas.openxmlformats.org/drawingml/2006/main" noGrp="1"/>
          </p:cNvSpPr>
          <p:nvPr/>
        </p:nvSpPr>
        <p:spPr>
          <a:xfrm xmlns:a="http://schemas.openxmlformats.org/drawingml/2006/main">
            <a:off x="4648200" y="5114925"/>
            <a:ext cx="3420618"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9" name="dp41-comparison / n110 / text 1">
            <a:extLst xmlns:a="http://schemas.openxmlformats.org/drawingml/2006/main">
              <a:ext uri="{FF2B5EF4-FFF2-40B4-BE49-F238E27FC236}">
                <a16:creationId xmlns:a16="http://schemas.microsoft.com/office/drawing/2014/main" id="{32399D79-5B60-44B1-9A9B-99ADECFED226}"/>
              </a:ext>
            </a:extLst>
          </p:cNvPr>
          <p:cNvSpPr>
            <a:spLocks xmlns:a="http://schemas.openxmlformats.org/drawingml/2006/main" noGrp="1"/>
          </p:cNvSpPr>
          <p:nvPr/>
        </p:nvSpPr>
        <p:spPr>
          <a:xfrm xmlns:a="http://schemas.openxmlformats.org/drawingml/2006/main">
            <a:off x="4667250" y="5124450"/>
            <a:ext cx="43338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조회 결과: Task1 예산 보고서 / Task2 실적 보고서 / 선택한 표</a:t>
            </a:r>
          </a:p>
        </p:txBody>
      </p:sp>
      <p:sp>
        <p:nvSpPr>
          <p:cNvPr id="160" name="dp41-comparison / n111">
            <a:extLst xmlns:a="http://schemas.openxmlformats.org/drawingml/2006/main">
              <a:ext uri="{FF2B5EF4-FFF2-40B4-BE49-F238E27FC236}">
                <a16:creationId xmlns:a16="http://schemas.microsoft.com/office/drawing/2014/main" id="{7C8868B8-90CF-4016-ACA9-BEC5F05A3899}"/>
              </a:ext>
            </a:extLst>
          </p:cNvPr>
          <p:cNvSpPr>
            <a:spLocks xmlns:a="http://schemas.openxmlformats.org/drawingml/2006/main" noGrp="1"/>
          </p:cNvSpPr>
          <p:nvPr/>
        </p:nvSpPr>
        <p:spPr>
          <a:xfrm xmlns:a="http://schemas.openxmlformats.org/drawingml/2006/main">
            <a:off x="4667250" y="5286375"/>
            <a:ext cx="4333875" cy="495300"/>
          </a:xfrm>
          <a:custGeom xmlns:a="http://schemas.openxmlformats.org/drawingml/2006/main">
            <a:pathLst>
              <a:path w="4333875" h="495300">
                <a:moveTo>
                  <a:pt x="0" y="0"/>
                </a:moveTo>
                <a:lnTo>
                  <a:pt x="4162425" y="0"/>
                </a:lnTo>
                <a:lnTo>
                  <a:pt x="4333875" y="171450"/>
                </a:lnTo>
                <a:lnTo>
                  <a:pt x="4333875" y="495300"/>
                </a:lnTo>
                <a:lnTo>
                  <a:pt x="0" y="4953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61" name="dp41-comparison / n111 / fold">
            <a:extLst xmlns:a="http://schemas.openxmlformats.org/drawingml/2006/main">
              <a:ext uri="{FF2B5EF4-FFF2-40B4-BE49-F238E27FC236}">
                <a16:creationId xmlns:a16="http://schemas.microsoft.com/office/drawing/2014/main" id="{56387C3F-EF8A-4863-9F82-ABF32A036A85}"/>
              </a:ext>
            </a:extLst>
          </p:cNvPr>
          <p:cNvSpPr>
            <a:spLocks xmlns:a="http://schemas.openxmlformats.org/drawingml/2006/main" noGrp="1"/>
          </p:cNvSpPr>
          <p:nvPr/>
        </p:nvSpPr>
        <p:spPr>
          <a:xfrm xmlns:a="http://schemas.openxmlformats.org/drawingml/2006/main">
            <a:off x="8829675" y="528637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62" name="dp41-comparison / n112 / text 1">
            <a:extLst xmlns:a="http://schemas.openxmlformats.org/drawingml/2006/main">
              <a:ext uri="{FF2B5EF4-FFF2-40B4-BE49-F238E27FC236}">
                <a16:creationId xmlns:a16="http://schemas.microsoft.com/office/drawing/2014/main" id="{92F065E8-F31E-4DFE-8B46-4056EFBD03ED}"/>
              </a:ext>
            </a:extLst>
          </p:cNvPr>
          <p:cNvSpPr>
            <a:spLocks xmlns:a="http://schemas.openxmlformats.org/drawingml/2006/main" noGrp="1"/>
          </p:cNvSpPr>
          <p:nvPr/>
        </p:nvSpPr>
        <p:spPr>
          <a:xfrm xmlns:a="http://schemas.openxmlformats.org/drawingml/2006/main">
            <a:off x="4762500" y="5343525"/>
            <a:ext cx="40671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결과를 받은 다음 모델 판단: 추가 대화 조회</a:t>
            </a:r>
          </a:p>
        </p:txBody>
      </p:sp>
      <p:sp>
        <p:nvSpPr>
          <p:cNvPr id="163" name="dp41-comparison / n112 / text 2">
            <a:extLst xmlns:a="http://schemas.openxmlformats.org/drawingml/2006/main">
              <a:ext uri="{FF2B5EF4-FFF2-40B4-BE49-F238E27FC236}">
                <a16:creationId xmlns:a16="http://schemas.microsoft.com/office/drawing/2014/main" id="{DE98E08F-4A48-43DB-A279-E520E7B32448}"/>
              </a:ext>
            </a:extLst>
          </p:cNvPr>
          <p:cNvSpPr>
            <a:spLocks xmlns:a="http://schemas.openxmlformats.org/drawingml/2006/main" noGrp="1"/>
          </p:cNvSpPr>
          <p:nvPr/>
        </p:nvSpPr>
        <p:spPr>
          <a:xfrm xmlns:a="http://schemas.openxmlformats.org/drawingml/2006/main">
            <a:off x="4762500" y="5469255"/>
            <a:ext cx="40671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interaction_retrieve(query="보고서", limit=5)</a:t>
            </a:r>
          </a:p>
        </p:txBody>
      </p:sp>
      <p:sp>
        <p:nvSpPr>
          <p:cNvPr id="164" name="dp41-comparison / n112 / text 3">
            <a:extLst xmlns:a="http://schemas.openxmlformats.org/drawingml/2006/main">
              <a:ext uri="{FF2B5EF4-FFF2-40B4-BE49-F238E27FC236}">
                <a16:creationId xmlns:a16="http://schemas.microsoft.com/office/drawing/2014/main" id="{720E6724-73D8-44BC-93D9-647B8B36143B}"/>
              </a:ext>
            </a:extLst>
          </p:cNvPr>
          <p:cNvSpPr>
            <a:spLocks xmlns:a="http://schemas.openxmlformats.org/drawingml/2006/main" noGrp="1"/>
          </p:cNvSpPr>
          <p:nvPr/>
        </p:nvSpPr>
        <p:spPr>
          <a:xfrm xmlns:a="http://schemas.openxmlformats.org/drawingml/2006/main">
            <a:off x="4762500" y="5594985"/>
            <a:ext cx="40671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추가 결과도 같은 맥락으로 반환 / 모델 재판단</a:t>
            </a:r>
          </a:p>
        </p:txBody>
      </p:sp>
      <p:sp>
        <p:nvSpPr>
          <p:cNvPr id="165" name="dp41-comparison / n116">
            <a:extLst xmlns:a="http://schemas.openxmlformats.org/drawingml/2006/main">
              <a:ext uri="{FF2B5EF4-FFF2-40B4-BE49-F238E27FC236}">
                <a16:creationId xmlns:a16="http://schemas.microsoft.com/office/drawing/2014/main" id="{41275EEE-478F-4D2F-B287-C7049AC7CF7D}"/>
              </a:ext>
            </a:extLst>
          </p:cNvPr>
          <p:cNvSpPr>
            <a:spLocks xmlns:a="http://schemas.openxmlformats.org/drawingml/2006/main" noGrp="1"/>
          </p:cNvSpPr>
          <p:nvPr/>
        </p:nvSpPr>
        <p:spPr>
          <a:xfrm xmlns:a="http://schemas.openxmlformats.org/drawingml/2006/main">
            <a:off x="1666875" y="5829300"/>
            <a:ext cx="4667250" cy="495300"/>
          </a:xfrm>
          <a:custGeom xmlns:a="http://schemas.openxmlformats.org/drawingml/2006/main">
            <a:pathLst>
              <a:path w="4667250" h="495300">
                <a:moveTo>
                  <a:pt x="0" y="0"/>
                </a:moveTo>
                <a:lnTo>
                  <a:pt x="4495800" y="0"/>
                </a:lnTo>
                <a:lnTo>
                  <a:pt x="4667250" y="171450"/>
                </a:lnTo>
                <a:lnTo>
                  <a:pt x="4667250" y="495300"/>
                </a:lnTo>
                <a:lnTo>
                  <a:pt x="0" y="4953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66" name="dp41-comparison / n116 / fold">
            <a:extLst xmlns:a="http://schemas.openxmlformats.org/drawingml/2006/main">
              <a:ext uri="{FF2B5EF4-FFF2-40B4-BE49-F238E27FC236}">
                <a16:creationId xmlns:a16="http://schemas.microsoft.com/office/drawing/2014/main" id="{39FF5580-7045-4F6F-ACB4-2ABB97A3658F}"/>
              </a:ext>
            </a:extLst>
          </p:cNvPr>
          <p:cNvSpPr>
            <a:spLocks xmlns:a="http://schemas.openxmlformats.org/drawingml/2006/main" noGrp="1"/>
          </p:cNvSpPr>
          <p:nvPr/>
        </p:nvSpPr>
        <p:spPr>
          <a:xfrm xmlns:a="http://schemas.openxmlformats.org/drawingml/2006/main">
            <a:off x="6162675" y="582930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67" name="dp41-comparison / n117 / text 1">
            <a:extLst xmlns:a="http://schemas.openxmlformats.org/drawingml/2006/main">
              <a:ext uri="{FF2B5EF4-FFF2-40B4-BE49-F238E27FC236}">
                <a16:creationId xmlns:a16="http://schemas.microsoft.com/office/drawing/2014/main" id="{763D39D6-F44E-48BA-BDF2-716529F1B7DE}"/>
              </a:ext>
            </a:extLst>
          </p:cNvPr>
          <p:cNvSpPr>
            <a:spLocks xmlns:a="http://schemas.openxmlformats.org/drawingml/2006/main" noGrp="1"/>
          </p:cNvSpPr>
          <p:nvPr/>
        </p:nvSpPr>
        <p:spPr>
          <a:xfrm xmlns:a="http://schemas.openxmlformats.org/drawingml/2006/main">
            <a:off x="1762125" y="5886450"/>
            <a:ext cx="44005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⑤ 모델이 만든 MeaningProposal (사용자 확인 뒤)</a:t>
            </a:r>
          </a:p>
        </p:txBody>
      </p:sp>
      <p:sp>
        <p:nvSpPr>
          <p:cNvPr id="168" name="dp41-comparison / n117 / text 2">
            <a:extLst xmlns:a="http://schemas.openxmlformats.org/drawingml/2006/main">
              <a:ext uri="{FF2B5EF4-FFF2-40B4-BE49-F238E27FC236}">
                <a16:creationId xmlns:a16="http://schemas.microsoft.com/office/drawing/2014/main" id="{517FB26C-796F-4785-8BB7-C8C863F6E8A8}"/>
              </a:ext>
            </a:extLst>
          </p:cNvPr>
          <p:cNvSpPr>
            <a:spLocks xmlns:a="http://schemas.openxmlformats.org/drawingml/2006/main" noGrp="1"/>
          </p:cNvSpPr>
          <p:nvPr/>
        </p:nvSpPr>
        <p:spPr>
          <a:xfrm xmlns:a="http://schemas.openxmlformats.org/drawingml/2006/main">
            <a:off x="1762125" y="6023610"/>
            <a:ext cx="44005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Task1 보고서 + 표 / 보고서 결과로 메일 초안 / SEND 금지</a:t>
            </a:r>
          </a:p>
        </p:txBody>
      </p:sp>
      <p:sp>
        <p:nvSpPr>
          <p:cNvPr id="169" name="dp41-comparison / n118">
            <a:extLst xmlns:a="http://schemas.openxmlformats.org/drawingml/2006/main">
              <a:ext uri="{FF2B5EF4-FFF2-40B4-BE49-F238E27FC236}">
                <a16:creationId xmlns:a16="http://schemas.microsoft.com/office/drawing/2014/main" id="{5B1EC566-E6EB-4866-B7E7-ED04AC1FC577}"/>
              </a:ext>
            </a:extLst>
          </p:cNvPr>
          <p:cNvSpPr>
            <a:spLocks xmlns:a="http://schemas.openxmlformats.org/drawingml/2006/main" noGrp="1"/>
          </p:cNvSpPr>
          <p:nvPr/>
        </p:nvSpPr>
        <p:spPr>
          <a:xfrm xmlns:a="http://schemas.openxmlformats.org/drawingml/2006/main">
            <a:off x="6743700" y="5838825"/>
            <a:ext cx="1616964"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0" name="dp41-comparison / n119 / text 1">
            <a:extLst xmlns:a="http://schemas.openxmlformats.org/drawingml/2006/main">
              <a:ext uri="{FF2B5EF4-FFF2-40B4-BE49-F238E27FC236}">
                <a16:creationId xmlns:a16="http://schemas.microsoft.com/office/drawing/2014/main" id="{8B51314F-0275-4A75-9E78-D6A695A861BC}"/>
              </a:ext>
            </a:extLst>
          </p:cNvPr>
          <p:cNvSpPr>
            <a:spLocks xmlns:a="http://schemas.openxmlformats.org/drawingml/2006/main" noGrp="1"/>
          </p:cNvSpPr>
          <p:nvPr/>
        </p:nvSpPr>
        <p:spPr>
          <a:xfrm xmlns:a="http://schemas.openxmlformats.org/drawingml/2006/main">
            <a:off x="6762750" y="5848350"/>
            <a:ext cx="223837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④ 의미 또는 확인 질문 제안</a:t>
            </a:r>
          </a:p>
        </p:txBody>
      </p:sp>
      <p:sp>
        <p:nvSpPr>
          <p:cNvPr id="171" name="dp41-comparison / n129">
            <a:extLst xmlns:a="http://schemas.openxmlformats.org/drawingml/2006/main">
              <a:ext uri="{FF2B5EF4-FFF2-40B4-BE49-F238E27FC236}">
                <a16:creationId xmlns:a16="http://schemas.microsoft.com/office/drawing/2014/main" id="{51B57A36-EDFD-4310-86F1-CC6F2815EF0F}"/>
              </a:ext>
            </a:extLst>
          </p:cNvPr>
          <p:cNvSpPr>
            <a:spLocks xmlns:a="http://schemas.openxmlformats.org/drawingml/2006/main" noGrp="1"/>
          </p:cNvSpPr>
          <p:nvPr/>
        </p:nvSpPr>
        <p:spPr>
          <a:xfrm xmlns:a="http://schemas.openxmlformats.org/drawingml/2006/main">
            <a:off x="1647825" y="6657975"/>
            <a:ext cx="2213610"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2" name="dp41-comparison / n130 / text 1">
            <a:extLst xmlns:a="http://schemas.openxmlformats.org/drawingml/2006/main">
              <a:ext uri="{FF2B5EF4-FFF2-40B4-BE49-F238E27FC236}">
                <a16:creationId xmlns:a16="http://schemas.microsoft.com/office/drawing/2014/main" id="{C562E14A-7014-426C-991D-92DF7A3CA043}"/>
              </a:ext>
            </a:extLst>
          </p:cNvPr>
          <p:cNvSpPr>
            <a:spLocks xmlns:a="http://schemas.openxmlformats.org/drawingml/2006/main" noGrp="1"/>
          </p:cNvSpPr>
          <p:nvPr/>
        </p:nvSpPr>
        <p:spPr>
          <a:xfrm xmlns:a="http://schemas.openxmlformats.org/drawingml/2006/main">
            <a:off x="1666875" y="6667500"/>
            <a:ext cx="25717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000000"/>
                </a:solidFill>
                <a:latin typeface="Apple SD Gothic Neo"/>
                <a:ea typeface="Apple SD Gothic Neo"/>
                <a:cs typeface="Apple SD Gothic Neo"/>
              </a:defRPr>
            </a:pPr>
            <a:r>
              <a:rPr sz="1125" b="0">
                <a:solidFill>
                  <a:srgbClr val="000000"/>
                </a:solidFill>
                <a:latin typeface="Apple SD Gothic Neo"/>
                <a:ea typeface="Apple SD Gothic Neo"/>
                <a:cs typeface="Apple SD Gothic Neo"/>
              </a:rPr>
              <a:t>정보 / 대화 / Task 기록 조회</a:t>
            </a:r>
          </a:p>
        </p:txBody>
      </p:sp>
      <p:sp>
        <p:nvSpPr>
          <p:cNvPr id="173" name="dp41-comparison / n132">
            <a:extLst xmlns:a="http://schemas.openxmlformats.org/drawingml/2006/main">
              <a:ext uri="{FF2B5EF4-FFF2-40B4-BE49-F238E27FC236}">
                <a16:creationId xmlns:a16="http://schemas.microsoft.com/office/drawing/2014/main" id="{5FF11C83-2AED-4398-8612-D4AF62356A30}"/>
              </a:ext>
            </a:extLst>
          </p:cNvPr>
          <p:cNvSpPr>
            <a:spLocks xmlns:a="http://schemas.openxmlformats.org/drawingml/2006/main" noGrp="1"/>
          </p:cNvSpPr>
          <p:nvPr/>
        </p:nvSpPr>
        <p:spPr>
          <a:xfrm xmlns:a="http://schemas.openxmlformats.org/drawingml/2006/main">
            <a:off x="1647825" y="7086600"/>
            <a:ext cx="2484501"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4" name="dp41-comparison / n133 / text 1">
            <a:extLst xmlns:a="http://schemas.openxmlformats.org/drawingml/2006/main">
              <a:ext uri="{FF2B5EF4-FFF2-40B4-BE49-F238E27FC236}">
                <a16:creationId xmlns:a16="http://schemas.microsoft.com/office/drawing/2014/main" id="{2C406C39-03B6-41E0-A488-B93CCFD2BB0E}"/>
              </a:ext>
            </a:extLst>
          </p:cNvPr>
          <p:cNvSpPr>
            <a:spLocks xmlns:a="http://schemas.openxmlformats.org/drawingml/2006/main" noGrp="1"/>
          </p:cNvSpPr>
          <p:nvPr/>
        </p:nvSpPr>
        <p:spPr>
          <a:xfrm xmlns:a="http://schemas.openxmlformats.org/drawingml/2006/main">
            <a:off x="1666875" y="7096125"/>
            <a:ext cx="76200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실행 순서도 — 반복 제어와 종료 조건</a:t>
            </a:r>
          </a:p>
        </p:txBody>
      </p:sp>
      <p:sp>
        <p:nvSpPr>
          <p:cNvPr id="175" name="dp41-comparison / n144">
            <a:extLst xmlns:a="http://schemas.openxmlformats.org/drawingml/2006/main">
              <a:ext uri="{FF2B5EF4-FFF2-40B4-BE49-F238E27FC236}">
                <a16:creationId xmlns:a16="http://schemas.microsoft.com/office/drawing/2014/main" id="{953DFD12-498A-486C-ACE8-76D7239CB0B4}"/>
              </a:ext>
            </a:extLst>
          </p:cNvPr>
          <p:cNvSpPr>
            <a:spLocks xmlns:a="http://schemas.openxmlformats.org/drawingml/2006/main" noGrp="1"/>
          </p:cNvSpPr>
          <p:nvPr/>
        </p:nvSpPr>
        <p:spPr>
          <a:xfrm xmlns:a="http://schemas.openxmlformats.org/drawingml/2006/main">
            <a:off x="5600700" y="7324725"/>
            <a:ext cx="342900"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6" name="dp41-comparison / n145 / text 1">
            <a:extLst xmlns:a="http://schemas.openxmlformats.org/drawingml/2006/main">
              <a:ext uri="{FF2B5EF4-FFF2-40B4-BE49-F238E27FC236}">
                <a16:creationId xmlns:a16="http://schemas.microsoft.com/office/drawing/2014/main" id="{93BEFF3A-8CB6-4F3C-BFCF-44D67209C1E6}"/>
              </a:ext>
            </a:extLst>
          </p:cNvPr>
          <p:cNvSpPr>
            <a:spLocks xmlns:a="http://schemas.openxmlformats.org/drawingml/2006/main" noGrp="1"/>
          </p:cNvSpPr>
          <p:nvPr/>
        </p:nvSpPr>
        <p:spPr>
          <a:xfrm xmlns:a="http://schemas.openxmlformats.org/drawingml/2006/main">
            <a:off x="5619750" y="7334250"/>
            <a:ext cx="6667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조회</a:t>
            </a:r>
          </a:p>
        </p:txBody>
      </p:sp>
      <p:sp>
        <p:nvSpPr>
          <p:cNvPr id="177" name="dp41-comparison / n147">
            <a:extLst xmlns:a="http://schemas.openxmlformats.org/drawingml/2006/main">
              <a:ext uri="{FF2B5EF4-FFF2-40B4-BE49-F238E27FC236}">
                <a16:creationId xmlns:a16="http://schemas.microsoft.com/office/drawing/2014/main" id="{F05B06C8-3A4A-4186-87B2-6A0D29FEFA9D}"/>
              </a:ext>
            </a:extLst>
          </p:cNvPr>
          <p:cNvSpPr>
            <a:spLocks xmlns:a="http://schemas.openxmlformats.org/drawingml/2006/main" noGrp="1"/>
          </p:cNvSpPr>
          <p:nvPr/>
        </p:nvSpPr>
        <p:spPr>
          <a:xfrm xmlns:a="http://schemas.openxmlformats.org/drawingml/2006/main">
            <a:off x="2962275" y="7591425"/>
            <a:ext cx="2751201"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8" name="dp41-comparison / n148 / text 1">
            <a:extLst xmlns:a="http://schemas.openxmlformats.org/drawingml/2006/main">
              <a:ext uri="{FF2B5EF4-FFF2-40B4-BE49-F238E27FC236}">
                <a16:creationId xmlns:a16="http://schemas.microsoft.com/office/drawing/2014/main" id="{32887A6C-7752-4AD9-A509-E4239D949BDA}"/>
              </a:ext>
            </a:extLst>
          </p:cNvPr>
          <p:cNvSpPr>
            <a:spLocks xmlns:a="http://schemas.openxmlformats.org/drawingml/2006/main" noGrp="1"/>
          </p:cNvSpPr>
          <p:nvPr/>
        </p:nvSpPr>
        <p:spPr>
          <a:xfrm xmlns:a="http://schemas.openxmlformats.org/drawingml/2006/main">
            <a:off x="2981325" y="7600950"/>
            <a:ext cx="38100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조회 결과로 모델 재호출 / 필요하면 반복</a:t>
            </a:r>
          </a:p>
        </p:txBody>
      </p:sp>
      <p:sp>
        <p:nvSpPr>
          <p:cNvPr id="179" name="dp41-comparison / n150">
            <a:extLst xmlns:a="http://schemas.openxmlformats.org/drawingml/2006/main">
              <a:ext uri="{FF2B5EF4-FFF2-40B4-BE49-F238E27FC236}">
                <a16:creationId xmlns:a16="http://schemas.microsoft.com/office/drawing/2014/main" id="{B2BAA180-2E8E-4105-BBB4-4038F52A28F8}"/>
              </a:ext>
            </a:extLst>
          </p:cNvPr>
          <p:cNvSpPr>
            <a:spLocks xmlns:a="http://schemas.openxmlformats.org/drawingml/2006/main" noGrp="1"/>
          </p:cNvSpPr>
          <p:nvPr/>
        </p:nvSpPr>
        <p:spPr>
          <a:xfrm xmlns:a="http://schemas.openxmlformats.org/drawingml/2006/main">
            <a:off x="4933950" y="7905750"/>
            <a:ext cx="1425893"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80" name="dp41-comparison / n151 / text 1">
            <a:extLst xmlns:a="http://schemas.openxmlformats.org/drawingml/2006/main">
              <a:ext uri="{FF2B5EF4-FFF2-40B4-BE49-F238E27FC236}">
                <a16:creationId xmlns:a16="http://schemas.microsoft.com/office/drawing/2014/main" id="{AF971DBB-9A76-4010-8165-B58E35780A86}"/>
              </a:ext>
            </a:extLst>
          </p:cNvPr>
          <p:cNvSpPr>
            <a:spLocks xmlns:a="http://schemas.openxmlformats.org/drawingml/2006/main" noGrp="1"/>
          </p:cNvSpPr>
          <p:nvPr/>
        </p:nvSpPr>
        <p:spPr>
          <a:xfrm xmlns:a="http://schemas.openxmlformats.org/drawingml/2006/main">
            <a:off x="4953000" y="7915275"/>
            <a:ext cx="190500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완성 / 확인 질문 필요</a:t>
            </a:r>
          </a:p>
        </p:txBody>
      </p:sp>
      <p:sp>
        <p:nvSpPr>
          <p:cNvPr id="181" name="dp41-comparison / n154">
            <a:extLst xmlns:a="http://schemas.openxmlformats.org/drawingml/2006/main">
              <a:ext uri="{FF2B5EF4-FFF2-40B4-BE49-F238E27FC236}">
                <a16:creationId xmlns:a16="http://schemas.microsoft.com/office/drawing/2014/main" id="{E97D4A76-6401-4DED-A8E2-4F533AC947AC}"/>
              </a:ext>
            </a:extLst>
          </p:cNvPr>
          <p:cNvSpPr>
            <a:spLocks xmlns:a="http://schemas.openxmlformats.org/drawingml/2006/main" noGrp="1"/>
          </p:cNvSpPr>
          <p:nvPr/>
        </p:nvSpPr>
        <p:spPr>
          <a:xfrm xmlns:a="http://schemas.openxmlformats.org/drawingml/2006/main">
            <a:off x="11620500" y="2409825"/>
            <a:ext cx="2286000" cy="3333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82" name="dp41-comparison / n155 / text 1">
            <a:extLst xmlns:a="http://schemas.openxmlformats.org/drawingml/2006/main">
              <a:ext uri="{FF2B5EF4-FFF2-40B4-BE49-F238E27FC236}">
                <a16:creationId xmlns:a16="http://schemas.microsoft.com/office/drawing/2014/main" id="{9BE98FF9-BEB5-48A3-8733-FFCF4AA3E7F1}"/>
              </a:ext>
            </a:extLst>
          </p:cNvPr>
          <p:cNvSpPr>
            <a:spLocks xmlns:a="http://schemas.openxmlformats.org/drawingml/2006/main" noGrp="1"/>
          </p:cNvSpPr>
          <p:nvPr/>
        </p:nvSpPr>
        <p:spPr>
          <a:xfrm xmlns:a="http://schemas.openxmlformats.org/drawingml/2006/main">
            <a:off x="11706225" y="2465070"/>
            <a:ext cx="211455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Interaction Manager</a:t>
            </a:r>
          </a:p>
        </p:txBody>
      </p:sp>
      <p:sp>
        <p:nvSpPr>
          <p:cNvPr id="183" name="dp41-comparison / n156">
            <a:extLst xmlns:a="http://schemas.openxmlformats.org/drawingml/2006/main">
              <a:ext uri="{FF2B5EF4-FFF2-40B4-BE49-F238E27FC236}">
                <a16:creationId xmlns:a16="http://schemas.microsoft.com/office/drawing/2014/main" id="{E1DC9232-A414-4157-9A93-8308DFC4A9AC}"/>
              </a:ext>
            </a:extLst>
          </p:cNvPr>
          <p:cNvSpPr>
            <a:spLocks xmlns:a="http://schemas.openxmlformats.org/drawingml/2006/main" noGrp="1"/>
          </p:cNvSpPr>
          <p:nvPr/>
        </p:nvSpPr>
        <p:spPr>
          <a:xfrm xmlns:a="http://schemas.openxmlformats.org/drawingml/2006/main">
            <a:off x="14335125" y="2409825"/>
            <a:ext cx="2381250" cy="3333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84" name="dp41-comparison / n157 / text 1">
            <a:extLst xmlns:a="http://schemas.openxmlformats.org/drawingml/2006/main">
              <a:ext uri="{FF2B5EF4-FFF2-40B4-BE49-F238E27FC236}">
                <a16:creationId xmlns:a16="http://schemas.microsoft.com/office/drawing/2014/main" id="{173A468F-697A-431B-A6B9-3B9A4C1C926D}"/>
              </a:ext>
            </a:extLst>
          </p:cNvPr>
          <p:cNvSpPr>
            <a:spLocks xmlns:a="http://schemas.openxmlformats.org/drawingml/2006/main" noGrp="1"/>
          </p:cNvSpPr>
          <p:nvPr/>
        </p:nvSpPr>
        <p:spPr>
          <a:xfrm xmlns:a="http://schemas.openxmlformats.org/drawingml/2006/main">
            <a:off x="14420850" y="2465070"/>
            <a:ext cx="22098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Request Controller</a:t>
            </a:r>
          </a:p>
        </p:txBody>
      </p:sp>
      <p:sp>
        <p:nvSpPr>
          <p:cNvPr id="185" name="dp41-comparison / n158 / path">
            <a:extLst xmlns:a="http://schemas.openxmlformats.org/drawingml/2006/main">
              <a:ext uri="{FF2B5EF4-FFF2-40B4-BE49-F238E27FC236}">
                <a16:creationId xmlns:a16="http://schemas.microsoft.com/office/drawing/2014/main" id="{31FDF2F7-F5AD-4907-A4E1-23D01AAF705F}"/>
              </a:ext>
            </a:extLst>
          </p:cNvPr>
          <p:cNvSpPr>
            <a:spLocks xmlns:a="http://schemas.openxmlformats.org/drawingml/2006/main" noGrp="1"/>
          </p:cNvSpPr>
          <p:nvPr/>
        </p:nvSpPr>
        <p:spPr>
          <a:xfrm xmlns:a="http://schemas.openxmlformats.org/drawingml/2006/main">
            <a:off x="11287125" y="2576513"/>
            <a:ext cx="333375" cy="953"/>
          </a:xfrm>
          <a:custGeom xmlns:a="http://schemas.openxmlformats.org/drawingml/2006/main">
            <a:pathLst>
              <a:path w="333375" h="953">
                <a:moveTo>
                  <a:pt x="0" y="0"/>
                </a:moveTo>
                <a:lnTo>
                  <a:pt x="333375" y="0"/>
                </a:lnTo>
              </a:path>
            </a:pathLst>
          </a:custGeom>
          <a:noFill xmlns:a="http://schemas.openxmlformats.org/drawingml/2006/main"/>
          <a:ln xmlns:a="http://schemas.openxmlformats.org/drawingml/2006/main" w="10478">
            <a:solidFill>
              <a:srgbClr val="000000"/>
            </a:solidFill>
            <a:prstDash val="solid"/>
          </a:ln>
        </p:spPr>
      </p:sp>
      <p:sp>
        <p:nvSpPr>
          <p:cNvPr id="186" name="dp41-comparison / n158 / arrow">
            <a:extLst xmlns:a="http://schemas.openxmlformats.org/drawingml/2006/main">
              <a:ext uri="{FF2B5EF4-FFF2-40B4-BE49-F238E27FC236}">
                <a16:creationId xmlns:a16="http://schemas.microsoft.com/office/drawing/2014/main" id="{98AC6666-3C9F-44ED-AF82-F5BACDB9986C}"/>
              </a:ext>
            </a:extLst>
          </p:cNvPr>
          <p:cNvSpPr>
            <a:spLocks xmlns:a="http://schemas.openxmlformats.org/drawingml/2006/main" noGrp="1"/>
          </p:cNvSpPr>
          <p:nvPr/>
        </p:nvSpPr>
        <p:spPr>
          <a:xfrm xmlns:a="http://schemas.openxmlformats.org/drawingml/2006/main">
            <a:off x="11553444" y="25429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87" name="dp41-comparison / n159 / path">
            <a:extLst xmlns:a="http://schemas.openxmlformats.org/drawingml/2006/main">
              <a:ext uri="{FF2B5EF4-FFF2-40B4-BE49-F238E27FC236}">
                <a16:creationId xmlns:a16="http://schemas.microsoft.com/office/drawing/2014/main" id="{AA80BFE1-F876-45B1-A761-66D94D170AB1}"/>
              </a:ext>
            </a:extLst>
          </p:cNvPr>
          <p:cNvSpPr>
            <a:spLocks xmlns:a="http://schemas.openxmlformats.org/drawingml/2006/main" noGrp="1"/>
          </p:cNvSpPr>
          <p:nvPr/>
        </p:nvSpPr>
        <p:spPr>
          <a:xfrm xmlns:a="http://schemas.openxmlformats.org/drawingml/2006/main">
            <a:off x="13906500" y="257651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000000"/>
            </a:solidFill>
            <a:prstDash val="solid"/>
          </a:ln>
        </p:spPr>
      </p:sp>
      <p:sp>
        <p:nvSpPr>
          <p:cNvPr id="188" name="dp41-comparison / n159 / arrow">
            <a:extLst xmlns:a="http://schemas.openxmlformats.org/drawingml/2006/main">
              <a:ext uri="{FF2B5EF4-FFF2-40B4-BE49-F238E27FC236}">
                <a16:creationId xmlns:a16="http://schemas.microsoft.com/office/drawing/2014/main" id="{FC3949EB-D10D-4505-A1FE-C91C7DF1896A}"/>
              </a:ext>
            </a:extLst>
          </p:cNvPr>
          <p:cNvSpPr>
            <a:spLocks xmlns:a="http://schemas.openxmlformats.org/drawingml/2006/main" noGrp="1"/>
          </p:cNvSpPr>
          <p:nvPr/>
        </p:nvSpPr>
        <p:spPr>
          <a:xfrm xmlns:a="http://schemas.openxmlformats.org/drawingml/2006/main">
            <a:off x="14268069" y="25429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89" name="dp41-comparison / n160">
            <a:extLst xmlns:a="http://schemas.openxmlformats.org/drawingml/2006/main">
              <a:ext uri="{FF2B5EF4-FFF2-40B4-BE49-F238E27FC236}">
                <a16:creationId xmlns:a16="http://schemas.microsoft.com/office/drawing/2014/main" id="{6D91B687-535F-4870-984E-BDA4D7667293}"/>
              </a:ext>
            </a:extLst>
          </p:cNvPr>
          <p:cNvSpPr>
            <a:spLocks xmlns:a="http://schemas.openxmlformats.org/drawingml/2006/main" noGrp="1"/>
          </p:cNvSpPr>
          <p:nvPr/>
        </p:nvSpPr>
        <p:spPr>
          <a:xfrm xmlns:a="http://schemas.openxmlformats.org/drawingml/2006/main">
            <a:off x="9953625" y="2886075"/>
            <a:ext cx="2524125" cy="304800"/>
          </a:xfrm>
          <a:prstGeom xmlns:a="http://schemas.openxmlformats.org/drawingml/2006/main" prst="hexagon">
            <a:avLst/>
          </a:prstGeom>
          <a:solidFill xmlns:a="http://schemas.openxmlformats.org/drawingml/2006/main">
            <a:srgbClr val="FFFFFF"/>
          </a:solidFill>
          <a:ln xmlns:a="http://schemas.openxmlformats.org/drawingml/2006/main" w="9525">
            <a:solidFill>
              <a:srgbClr val="000000"/>
            </a:solidFill>
            <a:prstDash val="solid"/>
          </a:ln>
        </p:spPr>
      </p:sp>
      <p:sp>
        <p:nvSpPr>
          <p:cNvPr id="190" name="dp41-comparison / n161 / text 1">
            <a:extLst xmlns:a="http://schemas.openxmlformats.org/drawingml/2006/main">
              <a:ext uri="{FF2B5EF4-FFF2-40B4-BE49-F238E27FC236}">
                <a16:creationId xmlns:a16="http://schemas.microsoft.com/office/drawing/2014/main" id="{91D70039-1B30-49B0-AB53-D58A258A9BA2}"/>
              </a:ext>
            </a:extLst>
          </p:cNvPr>
          <p:cNvSpPr>
            <a:spLocks xmlns:a="http://schemas.openxmlformats.org/drawingml/2006/main" noGrp="1"/>
          </p:cNvSpPr>
          <p:nvPr/>
        </p:nvSpPr>
        <p:spPr>
          <a:xfrm xmlns:a="http://schemas.openxmlformats.org/drawingml/2006/main">
            <a:off x="10039350" y="2914650"/>
            <a:ext cx="23526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00" b="1">
                <a:solidFill>
                  <a:srgbClr val="000000"/>
                </a:solidFill>
                <a:latin typeface="Apple SD Gothic Neo"/>
                <a:ea typeface="Apple SD Gothic Neo"/>
                <a:cs typeface="Apple SD Gothic Neo"/>
              </a:defRPr>
            </a:pPr>
            <a:r>
              <a:rPr sz="1500" b="1">
                <a:solidFill>
                  <a:srgbClr val="000000"/>
                </a:solidFill>
                <a:latin typeface="Apple SD Gothic Neo"/>
                <a:ea typeface="Apple SD Gothic Neo"/>
                <a:cs typeface="Apple SD Gothic Neo"/>
              </a:rPr>
              <a:t>클라우드 LLM</a:t>
            </a:r>
          </a:p>
        </p:txBody>
      </p:sp>
      <p:sp>
        <p:nvSpPr>
          <p:cNvPr id="191" name="dp41-comparison / n166">
            <a:extLst xmlns:a="http://schemas.openxmlformats.org/drawingml/2006/main">
              <a:ext uri="{FF2B5EF4-FFF2-40B4-BE49-F238E27FC236}">
                <a16:creationId xmlns:a16="http://schemas.microsoft.com/office/drawing/2014/main" id="{FE0DC5EE-CEDF-43B7-8983-39622DA66959}"/>
              </a:ext>
            </a:extLst>
          </p:cNvPr>
          <p:cNvSpPr>
            <a:spLocks xmlns:a="http://schemas.openxmlformats.org/drawingml/2006/main" noGrp="1"/>
          </p:cNvSpPr>
          <p:nvPr/>
        </p:nvSpPr>
        <p:spPr>
          <a:xfrm xmlns:a="http://schemas.openxmlformats.org/drawingml/2006/main">
            <a:off x="9763125" y="3619500"/>
            <a:ext cx="7953375" cy="28575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92" name="dp41-comparison / n167 / text 1">
            <a:extLst xmlns:a="http://schemas.openxmlformats.org/drawingml/2006/main">
              <a:ext uri="{FF2B5EF4-FFF2-40B4-BE49-F238E27FC236}">
                <a16:creationId xmlns:a16="http://schemas.microsoft.com/office/drawing/2014/main" id="{0065CF58-1431-469E-AD40-08955E277299}"/>
              </a:ext>
            </a:extLst>
          </p:cNvPr>
          <p:cNvSpPr>
            <a:spLocks xmlns:a="http://schemas.openxmlformats.org/drawingml/2006/main" noGrp="1"/>
          </p:cNvSpPr>
          <p:nvPr/>
        </p:nvSpPr>
        <p:spPr>
          <a:xfrm xmlns:a="http://schemas.openxmlformats.org/drawingml/2006/main">
            <a:off x="9886950" y="3714750"/>
            <a:ext cx="770572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Request Interpreter</a:t>
            </a:r>
          </a:p>
        </p:txBody>
      </p:sp>
      <p:sp>
        <p:nvSpPr>
          <p:cNvPr id="193" name="dp41-comparison / n170">
            <a:extLst xmlns:a="http://schemas.openxmlformats.org/drawingml/2006/main">
              <a:ext uri="{FF2B5EF4-FFF2-40B4-BE49-F238E27FC236}">
                <a16:creationId xmlns:a16="http://schemas.microsoft.com/office/drawing/2014/main" id="{257E0BFB-EE88-4D4E-A3D7-C5EE8FF89D09}"/>
              </a:ext>
            </a:extLst>
          </p:cNvPr>
          <p:cNvSpPr>
            <a:spLocks xmlns:a="http://schemas.openxmlformats.org/drawingml/2006/main" noGrp="1"/>
          </p:cNvSpPr>
          <p:nvPr/>
        </p:nvSpPr>
        <p:spPr>
          <a:xfrm xmlns:a="http://schemas.openxmlformats.org/drawingml/2006/main">
            <a:off x="9953625" y="4019550"/>
            <a:ext cx="2333625" cy="381000"/>
          </a:xfrm>
          <a:prstGeom xmlns:a="http://schemas.openxmlformats.org/drawingml/2006/main" prst="roundRect">
            <a:avLst>
              <a:gd name="adj" fmla="val 20000"/>
            </a:avLst>
          </a:prstGeom>
          <a:solidFill xmlns:a="http://schemas.openxmlformats.org/drawingml/2006/main">
            <a:srgbClr val="FFF0DD"/>
          </a:solidFill>
          <a:ln xmlns:a="http://schemas.openxmlformats.org/drawingml/2006/main" w="17145">
            <a:solidFill>
              <a:srgbClr val="B8753F"/>
            </a:solidFill>
            <a:prstDash val="solid"/>
          </a:ln>
        </p:spPr>
      </p:sp>
      <p:sp>
        <p:nvSpPr>
          <p:cNvPr id="194" name="dp41-comparison / n171 / text 1">
            <a:extLst xmlns:a="http://schemas.openxmlformats.org/drawingml/2006/main">
              <a:ext uri="{FF2B5EF4-FFF2-40B4-BE49-F238E27FC236}">
                <a16:creationId xmlns:a16="http://schemas.microsoft.com/office/drawing/2014/main" id="{D14B2AE7-2AB0-4673-B98C-2A5F407FA882}"/>
              </a:ext>
            </a:extLst>
          </p:cNvPr>
          <p:cNvSpPr>
            <a:spLocks xmlns:a="http://schemas.openxmlformats.org/drawingml/2006/main" noGrp="1"/>
          </p:cNvSpPr>
          <p:nvPr/>
        </p:nvSpPr>
        <p:spPr>
          <a:xfrm xmlns:a="http://schemas.openxmlformats.org/drawingml/2006/main">
            <a:off x="10039350" y="4098608"/>
            <a:ext cx="216217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요청 구조화기</a:t>
            </a:r>
          </a:p>
        </p:txBody>
      </p:sp>
      <p:sp>
        <p:nvSpPr>
          <p:cNvPr id="195" name="dp41-comparison / n172 / path">
            <a:extLst xmlns:a="http://schemas.openxmlformats.org/drawingml/2006/main">
              <a:ext uri="{FF2B5EF4-FFF2-40B4-BE49-F238E27FC236}">
                <a16:creationId xmlns:a16="http://schemas.microsoft.com/office/drawing/2014/main" id="{1BF49D78-AB47-44EE-9358-81D870F5C950}"/>
              </a:ext>
            </a:extLst>
          </p:cNvPr>
          <p:cNvSpPr>
            <a:spLocks xmlns:a="http://schemas.openxmlformats.org/drawingml/2006/main" noGrp="1"/>
          </p:cNvSpPr>
          <p:nvPr/>
        </p:nvSpPr>
        <p:spPr>
          <a:xfrm xmlns:a="http://schemas.openxmlformats.org/drawingml/2006/main">
            <a:off x="9810750" y="3038475"/>
            <a:ext cx="142875" cy="1171575"/>
          </a:xfrm>
          <a:custGeom xmlns:a="http://schemas.openxmlformats.org/drawingml/2006/main">
            <a:pathLst>
              <a:path w="142875" h="1171575">
                <a:moveTo>
                  <a:pt x="142875" y="1171575"/>
                </a:moveTo>
                <a:lnTo>
                  <a:pt x="0" y="1171575"/>
                </a:lnTo>
                <a:lnTo>
                  <a:pt x="0" y="0"/>
                </a:lnTo>
                <a:lnTo>
                  <a:pt x="142875" y="0"/>
                </a:lnTo>
              </a:path>
            </a:pathLst>
          </a:custGeom>
          <a:noFill xmlns:a="http://schemas.openxmlformats.org/drawingml/2006/main"/>
          <a:ln xmlns:a="http://schemas.openxmlformats.org/drawingml/2006/main" w="10478">
            <a:solidFill>
              <a:srgbClr val="000000"/>
            </a:solidFill>
            <a:prstDash val="solid"/>
          </a:ln>
        </p:spPr>
      </p:sp>
      <p:sp>
        <p:nvSpPr>
          <p:cNvPr id="196" name="dp41-comparison / n172 / arrow">
            <a:extLst xmlns:a="http://schemas.openxmlformats.org/drawingml/2006/main">
              <a:ext uri="{FF2B5EF4-FFF2-40B4-BE49-F238E27FC236}">
                <a16:creationId xmlns:a16="http://schemas.microsoft.com/office/drawing/2014/main" id="{B7F91D1F-9D16-480F-9384-316F9DB0BCBB}"/>
              </a:ext>
            </a:extLst>
          </p:cNvPr>
          <p:cNvSpPr>
            <a:spLocks xmlns:a="http://schemas.openxmlformats.org/drawingml/2006/main" noGrp="1"/>
          </p:cNvSpPr>
          <p:nvPr/>
        </p:nvSpPr>
        <p:spPr>
          <a:xfrm xmlns:a="http://schemas.openxmlformats.org/drawingml/2006/main">
            <a:off x="9886569" y="30049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97" name="dp41-comparison / n173 / path">
            <a:extLst xmlns:a="http://schemas.openxmlformats.org/drawingml/2006/main">
              <a:ext uri="{FF2B5EF4-FFF2-40B4-BE49-F238E27FC236}">
                <a16:creationId xmlns:a16="http://schemas.microsoft.com/office/drawing/2014/main" id="{06424E00-38C0-4A8A-A4F6-102C75D2B7D6}"/>
              </a:ext>
            </a:extLst>
          </p:cNvPr>
          <p:cNvSpPr>
            <a:spLocks xmlns:a="http://schemas.openxmlformats.org/drawingml/2006/main" noGrp="1"/>
          </p:cNvSpPr>
          <p:nvPr/>
        </p:nvSpPr>
        <p:spPr>
          <a:xfrm xmlns:a="http://schemas.openxmlformats.org/drawingml/2006/main">
            <a:off x="9715500" y="3038475"/>
            <a:ext cx="238125" cy="1266825"/>
          </a:xfrm>
          <a:custGeom xmlns:a="http://schemas.openxmlformats.org/drawingml/2006/main">
            <a:pathLst>
              <a:path w="238125" h="1266825">
                <a:moveTo>
                  <a:pt x="238125" y="0"/>
                </a:moveTo>
                <a:lnTo>
                  <a:pt x="0" y="0"/>
                </a:lnTo>
                <a:lnTo>
                  <a:pt x="0" y="1266825"/>
                </a:lnTo>
                <a:lnTo>
                  <a:pt x="238125" y="1266825"/>
                </a:lnTo>
              </a:path>
            </a:pathLst>
          </a:custGeom>
          <a:noFill xmlns:a="http://schemas.openxmlformats.org/drawingml/2006/main"/>
          <a:ln xmlns:a="http://schemas.openxmlformats.org/drawingml/2006/main" w="10478">
            <a:solidFill>
              <a:srgbClr val="000000"/>
            </a:solidFill>
            <a:prstDash val="dash"/>
          </a:ln>
        </p:spPr>
      </p:sp>
      <p:sp>
        <p:nvSpPr>
          <p:cNvPr id="198" name="dp41-comparison / n173 / arrow">
            <a:extLst xmlns:a="http://schemas.openxmlformats.org/drawingml/2006/main">
              <a:ext uri="{FF2B5EF4-FFF2-40B4-BE49-F238E27FC236}">
                <a16:creationId xmlns:a16="http://schemas.microsoft.com/office/drawing/2014/main" id="{CFD4D3F7-850E-41E4-9D22-E683D5F86FFB}"/>
              </a:ext>
            </a:extLst>
          </p:cNvPr>
          <p:cNvSpPr>
            <a:spLocks xmlns:a="http://schemas.openxmlformats.org/drawingml/2006/main" noGrp="1"/>
          </p:cNvSpPr>
          <p:nvPr/>
        </p:nvSpPr>
        <p:spPr>
          <a:xfrm xmlns:a="http://schemas.openxmlformats.org/drawingml/2006/main">
            <a:off x="9886569" y="427177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99" name="dp41-comparison / n174">
            <a:extLst xmlns:a="http://schemas.openxmlformats.org/drawingml/2006/main">
              <a:ext uri="{FF2B5EF4-FFF2-40B4-BE49-F238E27FC236}">
                <a16:creationId xmlns:a16="http://schemas.microsoft.com/office/drawing/2014/main" id="{E31AD0A9-CD7F-462F-9945-092C5060E156}"/>
              </a:ext>
            </a:extLst>
          </p:cNvPr>
          <p:cNvSpPr>
            <a:spLocks xmlns:a="http://schemas.openxmlformats.org/drawingml/2006/main" noGrp="1"/>
          </p:cNvSpPr>
          <p:nvPr/>
        </p:nvSpPr>
        <p:spPr>
          <a:xfrm xmlns:a="http://schemas.openxmlformats.org/drawingml/2006/main">
            <a:off x="12858750" y="3943350"/>
            <a:ext cx="4476750" cy="1857375"/>
          </a:xfrm>
          <a:prstGeom xmlns:a="http://schemas.openxmlformats.org/drawingml/2006/main" prst="roundRect">
            <a:avLst>
              <a:gd name="adj" fmla="val 4103"/>
            </a:avLst>
          </a:prstGeom>
          <a:solidFill xmlns:a="http://schemas.openxmlformats.org/drawingml/2006/main">
            <a:srgbClr val="FFFFFF"/>
          </a:solidFill>
          <a:ln xmlns:a="http://schemas.openxmlformats.org/drawingml/2006/main" w="24765">
            <a:solidFill>
              <a:srgbClr val="B8753F"/>
            </a:solidFill>
            <a:prstDash val="solid"/>
          </a:ln>
        </p:spPr>
      </p:sp>
      <p:sp>
        <p:nvSpPr>
          <p:cNvPr id="200" name="dp41-comparison / n175 / text 1">
            <a:extLst xmlns:a="http://schemas.openxmlformats.org/drawingml/2006/main">
              <a:ext uri="{FF2B5EF4-FFF2-40B4-BE49-F238E27FC236}">
                <a16:creationId xmlns:a16="http://schemas.microsoft.com/office/drawing/2014/main" id="{8AB8D465-4B07-49F8-9B68-A58E16B7D5EC}"/>
              </a:ext>
            </a:extLst>
          </p:cNvPr>
          <p:cNvSpPr>
            <a:spLocks xmlns:a="http://schemas.openxmlformats.org/drawingml/2006/main" noGrp="1"/>
          </p:cNvSpPr>
          <p:nvPr/>
        </p:nvSpPr>
        <p:spPr>
          <a:xfrm xmlns:a="http://schemas.openxmlformats.org/drawingml/2006/main">
            <a:off x="12982575" y="4038600"/>
            <a:ext cx="42291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Request Resolution Engine</a:t>
            </a:r>
          </a:p>
        </p:txBody>
      </p:sp>
      <p:sp>
        <p:nvSpPr>
          <p:cNvPr id="201" name="dp41-comparison / n176">
            <a:extLst xmlns:a="http://schemas.openxmlformats.org/drawingml/2006/main">
              <a:ext uri="{FF2B5EF4-FFF2-40B4-BE49-F238E27FC236}">
                <a16:creationId xmlns:a16="http://schemas.microsoft.com/office/drawing/2014/main" id="{A7C44B0C-512C-4E84-B625-67CC4E7838B5}"/>
              </a:ext>
            </a:extLst>
          </p:cNvPr>
          <p:cNvSpPr>
            <a:spLocks xmlns:a="http://schemas.openxmlformats.org/drawingml/2006/main" noGrp="1"/>
          </p:cNvSpPr>
          <p:nvPr/>
        </p:nvSpPr>
        <p:spPr>
          <a:xfrm xmlns:a="http://schemas.openxmlformats.org/drawingml/2006/main">
            <a:off x="13049250" y="4286250"/>
            <a:ext cx="1809750" cy="323850"/>
          </a:xfrm>
          <a:prstGeom xmlns:a="http://schemas.openxmlformats.org/drawingml/2006/main" prst="roundRect">
            <a:avLst>
              <a:gd name="adj" fmla="val 23529"/>
            </a:avLst>
          </a:prstGeom>
          <a:solidFill xmlns:a="http://schemas.openxmlformats.org/drawingml/2006/main">
            <a:srgbClr val="FFF0DD"/>
          </a:solidFill>
          <a:ln xmlns:a="http://schemas.openxmlformats.org/drawingml/2006/main" w="17145">
            <a:solidFill>
              <a:srgbClr val="B8753F"/>
            </a:solidFill>
            <a:prstDash val="solid"/>
          </a:ln>
        </p:spPr>
      </p:sp>
      <p:sp>
        <p:nvSpPr>
          <p:cNvPr id="202" name="dp41-comparison / n177 / text 1">
            <a:extLst xmlns:a="http://schemas.openxmlformats.org/drawingml/2006/main">
              <a:ext uri="{FF2B5EF4-FFF2-40B4-BE49-F238E27FC236}">
                <a16:creationId xmlns:a16="http://schemas.microsoft.com/office/drawing/2014/main" id="{A24059BA-359C-45A4-8CB7-FB389523B9B6}"/>
              </a:ext>
            </a:extLst>
          </p:cNvPr>
          <p:cNvSpPr>
            <a:spLocks xmlns:a="http://schemas.openxmlformats.org/drawingml/2006/main" noGrp="1"/>
          </p:cNvSpPr>
          <p:nvPr/>
        </p:nvSpPr>
        <p:spPr>
          <a:xfrm xmlns:a="http://schemas.openxmlformats.org/drawingml/2006/main">
            <a:off x="13134975" y="4355306"/>
            <a:ext cx="1638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프레임 / 항목 검사기</a:t>
            </a:r>
          </a:p>
        </p:txBody>
      </p:sp>
      <p:sp>
        <p:nvSpPr>
          <p:cNvPr id="203" name="dp41-comparison / n178">
            <a:extLst xmlns:a="http://schemas.openxmlformats.org/drawingml/2006/main">
              <a:ext uri="{FF2B5EF4-FFF2-40B4-BE49-F238E27FC236}">
                <a16:creationId xmlns:a16="http://schemas.microsoft.com/office/drawing/2014/main" id="{6914D8AB-C02F-49A6-8592-8D88CBD8D4AD}"/>
              </a:ext>
            </a:extLst>
          </p:cNvPr>
          <p:cNvSpPr>
            <a:spLocks xmlns:a="http://schemas.openxmlformats.org/drawingml/2006/main" noGrp="1"/>
          </p:cNvSpPr>
          <p:nvPr/>
        </p:nvSpPr>
        <p:spPr>
          <a:xfrm xmlns:a="http://schemas.openxmlformats.org/drawingml/2006/main">
            <a:off x="15097125" y="4286250"/>
            <a:ext cx="2047875" cy="323850"/>
          </a:xfrm>
          <a:prstGeom xmlns:a="http://schemas.openxmlformats.org/drawingml/2006/main" prst="roundRect">
            <a:avLst>
              <a:gd name="adj" fmla="val 23529"/>
            </a:avLst>
          </a:prstGeom>
          <a:solidFill xmlns:a="http://schemas.openxmlformats.org/drawingml/2006/main">
            <a:srgbClr val="FFF0DD"/>
          </a:solidFill>
          <a:ln xmlns:a="http://schemas.openxmlformats.org/drawingml/2006/main" w="17145">
            <a:solidFill>
              <a:srgbClr val="B8753F"/>
            </a:solidFill>
            <a:prstDash val="solid"/>
          </a:ln>
        </p:spPr>
      </p:sp>
      <p:sp>
        <p:nvSpPr>
          <p:cNvPr id="204" name="dp41-comparison / n179 / text 1">
            <a:extLst xmlns:a="http://schemas.openxmlformats.org/drawingml/2006/main">
              <a:ext uri="{FF2B5EF4-FFF2-40B4-BE49-F238E27FC236}">
                <a16:creationId xmlns:a16="http://schemas.microsoft.com/office/drawing/2014/main" id="{0D158688-469F-49D3-863B-269641F29AA2}"/>
              </a:ext>
            </a:extLst>
          </p:cNvPr>
          <p:cNvSpPr>
            <a:spLocks xmlns:a="http://schemas.openxmlformats.org/drawingml/2006/main" noGrp="1"/>
          </p:cNvSpPr>
          <p:nvPr/>
        </p:nvSpPr>
        <p:spPr>
          <a:xfrm xmlns:a="http://schemas.openxmlformats.org/drawingml/2006/main">
            <a:off x="15182850" y="4349115"/>
            <a:ext cx="187642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1">
                <a:solidFill>
                  <a:srgbClr val="000000"/>
                </a:solidFill>
                <a:latin typeface="Apple SD Gothic Neo"/>
                <a:ea typeface="Apple SD Gothic Neo"/>
                <a:cs typeface="Apple SD Gothic Neo"/>
              </a:defRPr>
            </a:pPr>
            <a:r>
              <a:rPr sz="1200" b="1">
                <a:solidFill>
                  <a:srgbClr val="000000"/>
                </a:solidFill>
                <a:latin typeface="Apple SD Gothic Neo"/>
                <a:ea typeface="Apple SD Gothic Neo"/>
                <a:cs typeface="Apple SD Gothic Neo"/>
              </a:rPr>
              <a:t>미해결 항목 처리기</a:t>
            </a:r>
          </a:p>
        </p:txBody>
      </p:sp>
      <p:sp>
        <p:nvSpPr>
          <p:cNvPr id="205" name="dp41-comparison / n180">
            <a:extLst xmlns:a="http://schemas.openxmlformats.org/drawingml/2006/main">
              <a:ext uri="{FF2B5EF4-FFF2-40B4-BE49-F238E27FC236}">
                <a16:creationId xmlns:a16="http://schemas.microsoft.com/office/drawing/2014/main" id="{67E62E97-8ABD-412B-839F-8F468233B355}"/>
              </a:ext>
            </a:extLst>
          </p:cNvPr>
          <p:cNvSpPr>
            <a:spLocks xmlns:a="http://schemas.openxmlformats.org/drawingml/2006/main" noGrp="1"/>
          </p:cNvSpPr>
          <p:nvPr/>
        </p:nvSpPr>
        <p:spPr>
          <a:xfrm xmlns:a="http://schemas.openxmlformats.org/drawingml/2006/main">
            <a:off x="13049250" y="4914900"/>
            <a:ext cx="1809750" cy="504825"/>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206" name="dp41-comparison / n181 / text 1">
            <a:extLst xmlns:a="http://schemas.openxmlformats.org/drawingml/2006/main">
              <a:ext uri="{FF2B5EF4-FFF2-40B4-BE49-F238E27FC236}">
                <a16:creationId xmlns:a16="http://schemas.microsoft.com/office/drawing/2014/main" id="{5FCB6FF3-6AD4-4801-887A-9BCAB5DAFE0B}"/>
              </a:ext>
            </a:extLst>
          </p:cNvPr>
          <p:cNvSpPr>
            <a:spLocks xmlns:a="http://schemas.openxmlformats.org/drawingml/2006/main" noGrp="1"/>
          </p:cNvSpPr>
          <p:nvPr/>
        </p:nvSpPr>
        <p:spPr>
          <a:xfrm xmlns:a="http://schemas.openxmlformats.org/drawingml/2006/main">
            <a:off x="13134975" y="5076825"/>
            <a:ext cx="16383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항목별 해결 상태</a:t>
            </a:r>
          </a:p>
        </p:txBody>
      </p:sp>
      <p:sp>
        <p:nvSpPr>
          <p:cNvPr id="207" name="dp41-comparison / n182">
            <a:extLst xmlns:a="http://schemas.openxmlformats.org/drawingml/2006/main">
              <a:ext uri="{FF2B5EF4-FFF2-40B4-BE49-F238E27FC236}">
                <a16:creationId xmlns:a16="http://schemas.microsoft.com/office/drawing/2014/main" id="{C1A1A1B3-1E06-4B74-965E-B4A2509A8890}"/>
              </a:ext>
            </a:extLst>
          </p:cNvPr>
          <p:cNvSpPr>
            <a:spLocks xmlns:a="http://schemas.openxmlformats.org/drawingml/2006/main" noGrp="1"/>
          </p:cNvSpPr>
          <p:nvPr/>
        </p:nvSpPr>
        <p:spPr>
          <a:xfrm xmlns:a="http://schemas.openxmlformats.org/drawingml/2006/main">
            <a:off x="15097125" y="5172075"/>
            <a:ext cx="2047875" cy="323850"/>
          </a:xfrm>
          <a:prstGeom xmlns:a="http://schemas.openxmlformats.org/drawingml/2006/main" prst="roundRect">
            <a:avLst>
              <a:gd name="adj" fmla="val 23529"/>
            </a:avLst>
          </a:prstGeom>
          <a:solidFill xmlns:a="http://schemas.openxmlformats.org/drawingml/2006/main">
            <a:srgbClr val="FFF0DD"/>
          </a:solidFill>
          <a:ln xmlns:a="http://schemas.openxmlformats.org/drawingml/2006/main" w="17145">
            <a:solidFill>
              <a:srgbClr val="B8753F"/>
            </a:solidFill>
            <a:prstDash val="solid"/>
          </a:ln>
        </p:spPr>
      </p:sp>
      <p:sp>
        <p:nvSpPr>
          <p:cNvPr id="208" name="dp41-comparison / n183 / text 1">
            <a:extLst xmlns:a="http://schemas.openxmlformats.org/drawingml/2006/main">
              <a:ext uri="{FF2B5EF4-FFF2-40B4-BE49-F238E27FC236}">
                <a16:creationId xmlns:a16="http://schemas.microsoft.com/office/drawing/2014/main" id="{0CEAEE07-6904-4C5A-A081-86654BB78A95}"/>
              </a:ext>
            </a:extLst>
          </p:cNvPr>
          <p:cNvSpPr>
            <a:spLocks xmlns:a="http://schemas.openxmlformats.org/drawingml/2006/main" noGrp="1"/>
          </p:cNvSpPr>
          <p:nvPr/>
        </p:nvSpPr>
        <p:spPr>
          <a:xfrm xmlns:a="http://schemas.openxmlformats.org/drawingml/2006/main">
            <a:off x="15182850" y="5234940"/>
            <a:ext cx="187642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1">
                <a:solidFill>
                  <a:srgbClr val="000000"/>
                </a:solidFill>
                <a:latin typeface="Apple SD Gothic Neo"/>
                <a:ea typeface="Apple SD Gothic Neo"/>
                <a:cs typeface="Apple SD Gothic Neo"/>
              </a:defRPr>
            </a:pPr>
            <a:r>
              <a:rPr sz="1200" b="1">
                <a:solidFill>
                  <a:srgbClr val="000000"/>
                </a:solidFill>
                <a:latin typeface="Apple SD Gothic Neo"/>
                <a:ea typeface="Apple SD Gothic Neo"/>
                <a:cs typeface="Apple SD Gothic Neo"/>
              </a:rPr>
              <a:t>관계 결합기</a:t>
            </a:r>
          </a:p>
        </p:txBody>
      </p:sp>
      <p:sp>
        <p:nvSpPr>
          <p:cNvPr id="209" name="dp41-comparison / n184">
            <a:extLst xmlns:a="http://schemas.openxmlformats.org/drawingml/2006/main">
              <a:ext uri="{FF2B5EF4-FFF2-40B4-BE49-F238E27FC236}">
                <a16:creationId xmlns:a16="http://schemas.microsoft.com/office/drawing/2014/main" id="{3363A96A-F8EE-4E49-9B77-73C756ED876C}"/>
              </a:ext>
            </a:extLst>
          </p:cNvPr>
          <p:cNvSpPr>
            <a:spLocks xmlns:a="http://schemas.openxmlformats.org/drawingml/2006/main" noGrp="1"/>
          </p:cNvSpPr>
          <p:nvPr/>
        </p:nvSpPr>
        <p:spPr>
          <a:xfrm xmlns:a="http://schemas.openxmlformats.org/drawingml/2006/main">
            <a:off x="15097125" y="6019800"/>
            <a:ext cx="2047875" cy="3048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9525">
            <a:solidFill>
              <a:srgbClr val="000000"/>
            </a:solidFill>
            <a:prstDash val="solid"/>
          </a:ln>
        </p:spPr>
      </p:sp>
      <p:sp>
        <p:nvSpPr>
          <p:cNvPr id="210" name="dp41-comparison / n185 / text 1">
            <a:extLst xmlns:a="http://schemas.openxmlformats.org/drawingml/2006/main">
              <a:ext uri="{FF2B5EF4-FFF2-40B4-BE49-F238E27FC236}">
                <a16:creationId xmlns:a16="http://schemas.microsoft.com/office/drawing/2014/main" id="{706C027B-A51A-497B-9969-B30A22A39366}"/>
              </a:ext>
            </a:extLst>
          </p:cNvPr>
          <p:cNvSpPr>
            <a:spLocks xmlns:a="http://schemas.openxmlformats.org/drawingml/2006/main" noGrp="1"/>
          </p:cNvSpPr>
          <p:nvPr/>
        </p:nvSpPr>
        <p:spPr>
          <a:xfrm xmlns:a="http://schemas.openxmlformats.org/drawingml/2006/main">
            <a:off x="15182850" y="6073140"/>
            <a:ext cx="187642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1">
                <a:solidFill>
                  <a:srgbClr val="000000"/>
                </a:solidFill>
                <a:latin typeface="Apple SD Gothic Neo"/>
                <a:ea typeface="Apple SD Gothic Neo"/>
                <a:cs typeface="Apple SD Gothic Neo"/>
              </a:defRPr>
            </a:pPr>
            <a:r>
              <a:rPr sz="1200" b="1">
                <a:solidFill>
                  <a:srgbClr val="000000"/>
                </a:solidFill>
                <a:latin typeface="Apple SD Gothic Neo"/>
                <a:ea typeface="Apple SD Gothic Neo"/>
                <a:cs typeface="Apple SD Gothic Neo"/>
              </a:rPr>
              <a:t>읽기 도구 실행기</a:t>
            </a:r>
          </a:p>
        </p:txBody>
      </p:sp>
      <p:sp>
        <p:nvSpPr>
          <p:cNvPr id="211" name="dp41-comparison / n186">
            <a:extLst xmlns:a="http://schemas.openxmlformats.org/drawingml/2006/main">
              <a:ext uri="{FF2B5EF4-FFF2-40B4-BE49-F238E27FC236}">
                <a16:creationId xmlns:a16="http://schemas.microsoft.com/office/drawing/2014/main" id="{FC41BF9C-CAAD-4759-9B9B-AA8E9CF667A7}"/>
              </a:ext>
            </a:extLst>
          </p:cNvPr>
          <p:cNvSpPr>
            <a:spLocks xmlns:a="http://schemas.openxmlformats.org/drawingml/2006/main" noGrp="1"/>
          </p:cNvSpPr>
          <p:nvPr/>
        </p:nvSpPr>
        <p:spPr>
          <a:xfrm xmlns:a="http://schemas.openxmlformats.org/drawingml/2006/main">
            <a:off x="12715875" y="6019800"/>
            <a:ext cx="2047875" cy="3048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9525">
            <a:solidFill>
              <a:srgbClr val="000000"/>
            </a:solidFill>
            <a:prstDash val="solid"/>
          </a:ln>
        </p:spPr>
      </p:sp>
      <p:sp>
        <p:nvSpPr>
          <p:cNvPr id="212" name="dp41-comparison / n187 / text 1">
            <a:extLst xmlns:a="http://schemas.openxmlformats.org/drawingml/2006/main">
              <a:ext uri="{FF2B5EF4-FFF2-40B4-BE49-F238E27FC236}">
                <a16:creationId xmlns:a16="http://schemas.microsoft.com/office/drawing/2014/main" id="{922D2379-AA66-455C-B99F-2E322C386435}"/>
              </a:ext>
            </a:extLst>
          </p:cNvPr>
          <p:cNvSpPr>
            <a:spLocks xmlns:a="http://schemas.openxmlformats.org/drawingml/2006/main" noGrp="1"/>
          </p:cNvSpPr>
          <p:nvPr/>
        </p:nvSpPr>
        <p:spPr>
          <a:xfrm xmlns:a="http://schemas.openxmlformats.org/drawingml/2006/main">
            <a:off x="12801600" y="6073140"/>
            <a:ext cx="187642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1">
                <a:solidFill>
                  <a:srgbClr val="000000"/>
                </a:solidFill>
                <a:latin typeface="Apple SD Gothic Neo"/>
                <a:ea typeface="Apple SD Gothic Neo"/>
                <a:cs typeface="Apple SD Gothic Neo"/>
              </a:defRPr>
            </a:pPr>
            <a:r>
              <a:rPr sz="1200" b="1">
                <a:solidFill>
                  <a:srgbClr val="000000"/>
                </a:solidFill>
                <a:latin typeface="Apple SD Gothic Neo"/>
                <a:ea typeface="Apple SD Gothic Neo"/>
                <a:cs typeface="Apple SD Gothic Neo"/>
              </a:rPr>
              <a:t>의미 제안 검증기</a:t>
            </a:r>
          </a:p>
        </p:txBody>
      </p:sp>
      <p:sp>
        <p:nvSpPr>
          <p:cNvPr id="213" name="dp41-comparison / n188 / path">
            <a:extLst xmlns:a="http://schemas.openxmlformats.org/drawingml/2006/main">
              <a:ext uri="{FF2B5EF4-FFF2-40B4-BE49-F238E27FC236}">
                <a16:creationId xmlns:a16="http://schemas.microsoft.com/office/drawing/2014/main" id="{E4DC6731-219A-4C7D-AD5A-CD395813C519}"/>
              </a:ext>
            </a:extLst>
          </p:cNvPr>
          <p:cNvSpPr>
            <a:spLocks xmlns:a="http://schemas.openxmlformats.org/drawingml/2006/main" noGrp="1"/>
          </p:cNvSpPr>
          <p:nvPr/>
        </p:nvSpPr>
        <p:spPr>
          <a:xfrm xmlns:a="http://schemas.openxmlformats.org/drawingml/2006/main">
            <a:off x="12287250" y="4162425"/>
            <a:ext cx="762000" cy="285750"/>
          </a:xfrm>
          <a:custGeom xmlns:a="http://schemas.openxmlformats.org/drawingml/2006/main">
            <a:pathLst>
              <a:path w="762000" h="285750">
                <a:moveTo>
                  <a:pt x="0" y="0"/>
                </a:moveTo>
                <a:lnTo>
                  <a:pt x="333375" y="0"/>
                </a:lnTo>
                <a:lnTo>
                  <a:pt x="333375" y="285750"/>
                </a:lnTo>
                <a:lnTo>
                  <a:pt x="762000" y="285750"/>
                </a:lnTo>
              </a:path>
            </a:pathLst>
          </a:custGeom>
          <a:noFill xmlns:a="http://schemas.openxmlformats.org/drawingml/2006/main"/>
          <a:ln xmlns:a="http://schemas.openxmlformats.org/drawingml/2006/main" w="10478">
            <a:solidFill>
              <a:srgbClr val="000000"/>
            </a:solidFill>
            <a:prstDash val="solid"/>
          </a:ln>
        </p:spPr>
      </p:sp>
      <p:sp>
        <p:nvSpPr>
          <p:cNvPr id="214" name="dp41-comparison / n188 / arrow">
            <a:extLst xmlns:a="http://schemas.openxmlformats.org/drawingml/2006/main">
              <a:ext uri="{FF2B5EF4-FFF2-40B4-BE49-F238E27FC236}">
                <a16:creationId xmlns:a16="http://schemas.microsoft.com/office/drawing/2014/main" id="{A7FA58F5-C37C-41BD-A291-82F7393AF977}"/>
              </a:ext>
            </a:extLst>
          </p:cNvPr>
          <p:cNvSpPr>
            <a:spLocks xmlns:a="http://schemas.openxmlformats.org/drawingml/2006/main" noGrp="1"/>
          </p:cNvSpPr>
          <p:nvPr/>
        </p:nvSpPr>
        <p:spPr>
          <a:xfrm xmlns:a="http://schemas.openxmlformats.org/drawingml/2006/main">
            <a:off x="12982194" y="44146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15" name="dp41-comparison / n189 / path">
            <a:extLst xmlns:a="http://schemas.openxmlformats.org/drawingml/2006/main">
              <a:ext uri="{FF2B5EF4-FFF2-40B4-BE49-F238E27FC236}">
                <a16:creationId xmlns:a16="http://schemas.microsoft.com/office/drawing/2014/main" id="{9835367E-FC50-406A-A458-169F8955D7F4}"/>
              </a:ext>
            </a:extLst>
          </p:cNvPr>
          <p:cNvSpPr>
            <a:spLocks xmlns:a="http://schemas.openxmlformats.org/drawingml/2006/main" noGrp="1"/>
          </p:cNvSpPr>
          <p:nvPr/>
        </p:nvSpPr>
        <p:spPr>
          <a:xfrm xmlns:a="http://schemas.openxmlformats.org/drawingml/2006/main">
            <a:off x="14859000" y="4448175"/>
            <a:ext cx="238125" cy="953"/>
          </a:xfrm>
          <a:custGeom xmlns:a="http://schemas.openxmlformats.org/drawingml/2006/main">
            <a:pathLst>
              <a:path w="238125" h="953">
                <a:moveTo>
                  <a:pt x="0" y="0"/>
                </a:moveTo>
                <a:lnTo>
                  <a:pt x="238125" y="0"/>
                </a:lnTo>
              </a:path>
            </a:pathLst>
          </a:custGeom>
          <a:noFill xmlns:a="http://schemas.openxmlformats.org/drawingml/2006/main"/>
          <a:ln xmlns:a="http://schemas.openxmlformats.org/drawingml/2006/main" w="10478">
            <a:solidFill>
              <a:srgbClr val="B8753F"/>
            </a:solidFill>
            <a:prstDash val="solid"/>
          </a:ln>
        </p:spPr>
      </p:sp>
      <p:sp>
        <p:nvSpPr>
          <p:cNvPr id="216" name="dp41-comparison / n189 / arrow">
            <a:extLst xmlns:a="http://schemas.openxmlformats.org/drawingml/2006/main">
              <a:ext uri="{FF2B5EF4-FFF2-40B4-BE49-F238E27FC236}">
                <a16:creationId xmlns:a16="http://schemas.microsoft.com/office/drawing/2014/main" id="{6AF64307-8BDB-4047-B47A-80DA45C2F5C4}"/>
              </a:ext>
            </a:extLst>
          </p:cNvPr>
          <p:cNvSpPr>
            <a:spLocks xmlns:a="http://schemas.openxmlformats.org/drawingml/2006/main" noGrp="1"/>
          </p:cNvSpPr>
          <p:nvPr/>
        </p:nvSpPr>
        <p:spPr>
          <a:xfrm xmlns:a="http://schemas.openxmlformats.org/drawingml/2006/main">
            <a:off x="15030069" y="44146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17" name="dp41-comparison / n190 / path">
            <a:extLst xmlns:a="http://schemas.openxmlformats.org/drawingml/2006/main">
              <a:ext uri="{FF2B5EF4-FFF2-40B4-BE49-F238E27FC236}">
                <a16:creationId xmlns:a16="http://schemas.microsoft.com/office/drawing/2014/main" id="{34625C49-A6CD-4D48-AD51-151DB249CC11}"/>
              </a:ext>
            </a:extLst>
          </p:cNvPr>
          <p:cNvSpPr>
            <a:spLocks xmlns:a="http://schemas.openxmlformats.org/drawingml/2006/main" noGrp="1"/>
          </p:cNvSpPr>
          <p:nvPr/>
        </p:nvSpPr>
        <p:spPr>
          <a:xfrm xmlns:a="http://schemas.openxmlformats.org/drawingml/2006/main">
            <a:off x="17145000" y="4448175"/>
            <a:ext cx="428625" cy="1724025"/>
          </a:xfrm>
          <a:custGeom xmlns:a="http://schemas.openxmlformats.org/drawingml/2006/main">
            <a:pathLst>
              <a:path w="428625" h="1724025">
                <a:moveTo>
                  <a:pt x="0" y="0"/>
                </a:moveTo>
                <a:lnTo>
                  <a:pt x="428625" y="0"/>
                </a:lnTo>
                <a:lnTo>
                  <a:pt x="428625" y="1724025"/>
                </a:lnTo>
                <a:lnTo>
                  <a:pt x="0" y="1724025"/>
                </a:lnTo>
              </a:path>
            </a:pathLst>
          </a:custGeom>
          <a:noFill xmlns:a="http://schemas.openxmlformats.org/drawingml/2006/main"/>
          <a:ln xmlns:a="http://schemas.openxmlformats.org/drawingml/2006/main" w="10478">
            <a:solidFill>
              <a:srgbClr val="B8753F"/>
            </a:solidFill>
            <a:prstDash val="solid"/>
          </a:ln>
        </p:spPr>
      </p:sp>
      <p:sp>
        <p:nvSpPr>
          <p:cNvPr id="218" name="dp41-comparison / n190 / arrow">
            <a:extLst xmlns:a="http://schemas.openxmlformats.org/drawingml/2006/main">
              <a:ext uri="{FF2B5EF4-FFF2-40B4-BE49-F238E27FC236}">
                <a16:creationId xmlns:a16="http://schemas.microsoft.com/office/drawing/2014/main" id="{AC131683-B0DE-4147-899C-6DB42C0DC693}"/>
              </a:ext>
            </a:extLst>
          </p:cNvPr>
          <p:cNvSpPr>
            <a:spLocks xmlns:a="http://schemas.openxmlformats.org/drawingml/2006/main" noGrp="1"/>
          </p:cNvSpPr>
          <p:nvPr/>
        </p:nvSpPr>
        <p:spPr>
          <a:xfrm xmlns:a="http://schemas.openxmlformats.org/drawingml/2006/main">
            <a:off x="17145000" y="613867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B8753F"/>
            </a:solidFill>
            <a:prstDash val="solid"/>
          </a:ln>
        </p:spPr>
      </p:sp>
      <p:sp>
        <p:nvSpPr>
          <p:cNvPr id="219" name="dp41-comparison / n195 / path">
            <a:extLst xmlns:a="http://schemas.openxmlformats.org/drawingml/2006/main">
              <a:ext uri="{FF2B5EF4-FFF2-40B4-BE49-F238E27FC236}">
                <a16:creationId xmlns:a16="http://schemas.microsoft.com/office/drawing/2014/main" id="{276DA3F2-3C1F-4AB5-AEDC-A5FE56FF67EE}"/>
              </a:ext>
            </a:extLst>
          </p:cNvPr>
          <p:cNvSpPr>
            <a:spLocks xmlns:a="http://schemas.openxmlformats.org/drawingml/2006/main" noGrp="1"/>
          </p:cNvSpPr>
          <p:nvPr/>
        </p:nvSpPr>
        <p:spPr>
          <a:xfrm xmlns:a="http://schemas.openxmlformats.org/drawingml/2006/main">
            <a:off x="12573000" y="5167313"/>
            <a:ext cx="2524125" cy="1281113"/>
          </a:xfrm>
          <a:custGeom xmlns:a="http://schemas.openxmlformats.org/drawingml/2006/main">
            <a:pathLst>
              <a:path w="2524125" h="1281113">
                <a:moveTo>
                  <a:pt x="2524125" y="1004888"/>
                </a:moveTo>
                <a:lnTo>
                  <a:pt x="2362200" y="1004888"/>
                </a:lnTo>
                <a:lnTo>
                  <a:pt x="2362200" y="1281113"/>
                </a:lnTo>
                <a:lnTo>
                  <a:pt x="0" y="1281113"/>
                </a:lnTo>
                <a:lnTo>
                  <a:pt x="0" y="0"/>
                </a:lnTo>
                <a:lnTo>
                  <a:pt x="476250" y="0"/>
                </a:lnTo>
              </a:path>
            </a:pathLst>
          </a:custGeom>
          <a:noFill xmlns:a="http://schemas.openxmlformats.org/drawingml/2006/main"/>
          <a:ln xmlns:a="http://schemas.openxmlformats.org/drawingml/2006/main" w="10478">
            <a:solidFill>
              <a:srgbClr val="B8753F"/>
            </a:solidFill>
            <a:prstDash val="dash"/>
          </a:ln>
        </p:spPr>
      </p:sp>
      <p:sp>
        <p:nvSpPr>
          <p:cNvPr id="220" name="dp41-comparison / n195 / arrow">
            <a:extLst xmlns:a="http://schemas.openxmlformats.org/drawingml/2006/main">
              <a:ext uri="{FF2B5EF4-FFF2-40B4-BE49-F238E27FC236}">
                <a16:creationId xmlns:a16="http://schemas.microsoft.com/office/drawing/2014/main" id="{57D64A3A-A7C8-4667-ACFC-AA3C5D4E3F2B}"/>
              </a:ext>
            </a:extLst>
          </p:cNvPr>
          <p:cNvSpPr>
            <a:spLocks xmlns:a="http://schemas.openxmlformats.org/drawingml/2006/main" noGrp="1"/>
          </p:cNvSpPr>
          <p:nvPr/>
        </p:nvSpPr>
        <p:spPr>
          <a:xfrm xmlns:a="http://schemas.openxmlformats.org/drawingml/2006/main">
            <a:off x="12982194" y="51337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21" name="dp41-comparison / n196 / text 1">
            <a:extLst xmlns:a="http://schemas.openxmlformats.org/drawingml/2006/main">
              <a:ext uri="{FF2B5EF4-FFF2-40B4-BE49-F238E27FC236}">
                <a16:creationId xmlns:a16="http://schemas.microsoft.com/office/drawing/2014/main" id="{1E74DBAE-DEE0-4451-9C48-ED0289604B69}"/>
              </a:ext>
            </a:extLst>
          </p:cNvPr>
          <p:cNvSpPr>
            <a:spLocks xmlns:a="http://schemas.openxmlformats.org/drawingml/2006/main" noGrp="1"/>
          </p:cNvSpPr>
          <p:nvPr/>
        </p:nvSpPr>
        <p:spPr>
          <a:xfrm xmlns:a="http://schemas.openxmlformats.org/drawingml/2006/main">
            <a:off x="15097125" y="6362700"/>
            <a:ext cx="23336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③ 조회 결과를 해결 상태에 반영</a:t>
            </a:r>
          </a:p>
        </p:txBody>
      </p:sp>
      <p:sp>
        <p:nvSpPr>
          <p:cNvPr id="222" name="dp41-comparison / n197 / path">
            <a:extLst xmlns:a="http://schemas.openxmlformats.org/drawingml/2006/main">
              <a:ext uri="{FF2B5EF4-FFF2-40B4-BE49-F238E27FC236}">
                <a16:creationId xmlns:a16="http://schemas.microsoft.com/office/drawing/2014/main" id="{F36F4548-B153-4E83-A027-BB4B10A9BFE0}"/>
              </a:ext>
            </a:extLst>
          </p:cNvPr>
          <p:cNvSpPr>
            <a:spLocks xmlns:a="http://schemas.openxmlformats.org/drawingml/2006/main" noGrp="1"/>
          </p:cNvSpPr>
          <p:nvPr/>
        </p:nvSpPr>
        <p:spPr>
          <a:xfrm xmlns:a="http://schemas.openxmlformats.org/drawingml/2006/main">
            <a:off x="13716000" y="4610100"/>
            <a:ext cx="953" cy="304800"/>
          </a:xfrm>
          <a:custGeom xmlns:a="http://schemas.openxmlformats.org/drawingml/2006/main">
            <a:pathLst>
              <a:path w="953" h="304800">
                <a:moveTo>
                  <a:pt x="0" y="0"/>
                </a:moveTo>
                <a:lnTo>
                  <a:pt x="0" y="304800"/>
                </a:lnTo>
              </a:path>
            </a:pathLst>
          </a:custGeom>
          <a:noFill xmlns:a="http://schemas.openxmlformats.org/drawingml/2006/main"/>
          <a:ln xmlns:a="http://schemas.openxmlformats.org/drawingml/2006/main" w="10478">
            <a:solidFill>
              <a:srgbClr val="B8753F"/>
            </a:solidFill>
            <a:prstDash val="solid"/>
          </a:ln>
        </p:spPr>
      </p:sp>
      <p:sp>
        <p:nvSpPr>
          <p:cNvPr id="223" name="dp41-comparison / n197 / arrow">
            <a:extLst xmlns:a="http://schemas.openxmlformats.org/drawingml/2006/main">
              <a:ext uri="{FF2B5EF4-FFF2-40B4-BE49-F238E27FC236}">
                <a16:creationId xmlns:a16="http://schemas.microsoft.com/office/drawing/2014/main" id="{D69BF9E3-C965-443C-BEF6-8A49B5C8FFBD}"/>
              </a:ext>
            </a:extLst>
          </p:cNvPr>
          <p:cNvSpPr>
            <a:spLocks xmlns:a="http://schemas.openxmlformats.org/drawingml/2006/main" noGrp="1"/>
          </p:cNvSpPr>
          <p:nvPr/>
        </p:nvSpPr>
        <p:spPr>
          <a:xfrm xmlns:a="http://schemas.openxmlformats.org/drawingml/2006/main">
            <a:off x="13682472" y="48478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224" name="dp41-comparison / n198 / path">
            <a:extLst xmlns:a="http://schemas.openxmlformats.org/drawingml/2006/main">
              <a:ext uri="{FF2B5EF4-FFF2-40B4-BE49-F238E27FC236}">
                <a16:creationId xmlns:a16="http://schemas.microsoft.com/office/drawing/2014/main" id="{FD868A5D-500D-42C7-8F1C-ADD8C6664AC2}"/>
              </a:ext>
            </a:extLst>
          </p:cNvPr>
          <p:cNvSpPr>
            <a:spLocks xmlns:a="http://schemas.openxmlformats.org/drawingml/2006/main" noGrp="1"/>
          </p:cNvSpPr>
          <p:nvPr/>
        </p:nvSpPr>
        <p:spPr>
          <a:xfrm xmlns:a="http://schemas.openxmlformats.org/drawingml/2006/main">
            <a:off x="14192250" y="4610100"/>
            <a:ext cx="953" cy="304800"/>
          </a:xfrm>
          <a:custGeom xmlns:a="http://schemas.openxmlformats.org/drawingml/2006/main">
            <a:pathLst>
              <a:path w="953" h="304800">
                <a:moveTo>
                  <a:pt x="0" y="304800"/>
                </a:moveTo>
                <a:lnTo>
                  <a:pt x="0" y="0"/>
                </a:lnTo>
              </a:path>
            </a:pathLst>
          </a:custGeom>
          <a:noFill xmlns:a="http://schemas.openxmlformats.org/drawingml/2006/main"/>
          <a:ln xmlns:a="http://schemas.openxmlformats.org/drawingml/2006/main" w="10478">
            <a:solidFill>
              <a:srgbClr val="B8753F"/>
            </a:solidFill>
            <a:prstDash val="solid"/>
          </a:ln>
        </p:spPr>
      </p:sp>
      <p:sp>
        <p:nvSpPr>
          <p:cNvPr id="225" name="dp41-comparison / n198 / arrow">
            <a:extLst xmlns:a="http://schemas.openxmlformats.org/drawingml/2006/main">
              <a:ext uri="{FF2B5EF4-FFF2-40B4-BE49-F238E27FC236}">
                <a16:creationId xmlns:a16="http://schemas.microsoft.com/office/drawing/2014/main" id="{90AA2258-3889-4E48-93B3-F162855936BF}"/>
              </a:ext>
            </a:extLst>
          </p:cNvPr>
          <p:cNvSpPr>
            <a:spLocks xmlns:a="http://schemas.openxmlformats.org/drawingml/2006/main" noGrp="1"/>
          </p:cNvSpPr>
          <p:nvPr/>
        </p:nvSpPr>
        <p:spPr>
          <a:xfrm xmlns:a="http://schemas.openxmlformats.org/drawingml/2006/main">
            <a:off x="14158722" y="4610100"/>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B8753F"/>
            </a:solidFill>
            <a:prstDash val="solid"/>
          </a:ln>
        </p:spPr>
      </p:sp>
      <p:sp>
        <p:nvSpPr>
          <p:cNvPr id="226" name="dp41-comparison / n201 / path">
            <a:extLst xmlns:a="http://schemas.openxmlformats.org/drawingml/2006/main">
              <a:ext uri="{FF2B5EF4-FFF2-40B4-BE49-F238E27FC236}">
                <a16:creationId xmlns:a16="http://schemas.microsoft.com/office/drawing/2014/main" id="{D8E25140-4782-4E17-81EC-FD62D534C235}"/>
              </a:ext>
            </a:extLst>
          </p:cNvPr>
          <p:cNvSpPr>
            <a:spLocks xmlns:a="http://schemas.openxmlformats.org/drawingml/2006/main" noGrp="1"/>
          </p:cNvSpPr>
          <p:nvPr/>
        </p:nvSpPr>
        <p:spPr>
          <a:xfrm xmlns:a="http://schemas.openxmlformats.org/drawingml/2006/main">
            <a:off x="14859000" y="5167313"/>
            <a:ext cx="238125" cy="166688"/>
          </a:xfrm>
          <a:custGeom xmlns:a="http://schemas.openxmlformats.org/drawingml/2006/main">
            <a:pathLst>
              <a:path w="238125" h="166688">
                <a:moveTo>
                  <a:pt x="0" y="0"/>
                </a:moveTo>
                <a:lnTo>
                  <a:pt x="114300" y="0"/>
                </a:lnTo>
                <a:lnTo>
                  <a:pt x="114300" y="166688"/>
                </a:lnTo>
                <a:lnTo>
                  <a:pt x="238125" y="166688"/>
                </a:lnTo>
              </a:path>
            </a:pathLst>
          </a:custGeom>
          <a:noFill xmlns:a="http://schemas.openxmlformats.org/drawingml/2006/main"/>
          <a:ln xmlns:a="http://schemas.openxmlformats.org/drawingml/2006/main" w="10478">
            <a:solidFill>
              <a:srgbClr val="B8753F"/>
            </a:solidFill>
            <a:prstDash val="solid"/>
          </a:ln>
        </p:spPr>
      </p:sp>
      <p:sp>
        <p:nvSpPr>
          <p:cNvPr id="227" name="dp41-comparison / n201 / arrow">
            <a:extLst xmlns:a="http://schemas.openxmlformats.org/drawingml/2006/main">
              <a:ext uri="{FF2B5EF4-FFF2-40B4-BE49-F238E27FC236}">
                <a16:creationId xmlns:a16="http://schemas.microsoft.com/office/drawing/2014/main" id="{2E1B8FD5-3D46-4385-B468-611781882607}"/>
              </a:ext>
            </a:extLst>
          </p:cNvPr>
          <p:cNvSpPr>
            <a:spLocks xmlns:a="http://schemas.openxmlformats.org/drawingml/2006/main" noGrp="1"/>
          </p:cNvSpPr>
          <p:nvPr/>
        </p:nvSpPr>
        <p:spPr>
          <a:xfrm xmlns:a="http://schemas.openxmlformats.org/drawingml/2006/main">
            <a:off x="15030069" y="530047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28" name="dp41-comparison / n204 / path">
            <a:extLst xmlns:a="http://schemas.openxmlformats.org/drawingml/2006/main">
              <a:ext uri="{FF2B5EF4-FFF2-40B4-BE49-F238E27FC236}">
                <a16:creationId xmlns:a16="http://schemas.microsoft.com/office/drawing/2014/main" id="{4502DD10-6E7A-4E3F-816D-F868AEA61DB9}"/>
              </a:ext>
            </a:extLst>
          </p:cNvPr>
          <p:cNvSpPr>
            <a:spLocks xmlns:a="http://schemas.openxmlformats.org/drawingml/2006/main" noGrp="1"/>
          </p:cNvSpPr>
          <p:nvPr/>
        </p:nvSpPr>
        <p:spPr>
          <a:xfrm xmlns:a="http://schemas.openxmlformats.org/drawingml/2006/main">
            <a:off x="13739813" y="5495925"/>
            <a:ext cx="2381250" cy="523875"/>
          </a:xfrm>
          <a:custGeom xmlns:a="http://schemas.openxmlformats.org/drawingml/2006/main">
            <a:pathLst>
              <a:path w="2381250" h="523875">
                <a:moveTo>
                  <a:pt x="2381250" y="0"/>
                </a:moveTo>
                <a:lnTo>
                  <a:pt x="2381250" y="428625"/>
                </a:lnTo>
                <a:lnTo>
                  <a:pt x="0" y="428625"/>
                </a:lnTo>
                <a:lnTo>
                  <a:pt x="0" y="523875"/>
                </a:lnTo>
              </a:path>
            </a:pathLst>
          </a:custGeom>
          <a:noFill xmlns:a="http://schemas.openxmlformats.org/drawingml/2006/main"/>
          <a:ln xmlns:a="http://schemas.openxmlformats.org/drawingml/2006/main" w="10478">
            <a:solidFill>
              <a:srgbClr val="B8753F"/>
            </a:solidFill>
            <a:prstDash val="solid"/>
          </a:ln>
        </p:spPr>
      </p:sp>
      <p:sp>
        <p:nvSpPr>
          <p:cNvPr id="229" name="dp41-comparison / n204 / arrow">
            <a:extLst xmlns:a="http://schemas.openxmlformats.org/drawingml/2006/main">
              <a:ext uri="{FF2B5EF4-FFF2-40B4-BE49-F238E27FC236}">
                <a16:creationId xmlns:a16="http://schemas.microsoft.com/office/drawing/2014/main" id="{F85A848F-863E-43CA-923D-343EFB72F541}"/>
              </a:ext>
            </a:extLst>
          </p:cNvPr>
          <p:cNvSpPr>
            <a:spLocks xmlns:a="http://schemas.openxmlformats.org/drawingml/2006/main" noGrp="1"/>
          </p:cNvSpPr>
          <p:nvPr/>
        </p:nvSpPr>
        <p:spPr>
          <a:xfrm xmlns:a="http://schemas.openxmlformats.org/drawingml/2006/main">
            <a:off x="13706285" y="59527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230" name="dp41-comparison / n207 / path">
            <a:extLst xmlns:a="http://schemas.openxmlformats.org/drawingml/2006/main">
              <a:ext uri="{FF2B5EF4-FFF2-40B4-BE49-F238E27FC236}">
                <a16:creationId xmlns:a16="http://schemas.microsoft.com/office/drawing/2014/main" id="{3A535FB7-A10C-4597-9A69-D4FED3E93F14}"/>
              </a:ext>
            </a:extLst>
          </p:cNvPr>
          <p:cNvSpPr>
            <a:spLocks xmlns:a="http://schemas.openxmlformats.org/drawingml/2006/main" noGrp="1"/>
          </p:cNvSpPr>
          <p:nvPr/>
        </p:nvSpPr>
        <p:spPr>
          <a:xfrm xmlns:a="http://schemas.openxmlformats.org/drawingml/2006/main">
            <a:off x="12287250" y="3857625"/>
            <a:ext cx="5219700" cy="590550"/>
          </a:xfrm>
          <a:custGeom xmlns:a="http://schemas.openxmlformats.org/drawingml/2006/main">
            <a:pathLst>
              <a:path w="5219700" h="590550">
                <a:moveTo>
                  <a:pt x="4857750" y="590550"/>
                </a:moveTo>
                <a:lnTo>
                  <a:pt x="5219700" y="590550"/>
                </a:lnTo>
                <a:lnTo>
                  <a:pt x="5219700" y="0"/>
                </a:lnTo>
                <a:lnTo>
                  <a:pt x="190500" y="0"/>
                </a:lnTo>
                <a:lnTo>
                  <a:pt x="190500" y="447675"/>
                </a:lnTo>
                <a:lnTo>
                  <a:pt x="0" y="447675"/>
                </a:lnTo>
              </a:path>
            </a:pathLst>
          </a:custGeom>
          <a:noFill xmlns:a="http://schemas.openxmlformats.org/drawingml/2006/main"/>
          <a:ln xmlns:a="http://schemas.openxmlformats.org/drawingml/2006/main" w="10478">
            <a:solidFill>
              <a:srgbClr val="000000"/>
            </a:solidFill>
            <a:prstDash val="solid"/>
          </a:ln>
        </p:spPr>
      </p:sp>
      <p:sp>
        <p:nvSpPr>
          <p:cNvPr id="231" name="dp41-comparison / n207 / arrow">
            <a:extLst xmlns:a="http://schemas.openxmlformats.org/drawingml/2006/main">
              <a:ext uri="{FF2B5EF4-FFF2-40B4-BE49-F238E27FC236}">
                <a16:creationId xmlns:a16="http://schemas.microsoft.com/office/drawing/2014/main" id="{D5A7BF88-CCDB-4F96-ADBB-9733C59B021A}"/>
              </a:ext>
            </a:extLst>
          </p:cNvPr>
          <p:cNvSpPr>
            <a:spLocks xmlns:a="http://schemas.openxmlformats.org/drawingml/2006/main" noGrp="1"/>
          </p:cNvSpPr>
          <p:nvPr/>
        </p:nvSpPr>
        <p:spPr>
          <a:xfrm xmlns:a="http://schemas.openxmlformats.org/drawingml/2006/main">
            <a:off x="12287250" y="427177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232" name="dp41-comparison / n216 / path">
            <a:extLst xmlns:a="http://schemas.openxmlformats.org/drawingml/2006/main">
              <a:ext uri="{FF2B5EF4-FFF2-40B4-BE49-F238E27FC236}">
                <a16:creationId xmlns:a16="http://schemas.microsoft.com/office/drawing/2014/main" id="{661BCBD3-8906-4150-A945-DBE01D6135B6}"/>
              </a:ext>
            </a:extLst>
          </p:cNvPr>
          <p:cNvSpPr>
            <a:spLocks xmlns:a="http://schemas.openxmlformats.org/drawingml/2006/main" noGrp="1"/>
          </p:cNvSpPr>
          <p:nvPr/>
        </p:nvSpPr>
        <p:spPr>
          <a:xfrm xmlns:a="http://schemas.openxmlformats.org/drawingml/2006/main">
            <a:off x="12168188" y="2743200"/>
            <a:ext cx="5472113" cy="1276350"/>
          </a:xfrm>
          <a:custGeom xmlns:a="http://schemas.openxmlformats.org/drawingml/2006/main">
            <a:pathLst>
              <a:path w="5472113" h="1276350">
                <a:moveTo>
                  <a:pt x="3357563" y="0"/>
                </a:moveTo>
                <a:lnTo>
                  <a:pt x="3357563" y="76200"/>
                </a:lnTo>
                <a:lnTo>
                  <a:pt x="5472113" y="76200"/>
                </a:lnTo>
                <a:lnTo>
                  <a:pt x="5472113" y="828675"/>
                </a:lnTo>
                <a:lnTo>
                  <a:pt x="452438" y="828675"/>
                </a:lnTo>
                <a:lnTo>
                  <a:pt x="452438" y="1200150"/>
                </a:lnTo>
                <a:lnTo>
                  <a:pt x="0" y="1200150"/>
                </a:lnTo>
                <a:lnTo>
                  <a:pt x="0" y="1276350"/>
                </a:lnTo>
              </a:path>
            </a:pathLst>
          </a:custGeom>
          <a:noFill xmlns:a="http://schemas.openxmlformats.org/drawingml/2006/main"/>
          <a:ln xmlns:a="http://schemas.openxmlformats.org/drawingml/2006/main" w="10478">
            <a:solidFill>
              <a:srgbClr val="000000"/>
            </a:solidFill>
            <a:prstDash val="solid"/>
          </a:ln>
        </p:spPr>
      </p:sp>
      <p:sp>
        <p:nvSpPr>
          <p:cNvPr id="233" name="dp41-comparison / n216 / arrow">
            <a:extLst xmlns:a="http://schemas.openxmlformats.org/drawingml/2006/main">
              <a:ext uri="{FF2B5EF4-FFF2-40B4-BE49-F238E27FC236}">
                <a16:creationId xmlns:a16="http://schemas.microsoft.com/office/drawing/2014/main" id="{26FE966C-956F-44EC-94C9-6F1732FD98E9}"/>
              </a:ext>
            </a:extLst>
          </p:cNvPr>
          <p:cNvSpPr>
            <a:spLocks xmlns:a="http://schemas.openxmlformats.org/drawingml/2006/main" noGrp="1"/>
          </p:cNvSpPr>
          <p:nvPr/>
        </p:nvSpPr>
        <p:spPr>
          <a:xfrm xmlns:a="http://schemas.openxmlformats.org/drawingml/2006/main">
            <a:off x="12134660" y="39524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234" name="dp41-comparison / n217">
            <a:extLst xmlns:a="http://schemas.openxmlformats.org/drawingml/2006/main">
              <a:ext uri="{FF2B5EF4-FFF2-40B4-BE49-F238E27FC236}">
                <a16:creationId xmlns:a16="http://schemas.microsoft.com/office/drawing/2014/main" id="{3D9DCF0C-5246-4934-8FBA-504F68AECF1C}"/>
              </a:ext>
            </a:extLst>
          </p:cNvPr>
          <p:cNvSpPr>
            <a:spLocks xmlns:a="http://schemas.openxmlformats.org/drawingml/2006/main" noGrp="1"/>
          </p:cNvSpPr>
          <p:nvPr/>
        </p:nvSpPr>
        <p:spPr>
          <a:xfrm xmlns:a="http://schemas.openxmlformats.org/drawingml/2006/main">
            <a:off x="12649200" y="6648450"/>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35" name="dp41-comparison / n218 / text 1">
            <a:extLst xmlns:a="http://schemas.openxmlformats.org/drawingml/2006/main">
              <a:ext uri="{FF2B5EF4-FFF2-40B4-BE49-F238E27FC236}">
                <a16:creationId xmlns:a16="http://schemas.microsoft.com/office/drawing/2014/main" id="{DA4A5A53-02EA-4436-9BC4-1EFA7AE2C86A}"/>
              </a:ext>
            </a:extLst>
          </p:cNvPr>
          <p:cNvSpPr>
            <a:spLocks xmlns:a="http://schemas.openxmlformats.org/drawingml/2006/main" noGrp="1"/>
          </p:cNvSpPr>
          <p:nvPr/>
        </p:nvSpPr>
        <p:spPr>
          <a:xfrm xmlns:a="http://schemas.openxmlformats.org/drawingml/2006/main">
            <a:off x="12734925" y="6671786"/>
            <a:ext cx="2019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Context Manager</a:t>
            </a:r>
          </a:p>
        </p:txBody>
      </p:sp>
      <p:sp>
        <p:nvSpPr>
          <p:cNvPr id="236" name="dp41-comparison / n219 / path">
            <a:extLst xmlns:a="http://schemas.openxmlformats.org/drawingml/2006/main">
              <a:ext uri="{FF2B5EF4-FFF2-40B4-BE49-F238E27FC236}">
                <a16:creationId xmlns:a16="http://schemas.microsoft.com/office/drawing/2014/main" id="{62B72B2E-4563-4CF5-8CC6-8D7B0E7EA04E}"/>
              </a:ext>
            </a:extLst>
          </p:cNvPr>
          <p:cNvSpPr>
            <a:spLocks xmlns:a="http://schemas.openxmlformats.org/drawingml/2006/main" noGrp="1"/>
          </p:cNvSpPr>
          <p:nvPr/>
        </p:nvSpPr>
        <p:spPr>
          <a:xfrm xmlns:a="http://schemas.openxmlformats.org/drawingml/2006/main">
            <a:off x="13744575" y="6105525"/>
            <a:ext cx="4010025" cy="542925"/>
          </a:xfrm>
          <a:custGeom xmlns:a="http://schemas.openxmlformats.org/drawingml/2006/main">
            <a:pathLst>
              <a:path w="4010025" h="542925">
                <a:moveTo>
                  <a:pt x="3400425" y="0"/>
                </a:moveTo>
                <a:lnTo>
                  <a:pt x="4010025" y="0"/>
                </a:lnTo>
                <a:lnTo>
                  <a:pt x="4010025" y="438150"/>
                </a:lnTo>
                <a:lnTo>
                  <a:pt x="0" y="438150"/>
                </a:lnTo>
                <a:lnTo>
                  <a:pt x="0" y="542925"/>
                </a:lnTo>
              </a:path>
            </a:pathLst>
          </a:custGeom>
          <a:noFill xmlns:a="http://schemas.openxmlformats.org/drawingml/2006/main"/>
          <a:ln xmlns:a="http://schemas.openxmlformats.org/drawingml/2006/main" w="10478">
            <a:solidFill>
              <a:srgbClr val="000000"/>
            </a:solidFill>
            <a:prstDash val="solid"/>
          </a:ln>
        </p:spPr>
      </p:sp>
      <p:sp>
        <p:nvSpPr>
          <p:cNvPr id="237" name="dp41-comparison / n219 / arrow">
            <a:extLst xmlns:a="http://schemas.openxmlformats.org/drawingml/2006/main">
              <a:ext uri="{FF2B5EF4-FFF2-40B4-BE49-F238E27FC236}">
                <a16:creationId xmlns:a16="http://schemas.microsoft.com/office/drawing/2014/main" id="{99A11440-F007-4084-8977-222BF897727B}"/>
              </a:ext>
            </a:extLst>
          </p:cNvPr>
          <p:cNvSpPr>
            <a:spLocks xmlns:a="http://schemas.openxmlformats.org/drawingml/2006/main" noGrp="1"/>
          </p:cNvSpPr>
          <p:nvPr/>
        </p:nvSpPr>
        <p:spPr>
          <a:xfrm xmlns:a="http://schemas.openxmlformats.org/drawingml/2006/main">
            <a:off x="13711047" y="65813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238" name="dp41-comparison / n220 / path">
            <a:extLst xmlns:a="http://schemas.openxmlformats.org/drawingml/2006/main">
              <a:ext uri="{FF2B5EF4-FFF2-40B4-BE49-F238E27FC236}">
                <a16:creationId xmlns:a16="http://schemas.microsoft.com/office/drawing/2014/main" id="{29AC7DAD-0790-4709-A7DE-74B394B1AC84}"/>
              </a:ext>
            </a:extLst>
          </p:cNvPr>
          <p:cNvSpPr>
            <a:spLocks xmlns:a="http://schemas.openxmlformats.org/drawingml/2006/main" noGrp="1"/>
          </p:cNvSpPr>
          <p:nvPr/>
        </p:nvSpPr>
        <p:spPr>
          <a:xfrm xmlns:a="http://schemas.openxmlformats.org/drawingml/2006/main">
            <a:off x="13830300" y="6248400"/>
            <a:ext cx="3848100" cy="400050"/>
          </a:xfrm>
          <a:custGeom xmlns:a="http://schemas.openxmlformats.org/drawingml/2006/main">
            <a:pathLst>
              <a:path w="3848100" h="400050">
                <a:moveTo>
                  <a:pt x="0" y="400050"/>
                </a:moveTo>
                <a:lnTo>
                  <a:pt x="0" y="342900"/>
                </a:lnTo>
                <a:lnTo>
                  <a:pt x="3848100" y="342900"/>
                </a:lnTo>
                <a:lnTo>
                  <a:pt x="3848100" y="0"/>
                </a:lnTo>
                <a:lnTo>
                  <a:pt x="3314700" y="0"/>
                </a:lnTo>
              </a:path>
            </a:pathLst>
          </a:custGeom>
          <a:noFill xmlns:a="http://schemas.openxmlformats.org/drawingml/2006/main"/>
          <a:ln xmlns:a="http://schemas.openxmlformats.org/drawingml/2006/main" w="10478">
            <a:solidFill>
              <a:srgbClr val="000000"/>
            </a:solidFill>
            <a:prstDash val="dash"/>
          </a:ln>
        </p:spPr>
      </p:sp>
      <p:sp>
        <p:nvSpPr>
          <p:cNvPr id="239" name="dp41-comparison / n220 / arrow">
            <a:extLst xmlns:a="http://schemas.openxmlformats.org/drawingml/2006/main">
              <a:ext uri="{FF2B5EF4-FFF2-40B4-BE49-F238E27FC236}">
                <a16:creationId xmlns:a16="http://schemas.microsoft.com/office/drawing/2014/main" id="{FCA9F086-D60D-4DF8-9EF0-74E4E6279F76}"/>
              </a:ext>
            </a:extLst>
          </p:cNvPr>
          <p:cNvSpPr>
            <a:spLocks xmlns:a="http://schemas.openxmlformats.org/drawingml/2006/main" noGrp="1"/>
          </p:cNvSpPr>
          <p:nvPr/>
        </p:nvSpPr>
        <p:spPr>
          <a:xfrm xmlns:a="http://schemas.openxmlformats.org/drawingml/2006/main">
            <a:off x="17145000" y="621487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240" name="dp41-comparison / n221">
            <a:extLst xmlns:a="http://schemas.openxmlformats.org/drawingml/2006/main">
              <a:ext uri="{FF2B5EF4-FFF2-40B4-BE49-F238E27FC236}">
                <a16:creationId xmlns:a16="http://schemas.microsoft.com/office/drawing/2014/main" id="{4C48A42D-8663-4984-8366-AEB72B5BEBB0}"/>
              </a:ext>
            </a:extLst>
          </p:cNvPr>
          <p:cNvSpPr>
            <a:spLocks xmlns:a="http://schemas.openxmlformats.org/drawingml/2006/main" noGrp="1"/>
          </p:cNvSpPr>
          <p:nvPr/>
        </p:nvSpPr>
        <p:spPr>
          <a:xfrm xmlns:a="http://schemas.openxmlformats.org/drawingml/2006/main">
            <a:off x="15382875" y="6648450"/>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41" name="dp41-comparison / n222 / text 1">
            <a:extLst xmlns:a="http://schemas.openxmlformats.org/drawingml/2006/main">
              <a:ext uri="{FF2B5EF4-FFF2-40B4-BE49-F238E27FC236}">
                <a16:creationId xmlns:a16="http://schemas.microsoft.com/office/drawing/2014/main" id="{DB67D77D-083C-49B6-B47F-A5CEAFC4FFFA}"/>
              </a:ext>
            </a:extLst>
          </p:cNvPr>
          <p:cNvSpPr>
            <a:spLocks xmlns:a="http://schemas.openxmlformats.org/drawingml/2006/main" noGrp="1"/>
          </p:cNvSpPr>
          <p:nvPr/>
        </p:nvSpPr>
        <p:spPr>
          <a:xfrm xmlns:a="http://schemas.openxmlformats.org/drawingml/2006/main">
            <a:off x="15468600" y="6671786"/>
            <a:ext cx="2019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Task Manager</a:t>
            </a:r>
          </a:p>
        </p:txBody>
      </p:sp>
      <p:sp>
        <p:nvSpPr>
          <p:cNvPr id="242" name="dp41-comparison / n223 / path">
            <a:extLst xmlns:a="http://schemas.openxmlformats.org/drawingml/2006/main">
              <a:ext uri="{FF2B5EF4-FFF2-40B4-BE49-F238E27FC236}">
                <a16:creationId xmlns:a16="http://schemas.microsoft.com/office/drawing/2014/main" id="{A187C130-70CD-4EC7-A802-CF132FA09A6C}"/>
              </a:ext>
            </a:extLst>
          </p:cNvPr>
          <p:cNvSpPr>
            <a:spLocks xmlns:a="http://schemas.openxmlformats.org/drawingml/2006/main" noGrp="1"/>
          </p:cNvSpPr>
          <p:nvPr/>
        </p:nvSpPr>
        <p:spPr>
          <a:xfrm xmlns:a="http://schemas.openxmlformats.org/drawingml/2006/main">
            <a:off x="16478250" y="6105525"/>
            <a:ext cx="1276350" cy="542925"/>
          </a:xfrm>
          <a:custGeom xmlns:a="http://schemas.openxmlformats.org/drawingml/2006/main">
            <a:pathLst>
              <a:path w="1276350" h="542925">
                <a:moveTo>
                  <a:pt x="666750" y="0"/>
                </a:moveTo>
                <a:lnTo>
                  <a:pt x="1276350" y="0"/>
                </a:lnTo>
                <a:lnTo>
                  <a:pt x="1276350" y="438150"/>
                </a:lnTo>
                <a:lnTo>
                  <a:pt x="0" y="438150"/>
                </a:lnTo>
                <a:lnTo>
                  <a:pt x="0" y="542925"/>
                </a:lnTo>
              </a:path>
            </a:pathLst>
          </a:custGeom>
          <a:noFill xmlns:a="http://schemas.openxmlformats.org/drawingml/2006/main"/>
          <a:ln xmlns:a="http://schemas.openxmlformats.org/drawingml/2006/main" w="10478">
            <a:solidFill>
              <a:srgbClr val="000000"/>
            </a:solidFill>
            <a:prstDash val="solid"/>
          </a:ln>
        </p:spPr>
      </p:sp>
      <p:sp>
        <p:nvSpPr>
          <p:cNvPr id="243" name="dp41-comparison / n223 / arrow">
            <a:extLst xmlns:a="http://schemas.openxmlformats.org/drawingml/2006/main">
              <a:ext uri="{FF2B5EF4-FFF2-40B4-BE49-F238E27FC236}">
                <a16:creationId xmlns:a16="http://schemas.microsoft.com/office/drawing/2014/main" id="{4CB4E792-5968-4512-AE29-F6D4B6891710}"/>
              </a:ext>
            </a:extLst>
          </p:cNvPr>
          <p:cNvSpPr>
            <a:spLocks xmlns:a="http://schemas.openxmlformats.org/drawingml/2006/main" noGrp="1"/>
          </p:cNvSpPr>
          <p:nvPr/>
        </p:nvSpPr>
        <p:spPr>
          <a:xfrm xmlns:a="http://schemas.openxmlformats.org/drawingml/2006/main">
            <a:off x="16444722" y="65813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244" name="dp41-comparison / n224 / path">
            <a:extLst xmlns:a="http://schemas.openxmlformats.org/drawingml/2006/main">
              <a:ext uri="{FF2B5EF4-FFF2-40B4-BE49-F238E27FC236}">
                <a16:creationId xmlns:a16="http://schemas.microsoft.com/office/drawing/2014/main" id="{B6730A7E-14AA-4EAD-932E-B24A2F36E5E7}"/>
              </a:ext>
            </a:extLst>
          </p:cNvPr>
          <p:cNvSpPr>
            <a:spLocks xmlns:a="http://schemas.openxmlformats.org/drawingml/2006/main" noGrp="1"/>
          </p:cNvSpPr>
          <p:nvPr/>
        </p:nvSpPr>
        <p:spPr>
          <a:xfrm xmlns:a="http://schemas.openxmlformats.org/drawingml/2006/main">
            <a:off x="16563975" y="6248400"/>
            <a:ext cx="1114425" cy="400050"/>
          </a:xfrm>
          <a:custGeom xmlns:a="http://schemas.openxmlformats.org/drawingml/2006/main">
            <a:pathLst>
              <a:path w="1114425" h="400050">
                <a:moveTo>
                  <a:pt x="0" y="400050"/>
                </a:moveTo>
                <a:lnTo>
                  <a:pt x="0" y="342900"/>
                </a:lnTo>
                <a:lnTo>
                  <a:pt x="1114425" y="342900"/>
                </a:lnTo>
                <a:lnTo>
                  <a:pt x="1114425" y="0"/>
                </a:lnTo>
                <a:lnTo>
                  <a:pt x="581025" y="0"/>
                </a:lnTo>
              </a:path>
            </a:pathLst>
          </a:custGeom>
          <a:noFill xmlns:a="http://schemas.openxmlformats.org/drawingml/2006/main"/>
          <a:ln xmlns:a="http://schemas.openxmlformats.org/drawingml/2006/main" w="10478">
            <a:solidFill>
              <a:srgbClr val="000000"/>
            </a:solidFill>
            <a:prstDash val="dash"/>
          </a:ln>
        </p:spPr>
      </p:sp>
      <p:sp>
        <p:nvSpPr>
          <p:cNvPr id="245" name="dp41-comparison / n224 / arrow">
            <a:extLst xmlns:a="http://schemas.openxmlformats.org/drawingml/2006/main">
              <a:ext uri="{FF2B5EF4-FFF2-40B4-BE49-F238E27FC236}">
                <a16:creationId xmlns:a16="http://schemas.microsoft.com/office/drawing/2014/main" id="{A3CFD3A8-818F-4C8D-81C0-9F0917DE86B2}"/>
              </a:ext>
            </a:extLst>
          </p:cNvPr>
          <p:cNvSpPr>
            <a:spLocks xmlns:a="http://schemas.openxmlformats.org/drawingml/2006/main" noGrp="1"/>
          </p:cNvSpPr>
          <p:nvPr/>
        </p:nvSpPr>
        <p:spPr>
          <a:xfrm xmlns:a="http://schemas.openxmlformats.org/drawingml/2006/main">
            <a:off x="17145000" y="621487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246" name="dp41-comparison / n227 / path">
            <a:extLst xmlns:a="http://schemas.openxmlformats.org/drawingml/2006/main">
              <a:ext uri="{FF2B5EF4-FFF2-40B4-BE49-F238E27FC236}">
                <a16:creationId xmlns:a16="http://schemas.microsoft.com/office/drawing/2014/main" id="{2D9FE99B-A878-4894-8D83-FF7C4D508294}"/>
              </a:ext>
            </a:extLst>
          </p:cNvPr>
          <p:cNvSpPr>
            <a:spLocks xmlns:a="http://schemas.openxmlformats.org/drawingml/2006/main" noGrp="1"/>
          </p:cNvSpPr>
          <p:nvPr/>
        </p:nvSpPr>
        <p:spPr>
          <a:xfrm xmlns:a="http://schemas.openxmlformats.org/drawingml/2006/main">
            <a:off x="9763125" y="7067550"/>
            <a:ext cx="7953375" cy="953"/>
          </a:xfrm>
          <a:custGeom xmlns:a="http://schemas.openxmlformats.org/drawingml/2006/main">
            <a:pathLst>
              <a:path w="7953375" h="953">
                <a:moveTo>
                  <a:pt x="0" y="0"/>
                </a:moveTo>
                <a:lnTo>
                  <a:pt x="7953375" y="0"/>
                </a:lnTo>
              </a:path>
            </a:pathLst>
          </a:custGeom>
          <a:noFill xmlns:a="http://schemas.openxmlformats.org/drawingml/2006/main"/>
          <a:ln xmlns:a="http://schemas.openxmlformats.org/drawingml/2006/main" w="10478">
            <a:solidFill>
              <a:srgbClr val="000000"/>
            </a:solidFill>
            <a:prstDash val="solid"/>
          </a:ln>
        </p:spPr>
      </p:sp>
      <p:sp>
        <p:nvSpPr>
          <p:cNvPr id="247" name="dp41-comparison / n230">
            <a:extLst xmlns:a="http://schemas.openxmlformats.org/drawingml/2006/main">
              <a:ext uri="{FF2B5EF4-FFF2-40B4-BE49-F238E27FC236}">
                <a16:creationId xmlns:a16="http://schemas.microsoft.com/office/drawing/2014/main" id="{3367DBC4-3CCC-42AE-B4DF-7946AC92940A}"/>
              </a:ext>
            </a:extLst>
          </p:cNvPr>
          <p:cNvSpPr>
            <a:spLocks xmlns:a="http://schemas.openxmlformats.org/drawingml/2006/main" noGrp="1"/>
          </p:cNvSpPr>
          <p:nvPr/>
        </p:nvSpPr>
        <p:spPr>
          <a:xfrm xmlns:a="http://schemas.openxmlformats.org/drawingml/2006/main">
            <a:off x="9858375" y="7362825"/>
            <a:ext cx="16192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48" name="dp41-comparison / n231 / text 1">
            <a:extLst xmlns:a="http://schemas.openxmlformats.org/drawingml/2006/main">
              <a:ext uri="{FF2B5EF4-FFF2-40B4-BE49-F238E27FC236}">
                <a16:creationId xmlns:a16="http://schemas.microsoft.com/office/drawing/2014/main" id="{827C0F7E-6D43-4984-A52A-3F942A8DA582}"/>
              </a:ext>
            </a:extLst>
          </p:cNvPr>
          <p:cNvSpPr>
            <a:spLocks xmlns:a="http://schemas.openxmlformats.org/drawingml/2006/main" noGrp="1"/>
          </p:cNvSpPr>
          <p:nvPr/>
        </p:nvSpPr>
        <p:spPr>
          <a:xfrm xmlns:a="http://schemas.openxmlformats.org/drawingml/2006/main">
            <a:off x="9944100" y="7403306"/>
            <a:ext cx="14478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모델: RequestFrame</a:t>
            </a:r>
          </a:p>
        </p:txBody>
      </p:sp>
      <p:sp>
        <p:nvSpPr>
          <p:cNvPr id="249" name="dp41-comparison / n232">
            <a:extLst xmlns:a="http://schemas.openxmlformats.org/drawingml/2006/main">
              <a:ext uri="{FF2B5EF4-FFF2-40B4-BE49-F238E27FC236}">
                <a16:creationId xmlns:a16="http://schemas.microsoft.com/office/drawing/2014/main" id="{13F82E66-5501-42BF-9C31-8F521E824A9D}"/>
              </a:ext>
            </a:extLst>
          </p:cNvPr>
          <p:cNvSpPr>
            <a:spLocks xmlns:a="http://schemas.openxmlformats.org/drawingml/2006/main" noGrp="1"/>
          </p:cNvSpPr>
          <p:nvPr/>
        </p:nvSpPr>
        <p:spPr>
          <a:xfrm xmlns:a="http://schemas.openxmlformats.org/drawingml/2006/main">
            <a:off x="11906250" y="7362825"/>
            <a:ext cx="1476375"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50" name="dp41-comparison / n233 / text 1">
            <a:extLst xmlns:a="http://schemas.openxmlformats.org/drawingml/2006/main">
              <a:ext uri="{FF2B5EF4-FFF2-40B4-BE49-F238E27FC236}">
                <a16:creationId xmlns:a16="http://schemas.microsoft.com/office/drawing/2014/main" id="{F6636BE9-FDF3-4966-9635-67491C7EABB1}"/>
              </a:ext>
            </a:extLst>
          </p:cNvPr>
          <p:cNvSpPr>
            <a:spLocks xmlns:a="http://schemas.openxmlformats.org/drawingml/2006/main" noGrp="1"/>
          </p:cNvSpPr>
          <p:nvPr/>
        </p:nvSpPr>
        <p:spPr>
          <a:xfrm xmlns:a="http://schemas.openxmlformats.org/drawingml/2006/main">
            <a:off x="11991975" y="7403306"/>
            <a:ext cx="1304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코드: 항목 검사</a:t>
            </a:r>
          </a:p>
        </p:txBody>
      </p:sp>
      <p:sp>
        <p:nvSpPr>
          <p:cNvPr id="251" name="dp41-comparison / n234">
            <a:extLst xmlns:a="http://schemas.openxmlformats.org/drawingml/2006/main">
              <a:ext uri="{FF2B5EF4-FFF2-40B4-BE49-F238E27FC236}">
                <a16:creationId xmlns:a16="http://schemas.microsoft.com/office/drawing/2014/main" id="{544AD173-E075-4654-85DF-64198445135F}"/>
              </a:ext>
            </a:extLst>
          </p:cNvPr>
          <p:cNvSpPr>
            <a:spLocks xmlns:a="http://schemas.openxmlformats.org/drawingml/2006/main" noGrp="1"/>
          </p:cNvSpPr>
          <p:nvPr/>
        </p:nvSpPr>
        <p:spPr>
          <a:xfrm xmlns:a="http://schemas.openxmlformats.org/drawingml/2006/main">
            <a:off x="13811250" y="7296150"/>
            <a:ext cx="1333500" cy="400050"/>
          </a:xfrm>
          <a:prstGeom xmlns:a="http://schemas.openxmlformats.org/drawingml/2006/main" prst="diamond">
            <a:avLst/>
          </a:prstGeom>
          <a:solidFill xmlns:a="http://schemas.openxmlformats.org/drawingml/2006/main">
            <a:srgbClr val="FFFFFF"/>
          </a:solidFill>
          <a:ln xmlns:a="http://schemas.openxmlformats.org/drawingml/2006/main" w="9525">
            <a:solidFill>
              <a:srgbClr val="000000"/>
            </a:solidFill>
            <a:prstDash val="solid"/>
          </a:ln>
        </p:spPr>
      </p:sp>
      <p:sp>
        <p:nvSpPr>
          <p:cNvPr id="252" name="dp41-comparison / n235 / text 1">
            <a:extLst xmlns:a="http://schemas.openxmlformats.org/drawingml/2006/main">
              <a:ext uri="{FF2B5EF4-FFF2-40B4-BE49-F238E27FC236}">
                <a16:creationId xmlns:a16="http://schemas.microsoft.com/office/drawing/2014/main" id="{10FB74D3-FC81-42BC-921B-652CEE71F284}"/>
              </a:ext>
            </a:extLst>
          </p:cNvPr>
          <p:cNvSpPr>
            <a:spLocks xmlns:a="http://schemas.openxmlformats.org/drawingml/2006/main" noGrp="1"/>
          </p:cNvSpPr>
          <p:nvPr/>
        </p:nvSpPr>
        <p:spPr>
          <a:xfrm xmlns:a="http://schemas.openxmlformats.org/drawingml/2006/main">
            <a:off x="13896975" y="7403306"/>
            <a:ext cx="1162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다음 처리?</a:t>
            </a:r>
          </a:p>
        </p:txBody>
      </p:sp>
      <p:sp>
        <p:nvSpPr>
          <p:cNvPr id="253" name="dp41-comparison / n236">
            <a:extLst xmlns:a="http://schemas.openxmlformats.org/drawingml/2006/main">
              <a:ext uri="{FF2B5EF4-FFF2-40B4-BE49-F238E27FC236}">
                <a16:creationId xmlns:a16="http://schemas.microsoft.com/office/drawing/2014/main" id="{EFBEE240-4E36-49F0-B498-8A6B1082E9CF}"/>
              </a:ext>
            </a:extLst>
          </p:cNvPr>
          <p:cNvSpPr>
            <a:spLocks xmlns:a="http://schemas.openxmlformats.org/drawingml/2006/main" noGrp="1"/>
          </p:cNvSpPr>
          <p:nvPr/>
        </p:nvSpPr>
        <p:spPr>
          <a:xfrm xmlns:a="http://schemas.openxmlformats.org/drawingml/2006/main">
            <a:off x="15811500" y="7362825"/>
            <a:ext cx="17145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54" name="dp41-comparison / n237 / text 1">
            <a:extLst xmlns:a="http://schemas.openxmlformats.org/drawingml/2006/main">
              <a:ext uri="{FF2B5EF4-FFF2-40B4-BE49-F238E27FC236}">
                <a16:creationId xmlns:a16="http://schemas.microsoft.com/office/drawing/2014/main" id="{E9980A0D-DDF9-46EC-A531-1D9AA382F9DE}"/>
              </a:ext>
            </a:extLst>
          </p:cNvPr>
          <p:cNvSpPr>
            <a:spLocks xmlns:a="http://schemas.openxmlformats.org/drawingml/2006/main" noGrp="1"/>
          </p:cNvSpPr>
          <p:nvPr/>
        </p:nvSpPr>
        <p:spPr>
          <a:xfrm xmlns:a="http://schemas.openxmlformats.org/drawingml/2006/main">
            <a:off x="15897225" y="7403306"/>
            <a:ext cx="1543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도구: 자료 조회</a:t>
            </a:r>
          </a:p>
        </p:txBody>
      </p:sp>
      <p:sp>
        <p:nvSpPr>
          <p:cNvPr id="255" name="dp41-comparison / n238">
            <a:extLst xmlns:a="http://schemas.openxmlformats.org/drawingml/2006/main">
              <a:ext uri="{FF2B5EF4-FFF2-40B4-BE49-F238E27FC236}">
                <a16:creationId xmlns:a16="http://schemas.microsoft.com/office/drawing/2014/main" id="{429DE821-FA46-444C-B853-5DE83F2DA83A}"/>
              </a:ext>
            </a:extLst>
          </p:cNvPr>
          <p:cNvSpPr>
            <a:spLocks xmlns:a="http://schemas.openxmlformats.org/drawingml/2006/main" noGrp="1"/>
          </p:cNvSpPr>
          <p:nvPr/>
        </p:nvSpPr>
        <p:spPr>
          <a:xfrm xmlns:a="http://schemas.openxmlformats.org/drawingml/2006/main">
            <a:off x="9953625" y="7953375"/>
            <a:ext cx="2095500" cy="2762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56" name="dp41-comparison / n239 / text 1">
            <a:extLst xmlns:a="http://schemas.openxmlformats.org/drawingml/2006/main">
              <a:ext uri="{FF2B5EF4-FFF2-40B4-BE49-F238E27FC236}">
                <a16:creationId xmlns:a16="http://schemas.microsoft.com/office/drawing/2014/main" id="{AA0BD0E7-1F78-41E1-849A-F7CDC8E70813}"/>
              </a:ext>
            </a:extLst>
          </p:cNvPr>
          <p:cNvSpPr>
            <a:spLocks xmlns:a="http://schemas.openxmlformats.org/drawingml/2006/main" noGrp="1"/>
          </p:cNvSpPr>
          <p:nvPr/>
        </p:nvSpPr>
        <p:spPr>
          <a:xfrm xmlns:a="http://schemas.openxmlformats.org/drawingml/2006/main">
            <a:off x="10039350" y="7998619"/>
            <a:ext cx="1924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모델: 특정 항목 해석</a:t>
            </a:r>
          </a:p>
        </p:txBody>
      </p:sp>
      <p:sp>
        <p:nvSpPr>
          <p:cNvPr id="257" name="dp41-comparison / n240">
            <a:extLst xmlns:a="http://schemas.openxmlformats.org/drawingml/2006/main">
              <a:ext uri="{FF2B5EF4-FFF2-40B4-BE49-F238E27FC236}">
                <a16:creationId xmlns:a16="http://schemas.microsoft.com/office/drawing/2014/main" id="{6BEA25A5-F55E-4E76-AEC4-B66BF4AA733A}"/>
              </a:ext>
            </a:extLst>
          </p:cNvPr>
          <p:cNvSpPr>
            <a:spLocks xmlns:a="http://schemas.openxmlformats.org/drawingml/2006/main" noGrp="1"/>
          </p:cNvSpPr>
          <p:nvPr/>
        </p:nvSpPr>
        <p:spPr>
          <a:xfrm xmlns:a="http://schemas.openxmlformats.org/drawingml/2006/main">
            <a:off x="15621000" y="7953375"/>
            <a:ext cx="1905000" cy="2762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58" name="dp41-comparison / n241 / text 1">
            <a:extLst xmlns:a="http://schemas.openxmlformats.org/drawingml/2006/main">
              <a:ext uri="{FF2B5EF4-FFF2-40B4-BE49-F238E27FC236}">
                <a16:creationId xmlns:a16="http://schemas.microsoft.com/office/drawing/2014/main" id="{33AE1346-2759-4ED0-8BDB-85FFB0B2939A}"/>
              </a:ext>
            </a:extLst>
          </p:cNvPr>
          <p:cNvSpPr>
            <a:spLocks xmlns:a="http://schemas.openxmlformats.org/drawingml/2006/main" noGrp="1"/>
          </p:cNvSpPr>
          <p:nvPr/>
        </p:nvSpPr>
        <p:spPr>
          <a:xfrm xmlns:a="http://schemas.openxmlformats.org/drawingml/2006/main">
            <a:off x="15706725" y="7998619"/>
            <a:ext cx="17335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코드: 의미 / 질문 제안</a:t>
            </a:r>
          </a:p>
        </p:txBody>
      </p:sp>
      <p:sp>
        <p:nvSpPr>
          <p:cNvPr id="259" name="dp41-comparison / n242 / path">
            <a:extLst xmlns:a="http://schemas.openxmlformats.org/drawingml/2006/main">
              <a:ext uri="{FF2B5EF4-FFF2-40B4-BE49-F238E27FC236}">
                <a16:creationId xmlns:a16="http://schemas.microsoft.com/office/drawing/2014/main" id="{BC57F9A0-77BE-42A8-8776-7F56B093DF3D}"/>
              </a:ext>
            </a:extLst>
          </p:cNvPr>
          <p:cNvSpPr>
            <a:spLocks xmlns:a="http://schemas.openxmlformats.org/drawingml/2006/main" noGrp="1"/>
          </p:cNvSpPr>
          <p:nvPr/>
        </p:nvSpPr>
        <p:spPr>
          <a:xfrm xmlns:a="http://schemas.openxmlformats.org/drawingml/2006/main">
            <a:off x="11477625" y="7496175"/>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000000"/>
            </a:solidFill>
            <a:prstDash val="solid"/>
          </a:ln>
        </p:spPr>
      </p:sp>
      <p:sp>
        <p:nvSpPr>
          <p:cNvPr id="260" name="dp41-comparison / n242 / arrow">
            <a:extLst xmlns:a="http://schemas.openxmlformats.org/drawingml/2006/main">
              <a:ext uri="{FF2B5EF4-FFF2-40B4-BE49-F238E27FC236}">
                <a16:creationId xmlns:a16="http://schemas.microsoft.com/office/drawing/2014/main" id="{C0B99890-C111-479A-9721-EFE3543E7DDE}"/>
              </a:ext>
            </a:extLst>
          </p:cNvPr>
          <p:cNvSpPr>
            <a:spLocks xmlns:a="http://schemas.openxmlformats.org/drawingml/2006/main" noGrp="1"/>
          </p:cNvSpPr>
          <p:nvPr/>
        </p:nvSpPr>
        <p:spPr>
          <a:xfrm xmlns:a="http://schemas.openxmlformats.org/drawingml/2006/main">
            <a:off x="11839194" y="74626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61" name="dp41-comparison / n243 / path">
            <a:extLst xmlns:a="http://schemas.openxmlformats.org/drawingml/2006/main">
              <a:ext uri="{FF2B5EF4-FFF2-40B4-BE49-F238E27FC236}">
                <a16:creationId xmlns:a16="http://schemas.microsoft.com/office/drawing/2014/main" id="{AB59670D-174A-461A-A5C6-7577DF49384F}"/>
              </a:ext>
            </a:extLst>
          </p:cNvPr>
          <p:cNvSpPr>
            <a:spLocks xmlns:a="http://schemas.openxmlformats.org/drawingml/2006/main" noGrp="1"/>
          </p:cNvSpPr>
          <p:nvPr/>
        </p:nvSpPr>
        <p:spPr>
          <a:xfrm xmlns:a="http://schemas.openxmlformats.org/drawingml/2006/main">
            <a:off x="13382625" y="7496175"/>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000000"/>
            </a:solidFill>
            <a:prstDash val="solid"/>
          </a:ln>
        </p:spPr>
      </p:sp>
      <p:sp>
        <p:nvSpPr>
          <p:cNvPr id="262" name="dp41-comparison / n243 / arrow">
            <a:extLst xmlns:a="http://schemas.openxmlformats.org/drawingml/2006/main">
              <a:ext uri="{FF2B5EF4-FFF2-40B4-BE49-F238E27FC236}">
                <a16:creationId xmlns:a16="http://schemas.microsoft.com/office/drawing/2014/main" id="{1EAB2E92-4ADE-4263-A383-9C44200F4428}"/>
              </a:ext>
            </a:extLst>
          </p:cNvPr>
          <p:cNvSpPr>
            <a:spLocks xmlns:a="http://schemas.openxmlformats.org/drawingml/2006/main" noGrp="1"/>
          </p:cNvSpPr>
          <p:nvPr/>
        </p:nvSpPr>
        <p:spPr>
          <a:xfrm xmlns:a="http://schemas.openxmlformats.org/drawingml/2006/main">
            <a:off x="13744194" y="74626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63" name="dp41-comparison / n244 / path">
            <a:extLst xmlns:a="http://schemas.openxmlformats.org/drawingml/2006/main">
              <a:ext uri="{FF2B5EF4-FFF2-40B4-BE49-F238E27FC236}">
                <a16:creationId xmlns:a16="http://schemas.microsoft.com/office/drawing/2014/main" id="{1A27E50F-B521-4374-A21D-9BCCB07430E1}"/>
              </a:ext>
            </a:extLst>
          </p:cNvPr>
          <p:cNvSpPr>
            <a:spLocks xmlns:a="http://schemas.openxmlformats.org/drawingml/2006/main" noGrp="1"/>
          </p:cNvSpPr>
          <p:nvPr/>
        </p:nvSpPr>
        <p:spPr>
          <a:xfrm xmlns:a="http://schemas.openxmlformats.org/drawingml/2006/main">
            <a:off x="15144750" y="7496175"/>
            <a:ext cx="666750" cy="953"/>
          </a:xfrm>
          <a:custGeom xmlns:a="http://schemas.openxmlformats.org/drawingml/2006/main">
            <a:pathLst>
              <a:path w="666750" h="953">
                <a:moveTo>
                  <a:pt x="0" y="0"/>
                </a:moveTo>
                <a:lnTo>
                  <a:pt x="666750" y="0"/>
                </a:lnTo>
              </a:path>
            </a:pathLst>
          </a:custGeom>
          <a:noFill xmlns:a="http://schemas.openxmlformats.org/drawingml/2006/main"/>
          <a:ln xmlns:a="http://schemas.openxmlformats.org/drawingml/2006/main" w="10478">
            <a:solidFill>
              <a:srgbClr val="000000"/>
            </a:solidFill>
            <a:prstDash val="solid"/>
          </a:ln>
        </p:spPr>
      </p:sp>
      <p:sp>
        <p:nvSpPr>
          <p:cNvPr id="264" name="dp41-comparison / n244 / arrow">
            <a:extLst xmlns:a="http://schemas.openxmlformats.org/drawingml/2006/main">
              <a:ext uri="{FF2B5EF4-FFF2-40B4-BE49-F238E27FC236}">
                <a16:creationId xmlns:a16="http://schemas.microsoft.com/office/drawing/2014/main" id="{7F8B2CE0-3A70-4B52-834B-005DAD316ECB}"/>
              </a:ext>
            </a:extLst>
          </p:cNvPr>
          <p:cNvSpPr>
            <a:spLocks xmlns:a="http://schemas.openxmlformats.org/drawingml/2006/main" noGrp="1"/>
          </p:cNvSpPr>
          <p:nvPr/>
        </p:nvSpPr>
        <p:spPr>
          <a:xfrm xmlns:a="http://schemas.openxmlformats.org/drawingml/2006/main">
            <a:off x="15744444" y="74626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65" name="dp41-comparison / n247 / path">
            <a:extLst xmlns:a="http://schemas.openxmlformats.org/drawingml/2006/main">
              <a:ext uri="{FF2B5EF4-FFF2-40B4-BE49-F238E27FC236}">
                <a16:creationId xmlns:a16="http://schemas.microsoft.com/office/drawing/2014/main" id="{762ADE31-9636-43ED-A754-418345DDACF6}"/>
              </a:ext>
            </a:extLst>
          </p:cNvPr>
          <p:cNvSpPr>
            <a:spLocks xmlns:a="http://schemas.openxmlformats.org/drawingml/2006/main" noGrp="1"/>
          </p:cNvSpPr>
          <p:nvPr/>
        </p:nvSpPr>
        <p:spPr>
          <a:xfrm xmlns:a="http://schemas.openxmlformats.org/drawingml/2006/main">
            <a:off x="12644438" y="7629525"/>
            <a:ext cx="4024313" cy="152400"/>
          </a:xfrm>
          <a:custGeom xmlns:a="http://schemas.openxmlformats.org/drawingml/2006/main">
            <a:pathLst>
              <a:path w="4024313" h="152400">
                <a:moveTo>
                  <a:pt x="4024313" y="0"/>
                </a:moveTo>
                <a:lnTo>
                  <a:pt x="4024313" y="152400"/>
                </a:lnTo>
                <a:lnTo>
                  <a:pt x="0" y="152400"/>
                </a:lnTo>
                <a:lnTo>
                  <a:pt x="0" y="0"/>
                </a:lnTo>
              </a:path>
            </a:pathLst>
          </a:custGeom>
          <a:noFill xmlns:a="http://schemas.openxmlformats.org/drawingml/2006/main"/>
          <a:ln xmlns:a="http://schemas.openxmlformats.org/drawingml/2006/main" w="10478">
            <a:solidFill>
              <a:srgbClr val="000000"/>
            </a:solidFill>
            <a:prstDash val="solid"/>
          </a:ln>
        </p:spPr>
      </p:sp>
      <p:sp>
        <p:nvSpPr>
          <p:cNvPr id="266" name="dp41-comparison / n247 / arrow">
            <a:extLst xmlns:a="http://schemas.openxmlformats.org/drawingml/2006/main">
              <a:ext uri="{FF2B5EF4-FFF2-40B4-BE49-F238E27FC236}">
                <a16:creationId xmlns:a16="http://schemas.microsoft.com/office/drawing/2014/main" id="{71257CE4-EB72-4A77-B4A8-B3BC40D262D1}"/>
              </a:ext>
            </a:extLst>
          </p:cNvPr>
          <p:cNvSpPr>
            <a:spLocks xmlns:a="http://schemas.openxmlformats.org/drawingml/2006/main" noGrp="1"/>
          </p:cNvSpPr>
          <p:nvPr/>
        </p:nvSpPr>
        <p:spPr>
          <a:xfrm xmlns:a="http://schemas.openxmlformats.org/drawingml/2006/main">
            <a:off x="12610910" y="7629525"/>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267" name="dp41-comparison / n250 / path">
            <a:extLst xmlns:a="http://schemas.openxmlformats.org/drawingml/2006/main">
              <a:ext uri="{FF2B5EF4-FFF2-40B4-BE49-F238E27FC236}">
                <a16:creationId xmlns:a16="http://schemas.microsoft.com/office/drawing/2014/main" id="{10393DAA-E656-4FBD-90B1-E0EF2360FE4E}"/>
              </a:ext>
            </a:extLst>
          </p:cNvPr>
          <p:cNvSpPr>
            <a:spLocks xmlns:a="http://schemas.openxmlformats.org/drawingml/2006/main" noGrp="1"/>
          </p:cNvSpPr>
          <p:nvPr/>
        </p:nvSpPr>
        <p:spPr>
          <a:xfrm xmlns:a="http://schemas.openxmlformats.org/drawingml/2006/main">
            <a:off x="12049125" y="7696200"/>
            <a:ext cx="2428875" cy="395288"/>
          </a:xfrm>
          <a:custGeom xmlns:a="http://schemas.openxmlformats.org/drawingml/2006/main">
            <a:pathLst>
              <a:path w="2428875" h="395288">
                <a:moveTo>
                  <a:pt x="2428875" y="0"/>
                </a:moveTo>
                <a:lnTo>
                  <a:pt x="2428875" y="190500"/>
                </a:lnTo>
                <a:lnTo>
                  <a:pt x="142875" y="190500"/>
                </a:lnTo>
                <a:lnTo>
                  <a:pt x="142875" y="395288"/>
                </a:lnTo>
                <a:lnTo>
                  <a:pt x="0" y="395288"/>
                </a:lnTo>
              </a:path>
            </a:pathLst>
          </a:custGeom>
          <a:noFill xmlns:a="http://schemas.openxmlformats.org/drawingml/2006/main"/>
          <a:ln xmlns:a="http://schemas.openxmlformats.org/drawingml/2006/main" w="10478">
            <a:solidFill>
              <a:srgbClr val="000000"/>
            </a:solidFill>
            <a:prstDash val="solid"/>
          </a:ln>
        </p:spPr>
      </p:sp>
      <p:sp>
        <p:nvSpPr>
          <p:cNvPr id="268" name="dp41-comparison / n250 / arrow">
            <a:extLst xmlns:a="http://schemas.openxmlformats.org/drawingml/2006/main">
              <a:ext uri="{FF2B5EF4-FFF2-40B4-BE49-F238E27FC236}">
                <a16:creationId xmlns:a16="http://schemas.microsoft.com/office/drawing/2014/main" id="{A029CD37-677B-4B36-A000-6DBE8B0CE116}"/>
              </a:ext>
            </a:extLst>
          </p:cNvPr>
          <p:cNvSpPr>
            <a:spLocks xmlns:a="http://schemas.openxmlformats.org/drawingml/2006/main" noGrp="1"/>
          </p:cNvSpPr>
          <p:nvPr/>
        </p:nvSpPr>
        <p:spPr>
          <a:xfrm xmlns:a="http://schemas.openxmlformats.org/drawingml/2006/main">
            <a:off x="12049125" y="8057960"/>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269" name="dp41-comparison / n253 / path">
            <a:extLst xmlns:a="http://schemas.openxmlformats.org/drawingml/2006/main">
              <a:ext uri="{FF2B5EF4-FFF2-40B4-BE49-F238E27FC236}">
                <a16:creationId xmlns:a16="http://schemas.microsoft.com/office/drawing/2014/main" id="{CD8C94EA-5C8C-4917-857F-3665981408FB}"/>
              </a:ext>
            </a:extLst>
          </p:cNvPr>
          <p:cNvSpPr>
            <a:spLocks xmlns:a="http://schemas.openxmlformats.org/drawingml/2006/main" noGrp="1"/>
          </p:cNvSpPr>
          <p:nvPr/>
        </p:nvSpPr>
        <p:spPr>
          <a:xfrm xmlns:a="http://schemas.openxmlformats.org/drawingml/2006/main">
            <a:off x="11001375" y="7781925"/>
            <a:ext cx="1643063" cy="171450"/>
          </a:xfrm>
          <a:custGeom xmlns:a="http://schemas.openxmlformats.org/drawingml/2006/main">
            <a:pathLst>
              <a:path w="1643063" h="171450">
                <a:moveTo>
                  <a:pt x="0" y="171450"/>
                </a:moveTo>
                <a:lnTo>
                  <a:pt x="0" y="76200"/>
                </a:lnTo>
                <a:lnTo>
                  <a:pt x="1643063" y="76200"/>
                </a:lnTo>
                <a:lnTo>
                  <a:pt x="1643063" y="0"/>
                </a:lnTo>
              </a:path>
            </a:pathLst>
          </a:custGeom>
          <a:noFill xmlns:a="http://schemas.openxmlformats.org/drawingml/2006/main"/>
          <a:ln xmlns:a="http://schemas.openxmlformats.org/drawingml/2006/main" w="10478">
            <a:solidFill>
              <a:srgbClr val="000000"/>
            </a:solidFill>
            <a:prstDash val="solid"/>
          </a:ln>
        </p:spPr>
      </p:sp>
      <p:sp>
        <p:nvSpPr>
          <p:cNvPr id="270" name="dp41-comparison / n256 / path">
            <a:extLst xmlns:a="http://schemas.openxmlformats.org/drawingml/2006/main">
              <a:ext uri="{FF2B5EF4-FFF2-40B4-BE49-F238E27FC236}">
                <a16:creationId xmlns:a16="http://schemas.microsoft.com/office/drawing/2014/main" id="{F59F18D2-4B15-4E9C-A7AF-927ABFE55079}"/>
              </a:ext>
            </a:extLst>
          </p:cNvPr>
          <p:cNvSpPr>
            <a:spLocks xmlns:a="http://schemas.openxmlformats.org/drawingml/2006/main" noGrp="1"/>
          </p:cNvSpPr>
          <p:nvPr/>
        </p:nvSpPr>
        <p:spPr>
          <a:xfrm xmlns:a="http://schemas.openxmlformats.org/drawingml/2006/main">
            <a:off x="14478000" y="7696200"/>
            <a:ext cx="1143000" cy="395288"/>
          </a:xfrm>
          <a:custGeom xmlns:a="http://schemas.openxmlformats.org/drawingml/2006/main">
            <a:pathLst>
              <a:path w="1143000" h="395288">
                <a:moveTo>
                  <a:pt x="0" y="0"/>
                </a:moveTo>
                <a:lnTo>
                  <a:pt x="0" y="395288"/>
                </a:lnTo>
                <a:lnTo>
                  <a:pt x="1143000" y="395288"/>
                </a:lnTo>
              </a:path>
            </a:pathLst>
          </a:custGeom>
          <a:noFill xmlns:a="http://schemas.openxmlformats.org/drawingml/2006/main"/>
          <a:ln xmlns:a="http://schemas.openxmlformats.org/drawingml/2006/main" w="10478">
            <a:solidFill>
              <a:srgbClr val="000000"/>
            </a:solidFill>
            <a:prstDash val="solid"/>
          </a:ln>
        </p:spPr>
      </p:sp>
      <p:sp>
        <p:nvSpPr>
          <p:cNvPr id="271" name="dp41-comparison / n256 / arrow">
            <a:extLst xmlns:a="http://schemas.openxmlformats.org/drawingml/2006/main">
              <a:ext uri="{FF2B5EF4-FFF2-40B4-BE49-F238E27FC236}">
                <a16:creationId xmlns:a16="http://schemas.microsoft.com/office/drawing/2014/main" id="{8BC2422E-4D4E-4682-B257-D115CFC77388}"/>
              </a:ext>
            </a:extLst>
          </p:cNvPr>
          <p:cNvSpPr>
            <a:spLocks xmlns:a="http://schemas.openxmlformats.org/drawingml/2006/main" noGrp="1"/>
          </p:cNvSpPr>
          <p:nvPr/>
        </p:nvSpPr>
        <p:spPr>
          <a:xfrm xmlns:a="http://schemas.openxmlformats.org/drawingml/2006/main">
            <a:off x="15553944" y="805796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72" name="dp41-comparison / n152">
            <a:extLst xmlns:a="http://schemas.openxmlformats.org/drawingml/2006/main">
              <a:ext uri="{FF2B5EF4-FFF2-40B4-BE49-F238E27FC236}">
                <a16:creationId xmlns:a16="http://schemas.microsoft.com/office/drawing/2014/main" id="{82A9612D-6750-43E8-9D23-13B050A6DD97}"/>
              </a:ext>
            </a:extLst>
          </p:cNvPr>
          <p:cNvSpPr>
            <a:spLocks xmlns:a="http://schemas.openxmlformats.org/drawingml/2006/main" noGrp="1"/>
          </p:cNvSpPr>
          <p:nvPr/>
        </p:nvSpPr>
        <p:spPr>
          <a:xfrm xmlns:a="http://schemas.openxmlformats.org/drawingml/2006/main">
            <a:off x="9858375" y="2409825"/>
            <a:ext cx="1428750" cy="333375"/>
          </a:xfrm>
          <a:custGeom xmlns:a="http://schemas.openxmlformats.org/drawingml/2006/main">
            <a:pathLst>
              <a:path w="1428750" h="333375">
                <a:moveTo>
                  <a:pt x="0" y="0"/>
                </a:moveTo>
                <a:lnTo>
                  <a:pt x="1257300" y="0"/>
                </a:lnTo>
                <a:lnTo>
                  <a:pt x="1428750" y="171450"/>
                </a:lnTo>
                <a:lnTo>
                  <a:pt x="1428750" y="333375"/>
                </a:lnTo>
                <a:lnTo>
                  <a:pt x="0" y="333375"/>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273" name="dp41-comparison / n152 / fold">
            <a:extLst xmlns:a="http://schemas.openxmlformats.org/drawingml/2006/main">
              <a:ext uri="{FF2B5EF4-FFF2-40B4-BE49-F238E27FC236}">
                <a16:creationId xmlns:a16="http://schemas.microsoft.com/office/drawing/2014/main" id="{08BC54D0-E0BC-4E9C-92EC-7820C445B8FE}"/>
              </a:ext>
            </a:extLst>
          </p:cNvPr>
          <p:cNvSpPr>
            <a:spLocks xmlns:a="http://schemas.openxmlformats.org/drawingml/2006/main" noGrp="1"/>
          </p:cNvSpPr>
          <p:nvPr/>
        </p:nvSpPr>
        <p:spPr>
          <a:xfrm xmlns:a="http://schemas.openxmlformats.org/drawingml/2006/main">
            <a:off x="11115675" y="240982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274" name="dp41-comparison / n153 / text 1">
            <a:extLst xmlns:a="http://schemas.openxmlformats.org/drawingml/2006/main">
              <a:ext uri="{FF2B5EF4-FFF2-40B4-BE49-F238E27FC236}">
                <a16:creationId xmlns:a16="http://schemas.microsoft.com/office/drawing/2014/main" id="{74A8991F-E903-4210-8003-868950298FDA}"/>
              </a:ext>
            </a:extLst>
          </p:cNvPr>
          <p:cNvSpPr>
            <a:spLocks xmlns:a="http://schemas.openxmlformats.org/drawingml/2006/main" noGrp="1"/>
          </p:cNvSpPr>
          <p:nvPr/>
        </p:nvSpPr>
        <p:spPr>
          <a:xfrm xmlns:a="http://schemas.openxmlformats.org/drawingml/2006/main">
            <a:off x="9953625" y="2466975"/>
            <a:ext cx="11620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000000"/>
                </a:solidFill>
                <a:latin typeface="Apple SD Gothic Neo"/>
                <a:ea typeface="Apple SD Gothic Neo"/>
                <a:cs typeface="Apple SD Gothic Neo"/>
              </a:defRPr>
            </a:pPr>
            <a:r>
              <a:rPr sz="1200" b="0">
                <a:solidFill>
                  <a:srgbClr val="000000"/>
                </a:solidFill>
                <a:latin typeface="Apple SD Gothic Neo"/>
                <a:ea typeface="Apple SD Gothic Neo"/>
                <a:cs typeface="Apple SD Gothic Neo"/>
              </a:rPr>
              <a:t>사용자 발화</a:t>
            </a:r>
          </a:p>
        </p:txBody>
      </p:sp>
      <p:sp>
        <p:nvSpPr>
          <p:cNvPr id="275" name="dp41-comparison / n162">
            <a:extLst xmlns:a="http://schemas.openxmlformats.org/drawingml/2006/main">
              <a:ext uri="{FF2B5EF4-FFF2-40B4-BE49-F238E27FC236}">
                <a16:creationId xmlns:a16="http://schemas.microsoft.com/office/drawing/2014/main" id="{912C6565-7ABF-450C-A487-CF00B4C32A8C}"/>
              </a:ext>
            </a:extLst>
          </p:cNvPr>
          <p:cNvSpPr>
            <a:spLocks xmlns:a="http://schemas.openxmlformats.org/drawingml/2006/main" noGrp="1"/>
          </p:cNvSpPr>
          <p:nvPr/>
        </p:nvSpPr>
        <p:spPr>
          <a:xfrm xmlns:a="http://schemas.openxmlformats.org/drawingml/2006/main">
            <a:off x="12792075" y="2943225"/>
            <a:ext cx="3369945"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76" name="dp41-comparison / n163 / text 1">
            <a:extLst xmlns:a="http://schemas.openxmlformats.org/drawingml/2006/main">
              <a:ext uri="{FF2B5EF4-FFF2-40B4-BE49-F238E27FC236}">
                <a16:creationId xmlns:a16="http://schemas.microsoft.com/office/drawing/2014/main" id="{C5FCC27E-C8B2-4CCA-8070-485E3E0086B3}"/>
              </a:ext>
            </a:extLst>
          </p:cNvPr>
          <p:cNvSpPr>
            <a:spLocks xmlns:a="http://schemas.openxmlformats.org/drawingml/2006/main" noGrp="1"/>
          </p:cNvSpPr>
          <p:nvPr/>
        </p:nvSpPr>
        <p:spPr>
          <a:xfrm xmlns:a="http://schemas.openxmlformats.org/drawingml/2006/main">
            <a:off x="12811125" y="2952750"/>
            <a:ext cx="46672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Model Access 경유 / 초기 프레임과 조건부 부분 해석</a:t>
            </a:r>
          </a:p>
        </p:txBody>
      </p:sp>
      <p:sp>
        <p:nvSpPr>
          <p:cNvPr id="277" name="dp41-comparison / n164">
            <a:extLst xmlns:a="http://schemas.openxmlformats.org/drawingml/2006/main">
              <a:ext uri="{FF2B5EF4-FFF2-40B4-BE49-F238E27FC236}">
                <a16:creationId xmlns:a16="http://schemas.microsoft.com/office/drawing/2014/main" id="{846FCEB3-13D8-4B66-86DC-A96BD4993811}"/>
              </a:ext>
            </a:extLst>
          </p:cNvPr>
          <p:cNvSpPr>
            <a:spLocks xmlns:a="http://schemas.openxmlformats.org/drawingml/2006/main" noGrp="1"/>
          </p:cNvSpPr>
          <p:nvPr/>
        </p:nvSpPr>
        <p:spPr>
          <a:xfrm xmlns:a="http://schemas.openxmlformats.org/drawingml/2006/main">
            <a:off x="9934575" y="3314700"/>
            <a:ext cx="5299139" cy="23622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78" name="dp41-comparison / n165 / text 1">
            <a:extLst xmlns:a="http://schemas.openxmlformats.org/drawingml/2006/main">
              <a:ext uri="{FF2B5EF4-FFF2-40B4-BE49-F238E27FC236}">
                <a16:creationId xmlns:a16="http://schemas.microsoft.com/office/drawing/2014/main" id="{F9858383-DF50-4CC8-82BD-D41E56E22F74}"/>
              </a:ext>
            </a:extLst>
          </p:cNvPr>
          <p:cNvSpPr>
            <a:spLocks xmlns:a="http://schemas.openxmlformats.org/drawingml/2006/main" noGrp="1"/>
          </p:cNvSpPr>
          <p:nvPr/>
        </p:nvSpPr>
        <p:spPr>
          <a:xfrm xmlns:a="http://schemas.openxmlformats.org/drawingml/2006/main">
            <a:off x="9953625" y="3324225"/>
            <a:ext cx="76200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000000"/>
                </a:solidFill>
                <a:latin typeface="Apple SD Gothic Neo"/>
                <a:ea typeface="Apple SD Gothic Neo"/>
                <a:cs typeface="Apple SD Gothic Neo"/>
              </a:defRPr>
            </a:pPr>
            <a:r>
              <a:rPr sz="1425" b="0">
                <a:solidFill>
                  <a:srgbClr val="000000"/>
                </a:solidFill>
                <a:latin typeface="Apple SD Gothic Neo"/>
                <a:ea typeface="Apple SD Gothic Neo"/>
                <a:cs typeface="Apple SD Gothic Neo"/>
              </a:rPr>
              <a:t>B: 항목별 해결 상태를 보고 Engine 코드가 다음 처리 결정</a:t>
            </a:r>
          </a:p>
        </p:txBody>
      </p:sp>
      <p:sp>
        <p:nvSpPr>
          <p:cNvPr id="279" name="dp41-comparison / n168">
            <a:extLst xmlns:a="http://schemas.openxmlformats.org/drawingml/2006/main">
              <a:ext uri="{FF2B5EF4-FFF2-40B4-BE49-F238E27FC236}">
                <a16:creationId xmlns:a16="http://schemas.microsoft.com/office/drawing/2014/main" id="{98C3C31F-DFBF-4A5D-8784-921A0139CBD1}"/>
              </a:ext>
            </a:extLst>
          </p:cNvPr>
          <p:cNvSpPr>
            <a:spLocks xmlns:a="http://schemas.openxmlformats.org/drawingml/2006/main" noGrp="1"/>
          </p:cNvSpPr>
          <p:nvPr/>
        </p:nvSpPr>
        <p:spPr>
          <a:xfrm xmlns:a="http://schemas.openxmlformats.org/drawingml/2006/main">
            <a:off x="15792450" y="3324225"/>
            <a:ext cx="730568"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80" name="dp41-comparison / n169 / text 1">
            <a:extLst xmlns:a="http://schemas.openxmlformats.org/drawingml/2006/main">
              <a:ext uri="{FF2B5EF4-FFF2-40B4-BE49-F238E27FC236}">
                <a16:creationId xmlns:a16="http://schemas.microsoft.com/office/drawing/2014/main" id="{7872F595-B444-4C71-8317-FBA6E516F1EE}"/>
              </a:ext>
            </a:extLst>
          </p:cNvPr>
          <p:cNvSpPr>
            <a:spLocks xmlns:a="http://schemas.openxmlformats.org/drawingml/2006/main" noGrp="1"/>
          </p:cNvSpPr>
          <p:nvPr/>
        </p:nvSpPr>
        <p:spPr>
          <a:xfrm xmlns:a="http://schemas.openxmlformats.org/drawingml/2006/main">
            <a:off x="15811500" y="3333750"/>
            <a:ext cx="17621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000000"/>
                </a:solidFill>
                <a:latin typeface="Apple SD Gothic Neo"/>
                <a:ea typeface="Apple SD Gothic Neo"/>
                <a:cs typeface="Apple SD Gothic Neo"/>
              </a:defRPr>
            </a:pPr>
            <a:r>
              <a:rPr sz="1125" b="0">
                <a:solidFill>
                  <a:srgbClr val="000000"/>
                </a:solidFill>
                <a:latin typeface="Apple SD Gothic Neo"/>
                <a:ea typeface="Apple SD Gothic Neo"/>
                <a:cs typeface="Apple SD Gothic Neo"/>
              </a:rPr>
              <a:t>해석 시작</a:t>
            </a:r>
          </a:p>
        </p:txBody>
      </p:sp>
      <p:sp>
        <p:nvSpPr>
          <p:cNvPr id="281" name="dp41-comparison / n191">
            <a:extLst xmlns:a="http://schemas.openxmlformats.org/drawingml/2006/main">
              <a:ext uri="{FF2B5EF4-FFF2-40B4-BE49-F238E27FC236}">
                <a16:creationId xmlns:a16="http://schemas.microsoft.com/office/drawing/2014/main" id="{555E68DC-7852-4702-B2F0-13E8BB2485C6}"/>
              </a:ext>
            </a:extLst>
          </p:cNvPr>
          <p:cNvSpPr>
            <a:spLocks xmlns:a="http://schemas.openxmlformats.org/drawingml/2006/main" noGrp="1"/>
          </p:cNvSpPr>
          <p:nvPr/>
        </p:nvSpPr>
        <p:spPr>
          <a:xfrm xmlns:a="http://schemas.openxmlformats.org/drawingml/2006/main">
            <a:off x="15078075" y="4657725"/>
            <a:ext cx="1255776"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82" name="dp41-comparison / n192 / text 1">
            <a:extLst xmlns:a="http://schemas.openxmlformats.org/drawingml/2006/main">
              <a:ext uri="{FF2B5EF4-FFF2-40B4-BE49-F238E27FC236}">
                <a16:creationId xmlns:a16="http://schemas.microsoft.com/office/drawing/2014/main" id="{EC2D2EA6-395B-4B78-BB9B-7554A234E3E3}"/>
              </a:ext>
            </a:extLst>
          </p:cNvPr>
          <p:cNvSpPr>
            <a:spLocks xmlns:a="http://schemas.openxmlformats.org/drawingml/2006/main" noGrp="1"/>
          </p:cNvSpPr>
          <p:nvPr/>
        </p:nvSpPr>
        <p:spPr>
          <a:xfrm xmlns:a="http://schemas.openxmlformats.org/drawingml/2006/main">
            <a:off x="15097125" y="4667250"/>
            <a:ext cx="22860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② 코드가 선택한 조회</a:t>
            </a:r>
          </a:p>
        </p:txBody>
      </p:sp>
      <p:sp>
        <p:nvSpPr>
          <p:cNvPr id="283" name="dp41-comparison / n193">
            <a:extLst xmlns:a="http://schemas.openxmlformats.org/drawingml/2006/main">
              <a:ext uri="{FF2B5EF4-FFF2-40B4-BE49-F238E27FC236}">
                <a16:creationId xmlns:a16="http://schemas.microsoft.com/office/drawing/2014/main" id="{7880BF7F-F6EA-4200-AC85-5FFC7BAFC6CA}"/>
              </a:ext>
            </a:extLst>
          </p:cNvPr>
          <p:cNvSpPr>
            <a:spLocks xmlns:a="http://schemas.openxmlformats.org/drawingml/2006/main" noGrp="1"/>
          </p:cNvSpPr>
          <p:nvPr/>
        </p:nvSpPr>
        <p:spPr>
          <a:xfrm xmlns:a="http://schemas.openxmlformats.org/drawingml/2006/main">
            <a:off x="15078075" y="4791075"/>
            <a:ext cx="1844040"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84" name="dp41-comparison / n194 / text 1">
            <a:extLst xmlns:a="http://schemas.openxmlformats.org/drawingml/2006/main">
              <a:ext uri="{FF2B5EF4-FFF2-40B4-BE49-F238E27FC236}">
                <a16:creationId xmlns:a16="http://schemas.microsoft.com/office/drawing/2014/main" id="{95F46752-FBC0-48CE-A193-98CEB164AA61}"/>
              </a:ext>
            </a:extLst>
          </p:cNvPr>
          <p:cNvSpPr>
            <a:spLocks xmlns:a="http://schemas.openxmlformats.org/drawingml/2006/main" noGrp="1"/>
          </p:cNvSpPr>
          <p:nvPr/>
        </p:nvSpPr>
        <p:spPr>
          <a:xfrm xmlns:a="http://schemas.openxmlformats.org/drawingml/2006/main">
            <a:off x="15097125" y="4800600"/>
            <a:ext cx="22383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task_retrieve / context_retrieve</a:t>
            </a:r>
          </a:p>
        </p:txBody>
      </p:sp>
      <p:sp>
        <p:nvSpPr>
          <p:cNvPr id="285" name="dp41-comparison / n199">
            <a:extLst xmlns:a="http://schemas.openxmlformats.org/drawingml/2006/main">
              <a:ext uri="{FF2B5EF4-FFF2-40B4-BE49-F238E27FC236}">
                <a16:creationId xmlns:a16="http://schemas.microsoft.com/office/drawing/2014/main" id="{86BEA2A1-FA7C-47DE-AADC-761679B59526}"/>
              </a:ext>
            </a:extLst>
          </p:cNvPr>
          <p:cNvSpPr>
            <a:spLocks xmlns:a="http://schemas.openxmlformats.org/drawingml/2006/main" noGrp="1"/>
          </p:cNvSpPr>
          <p:nvPr/>
        </p:nvSpPr>
        <p:spPr>
          <a:xfrm xmlns:a="http://schemas.openxmlformats.org/drawingml/2006/main">
            <a:off x="15078075" y="4933950"/>
            <a:ext cx="1427798"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86" name="dp41-comparison / n200 / text 1">
            <a:extLst xmlns:a="http://schemas.openxmlformats.org/drawingml/2006/main">
              <a:ext uri="{FF2B5EF4-FFF2-40B4-BE49-F238E27FC236}">
                <a16:creationId xmlns:a16="http://schemas.microsoft.com/office/drawing/2014/main" id="{5E2C3E61-179D-4217-B6FB-88DE675BC48A}"/>
              </a:ext>
            </a:extLst>
          </p:cNvPr>
          <p:cNvSpPr>
            <a:spLocks xmlns:a="http://schemas.openxmlformats.org/drawingml/2006/main" noGrp="1"/>
          </p:cNvSpPr>
          <p:nvPr/>
        </p:nvSpPr>
        <p:spPr>
          <a:xfrm xmlns:a="http://schemas.openxmlformats.org/drawingml/2006/main">
            <a:off x="15097125" y="4943475"/>
            <a:ext cx="22383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④ 해결 상태로 코드 재검사</a:t>
            </a:r>
          </a:p>
        </p:txBody>
      </p:sp>
      <p:sp>
        <p:nvSpPr>
          <p:cNvPr id="287" name="dp41-comparison / n202">
            <a:extLst xmlns:a="http://schemas.openxmlformats.org/drawingml/2006/main">
              <a:ext uri="{FF2B5EF4-FFF2-40B4-BE49-F238E27FC236}">
                <a16:creationId xmlns:a16="http://schemas.microsoft.com/office/drawing/2014/main" id="{2EBEC9CD-6518-41D4-9FEA-AE2409370316}"/>
              </a:ext>
            </a:extLst>
          </p:cNvPr>
          <p:cNvSpPr>
            <a:spLocks xmlns:a="http://schemas.openxmlformats.org/drawingml/2006/main" noGrp="1"/>
          </p:cNvSpPr>
          <p:nvPr/>
        </p:nvSpPr>
        <p:spPr>
          <a:xfrm xmlns:a="http://schemas.openxmlformats.org/drawingml/2006/main">
            <a:off x="12992100" y="5486400"/>
            <a:ext cx="1697355" cy="2476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88" name="dp41-comparison / n203 / text 1">
            <a:extLst xmlns:a="http://schemas.openxmlformats.org/drawingml/2006/main">
              <a:ext uri="{FF2B5EF4-FFF2-40B4-BE49-F238E27FC236}">
                <a16:creationId xmlns:a16="http://schemas.microsoft.com/office/drawing/2014/main" id="{A494F995-C979-409F-AAC3-19F5134FF60F}"/>
              </a:ext>
            </a:extLst>
          </p:cNvPr>
          <p:cNvSpPr>
            <a:spLocks xmlns:a="http://schemas.openxmlformats.org/drawingml/2006/main" noGrp="1"/>
          </p:cNvSpPr>
          <p:nvPr/>
        </p:nvSpPr>
        <p:spPr>
          <a:xfrm xmlns:a="http://schemas.openxmlformats.org/drawingml/2006/main">
            <a:off x="13011150" y="5495925"/>
            <a:ext cx="19050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report: 두 후보 → 확인 뒤 Task1</a:t>
            </a:r>
          </a:p>
        </p:txBody>
      </p:sp>
      <p:sp>
        <p:nvSpPr>
          <p:cNvPr id="289" name="dp41-comparison / n203 / text 2">
            <a:extLst xmlns:a="http://schemas.openxmlformats.org/drawingml/2006/main">
              <a:ext uri="{FF2B5EF4-FFF2-40B4-BE49-F238E27FC236}">
                <a16:creationId xmlns:a16="http://schemas.microsoft.com/office/drawing/2014/main" id="{707A18D3-5EE7-4B21-B029-347846EA9BBB}"/>
              </a:ext>
            </a:extLst>
          </p:cNvPr>
          <p:cNvSpPr>
            <a:spLocks xmlns:a="http://schemas.openxmlformats.org/drawingml/2006/main" noGrp="1"/>
          </p:cNvSpPr>
          <p:nvPr/>
        </p:nvSpPr>
        <p:spPr>
          <a:xfrm xmlns:a="http://schemas.openxmlformats.org/drawingml/2006/main">
            <a:off x="13011150" y="5610225"/>
            <a:ext cx="19050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table: 선택한 표 연결</a:t>
            </a:r>
          </a:p>
        </p:txBody>
      </p:sp>
      <p:sp>
        <p:nvSpPr>
          <p:cNvPr id="290" name="dp41-comparison / n205">
            <a:extLst xmlns:a="http://schemas.openxmlformats.org/drawingml/2006/main">
              <a:ext uri="{FF2B5EF4-FFF2-40B4-BE49-F238E27FC236}">
                <a16:creationId xmlns:a16="http://schemas.microsoft.com/office/drawing/2014/main" id="{9087F84D-B9A7-461A-861F-2DF20F4A9038}"/>
              </a:ext>
            </a:extLst>
          </p:cNvPr>
          <p:cNvSpPr>
            <a:spLocks xmlns:a="http://schemas.openxmlformats.org/drawingml/2006/main" noGrp="1"/>
          </p:cNvSpPr>
          <p:nvPr/>
        </p:nvSpPr>
        <p:spPr>
          <a:xfrm xmlns:a="http://schemas.openxmlformats.org/drawingml/2006/main">
            <a:off x="15078075" y="5543550"/>
            <a:ext cx="1698117"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91" name="dp41-comparison / n206 / text 1">
            <a:extLst xmlns:a="http://schemas.openxmlformats.org/drawingml/2006/main">
              <a:ext uri="{FF2B5EF4-FFF2-40B4-BE49-F238E27FC236}">
                <a16:creationId xmlns:a16="http://schemas.microsoft.com/office/drawing/2014/main" id="{5ADF5512-B0E9-4A19-968D-0510F9478CF5}"/>
              </a:ext>
            </a:extLst>
          </p:cNvPr>
          <p:cNvSpPr>
            <a:spLocks xmlns:a="http://schemas.openxmlformats.org/drawingml/2006/main" noGrp="1"/>
          </p:cNvSpPr>
          <p:nvPr/>
        </p:nvSpPr>
        <p:spPr>
          <a:xfrm xmlns:a="http://schemas.openxmlformats.org/drawingml/2006/main">
            <a:off x="15097125" y="5553075"/>
            <a:ext cx="21907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⑤ 지원 연산으로 전체 의미 구성</a:t>
            </a:r>
          </a:p>
        </p:txBody>
      </p:sp>
      <p:sp>
        <p:nvSpPr>
          <p:cNvPr id="292" name="dp41-comparison / n208">
            <a:extLst xmlns:a="http://schemas.openxmlformats.org/drawingml/2006/main">
              <a:ext uri="{FF2B5EF4-FFF2-40B4-BE49-F238E27FC236}">
                <a16:creationId xmlns:a16="http://schemas.microsoft.com/office/drawing/2014/main" id="{8F78AEE1-0D7E-427D-B94E-3D98B3A38A04}"/>
              </a:ext>
            </a:extLst>
          </p:cNvPr>
          <p:cNvSpPr>
            <a:spLocks xmlns:a="http://schemas.openxmlformats.org/drawingml/2006/main" noGrp="1"/>
          </p:cNvSpPr>
          <p:nvPr/>
        </p:nvSpPr>
        <p:spPr>
          <a:xfrm xmlns:a="http://schemas.openxmlformats.org/drawingml/2006/main">
            <a:off x="9934575" y="4438650"/>
            <a:ext cx="2073212"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93" name="dp41-comparison / n209 / text 1">
            <a:extLst xmlns:a="http://schemas.openxmlformats.org/drawingml/2006/main">
              <a:ext uri="{FF2B5EF4-FFF2-40B4-BE49-F238E27FC236}">
                <a16:creationId xmlns:a16="http://schemas.microsoft.com/office/drawing/2014/main" id="{4A11462B-3E6E-431E-AF56-D89C4D9E9A7C}"/>
              </a:ext>
            </a:extLst>
          </p:cNvPr>
          <p:cNvSpPr>
            <a:spLocks xmlns:a="http://schemas.openxmlformats.org/drawingml/2006/main" noGrp="1"/>
          </p:cNvSpPr>
          <p:nvPr/>
        </p:nvSpPr>
        <p:spPr>
          <a:xfrm xmlns:a="http://schemas.openxmlformats.org/drawingml/2006/main">
            <a:off x="9953625" y="4448175"/>
            <a:ext cx="2524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필요 시: 특정 항목만 모델에 해석 요청</a:t>
            </a:r>
          </a:p>
        </p:txBody>
      </p:sp>
      <p:sp>
        <p:nvSpPr>
          <p:cNvPr id="294" name="dp41-comparison / n210">
            <a:extLst xmlns:a="http://schemas.openxmlformats.org/drawingml/2006/main">
              <a:ext uri="{FF2B5EF4-FFF2-40B4-BE49-F238E27FC236}">
                <a16:creationId xmlns:a16="http://schemas.microsoft.com/office/drawing/2014/main" id="{6D7DEA3C-D9C6-4027-AFF4-77827A40CF8F}"/>
              </a:ext>
            </a:extLst>
          </p:cNvPr>
          <p:cNvSpPr>
            <a:spLocks xmlns:a="http://schemas.openxmlformats.org/drawingml/2006/main" noGrp="1"/>
          </p:cNvSpPr>
          <p:nvPr/>
        </p:nvSpPr>
        <p:spPr>
          <a:xfrm xmlns:a="http://schemas.openxmlformats.org/drawingml/2006/main">
            <a:off x="9953625" y="4667250"/>
            <a:ext cx="2333625" cy="1143000"/>
          </a:xfrm>
          <a:custGeom xmlns:a="http://schemas.openxmlformats.org/drawingml/2006/main">
            <a:pathLst>
              <a:path w="2333625" h="1143000">
                <a:moveTo>
                  <a:pt x="0" y="0"/>
                </a:moveTo>
                <a:lnTo>
                  <a:pt x="2162175" y="0"/>
                </a:lnTo>
                <a:lnTo>
                  <a:pt x="2333625" y="171450"/>
                </a:lnTo>
                <a:lnTo>
                  <a:pt x="2333625" y="1143000"/>
                </a:lnTo>
                <a:lnTo>
                  <a:pt x="0" y="11430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295" name="dp41-comparison / n210 / fold">
            <a:extLst xmlns:a="http://schemas.openxmlformats.org/drawingml/2006/main">
              <a:ext uri="{FF2B5EF4-FFF2-40B4-BE49-F238E27FC236}">
                <a16:creationId xmlns:a16="http://schemas.microsoft.com/office/drawing/2014/main" id="{57E599AB-EC40-40FC-98E9-9CEE205E765E}"/>
              </a:ext>
            </a:extLst>
          </p:cNvPr>
          <p:cNvSpPr>
            <a:spLocks xmlns:a="http://schemas.openxmlformats.org/drawingml/2006/main" noGrp="1"/>
          </p:cNvSpPr>
          <p:nvPr/>
        </p:nvSpPr>
        <p:spPr>
          <a:xfrm xmlns:a="http://schemas.openxmlformats.org/drawingml/2006/main">
            <a:off x="12115800" y="466725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296" name="dp41-comparison / n211 / text 1">
            <a:extLst xmlns:a="http://schemas.openxmlformats.org/drawingml/2006/main">
              <a:ext uri="{FF2B5EF4-FFF2-40B4-BE49-F238E27FC236}">
                <a16:creationId xmlns:a16="http://schemas.microsoft.com/office/drawing/2014/main" id="{6F02B23F-D171-4EEE-AC75-7B40BAEE6FAC}"/>
              </a:ext>
            </a:extLst>
          </p:cNvPr>
          <p:cNvSpPr>
            <a:spLocks xmlns:a="http://schemas.openxmlformats.org/drawingml/2006/main" noGrp="1"/>
          </p:cNvSpPr>
          <p:nvPr/>
        </p:nvSpPr>
        <p:spPr>
          <a:xfrm xmlns:a="http://schemas.openxmlformats.org/drawingml/2006/main">
            <a:off x="10048875" y="4724400"/>
            <a:ext cx="20669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모델 출력: RequestFrame (필드 축약)</a:t>
            </a:r>
          </a:p>
        </p:txBody>
      </p:sp>
      <p:sp>
        <p:nvSpPr>
          <p:cNvPr id="297" name="dp41-comparison / n211 / text 2">
            <a:extLst xmlns:a="http://schemas.openxmlformats.org/drawingml/2006/main">
              <a:ext uri="{FF2B5EF4-FFF2-40B4-BE49-F238E27FC236}">
                <a16:creationId xmlns:a16="http://schemas.microsoft.com/office/drawing/2014/main" id="{80FC639D-A181-4563-9F5C-BE3DA06F928F}"/>
              </a:ext>
            </a:extLst>
          </p:cNvPr>
          <p:cNvSpPr>
            <a:spLocks xmlns:a="http://schemas.openxmlformats.org/drawingml/2006/main" noGrp="1"/>
          </p:cNvSpPr>
          <p:nvPr/>
        </p:nvSpPr>
        <p:spPr>
          <a:xfrm xmlns:a="http://schemas.openxmlformats.org/drawingml/2006/main">
            <a:off x="10048875" y="4838700"/>
            <a:ext cx="20669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schema_version:1 / input_ref:Input1</a:t>
            </a:r>
          </a:p>
        </p:txBody>
      </p:sp>
      <p:sp>
        <p:nvSpPr>
          <p:cNvPr id="298" name="dp41-comparison / n211 / text 3">
            <a:extLst xmlns:a="http://schemas.openxmlformats.org/drawingml/2006/main">
              <a:ext uri="{FF2B5EF4-FFF2-40B4-BE49-F238E27FC236}">
                <a16:creationId xmlns:a16="http://schemas.microsoft.com/office/drawing/2014/main" id="{2B82C2E3-8D0B-4161-9D23-47455965A2CF}"/>
              </a:ext>
            </a:extLst>
          </p:cNvPr>
          <p:cNvSpPr>
            <a:spLocks xmlns:a="http://schemas.openxmlformats.org/drawingml/2006/main" noGrp="1"/>
          </p:cNvSpPr>
          <p:nvPr/>
        </p:nvSpPr>
        <p:spPr>
          <a:xfrm xmlns:a="http://schemas.openxmlformats.org/drawingml/2006/main">
            <a:off x="10048875" y="4953000"/>
            <a:ext cx="20669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goals: G1=UPDATE_TASK(report,table)</a:t>
            </a:r>
          </a:p>
        </p:txBody>
      </p:sp>
      <p:sp>
        <p:nvSpPr>
          <p:cNvPr id="299" name="dp41-comparison / n211 / text 4">
            <a:extLst xmlns:a="http://schemas.openxmlformats.org/drawingml/2006/main">
              <a:ext uri="{FF2B5EF4-FFF2-40B4-BE49-F238E27FC236}">
                <a16:creationId xmlns:a16="http://schemas.microsoft.com/office/drawing/2014/main" id="{FEA47A3D-3F05-4CA7-91A3-9F255A85D9B9}"/>
              </a:ext>
            </a:extLst>
          </p:cNvPr>
          <p:cNvSpPr>
            <a:spLocks xmlns:a="http://schemas.openxmlformats.org/drawingml/2006/main" noGrp="1"/>
          </p:cNvSpPr>
          <p:nvPr/>
        </p:nvSpPr>
        <p:spPr>
          <a:xfrm xmlns:a="http://schemas.openxmlformats.org/drawingml/2006/main">
            <a:off x="10048875" y="5067300"/>
            <a:ext cx="20669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  G2=NEW_TASK(메일 초안)</a:t>
            </a:r>
          </a:p>
        </p:txBody>
      </p:sp>
      <p:sp>
        <p:nvSpPr>
          <p:cNvPr id="300" name="dp41-comparison / n211 / text 5">
            <a:extLst xmlns:a="http://schemas.openxmlformats.org/drawingml/2006/main">
              <a:ext uri="{FF2B5EF4-FFF2-40B4-BE49-F238E27FC236}">
                <a16:creationId xmlns:a16="http://schemas.microsoft.com/office/drawing/2014/main" id="{6F7A0B14-F21A-4F1D-A09A-2E451E3CFDE7}"/>
              </a:ext>
            </a:extLst>
          </p:cNvPr>
          <p:cNvSpPr>
            <a:spLocks xmlns:a="http://schemas.openxmlformats.org/drawingml/2006/main" noGrp="1"/>
          </p:cNvSpPr>
          <p:nvPr/>
        </p:nvSpPr>
        <p:spPr>
          <a:xfrm xmlns:a="http://schemas.openxmlformats.org/drawingml/2006/main">
            <a:off x="10048875" y="5181600"/>
            <a:ext cx="20669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references: report=RECENT_TASK("보고서")</a:t>
            </a:r>
          </a:p>
        </p:txBody>
      </p:sp>
      <p:sp>
        <p:nvSpPr>
          <p:cNvPr id="301" name="dp41-comparison / n211 / text 6">
            <a:extLst xmlns:a="http://schemas.openxmlformats.org/drawingml/2006/main">
              <a:ext uri="{FF2B5EF4-FFF2-40B4-BE49-F238E27FC236}">
                <a16:creationId xmlns:a16="http://schemas.microsoft.com/office/drawing/2014/main" id="{FC7836D9-C420-4ACE-B748-A648FF36C294}"/>
              </a:ext>
            </a:extLst>
          </p:cNvPr>
          <p:cNvSpPr>
            <a:spLocks xmlns:a="http://schemas.openxmlformats.org/drawingml/2006/main" noGrp="1"/>
          </p:cNvSpPr>
          <p:nvPr/>
        </p:nvSpPr>
        <p:spPr>
          <a:xfrm xmlns:a="http://schemas.openxmlformats.org/drawingml/2006/main">
            <a:off x="10048875" y="5295900"/>
            <a:ext cx="20669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  table=INPUT_SELECTION</a:t>
            </a:r>
          </a:p>
        </p:txBody>
      </p:sp>
      <p:sp>
        <p:nvSpPr>
          <p:cNvPr id="302" name="dp41-comparison / n211 / text 7">
            <a:extLst xmlns:a="http://schemas.openxmlformats.org/drawingml/2006/main">
              <a:ext uri="{FF2B5EF4-FFF2-40B4-BE49-F238E27FC236}">
                <a16:creationId xmlns:a16="http://schemas.microsoft.com/office/drawing/2014/main" id="{6B5A658E-3D90-43D6-9035-F5DBFAC09D80}"/>
              </a:ext>
            </a:extLst>
          </p:cNvPr>
          <p:cNvSpPr>
            <a:spLocks xmlns:a="http://schemas.openxmlformats.org/drawingml/2006/main" noGrp="1"/>
          </p:cNvSpPr>
          <p:nvPr/>
        </p:nvSpPr>
        <p:spPr>
          <a:xfrm xmlns:a="http://schemas.openxmlformats.org/drawingml/2006/main">
            <a:off x="10048875" y="5410200"/>
            <a:ext cx="20669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relations: USE_RESULT(G1 → G2)</a:t>
            </a:r>
          </a:p>
        </p:txBody>
      </p:sp>
      <p:sp>
        <p:nvSpPr>
          <p:cNvPr id="303" name="dp41-comparison / n211 / text 8">
            <a:extLst xmlns:a="http://schemas.openxmlformats.org/drawingml/2006/main">
              <a:ext uri="{FF2B5EF4-FFF2-40B4-BE49-F238E27FC236}">
                <a16:creationId xmlns:a16="http://schemas.microsoft.com/office/drawing/2014/main" id="{BD817E87-92AD-43D5-B58E-3FCF31BE1FFA}"/>
              </a:ext>
            </a:extLst>
          </p:cNvPr>
          <p:cNvSpPr>
            <a:spLocks xmlns:a="http://schemas.openxmlformats.org/drawingml/2006/main" noGrp="1"/>
          </p:cNvSpPr>
          <p:nvPr/>
        </p:nvSpPr>
        <p:spPr>
          <a:xfrm xmlns:a="http://schemas.openxmlformats.org/drawingml/2006/main">
            <a:off x="10048875" y="5524500"/>
            <a:ext cx="20669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constraints: FORBID_ACTION(G2, SEND)</a:t>
            </a:r>
          </a:p>
        </p:txBody>
      </p:sp>
      <p:sp>
        <p:nvSpPr>
          <p:cNvPr id="304" name="dp41-comparison / n211 / text 9">
            <a:extLst xmlns:a="http://schemas.openxmlformats.org/drawingml/2006/main">
              <a:ext uri="{FF2B5EF4-FFF2-40B4-BE49-F238E27FC236}">
                <a16:creationId xmlns:a16="http://schemas.microsoft.com/office/drawing/2014/main" id="{D7B3A514-4315-48A6-8576-850F9B7CA4FB}"/>
              </a:ext>
            </a:extLst>
          </p:cNvPr>
          <p:cNvSpPr>
            <a:spLocks xmlns:a="http://schemas.openxmlformats.org/drawingml/2006/main" noGrp="1"/>
          </p:cNvSpPr>
          <p:nvPr/>
        </p:nvSpPr>
        <p:spPr>
          <a:xfrm xmlns:a="http://schemas.openxmlformats.org/drawingml/2006/main">
            <a:off x="10048875" y="5638800"/>
            <a:ext cx="20669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unparsed_spans:[] / 실제 Task는 미확정</a:t>
            </a:r>
          </a:p>
        </p:txBody>
      </p:sp>
      <p:sp>
        <p:nvSpPr>
          <p:cNvPr id="305" name="dp41-comparison / n212">
            <a:extLst xmlns:a="http://schemas.openxmlformats.org/drawingml/2006/main">
              <a:ext uri="{FF2B5EF4-FFF2-40B4-BE49-F238E27FC236}">
                <a16:creationId xmlns:a16="http://schemas.microsoft.com/office/drawing/2014/main" id="{52AE07F1-7BA1-44F5-B1AB-F0CE258030EF}"/>
              </a:ext>
            </a:extLst>
          </p:cNvPr>
          <p:cNvSpPr>
            <a:spLocks xmlns:a="http://schemas.openxmlformats.org/drawingml/2006/main" noGrp="1"/>
          </p:cNvSpPr>
          <p:nvPr/>
        </p:nvSpPr>
        <p:spPr>
          <a:xfrm xmlns:a="http://schemas.openxmlformats.org/drawingml/2006/main">
            <a:off x="9953625" y="5848350"/>
            <a:ext cx="2333625" cy="495300"/>
          </a:xfrm>
          <a:custGeom xmlns:a="http://schemas.openxmlformats.org/drawingml/2006/main">
            <a:pathLst>
              <a:path w="2333625" h="495300">
                <a:moveTo>
                  <a:pt x="0" y="0"/>
                </a:moveTo>
                <a:lnTo>
                  <a:pt x="2162175" y="0"/>
                </a:lnTo>
                <a:lnTo>
                  <a:pt x="2333625" y="171450"/>
                </a:lnTo>
                <a:lnTo>
                  <a:pt x="2333625" y="495300"/>
                </a:lnTo>
                <a:lnTo>
                  <a:pt x="0" y="4953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306" name="dp41-comparison / n212 / fold">
            <a:extLst xmlns:a="http://schemas.openxmlformats.org/drawingml/2006/main">
              <a:ext uri="{FF2B5EF4-FFF2-40B4-BE49-F238E27FC236}">
                <a16:creationId xmlns:a16="http://schemas.microsoft.com/office/drawing/2014/main" id="{0AB0CD08-943D-4297-807F-DC74FD6649C6}"/>
              </a:ext>
            </a:extLst>
          </p:cNvPr>
          <p:cNvSpPr>
            <a:spLocks xmlns:a="http://schemas.openxmlformats.org/drawingml/2006/main" noGrp="1"/>
          </p:cNvSpPr>
          <p:nvPr/>
        </p:nvSpPr>
        <p:spPr>
          <a:xfrm xmlns:a="http://schemas.openxmlformats.org/drawingml/2006/main">
            <a:off x="12115800" y="584835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307" name="dp41-comparison / n213 / text 1">
            <a:extLst xmlns:a="http://schemas.openxmlformats.org/drawingml/2006/main">
              <a:ext uri="{FF2B5EF4-FFF2-40B4-BE49-F238E27FC236}">
                <a16:creationId xmlns:a16="http://schemas.microsoft.com/office/drawing/2014/main" id="{17D88FFD-A149-445C-BA15-EB3A5C3D2728}"/>
              </a:ext>
            </a:extLst>
          </p:cNvPr>
          <p:cNvSpPr>
            <a:spLocks xmlns:a="http://schemas.openxmlformats.org/drawingml/2006/main" noGrp="1"/>
          </p:cNvSpPr>
          <p:nvPr/>
        </p:nvSpPr>
        <p:spPr>
          <a:xfrm xmlns:a="http://schemas.openxmlformats.org/drawingml/2006/main">
            <a:off x="10048875" y="5905500"/>
            <a:ext cx="20669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코드가 만든 MeaningProposal</a:t>
            </a:r>
          </a:p>
        </p:txBody>
      </p:sp>
      <p:sp>
        <p:nvSpPr>
          <p:cNvPr id="308" name="dp41-comparison / n213 / text 2">
            <a:extLst xmlns:a="http://schemas.openxmlformats.org/drawingml/2006/main">
              <a:ext uri="{FF2B5EF4-FFF2-40B4-BE49-F238E27FC236}">
                <a16:creationId xmlns:a16="http://schemas.microsoft.com/office/drawing/2014/main" id="{4B7D7E99-4374-4AA3-BC8C-3B6CF8EB3D77}"/>
              </a:ext>
            </a:extLst>
          </p:cNvPr>
          <p:cNvSpPr>
            <a:spLocks xmlns:a="http://schemas.openxmlformats.org/drawingml/2006/main" noGrp="1"/>
          </p:cNvSpPr>
          <p:nvPr/>
        </p:nvSpPr>
        <p:spPr>
          <a:xfrm xmlns:a="http://schemas.openxmlformats.org/drawingml/2006/main">
            <a:off x="10048875" y="6031230"/>
            <a:ext cx="20669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확인 뒤 Task1 + 표 / 결과로 초안</a:t>
            </a:r>
          </a:p>
        </p:txBody>
      </p:sp>
      <p:sp>
        <p:nvSpPr>
          <p:cNvPr id="309" name="dp41-comparison / n213 / text 3">
            <a:extLst xmlns:a="http://schemas.openxmlformats.org/drawingml/2006/main">
              <a:ext uri="{FF2B5EF4-FFF2-40B4-BE49-F238E27FC236}">
                <a16:creationId xmlns:a16="http://schemas.microsoft.com/office/drawing/2014/main" id="{26E6F3F8-41FB-4567-8D37-7DC070310AAD}"/>
              </a:ext>
            </a:extLst>
          </p:cNvPr>
          <p:cNvSpPr>
            <a:spLocks xmlns:a="http://schemas.openxmlformats.org/drawingml/2006/main" noGrp="1"/>
          </p:cNvSpPr>
          <p:nvPr/>
        </p:nvSpPr>
        <p:spPr>
          <a:xfrm xmlns:a="http://schemas.openxmlformats.org/drawingml/2006/main">
            <a:off x="10048875" y="6156960"/>
            <a:ext cx="20669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전송 금지 유지</a:t>
            </a:r>
          </a:p>
        </p:txBody>
      </p:sp>
      <p:sp>
        <p:nvSpPr>
          <p:cNvPr id="310" name="dp41-comparison / n214">
            <a:extLst xmlns:a="http://schemas.openxmlformats.org/drawingml/2006/main">
              <a:ext uri="{FF2B5EF4-FFF2-40B4-BE49-F238E27FC236}">
                <a16:creationId xmlns:a16="http://schemas.microsoft.com/office/drawing/2014/main" id="{528E2FB5-CBB8-4E00-9972-6B4BBF19F373}"/>
              </a:ext>
            </a:extLst>
          </p:cNvPr>
          <p:cNvSpPr>
            <a:spLocks xmlns:a="http://schemas.openxmlformats.org/drawingml/2006/main" noGrp="1"/>
          </p:cNvSpPr>
          <p:nvPr/>
        </p:nvSpPr>
        <p:spPr>
          <a:xfrm xmlns:a="http://schemas.openxmlformats.org/drawingml/2006/main">
            <a:off x="12887325" y="3648075"/>
            <a:ext cx="2619566"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11" name="dp41-comparison / n215 / text 1">
            <a:extLst xmlns:a="http://schemas.openxmlformats.org/drawingml/2006/main">
              <a:ext uri="{FF2B5EF4-FFF2-40B4-BE49-F238E27FC236}">
                <a16:creationId xmlns:a16="http://schemas.microsoft.com/office/drawing/2014/main" id="{F496B6D1-4322-41EC-8EE3-F479127D2A2F}"/>
              </a:ext>
            </a:extLst>
          </p:cNvPr>
          <p:cNvSpPr>
            <a:spLocks xmlns:a="http://schemas.openxmlformats.org/drawingml/2006/main" noGrp="1"/>
          </p:cNvSpPr>
          <p:nvPr/>
        </p:nvSpPr>
        <p:spPr>
          <a:xfrm xmlns:a="http://schemas.openxmlformats.org/drawingml/2006/main">
            <a:off x="12906375" y="3657600"/>
            <a:ext cx="457200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다음 처리 결정과 전체 결합: Engine 코드</a:t>
            </a:r>
          </a:p>
        </p:txBody>
      </p:sp>
      <p:sp>
        <p:nvSpPr>
          <p:cNvPr id="312" name="dp41-comparison / n225">
            <a:extLst xmlns:a="http://schemas.openxmlformats.org/drawingml/2006/main">
              <a:ext uri="{FF2B5EF4-FFF2-40B4-BE49-F238E27FC236}">
                <a16:creationId xmlns:a16="http://schemas.microsoft.com/office/drawing/2014/main" id="{64398EB5-48F2-47C2-850C-DC18D8B8CD44}"/>
              </a:ext>
            </a:extLst>
          </p:cNvPr>
          <p:cNvSpPr>
            <a:spLocks xmlns:a="http://schemas.openxmlformats.org/drawingml/2006/main" noGrp="1"/>
          </p:cNvSpPr>
          <p:nvPr/>
        </p:nvSpPr>
        <p:spPr>
          <a:xfrm xmlns:a="http://schemas.openxmlformats.org/drawingml/2006/main">
            <a:off x="9934575" y="6657975"/>
            <a:ext cx="2213610"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13" name="dp41-comparison / n226 / text 1">
            <a:extLst xmlns:a="http://schemas.openxmlformats.org/drawingml/2006/main">
              <a:ext uri="{FF2B5EF4-FFF2-40B4-BE49-F238E27FC236}">
                <a16:creationId xmlns:a16="http://schemas.microsoft.com/office/drawing/2014/main" id="{182F2778-25F9-4FA4-91DC-89ACB90E51E7}"/>
              </a:ext>
            </a:extLst>
          </p:cNvPr>
          <p:cNvSpPr>
            <a:spLocks xmlns:a="http://schemas.openxmlformats.org/drawingml/2006/main" noGrp="1"/>
          </p:cNvSpPr>
          <p:nvPr/>
        </p:nvSpPr>
        <p:spPr>
          <a:xfrm xmlns:a="http://schemas.openxmlformats.org/drawingml/2006/main">
            <a:off x="9953625" y="6667500"/>
            <a:ext cx="25717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000000"/>
                </a:solidFill>
                <a:latin typeface="Apple SD Gothic Neo"/>
                <a:ea typeface="Apple SD Gothic Neo"/>
                <a:cs typeface="Apple SD Gothic Neo"/>
              </a:defRPr>
            </a:pPr>
            <a:r>
              <a:rPr sz="1125" b="0">
                <a:solidFill>
                  <a:srgbClr val="000000"/>
                </a:solidFill>
                <a:latin typeface="Apple SD Gothic Neo"/>
                <a:ea typeface="Apple SD Gothic Neo"/>
                <a:cs typeface="Apple SD Gothic Neo"/>
              </a:rPr>
              <a:t>정보 / 대화 / Task 기록 조회</a:t>
            </a:r>
          </a:p>
        </p:txBody>
      </p:sp>
      <p:sp>
        <p:nvSpPr>
          <p:cNvPr id="314" name="dp41-comparison / n228">
            <a:extLst xmlns:a="http://schemas.openxmlformats.org/drawingml/2006/main">
              <a:ext uri="{FF2B5EF4-FFF2-40B4-BE49-F238E27FC236}">
                <a16:creationId xmlns:a16="http://schemas.microsoft.com/office/drawing/2014/main" id="{A61C8FBE-15EE-4A38-B9CF-238C86CB0E8C}"/>
              </a:ext>
            </a:extLst>
          </p:cNvPr>
          <p:cNvSpPr>
            <a:spLocks xmlns:a="http://schemas.openxmlformats.org/drawingml/2006/main" noGrp="1"/>
          </p:cNvSpPr>
          <p:nvPr/>
        </p:nvSpPr>
        <p:spPr>
          <a:xfrm xmlns:a="http://schemas.openxmlformats.org/drawingml/2006/main">
            <a:off x="9934575" y="7086600"/>
            <a:ext cx="2484501"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15" name="dp41-comparison / n229 / text 1">
            <a:extLst xmlns:a="http://schemas.openxmlformats.org/drawingml/2006/main">
              <a:ext uri="{FF2B5EF4-FFF2-40B4-BE49-F238E27FC236}">
                <a16:creationId xmlns:a16="http://schemas.microsoft.com/office/drawing/2014/main" id="{21D8141A-E644-47F1-A86B-7A85C6CFCB40}"/>
              </a:ext>
            </a:extLst>
          </p:cNvPr>
          <p:cNvSpPr>
            <a:spLocks xmlns:a="http://schemas.openxmlformats.org/drawingml/2006/main" noGrp="1"/>
          </p:cNvSpPr>
          <p:nvPr/>
        </p:nvSpPr>
        <p:spPr>
          <a:xfrm xmlns:a="http://schemas.openxmlformats.org/drawingml/2006/main">
            <a:off x="9953625" y="7096125"/>
            <a:ext cx="76200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실행 순서도 — 반복 제어와 종료 조건</a:t>
            </a:r>
          </a:p>
        </p:txBody>
      </p:sp>
      <p:sp>
        <p:nvSpPr>
          <p:cNvPr id="316" name="dp41-comparison / n245">
            <a:extLst xmlns:a="http://schemas.openxmlformats.org/drawingml/2006/main">
              <a:ext uri="{FF2B5EF4-FFF2-40B4-BE49-F238E27FC236}">
                <a16:creationId xmlns:a16="http://schemas.microsoft.com/office/drawing/2014/main" id="{722F67C3-7A2A-4594-BA8E-F4E546A2860F}"/>
              </a:ext>
            </a:extLst>
          </p:cNvPr>
          <p:cNvSpPr>
            <a:spLocks xmlns:a="http://schemas.openxmlformats.org/drawingml/2006/main" noGrp="1"/>
          </p:cNvSpPr>
          <p:nvPr/>
        </p:nvSpPr>
        <p:spPr>
          <a:xfrm xmlns:a="http://schemas.openxmlformats.org/drawingml/2006/main">
            <a:off x="15230475" y="7324725"/>
            <a:ext cx="323850"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17" name="dp41-comparison / n246 / text 1">
            <a:extLst xmlns:a="http://schemas.openxmlformats.org/drawingml/2006/main">
              <a:ext uri="{FF2B5EF4-FFF2-40B4-BE49-F238E27FC236}">
                <a16:creationId xmlns:a16="http://schemas.microsoft.com/office/drawing/2014/main" id="{FB828649-B9CD-4641-B6A0-AF35587AB50E}"/>
              </a:ext>
            </a:extLst>
          </p:cNvPr>
          <p:cNvSpPr>
            <a:spLocks xmlns:a="http://schemas.openxmlformats.org/drawingml/2006/main" noGrp="1"/>
          </p:cNvSpPr>
          <p:nvPr/>
        </p:nvSpPr>
        <p:spPr>
          <a:xfrm xmlns:a="http://schemas.openxmlformats.org/drawingml/2006/main">
            <a:off x="15249525" y="7334250"/>
            <a:ext cx="523875"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조회</a:t>
            </a:r>
          </a:p>
        </p:txBody>
      </p:sp>
      <p:sp>
        <p:nvSpPr>
          <p:cNvPr id="318" name="dp41-comparison / n248">
            <a:extLst xmlns:a="http://schemas.openxmlformats.org/drawingml/2006/main">
              <a:ext uri="{FF2B5EF4-FFF2-40B4-BE49-F238E27FC236}">
                <a16:creationId xmlns:a16="http://schemas.microsoft.com/office/drawing/2014/main" id="{B6EA957A-8E88-4C44-9FDB-A339C2990D52}"/>
              </a:ext>
            </a:extLst>
          </p:cNvPr>
          <p:cNvSpPr>
            <a:spLocks xmlns:a="http://schemas.openxmlformats.org/drawingml/2006/main" noGrp="1"/>
          </p:cNvSpPr>
          <p:nvPr/>
        </p:nvSpPr>
        <p:spPr>
          <a:xfrm xmlns:a="http://schemas.openxmlformats.org/drawingml/2006/main">
            <a:off x="15316200" y="7791450"/>
            <a:ext cx="1921193"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19" name="dp41-comparison / n249 / text 1">
            <a:extLst xmlns:a="http://schemas.openxmlformats.org/drawingml/2006/main">
              <a:ext uri="{FF2B5EF4-FFF2-40B4-BE49-F238E27FC236}">
                <a16:creationId xmlns:a16="http://schemas.microsoft.com/office/drawing/2014/main" id="{70BE6585-F385-4E05-A840-307A1F1A3704}"/>
              </a:ext>
            </a:extLst>
          </p:cNvPr>
          <p:cNvSpPr>
            <a:spLocks xmlns:a="http://schemas.openxmlformats.org/drawingml/2006/main" noGrp="1"/>
          </p:cNvSpPr>
          <p:nvPr/>
        </p:nvSpPr>
        <p:spPr>
          <a:xfrm xmlns:a="http://schemas.openxmlformats.org/drawingml/2006/main">
            <a:off x="15335250" y="7800975"/>
            <a:ext cx="209550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해결 상태 갱신 후 코드 재검사</a:t>
            </a:r>
          </a:p>
        </p:txBody>
      </p:sp>
      <p:sp>
        <p:nvSpPr>
          <p:cNvPr id="320" name="dp41-comparison / n251">
            <a:extLst xmlns:a="http://schemas.openxmlformats.org/drawingml/2006/main">
              <a:ext uri="{FF2B5EF4-FFF2-40B4-BE49-F238E27FC236}">
                <a16:creationId xmlns:a16="http://schemas.microsoft.com/office/drawing/2014/main" id="{7328F4E7-7136-4D09-82FD-10F46A37731D}"/>
              </a:ext>
            </a:extLst>
          </p:cNvPr>
          <p:cNvSpPr>
            <a:spLocks xmlns:a="http://schemas.openxmlformats.org/drawingml/2006/main" noGrp="1"/>
          </p:cNvSpPr>
          <p:nvPr/>
        </p:nvSpPr>
        <p:spPr>
          <a:xfrm xmlns:a="http://schemas.openxmlformats.org/drawingml/2006/main">
            <a:off x="12325350" y="7905750"/>
            <a:ext cx="1529906"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21" name="dp41-comparison / n252 / text 1">
            <a:extLst xmlns:a="http://schemas.openxmlformats.org/drawingml/2006/main">
              <a:ext uri="{FF2B5EF4-FFF2-40B4-BE49-F238E27FC236}">
                <a16:creationId xmlns:a16="http://schemas.microsoft.com/office/drawing/2014/main" id="{EEA7609B-D74D-46F7-8FF1-444F1F686E1A}"/>
              </a:ext>
            </a:extLst>
          </p:cNvPr>
          <p:cNvSpPr>
            <a:spLocks xmlns:a="http://schemas.openxmlformats.org/drawingml/2006/main" noGrp="1"/>
          </p:cNvSpPr>
          <p:nvPr/>
        </p:nvSpPr>
        <p:spPr>
          <a:xfrm xmlns:a="http://schemas.openxmlformats.org/drawingml/2006/main">
            <a:off x="12344400" y="7915275"/>
            <a:ext cx="21145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의미 해석이 필요한 항목</a:t>
            </a:r>
          </a:p>
        </p:txBody>
      </p:sp>
      <p:sp>
        <p:nvSpPr>
          <p:cNvPr id="322" name="dp41-comparison / n254">
            <a:extLst xmlns:a="http://schemas.openxmlformats.org/drawingml/2006/main">
              <a:ext uri="{FF2B5EF4-FFF2-40B4-BE49-F238E27FC236}">
                <a16:creationId xmlns:a16="http://schemas.microsoft.com/office/drawing/2014/main" id="{6DB34A17-60ED-4963-8351-84CB686D7CA6}"/>
              </a:ext>
            </a:extLst>
          </p:cNvPr>
          <p:cNvSpPr>
            <a:spLocks xmlns:a="http://schemas.openxmlformats.org/drawingml/2006/main" noGrp="1"/>
          </p:cNvSpPr>
          <p:nvPr/>
        </p:nvSpPr>
        <p:spPr>
          <a:xfrm xmlns:a="http://schemas.openxmlformats.org/drawingml/2006/main">
            <a:off x="9934575" y="7667625"/>
            <a:ext cx="1529906"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23" name="dp41-comparison / n255 / text 1">
            <a:extLst xmlns:a="http://schemas.openxmlformats.org/drawingml/2006/main">
              <a:ext uri="{FF2B5EF4-FFF2-40B4-BE49-F238E27FC236}">
                <a16:creationId xmlns:a16="http://schemas.microsoft.com/office/drawing/2014/main" id="{8FC791C4-B8CB-4586-B858-97A2E254BEE5}"/>
              </a:ext>
            </a:extLst>
          </p:cNvPr>
          <p:cNvSpPr>
            <a:spLocks xmlns:a="http://schemas.openxmlformats.org/drawingml/2006/main" noGrp="1"/>
          </p:cNvSpPr>
          <p:nvPr/>
        </p:nvSpPr>
        <p:spPr>
          <a:xfrm xmlns:a="http://schemas.openxmlformats.org/drawingml/2006/main">
            <a:off x="9953625" y="7677150"/>
            <a:ext cx="23812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부분 결과를 코드에 반환</a:t>
            </a:r>
          </a:p>
        </p:txBody>
      </p:sp>
      <p:sp>
        <p:nvSpPr>
          <p:cNvPr id="324" name="dp41-comparison / n257">
            <a:extLst xmlns:a="http://schemas.openxmlformats.org/drawingml/2006/main">
              <a:ext uri="{FF2B5EF4-FFF2-40B4-BE49-F238E27FC236}">
                <a16:creationId xmlns:a16="http://schemas.microsoft.com/office/drawing/2014/main" id="{3965BB6B-0DF8-4BAA-BFF3-A39B0312C9C1}"/>
              </a:ext>
            </a:extLst>
          </p:cNvPr>
          <p:cNvSpPr>
            <a:spLocks xmlns:a="http://schemas.openxmlformats.org/drawingml/2006/main" noGrp="1"/>
          </p:cNvSpPr>
          <p:nvPr/>
        </p:nvSpPr>
        <p:spPr>
          <a:xfrm xmlns:a="http://schemas.openxmlformats.org/drawingml/2006/main">
            <a:off x="14573250" y="7905750"/>
            <a:ext cx="512445"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25" name="dp41-comparison / n258 / text 1">
            <a:extLst xmlns:a="http://schemas.openxmlformats.org/drawingml/2006/main">
              <a:ext uri="{FF2B5EF4-FFF2-40B4-BE49-F238E27FC236}">
                <a16:creationId xmlns:a16="http://schemas.microsoft.com/office/drawing/2014/main" id="{C967DE76-77D4-4C84-AEE3-809ACDBDEC0E}"/>
              </a:ext>
            </a:extLst>
          </p:cNvPr>
          <p:cNvSpPr>
            <a:spLocks xmlns:a="http://schemas.openxmlformats.org/drawingml/2006/main" noGrp="1"/>
          </p:cNvSpPr>
          <p:nvPr/>
        </p:nvSpPr>
        <p:spPr>
          <a:xfrm xmlns:a="http://schemas.openxmlformats.org/drawingml/2006/main">
            <a:off x="14592300" y="7915275"/>
            <a:ext cx="6858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완성/질문</a:t>
            </a:r>
          </a:p>
        </p:txBody>
      </p:sp>
    </p:spTree>
    <p:extLst>
      <p:ext uri="{BB962C8B-B14F-4D97-AF65-F5344CB8AC3E}">
        <p14:creationId xmlns:p14="http://schemas.microsoft.com/office/powerpoint/2010/main" val="1614029304"/>
      </p:ext>
    </p:extLst>
  </p:cSld>
</p:sld>
</file>

<file path=ppt/slides/slide3.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p:grpSpPr>
      <p:sp>
        <p:nvSpPr>
          <p:cNvPr id="38" name="dp42-background / title / 1">
            <a:extLst>
              <a:ext uri="{FF2B5EF4-FFF2-40B4-BE49-F238E27FC236}">
                <ns2:creationId id="{37FDAAFD-5B0F-4220-94DC-2117D8CD4784}"/>
              </a:ext>
            </a:extLst>
          </p:cNvPr>
          <p:cNvSpPr>
            <a:spLocks noGrp="1"/>
          </p:cNvSpPr>
          <p:nvPr/>
        </p:nvSpPr>
        <p:spPr>
          <a:xfrm>
            <a:off x="666750" y="495300"/>
            <a:ext cx="16954500" cy="642938"/>
          </a:xfrm>
          <a:prstGeom prst="rect">
            <a:avLst/>
          </a:prstGeom>
          <a:noFill/>
          <a:ln w="0">
            <a:noFill/>
          </a:ln>
        </p:spPr>
        <p:txBody>
          <a:bodyPr wrap="none" lIns="0" tIns="0" rIns="0" bIns="0" anchor="t">
            <a:noAutofit/>
          </a:bodyPr>
          <a:lstStyle/>
          <a:p>
            <a:pPr algn="l">
              <a:defRPr sz="3750" b="1">
                <a:solidFill>
                  <a:srgbClr val="202B30"/>
                </a:solidFill>
                <a:latin typeface="Apple SD Gothic Neo"/>
                <a:ea typeface="Apple SD Gothic Neo"/>
                <a:cs typeface="Apple SD Gothic Neo"/>
              </a:defRPr>
            </a:pPr>
            <a:r>
              <a:rPr sz="3750" b="1">
                <a:solidFill>
                  <a:srgbClr val="202B30"/>
                </a:solidFill>
                <a:latin typeface="Apple SD Gothic Neo"/>
                <a:ea typeface="Apple SD Gothic Neo"/>
                <a:cs typeface="Apple SD Gothic Neo"/>
              </a:rPr>
              <a:t>대화와 Task는</a:t>
            </a:r>
          </a:p>
        </p:txBody>
      </p:sp>
      <p:sp>
        <p:nvSpPr>
          <p:cNvPr id="2" name="dp42-background / title / 2">
            <a:extLst>
              <a:ext uri="{FF2B5EF4-FFF2-40B4-BE49-F238E27FC236}">
                <ns2:creationId id="{B729F88A-755D-40E6-BCA0-D6B6892F2370}"/>
              </a:ext>
            </a:extLst>
          </p:cNvPr>
          <p:cNvSpPr>
            <a:spLocks noGrp="1"/>
          </p:cNvSpPr>
          <p:nvPr/>
        </p:nvSpPr>
        <p:spPr>
          <a:xfrm>
            <a:off x="666750" y="1090613"/>
            <a:ext cx="16954500" cy="642938"/>
          </a:xfrm>
          <a:prstGeom prst="rect">
            <a:avLst/>
          </a:prstGeom>
          <a:noFill/>
          <a:ln w="0">
            <a:noFill/>
          </a:ln>
        </p:spPr>
        <p:txBody>
          <a:bodyPr wrap="none" lIns="0" tIns="0" rIns="0" bIns="0" anchor="t">
            <a:noAutofit/>
          </a:bodyPr>
          <a:lstStyle/>
          <a:p>
            <a:pPr algn="l">
              <a:defRPr sz="3750" b="1">
                <a:solidFill>
                  <a:srgbClr val="202B30"/>
                </a:solidFill>
                <a:latin typeface="Apple SD Gothic Neo"/>
                <a:ea typeface="Apple SD Gothic Neo"/>
                <a:cs typeface="Apple SD Gothic Neo"/>
              </a:defRPr>
            </a:pPr>
            <a:r>
              <a:rPr sz="3750" b="1">
                <a:solidFill>
                  <a:srgbClr val="202B30"/>
                </a:solidFill>
                <a:latin typeface="Apple SD Gothic Neo"/>
                <a:ea typeface="Apple SD Gothic Neo"/>
                <a:cs typeface="Apple SD Gothic Neo"/>
              </a:rPr>
              <a:t>서로 다른 시점에 시작하고 끝납니다</a:t>
            </a:r>
          </a:p>
        </p:txBody>
      </p:sp>
      <p:sp>
        <p:nvSpPr>
          <p:cNvPr id="3" name="dp42-background / request / 1">
            <a:extLst>
              <a:ext uri="{FF2B5EF4-FFF2-40B4-BE49-F238E27FC236}">
                <ns2:creationId id="{CDF1DC0F-302E-4441-A059-4FC4D42AC1D2}"/>
              </a:ext>
            </a:extLst>
          </p:cNvPr>
          <p:cNvSpPr>
            <a:spLocks noGrp="1"/>
          </p:cNvSpPr>
          <p:nvPr/>
        </p:nvSpPr>
        <p:spPr>
          <a:xfrm>
            <a:off x="904875" y="1962150"/>
            <a:ext cx="16573500" cy="437198"/>
          </a:xfrm>
          <a:prstGeom prst="rect">
            <a:avLst/>
          </a:prstGeom>
          <a:noFill/>
          <a:ln w="0">
            <a:noFill/>
          </a:ln>
        </p:spPr>
        <p:txBody>
          <a:bodyPr wrap="none" lIns="0" tIns="0" rIns="0" bIns="0" anchor="t">
            <a:noAutofit/>
          </a:bodyPr>
          <a:lstStyle/>
          <a:p>
            <a:pPr algn="l">
              <a:defRPr sz="2550" b="1">
                <a:solidFill>
                  <a:srgbClr val="397C80"/>
                </a:solidFill>
                <a:latin typeface="Apple SD Gothic Neo"/>
                <a:ea typeface="Apple SD Gothic Neo"/>
                <a:cs typeface="Apple SD Gothic Neo"/>
              </a:defRPr>
            </a:pPr>
            <a:r>
              <a:rPr sz="2550" b="1">
                <a:solidFill>
                  <a:srgbClr val="397C80"/>
                </a:solidFill>
                <a:latin typeface="Apple SD Gothic Neo"/>
                <a:ea typeface="Apple SD Gothic Neo"/>
                <a:cs typeface="Apple SD Gothic Neo"/>
              </a:rPr>
              <a:t>보고서를 맡기고 → 음성 연결을 잠시 끊고 → 다시 돌아와 결론을 수정</a:t>
            </a:r>
          </a:p>
        </p:txBody>
      </p:sp>
      <p:pic>
        <p:nvPicPr>
          <p:cNvPr id="41" name=""/>
          <p:cNvPicPr>
            <a:picLocks noChangeAspect="1"/>
          </p:cNvPicPr>
          <p:nvPr/>
        </p:nvPicPr>
        <p:blipFill>
          <a:blip r:embed="RviaBackgroundImage1"/>
          <a:srcRect l="0" t="9000" r="67000" b="12000"/>
          <a:stretch>
            <a:fillRect l="0" t="0" r="0" b="0"/>
          </a:stretch>
        </p:blipFill>
        <p:spPr>
          <a:xfrm>
            <a:off x="1595438" y="2590800"/>
            <a:ext cx="3095625" cy="2381250"/>
          </a:xfrm>
          <a:prstGeom prst="rect">
            <a:avLst/>
          </a:prstGeom>
        </p:spPr>
      </p:pic>
      <p:pic>
        <p:nvPicPr>
          <p:cNvPr id="42" name=""/>
          <p:cNvPicPr>
            <a:picLocks noChangeAspect="1"/>
          </p:cNvPicPr>
          <p:nvPr/>
        </p:nvPicPr>
        <p:blipFill>
          <a:blip r:embed="RviaBackgroundImage2"/>
          <a:srcRect l="34500" t="13000" r="34500" b="16000"/>
          <a:stretch>
            <a:fillRect l="0" t="0" r="0" b="0"/>
          </a:stretch>
        </p:blipFill>
        <p:spPr>
          <a:xfrm>
            <a:off x="7572375" y="2590800"/>
            <a:ext cx="3238500" cy="2381250"/>
          </a:xfrm>
          <a:prstGeom prst="rect">
            <a:avLst/>
          </a:prstGeom>
        </p:spPr>
      </p:pic>
      <p:pic>
        <p:nvPicPr>
          <p:cNvPr id="43" name=""/>
          <p:cNvPicPr>
            <a:picLocks noChangeAspect="1"/>
          </p:cNvPicPr>
          <p:nvPr/>
        </p:nvPicPr>
        <p:blipFill>
          <a:blip r:embed="RviaBackgroundImage3"/>
          <a:srcRect l="67000" t="9000" r="0" b="12000"/>
          <a:stretch>
            <a:fillRect l="0" t="0" r="0" b="0"/>
          </a:stretch>
        </p:blipFill>
        <p:spPr>
          <a:xfrm>
            <a:off x="13596938" y="2590800"/>
            <a:ext cx="3095625" cy="2381250"/>
          </a:xfrm>
          <a:prstGeom prst="rect">
            <a:avLst/>
          </a:prstGeom>
        </p:spPr>
      </p:pic>
      <p:sp>
        <p:nvSpPr>
          <p:cNvPr id="7" name="dp42-background / participant 0 / 1">
            <a:extLst>
              <a:ext uri="{FF2B5EF4-FFF2-40B4-BE49-F238E27FC236}">
                <ns2:creationId id="{E23FA07F-A0F8-41B8-BC39-3CBDBCFEB8D3}"/>
              </a:ext>
            </a:extLst>
          </p:cNvPr>
          <p:cNvSpPr>
            <a:spLocks noGrp="1"/>
          </p:cNvSpPr>
          <p:nvPr/>
        </p:nvSpPr>
        <p:spPr>
          <a:xfrm>
            <a:off x="523875" y="5162550"/>
            <a:ext cx="5238750" cy="437198"/>
          </a:xfrm>
          <a:prstGeom prst="rect">
            <a:avLst/>
          </a:prstGeom>
          <a:noFill/>
          <a:ln w="0">
            <a:noFill/>
          </a:ln>
        </p:spPr>
        <p:txBody>
          <a:bodyPr wrap="none" lIns="0" tIns="0" rIns="0" bIns="0" anchor="t">
            <a:noAutofit/>
          </a:bodyPr>
          <a:lstStyle/>
          <a:p>
            <a:pPr algn="ctr">
              <a:defRPr sz="2550" b="1">
                <a:solidFill>
                  <a:srgbClr val="202B30"/>
                </a:solidFill>
                <a:latin typeface="Apple SD Gothic Neo"/>
                <a:ea typeface="Apple SD Gothic Neo"/>
                <a:cs typeface="Apple SD Gothic Neo"/>
              </a:defRPr>
            </a:pPr>
            <a:r>
              <a:rPr sz="2550" b="1">
                <a:solidFill>
                  <a:srgbClr val="202B30"/>
                </a:solidFill>
                <a:latin typeface="Apple SD Gothic Neo"/>
                <a:ea typeface="Apple SD Gothic Neo"/>
                <a:cs typeface="Apple SD Gothic Neo"/>
              </a:rPr>
              <a:t>보고서 작성 Request</a:t>
            </a:r>
          </a:p>
        </p:txBody>
      </p:sp>
      <p:sp>
        <p:nvSpPr>
          <p:cNvPr id="8" name="dp42-background / participant 1 / 1">
            <a:extLst>
              <a:ext uri="{FF2B5EF4-FFF2-40B4-BE49-F238E27FC236}">
                <ns2:creationId id="{3C137E82-836D-48C8-8885-9E4C5C736BA1}"/>
              </a:ext>
            </a:extLst>
          </p:cNvPr>
          <p:cNvSpPr>
            <a:spLocks noGrp="1"/>
          </p:cNvSpPr>
          <p:nvPr/>
        </p:nvSpPr>
        <p:spPr>
          <a:xfrm>
            <a:off x="6572250" y="5162550"/>
            <a:ext cx="5238750" cy="437198"/>
          </a:xfrm>
          <a:prstGeom prst="rect">
            <a:avLst/>
          </a:prstGeom>
          <a:noFill/>
          <a:ln w="0">
            <a:noFill/>
          </a:ln>
        </p:spPr>
        <p:txBody>
          <a:bodyPr wrap="none" lIns="0" tIns="0" rIns="0" bIns="0" anchor="t">
            <a:noAutofit/>
          </a:bodyPr>
          <a:lstStyle/>
          <a:p>
            <a:pPr algn="ctr">
              <a:defRPr sz="2550" b="1">
                <a:solidFill>
                  <a:srgbClr val="397C80"/>
                </a:solidFill>
                <a:latin typeface="Apple SD Gothic Neo"/>
                <a:ea typeface="Apple SD Gothic Neo"/>
                <a:cs typeface="Apple SD Gothic Neo"/>
              </a:defRPr>
            </a:pPr>
            <a:r>
              <a:rPr sz="2550" b="1">
                <a:solidFill>
                  <a:srgbClr val="397C80"/>
                </a:solidFill>
                <a:latin typeface="Apple SD Gothic Neo"/>
                <a:ea typeface="Apple SD Gothic Neo"/>
                <a:cs typeface="Apple SD Gothic Neo"/>
              </a:rPr>
              <a:t>음성 연결을 잠시 종료</a:t>
            </a:r>
          </a:p>
        </p:txBody>
      </p:sp>
      <p:sp>
        <p:nvSpPr>
          <p:cNvPr id="9" name="dp42-background / participant 2 / 1">
            <a:extLst>
              <a:ext uri="{FF2B5EF4-FFF2-40B4-BE49-F238E27FC236}">
                <ns2:creationId id="{B4D1ED03-78CF-4BB1-AE8A-8B8343BA433D}"/>
              </a:ext>
            </a:extLst>
          </p:cNvPr>
          <p:cNvSpPr>
            <a:spLocks noGrp="1"/>
          </p:cNvSpPr>
          <p:nvPr/>
        </p:nvSpPr>
        <p:spPr>
          <a:xfrm>
            <a:off x="12525375" y="5162550"/>
            <a:ext cx="5238750" cy="437198"/>
          </a:xfrm>
          <a:prstGeom prst="rect">
            <a:avLst/>
          </a:prstGeom>
          <a:noFill/>
          <a:ln w="0">
            <a:noFill/>
          </a:ln>
        </p:spPr>
        <p:txBody>
          <a:bodyPr wrap="none" lIns="0" tIns="0" rIns="0" bIns="0" anchor="t">
            <a:noAutofit/>
          </a:bodyPr>
          <a:lstStyle/>
          <a:p>
            <a:pPr algn="ctr">
              <a:defRPr sz="2550" b="1">
                <a:solidFill>
                  <a:srgbClr val="202B30"/>
                </a:solidFill>
                <a:latin typeface="Apple SD Gothic Neo"/>
                <a:ea typeface="Apple SD Gothic Neo"/>
                <a:cs typeface="Apple SD Gothic Neo"/>
              </a:defRPr>
            </a:pPr>
            <a:r>
              <a:rPr sz="2550" b="1">
                <a:solidFill>
                  <a:srgbClr val="202B30"/>
                </a:solidFill>
                <a:latin typeface="Apple SD Gothic Neo"/>
                <a:ea typeface="Apple SD Gothic Neo"/>
                <a:cs typeface="Apple SD Gothic Neo"/>
              </a:rPr>
              <a:t>완료된 보고서 수정 Request</a:t>
            </a:r>
          </a:p>
        </p:txBody>
      </p:sp>
      <p:sp>
        <p:nvSpPr>
          <p:cNvPr id="10" name="dp42-background / first-request / 1">
            <a:extLst>
              <a:ext uri="{FF2B5EF4-FFF2-40B4-BE49-F238E27FC236}">
                <ns2:creationId id="{48CAFF01-D417-4537-A981-6759C27960BB}"/>
              </a:ext>
            </a:extLst>
          </p:cNvPr>
          <p:cNvSpPr>
            <a:spLocks noGrp="1"/>
          </p:cNvSpPr>
          <p:nvPr/>
        </p:nvSpPr>
        <p:spPr>
          <a:xfrm>
            <a:off x="523875" y="5667375"/>
            <a:ext cx="5238750" cy="347186"/>
          </a:xfrm>
          <a:prstGeom prst="rect">
            <a:avLst/>
          </a:prstGeom>
          <a:noFill/>
          <a:ln w="0">
            <a:noFill/>
          </a:ln>
        </p:spPr>
        <p:txBody>
          <a:bodyPr wrap="none" lIns="0" tIns="0" rIns="0" bIns="0" anchor="t">
            <a:noAutofit/>
          </a:bodyPr>
          <a:lstStyle/>
          <a:p>
            <a:pPr algn="ctr">
              <a:defRPr sz="2025" b="0">
                <a:solidFill>
                  <a:srgbClr val="202B30"/>
                </a:solidFill>
                <a:latin typeface="Apple SD Gothic Neo"/>
                <a:ea typeface="Apple SD Gothic Neo"/>
                <a:cs typeface="Apple SD Gothic Neo"/>
              </a:defRPr>
            </a:pPr>
            <a:r>
              <a:rPr sz="2025" b="0">
                <a:solidFill>
                  <a:srgbClr val="202B30"/>
                </a:solidFill>
                <a:latin typeface="Apple SD Gothic Neo"/>
                <a:ea typeface="Apple SD Gothic Neo"/>
                <a:cs typeface="Apple SD Gothic Neo"/>
              </a:rPr>
              <a:t>“이 자료로 보고서를 만들어줘.”</a:t>
            </a:r>
          </a:p>
        </p:txBody>
      </p:sp>
      <p:sp>
        <p:nvSpPr>
          <p:cNvPr id="11" name="dp42-background / connection-ended / 1">
            <a:extLst>
              <a:ext uri="{FF2B5EF4-FFF2-40B4-BE49-F238E27FC236}">
                <ns2:creationId id="{B75E7FEB-E06C-4D09-BCF9-4CF00BA10F0E}"/>
              </a:ext>
            </a:extLst>
          </p:cNvPr>
          <p:cNvSpPr>
            <a:spLocks noGrp="1"/>
          </p:cNvSpPr>
          <p:nvPr/>
        </p:nvSpPr>
        <p:spPr>
          <a:xfrm>
            <a:off x="6572250" y="5667375"/>
            <a:ext cx="5238750" cy="347186"/>
          </a:xfrm>
          <a:prstGeom prst="rect">
            <a:avLst/>
          </a:prstGeom>
          <a:noFill/>
          <a:ln w="0">
            <a:noFill/>
          </a:ln>
        </p:spPr>
        <p:txBody>
          <a:bodyPr wrap="none" lIns="0" tIns="0" rIns="0" bIns="0" anchor="t">
            <a:noAutofit/>
          </a:bodyPr>
          <a:lstStyle/>
          <a:p>
            <a:pPr algn="ctr">
              <a:defRPr sz="2025" b="0">
                <a:solidFill>
                  <a:srgbClr val="202B30"/>
                </a:solidFill>
                <a:latin typeface="Apple SD Gothic Neo"/>
                <a:ea typeface="Apple SD Gothic Neo"/>
                <a:cs typeface="Apple SD Gothic Neo"/>
              </a:defRPr>
            </a:pPr>
            <a:r>
              <a:rPr sz="2025" b="0">
                <a:solidFill>
                  <a:srgbClr val="202B30"/>
                </a:solidFill>
                <a:latin typeface="Apple SD Gothic Neo"/>
                <a:ea typeface="Apple SD Gothic Neo"/>
                <a:cs typeface="Apple SD Gothic Neo"/>
              </a:rPr>
              <a:t>보고서 Task는 계속 진행</a:t>
            </a:r>
          </a:p>
        </p:txBody>
      </p:sp>
      <p:sp>
        <p:nvSpPr>
          <p:cNvPr id="12" name="dp42-background / revision / 1">
            <a:extLst>
              <a:ext uri="{FF2B5EF4-FFF2-40B4-BE49-F238E27FC236}">
                <ns2:creationId id="{F54A4FA4-65ED-4B70-A9C7-5B28E2C29516}"/>
              </a:ext>
            </a:extLst>
          </p:cNvPr>
          <p:cNvSpPr>
            <a:spLocks noGrp="1"/>
          </p:cNvSpPr>
          <p:nvPr/>
        </p:nvSpPr>
        <p:spPr>
          <a:xfrm>
            <a:off x="12525375" y="5667375"/>
            <a:ext cx="5238750" cy="347186"/>
          </a:xfrm>
          <a:prstGeom prst="rect">
            <a:avLst/>
          </a:prstGeom>
          <a:noFill/>
          <a:ln w="0">
            <a:noFill/>
          </a:ln>
        </p:spPr>
        <p:txBody>
          <a:bodyPr wrap="none" lIns="0" tIns="0" rIns="0" bIns="0" anchor="t">
            <a:noAutofit/>
          </a:bodyPr>
          <a:lstStyle/>
          <a:p>
            <a:pPr algn="ctr">
              <a:defRPr sz="2025" b="0">
                <a:solidFill>
                  <a:srgbClr val="202B30"/>
                </a:solidFill>
                <a:latin typeface="Apple SD Gothic Neo"/>
                <a:ea typeface="Apple SD Gothic Neo"/>
                <a:cs typeface="Apple SD Gothic Neo"/>
              </a:defRPr>
            </a:pPr>
            <a:r>
              <a:rPr sz="2025" b="0">
                <a:solidFill>
                  <a:srgbClr val="202B30"/>
                </a:solidFill>
                <a:latin typeface="Apple SD Gothic Neo"/>
                <a:ea typeface="Apple SD Gothic Neo"/>
                <a:cs typeface="Apple SD Gothic Neo"/>
              </a:rPr>
              <a:t>“결론 부분만 짧게 바꿔줘.”</a:t>
            </a:r>
          </a:p>
        </p:txBody>
      </p:sp>
      <p:sp>
        <p:nvSpPr>
          <p:cNvPr id="13" name="dp42-background / row 음성 연결 / 1">
            <a:extLst>
              <a:ext uri="{FF2B5EF4-FFF2-40B4-BE49-F238E27FC236}">
                <ns2:creationId id="{72CFC0F1-CCF1-4977-A1FA-BB554657F4A8}"/>
              </a:ext>
            </a:extLst>
          </p:cNvPr>
          <p:cNvSpPr>
            <a:spLocks noGrp="1"/>
          </p:cNvSpPr>
          <p:nvPr/>
        </p:nvSpPr>
        <p:spPr>
          <a:xfrm>
            <a:off x="809625" y="6562725"/>
            <a:ext cx="3190875" cy="360045"/>
          </a:xfrm>
          <a:prstGeom prst="rect">
            <a:avLst/>
          </a:prstGeom>
          <a:noFill/>
          <a:ln w="0">
            <a:noFill/>
          </a:ln>
        </p:spPr>
        <p:txBody>
          <a:bodyPr wrap="none" lIns="0" tIns="0" rIns="0" bIns="0" anchor="t">
            <a:noAutofit/>
          </a:bodyPr>
          <a:lstStyle/>
          <a:p>
            <a:pPr algn="l">
              <a:defRPr sz="2100" b="1">
                <a:solidFill>
                  <a:srgbClr val="202B30"/>
                </a:solidFill>
                <a:latin typeface="Apple SD Gothic Neo"/>
                <a:ea typeface="Apple SD Gothic Neo"/>
                <a:cs typeface="Apple SD Gothic Neo"/>
              </a:defRPr>
            </a:pPr>
            <a:r>
              <a:rPr sz="2100" b="1">
                <a:solidFill>
                  <a:srgbClr val="202B30"/>
                </a:solidFill>
                <a:latin typeface="Apple SD Gothic Neo"/>
                <a:ea typeface="Apple SD Gothic Neo"/>
                <a:cs typeface="Apple SD Gothic Neo"/>
              </a:rPr>
              <a:t>음성 연결</a:t>
            </a:r>
          </a:p>
        </p:txBody>
      </p:sp>
      <p:sp>
        <p:nvSpPr>
          <p:cNvPr id="14" name="dp42-background / baseline 음성 연결">
            <a:extLst>
              <a:ext uri="{FF2B5EF4-FFF2-40B4-BE49-F238E27FC236}">
                <ns2:creationId id="{1F283908-EA79-41BE-A3B7-1DB45E9DD809}"/>
              </a:ext>
            </a:extLst>
          </p:cNvPr>
          <p:cNvSpPr>
            <a:spLocks noGrp="1"/>
          </p:cNvSpPr>
          <p:nvPr/>
        </p:nvSpPr>
        <p:spPr>
          <a:xfrm>
            <a:off x="4429125" y="6724650"/>
            <a:ext cx="12620625" cy="953"/>
          </a:xfrm>
          <a:custGeom>
            <a:pathLst>
              <a:path w="12620625" h="953">
                <a:moveTo>
                  <a:pt x="0" y="0"/>
                </a:moveTo>
                <a:lnTo>
                  <a:pt x="12620625" y="0"/>
                </a:lnTo>
              </a:path>
            </a:pathLst>
          </a:custGeom>
          <a:noFill/>
          <a:ln w="10478">
            <a:solidFill>
              <a:srgbClr val="CDD7DA"/>
            </a:solidFill>
            <a:prstDash val="dash"/>
          </a:ln>
        </p:spPr>
      </p:sp>
      <p:sp>
        <p:nvSpPr>
          <p:cNvPr id="15" name="dp42-background / row 개별 요청 처리 / 1">
            <a:extLst>
              <a:ext uri="{FF2B5EF4-FFF2-40B4-BE49-F238E27FC236}">
                <ns2:creationId id="{629B7755-69AF-4522-9F41-7ED3F572645E}"/>
              </a:ext>
            </a:extLst>
          </p:cNvPr>
          <p:cNvSpPr>
            <a:spLocks noGrp="1"/>
          </p:cNvSpPr>
          <p:nvPr/>
        </p:nvSpPr>
        <p:spPr>
          <a:xfrm>
            <a:off x="809625" y="7105650"/>
            <a:ext cx="3190875" cy="360045"/>
          </a:xfrm>
          <a:prstGeom prst="rect">
            <a:avLst/>
          </a:prstGeom>
          <a:noFill/>
          <a:ln w="0">
            <a:noFill/>
          </a:ln>
        </p:spPr>
        <p:txBody>
          <a:bodyPr wrap="none" lIns="0" tIns="0" rIns="0" bIns="0" anchor="t">
            <a:noAutofit/>
          </a:bodyPr>
          <a:lstStyle/>
          <a:p>
            <a:pPr algn="l">
              <a:defRPr sz="2100" b="1">
                <a:solidFill>
                  <a:srgbClr val="202B30"/>
                </a:solidFill>
                <a:latin typeface="Apple SD Gothic Neo"/>
                <a:ea typeface="Apple SD Gothic Neo"/>
                <a:cs typeface="Apple SD Gothic Neo"/>
              </a:defRPr>
            </a:pPr>
            <a:r>
              <a:rPr sz="2100" b="1">
                <a:solidFill>
                  <a:srgbClr val="202B30"/>
                </a:solidFill>
                <a:latin typeface="Apple SD Gothic Neo"/>
                <a:ea typeface="Apple SD Gothic Neo"/>
                <a:cs typeface="Apple SD Gothic Neo"/>
              </a:rPr>
              <a:t>개별 Request 처리</a:t>
            </a:r>
          </a:p>
        </p:txBody>
      </p:sp>
      <p:sp>
        <p:nvSpPr>
          <p:cNvPr id="16" name="dp42-background / baseline 개별 요청 처리">
            <a:extLst>
              <a:ext uri="{FF2B5EF4-FFF2-40B4-BE49-F238E27FC236}">
                <ns2:creationId id="{DBFACE34-3706-4EDF-A3F1-1DA38040E0FB}"/>
              </a:ext>
            </a:extLst>
          </p:cNvPr>
          <p:cNvSpPr>
            <a:spLocks noGrp="1"/>
          </p:cNvSpPr>
          <p:nvPr/>
        </p:nvSpPr>
        <p:spPr>
          <a:xfrm>
            <a:off x="4429125" y="7267575"/>
            <a:ext cx="12620625" cy="953"/>
          </a:xfrm>
          <a:custGeom>
            <a:pathLst>
              <a:path w="12620625" h="953">
                <a:moveTo>
                  <a:pt x="0" y="0"/>
                </a:moveTo>
                <a:lnTo>
                  <a:pt x="12620625" y="0"/>
                </a:lnTo>
              </a:path>
            </a:pathLst>
          </a:custGeom>
          <a:noFill/>
          <a:ln w="10478">
            <a:solidFill>
              <a:srgbClr val="CDD7DA"/>
            </a:solidFill>
            <a:prstDash val="dash"/>
          </a:ln>
        </p:spPr>
      </p:sp>
      <p:sp>
        <p:nvSpPr>
          <p:cNvPr id="17" name="dp42-background / row 보고서 업무 이력 / 1">
            <a:extLst>
              <a:ext uri="{FF2B5EF4-FFF2-40B4-BE49-F238E27FC236}">
                <ns2:creationId id="{F04B502D-7A5A-4997-A93D-8DACCA2CD748}"/>
              </a:ext>
            </a:extLst>
          </p:cNvPr>
          <p:cNvSpPr>
            <a:spLocks noGrp="1"/>
          </p:cNvSpPr>
          <p:nvPr/>
        </p:nvSpPr>
        <p:spPr>
          <a:xfrm>
            <a:off x="809625" y="7648575"/>
            <a:ext cx="3190875" cy="360045"/>
          </a:xfrm>
          <a:prstGeom prst="rect">
            <a:avLst/>
          </a:prstGeom>
          <a:noFill/>
          <a:ln w="0">
            <a:noFill/>
          </a:ln>
        </p:spPr>
        <p:txBody>
          <a:bodyPr wrap="none" lIns="0" tIns="0" rIns="0" bIns="0" anchor="t">
            <a:noAutofit/>
          </a:bodyPr>
          <a:lstStyle/>
          <a:p>
            <a:pPr algn="l">
              <a:defRPr sz="2100" b="1">
                <a:solidFill>
                  <a:srgbClr val="202B30"/>
                </a:solidFill>
                <a:latin typeface="Apple SD Gothic Neo"/>
                <a:ea typeface="Apple SD Gothic Neo"/>
                <a:cs typeface="Apple SD Gothic Neo"/>
              </a:defRPr>
            </a:pPr>
            <a:r>
              <a:rPr sz="2100" b="1">
                <a:solidFill>
                  <a:srgbClr val="202B30"/>
                </a:solidFill>
                <a:latin typeface="Apple SD Gothic Neo"/>
                <a:ea typeface="Apple SD Gothic Neo"/>
                <a:cs typeface="Apple SD Gothic Neo"/>
              </a:rPr>
              <a:t>보고서 Task 이력</a:t>
            </a:r>
          </a:p>
        </p:txBody>
      </p:sp>
      <p:sp>
        <p:nvSpPr>
          <p:cNvPr id="18" name="dp42-background / baseline 보고서 업무 이력">
            <a:extLst>
              <a:ext uri="{FF2B5EF4-FFF2-40B4-BE49-F238E27FC236}">
                <ns2:creationId id="{48EB61FD-3000-479A-87C0-BB7466DAFB99}"/>
              </a:ext>
            </a:extLst>
          </p:cNvPr>
          <p:cNvSpPr>
            <a:spLocks noGrp="1"/>
          </p:cNvSpPr>
          <p:nvPr/>
        </p:nvSpPr>
        <p:spPr>
          <a:xfrm>
            <a:off x="4429125" y="7810500"/>
            <a:ext cx="12620625" cy="953"/>
          </a:xfrm>
          <a:custGeom>
            <a:pathLst>
              <a:path w="12620625" h="953">
                <a:moveTo>
                  <a:pt x="0" y="0"/>
                </a:moveTo>
                <a:lnTo>
                  <a:pt x="12620625" y="0"/>
                </a:lnTo>
              </a:path>
            </a:pathLst>
          </a:custGeom>
          <a:noFill/>
          <a:ln w="10478">
            <a:solidFill>
              <a:srgbClr val="CDD7DA"/>
            </a:solidFill>
            <a:prstDash val="dash"/>
          </a:ln>
        </p:spPr>
      </p:sp>
      <p:sp>
        <p:nvSpPr>
          <p:cNvPr id="19" name="dp42-background / row Agent의 실제 실행 / 1">
            <a:extLst>
              <a:ext uri="{FF2B5EF4-FFF2-40B4-BE49-F238E27FC236}">
                <ns2:creationId id="{4BB2548F-E530-4B88-823C-14AF4CC9F93A}"/>
              </a:ext>
            </a:extLst>
          </p:cNvPr>
          <p:cNvSpPr>
            <a:spLocks noGrp="1"/>
          </p:cNvSpPr>
          <p:nvPr/>
        </p:nvSpPr>
        <p:spPr>
          <a:xfrm>
            <a:off x="809625" y="8191500"/>
            <a:ext cx="3190875" cy="360045"/>
          </a:xfrm>
          <a:prstGeom prst="rect">
            <a:avLst/>
          </a:prstGeom>
          <a:noFill/>
          <a:ln w="0">
            <a:noFill/>
          </a:ln>
        </p:spPr>
        <p:txBody>
          <a:bodyPr wrap="none" lIns="0" tIns="0" rIns="0" bIns="0" anchor="t">
            <a:noAutofit/>
          </a:bodyPr>
          <a:lstStyle/>
          <a:p>
            <a:pPr algn="l">
              <a:defRPr sz="2100" b="1">
                <a:solidFill>
                  <a:srgbClr val="202B30"/>
                </a:solidFill>
                <a:latin typeface="Apple SD Gothic Neo"/>
                <a:ea typeface="Apple SD Gothic Neo"/>
                <a:cs typeface="Apple SD Gothic Neo"/>
              </a:defRPr>
            </a:pPr>
            <a:r>
              <a:rPr sz="2100" b="1">
                <a:solidFill>
                  <a:srgbClr val="202B30"/>
                </a:solidFill>
                <a:latin typeface="Apple SD Gothic Neo"/>
                <a:ea typeface="Apple SD Gothic Neo"/>
                <a:cs typeface="Apple SD Gothic Neo"/>
              </a:rPr>
              <a:t>Agent의 실제 실행</a:t>
            </a:r>
          </a:p>
        </p:txBody>
      </p:sp>
      <p:sp>
        <p:nvSpPr>
          <p:cNvPr id="20" name="dp42-background / baseline Agent의 실제 실행">
            <a:extLst>
              <a:ext uri="{FF2B5EF4-FFF2-40B4-BE49-F238E27FC236}">
                <ns2:creationId id="{8BCA3FC4-337A-4EB7-8772-5201166DB6EC}"/>
              </a:ext>
            </a:extLst>
          </p:cNvPr>
          <p:cNvSpPr>
            <a:spLocks noGrp="1"/>
          </p:cNvSpPr>
          <p:nvPr/>
        </p:nvSpPr>
        <p:spPr>
          <a:xfrm>
            <a:off x="4429125" y="8353425"/>
            <a:ext cx="12620625" cy="953"/>
          </a:xfrm>
          <a:custGeom>
            <a:pathLst>
              <a:path w="12620625" h="953">
                <a:moveTo>
                  <a:pt x="0" y="0"/>
                </a:moveTo>
                <a:lnTo>
                  <a:pt x="12620625" y="0"/>
                </a:lnTo>
              </a:path>
            </a:pathLst>
          </a:custGeom>
          <a:noFill/>
          <a:ln w="10478">
            <a:solidFill>
              <a:srgbClr val="CDD7DA"/>
            </a:solidFill>
            <a:prstDash val="dash"/>
          </a:ln>
        </p:spPr>
      </p:sp>
      <p:sp>
        <p:nvSpPr>
          <p:cNvPr id="21" name="dp42-background / voice-first">
            <a:extLst>
              <a:ext uri="{FF2B5EF4-FFF2-40B4-BE49-F238E27FC236}">
                <ns2:creationId id="{185B9781-6D9F-4EA7-B0F1-F8127EF0966A}"/>
              </a:ext>
            </a:extLst>
          </p:cNvPr>
          <p:cNvSpPr>
            <a:spLocks noGrp="1"/>
          </p:cNvSpPr>
          <p:nvPr/>
        </p:nvSpPr>
        <p:spPr>
          <a:xfrm>
            <a:off x="4429125" y="6724650"/>
            <a:ext cx="2381250" cy="953"/>
          </a:xfrm>
          <a:custGeom>
            <a:pathLst>
              <a:path w="2381250" h="953">
                <a:moveTo>
                  <a:pt x="0" y="0"/>
                </a:moveTo>
                <a:lnTo>
                  <a:pt x="2381250" y="0"/>
                </a:lnTo>
              </a:path>
            </a:pathLst>
          </a:custGeom>
          <a:noFill/>
          <a:ln w="38100">
            <a:solidFill>
              <a:srgbClr val="397C80"/>
            </a:solidFill>
            <a:prstDash val="solid"/>
          </a:ln>
        </p:spPr>
      </p:sp>
      <p:sp>
        <p:nvSpPr>
          <p:cNvPr id="22" name="dp42-background / voice-return">
            <a:extLst>
              <a:ext uri="{FF2B5EF4-FFF2-40B4-BE49-F238E27FC236}">
                <ns2:creationId id="{AA752ACB-7B8E-4BB6-B88B-1E3A24685620}"/>
              </a:ext>
            </a:extLst>
          </p:cNvPr>
          <p:cNvSpPr>
            <a:spLocks noGrp="1"/>
          </p:cNvSpPr>
          <p:nvPr/>
        </p:nvSpPr>
        <p:spPr>
          <a:xfrm>
            <a:off x="13001625" y="6724650"/>
            <a:ext cx="4048125" cy="953"/>
          </a:xfrm>
          <a:custGeom>
            <a:pathLst>
              <a:path w="4048125" h="953">
                <a:moveTo>
                  <a:pt x="0" y="0"/>
                </a:moveTo>
                <a:lnTo>
                  <a:pt x="4048125" y="0"/>
                </a:lnTo>
              </a:path>
            </a:pathLst>
          </a:custGeom>
          <a:noFill/>
          <a:ln w="38100">
            <a:solidFill>
              <a:srgbClr val="397C80"/>
            </a:solidFill>
            <a:prstDash val="solid"/>
          </a:ln>
        </p:spPr>
      </p:sp>
      <p:sp>
        <p:nvSpPr>
          <p:cNvPr id="23" name="dp42-background / voice-off / 1">
            <a:extLst>
              <a:ext uri="{FF2B5EF4-FFF2-40B4-BE49-F238E27FC236}">
                <ns2:creationId id="{8FF0E6F2-B30A-4686-9EFC-026062A722AC}"/>
              </a:ext>
            </a:extLst>
          </p:cNvPr>
          <p:cNvSpPr>
            <a:spLocks noGrp="1"/>
          </p:cNvSpPr>
          <p:nvPr/>
        </p:nvSpPr>
        <p:spPr>
          <a:xfrm>
            <a:off x="8191500" y="6467475"/>
            <a:ext cx="3095625" cy="308610"/>
          </a:xfrm>
          <a:prstGeom prst="rect">
            <a:avLst/>
          </a:prstGeom>
          <a:noFill/>
          <a:ln w="0">
            <a:noFill/>
          </a:ln>
        </p:spPr>
        <p:txBody>
          <a:bodyPr wrap="none" lIns="0" tIns="0" rIns="0" bIns="0" anchor="t">
            <a:noAutofit/>
          </a:bodyPr>
          <a:lstStyle/>
          <a:p>
            <a:pPr algn="ctr">
              <a:defRPr sz="1800" b="0">
                <a:solidFill>
                  <a:srgbClr val="66777D"/>
                </a:solidFill>
                <a:latin typeface="Apple SD Gothic Neo"/>
                <a:ea typeface="Apple SD Gothic Neo"/>
                <a:cs typeface="Apple SD Gothic Neo"/>
              </a:defRPr>
            </a:pPr>
            <a:r>
              <a:rPr sz="1800" b="0">
                <a:solidFill>
                  <a:srgbClr val="66777D"/>
                </a:solidFill>
                <a:latin typeface="Apple SD Gothic Neo"/>
                <a:ea typeface="Apple SD Gothic Neo"/>
                <a:cs typeface="Apple SD Gothic Neo"/>
              </a:rPr>
              <a:t>연결 없음</a:t>
            </a:r>
          </a:p>
        </p:txBody>
      </p:sp>
      <p:sp>
        <p:nvSpPr>
          <p:cNvPr id="24" name="dp42-background / request-one">
            <a:extLst>
              <a:ext uri="{FF2B5EF4-FFF2-40B4-BE49-F238E27FC236}">
                <ns2:creationId id="{29DECE25-56B8-4564-A4C0-277601D3FE37}"/>
              </a:ext>
            </a:extLst>
          </p:cNvPr>
          <p:cNvSpPr>
            <a:spLocks noGrp="1"/>
          </p:cNvSpPr>
          <p:nvPr/>
        </p:nvSpPr>
        <p:spPr>
          <a:xfrm>
            <a:off x="4429125" y="7267575"/>
            <a:ext cx="1762125" cy="953"/>
          </a:xfrm>
          <a:custGeom>
            <a:pathLst>
              <a:path w="1762125" h="953">
                <a:moveTo>
                  <a:pt x="0" y="0"/>
                </a:moveTo>
                <a:lnTo>
                  <a:pt x="1762125" y="0"/>
                </a:lnTo>
              </a:path>
            </a:pathLst>
          </a:custGeom>
          <a:noFill/>
          <a:ln w="38100">
            <a:solidFill>
              <a:srgbClr val="397C80"/>
            </a:solidFill>
            <a:prstDash val="solid"/>
          </a:ln>
        </p:spPr>
      </p:sp>
      <p:sp>
        <p:nvSpPr>
          <p:cNvPr id="25" name="dp42-background / request-two">
            <a:extLst>
              <a:ext uri="{FF2B5EF4-FFF2-40B4-BE49-F238E27FC236}">
                <ns2:creationId id="{28789A24-B964-4B25-8179-18C52FAC046B}"/>
              </a:ext>
            </a:extLst>
          </p:cNvPr>
          <p:cNvSpPr>
            <a:spLocks noGrp="1"/>
          </p:cNvSpPr>
          <p:nvPr/>
        </p:nvSpPr>
        <p:spPr>
          <a:xfrm>
            <a:off x="13001625" y="7267575"/>
            <a:ext cx="2714625" cy="953"/>
          </a:xfrm>
          <a:custGeom>
            <a:pathLst>
              <a:path w="2714625" h="953">
                <a:moveTo>
                  <a:pt x="0" y="0"/>
                </a:moveTo>
                <a:lnTo>
                  <a:pt x="2714625" y="0"/>
                </a:lnTo>
              </a:path>
            </a:pathLst>
          </a:custGeom>
          <a:noFill/>
          <a:ln w="38100">
            <a:solidFill>
              <a:srgbClr val="397C80"/>
            </a:solidFill>
            <a:prstDash val="solid"/>
          </a:ln>
        </p:spPr>
      </p:sp>
      <p:sp>
        <p:nvSpPr>
          <p:cNvPr id="26" name="dp42-background / request-one-label / 1">
            <a:extLst>
              <a:ext uri="{FF2B5EF4-FFF2-40B4-BE49-F238E27FC236}">
                <ns2:creationId id="{D56CC3AF-4140-4237-9685-2EB0128D30CE}"/>
              </a:ext>
            </a:extLst>
          </p:cNvPr>
          <p:cNvSpPr>
            <a:spLocks noGrp="1"/>
          </p:cNvSpPr>
          <p:nvPr/>
        </p:nvSpPr>
        <p:spPr>
          <a:xfrm>
            <a:off x="4381500" y="7000875"/>
            <a:ext cx="1905000" cy="295751"/>
          </a:xfrm>
          <a:prstGeom prst="rect">
            <a:avLst/>
          </a:prstGeom>
          <a:noFill/>
          <a:ln w="0">
            <a:noFill/>
          </a:ln>
        </p:spPr>
        <p:txBody>
          <a:bodyPr wrap="none" lIns="0" tIns="0" rIns="0" bIns="0" anchor="t">
            <a:noAutofit/>
          </a:bodyPr>
          <a:lstStyle/>
          <a:p>
            <a:pPr algn="ctr">
              <a:defRPr sz="1725" b="0">
                <a:solidFill>
                  <a:srgbClr val="397C80"/>
                </a:solidFill>
                <a:latin typeface="Apple SD Gothic Neo"/>
                <a:ea typeface="Apple SD Gothic Neo"/>
                <a:cs typeface="Apple SD Gothic Neo"/>
              </a:defRPr>
            </a:pPr>
            <a:r>
              <a:rPr sz="1725" b="0">
                <a:solidFill>
                  <a:srgbClr val="397C80"/>
                </a:solidFill>
                <a:latin typeface="Apple SD Gothic Neo"/>
                <a:ea typeface="Apple SD Gothic Neo"/>
                <a:cs typeface="Apple SD Gothic Neo"/>
              </a:rPr>
              <a:t>위임 Request 처리</a:t>
            </a:r>
          </a:p>
        </p:txBody>
      </p:sp>
      <p:sp>
        <p:nvSpPr>
          <p:cNvPr id="27" name="dp42-background / request-two-label / 1">
            <a:extLst>
              <a:ext uri="{FF2B5EF4-FFF2-40B4-BE49-F238E27FC236}">
                <ns2:creationId id="{407A0982-4447-4681-960D-BF8B0E065C25}"/>
              </a:ext>
            </a:extLst>
          </p:cNvPr>
          <p:cNvSpPr>
            <a:spLocks noGrp="1"/>
          </p:cNvSpPr>
          <p:nvPr/>
        </p:nvSpPr>
        <p:spPr>
          <a:xfrm>
            <a:off x="13001625" y="7000875"/>
            <a:ext cx="2714625" cy="295751"/>
          </a:xfrm>
          <a:prstGeom prst="rect">
            <a:avLst/>
          </a:prstGeom>
          <a:noFill/>
          <a:ln w="0">
            <a:noFill/>
          </a:ln>
        </p:spPr>
        <p:txBody>
          <a:bodyPr wrap="none" lIns="0" tIns="0" rIns="0" bIns="0" anchor="t">
            <a:noAutofit/>
          </a:bodyPr>
          <a:lstStyle/>
          <a:p>
            <a:pPr algn="ctr">
              <a:defRPr sz="1725" b="0">
                <a:solidFill>
                  <a:srgbClr val="397C80"/>
                </a:solidFill>
                <a:latin typeface="Apple SD Gothic Neo"/>
                <a:ea typeface="Apple SD Gothic Neo"/>
                <a:cs typeface="Apple SD Gothic Neo"/>
              </a:defRPr>
            </a:pPr>
            <a:r>
              <a:rPr sz="1725" b="0">
                <a:solidFill>
                  <a:srgbClr val="397C80"/>
                </a:solidFill>
                <a:latin typeface="Apple SD Gothic Neo"/>
                <a:ea typeface="Apple SD Gothic Neo"/>
                <a:cs typeface="Apple SD Gothic Neo"/>
              </a:rPr>
              <a:t>수정 Request 처리</a:t>
            </a:r>
          </a:p>
        </p:txBody>
      </p:sp>
      <p:sp>
        <p:nvSpPr>
          <p:cNvPr id="28" name="dp42-background / task-history">
            <a:extLst>
              <a:ext uri="{FF2B5EF4-FFF2-40B4-BE49-F238E27FC236}">
                <ns2:creationId id="{E75DC90F-DAF2-4C8E-BE54-DE7D7D06ED0B}"/>
              </a:ext>
            </a:extLst>
          </p:cNvPr>
          <p:cNvSpPr>
            <a:spLocks noGrp="1"/>
          </p:cNvSpPr>
          <p:nvPr/>
        </p:nvSpPr>
        <p:spPr>
          <a:xfrm>
            <a:off x="4429125" y="7810500"/>
            <a:ext cx="12620625" cy="953"/>
          </a:xfrm>
          <a:custGeom>
            <a:pathLst>
              <a:path w="12620625" h="953">
                <a:moveTo>
                  <a:pt x="0" y="0"/>
                </a:moveTo>
                <a:lnTo>
                  <a:pt x="12620625" y="0"/>
                </a:lnTo>
              </a:path>
            </a:pathLst>
          </a:custGeom>
          <a:noFill/>
          <a:ln w="38100">
            <a:solidFill>
              <a:srgbClr val="397C80"/>
            </a:solidFill>
            <a:prstDash val="solid"/>
          </a:ln>
        </p:spPr>
      </p:sp>
      <p:sp>
        <p:nvSpPr>
          <p:cNvPr id="29" name="dp42-background / task-record / 1">
            <a:extLst>
              <a:ext uri="{FF2B5EF4-FFF2-40B4-BE49-F238E27FC236}">
                <ns2:creationId id="{BAC2511F-35A9-41BA-B9F2-8AD4B897DB31}"/>
              </a:ext>
            </a:extLst>
          </p:cNvPr>
          <p:cNvSpPr>
            <a:spLocks noGrp="1"/>
          </p:cNvSpPr>
          <p:nvPr/>
        </p:nvSpPr>
        <p:spPr>
          <a:xfrm>
            <a:off x="6953250" y="7543800"/>
            <a:ext cx="8953500" cy="308610"/>
          </a:xfrm>
          <a:prstGeom prst="rect">
            <a:avLst/>
          </a:prstGeom>
          <a:noFill/>
          <a:ln w="0">
            <a:noFill/>
          </a:ln>
        </p:spPr>
        <p:txBody>
          <a:bodyPr wrap="none" lIns="0" tIns="0" rIns="0" bIns="0" anchor="t">
            <a:noAutofit/>
          </a:bodyPr>
          <a:lstStyle/>
          <a:p>
            <a:pPr algn="ctr">
              <a:defRPr sz="1800" b="0">
                <a:solidFill>
                  <a:srgbClr val="397C80"/>
                </a:solidFill>
                <a:latin typeface="Apple SD Gothic Neo"/>
                <a:ea typeface="Apple SD Gothic Neo"/>
                <a:cs typeface="Apple SD Gothic Neo"/>
              </a:defRPr>
            </a:pPr>
            <a:r>
              <a:rPr sz="1800" b="0">
                <a:solidFill>
                  <a:srgbClr val="397C80"/>
                </a:solidFill>
                <a:latin typeface="Apple SD Gothic Neo"/>
                <a:ea typeface="Apple SD Gothic Neo"/>
                <a:cs typeface="Apple SD Gothic Neo"/>
              </a:rPr>
              <a:t>같은 보고서의 Task, 결과, 정정 이력을 유지</a:t>
            </a:r>
          </a:p>
        </p:txBody>
      </p:sp>
      <p:sp>
        <p:nvSpPr>
          <p:cNvPr id="30" name="dp42-background / write-execution">
            <a:extLst>
              <a:ext uri="{FF2B5EF4-FFF2-40B4-BE49-F238E27FC236}">
                <ns2:creationId id="{99304BD3-6851-4624-BD63-C82F9D964B16}"/>
              </a:ext>
            </a:extLst>
          </p:cNvPr>
          <p:cNvSpPr>
            <a:spLocks noGrp="1"/>
          </p:cNvSpPr>
          <p:nvPr/>
        </p:nvSpPr>
        <p:spPr>
          <a:xfrm>
            <a:off x="5286375" y="8353425"/>
            <a:ext cx="5429250" cy="953"/>
          </a:xfrm>
          <a:custGeom>
            <a:pathLst>
              <a:path w="5429250" h="953">
                <a:moveTo>
                  <a:pt x="0" y="0"/>
                </a:moveTo>
                <a:lnTo>
                  <a:pt x="5429250" y="0"/>
                </a:lnTo>
              </a:path>
            </a:pathLst>
          </a:custGeom>
          <a:noFill/>
          <a:ln w="38100">
            <a:solidFill>
              <a:srgbClr val="A56237"/>
            </a:solidFill>
            <a:prstDash val="solid"/>
          </a:ln>
        </p:spPr>
      </p:sp>
      <p:sp>
        <p:nvSpPr>
          <p:cNvPr id="31" name="dp42-background / revise-execution">
            <a:extLst>
              <a:ext uri="{FF2B5EF4-FFF2-40B4-BE49-F238E27FC236}">
                <ns2:creationId id="{3A618855-E9BE-4EB6-8DEF-463319E47E75}"/>
              </a:ext>
            </a:extLst>
          </p:cNvPr>
          <p:cNvSpPr>
            <a:spLocks noGrp="1"/>
          </p:cNvSpPr>
          <p:nvPr/>
        </p:nvSpPr>
        <p:spPr>
          <a:xfrm>
            <a:off x="14097000" y="8353425"/>
            <a:ext cx="2952750" cy="953"/>
          </a:xfrm>
          <a:custGeom>
            <a:pathLst>
              <a:path w="2952750" h="953">
                <a:moveTo>
                  <a:pt x="0" y="0"/>
                </a:moveTo>
                <a:lnTo>
                  <a:pt x="2952750" y="0"/>
                </a:lnTo>
              </a:path>
            </a:pathLst>
          </a:custGeom>
          <a:noFill/>
          <a:ln w="38100">
            <a:solidFill>
              <a:srgbClr val="A56237"/>
            </a:solidFill>
            <a:prstDash val="solid"/>
          </a:ln>
        </p:spPr>
      </p:sp>
      <p:sp>
        <p:nvSpPr>
          <p:cNvPr id="32" name="dp42-background / write-label / 1">
            <a:extLst>
              <a:ext uri="{FF2B5EF4-FFF2-40B4-BE49-F238E27FC236}">
                <ns2:creationId id="{B2F26442-1B03-4AF0-80A8-072F9280AE38}"/>
              </a:ext>
            </a:extLst>
          </p:cNvPr>
          <p:cNvSpPr>
            <a:spLocks noGrp="1"/>
          </p:cNvSpPr>
          <p:nvPr/>
        </p:nvSpPr>
        <p:spPr>
          <a:xfrm>
            <a:off x="6191250" y="8086725"/>
            <a:ext cx="3810000" cy="308610"/>
          </a:xfrm>
          <a:prstGeom prst="rect">
            <a:avLst/>
          </a:prstGeom>
          <a:noFill/>
          <a:ln w="0">
            <a:noFill/>
          </a:ln>
        </p:spPr>
        <p:txBody>
          <a:bodyPr wrap="none" lIns="0" tIns="0" rIns="0" bIns="0" anchor="t">
            <a:noAutofit/>
          </a:bodyPr>
          <a:lstStyle/>
          <a:p>
            <a:pPr algn="ctr">
              <a:defRPr sz="1800" b="0">
                <a:solidFill>
                  <a:srgbClr val="A56237"/>
                </a:solidFill>
                <a:latin typeface="Apple SD Gothic Neo"/>
                <a:ea typeface="Apple SD Gothic Neo"/>
                <a:cs typeface="Apple SD Gothic Neo"/>
              </a:defRPr>
            </a:pPr>
            <a:r>
              <a:rPr sz="1800" b="0">
                <a:solidFill>
                  <a:srgbClr val="A56237"/>
                </a:solidFill>
                <a:latin typeface="Apple SD Gothic Neo"/>
                <a:ea typeface="Apple SD Gothic Neo"/>
                <a:cs typeface="Apple SD Gothic Neo"/>
              </a:rPr>
              <a:t>보고서 작성 실행</a:t>
            </a:r>
          </a:p>
        </p:txBody>
      </p:sp>
      <p:sp>
        <p:nvSpPr>
          <p:cNvPr id="33" name="dp42-background / revise-label / 1">
            <a:extLst>
              <a:ext uri="{FF2B5EF4-FFF2-40B4-BE49-F238E27FC236}">
                <ns2:creationId id="{F7F7B9F8-E098-4522-BBBE-6268DEBD874F}"/>
              </a:ext>
            </a:extLst>
          </p:cNvPr>
          <p:cNvSpPr>
            <a:spLocks noGrp="1"/>
          </p:cNvSpPr>
          <p:nvPr/>
        </p:nvSpPr>
        <p:spPr>
          <a:xfrm>
            <a:off x="14097000" y="8086725"/>
            <a:ext cx="2952750" cy="308610"/>
          </a:xfrm>
          <a:prstGeom prst="rect">
            <a:avLst/>
          </a:prstGeom>
          <a:noFill/>
          <a:ln w="0">
            <a:noFill/>
          </a:ln>
        </p:spPr>
        <p:txBody>
          <a:bodyPr wrap="none" lIns="0" tIns="0" rIns="0" bIns="0" anchor="t">
            <a:noAutofit/>
          </a:bodyPr>
          <a:lstStyle/>
          <a:p>
            <a:pPr algn="ctr">
              <a:defRPr sz="1800" b="0">
                <a:solidFill>
                  <a:srgbClr val="A56237"/>
                </a:solidFill>
                <a:latin typeface="Apple SD Gothic Neo"/>
                <a:ea typeface="Apple SD Gothic Neo"/>
                <a:cs typeface="Apple SD Gothic Neo"/>
              </a:defRPr>
            </a:pPr>
            <a:r>
              <a:rPr sz="1800" b="0">
                <a:solidFill>
                  <a:srgbClr val="A56237"/>
                </a:solidFill>
                <a:latin typeface="Apple SD Gothic Neo"/>
                <a:ea typeface="Apple SD Gothic Neo"/>
                <a:cs typeface="Apple SD Gothic Neo"/>
              </a:rPr>
              <a:t>보고서 수정 실행</a:t>
            </a:r>
          </a:p>
        </p:txBody>
      </p:sp>
      <p:sp>
        <p:nvSpPr>
          <p:cNvPr id="34" name="dp42-background / user-benefit / 1">
            <a:extLst>
              <a:ext uri="{FF2B5EF4-FFF2-40B4-BE49-F238E27FC236}">
                <ns2:creationId id="{B26FCDF5-539B-4C14-94B4-44C3E94202AE}"/>
              </a:ext>
            </a:extLst>
          </p:cNvPr>
          <p:cNvSpPr>
            <a:spLocks noGrp="1"/>
          </p:cNvSpPr>
          <p:nvPr/>
        </p:nvSpPr>
        <p:spPr>
          <a:xfrm>
            <a:off x="904875" y="8696325"/>
            <a:ext cx="16478250" cy="372904"/>
          </a:xfrm>
          <a:prstGeom prst="rect">
            <a:avLst/>
          </a:prstGeom>
          <a:noFill/>
          <a:ln w="0">
            <a:noFill/>
          </a:ln>
        </p:spPr>
        <p:txBody>
          <a:bodyPr wrap="none" lIns="0" tIns="0" rIns="0" bIns="0" anchor="t">
            <a:noAutofit/>
          </a:bodyPr>
          <a:lstStyle/>
          <a:p>
            <a:pPr algn="ctr">
              <a:defRPr sz="2175" b="1">
                <a:solidFill>
                  <a:srgbClr val="202B30"/>
                </a:solidFill>
                <a:latin typeface="Apple SD Gothic Neo"/>
                <a:ea typeface="Apple SD Gothic Neo"/>
                <a:cs typeface="Apple SD Gothic Neo"/>
              </a:defRPr>
            </a:pPr>
            <a:r>
              <a:rPr sz="2175" b="1">
                <a:solidFill>
                  <a:srgbClr val="202B30"/>
                </a:solidFill>
                <a:latin typeface="Apple SD Gothic Neo"/>
                <a:ea typeface="Apple SD Gothic Neo"/>
                <a:cs typeface="Apple SD Gothic Neo"/>
              </a:rPr>
              <a:t>사용자는 다시 돌아와, 이미 맡긴 보고서의 결과를 확인하고 수정을 이어갑니다</a:t>
            </a:r>
          </a:p>
        </p:txBody>
      </p:sp>
      <p:sp>
        <p:nvSpPr>
          <p:cNvPr id="35" name="dp42-background / challenge-divider">
            <a:extLst>
              <a:ext uri="{FF2B5EF4-FFF2-40B4-BE49-F238E27FC236}">
                <ns2:creationId id="{E295A05B-2760-4895-B257-600CE5EF53D7}"/>
              </a:ext>
            </a:extLst>
          </p:cNvPr>
          <p:cNvSpPr>
            <a:spLocks noGrp="1"/>
          </p:cNvSpPr>
          <p:nvPr/>
        </p:nvSpPr>
        <p:spPr>
          <a:xfrm>
            <a:off x="904875" y="9077325"/>
            <a:ext cx="16478250" cy="953"/>
          </a:xfrm>
          <a:custGeom>
            <a:pathLst>
              <a:path w="16478250" h="953">
                <a:moveTo>
                  <a:pt x="0" y="0"/>
                </a:moveTo>
                <a:lnTo>
                  <a:pt x="16478250" y="0"/>
                </a:lnTo>
              </a:path>
            </a:pathLst>
          </a:custGeom>
          <a:noFill/>
          <a:ln w="12383">
            <a:solidFill>
              <a:srgbClr val="CDD7DA"/>
            </a:solidFill>
            <a:prstDash val="solid"/>
          </a:ln>
        </p:spPr>
      </p:sp>
      <p:sp>
        <p:nvSpPr>
          <p:cNvPr id="36" name="dp42-background / design-challenge / 1">
            <a:extLst>
              <a:ext uri="{FF2B5EF4-FFF2-40B4-BE49-F238E27FC236}">
                <ns2:creationId id="{01316599-B2F3-48F8-B411-3A7BFC759EFF}"/>
              </a:ext>
            </a:extLst>
          </p:cNvPr>
          <p:cNvSpPr>
            <a:spLocks noGrp="1"/>
          </p:cNvSpPr>
          <p:nvPr/>
        </p:nvSpPr>
        <p:spPr>
          <a:xfrm>
            <a:off x="904875" y="9286875"/>
            <a:ext cx="16478250" cy="411480"/>
          </a:xfrm>
          <a:prstGeom prst="rect">
            <a:avLst/>
          </a:prstGeom>
          <a:noFill/>
          <a:ln w="0">
            <a:noFill/>
          </a:ln>
        </p:spPr>
        <p:txBody>
          <a:bodyPr wrap="none" lIns="0" tIns="0" rIns="0" bIns="0" anchor="t">
            <a:noAutofit/>
          </a:bodyPr>
          <a:lstStyle/>
          <a:p>
            <a:pPr algn="ctr">
              <a:defRPr sz="2400" b="1">
                <a:solidFill>
                  <a:srgbClr val="397C80"/>
                </a:solidFill>
                <a:latin typeface="Apple SD Gothic Neo"/>
                <a:ea typeface="Apple SD Gothic Neo"/>
                <a:cs typeface="Apple SD Gothic Neo"/>
              </a:defRPr>
            </a:pPr>
            <a:r>
              <a:rPr sz="2400" b="1">
                <a:solidFill>
                  <a:srgbClr val="397C80"/>
                </a:solidFill>
                <a:latin typeface="Apple SD Gothic Neo"/>
                <a:ea typeface="Apple SD Gothic Neo"/>
                <a:cs typeface="Apple SD Gothic Neo"/>
              </a:rPr>
              <a:t>대화 연결과 Request 처리가 끝나도 Task의 진행 상태와 결과 기록을 유지하고,</a:t>
            </a:r>
          </a:p>
        </p:txBody>
      </p:sp>
      <p:sp>
        <p:nvSpPr>
          <p:cNvPr id="37" name="dp42-background / design-challenge / 2">
            <a:extLst>
              <a:ext uri="{FF2B5EF4-FFF2-40B4-BE49-F238E27FC236}">
                <ns2:creationId id="{0D2213E5-A8E3-43CE-9870-9AEDDEF51C76}"/>
              </a:ext>
            </a:extLst>
          </p:cNvPr>
          <p:cNvSpPr>
            <a:spLocks noGrp="1"/>
          </p:cNvSpPr>
          <p:nvPr/>
        </p:nvSpPr>
        <p:spPr>
          <a:xfrm>
            <a:off x="904875" y="9667875"/>
            <a:ext cx="16478250" cy="411480"/>
          </a:xfrm>
          <a:prstGeom prst="rect">
            <a:avLst/>
          </a:prstGeom>
          <a:noFill/>
          <a:ln w="0">
            <a:noFill/>
          </a:ln>
        </p:spPr>
        <p:txBody>
          <a:bodyPr wrap="none" lIns="0" tIns="0" rIns="0" bIns="0" anchor="t">
            <a:noAutofit/>
          </a:bodyPr>
          <a:lstStyle/>
          <a:p>
            <a:pPr algn="ctr">
              <a:defRPr sz="2400" b="1">
                <a:solidFill>
                  <a:srgbClr val="397C80"/>
                </a:solidFill>
                <a:latin typeface="Apple SD Gothic Neo"/>
                <a:ea typeface="Apple SD Gothic Neo"/>
                <a:cs typeface="Apple SD Gothic Neo"/>
              </a:defRPr>
            </a:pPr>
            <a:r>
              <a:rPr sz="2400" b="1">
                <a:solidFill>
                  <a:srgbClr val="397C80"/>
                </a:solidFill>
                <a:latin typeface="Apple SD Gothic Neo"/>
                <a:ea typeface="Apple SD Gothic Neo"/>
                <a:cs typeface="Apple SD Gothic Neo"/>
              </a:rPr>
              <a:t>서로 다른 수명을 가진 상태와 연결 관계를 일관되게 관리하는 구조</a:t>
            </a:r>
          </a:p>
        </p:txBody>
      </p:sp>
    </p:spTree>
    <p:extLst>
      <p:ext uri="{BB962C8B-B14F-4D97-AF65-F5344CB8AC3E}">
        <p14:creationId val="204463024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4" name="dp42-comparison / n1">
            <a:extLst xmlns:a="http://schemas.openxmlformats.org/drawingml/2006/main">
              <a:ext uri="{FF2B5EF4-FFF2-40B4-BE49-F238E27FC236}">
                <a16:creationId xmlns:a16="http://schemas.microsoft.com/office/drawing/2014/main" id="{3E4FCF4B-90EB-4D52-9CDE-C617568DEA6A}"/>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dp42-comparison / n2 / text 1">
            <a:extLst xmlns:a="http://schemas.openxmlformats.org/drawingml/2006/main">
              <a:ext uri="{FF2B5EF4-FFF2-40B4-BE49-F238E27FC236}">
                <a16:creationId xmlns:a16="http://schemas.microsoft.com/office/drawing/2014/main" id="{2A56A83B-BCFF-4929-87D0-8FDDA5D890E3}"/>
              </a:ext>
            </a:extLst>
          </p:cNvPr>
          <p:cNvSpPr>
            <a:spLocks xmlns:a="http://schemas.openxmlformats.org/drawingml/2006/main" noGrp="1"/>
          </p:cNvSpPr>
          <p:nvPr/>
        </p:nvSpPr>
        <p:spPr>
          <a:xfrm xmlns:a="http://schemas.openxmlformats.org/drawingml/2006/main">
            <a:off x="381000" y="209550"/>
            <a:ext cx="123825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087E8B"/>
                </a:solidFill>
                <a:latin typeface="Apple SD Gothic Neo"/>
                <a:ea typeface="Apple SD Gothic Neo"/>
                <a:cs typeface="Apple SD Gothic Neo"/>
              </a:defRPr>
            </a:pPr>
            <a:r>
              <a:rPr sz="1425" b="1">
                <a:solidFill>
                  <a:srgbClr val="087E8B"/>
                </a:solidFill>
                <a:latin typeface="Apple SD Gothic Neo"/>
                <a:ea typeface="Apple SD Gothic Neo"/>
                <a:cs typeface="Apple SD Gothic Neo"/>
              </a:rPr>
              <a:t>VIA SOFTWARE ARCHITECTURE / DP 설계 비교</a:t>
            </a:r>
          </a:p>
        </p:txBody>
      </p:sp>
      <p:sp>
        <p:nvSpPr>
          <p:cNvPr id="3" name="dp42-comparison / n3 / text 1">
            <a:extLst xmlns:a="http://schemas.openxmlformats.org/drawingml/2006/main">
              <a:ext uri="{FF2B5EF4-FFF2-40B4-BE49-F238E27FC236}">
                <a16:creationId xmlns:a16="http://schemas.microsoft.com/office/drawing/2014/main" id="{DF3ED12C-2CF9-40E7-9AAC-A6C996374737}"/>
              </a:ext>
            </a:extLst>
          </p:cNvPr>
          <p:cNvSpPr>
            <a:spLocks xmlns:a="http://schemas.openxmlformats.org/drawingml/2006/main" noGrp="1"/>
          </p:cNvSpPr>
          <p:nvPr/>
        </p:nvSpPr>
        <p:spPr>
          <a:xfrm xmlns:a="http://schemas.openxmlformats.org/drawingml/2006/main">
            <a:off x="13620750" y="209550"/>
            <a:ext cx="428625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구조 비교 / 장단점 / QA Trade-off</a:t>
            </a:r>
          </a:p>
        </p:txBody>
      </p:sp>
      <p:sp>
        <p:nvSpPr>
          <p:cNvPr id="4" name="dp42-comparison / n4 / text 1">
            <a:extLst xmlns:a="http://schemas.openxmlformats.org/drawingml/2006/main">
              <a:ext uri="{FF2B5EF4-FFF2-40B4-BE49-F238E27FC236}">
                <a16:creationId xmlns:a16="http://schemas.microsoft.com/office/drawing/2014/main" id="{C95D87CA-E0D7-43A8-B913-3986710D2FED}"/>
              </a:ext>
            </a:extLst>
          </p:cNvPr>
          <p:cNvSpPr>
            <a:spLocks xmlns:a="http://schemas.openxmlformats.org/drawingml/2006/main" noGrp="1"/>
          </p:cNvSpPr>
          <p:nvPr/>
        </p:nvSpPr>
        <p:spPr>
          <a:xfrm xmlns:a="http://schemas.openxmlformats.org/drawingml/2006/main">
            <a:off x="381000" y="619125"/>
            <a:ext cx="17526000" cy="53863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b="1">
                <a:solidFill>
                  <a:srgbClr val="18232E"/>
                </a:solidFill>
                <a:latin typeface="Apple SD Gothic Neo"/>
                <a:ea typeface="Apple SD Gothic Neo"/>
                <a:cs typeface="Apple SD Gothic Neo"/>
              </a:defRPr>
            </a:pPr>
            <a:r>
              <a:rPr sz="2925" b="1">
                <a:solidFill>
                  <a:srgbClr val="18232E"/>
                </a:solidFill>
                <a:latin typeface="Apple SD Gothic Neo"/>
                <a:ea typeface="Apple SD Gothic Neo"/>
                <a:cs typeface="Apple SD Gothic Neo"/>
              </a:rPr>
              <a:t>04-42. 대화와 Task 상태의 소유 및 확정</a:t>
            </a:r>
          </a:p>
        </p:txBody>
      </p:sp>
      <p:sp>
        <p:nvSpPr>
          <p:cNvPr id="5" name="dp42-comparison / n5 / path">
            <a:extLst xmlns:a="http://schemas.openxmlformats.org/drawingml/2006/main">
              <a:ext uri="{FF2B5EF4-FFF2-40B4-BE49-F238E27FC236}">
                <a16:creationId xmlns:a16="http://schemas.microsoft.com/office/drawing/2014/main" id="{268A1F89-A207-4757-A7C6-BE2F4ECA8A4E}"/>
              </a:ext>
            </a:extLst>
          </p:cNvPr>
          <p:cNvSpPr>
            <a:spLocks xmlns:a="http://schemas.openxmlformats.org/drawingml/2006/main" noGrp="1"/>
          </p:cNvSpPr>
          <p:nvPr/>
        </p:nvSpPr>
        <p:spPr>
          <a:xfrm xmlns:a="http://schemas.openxmlformats.org/drawingml/2006/main">
            <a:off x="381000" y="115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6" name="dp42-comparison / n6 / text 1">
            <a:extLst xmlns:a="http://schemas.openxmlformats.org/drawingml/2006/main">
              <a:ext uri="{FF2B5EF4-FFF2-40B4-BE49-F238E27FC236}">
                <a16:creationId xmlns:a16="http://schemas.microsoft.com/office/drawing/2014/main" id="{4342C25F-36CA-4DEF-8BC9-334F46D419E9}"/>
              </a:ext>
            </a:extLst>
          </p:cNvPr>
          <p:cNvSpPr>
            <a:spLocks xmlns:a="http://schemas.openxmlformats.org/drawingml/2006/main" noGrp="1"/>
          </p:cNvSpPr>
          <p:nvPr/>
        </p:nvSpPr>
        <p:spPr>
          <a:xfrm xmlns:a="http://schemas.openxmlformats.org/drawingml/2006/main">
            <a:off x="381000" y="1333500"/>
            <a:ext cx="17526000" cy="3038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8232E"/>
                </a:solidFill>
                <a:latin typeface="Apple SD Gothic Neo"/>
                <a:ea typeface="Apple SD Gothic Neo"/>
                <a:cs typeface="Apple SD Gothic Neo"/>
              </a:defRPr>
            </a:pPr>
            <a:r>
              <a:rPr sz="1650" b="0">
                <a:solidFill>
                  <a:srgbClr val="18232E"/>
                </a:solidFill>
                <a:latin typeface="Apple SD Gothic Neo"/>
                <a:ea typeface="Apple SD Gothic Neo"/>
                <a:cs typeface="Apple SD Gothic Neo"/>
              </a:rPr>
              <a:t>보고서 기간 질문을 실제 제시 → “응, 상반기로 해줘” → 내부 접수 / 외부 전달 확인</a:t>
            </a:r>
          </a:p>
        </p:txBody>
      </p:sp>
      <p:sp>
        <p:nvSpPr>
          <p:cNvPr id="7" name="dp42-comparison / n7 / text 1">
            <a:extLst xmlns:a="http://schemas.openxmlformats.org/drawingml/2006/main">
              <a:ext uri="{FF2B5EF4-FFF2-40B4-BE49-F238E27FC236}">
                <a16:creationId xmlns:a16="http://schemas.microsoft.com/office/drawing/2014/main" id="{979DB739-58E7-47BD-B95D-67A3DBEEBB4C}"/>
              </a:ext>
            </a:extLst>
          </p:cNvPr>
          <p:cNvSpPr>
            <a:spLocks xmlns:a="http://schemas.openxmlformats.org/drawingml/2006/main" noGrp="1"/>
          </p:cNvSpPr>
          <p:nvPr/>
        </p:nvSpPr>
        <p:spPr>
          <a:xfrm xmlns:a="http://schemas.openxmlformats.org/drawingml/2006/main">
            <a:off x="381000" y="1628775"/>
            <a:ext cx="17526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공통: 별도 Conversation / Request / Task / Execution 수명 / 로컬 VAD와 지속 입력 / 클라우드 모델 / 같은 의미 판단</a:t>
            </a:r>
          </a:p>
        </p:txBody>
      </p:sp>
      <p:sp>
        <p:nvSpPr>
          <p:cNvPr id="8" name="dp42-comparison / n8">
            <a:extLst xmlns:a="http://schemas.openxmlformats.org/drawingml/2006/main">
              <a:ext uri="{FF2B5EF4-FFF2-40B4-BE49-F238E27FC236}">
                <a16:creationId xmlns:a16="http://schemas.microsoft.com/office/drawing/2014/main" id="{7F01871B-D2DF-4DE8-ADBC-334BA042F66C}"/>
              </a:ext>
            </a:extLst>
          </p:cNvPr>
          <p:cNvSpPr>
            <a:spLocks xmlns:a="http://schemas.openxmlformats.org/drawingml/2006/main" noGrp="1"/>
          </p:cNvSpPr>
          <p:nvPr/>
        </p:nvSpPr>
        <p:spPr>
          <a:xfrm xmlns:a="http://schemas.openxmlformats.org/drawingml/2006/main">
            <a:off x="381000" y="1857375"/>
            <a:ext cx="17526000" cy="457200"/>
          </a:xfrm>
          <a:prstGeom xmlns:a="http://schemas.openxmlformats.org/drawingml/2006/main" prst="rect">
            <a:avLst/>
          </a:prstGeom>
          <a:solidFill xmlns:a="http://schemas.openxmlformats.org/drawingml/2006/main">
            <a:srgbClr val="D5E7C7"/>
          </a:solidFill>
          <a:ln xmlns:a="http://schemas.openxmlformats.org/drawingml/2006/main" w="16193">
            <a:solidFill>
              <a:srgbClr val="CDD6DE"/>
            </a:solidFill>
            <a:prstDash val="solid"/>
          </a:ln>
        </p:spPr>
      </p:sp>
      <p:sp>
        <p:nvSpPr>
          <p:cNvPr id="9" name="dp42-comparison / n9 / text 1">
            <a:extLst xmlns:a="http://schemas.openxmlformats.org/drawingml/2006/main">
              <a:ext uri="{FF2B5EF4-FFF2-40B4-BE49-F238E27FC236}">
                <a16:creationId xmlns:a16="http://schemas.microsoft.com/office/drawing/2014/main" id="{82A7F328-05A7-416C-9BEA-855B636F7835}"/>
              </a:ext>
            </a:extLst>
          </p:cNvPr>
          <p:cNvSpPr>
            <a:spLocks xmlns:a="http://schemas.openxmlformats.org/drawingml/2006/main" noGrp="1"/>
          </p:cNvSpPr>
          <p:nvPr/>
        </p:nvSpPr>
        <p:spPr>
          <a:xfrm xmlns:a="http://schemas.openxmlformats.org/drawingml/2006/main">
            <a:off x="1485900" y="1962150"/>
            <a:ext cx="798195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A 모듈형 통합 Core / 공동 확정</a:t>
            </a:r>
          </a:p>
        </p:txBody>
      </p:sp>
      <p:sp>
        <p:nvSpPr>
          <p:cNvPr id="10" name="dp42-comparison / n10 / text 1">
            <a:extLst xmlns:a="http://schemas.openxmlformats.org/drawingml/2006/main">
              <a:ext uri="{FF2B5EF4-FFF2-40B4-BE49-F238E27FC236}">
                <a16:creationId xmlns:a16="http://schemas.microsoft.com/office/drawing/2014/main" id="{EA3EA96C-FA6C-4299-A30D-71092AA426E1}"/>
              </a:ext>
            </a:extLst>
          </p:cNvPr>
          <p:cNvSpPr>
            <a:spLocks xmlns:a="http://schemas.openxmlformats.org/drawingml/2006/main" noGrp="1"/>
          </p:cNvSpPr>
          <p:nvPr/>
        </p:nvSpPr>
        <p:spPr>
          <a:xfrm xmlns:a="http://schemas.openxmlformats.org/drawingml/2006/main">
            <a:off x="9772650" y="1962150"/>
            <a:ext cx="798195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B 독립 대화 / Task 서비스 / 별도 접수</a:t>
            </a:r>
          </a:p>
        </p:txBody>
      </p:sp>
      <p:sp>
        <p:nvSpPr>
          <p:cNvPr id="11" name="dp42-comparison / n11 / path">
            <a:extLst xmlns:a="http://schemas.openxmlformats.org/drawingml/2006/main">
              <a:ext uri="{FF2B5EF4-FFF2-40B4-BE49-F238E27FC236}">
                <a16:creationId xmlns:a16="http://schemas.microsoft.com/office/drawing/2014/main" id="{ECFB07C1-87C5-45EE-A43C-660BBC2C82E6}"/>
              </a:ext>
            </a:extLst>
          </p:cNvPr>
          <p:cNvSpPr>
            <a:spLocks xmlns:a="http://schemas.openxmlformats.org/drawingml/2006/main" noGrp="1"/>
          </p:cNvSpPr>
          <p:nvPr/>
        </p:nvSpPr>
        <p:spPr>
          <a:xfrm xmlns:a="http://schemas.openxmlformats.org/drawingml/2006/main">
            <a:off x="9620250" y="1857375"/>
            <a:ext cx="953" cy="5715000"/>
          </a:xfrm>
          <a:custGeom xmlns:a="http://schemas.openxmlformats.org/drawingml/2006/main">
            <a:pathLst>
              <a:path w="953" h="5715000">
                <a:moveTo>
                  <a:pt x="0" y="0"/>
                </a:moveTo>
                <a:lnTo>
                  <a:pt x="0" y="5715000"/>
                </a:lnTo>
              </a:path>
            </a:pathLst>
          </a:custGeom>
          <a:noFill xmlns:a="http://schemas.openxmlformats.org/drawingml/2006/main"/>
          <a:ln xmlns:a="http://schemas.openxmlformats.org/drawingml/2006/main" w="19050">
            <a:solidFill>
              <a:srgbClr val="CDD6DE"/>
            </a:solidFill>
            <a:prstDash val="solid"/>
          </a:ln>
        </p:spPr>
      </p:sp>
      <p:sp>
        <p:nvSpPr>
          <p:cNvPr id="12" name="dp42-comparison / n12 / path">
            <a:extLst xmlns:a="http://schemas.openxmlformats.org/drawingml/2006/main">
              <a:ext uri="{FF2B5EF4-FFF2-40B4-BE49-F238E27FC236}">
                <a16:creationId xmlns:a16="http://schemas.microsoft.com/office/drawing/2014/main" id="{A5987A08-E1C2-467E-A791-43603A1C1D58}"/>
              </a:ext>
            </a:extLst>
          </p:cNvPr>
          <p:cNvSpPr>
            <a:spLocks xmlns:a="http://schemas.openxmlformats.org/drawingml/2006/main" noGrp="1"/>
          </p:cNvSpPr>
          <p:nvPr/>
        </p:nvSpPr>
        <p:spPr>
          <a:xfrm xmlns:a="http://schemas.openxmlformats.org/drawingml/2006/main">
            <a:off x="381000" y="75723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13" name="dp42-comparison / n13 / text 1">
            <a:extLst xmlns:a="http://schemas.openxmlformats.org/drawingml/2006/main">
              <a:ext uri="{FF2B5EF4-FFF2-40B4-BE49-F238E27FC236}">
                <a16:creationId xmlns:a16="http://schemas.microsoft.com/office/drawing/2014/main" id="{7BC290B2-3A07-458F-A53A-24A6E36A7E19}"/>
              </a:ext>
            </a:extLst>
          </p:cNvPr>
          <p:cNvSpPr>
            <a:spLocks xmlns:a="http://schemas.openxmlformats.org/drawingml/2006/main" noGrp="1"/>
          </p:cNvSpPr>
          <p:nvPr/>
        </p:nvSpPr>
        <p:spPr>
          <a:xfrm xmlns:a="http://schemas.openxmlformats.org/drawingml/2006/main">
            <a:off x="400050" y="7724775"/>
            <a:ext cx="17526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공통 의미 제안은 Request Interpreter, 채택은 Request Controller / 실제 전달 원장은 Response Manager / 모델 / 외부 통신은 transaction 밖</a:t>
            </a:r>
          </a:p>
        </p:txBody>
      </p:sp>
      <p:sp>
        <p:nvSpPr>
          <p:cNvPr id="14" name="dp42-comparison / n14 / text 1">
            <a:extLst xmlns:a="http://schemas.openxmlformats.org/drawingml/2006/main">
              <a:ext uri="{FF2B5EF4-FFF2-40B4-BE49-F238E27FC236}">
                <a16:creationId xmlns:a16="http://schemas.microsoft.com/office/drawing/2014/main" id="{37CFA3E7-997B-491A-B8D8-908C4E601F44}"/>
              </a:ext>
            </a:extLst>
          </p:cNvPr>
          <p:cNvSpPr>
            <a:spLocks xmlns:a="http://schemas.openxmlformats.org/drawingml/2006/main" noGrp="1"/>
          </p:cNvSpPr>
          <p:nvPr/>
        </p:nvSpPr>
        <p:spPr>
          <a:xfrm xmlns:a="http://schemas.openxmlformats.org/drawingml/2006/main">
            <a:off x="400050" y="8001000"/>
            <a:ext cx="17526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B: hold 요청 시각과 업무 gate 적용 ACK 시각은 다름 / ACK 전 DISPATCHING은 UNKNOWN / 외부 확인으로 처리</a:t>
            </a:r>
          </a:p>
        </p:txBody>
      </p:sp>
      <p:sp>
        <p:nvSpPr>
          <p:cNvPr id="295" name="dp42-v4-summary / n1">
            <a:extLst xmlns:a="http://schemas.openxmlformats.org/drawingml/2006/main">
              <a:ext uri="{FF2B5EF4-FFF2-40B4-BE49-F238E27FC236}">
                <a16:creationId xmlns:a16="http://schemas.microsoft.com/office/drawing/2014/main" id="{061E4143-ECD3-49D6-8E96-573992E601E3}"/>
              </a:ext>
            </a:extLst>
          </p:cNvPr>
          <p:cNvSpPr>
            <a:spLocks xmlns:a="http://schemas.openxmlformats.org/drawingml/2006/main" noGrp="1"/>
          </p:cNvSpPr>
          <p:nvPr/>
        </p:nvSpPr>
        <p:spPr>
          <a:xfrm xmlns:a="http://schemas.openxmlformats.org/drawingml/2006/main">
            <a:off x="381000" y="82962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296" name="dp42-v4-summary / n2">
            <a:extLst xmlns:a="http://schemas.openxmlformats.org/drawingml/2006/main">
              <a:ext uri="{FF2B5EF4-FFF2-40B4-BE49-F238E27FC236}">
                <a16:creationId xmlns:a16="http://schemas.microsoft.com/office/drawing/2014/main" id="{C1C91785-B8A8-4D0D-9DFE-F32DDAE68590}"/>
              </a:ext>
            </a:extLst>
          </p:cNvPr>
          <p:cNvSpPr>
            <a:spLocks xmlns:a="http://schemas.openxmlformats.org/drawingml/2006/main" noGrp="1"/>
          </p:cNvSpPr>
          <p:nvPr/>
        </p:nvSpPr>
        <p:spPr>
          <a:xfrm xmlns:a="http://schemas.openxmlformats.org/drawingml/2006/main">
            <a:off x="400050" y="8353425"/>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요청 처리 정확성</a:t>
            </a:r>
          </a:p>
        </p:txBody>
      </p:sp>
      <p:sp>
        <p:nvSpPr>
          <p:cNvPr id="297" name="dp42-v4-summary / n3 / circle">
            <a:extLst xmlns:a="http://schemas.openxmlformats.org/drawingml/2006/main">
              <a:ext uri="{FF2B5EF4-FFF2-40B4-BE49-F238E27FC236}">
                <a16:creationId xmlns:a16="http://schemas.microsoft.com/office/drawing/2014/main" id="{D31528BD-D735-4B94-9E03-40DFF73B3309}"/>
              </a:ext>
            </a:extLst>
          </p:cNvPr>
          <p:cNvSpPr>
            <a:spLocks xmlns:a="http://schemas.openxmlformats.org/drawingml/2006/main" noGrp="1"/>
          </p:cNvSpPr>
          <p:nvPr/>
        </p:nvSpPr>
        <p:spPr>
          <a:xfrm xmlns:a="http://schemas.openxmlformats.org/drawingml/2006/main">
            <a:off x="2857500" y="8372475"/>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298" name="dp42-v4-summary / n4 / circle">
            <a:extLst xmlns:a="http://schemas.openxmlformats.org/drawingml/2006/main">
              <a:ext uri="{FF2B5EF4-FFF2-40B4-BE49-F238E27FC236}">
                <a16:creationId xmlns:a16="http://schemas.microsoft.com/office/drawing/2014/main" id="{F28EEBAB-8C4C-4AA7-A9C6-393C8F5D97CC}"/>
              </a:ext>
            </a:extLst>
          </p:cNvPr>
          <p:cNvSpPr>
            <a:spLocks xmlns:a="http://schemas.openxmlformats.org/drawingml/2006/main" noGrp="1"/>
          </p:cNvSpPr>
          <p:nvPr/>
        </p:nvSpPr>
        <p:spPr>
          <a:xfrm xmlns:a="http://schemas.openxmlformats.org/drawingml/2006/main">
            <a:off x="3028950" y="8372475"/>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299" name="dp42-v4-summary / n5 / circle">
            <a:extLst xmlns:a="http://schemas.openxmlformats.org/drawingml/2006/main">
              <a:ext uri="{FF2B5EF4-FFF2-40B4-BE49-F238E27FC236}">
                <a16:creationId xmlns:a16="http://schemas.microsoft.com/office/drawing/2014/main" id="{762E24AF-B1A4-474D-B956-B5D64F4985FB}"/>
              </a:ext>
            </a:extLst>
          </p:cNvPr>
          <p:cNvSpPr>
            <a:spLocks xmlns:a="http://schemas.openxmlformats.org/drawingml/2006/main" noGrp="1"/>
          </p:cNvSpPr>
          <p:nvPr/>
        </p:nvSpPr>
        <p:spPr>
          <a:xfrm xmlns:a="http://schemas.openxmlformats.org/drawingml/2006/main">
            <a:off x="3200400" y="8372475"/>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00" name="dp42-v4-summary / n5 / half">
            <a:extLst xmlns:a="http://schemas.openxmlformats.org/drawingml/2006/main">
              <a:ext uri="{FF2B5EF4-FFF2-40B4-BE49-F238E27FC236}">
                <a16:creationId xmlns:a16="http://schemas.microsoft.com/office/drawing/2014/main" id="{C1184AC1-E4A9-4310-8DB1-3935546C4766}"/>
              </a:ext>
            </a:extLst>
          </p:cNvPr>
          <p:cNvSpPr>
            <a:spLocks xmlns:a="http://schemas.openxmlformats.org/drawingml/2006/main" noGrp="1"/>
          </p:cNvSpPr>
          <p:nvPr/>
        </p:nvSpPr>
        <p:spPr>
          <a:xfrm xmlns:a="http://schemas.openxmlformats.org/drawingml/2006/main">
            <a:off x="3200400" y="8372475"/>
            <a:ext cx="133350" cy="133350"/>
          </a:xfrm>
          <a:custGeom xmlns:a="http://schemas.openxmlformats.org/drawingml/2006/main">
            <a:pathLst>
              <a:path w="133350" h="133350">
                <a:moveTo>
                  <a:pt x="66675" y="0"/>
                </a:moveTo>
                <a:lnTo>
                  <a:pt x="60140" y="321"/>
                </a:lnTo>
                <a:lnTo>
                  <a:pt x="53667" y="1281"/>
                </a:lnTo>
                <a:lnTo>
                  <a:pt x="47320" y="2871"/>
                </a:lnTo>
                <a:lnTo>
                  <a:pt x="41160" y="5075"/>
                </a:lnTo>
                <a:lnTo>
                  <a:pt x="35245" y="7873"/>
                </a:lnTo>
                <a:lnTo>
                  <a:pt x="29632" y="11237"/>
                </a:lnTo>
                <a:lnTo>
                  <a:pt x="24377" y="15135"/>
                </a:lnTo>
                <a:lnTo>
                  <a:pt x="19529" y="19529"/>
                </a:lnTo>
                <a:lnTo>
                  <a:pt x="15135" y="24377"/>
                </a:lnTo>
                <a:lnTo>
                  <a:pt x="11237" y="29632"/>
                </a:lnTo>
                <a:lnTo>
                  <a:pt x="7873" y="35245"/>
                </a:lnTo>
                <a:lnTo>
                  <a:pt x="5075" y="41160"/>
                </a:lnTo>
                <a:lnTo>
                  <a:pt x="2871" y="47320"/>
                </a:lnTo>
                <a:lnTo>
                  <a:pt x="1281" y="53667"/>
                </a:lnTo>
                <a:lnTo>
                  <a:pt x="321" y="60140"/>
                </a:lnTo>
                <a:lnTo>
                  <a:pt x="0" y="66675"/>
                </a:lnTo>
                <a:lnTo>
                  <a:pt x="321" y="73210"/>
                </a:lnTo>
                <a:lnTo>
                  <a:pt x="1281" y="79683"/>
                </a:lnTo>
                <a:lnTo>
                  <a:pt x="2871" y="86030"/>
                </a:lnTo>
                <a:lnTo>
                  <a:pt x="5075" y="92190"/>
                </a:lnTo>
                <a:lnTo>
                  <a:pt x="7873" y="98105"/>
                </a:lnTo>
                <a:lnTo>
                  <a:pt x="11237" y="103718"/>
                </a:lnTo>
                <a:lnTo>
                  <a:pt x="15135" y="108973"/>
                </a:lnTo>
                <a:lnTo>
                  <a:pt x="19529" y="113821"/>
                </a:lnTo>
                <a:lnTo>
                  <a:pt x="24377" y="118215"/>
                </a:lnTo>
                <a:lnTo>
                  <a:pt x="29632" y="122113"/>
                </a:lnTo>
                <a:lnTo>
                  <a:pt x="35245" y="125477"/>
                </a:lnTo>
                <a:lnTo>
                  <a:pt x="41160" y="128275"/>
                </a:lnTo>
                <a:lnTo>
                  <a:pt x="47320" y="130479"/>
                </a:lnTo>
                <a:lnTo>
                  <a:pt x="53667" y="132069"/>
                </a:lnTo>
                <a:lnTo>
                  <a:pt x="60140" y="133029"/>
                </a:lnTo>
                <a:lnTo>
                  <a:pt x="66675" y="133350"/>
                </a:lnTo>
                <a:close/>
              </a:path>
            </a:pathLst>
          </a:custGeom>
          <a:solidFill xmlns:a="http://schemas.openxmlformats.org/drawingml/2006/main">
            <a:srgbClr val="18232E"/>
          </a:solidFill>
          <a:ln xmlns:a="http://schemas.openxmlformats.org/drawingml/2006/main" w="0">
            <a:noFill/>
          </a:ln>
        </p:spPr>
      </p:sp>
      <p:sp>
        <p:nvSpPr>
          <p:cNvPr id="301" name="dp42-v4-summary / n6">
            <a:extLst xmlns:a="http://schemas.openxmlformats.org/drawingml/2006/main">
              <a:ext uri="{FF2B5EF4-FFF2-40B4-BE49-F238E27FC236}">
                <a16:creationId xmlns:a16="http://schemas.microsoft.com/office/drawing/2014/main" id="{F4EBEC65-766F-4881-8EC8-A6E8C5BC4226}"/>
              </a:ext>
            </a:extLst>
          </p:cNvPr>
          <p:cNvSpPr>
            <a:spLocks xmlns:a="http://schemas.openxmlformats.org/drawingml/2006/main" noGrp="1"/>
          </p:cNvSpPr>
          <p:nvPr/>
        </p:nvSpPr>
        <p:spPr>
          <a:xfrm xmlns:a="http://schemas.openxmlformats.org/drawingml/2006/main">
            <a:off x="3371850" y="8353425"/>
            <a:ext cx="6334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5점  99.63%  [같은 의미와 접수 규칙]</a:t>
            </a:r>
          </a:p>
        </p:txBody>
      </p:sp>
      <p:sp>
        <p:nvSpPr>
          <p:cNvPr id="302" name="dp42-v4-summary / n7 / circle">
            <a:extLst xmlns:a="http://schemas.openxmlformats.org/drawingml/2006/main">
              <a:ext uri="{FF2B5EF4-FFF2-40B4-BE49-F238E27FC236}">
                <a16:creationId xmlns:a16="http://schemas.microsoft.com/office/drawing/2014/main" id="{994D19FA-34D7-42C3-8A07-5534827F58EE}"/>
              </a:ext>
            </a:extLst>
          </p:cNvPr>
          <p:cNvSpPr>
            <a:spLocks xmlns:a="http://schemas.openxmlformats.org/drawingml/2006/main" noGrp="1"/>
          </p:cNvSpPr>
          <p:nvPr/>
        </p:nvSpPr>
        <p:spPr>
          <a:xfrm xmlns:a="http://schemas.openxmlformats.org/drawingml/2006/main">
            <a:off x="10001250" y="8372475"/>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03" name="dp42-v4-summary / n8 / circle">
            <a:extLst xmlns:a="http://schemas.openxmlformats.org/drawingml/2006/main">
              <a:ext uri="{FF2B5EF4-FFF2-40B4-BE49-F238E27FC236}">
                <a16:creationId xmlns:a16="http://schemas.microsoft.com/office/drawing/2014/main" id="{FA758420-25A6-420A-A971-3606E630296F}"/>
              </a:ext>
            </a:extLst>
          </p:cNvPr>
          <p:cNvSpPr>
            <a:spLocks xmlns:a="http://schemas.openxmlformats.org/drawingml/2006/main" noGrp="1"/>
          </p:cNvSpPr>
          <p:nvPr/>
        </p:nvSpPr>
        <p:spPr>
          <a:xfrm xmlns:a="http://schemas.openxmlformats.org/drawingml/2006/main">
            <a:off x="10172700" y="8372475"/>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04" name="dp42-v4-summary / n9 / circle">
            <a:extLst xmlns:a="http://schemas.openxmlformats.org/drawingml/2006/main">
              <a:ext uri="{FF2B5EF4-FFF2-40B4-BE49-F238E27FC236}">
                <a16:creationId xmlns:a16="http://schemas.microsoft.com/office/drawing/2014/main" id="{7571DE96-4113-47C1-897F-D1679B652FD5}"/>
              </a:ext>
            </a:extLst>
          </p:cNvPr>
          <p:cNvSpPr>
            <a:spLocks xmlns:a="http://schemas.openxmlformats.org/drawingml/2006/main" noGrp="1"/>
          </p:cNvSpPr>
          <p:nvPr/>
        </p:nvSpPr>
        <p:spPr>
          <a:xfrm xmlns:a="http://schemas.openxmlformats.org/drawingml/2006/main">
            <a:off x="10344150" y="8372475"/>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05" name="dp42-v4-summary / n9 / half">
            <a:extLst xmlns:a="http://schemas.openxmlformats.org/drawingml/2006/main">
              <a:ext uri="{FF2B5EF4-FFF2-40B4-BE49-F238E27FC236}">
                <a16:creationId xmlns:a16="http://schemas.microsoft.com/office/drawing/2014/main" id="{0C5F2B4C-6D6B-4129-B972-E6A0C21E98E3}"/>
              </a:ext>
            </a:extLst>
          </p:cNvPr>
          <p:cNvSpPr>
            <a:spLocks xmlns:a="http://schemas.openxmlformats.org/drawingml/2006/main" noGrp="1"/>
          </p:cNvSpPr>
          <p:nvPr/>
        </p:nvSpPr>
        <p:spPr>
          <a:xfrm xmlns:a="http://schemas.openxmlformats.org/drawingml/2006/main">
            <a:off x="10344150" y="8372475"/>
            <a:ext cx="133350" cy="133350"/>
          </a:xfrm>
          <a:custGeom xmlns:a="http://schemas.openxmlformats.org/drawingml/2006/main">
            <a:pathLst>
              <a:path w="133350" h="133350">
                <a:moveTo>
                  <a:pt x="66675" y="0"/>
                </a:moveTo>
                <a:lnTo>
                  <a:pt x="60140" y="321"/>
                </a:lnTo>
                <a:lnTo>
                  <a:pt x="53667" y="1281"/>
                </a:lnTo>
                <a:lnTo>
                  <a:pt x="47320" y="2871"/>
                </a:lnTo>
                <a:lnTo>
                  <a:pt x="41160" y="5075"/>
                </a:lnTo>
                <a:lnTo>
                  <a:pt x="35245" y="7873"/>
                </a:lnTo>
                <a:lnTo>
                  <a:pt x="29632" y="11237"/>
                </a:lnTo>
                <a:lnTo>
                  <a:pt x="24377" y="15135"/>
                </a:lnTo>
                <a:lnTo>
                  <a:pt x="19529" y="19529"/>
                </a:lnTo>
                <a:lnTo>
                  <a:pt x="15135" y="24377"/>
                </a:lnTo>
                <a:lnTo>
                  <a:pt x="11237" y="29632"/>
                </a:lnTo>
                <a:lnTo>
                  <a:pt x="7873" y="35245"/>
                </a:lnTo>
                <a:lnTo>
                  <a:pt x="5075" y="41160"/>
                </a:lnTo>
                <a:lnTo>
                  <a:pt x="2871" y="47320"/>
                </a:lnTo>
                <a:lnTo>
                  <a:pt x="1281" y="53667"/>
                </a:lnTo>
                <a:lnTo>
                  <a:pt x="321" y="60140"/>
                </a:lnTo>
                <a:lnTo>
                  <a:pt x="0" y="66675"/>
                </a:lnTo>
                <a:lnTo>
                  <a:pt x="321" y="73210"/>
                </a:lnTo>
                <a:lnTo>
                  <a:pt x="1281" y="79683"/>
                </a:lnTo>
                <a:lnTo>
                  <a:pt x="2871" y="86030"/>
                </a:lnTo>
                <a:lnTo>
                  <a:pt x="5075" y="92190"/>
                </a:lnTo>
                <a:lnTo>
                  <a:pt x="7873" y="98105"/>
                </a:lnTo>
                <a:lnTo>
                  <a:pt x="11237" y="103718"/>
                </a:lnTo>
                <a:lnTo>
                  <a:pt x="15135" y="108973"/>
                </a:lnTo>
                <a:lnTo>
                  <a:pt x="19529" y="113821"/>
                </a:lnTo>
                <a:lnTo>
                  <a:pt x="24377" y="118215"/>
                </a:lnTo>
                <a:lnTo>
                  <a:pt x="29632" y="122113"/>
                </a:lnTo>
                <a:lnTo>
                  <a:pt x="35245" y="125477"/>
                </a:lnTo>
                <a:lnTo>
                  <a:pt x="41160" y="128275"/>
                </a:lnTo>
                <a:lnTo>
                  <a:pt x="47320" y="130479"/>
                </a:lnTo>
                <a:lnTo>
                  <a:pt x="53667" y="132069"/>
                </a:lnTo>
                <a:lnTo>
                  <a:pt x="60140" y="133029"/>
                </a:lnTo>
                <a:lnTo>
                  <a:pt x="66675" y="133350"/>
                </a:lnTo>
                <a:close/>
              </a:path>
            </a:pathLst>
          </a:custGeom>
          <a:solidFill xmlns:a="http://schemas.openxmlformats.org/drawingml/2006/main">
            <a:srgbClr val="18232E"/>
          </a:solidFill>
          <a:ln xmlns:a="http://schemas.openxmlformats.org/drawingml/2006/main" w="0">
            <a:noFill/>
          </a:ln>
        </p:spPr>
      </p:sp>
      <p:sp>
        <p:nvSpPr>
          <p:cNvPr id="306" name="dp42-v4-summary / n10">
            <a:extLst xmlns:a="http://schemas.openxmlformats.org/drawingml/2006/main">
              <a:ext uri="{FF2B5EF4-FFF2-40B4-BE49-F238E27FC236}">
                <a16:creationId xmlns:a16="http://schemas.microsoft.com/office/drawing/2014/main" id="{275A3394-1C3B-4FD0-B57C-F166515F83E7}"/>
              </a:ext>
            </a:extLst>
          </p:cNvPr>
          <p:cNvSpPr>
            <a:spLocks xmlns:a="http://schemas.openxmlformats.org/drawingml/2006/main" noGrp="1"/>
          </p:cNvSpPr>
          <p:nvPr/>
        </p:nvSpPr>
        <p:spPr>
          <a:xfrm xmlns:a="http://schemas.openxmlformats.org/drawingml/2006/main">
            <a:off x="10515600" y="8353425"/>
            <a:ext cx="7381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5점  99.63%  [같은 의미와 접수 규칙]</a:t>
            </a:r>
          </a:p>
        </p:txBody>
      </p:sp>
      <p:sp>
        <p:nvSpPr>
          <p:cNvPr id="307" name="dp42-v4-summary / n11">
            <a:extLst xmlns:a="http://schemas.openxmlformats.org/drawingml/2006/main">
              <a:ext uri="{FF2B5EF4-FFF2-40B4-BE49-F238E27FC236}">
                <a16:creationId xmlns:a16="http://schemas.microsoft.com/office/drawing/2014/main" id="{8ED079F4-8EA6-4276-94AE-41E39AE74FD8}"/>
              </a:ext>
            </a:extLst>
          </p:cNvPr>
          <p:cNvSpPr>
            <a:spLocks xmlns:a="http://schemas.openxmlformats.org/drawingml/2006/main" noGrp="1"/>
          </p:cNvSpPr>
          <p:nvPr/>
        </p:nvSpPr>
        <p:spPr>
          <a:xfrm xmlns:a="http://schemas.openxmlformats.org/drawingml/2006/main">
            <a:off x="381000" y="85344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08" name="dp42-v4-summary / n12">
            <a:extLst xmlns:a="http://schemas.openxmlformats.org/drawingml/2006/main">
              <a:ext uri="{FF2B5EF4-FFF2-40B4-BE49-F238E27FC236}">
                <a16:creationId xmlns:a16="http://schemas.microsoft.com/office/drawing/2014/main" id="{8C989E7F-3E34-4B6B-A17C-7DD473481A90}"/>
              </a:ext>
            </a:extLst>
          </p:cNvPr>
          <p:cNvSpPr>
            <a:spLocks xmlns:a="http://schemas.openxmlformats.org/drawingml/2006/main" noGrp="1"/>
          </p:cNvSpPr>
          <p:nvPr/>
        </p:nvSpPr>
        <p:spPr>
          <a:xfrm xmlns:a="http://schemas.openxmlformats.org/drawingml/2006/main">
            <a:off x="400050" y="8591550"/>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상호작용 응답시간</a:t>
            </a:r>
          </a:p>
        </p:txBody>
      </p:sp>
      <p:sp>
        <p:nvSpPr>
          <p:cNvPr id="309" name="dp42-v4-summary / n13 / circle">
            <a:extLst xmlns:a="http://schemas.openxmlformats.org/drawingml/2006/main">
              <a:ext uri="{FF2B5EF4-FFF2-40B4-BE49-F238E27FC236}">
                <a16:creationId xmlns:a16="http://schemas.microsoft.com/office/drawing/2014/main" id="{BDA37302-9D8F-41CB-9AD5-4584536E96C9}"/>
              </a:ext>
            </a:extLst>
          </p:cNvPr>
          <p:cNvSpPr>
            <a:spLocks xmlns:a="http://schemas.openxmlformats.org/drawingml/2006/main" noGrp="1"/>
          </p:cNvSpPr>
          <p:nvPr/>
        </p:nvSpPr>
        <p:spPr>
          <a:xfrm xmlns:a="http://schemas.openxmlformats.org/drawingml/2006/main">
            <a:off x="2857500" y="8610600"/>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10" name="dp42-v4-summary / n14 / circle">
            <a:extLst xmlns:a="http://schemas.openxmlformats.org/drawingml/2006/main">
              <a:ext uri="{FF2B5EF4-FFF2-40B4-BE49-F238E27FC236}">
                <a16:creationId xmlns:a16="http://schemas.microsoft.com/office/drawing/2014/main" id="{C96F5F40-23D7-4E9D-97FA-D04CCBFDCEFF}"/>
              </a:ext>
            </a:extLst>
          </p:cNvPr>
          <p:cNvSpPr>
            <a:spLocks xmlns:a="http://schemas.openxmlformats.org/drawingml/2006/main" noGrp="1"/>
          </p:cNvSpPr>
          <p:nvPr/>
        </p:nvSpPr>
        <p:spPr>
          <a:xfrm xmlns:a="http://schemas.openxmlformats.org/drawingml/2006/main">
            <a:off x="3028950" y="8610600"/>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11" name="dp42-v4-summary / n15 / circle">
            <a:extLst xmlns:a="http://schemas.openxmlformats.org/drawingml/2006/main">
              <a:ext uri="{FF2B5EF4-FFF2-40B4-BE49-F238E27FC236}">
                <a16:creationId xmlns:a16="http://schemas.microsoft.com/office/drawing/2014/main" id="{989A738E-C098-4E71-AA9F-C266482BFF8B}"/>
              </a:ext>
            </a:extLst>
          </p:cNvPr>
          <p:cNvSpPr>
            <a:spLocks xmlns:a="http://schemas.openxmlformats.org/drawingml/2006/main" noGrp="1"/>
          </p:cNvSpPr>
          <p:nvPr/>
        </p:nvSpPr>
        <p:spPr>
          <a:xfrm xmlns:a="http://schemas.openxmlformats.org/drawingml/2006/main">
            <a:off x="3200400" y="8610600"/>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12" name="dp42-v4-summary / n16">
            <a:extLst xmlns:a="http://schemas.openxmlformats.org/drawingml/2006/main">
              <a:ext uri="{FF2B5EF4-FFF2-40B4-BE49-F238E27FC236}">
                <a16:creationId xmlns:a16="http://schemas.microsoft.com/office/drawing/2014/main" id="{292CB4A9-3593-488F-9725-4454EC4C6B93}"/>
              </a:ext>
            </a:extLst>
          </p:cNvPr>
          <p:cNvSpPr>
            <a:spLocks xmlns:a="http://schemas.openxmlformats.org/drawingml/2006/main" noGrp="1"/>
          </p:cNvSpPr>
          <p:nvPr/>
        </p:nvSpPr>
        <p:spPr>
          <a:xfrm xmlns:a="http://schemas.openxmlformats.org/drawingml/2006/main">
            <a:off x="3371850" y="8591550"/>
            <a:ext cx="6334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2점  0.818초  [공동 상태 반영]</a:t>
            </a:r>
          </a:p>
        </p:txBody>
      </p:sp>
      <p:sp>
        <p:nvSpPr>
          <p:cNvPr id="313" name="dp42-v4-summary / n17 / circle">
            <a:extLst xmlns:a="http://schemas.openxmlformats.org/drawingml/2006/main">
              <a:ext uri="{FF2B5EF4-FFF2-40B4-BE49-F238E27FC236}">
                <a16:creationId xmlns:a16="http://schemas.microsoft.com/office/drawing/2014/main" id="{E3FCF7C1-73A8-4836-B0D0-7ABB8521F918}"/>
              </a:ext>
            </a:extLst>
          </p:cNvPr>
          <p:cNvSpPr>
            <a:spLocks xmlns:a="http://schemas.openxmlformats.org/drawingml/2006/main" noGrp="1"/>
          </p:cNvSpPr>
          <p:nvPr/>
        </p:nvSpPr>
        <p:spPr>
          <a:xfrm xmlns:a="http://schemas.openxmlformats.org/drawingml/2006/main">
            <a:off x="10001250" y="8610600"/>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14" name="dp42-v4-summary / n18 / circle">
            <a:extLst xmlns:a="http://schemas.openxmlformats.org/drawingml/2006/main">
              <a:ext uri="{FF2B5EF4-FFF2-40B4-BE49-F238E27FC236}">
                <a16:creationId xmlns:a16="http://schemas.microsoft.com/office/drawing/2014/main" id="{18A6F597-3920-4B3E-B428-453B91C55E6A}"/>
              </a:ext>
            </a:extLst>
          </p:cNvPr>
          <p:cNvSpPr>
            <a:spLocks xmlns:a="http://schemas.openxmlformats.org/drawingml/2006/main" noGrp="1"/>
          </p:cNvSpPr>
          <p:nvPr/>
        </p:nvSpPr>
        <p:spPr>
          <a:xfrm xmlns:a="http://schemas.openxmlformats.org/drawingml/2006/main">
            <a:off x="10172700" y="8610600"/>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15" name="dp42-v4-summary / n19 / circle">
            <a:extLst xmlns:a="http://schemas.openxmlformats.org/drawingml/2006/main">
              <a:ext uri="{FF2B5EF4-FFF2-40B4-BE49-F238E27FC236}">
                <a16:creationId xmlns:a16="http://schemas.microsoft.com/office/drawing/2014/main" id="{7BD756DF-B6A3-4798-A730-BAC16265B974}"/>
              </a:ext>
            </a:extLst>
          </p:cNvPr>
          <p:cNvSpPr>
            <a:spLocks xmlns:a="http://schemas.openxmlformats.org/drawingml/2006/main" noGrp="1"/>
          </p:cNvSpPr>
          <p:nvPr/>
        </p:nvSpPr>
        <p:spPr>
          <a:xfrm xmlns:a="http://schemas.openxmlformats.org/drawingml/2006/main">
            <a:off x="10344150" y="8610600"/>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16" name="dp42-v4-summary / n20">
            <a:extLst xmlns:a="http://schemas.openxmlformats.org/drawingml/2006/main">
              <a:ext uri="{FF2B5EF4-FFF2-40B4-BE49-F238E27FC236}">
                <a16:creationId xmlns:a16="http://schemas.microsoft.com/office/drawing/2014/main" id="{6BA93751-8CB7-4493-833A-EAB5EBA15BF0}"/>
              </a:ext>
            </a:extLst>
          </p:cNvPr>
          <p:cNvSpPr>
            <a:spLocks xmlns:a="http://schemas.openxmlformats.org/drawingml/2006/main" noGrp="1"/>
          </p:cNvSpPr>
          <p:nvPr/>
        </p:nvSpPr>
        <p:spPr>
          <a:xfrm xmlns:a="http://schemas.openxmlformats.org/drawingml/2006/main">
            <a:off x="10515600" y="8591550"/>
            <a:ext cx="7381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2점  0.828초  [독립 접수와 반영]</a:t>
            </a:r>
          </a:p>
        </p:txBody>
      </p:sp>
      <p:sp>
        <p:nvSpPr>
          <p:cNvPr id="317" name="dp42-v4-summary / n21">
            <a:extLst xmlns:a="http://schemas.openxmlformats.org/drawingml/2006/main">
              <a:ext uri="{FF2B5EF4-FFF2-40B4-BE49-F238E27FC236}">
                <a16:creationId xmlns:a16="http://schemas.microsoft.com/office/drawing/2014/main" id="{737E3FDE-4C66-4411-B15C-38869D37376B}"/>
              </a:ext>
            </a:extLst>
          </p:cNvPr>
          <p:cNvSpPr>
            <a:spLocks xmlns:a="http://schemas.openxmlformats.org/drawingml/2006/main" noGrp="1"/>
          </p:cNvSpPr>
          <p:nvPr/>
        </p:nvSpPr>
        <p:spPr>
          <a:xfrm xmlns:a="http://schemas.openxmlformats.org/drawingml/2006/main">
            <a:off x="381000" y="877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18" name="dp42-v4-summary / n22">
            <a:extLst xmlns:a="http://schemas.openxmlformats.org/drawingml/2006/main">
              <a:ext uri="{FF2B5EF4-FFF2-40B4-BE49-F238E27FC236}">
                <a16:creationId xmlns:a16="http://schemas.microsoft.com/office/drawing/2014/main" id="{1C78618F-3F76-4578-9CA7-135F5A464B3C}"/>
              </a:ext>
            </a:extLst>
          </p:cNvPr>
          <p:cNvSpPr>
            <a:spLocks xmlns:a="http://schemas.openxmlformats.org/drawingml/2006/main" noGrp="1"/>
          </p:cNvSpPr>
          <p:nvPr/>
        </p:nvSpPr>
        <p:spPr>
          <a:xfrm xmlns:a="http://schemas.openxmlformats.org/drawingml/2006/main">
            <a:off x="400050" y="8829675"/>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VIA 요청 처리시간</a:t>
            </a:r>
          </a:p>
        </p:txBody>
      </p:sp>
      <p:sp>
        <p:nvSpPr>
          <p:cNvPr id="319" name="dp42-v4-summary / n23 / circle">
            <a:extLst xmlns:a="http://schemas.openxmlformats.org/drawingml/2006/main">
              <a:ext uri="{FF2B5EF4-FFF2-40B4-BE49-F238E27FC236}">
                <a16:creationId xmlns:a16="http://schemas.microsoft.com/office/drawing/2014/main" id="{6F37ABB9-302C-4E52-B1D2-AD27A2D0A1D1}"/>
              </a:ext>
            </a:extLst>
          </p:cNvPr>
          <p:cNvSpPr>
            <a:spLocks xmlns:a="http://schemas.openxmlformats.org/drawingml/2006/main" noGrp="1"/>
          </p:cNvSpPr>
          <p:nvPr/>
        </p:nvSpPr>
        <p:spPr>
          <a:xfrm xmlns:a="http://schemas.openxmlformats.org/drawingml/2006/main">
            <a:off x="2857500" y="8848725"/>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20" name="dp42-v4-summary / n24 / circle">
            <a:extLst xmlns:a="http://schemas.openxmlformats.org/drawingml/2006/main">
              <a:ext uri="{FF2B5EF4-FFF2-40B4-BE49-F238E27FC236}">
                <a16:creationId xmlns:a16="http://schemas.microsoft.com/office/drawing/2014/main" id="{C10463BC-2DFA-4A50-A0DB-F080C5E65A83}"/>
              </a:ext>
            </a:extLst>
          </p:cNvPr>
          <p:cNvSpPr>
            <a:spLocks xmlns:a="http://schemas.openxmlformats.org/drawingml/2006/main" noGrp="1"/>
          </p:cNvSpPr>
          <p:nvPr/>
        </p:nvSpPr>
        <p:spPr>
          <a:xfrm xmlns:a="http://schemas.openxmlformats.org/drawingml/2006/main">
            <a:off x="3028950" y="8848725"/>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21" name="dp42-v4-summary / n24 / half">
            <a:extLst xmlns:a="http://schemas.openxmlformats.org/drawingml/2006/main">
              <a:ext uri="{FF2B5EF4-FFF2-40B4-BE49-F238E27FC236}">
                <a16:creationId xmlns:a16="http://schemas.microsoft.com/office/drawing/2014/main" id="{2A0A4285-C0DB-4C0E-9058-9F2C9444E571}"/>
              </a:ext>
            </a:extLst>
          </p:cNvPr>
          <p:cNvSpPr>
            <a:spLocks xmlns:a="http://schemas.openxmlformats.org/drawingml/2006/main" noGrp="1"/>
          </p:cNvSpPr>
          <p:nvPr/>
        </p:nvSpPr>
        <p:spPr>
          <a:xfrm xmlns:a="http://schemas.openxmlformats.org/drawingml/2006/main">
            <a:off x="3028950" y="8848725"/>
            <a:ext cx="133350" cy="133350"/>
          </a:xfrm>
          <a:custGeom xmlns:a="http://schemas.openxmlformats.org/drawingml/2006/main">
            <a:pathLst>
              <a:path w="133350" h="133350">
                <a:moveTo>
                  <a:pt x="66675" y="0"/>
                </a:moveTo>
                <a:lnTo>
                  <a:pt x="60140" y="321"/>
                </a:lnTo>
                <a:lnTo>
                  <a:pt x="53667" y="1281"/>
                </a:lnTo>
                <a:lnTo>
                  <a:pt x="47320" y="2871"/>
                </a:lnTo>
                <a:lnTo>
                  <a:pt x="41160" y="5075"/>
                </a:lnTo>
                <a:lnTo>
                  <a:pt x="35245" y="7873"/>
                </a:lnTo>
                <a:lnTo>
                  <a:pt x="29632" y="11237"/>
                </a:lnTo>
                <a:lnTo>
                  <a:pt x="24377" y="15135"/>
                </a:lnTo>
                <a:lnTo>
                  <a:pt x="19529" y="19529"/>
                </a:lnTo>
                <a:lnTo>
                  <a:pt x="15135" y="24377"/>
                </a:lnTo>
                <a:lnTo>
                  <a:pt x="11237" y="29632"/>
                </a:lnTo>
                <a:lnTo>
                  <a:pt x="7873" y="35245"/>
                </a:lnTo>
                <a:lnTo>
                  <a:pt x="5075" y="41160"/>
                </a:lnTo>
                <a:lnTo>
                  <a:pt x="2871" y="47320"/>
                </a:lnTo>
                <a:lnTo>
                  <a:pt x="1281" y="53667"/>
                </a:lnTo>
                <a:lnTo>
                  <a:pt x="321" y="60140"/>
                </a:lnTo>
                <a:lnTo>
                  <a:pt x="0" y="66675"/>
                </a:lnTo>
                <a:lnTo>
                  <a:pt x="321" y="73210"/>
                </a:lnTo>
                <a:lnTo>
                  <a:pt x="1281" y="79683"/>
                </a:lnTo>
                <a:lnTo>
                  <a:pt x="2871" y="86030"/>
                </a:lnTo>
                <a:lnTo>
                  <a:pt x="5075" y="92190"/>
                </a:lnTo>
                <a:lnTo>
                  <a:pt x="7873" y="98105"/>
                </a:lnTo>
                <a:lnTo>
                  <a:pt x="11237" y="103718"/>
                </a:lnTo>
                <a:lnTo>
                  <a:pt x="15135" y="108973"/>
                </a:lnTo>
                <a:lnTo>
                  <a:pt x="19529" y="113821"/>
                </a:lnTo>
                <a:lnTo>
                  <a:pt x="24377" y="118215"/>
                </a:lnTo>
                <a:lnTo>
                  <a:pt x="29632" y="122113"/>
                </a:lnTo>
                <a:lnTo>
                  <a:pt x="35245" y="125477"/>
                </a:lnTo>
                <a:lnTo>
                  <a:pt x="41160" y="128275"/>
                </a:lnTo>
                <a:lnTo>
                  <a:pt x="47320" y="130479"/>
                </a:lnTo>
                <a:lnTo>
                  <a:pt x="53667" y="132069"/>
                </a:lnTo>
                <a:lnTo>
                  <a:pt x="60140" y="133029"/>
                </a:lnTo>
                <a:lnTo>
                  <a:pt x="66675" y="133350"/>
                </a:lnTo>
                <a:close/>
              </a:path>
            </a:pathLst>
          </a:custGeom>
          <a:solidFill xmlns:a="http://schemas.openxmlformats.org/drawingml/2006/main">
            <a:srgbClr val="18232E"/>
          </a:solidFill>
          <a:ln xmlns:a="http://schemas.openxmlformats.org/drawingml/2006/main" w="0">
            <a:noFill/>
          </a:ln>
        </p:spPr>
      </p:sp>
      <p:sp>
        <p:nvSpPr>
          <p:cNvPr id="322" name="dp42-v4-summary / n25 / circle">
            <a:extLst xmlns:a="http://schemas.openxmlformats.org/drawingml/2006/main">
              <a:ext uri="{FF2B5EF4-FFF2-40B4-BE49-F238E27FC236}">
                <a16:creationId xmlns:a16="http://schemas.microsoft.com/office/drawing/2014/main" id="{C486B866-87F5-42CA-9CE6-FCE9A7E680D6}"/>
              </a:ext>
            </a:extLst>
          </p:cNvPr>
          <p:cNvSpPr>
            <a:spLocks xmlns:a="http://schemas.openxmlformats.org/drawingml/2006/main" noGrp="1"/>
          </p:cNvSpPr>
          <p:nvPr/>
        </p:nvSpPr>
        <p:spPr>
          <a:xfrm xmlns:a="http://schemas.openxmlformats.org/drawingml/2006/main">
            <a:off x="3200400" y="8848725"/>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23" name="dp42-v4-summary / n26">
            <a:extLst xmlns:a="http://schemas.openxmlformats.org/drawingml/2006/main">
              <a:ext uri="{FF2B5EF4-FFF2-40B4-BE49-F238E27FC236}">
                <a16:creationId xmlns:a16="http://schemas.microsoft.com/office/drawing/2014/main" id="{CF9384C7-CFA0-43A7-A4D8-8B777D12825F}"/>
              </a:ext>
            </a:extLst>
          </p:cNvPr>
          <p:cNvSpPr>
            <a:spLocks xmlns:a="http://schemas.openxmlformats.org/drawingml/2006/main" noGrp="1"/>
          </p:cNvSpPr>
          <p:nvPr/>
        </p:nvSpPr>
        <p:spPr>
          <a:xfrm xmlns:a="http://schemas.openxmlformats.org/drawingml/2006/main">
            <a:off x="3371850" y="8829675"/>
            <a:ext cx="6334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3점  5.600초  [공동 확정 4회]</a:t>
            </a:r>
          </a:p>
        </p:txBody>
      </p:sp>
      <p:sp>
        <p:nvSpPr>
          <p:cNvPr id="324" name="dp42-v4-summary / n27 / circle">
            <a:extLst xmlns:a="http://schemas.openxmlformats.org/drawingml/2006/main">
              <a:ext uri="{FF2B5EF4-FFF2-40B4-BE49-F238E27FC236}">
                <a16:creationId xmlns:a16="http://schemas.microsoft.com/office/drawing/2014/main" id="{AA3E6272-FE0E-4754-BFC4-62E884DD5639}"/>
              </a:ext>
            </a:extLst>
          </p:cNvPr>
          <p:cNvSpPr>
            <a:spLocks xmlns:a="http://schemas.openxmlformats.org/drawingml/2006/main" noGrp="1"/>
          </p:cNvSpPr>
          <p:nvPr/>
        </p:nvSpPr>
        <p:spPr>
          <a:xfrm xmlns:a="http://schemas.openxmlformats.org/drawingml/2006/main">
            <a:off x="10001250" y="8848725"/>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25" name="dp42-v4-summary / n28 / circle">
            <a:extLst xmlns:a="http://schemas.openxmlformats.org/drawingml/2006/main">
              <a:ext uri="{FF2B5EF4-FFF2-40B4-BE49-F238E27FC236}">
                <a16:creationId xmlns:a16="http://schemas.microsoft.com/office/drawing/2014/main" id="{FEBC7618-4F89-4209-801A-A7AA51759C31}"/>
              </a:ext>
            </a:extLst>
          </p:cNvPr>
          <p:cNvSpPr>
            <a:spLocks xmlns:a="http://schemas.openxmlformats.org/drawingml/2006/main" noGrp="1"/>
          </p:cNvSpPr>
          <p:nvPr/>
        </p:nvSpPr>
        <p:spPr>
          <a:xfrm xmlns:a="http://schemas.openxmlformats.org/drawingml/2006/main">
            <a:off x="10172700" y="8848725"/>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26" name="dp42-v4-summary / n28 / half">
            <a:extLst xmlns:a="http://schemas.openxmlformats.org/drawingml/2006/main">
              <a:ext uri="{FF2B5EF4-FFF2-40B4-BE49-F238E27FC236}">
                <a16:creationId xmlns:a16="http://schemas.microsoft.com/office/drawing/2014/main" id="{FFFDA779-169D-4003-91CE-B46D787027E4}"/>
              </a:ext>
            </a:extLst>
          </p:cNvPr>
          <p:cNvSpPr>
            <a:spLocks xmlns:a="http://schemas.openxmlformats.org/drawingml/2006/main" noGrp="1"/>
          </p:cNvSpPr>
          <p:nvPr/>
        </p:nvSpPr>
        <p:spPr>
          <a:xfrm xmlns:a="http://schemas.openxmlformats.org/drawingml/2006/main">
            <a:off x="10172700" y="8848725"/>
            <a:ext cx="133350" cy="133350"/>
          </a:xfrm>
          <a:custGeom xmlns:a="http://schemas.openxmlformats.org/drawingml/2006/main">
            <a:pathLst>
              <a:path w="133350" h="133350">
                <a:moveTo>
                  <a:pt x="66675" y="0"/>
                </a:moveTo>
                <a:lnTo>
                  <a:pt x="60140" y="321"/>
                </a:lnTo>
                <a:lnTo>
                  <a:pt x="53667" y="1281"/>
                </a:lnTo>
                <a:lnTo>
                  <a:pt x="47320" y="2871"/>
                </a:lnTo>
                <a:lnTo>
                  <a:pt x="41160" y="5075"/>
                </a:lnTo>
                <a:lnTo>
                  <a:pt x="35245" y="7873"/>
                </a:lnTo>
                <a:lnTo>
                  <a:pt x="29632" y="11237"/>
                </a:lnTo>
                <a:lnTo>
                  <a:pt x="24377" y="15135"/>
                </a:lnTo>
                <a:lnTo>
                  <a:pt x="19529" y="19529"/>
                </a:lnTo>
                <a:lnTo>
                  <a:pt x="15135" y="24377"/>
                </a:lnTo>
                <a:lnTo>
                  <a:pt x="11237" y="29632"/>
                </a:lnTo>
                <a:lnTo>
                  <a:pt x="7873" y="35245"/>
                </a:lnTo>
                <a:lnTo>
                  <a:pt x="5075" y="41160"/>
                </a:lnTo>
                <a:lnTo>
                  <a:pt x="2871" y="47320"/>
                </a:lnTo>
                <a:lnTo>
                  <a:pt x="1281" y="53667"/>
                </a:lnTo>
                <a:lnTo>
                  <a:pt x="321" y="60140"/>
                </a:lnTo>
                <a:lnTo>
                  <a:pt x="0" y="66675"/>
                </a:lnTo>
                <a:lnTo>
                  <a:pt x="321" y="73210"/>
                </a:lnTo>
                <a:lnTo>
                  <a:pt x="1281" y="79683"/>
                </a:lnTo>
                <a:lnTo>
                  <a:pt x="2871" y="86030"/>
                </a:lnTo>
                <a:lnTo>
                  <a:pt x="5075" y="92190"/>
                </a:lnTo>
                <a:lnTo>
                  <a:pt x="7873" y="98105"/>
                </a:lnTo>
                <a:lnTo>
                  <a:pt x="11237" y="103718"/>
                </a:lnTo>
                <a:lnTo>
                  <a:pt x="15135" y="108973"/>
                </a:lnTo>
                <a:lnTo>
                  <a:pt x="19529" y="113821"/>
                </a:lnTo>
                <a:lnTo>
                  <a:pt x="24377" y="118215"/>
                </a:lnTo>
                <a:lnTo>
                  <a:pt x="29632" y="122113"/>
                </a:lnTo>
                <a:lnTo>
                  <a:pt x="35245" y="125477"/>
                </a:lnTo>
                <a:lnTo>
                  <a:pt x="41160" y="128275"/>
                </a:lnTo>
                <a:lnTo>
                  <a:pt x="47320" y="130479"/>
                </a:lnTo>
                <a:lnTo>
                  <a:pt x="53667" y="132069"/>
                </a:lnTo>
                <a:lnTo>
                  <a:pt x="60140" y="133029"/>
                </a:lnTo>
                <a:lnTo>
                  <a:pt x="66675" y="133350"/>
                </a:lnTo>
                <a:close/>
              </a:path>
            </a:pathLst>
          </a:custGeom>
          <a:solidFill xmlns:a="http://schemas.openxmlformats.org/drawingml/2006/main">
            <a:srgbClr val="18232E"/>
          </a:solidFill>
          <a:ln xmlns:a="http://schemas.openxmlformats.org/drawingml/2006/main" w="0">
            <a:noFill/>
          </a:ln>
        </p:spPr>
      </p:sp>
      <p:sp>
        <p:nvSpPr>
          <p:cNvPr id="327" name="dp42-v4-summary / n29 / circle">
            <a:extLst xmlns:a="http://schemas.openxmlformats.org/drawingml/2006/main">
              <a:ext uri="{FF2B5EF4-FFF2-40B4-BE49-F238E27FC236}">
                <a16:creationId xmlns:a16="http://schemas.microsoft.com/office/drawing/2014/main" id="{CB8E02B5-CE6E-41AC-8F21-D692F1BE71D7}"/>
              </a:ext>
            </a:extLst>
          </p:cNvPr>
          <p:cNvSpPr>
            <a:spLocks xmlns:a="http://schemas.openxmlformats.org/drawingml/2006/main" noGrp="1"/>
          </p:cNvSpPr>
          <p:nvPr/>
        </p:nvSpPr>
        <p:spPr>
          <a:xfrm xmlns:a="http://schemas.openxmlformats.org/drawingml/2006/main">
            <a:off x="10344150" y="8848725"/>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28" name="dp42-v4-summary / n30">
            <a:extLst xmlns:a="http://schemas.openxmlformats.org/drawingml/2006/main">
              <a:ext uri="{FF2B5EF4-FFF2-40B4-BE49-F238E27FC236}">
                <a16:creationId xmlns:a16="http://schemas.microsoft.com/office/drawing/2014/main" id="{8CB369EE-FE99-4B84-8B79-D9EC8A4287A8}"/>
              </a:ext>
            </a:extLst>
          </p:cNvPr>
          <p:cNvSpPr>
            <a:spLocks xmlns:a="http://schemas.openxmlformats.org/drawingml/2006/main" noGrp="1"/>
          </p:cNvSpPr>
          <p:nvPr/>
        </p:nvSpPr>
        <p:spPr>
          <a:xfrm xmlns:a="http://schemas.openxmlformats.org/drawingml/2006/main">
            <a:off x="10515600" y="8829675"/>
            <a:ext cx="7381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3점  5.660초  [인계 4회 / +0.060초]</a:t>
            </a:r>
          </a:p>
        </p:txBody>
      </p:sp>
      <p:sp>
        <p:nvSpPr>
          <p:cNvPr id="329" name="dp42-v4-summary / n31">
            <a:extLst xmlns:a="http://schemas.openxmlformats.org/drawingml/2006/main">
              <a:ext uri="{FF2B5EF4-FFF2-40B4-BE49-F238E27FC236}">
                <a16:creationId xmlns:a16="http://schemas.microsoft.com/office/drawing/2014/main" id="{0D8218F2-81C7-4101-8C4C-B8F278FD145C}"/>
              </a:ext>
            </a:extLst>
          </p:cNvPr>
          <p:cNvSpPr>
            <a:spLocks xmlns:a="http://schemas.openxmlformats.org/drawingml/2006/main" noGrp="1"/>
          </p:cNvSpPr>
          <p:nvPr/>
        </p:nvSpPr>
        <p:spPr>
          <a:xfrm xmlns:a="http://schemas.openxmlformats.org/drawingml/2006/main">
            <a:off x="381000" y="90106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30" name="dp42-v4-summary / n32">
            <a:extLst xmlns:a="http://schemas.openxmlformats.org/drawingml/2006/main">
              <a:ext uri="{FF2B5EF4-FFF2-40B4-BE49-F238E27FC236}">
                <a16:creationId xmlns:a16="http://schemas.microsoft.com/office/drawing/2014/main" id="{B76AE273-42B9-4B9E-81E9-F46BD59B6A41}"/>
              </a:ext>
            </a:extLst>
          </p:cNvPr>
          <p:cNvSpPr>
            <a:spLocks xmlns:a="http://schemas.openxmlformats.org/drawingml/2006/main" noGrp="1"/>
          </p:cNvSpPr>
          <p:nvPr/>
        </p:nvSpPr>
        <p:spPr>
          <a:xfrm xmlns:a="http://schemas.openxmlformats.org/drawingml/2006/main">
            <a:off x="400050" y="9067800"/>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VIA 모델 사용 비용</a:t>
            </a:r>
          </a:p>
        </p:txBody>
      </p:sp>
      <p:sp>
        <p:nvSpPr>
          <p:cNvPr id="331" name="dp42-v4-summary / n33 / circle">
            <a:extLst xmlns:a="http://schemas.openxmlformats.org/drawingml/2006/main">
              <a:ext uri="{FF2B5EF4-FFF2-40B4-BE49-F238E27FC236}">
                <a16:creationId xmlns:a16="http://schemas.microsoft.com/office/drawing/2014/main" id="{41A854DB-FBA8-4E0A-8755-127F24AA1B8A}"/>
              </a:ext>
            </a:extLst>
          </p:cNvPr>
          <p:cNvSpPr>
            <a:spLocks xmlns:a="http://schemas.openxmlformats.org/drawingml/2006/main" noGrp="1"/>
          </p:cNvSpPr>
          <p:nvPr/>
        </p:nvSpPr>
        <p:spPr>
          <a:xfrm xmlns:a="http://schemas.openxmlformats.org/drawingml/2006/main">
            <a:off x="2857500" y="9086850"/>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32" name="dp42-v4-summary / n34 / circle">
            <a:extLst xmlns:a="http://schemas.openxmlformats.org/drawingml/2006/main">
              <a:ext uri="{FF2B5EF4-FFF2-40B4-BE49-F238E27FC236}">
                <a16:creationId xmlns:a16="http://schemas.microsoft.com/office/drawing/2014/main" id="{A22212EA-D2F8-4406-985B-9D4BF6F24776}"/>
              </a:ext>
            </a:extLst>
          </p:cNvPr>
          <p:cNvSpPr>
            <a:spLocks xmlns:a="http://schemas.openxmlformats.org/drawingml/2006/main" noGrp="1"/>
          </p:cNvSpPr>
          <p:nvPr/>
        </p:nvSpPr>
        <p:spPr>
          <a:xfrm xmlns:a="http://schemas.openxmlformats.org/drawingml/2006/main">
            <a:off x="3028950" y="9086850"/>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33" name="dp42-v4-summary / n35 / circle">
            <a:extLst xmlns:a="http://schemas.openxmlformats.org/drawingml/2006/main">
              <a:ext uri="{FF2B5EF4-FFF2-40B4-BE49-F238E27FC236}">
                <a16:creationId xmlns:a16="http://schemas.microsoft.com/office/drawing/2014/main" id="{3CFD4490-6EA8-479F-B80A-EE75C4CBED68}"/>
              </a:ext>
            </a:extLst>
          </p:cNvPr>
          <p:cNvSpPr>
            <a:spLocks xmlns:a="http://schemas.openxmlformats.org/drawingml/2006/main" noGrp="1"/>
          </p:cNvSpPr>
          <p:nvPr/>
        </p:nvSpPr>
        <p:spPr>
          <a:xfrm xmlns:a="http://schemas.openxmlformats.org/drawingml/2006/main">
            <a:off x="3200400" y="9086850"/>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34" name="dp42-v4-summary / n36">
            <a:extLst xmlns:a="http://schemas.openxmlformats.org/drawingml/2006/main">
              <a:ext uri="{FF2B5EF4-FFF2-40B4-BE49-F238E27FC236}">
                <a16:creationId xmlns:a16="http://schemas.microsoft.com/office/drawing/2014/main" id="{8511C165-46AF-4BC4-AC4C-1BC5EF343A9C}"/>
              </a:ext>
            </a:extLst>
          </p:cNvPr>
          <p:cNvSpPr>
            <a:spLocks xmlns:a="http://schemas.openxmlformats.org/drawingml/2006/main" noGrp="1"/>
          </p:cNvSpPr>
          <p:nvPr/>
        </p:nvSpPr>
        <p:spPr>
          <a:xfrm xmlns:a="http://schemas.openxmlformats.org/drawingml/2006/main">
            <a:off x="3371850" y="9067800"/>
            <a:ext cx="6334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2점  $1.1867  [같은 모델 역할]</a:t>
            </a:r>
          </a:p>
        </p:txBody>
      </p:sp>
      <p:sp>
        <p:nvSpPr>
          <p:cNvPr id="335" name="dp42-v4-summary / n37 / circle">
            <a:extLst xmlns:a="http://schemas.openxmlformats.org/drawingml/2006/main">
              <a:ext uri="{FF2B5EF4-FFF2-40B4-BE49-F238E27FC236}">
                <a16:creationId xmlns:a16="http://schemas.microsoft.com/office/drawing/2014/main" id="{EFE843EA-C2FF-47EA-8B81-D060FBAE192B}"/>
              </a:ext>
            </a:extLst>
          </p:cNvPr>
          <p:cNvSpPr>
            <a:spLocks xmlns:a="http://schemas.openxmlformats.org/drawingml/2006/main" noGrp="1"/>
          </p:cNvSpPr>
          <p:nvPr/>
        </p:nvSpPr>
        <p:spPr>
          <a:xfrm xmlns:a="http://schemas.openxmlformats.org/drawingml/2006/main">
            <a:off x="10001250" y="9086850"/>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36" name="dp42-v4-summary / n38 / circle">
            <a:extLst xmlns:a="http://schemas.openxmlformats.org/drawingml/2006/main">
              <a:ext uri="{FF2B5EF4-FFF2-40B4-BE49-F238E27FC236}">
                <a16:creationId xmlns:a16="http://schemas.microsoft.com/office/drawing/2014/main" id="{9522B540-DE7C-4B5B-9002-B341D936C482}"/>
              </a:ext>
            </a:extLst>
          </p:cNvPr>
          <p:cNvSpPr>
            <a:spLocks xmlns:a="http://schemas.openxmlformats.org/drawingml/2006/main" noGrp="1"/>
          </p:cNvSpPr>
          <p:nvPr/>
        </p:nvSpPr>
        <p:spPr>
          <a:xfrm xmlns:a="http://schemas.openxmlformats.org/drawingml/2006/main">
            <a:off x="10172700" y="9086850"/>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37" name="dp42-v4-summary / n39 / circle">
            <a:extLst xmlns:a="http://schemas.openxmlformats.org/drawingml/2006/main">
              <a:ext uri="{FF2B5EF4-FFF2-40B4-BE49-F238E27FC236}">
                <a16:creationId xmlns:a16="http://schemas.microsoft.com/office/drawing/2014/main" id="{C1EE5D56-7217-4A8B-8F22-6FE2F9A1E6C2}"/>
              </a:ext>
            </a:extLst>
          </p:cNvPr>
          <p:cNvSpPr>
            <a:spLocks xmlns:a="http://schemas.openxmlformats.org/drawingml/2006/main" noGrp="1"/>
          </p:cNvSpPr>
          <p:nvPr/>
        </p:nvSpPr>
        <p:spPr>
          <a:xfrm xmlns:a="http://schemas.openxmlformats.org/drawingml/2006/main">
            <a:off x="10344150" y="9086850"/>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38" name="dp42-v4-summary / n40">
            <a:extLst xmlns:a="http://schemas.openxmlformats.org/drawingml/2006/main">
              <a:ext uri="{FF2B5EF4-FFF2-40B4-BE49-F238E27FC236}">
                <a16:creationId xmlns:a16="http://schemas.microsoft.com/office/drawing/2014/main" id="{F4DF6FCA-5C04-4406-AC8C-C932997C1106}"/>
              </a:ext>
            </a:extLst>
          </p:cNvPr>
          <p:cNvSpPr>
            <a:spLocks xmlns:a="http://schemas.openxmlformats.org/drawingml/2006/main" noGrp="1"/>
          </p:cNvSpPr>
          <p:nvPr/>
        </p:nvSpPr>
        <p:spPr>
          <a:xfrm xmlns:a="http://schemas.openxmlformats.org/drawingml/2006/main">
            <a:off x="10515600" y="9067800"/>
            <a:ext cx="7381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2점  $1.1867  [같은 모델 역할]</a:t>
            </a:r>
          </a:p>
        </p:txBody>
      </p:sp>
      <p:sp>
        <p:nvSpPr>
          <p:cNvPr id="339" name="dp42-v4-summary / n41">
            <a:extLst xmlns:a="http://schemas.openxmlformats.org/drawingml/2006/main">
              <a:ext uri="{FF2B5EF4-FFF2-40B4-BE49-F238E27FC236}">
                <a16:creationId xmlns:a16="http://schemas.microsoft.com/office/drawing/2014/main" id="{133FE6C1-83C9-4E0F-B9C4-8383D28301CC}"/>
              </a:ext>
            </a:extLst>
          </p:cNvPr>
          <p:cNvSpPr>
            <a:spLocks xmlns:a="http://schemas.openxmlformats.org/drawingml/2006/main" noGrp="1"/>
          </p:cNvSpPr>
          <p:nvPr/>
        </p:nvSpPr>
        <p:spPr>
          <a:xfrm xmlns:a="http://schemas.openxmlformats.org/drawingml/2006/main">
            <a:off x="381000" y="92487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40" name="dp42-v4-summary / n42">
            <a:extLst xmlns:a="http://schemas.openxmlformats.org/drawingml/2006/main">
              <a:ext uri="{FF2B5EF4-FFF2-40B4-BE49-F238E27FC236}">
                <a16:creationId xmlns:a16="http://schemas.microsoft.com/office/drawing/2014/main" id="{7D693DED-0AF0-4177-84EE-EE7C387C0020}"/>
              </a:ext>
            </a:extLst>
          </p:cNvPr>
          <p:cNvSpPr>
            <a:spLocks xmlns:a="http://schemas.openxmlformats.org/drawingml/2006/main" noGrp="1"/>
          </p:cNvSpPr>
          <p:nvPr/>
        </p:nvSpPr>
        <p:spPr>
          <a:xfrm xmlns:a="http://schemas.openxmlformats.org/drawingml/2006/main">
            <a:off x="400050" y="9305925"/>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VIA 변경 용이성</a:t>
            </a:r>
          </a:p>
        </p:txBody>
      </p:sp>
      <p:sp>
        <p:nvSpPr>
          <p:cNvPr id="341" name="dp42-v4-summary / n43 / circle">
            <a:extLst xmlns:a="http://schemas.openxmlformats.org/drawingml/2006/main">
              <a:ext uri="{FF2B5EF4-FFF2-40B4-BE49-F238E27FC236}">
                <a16:creationId xmlns:a16="http://schemas.microsoft.com/office/drawing/2014/main" id="{6E8BE40D-32CC-4B9C-9532-A5CA14FB04CC}"/>
              </a:ext>
            </a:extLst>
          </p:cNvPr>
          <p:cNvSpPr>
            <a:spLocks xmlns:a="http://schemas.openxmlformats.org/drawingml/2006/main" noGrp="1"/>
          </p:cNvSpPr>
          <p:nvPr/>
        </p:nvSpPr>
        <p:spPr>
          <a:xfrm xmlns:a="http://schemas.openxmlformats.org/drawingml/2006/main">
            <a:off x="2857500" y="9324975"/>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42" name="dp42-v4-summary / n44 / circle">
            <a:extLst xmlns:a="http://schemas.openxmlformats.org/drawingml/2006/main">
              <a:ext uri="{FF2B5EF4-FFF2-40B4-BE49-F238E27FC236}">
                <a16:creationId xmlns:a16="http://schemas.microsoft.com/office/drawing/2014/main" id="{5CC9A701-9FFC-481F-ABCF-5552478B7017}"/>
              </a:ext>
            </a:extLst>
          </p:cNvPr>
          <p:cNvSpPr>
            <a:spLocks xmlns:a="http://schemas.openxmlformats.org/drawingml/2006/main" noGrp="1"/>
          </p:cNvSpPr>
          <p:nvPr/>
        </p:nvSpPr>
        <p:spPr>
          <a:xfrm xmlns:a="http://schemas.openxmlformats.org/drawingml/2006/main">
            <a:off x="3028950" y="9324975"/>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43" name="dp42-v4-summary / n44 / half">
            <a:extLst xmlns:a="http://schemas.openxmlformats.org/drawingml/2006/main">
              <a:ext uri="{FF2B5EF4-FFF2-40B4-BE49-F238E27FC236}">
                <a16:creationId xmlns:a16="http://schemas.microsoft.com/office/drawing/2014/main" id="{B6E6CCD5-397D-43D9-BD59-E25718374557}"/>
              </a:ext>
            </a:extLst>
          </p:cNvPr>
          <p:cNvSpPr>
            <a:spLocks xmlns:a="http://schemas.openxmlformats.org/drawingml/2006/main" noGrp="1"/>
          </p:cNvSpPr>
          <p:nvPr/>
        </p:nvSpPr>
        <p:spPr>
          <a:xfrm xmlns:a="http://schemas.openxmlformats.org/drawingml/2006/main">
            <a:off x="3028950" y="9324975"/>
            <a:ext cx="133350" cy="133350"/>
          </a:xfrm>
          <a:custGeom xmlns:a="http://schemas.openxmlformats.org/drawingml/2006/main">
            <a:pathLst>
              <a:path w="133350" h="133350">
                <a:moveTo>
                  <a:pt x="66675" y="0"/>
                </a:moveTo>
                <a:lnTo>
                  <a:pt x="60140" y="321"/>
                </a:lnTo>
                <a:lnTo>
                  <a:pt x="53667" y="1281"/>
                </a:lnTo>
                <a:lnTo>
                  <a:pt x="47320" y="2871"/>
                </a:lnTo>
                <a:lnTo>
                  <a:pt x="41160" y="5075"/>
                </a:lnTo>
                <a:lnTo>
                  <a:pt x="35245" y="7873"/>
                </a:lnTo>
                <a:lnTo>
                  <a:pt x="29632" y="11237"/>
                </a:lnTo>
                <a:lnTo>
                  <a:pt x="24377" y="15135"/>
                </a:lnTo>
                <a:lnTo>
                  <a:pt x="19529" y="19529"/>
                </a:lnTo>
                <a:lnTo>
                  <a:pt x="15135" y="24377"/>
                </a:lnTo>
                <a:lnTo>
                  <a:pt x="11237" y="29632"/>
                </a:lnTo>
                <a:lnTo>
                  <a:pt x="7873" y="35245"/>
                </a:lnTo>
                <a:lnTo>
                  <a:pt x="5075" y="41160"/>
                </a:lnTo>
                <a:lnTo>
                  <a:pt x="2871" y="47320"/>
                </a:lnTo>
                <a:lnTo>
                  <a:pt x="1281" y="53667"/>
                </a:lnTo>
                <a:lnTo>
                  <a:pt x="321" y="60140"/>
                </a:lnTo>
                <a:lnTo>
                  <a:pt x="0" y="66675"/>
                </a:lnTo>
                <a:lnTo>
                  <a:pt x="321" y="73210"/>
                </a:lnTo>
                <a:lnTo>
                  <a:pt x="1281" y="79683"/>
                </a:lnTo>
                <a:lnTo>
                  <a:pt x="2871" y="86030"/>
                </a:lnTo>
                <a:lnTo>
                  <a:pt x="5075" y="92190"/>
                </a:lnTo>
                <a:lnTo>
                  <a:pt x="7873" y="98105"/>
                </a:lnTo>
                <a:lnTo>
                  <a:pt x="11237" y="103718"/>
                </a:lnTo>
                <a:lnTo>
                  <a:pt x="15135" y="108973"/>
                </a:lnTo>
                <a:lnTo>
                  <a:pt x="19529" y="113821"/>
                </a:lnTo>
                <a:lnTo>
                  <a:pt x="24377" y="118215"/>
                </a:lnTo>
                <a:lnTo>
                  <a:pt x="29632" y="122113"/>
                </a:lnTo>
                <a:lnTo>
                  <a:pt x="35245" y="125477"/>
                </a:lnTo>
                <a:lnTo>
                  <a:pt x="41160" y="128275"/>
                </a:lnTo>
                <a:lnTo>
                  <a:pt x="47320" y="130479"/>
                </a:lnTo>
                <a:lnTo>
                  <a:pt x="53667" y="132069"/>
                </a:lnTo>
                <a:lnTo>
                  <a:pt x="60140" y="133029"/>
                </a:lnTo>
                <a:lnTo>
                  <a:pt x="66675" y="133350"/>
                </a:lnTo>
                <a:close/>
              </a:path>
            </a:pathLst>
          </a:custGeom>
          <a:solidFill xmlns:a="http://schemas.openxmlformats.org/drawingml/2006/main">
            <a:srgbClr val="18232E"/>
          </a:solidFill>
          <a:ln xmlns:a="http://schemas.openxmlformats.org/drawingml/2006/main" w="0">
            <a:noFill/>
          </a:ln>
        </p:spPr>
      </p:sp>
      <p:sp>
        <p:nvSpPr>
          <p:cNvPr id="344" name="dp42-v4-summary / n45 / circle">
            <a:extLst xmlns:a="http://schemas.openxmlformats.org/drawingml/2006/main">
              <a:ext uri="{FF2B5EF4-FFF2-40B4-BE49-F238E27FC236}">
                <a16:creationId xmlns:a16="http://schemas.microsoft.com/office/drawing/2014/main" id="{384B1325-544D-44A2-A3C0-83EE9406F5C9}"/>
              </a:ext>
            </a:extLst>
          </p:cNvPr>
          <p:cNvSpPr>
            <a:spLocks xmlns:a="http://schemas.openxmlformats.org/drawingml/2006/main" noGrp="1"/>
          </p:cNvSpPr>
          <p:nvPr/>
        </p:nvSpPr>
        <p:spPr>
          <a:xfrm xmlns:a="http://schemas.openxmlformats.org/drawingml/2006/main">
            <a:off x="3200400" y="9324975"/>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45" name="dp42-v4-summary / n46">
            <a:extLst xmlns:a="http://schemas.openxmlformats.org/drawingml/2006/main">
              <a:ext uri="{FF2B5EF4-FFF2-40B4-BE49-F238E27FC236}">
                <a16:creationId xmlns:a16="http://schemas.microsoft.com/office/drawing/2014/main" id="{9BE97682-5320-4F69-A276-36FCF9BDFE05}"/>
              </a:ext>
            </a:extLst>
          </p:cNvPr>
          <p:cNvSpPr>
            <a:spLocks xmlns:a="http://schemas.openxmlformats.org/drawingml/2006/main" noGrp="1"/>
          </p:cNvSpPr>
          <p:nvPr/>
        </p:nvSpPr>
        <p:spPr>
          <a:xfrm xmlns:a="http://schemas.openxmlformats.org/drawingml/2006/main">
            <a:off x="3371850" y="9305925"/>
            <a:ext cx="6334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3점  2.167개  [공동 상태 계약 수정]</a:t>
            </a:r>
          </a:p>
        </p:txBody>
      </p:sp>
      <p:sp>
        <p:nvSpPr>
          <p:cNvPr id="346" name="dp42-v4-summary / n47 / circle">
            <a:extLst xmlns:a="http://schemas.openxmlformats.org/drawingml/2006/main">
              <a:ext uri="{FF2B5EF4-FFF2-40B4-BE49-F238E27FC236}">
                <a16:creationId xmlns:a16="http://schemas.microsoft.com/office/drawing/2014/main" id="{8EB8CEE1-B2C0-43DD-85BB-C13A3A2356C2}"/>
              </a:ext>
            </a:extLst>
          </p:cNvPr>
          <p:cNvSpPr>
            <a:spLocks xmlns:a="http://schemas.openxmlformats.org/drawingml/2006/main" noGrp="1"/>
          </p:cNvSpPr>
          <p:nvPr/>
        </p:nvSpPr>
        <p:spPr>
          <a:xfrm xmlns:a="http://schemas.openxmlformats.org/drawingml/2006/main">
            <a:off x="10001250" y="9324975"/>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47" name="dp42-v4-summary / n48 / circle">
            <a:extLst xmlns:a="http://schemas.openxmlformats.org/drawingml/2006/main">
              <a:ext uri="{FF2B5EF4-FFF2-40B4-BE49-F238E27FC236}">
                <a16:creationId xmlns:a16="http://schemas.microsoft.com/office/drawing/2014/main" id="{03F1EAD9-871B-454F-B2AF-8738B1F5ABD6}"/>
              </a:ext>
            </a:extLst>
          </p:cNvPr>
          <p:cNvSpPr>
            <a:spLocks xmlns:a="http://schemas.openxmlformats.org/drawingml/2006/main" noGrp="1"/>
          </p:cNvSpPr>
          <p:nvPr/>
        </p:nvSpPr>
        <p:spPr>
          <a:xfrm xmlns:a="http://schemas.openxmlformats.org/drawingml/2006/main">
            <a:off x="10172700" y="9324975"/>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48" name="dp42-v4-summary / n49 / circle">
            <a:extLst xmlns:a="http://schemas.openxmlformats.org/drawingml/2006/main">
              <a:ext uri="{FF2B5EF4-FFF2-40B4-BE49-F238E27FC236}">
                <a16:creationId xmlns:a16="http://schemas.microsoft.com/office/drawing/2014/main" id="{FDE01952-3AD5-446C-8516-B2DE0CF206DF}"/>
              </a:ext>
            </a:extLst>
          </p:cNvPr>
          <p:cNvSpPr>
            <a:spLocks xmlns:a="http://schemas.openxmlformats.org/drawingml/2006/main" noGrp="1"/>
          </p:cNvSpPr>
          <p:nvPr/>
        </p:nvSpPr>
        <p:spPr>
          <a:xfrm xmlns:a="http://schemas.openxmlformats.org/drawingml/2006/main">
            <a:off x="10344150" y="9324975"/>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49" name="dp42-v4-summary / n50">
            <a:extLst xmlns:a="http://schemas.openxmlformats.org/drawingml/2006/main">
              <a:ext uri="{FF2B5EF4-FFF2-40B4-BE49-F238E27FC236}">
                <a16:creationId xmlns:a16="http://schemas.microsoft.com/office/drawing/2014/main" id="{9CB6C5F8-1738-4081-8E7E-57A6F81172C0}"/>
              </a:ext>
            </a:extLst>
          </p:cNvPr>
          <p:cNvSpPr>
            <a:spLocks xmlns:a="http://schemas.openxmlformats.org/drawingml/2006/main" noGrp="1"/>
          </p:cNvSpPr>
          <p:nvPr/>
        </p:nvSpPr>
        <p:spPr>
          <a:xfrm xmlns:a="http://schemas.openxmlformats.org/drawingml/2006/main">
            <a:off x="10515600" y="9305925"/>
            <a:ext cx="7381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2점  2.333개  [독립 인계 계약 추가]</a:t>
            </a:r>
          </a:p>
        </p:txBody>
      </p:sp>
      <p:sp>
        <p:nvSpPr>
          <p:cNvPr id="350" name="dp42-v4-summary / n51">
            <a:extLst xmlns:a="http://schemas.openxmlformats.org/drawingml/2006/main">
              <a:ext uri="{FF2B5EF4-FFF2-40B4-BE49-F238E27FC236}">
                <a16:creationId xmlns:a16="http://schemas.microsoft.com/office/drawing/2014/main" id="{FAB818DB-587F-40B0-946E-5CA79814F2A7}"/>
              </a:ext>
            </a:extLst>
          </p:cNvPr>
          <p:cNvSpPr>
            <a:spLocks xmlns:a="http://schemas.openxmlformats.org/drawingml/2006/main" noGrp="1"/>
          </p:cNvSpPr>
          <p:nvPr/>
        </p:nvSpPr>
        <p:spPr>
          <a:xfrm xmlns:a="http://schemas.openxmlformats.org/drawingml/2006/main">
            <a:off x="381000" y="94869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51" name="dp42-v4-summary / n52">
            <a:extLst xmlns:a="http://schemas.openxmlformats.org/drawingml/2006/main">
              <a:ext uri="{FF2B5EF4-FFF2-40B4-BE49-F238E27FC236}">
                <a16:creationId xmlns:a16="http://schemas.microsoft.com/office/drawing/2014/main" id="{C30BA642-A511-4034-B7E9-EADA08E8C45C}"/>
              </a:ext>
            </a:extLst>
          </p:cNvPr>
          <p:cNvSpPr>
            <a:spLocks xmlns:a="http://schemas.openxmlformats.org/drawingml/2006/main" noGrp="1"/>
          </p:cNvSpPr>
          <p:nvPr/>
        </p:nvSpPr>
        <p:spPr>
          <a:xfrm xmlns:a="http://schemas.openxmlformats.org/drawingml/2006/main">
            <a:off x="400050" y="9544050"/>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로컬 VIA 메모리 사용량</a:t>
            </a:r>
          </a:p>
        </p:txBody>
      </p:sp>
      <p:sp>
        <p:nvSpPr>
          <p:cNvPr id="352" name="dp42-v4-summary / n53 / circle">
            <a:extLst xmlns:a="http://schemas.openxmlformats.org/drawingml/2006/main">
              <a:ext uri="{FF2B5EF4-FFF2-40B4-BE49-F238E27FC236}">
                <a16:creationId xmlns:a16="http://schemas.microsoft.com/office/drawing/2014/main" id="{99C26182-6113-4EDB-9DA8-B6179F759420}"/>
              </a:ext>
            </a:extLst>
          </p:cNvPr>
          <p:cNvSpPr>
            <a:spLocks xmlns:a="http://schemas.openxmlformats.org/drawingml/2006/main" noGrp="1"/>
          </p:cNvSpPr>
          <p:nvPr/>
        </p:nvSpPr>
        <p:spPr>
          <a:xfrm xmlns:a="http://schemas.openxmlformats.org/drawingml/2006/main">
            <a:off x="2857500" y="9563100"/>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53" name="dp42-v4-summary / n54 / circle">
            <a:extLst xmlns:a="http://schemas.openxmlformats.org/drawingml/2006/main">
              <a:ext uri="{FF2B5EF4-FFF2-40B4-BE49-F238E27FC236}">
                <a16:creationId xmlns:a16="http://schemas.microsoft.com/office/drawing/2014/main" id="{37AB851E-C8AD-436D-8468-E0AEAFF76139}"/>
              </a:ext>
            </a:extLst>
          </p:cNvPr>
          <p:cNvSpPr>
            <a:spLocks xmlns:a="http://schemas.openxmlformats.org/drawingml/2006/main" noGrp="1"/>
          </p:cNvSpPr>
          <p:nvPr/>
        </p:nvSpPr>
        <p:spPr>
          <a:xfrm xmlns:a="http://schemas.openxmlformats.org/drawingml/2006/main">
            <a:off x="3028950" y="9563100"/>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54" name="dp42-v4-summary / n55 / circle">
            <a:extLst xmlns:a="http://schemas.openxmlformats.org/drawingml/2006/main">
              <a:ext uri="{FF2B5EF4-FFF2-40B4-BE49-F238E27FC236}">
                <a16:creationId xmlns:a16="http://schemas.microsoft.com/office/drawing/2014/main" id="{F2B52388-6157-4E5F-B4F8-963341B84B5F}"/>
              </a:ext>
            </a:extLst>
          </p:cNvPr>
          <p:cNvSpPr>
            <a:spLocks xmlns:a="http://schemas.openxmlformats.org/drawingml/2006/main" noGrp="1"/>
          </p:cNvSpPr>
          <p:nvPr/>
        </p:nvSpPr>
        <p:spPr>
          <a:xfrm xmlns:a="http://schemas.openxmlformats.org/drawingml/2006/main">
            <a:off x="3200400" y="9563100"/>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55" name="dp42-v4-summary / n56">
            <a:extLst xmlns:a="http://schemas.openxmlformats.org/drawingml/2006/main">
              <a:ext uri="{FF2B5EF4-FFF2-40B4-BE49-F238E27FC236}">
                <a16:creationId xmlns:a16="http://schemas.microsoft.com/office/drawing/2014/main" id="{8531F3B6-6A51-45E6-8283-6283678A17FC}"/>
              </a:ext>
            </a:extLst>
          </p:cNvPr>
          <p:cNvSpPr>
            <a:spLocks xmlns:a="http://schemas.openxmlformats.org/drawingml/2006/main" noGrp="1"/>
          </p:cNvSpPr>
          <p:nvPr/>
        </p:nvSpPr>
        <p:spPr>
          <a:xfrm xmlns:a="http://schemas.openxmlformats.org/drawingml/2006/main">
            <a:off x="3371850" y="9544050"/>
            <a:ext cx="6334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4점  1,792MiB  [통합 실행체 상태]</a:t>
            </a:r>
          </a:p>
        </p:txBody>
      </p:sp>
      <p:sp>
        <p:nvSpPr>
          <p:cNvPr id="356" name="dp42-v4-summary / n57 / circle">
            <a:extLst xmlns:a="http://schemas.openxmlformats.org/drawingml/2006/main">
              <a:ext uri="{FF2B5EF4-FFF2-40B4-BE49-F238E27FC236}">
                <a16:creationId xmlns:a16="http://schemas.microsoft.com/office/drawing/2014/main" id="{CCB59075-9B8E-49C7-AC98-07970A4F8926}"/>
              </a:ext>
            </a:extLst>
          </p:cNvPr>
          <p:cNvSpPr>
            <a:spLocks xmlns:a="http://schemas.openxmlformats.org/drawingml/2006/main" noGrp="1"/>
          </p:cNvSpPr>
          <p:nvPr/>
        </p:nvSpPr>
        <p:spPr>
          <a:xfrm xmlns:a="http://schemas.openxmlformats.org/drawingml/2006/main">
            <a:off x="10001250" y="9563100"/>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57" name="dp42-v4-summary / n58 / circle">
            <a:extLst xmlns:a="http://schemas.openxmlformats.org/drawingml/2006/main">
              <a:ext uri="{FF2B5EF4-FFF2-40B4-BE49-F238E27FC236}">
                <a16:creationId xmlns:a16="http://schemas.microsoft.com/office/drawing/2014/main" id="{D54A5632-5FE2-4218-8855-347FBBBC263F}"/>
              </a:ext>
            </a:extLst>
          </p:cNvPr>
          <p:cNvSpPr>
            <a:spLocks xmlns:a="http://schemas.openxmlformats.org/drawingml/2006/main" noGrp="1"/>
          </p:cNvSpPr>
          <p:nvPr/>
        </p:nvSpPr>
        <p:spPr>
          <a:xfrm xmlns:a="http://schemas.openxmlformats.org/drawingml/2006/main">
            <a:off x="10172700" y="9563100"/>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58" name="dp42-v4-summary / n59 / circle">
            <a:extLst xmlns:a="http://schemas.openxmlformats.org/drawingml/2006/main">
              <a:ext uri="{FF2B5EF4-FFF2-40B4-BE49-F238E27FC236}">
                <a16:creationId xmlns:a16="http://schemas.microsoft.com/office/drawing/2014/main" id="{DCBD419D-2A79-463D-9658-AB57A4557D78}"/>
              </a:ext>
            </a:extLst>
          </p:cNvPr>
          <p:cNvSpPr>
            <a:spLocks xmlns:a="http://schemas.openxmlformats.org/drawingml/2006/main" noGrp="1"/>
          </p:cNvSpPr>
          <p:nvPr/>
        </p:nvSpPr>
        <p:spPr>
          <a:xfrm xmlns:a="http://schemas.openxmlformats.org/drawingml/2006/main">
            <a:off x="10344150" y="9563100"/>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59" name="dp42-v4-summary / n60">
            <a:extLst xmlns:a="http://schemas.openxmlformats.org/drawingml/2006/main">
              <a:ext uri="{FF2B5EF4-FFF2-40B4-BE49-F238E27FC236}">
                <a16:creationId xmlns:a16="http://schemas.microsoft.com/office/drawing/2014/main" id="{DEC38708-A65F-4372-8055-2855E44481BD}"/>
              </a:ext>
            </a:extLst>
          </p:cNvPr>
          <p:cNvSpPr>
            <a:spLocks xmlns:a="http://schemas.openxmlformats.org/drawingml/2006/main" noGrp="1"/>
          </p:cNvSpPr>
          <p:nvPr/>
        </p:nvSpPr>
        <p:spPr>
          <a:xfrm xmlns:a="http://schemas.openxmlformats.org/drawingml/2006/main">
            <a:off x="10515600" y="9544050"/>
            <a:ext cx="7381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4점  2,080MiB  [추가 service +288MiB]</a:t>
            </a:r>
          </a:p>
        </p:txBody>
      </p:sp>
      <p:sp>
        <p:nvSpPr>
          <p:cNvPr id="360" name="dp42-v4-summary / n61">
            <a:extLst xmlns:a="http://schemas.openxmlformats.org/drawingml/2006/main">
              <a:ext uri="{FF2B5EF4-FFF2-40B4-BE49-F238E27FC236}">
                <a16:creationId xmlns:a16="http://schemas.microsoft.com/office/drawing/2014/main" id="{E141CD0C-C18C-4104-9DAF-CB53DF4B953D}"/>
              </a:ext>
            </a:extLst>
          </p:cNvPr>
          <p:cNvSpPr>
            <a:spLocks xmlns:a="http://schemas.openxmlformats.org/drawingml/2006/main" noGrp="1"/>
          </p:cNvSpPr>
          <p:nvPr/>
        </p:nvSpPr>
        <p:spPr>
          <a:xfrm xmlns:a="http://schemas.openxmlformats.org/drawingml/2006/main">
            <a:off x="381000" y="9810750"/>
            <a:ext cx="17526000"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F6B77"/>
                </a:solidFill>
                <a:latin typeface="Apple SD Gothic Neo"/>
                <a:ea typeface="Apple SD Gothic Neo"/>
                <a:cs typeface="Apple SD Gothic Neo"/>
              </a:defRPr>
            </a:pPr>
            <a:r>
              <a:rPr sz="1125" b="0">
                <a:solidFill>
                  <a:srgbClr val="5F6B77"/>
                </a:solidFill>
                <a:latin typeface="Apple SD Gothic Neo"/>
                <a:ea typeface="Apple SD Gothic Neo"/>
                <a:cs typeface="Apple SD Gothic Neo"/>
              </a:rPr>
              <a:t>정상 로컬 실행 / 별도 재해석 없이 같은 의미와 Task 처리</a:t>
            </a:r>
          </a:p>
        </p:txBody>
      </p:sp>
      <p:sp>
        <p:nvSpPr>
          <p:cNvPr id="361" name="dp42-v4-summary / n62">
            <a:extLst xmlns:a="http://schemas.openxmlformats.org/drawingml/2006/main">
              <a:ext uri="{FF2B5EF4-FFF2-40B4-BE49-F238E27FC236}">
                <a16:creationId xmlns:a16="http://schemas.microsoft.com/office/drawing/2014/main" id="{59AA5173-3BDB-4208-B14E-5CE16F096B74}"/>
              </a:ext>
            </a:extLst>
          </p:cNvPr>
          <p:cNvSpPr>
            <a:spLocks xmlns:a="http://schemas.openxmlformats.org/drawingml/2006/main" noGrp="1"/>
          </p:cNvSpPr>
          <p:nvPr/>
        </p:nvSpPr>
        <p:spPr>
          <a:xfrm xmlns:a="http://schemas.openxmlformats.org/drawingml/2006/main">
            <a:off x="381000" y="10067925"/>
            <a:ext cx="175260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5F6B77"/>
                </a:solidFill>
                <a:latin typeface="Apple SD Gothic Neo"/>
                <a:ea typeface="Apple SD Gothic Neo"/>
                <a:cs typeface="Apple SD Gothic Neo"/>
              </a:defRPr>
            </a:pPr>
            <a:r>
              <a:rPr sz="1050" b="0">
                <a:solidFill>
                  <a:srgbClr val="5F6B77"/>
                </a:solidFill>
                <a:latin typeface="Apple SD Gothic Neo"/>
                <a:ea typeface="Apple SD Gothic Neo"/>
                <a:cs typeface="Apple SD Gothic Neo"/>
              </a:rPr>
              <a:t>사고 실험 가정값 / ASR-QA-v5 기준 / 실제 측정 전 / 보호 조건 별도 / 상세 비교 다음 장</a:t>
            </a:r>
          </a:p>
        </p:txBody>
      </p:sp>
      <p:sp>
        <p:nvSpPr>
          <p:cNvPr id="41" name="dp42-comparison / legend_continuation_0">
            <a:extLst xmlns:a="http://schemas.openxmlformats.org/drawingml/2006/main">
              <a:ext uri="{FF2B5EF4-FFF2-40B4-BE49-F238E27FC236}">
                <a16:creationId xmlns:a16="http://schemas.microsoft.com/office/drawing/2014/main" id="{9071856A-91DF-4652-AFFA-86640B40A089}"/>
              </a:ext>
            </a:extLst>
          </p:cNvPr>
          <p:cNvSpPr>
            <a:spLocks xmlns:a="http://schemas.openxmlformats.org/drawingml/2006/main" noGrp="1"/>
          </p:cNvSpPr>
          <p:nvPr/>
        </p:nvSpPr>
        <p:spPr>
          <a:xfrm xmlns:a="http://schemas.openxmlformats.org/drawingml/2006/main">
            <a:off x="447675" y="3257550"/>
            <a:ext cx="819150" cy="42005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42" name="dp42-comparison / legend_continuation_1 / text 1">
            <a:extLst xmlns:a="http://schemas.openxmlformats.org/drawingml/2006/main">
              <a:ext uri="{FF2B5EF4-FFF2-40B4-BE49-F238E27FC236}">
                <a16:creationId xmlns:a16="http://schemas.microsoft.com/office/drawing/2014/main" id="{FBDDCB17-AD2A-4CCD-B4C6-C1B45E28584B}"/>
              </a:ext>
            </a:extLst>
          </p:cNvPr>
          <p:cNvSpPr>
            <a:spLocks xmlns:a="http://schemas.openxmlformats.org/drawingml/2006/main" noGrp="1"/>
          </p:cNvSpPr>
          <p:nvPr/>
        </p:nvSpPr>
        <p:spPr>
          <a:xfrm xmlns:a="http://schemas.openxmlformats.org/drawingml/2006/main">
            <a:off x="466725" y="3329559"/>
            <a:ext cx="781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Legend</a:t>
            </a:r>
          </a:p>
        </p:txBody>
      </p:sp>
      <p:sp>
        <p:nvSpPr>
          <p:cNvPr id="43" name="dp42-comparison / legend_continuation_2">
            <a:extLst xmlns:a="http://schemas.openxmlformats.org/drawingml/2006/main">
              <a:ext uri="{FF2B5EF4-FFF2-40B4-BE49-F238E27FC236}">
                <a16:creationId xmlns:a16="http://schemas.microsoft.com/office/drawing/2014/main" id="{4B50463D-1746-4D9C-8397-7DF921882358}"/>
              </a:ext>
            </a:extLst>
          </p:cNvPr>
          <p:cNvSpPr>
            <a:spLocks xmlns:a="http://schemas.openxmlformats.org/drawingml/2006/main" noGrp="1"/>
          </p:cNvSpPr>
          <p:nvPr/>
        </p:nvSpPr>
        <p:spPr>
          <a:xfrm xmlns:a="http://schemas.openxmlformats.org/drawingml/2006/main">
            <a:off x="504825" y="3553587"/>
            <a:ext cx="704850" cy="216027"/>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44" name="dp42-comparison / legend_continuation_3 / text 1">
            <a:extLst xmlns:a="http://schemas.openxmlformats.org/drawingml/2006/main">
              <a:ext uri="{FF2B5EF4-FFF2-40B4-BE49-F238E27FC236}">
                <a16:creationId xmlns:a16="http://schemas.microsoft.com/office/drawing/2014/main" id="{F658AE43-4480-453D-BDA6-D908E288A137}"/>
              </a:ext>
            </a:extLst>
          </p:cNvPr>
          <p:cNvSpPr>
            <a:spLocks xmlns:a="http://schemas.openxmlformats.org/drawingml/2006/main" noGrp="1"/>
          </p:cNvSpPr>
          <p:nvPr/>
        </p:nvSpPr>
        <p:spPr>
          <a:xfrm xmlns:a="http://schemas.openxmlformats.org/drawingml/2006/main">
            <a:off x="590550" y="3609594"/>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Component</a:t>
            </a:r>
          </a:p>
        </p:txBody>
      </p:sp>
      <p:sp>
        <p:nvSpPr>
          <p:cNvPr id="45" name="dp42-comparison / legend_continuation_4 / text 1">
            <a:extLst xmlns:a="http://schemas.openxmlformats.org/drawingml/2006/main">
              <a:ext uri="{FF2B5EF4-FFF2-40B4-BE49-F238E27FC236}">
                <a16:creationId xmlns:a16="http://schemas.microsoft.com/office/drawing/2014/main" id="{04B91AE5-F7AF-48AB-B6E5-A1546518BC4F}"/>
              </a:ext>
            </a:extLst>
          </p:cNvPr>
          <p:cNvSpPr>
            <a:spLocks xmlns:a="http://schemas.openxmlformats.org/drawingml/2006/main" noGrp="1"/>
          </p:cNvSpPr>
          <p:nvPr/>
        </p:nvSpPr>
        <p:spPr>
          <a:xfrm xmlns:a="http://schemas.openxmlformats.org/drawingml/2006/main">
            <a:off x="514350" y="3793617"/>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논리 책임</a:t>
            </a:r>
          </a:p>
        </p:txBody>
      </p:sp>
      <p:sp>
        <p:nvSpPr>
          <p:cNvPr id="46" name="dp42-comparison / legend_continuation_5">
            <a:extLst xmlns:a="http://schemas.openxmlformats.org/drawingml/2006/main">
              <a:ext uri="{FF2B5EF4-FFF2-40B4-BE49-F238E27FC236}">
                <a16:creationId xmlns:a16="http://schemas.microsoft.com/office/drawing/2014/main" id="{E1DC794E-F1AB-4F0A-A678-94922657E40C}"/>
              </a:ext>
            </a:extLst>
          </p:cNvPr>
          <p:cNvSpPr>
            <a:spLocks xmlns:a="http://schemas.openxmlformats.org/drawingml/2006/main" noGrp="1"/>
          </p:cNvSpPr>
          <p:nvPr/>
        </p:nvSpPr>
        <p:spPr>
          <a:xfrm xmlns:a="http://schemas.openxmlformats.org/drawingml/2006/main">
            <a:off x="504825" y="4025646"/>
            <a:ext cx="704850" cy="216027"/>
          </a:xfrm>
          <a:prstGeom xmlns:a="http://schemas.openxmlformats.org/drawingml/2006/main" prst="roundRect">
            <a:avLst>
              <a:gd name="adj" fmla="val 35273"/>
            </a:avLst>
          </a:prstGeom>
          <a:solidFill xmlns:a="http://schemas.openxmlformats.org/drawingml/2006/main">
            <a:srgbClr val="FFFFFF"/>
          </a:solidFill>
          <a:ln xmlns:a="http://schemas.openxmlformats.org/drawingml/2006/main" w="9525">
            <a:solidFill>
              <a:srgbClr val="000000"/>
            </a:solidFill>
            <a:prstDash val="solid"/>
          </a:ln>
        </p:spPr>
      </p:sp>
      <p:sp>
        <p:nvSpPr>
          <p:cNvPr id="47" name="dp42-comparison / legend_continuation_6 / text 1">
            <a:extLst xmlns:a="http://schemas.openxmlformats.org/drawingml/2006/main">
              <a:ext uri="{FF2B5EF4-FFF2-40B4-BE49-F238E27FC236}">
                <a16:creationId xmlns:a16="http://schemas.microsoft.com/office/drawing/2014/main" id="{070803EC-079B-4675-8D67-4941FED3CB88}"/>
              </a:ext>
            </a:extLst>
          </p:cNvPr>
          <p:cNvSpPr>
            <a:spLocks xmlns:a="http://schemas.openxmlformats.org/drawingml/2006/main" noGrp="1"/>
          </p:cNvSpPr>
          <p:nvPr/>
        </p:nvSpPr>
        <p:spPr>
          <a:xfrm xmlns:a="http://schemas.openxmlformats.org/drawingml/2006/main">
            <a:off x="590550" y="4081653"/>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Module</a:t>
            </a:r>
          </a:p>
        </p:txBody>
      </p:sp>
      <p:sp>
        <p:nvSpPr>
          <p:cNvPr id="48" name="dp42-comparison / legend_continuation_7 / text 1">
            <a:extLst xmlns:a="http://schemas.openxmlformats.org/drawingml/2006/main">
              <a:ext uri="{FF2B5EF4-FFF2-40B4-BE49-F238E27FC236}">
                <a16:creationId xmlns:a16="http://schemas.microsoft.com/office/drawing/2014/main" id="{3EC9F628-A8FF-4C6C-90B4-08E0C4558ECA}"/>
              </a:ext>
            </a:extLst>
          </p:cNvPr>
          <p:cNvSpPr>
            <a:spLocks xmlns:a="http://schemas.openxmlformats.org/drawingml/2006/main" noGrp="1"/>
          </p:cNvSpPr>
          <p:nvPr/>
        </p:nvSpPr>
        <p:spPr>
          <a:xfrm xmlns:a="http://schemas.openxmlformats.org/drawingml/2006/main">
            <a:off x="514350" y="4265676"/>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내부 구현</a:t>
            </a:r>
          </a:p>
        </p:txBody>
      </p:sp>
      <p:sp>
        <p:nvSpPr>
          <p:cNvPr id="49" name="dp42-comparison / legend_continuation_8">
            <a:extLst xmlns:a="http://schemas.openxmlformats.org/drawingml/2006/main">
              <a:ext uri="{FF2B5EF4-FFF2-40B4-BE49-F238E27FC236}">
                <a16:creationId xmlns:a16="http://schemas.microsoft.com/office/drawing/2014/main" id="{AEE016F7-0432-4A31-B30F-B56B9DE1FEE7}"/>
              </a:ext>
            </a:extLst>
          </p:cNvPr>
          <p:cNvSpPr>
            <a:spLocks xmlns:a="http://schemas.openxmlformats.org/drawingml/2006/main" noGrp="1"/>
          </p:cNvSpPr>
          <p:nvPr/>
        </p:nvSpPr>
        <p:spPr>
          <a:xfrm xmlns:a="http://schemas.openxmlformats.org/drawingml/2006/main">
            <a:off x="504825" y="4497705"/>
            <a:ext cx="704850" cy="216027"/>
          </a:xfrm>
          <a:custGeom xmlns:a="http://schemas.openxmlformats.org/drawingml/2006/main">
            <a:pathLst>
              <a:path w="704850" h="216027">
                <a:moveTo>
                  <a:pt x="0" y="0"/>
                </a:moveTo>
                <a:lnTo>
                  <a:pt x="533400" y="0"/>
                </a:lnTo>
                <a:lnTo>
                  <a:pt x="704850" y="171450"/>
                </a:lnTo>
                <a:lnTo>
                  <a:pt x="704850" y="216027"/>
                </a:lnTo>
                <a:lnTo>
                  <a:pt x="0" y="216027"/>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50" name="dp42-comparison / legend_continuation_8 / fold">
            <a:extLst xmlns:a="http://schemas.openxmlformats.org/drawingml/2006/main">
              <a:ext uri="{FF2B5EF4-FFF2-40B4-BE49-F238E27FC236}">
                <a16:creationId xmlns:a16="http://schemas.microsoft.com/office/drawing/2014/main" id="{984DB165-6D31-4DD4-B055-BB28A3F04881}"/>
              </a:ext>
            </a:extLst>
          </p:cNvPr>
          <p:cNvSpPr>
            <a:spLocks xmlns:a="http://schemas.openxmlformats.org/drawingml/2006/main" noGrp="1"/>
          </p:cNvSpPr>
          <p:nvPr/>
        </p:nvSpPr>
        <p:spPr>
          <a:xfrm xmlns:a="http://schemas.openxmlformats.org/drawingml/2006/main">
            <a:off x="1038225" y="449770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51" name="dp42-comparison / legend_continuation_9 / text 1">
            <a:extLst xmlns:a="http://schemas.openxmlformats.org/drawingml/2006/main">
              <a:ext uri="{FF2B5EF4-FFF2-40B4-BE49-F238E27FC236}">
                <a16:creationId xmlns:a16="http://schemas.microsoft.com/office/drawing/2014/main" id="{399B0ED7-3253-472B-AC94-A32AAF7AAF59}"/>
              </a:ext>
            </a:extLst>
          </p:cNvPr>
          <p:cNvSpPr>
            <a:spLocks xmlns:a="http://schemas.openxmlformats.org/drawingml/2006/main" noGrp="1"/>
          </p:cNvSpPr>
          <p:nvPr/>
        </p:nvSpPr>
        <p:spPr>
          <a:xfrm xmlns:a="http://schemas.openxmlformats.org/drawingml/2006/main">
            <a:off x="523875" y="4553712"/>
            <a:ext cx="666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Data</a:t>
            </a:r>
          </a:p>
        </p:txBody>
      </p:sp>
      <p:sp>
        <p:nvSpPr>
          <p:cNvPr id="52" name="dp42-comparison / legend_continuation_10 / text 1">
            <a:extLst xmlns:a="http://schemas.openxmlformats.org/drawingml/2006/main">
              <a:ext uri="{FF2B5EF4-FFF2-40B4-BE49-F238E27FC236}">
                <a16:creationId xmlns:a16="http://schemas.microsoft.com/office/drawing/2014/main" id="{2D6C36CC-8A5D-42CA-A223-55B3C6BCD4AB}"/>
              </a:ext>
            </a:extLst>
          </p:cNvPr>
          <p:cNvSpPr>
            <a:spLocks xmlns:a="http://schemas.openxmlformats.org/drawingml/2006/main" noGrp="1"/>
          </p:cNvSpPr>
          <p:nvPr/>
        </p:nvSpPr>
        <p:spPr>
          <a:xfrm xmlns:a="http://schemas.openxmlformats.org/drawingml/2006/main">
            <a:off x="514350" y="4737735"/>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교환 예시</a:t>
            </a:r>
          </a:p>
        </p:txBody>
      </p:sp>
      <p:sp>
        <p:nvSpPr>
          <p:cNvPr id="53" name="dp42-comparison / legend_continuation_11">
            <a:extLst xmlns:a="http://schemas.openxmlformats.org/drawingml/2006/main">
              <a:ext uri="{FF2B5EF4-FFF2-40B4-BE49-F238E27FC236}">
                <a16:creationId xmlns:a16="http://schemas.microsoft.com/office/drawing/2014/main" id="{3F750774-DA40-4330-9468-CA28E5A53439}"/>
              </a:ext>
            </a:extLst>
          </p:cNvPr>
          <p:cNvSpPr>
            <a:spLocks xmlns:a="http://schemas.openxmlformats.org/drawingml/2006/main" noGrp="1"/>
          </p:cNvSpPr>
          <p:nvPr/>
        </p:nvSpPr>
        <p:spPr>
          <a:xfrm xmlns:a="http://schemas.openxmlformats.org/drawingml/2006/main">
            <a:off x="504825" y="4961763"/>
            <a:ext cx="704850" cy="216027"/>
          </a:xfrm>
          <a:prstGeom xmlns:a="http://schemas.openxmlformats.org/drawingml/2006/main" prst="hexagon">
            <a:avLst/>
          </a:prstGeom>
          <a:solidFill xmlns:a="http://schemas.openxmlformats.org/drawingml/2006/main">
            <a:srgbClr val="FFFFFF"/>
          </a:solidFill>
          <a:ln xmlns:a="http://schemas.openxmlformats.org/drawingml/2006/main" w="9525">
            <a:solidFill>
              <a:srgbClr val="000000"/>
            </a:solidFill>
            <a:prstDash val="solid"/>
          </a:ln>
        </p:spPr>
      </p:sp>
      <p:sp>
        <p:nvSpPr>
          <p:cNvPr id="54" name="dp42-comparison / legend_continuation_12 / text 1">
            <a:extLst xmlns:a="http://schemas.openxmlformats.org/drawingml/2006/main">
              <a:ext uri="{FF2B5EF4-FFF2-40B4-BE49-F238E27FC236}">
                <a16:creationId xmlns:a16="http://schemas.microsoft.com/office/drawing/2014/main" id="{1D287714-F152-425F-917E-B757AC24E346}"/>
              </a:ext>
            </a:extLst>
          </p:cNvPr>
          <p:cNvSpPr>
            <a:spLocks xmlns:a="http://schemas.openxmlformats.org/drawingml/2006/main" noGrp="1"/>
          </p:cNvSpPr>
          <p:nvPr/>
        </p:nvSpPr>
        <p:spPr>
          <a:xfrm xmlns:a="http://schemas.openxmlformats.org/drawingml/2006/main">
            <a:off x="590550" y="5017770"/>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LLM</a:t>
            </a:r>
          </a:p>
        </p:txBody>
      </p:sp>
      <p:sp>
        <p:nvSpPr>
          <p:cNvPr id="55" name="dp42-comparison / legend_continuation_13 / text 1">
            <a:extLst xmlns:a="http://schemas.openxmlformats.org/drawingml/2006/main">
              <a:ext uri="{FF2B5EF4-FFF2-40B4-BE49-F238E27FC236}">
                <a16:creationId xmlns:a16="http://schemas.microsoft.com/office/drawing/2014/main" id="{6EB93D5E-261A-4169-B04D-477B6F66EF56}"/>
              </a:ext>
            </a:extLst>
          </p:cNvPr>
          <p:cNvSpPr>
            <a:spLocks xmlns:a="http://schemas.openxmlformats.org/drawingml/2006/main" noGrp="1"/>
          </p:cNvSpPr>
          <p:nvPr/>
        </p:nvSpPr>
        <p:spPr>
          <a:xfrm xmlns:a="http://schemas.openxmlformats.org/drawingml/2006/main">
            <a:off x="514350" y="5201793"/>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외부 모델</a:t>
            </a:r>
          </a:p>
        </p:txBody>
      </p:sp>
      <p:sp>
        <p:nvSpPr>
          <p:cNvPr id="56" name="dp42-comparison / legend_continuation_14">
            <a:extLst xmlns:a="http://schemas.openxmlformats.org/drawingml/2006/main">
              <a:ext uri="{FF2B5EF4-FFF2-40B4-BE49-F238E27FC236}">
                <a16:creationId xmlns:a16="http://schemas.microsoft.com/office/drawing/2014/main" id="{1AD11029-0485-46DF-9D55-7A6098B7C7A4}"/>
              </a:ext>
            </a:extLst>
          </p:cNvPr>
          <p:cNvSpPr>
            <a:spLocks xmlns:a="http://schemas.openxmlformats.org/drawingml/2006/main" noGrp="1"/>
          </p:cNvSpPr>
          <p:nvPr/>
        </p:nvSpPr>
        <p:spPr>
          <a:xfrm xmlns:a="http://schemas.openxmlformats.org/drawingml/2006/main">
            <a:off x="504825" y="5433822"/>
            <a:ext cx="704850" cy="216027"/>
          </a:xfrm>
          <a:prstGeom xmlns:a="http://schemas.openxmlformats.org/drawingml/2006/main" prst="roundRect">
            <a:avLst>
              <a:gd name="adj" fmla="val 35273"/>
            </a:avLst>
          </a:prstGeom>
          <a:solidFill xmlns:a="http://schemas.openxmlformats.org/drawingml/2006/main">
            <a:srgbClr val="FFF0DD"/>
          </a:solidFill>
          <a:ln xmlns:a="http://schemas.openxmlformats.org/drawingml/2006/main" w="9525">
            <a:solidFill>
              <a:srgbClr val="B8753F"/>
            </a:solidFill>
            <a:prstDash val="solid"/>
          </a:ln>
        </p:spPr>
      </p:sp>
      <p:sp>
        <p:nvSpPr>
          <p:cNvPr id="57" name="dp42-comparison / legend_continuation_15 / text 1">
            <a:extLst xmlns:a="http://schemas.openxmlformats.org/drawingml/2006/main">
              <a:ext uri="{FF2B5EF4-FFF2-40B4-BE49-F238E27FC236}">
                <a16:creationId xmlns:a16="http://schemas.microsoft.com/office/drawing/2014/main" id="{D07EA871-DA6D-472A-8E99-322C66FD2D10}"/>
              </a:ext>
            </a:extLst>
          </p:cNvPr>
          <p:cNvSpPr>
            <a:spLocks xmlns:a="http://schemas.openxmlformats.org/drawingml/2006/main" noGrp="1"/>
          </p:cNvSpPr>
          <p:nvPr/>
        </p:nvSpPr>
        <p:spPr>
          <a:xfrm xmlns:a="http://schemas.openxmlformats.org/drawingml/2006/main">
            <a:off x="590550" y="5489829"/>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Module</a:t>
            </a:r>
          </a:p>
        </p:txBody>
      </p:sp>
      <p:sp>
        <p:nvSpPr>
          <p:cNvPr id="58" name="dp42-comparison / legend_continuation_16 / text 1">
            <a:extLst xmlns:a="http://schemas.openxmlformats.org/drawingml/2006/main">
              <a:ext uri="{FF2B5EF4-FFF2-40B4-BE49-F238E27FC236}">
                <a16:creationId xmlns:a16="http://schemas.microsoft.com/office/drawing/2014/main" id="{E442694E-DA5B-4D87-BFF6-554D395E016B}"/>
              </a:ext>
            </a:extLst>
          </p:cNvPr>
          <p:cNvSpPr>
            <a:spLocks xmlns:a="http://schemas.openxmlformats.org/drawingml/2006/main" noGrp="1"/>
          </p:cNvSpPr>
          <p:nvPr/>
        </p:nvSpPr>
        <p:spPr>
          <a:xfrm xmlns:a="http://schemas.openxmlformats.org/drawingml/2006/main">
            <a:off x="514350" y="5673852"/>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차이: 살구색</a:t>
            </a:r>
          </a:p>
        </p:txBody>
      </p:sp>
      <p:sp>
        <p:nvSpPr>
          <p:cNvPr id="59" name="dp42-comparison / legend_continuation_17">
            <a:extLst xmlns:a="http://schemas.openxmlformats.org/drawingml/2006/main">
              <a:ext uri="{FF2B5EF4-FFF2-40B4-BE49-F238E27FC236}">
                <a16:creationId xmlns:a16="http://schemas.microsoft.com/office/drawing/2014/main" id="{EEECB04D-A385-4CBF-8C34-D41B637C3BE1}"/>
              </a:ext>
            </a:extLst>
          </p:cNvPr>
          <p:cNvSpPr>
            <a:spLocks xmlns:a="http://schemas.openxmlformats.org/drawingml/2006/main" noGrp="1"/>
          </p:cNvSpPr>
          <p:nvPr/>
        </p:nvSpPr>
        <p:spPr>
          <a:xfrm xmlns:a="http://schemas.openxmlformats.org/drawingml/2006/main">
            <a:off x="504825" y="5865876"/>
            <a:ext cx="704850" cy="216027"/>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60" name="dp42-comparison / legend_continuation_18 / text 1">
            <a:extLst xmlns:a="http://schemas.openxmlformats.org/drawingml/2006/main">
              <a:ext uri="{FF2B5EF4-FFF2-40B4-BE49-F238E27FC236}">
                <a16:creationId xmlns:a16="http://schemas.microsoft.com/office/drawing/2014/main" id="{1A69617A-4CC8-4226-AD36-F92C9F3B327F}"/>
              </a:ext>
            </a:extLst>
          </p:cNvPr>
          <p:cNvSpPr>
            <a:spLocks xmlns:a="http://schemas.openxmlformats.org/drawingml/2006/main" noGrp="1"/>
          </p:cNvSpPr>
          <p:nvPr/>
        </p:nvSpPr>
        <p:spPr>
          <a:xfrm xmlns:a="http://schemas.openxmlformats.org/drawingml/2006/main">
            <a:off x="590550" y="5961888"/>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18232E"/>
                </a:solidFill>
                <a:latin typeface="Apple SD Gothic Neo"/>
                <a:ea typeface="Apple SD Gothic Neo"/>
                <a:cs typeface="Apple SD Gothic Neo"/>
              </a:defRPr>
            </a:pPr>
            <a:r>
              <a:rPr sz="750" b="0">
                <a:solidFill>
                  <a:srgbClr val="18232E"/>
                </a:solidFill>
                <a:latin typeface="Apple SD Gothic Neo"/>
                <a:ea typeface="Apple SD Gothic Neo"/>
                <a:cs typeface="Apple SD Gothic Neo"/>
              </a:rPr>
              <a:t>State</a:t>
            </a:r>
          </a:p>
        </p:txBody>
      </p:sp>
      <p:sp>
        <p:nvSpPr>
          <p:cNvPr id="61" name="dp42-comparison / legend_continuation_19 / text 1">
            <a:extLst xmlns:a="http://schemas.openxmlformats.org/drawingml/2006/main">
              <a:ext uri="{FF2B5EF4-FFF2-40B4-BE49-F238E27FC236}">
                <a16:creationId xmlns:a16="http://schemas.microsoft.com/office/drawing/2014/main" id="{B1E069DF-531F-479B-9920-57D8842A7780}"/>
              </a:ext>
            </a:extLst>
          </p:cNvPr>
          <p:cNvSpPr>
            <a:spLocks xmlns:a="http://schemas.openxmlformats.org/drawingml/2006/main" noGrp="1"/>
          </p:cNvSpPr>
          <p:nvPr/>
        </p:nvSpPr>
        <p:spPr>
          <a:xfrm xmlns:a="http://schemas.openxmlformats.org/drawingml/2006/main">
            <a:off x="514350" y="6113907"/>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소유 상태</a:t>
            </a:r>
          </a:p>
        </p:txBody>
      </p:sp>
      <p:sp>
        <p:nvSpPr>
          <p:cNvPr id="62" name="dp42-comparison / legend_continuation_20 / path">
            <a:extLst xmlns:a="http://schemas.openxmlformats.org/drawingml/2006/main">
              <a:ext uri="{FF2B5EF4-FFF2-40B4-BE49-F238E27FC236}">
                <a16:creationId xmlns:a16="http://schemas.microsoft.com/office/drawing/2014/main" id="{30712748-AFB9-46A1-ACEB-EB3A37BEFE26}"/>
              </a:ext>
            </a:extLst>
          </p:cNvPr>
          <p:cNvSpPr>
            <a:spLocks xmlns:a="http://schemas.openxmlformats.org/drawingml/2006/main" noGrp="1"/>
          </p:cNvSpPr>
          <p:nvPr/>
        </p:nvSpPr>
        <p:spPr>
          <a:xfrm xmlns:a="http://schemas.openxmlformats.org/drawingml/2006/main">
            <a:off x="514350" y="6345936"/>
            <a:ext cx="390525" cy="953"/>
          </a:xfrm>
          <a:custGeom xmlns:a="http://schemas.openxmlformats.org/drawingml/2006/main">
            <a:pathLst>
              <a:path w="390525" h="953">
                <a:moveTo>
                  <a:pt x="0" y="0"/>
                </a:moveTo>
                <a:lnTo>
                  <a:pt x="390525" y="0"/>
                </a:lnTo>
              </a:path>
            </a:pathLst>
          </a:custGeom>
          <a:noFill xmlns:a="http://schemas.openxmlformats.org/drawingml/2006/main"/>
          <a:ln xmlns:a="http://schemas.openxmlformats.org/drawingml/2006/main" w="10478">
            <a:solidFill>
              <a:srgbClr val="000000"/>
            </a:solidFill>
            <a:prstDash val="solid"/>
          </a:ln>
        </p:spPr>
      </p:sp>
      <p:sp>
        <p:nvSpPr>
          <p:cNvPr id="63" name="dp42-comparison / legend_continuation_20 / arrow">
            <a:extLst xmlns:a="http://schemas.openxmlformats.org/drawingml/2006/main">
              <a:ext uri="{FF2B5EF4-FFF2-40B4-BE49-F238E27FC236}">
                <a16:creationId xmlns:a16="http://schemas.microsoft.com/office/drawing/2014/main" id="{F18A34CE-7BA1-4AB4-AC08-F0EF51C5AE14}"/>
              </a:ext>
            </a:extLst>
          </p:cNvPr>
          <p:cNvSpPr>
            <a:spLocks xmlns:a="http://schemas.openxmlformats.org/drawingml/2006/main" noGrp="1"/>
          </p:cNvSpPr>
          <p:nvPr/>
        </p:nvSpPr>
        <p:spPr>
          <a:xfrm xmlns:a="http://schemas.openxmlformats.org/drawingml/2006/main">
            <a:off x="837819" y="6312408"/>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64" name="dp42-comparison / legend_continuation_21 / text 1">
            <a:extLst xmlns:a="http://schemas.openxmlformats.org/drawingml/2006/main">
              <a:ext uri="{FF2B5EF4-FFF2-40B4-BE49-F238E27FC236}">
                <a16:creationId xmlns:a16="http://schemas.microsoft.com/office/drawing/2014/main" id="{DFA8DEF3-F858-4EE8-AD0D-4919EA0AAEDF}"/>
              </a:ext>
            </a:extLst>
          </p:cNvPr>
          <p:cNvSpPr>
            <a:spLocks xmlns:a="http://schemas.openxmlformats.org/drawingml/2006/main" noGrp="1"/>
          </p:cNvSpPr>
          <p:nvPr/>
        </p:nvSpPr>
        <p:spPr>
          <a:xfrm xmlns:a="http://schemas.openxmlformats.org/drawingml/2006/main">
            <a:off x="962025" y="6289929"/>
            <a:ext cx="285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요청</a:t>
            </a:r>
          </a:p>
        </p:txBody>
      </p:sp>
      <p:sp>
        <p:nvSpPr>
          <p:cNvPr id="65" name="dp42-comparison / legend_continuation_22 / path">
            <a:extLst xmlns:a="http://schemas.openxmlformats.org/drawingml/2006/main">
              <a:ext uri="{FF2B5EF4-FFF2-40B4-BE49-F238E27FC236}">
                <a16:creationId xmlns:a16="http://schemas.microsoft.com/office/drawing/2014/main" id="{1A917C4B-76C7-47FC-AE98-D15594FB3D59}"/>
              </a:ext>
            </a:extLst>
          </p:cNvPr>
          <p:cNvSpPr>
            <a:spLocks xmlns:a="http://schemas.openxmlformats.org/drawingml/2006/main" noGrp="1"/>
          </p:cNvSpPr>
          <p:nvPr/>
        </p:nvSpPr>
        <p:spPr>
          <a:xfrm xmlns:a="http://schemas.openxmlformats.org/drawingml/2006/main">
            <a:off x="514350" y="6513957"/>
            <a:ext cx="390525" cy="953"/>
          </a:xfrm>
          <a:custGeom xmlns:a="http://schemas.openxmlformats.org/drawingml/2006/main">
            <a:pathLst>
              <a:path w="390525" h="953">
                <a:moveTo>
                  <a:pt x="0" y="0"/>
                </a:moveTo>
                <a:lnTo>
                  <a:pt x="390525" y="0"/>
                </a:lnTo>
              </a:path>
            </a:pathLst>
          </a:custGeom>
          <a:noFill xmlns:a="http://schemas.openxmlformats.org/drawingml/2006/main"/>
          <a:ln xmlns:a="http://schemas.openxmlformats.org/drawingml/2006/main" w="10478">
            <a:solidFill>
              <a:srgbClr val="000000"/>
            </a:solidFill>
            <a:prstDash val="dash"/>
          </a:ln>
        </p:spPr>
      </p:sp>
      <p:sp>
        <p:nvSpPr>
          <p:cNvPr id="66" name="dp42-comparison / legend_continuation_22 / arrow">
            <a:extLst xmlns:a="http://schemas.openxmlformats.org/drawingml/2006/main">
              <a:ext uri="{FF2B5EF4-FFF2-40B4-BE49-F238E27FC236}">
                <a16:creationId xmlns:a16="http://schemas.microsoft.com/office/drawing/2014/main" id="{63167A26-EA30-488C-B0DB-98643AA32B99}"/>
              </a:ext>
            </a:extLst>
          </p:cNvPr>
          <p:cNvSpPr>
            <a:spLocks xmlns:a="http://schemas.openxmlformats.org/drawingml/2006/main" noGrp="1"/>
          </p:cNvSpPr>
          <p:nvPr/>
        </p:nvSpPr>
        <p:spPr>
          <a:xfrm xmlns:a="http://schemas.openxmlformats.org/drawingml/2006/main">
            <a:off x="837819" y="6480429"/>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67" name="dp42-comparison / legend_continuation_23 / text 1">
            <a:extLst xmlns:a="http://schemas.openxmlformats.org/drawingml/2006/main">
              <a:ext uri="{FF2B5EF4-FFF2-40B4-BE49-F238E27FC236}">
                <a16:creationId xmlns:a16="http://schemas.microsoft.com/office/drawing/2014/main" id="{9836846A-62A5-4282-A4A8-59FE139F866C}"/>
              </a:ext>
            </a:extLst>
          </p:cNvPr>
          <p:cNvSpPr>
            <a:spLocks xmlns:a="http://schemas.openxmlformats.org/drawingml/2006/main" noGrp="1"/>
          </p:cNvSpPr>
          <p:nvPr/>
        </p:nvSpPr>
        <p:spPr>
          <a:xfrm xmlns:a="http://schemas.openxmlformats.org/drawingml/2006/main">
            <a:off x="962025" y="6457950"/>
            <a:ext cx="285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반환</a:t>
            </a:r>
          </a:p>
        </p:txBody>
      </p:sp>
      <p:sp>
        <p:nvSpPr>
          <p:cNvPr id="68" name="dp42-comparison / legend_continuation_24 / text 1">
            <a:extLst xmlns:a="http://schemas.openxmlformats.org/drawingml/2006/main">
              <a:ext uri="{FF2B5EF4-FFF2-40B4-BE49-F238E27FC236}">
                <a16:creationId xmlns:a16="http://schemas.microsoft.com/office/drawing/2014/main" id="{E6473929-7B0E-4007-B490-588ABA408609}"/>
              </a:ext>
            </a:extLst>
          </p:cNvPr>
          <p:cNvSpPr>
            <a:spLocks xmlns:a="http://schemas.openxmlformats.org/drawingml/2006/main" noGrp="1"/>
          </p:cNvSpPr>
          <p:nvPr/>
        </p:nvSpPr>
        <p:spPr>
          <a:xfrm xmlns:a="http://schemas.openxmlformats.org/drawingml/2006/main">
            <a:off x="514350" y="6721983"/>
            <a:ext cx="7239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아래: 순서도</a:t>
            </a:r>
          </a:p>
        </p:txBody>
      </p:sp>
      <p:sp>
        <p:nvSpPr>
          <p:cNvPr id="69" name="dp42-comparison / legend_continuation_25">
            <a:extLst xmlns:a="http://schemas.openxmlformats.org/drawingml/2006/main">
              <a:ext uri="{FF2B5EF4-FFF2-40B4-BE49-F238E27FC236}">
                <a16:creationId xmlns:a16="http://schemas.microsoft.com/office/drawing/2014/main" id="{9093E95D-642A-4DFF-AD44-D45B6CC360FD}"/>
              </a:ext>
            </a:extLst>
          </p:cNvPr>
          <p:cNvSpPr>
            <a:spLocks xmlns:a="http://schemas.openxmlformats.org/drawingml/2006/main" noGrp="1"/>
          </p:cNvSpPr>
          <p:nvPr/>
        </p:nvSpPr>
        <p:spPr>
          <a:xfrm xmlns:a="http://schemas.openxmlformats.org/drawingml/2006/main">
            <a:off x="504825" y="6898005"/>
            <a:ext cx="285750" cy="144018"/>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70" name="dp42-comparison / legend_continuation_26 / text 1">
            <a:extLst xmlns:a="http://schemas.openxmlformats.org/drawingml/2006/main">
              <a:ext uri="{FF2B5EF4-FFF2-40B4-BE49-F238E27FC236}">
                <a16:creationId xmlns:a16="http://schemas.microsoft.com/office/drawing/2014/main" id="{608FF45B-9C11-4D58-B59B-9FAA8F14718E}"/>
              </a:ext>
            </a:extLst>
          </p:cNvPr>
          <p:cNvSpPr>
            <a:spLocks xmlns:a="http://schemas.openxmlformats.org/drawingml/2006/main" noGrp="1"/>
          </p:cNvSpPr>
          <p:nvPr/>
        </p:nvSpPr>
        <p:spPr>
          <a:xfrm xmlns:a="http://schemas.openxmlformats.org/drawingml/2006/main">
            <a:off x="590550" y="6918008"/>
            <a:ext cx="1143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r>
              <a:t/>
            </a:r>
          </a:p>
        </p:txBody>
      </p:sp>
      <p:sp>
        <p:nvSpPr>
          <p:cNvPr id="71" name="dp42-comparison / legend_continuation_27 / text 1">
            <a:extLst xmlns:a="http://schemas.openxmlformats.org/drawingml/2006/main">
              <a:ext uri="{FF2B5EF4-FFF2-40B4-BE49-F238E27FC236}">
                <a16:creationId xmlns:a16="http://schemas.microsoft.com/office/drawing/2014/main" id="{051F5BE7-41E3-413F-B173-D1DE3C8E913E}"/>
              </a:ext>
            </a:extLst>
          </p:cNvPr>
          <p:cNvSpPr>
            <a:spLocks xmlns:a="http://schemas.openxmlformats.org/drawingml/2006/main" noGrp="1"/>
          </p:cNvSpPr>
          <p:nvPr/>
        </p:nvSpPr>
        <p:spPr>
          <a:xfrm xmlns:a="http://schemas.openxmlformats.org/drawingml/2006/main">
            <a:off x="847725" y="6922008"/>
            <a:ext cx="3333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동작</a:t>
            </a:r>
          </a:p>
        </p:txBody>
      </p:sp>
      <p:sp>
        <p:nvSpPr>
          <p:cNvPr id="72" name="dp42-comparison / legend_continuation_28">
            <a:extLst xmlns:a="http://schemas.openxmlformats.org/drawingml/2006/main">
              <a:ext uri="{FF2B5EF4-FFF2-40B4-BE49-F238E27FC236}">
                <a16:creationId xmlns:a16="http://schemas.microsoft.com/office/drawing/2014/main" id="{B1559AE1-FE7D-4347-A51D-37434CD47142}"/>
              </a:ext>
            </a:extLst>
          </p:cNvPr>
          <p:cNvSpPr>
            <a:spLocks xmlns:a="http://schemas.openxmlformats.org/drawingml/2006/main" noGrp="1"/>
          </p:cNvSpPr>
          <p:nvPr/>
        </p:nvSpPr>
        <p:spPr>
          <a:xfrm xmlns:a="http://schemas.openxmlformats.org/drawingml/2006/main">
            <a:off x="504825" y="7162038"/>
            <a:ext cx="285750" cy="144018"/>
          </a:xfrm>
          <a:prstGeom xmlns:a="http://schemas.openxmlformats.org/drawingml/2006/main" prst="diamond">
            <a:avLst/>
          </a:prstGeom>
          <a:solidFill xmlns:a="http://schemas.openxmlformats.org/drawingml/2006/main">
            <a:srgbClr val="FFFFFF"/>
          </a:solidFill>
          <a:ln xmlns:a="http://schemas.openxmlformats.org/drawingml/2006/main" w="9525">
            <a:solidFill>
              <a:srgbClr val="000000"/>
            </a:solidFill>
            <a:prstDash val="solid"/>
          </a:ln>
        </p:spPr>
      </p:sp>
      <p:sp>
        <p:nvSpPr>
          <p:cNvPr id="73" name="dp42-comparison / legend_continuation_29 / text 1">
            <a:extLst xmlns:a="http://schemas.openxmlformats.org/drawingml/2006/main">
              <a:ext uri="{FF2B5EF4-FFF2-40B4-BE49-F238E27FC236}">
                <a16:creationId xmlns:a16="http://schemas.microsoft.com/office/drawing/2014/main" id="{32216A94-7033-495D-BF74-04D41CFDA673}"/>
              </a:ext>
            </a:extLst>
          </p:cNvPr>
          <p:cNvSpPr>
            <a:spLocks xmlns:a="http://schemas.openxmlformats.org/drawingml/2006/main" noGrp="1"/>
          </p:cNvSpPr>
          <p:nvPr/>
        </p:nvSpPr>
        <p:spPr>
          <a:xfrm xmlns:a="http://schemas.openxmlformats.org/drawingml/2006/main">
            <a:off x="590550" y="7182041"/>
            <a:ext cx="1143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r>
              <a:t/>
            </a:r>
          </a:p>
        </p:txBody>
      </p:sp>
      <p:sp>
        <p:nvSpPr>
          <p:cNvPr id="74" name="dp42-comparison / legend_continuation_30 / text 1">
            <a:extLst xmlns:a="http://schemas.openxmlformats.org/drawingml/2006/main">
              <a:ext uri="{FF2B5EF4-FFF2-40B4-BE49-F238E27FC236}">
                <a16:creationId xmlns:a16="http://schemas.microsoft.com/office/drawing/2014/main" id="{6B4669D8-10B0-48AB-B0EE-8C868F1C08D4}"/>
              </a:ext>
            </a:extLst>
          </p:cNvPr>
          <p:cNvSpPr>
            <a:spLocks xmlns:a="http://schemas.openxmlformats.org/drawingml/2006/main" noGrp="1"/>
          </p:cNvSpPr>
          <p:nvPr/>
        </p:nvSpPr>
        <p:spPr>
          <a:xfrm xmlns:a="http://schemas.openxmlformats.org/drawingml/2006/main">
            <a:off x="847725" y="7186041"/>
            <a:ext cx="3333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분기</a:t>
            </a:r>
          </a:p>
        </p:txBody>
      </p:sp>
      <p:sp>
        <p:nvSpPr>
          <p:cNvPr id="75" name="dp42-comparison / n72">
            <a:extLst xmlns:a="http://schemas.openxmlformats.org/drawingml/2006/main">
              <a:ext uri="{FF2B5EF4-FFF2-40B4-BE49-F238E27FC236}">
                <a16:creationId xmlns:a16="http://schemas.microsoft.com/office/drawing/2014/main" id="{3B9CE14D-5E0B-499D-88E3-52C4F3DE865C}"/>
              </a:ext>
            </a:extLst>
          </p:cNvPr>
          <p:cNvSpPr>
            <a:spLocks xmlns:a="http://schemas.openxmlformats.org/drawingml/2006/main" noGrp="1"/>
          </p:cNvSpPr>
          <p:nvPr/>
        </p:nvSpPr>
        <p:spPr>
          <a:xfrm xmlns:a="http://schemas.openxmlformats.org/drawingml/2006/main">
            <a:off x="514350" y="2724150"/>
            <a:ext cx="276225" cy="171450"/>
          </a:xfrm>
          <a:prstGeom xmlns:a="http://schemas.openxmlformats.org/drawingml/2006/main" prst="rect">
            <a:avLst/>
          </a:prstGeom>
          <a:solidFill xmlns:a="http://schemas.openxmlformats.org/drawingml/2006/main">
            <a:srgbClr val="FFFFFF"/>
          </a:solidFill>
          <a:ln xmlns:a="http://schemas.openxmlformats.org/drawingml/2006/main" w="14288">
            <a:solidFill>
              <a:srgbClr val="B8753F"/>
            </a:solidFill>
            <a:prstDash val="solid"/>
          </a:ln>
        </p:spPr>
      </p:sp>
      <p:sp>
        <p:nvSpPr>
          <p:cNvPr id="76" name="dp42-comparison / n73 / text 1">
            <a:extLst xmlns:a="http://schemas.openxmlformats.org/drawingml/2006/main">
              <a:ext uri="{FF2B5EF4-FFF2-40B4-BE49-F238E27FC236}">
                <a16:creationId xmlns:a16="http://schemas.microsoft.com/office/drawing/2014/main" id="{630AB5FD-4502-4579-9B6A-B32799D84F7F}"/>
              </a:ext>
            </a:extLst>
          </p:cNvPr>
          <p:cNvSpPr>
            <a:spLocks xmlns:a="http://schemas.openxmlformats.org/drawingml/2006/main" noGrp="1"/>
          </p:cNvSpPr>
          <p:nvPr/>
        </p:nvSpPr>
        <p:spPr>
          <a:xfrm xmlns:a="http://schemas.openxmlformats.org/drawingml/2006/main">
            <a:off x="533400" y="2743200"/>
            <a:ext cx="2381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A</a:t>
            </a:r>
          </a:p>
        </p:txBody>
      </p:sp>
      <p:sp>
        <p:nvSpPr>
          <p:cNvPr id="77" name="dp42-comparison / n74">
            <a:extLst xmlns:a="http://schemas.openxmlformats.org/drawingml/2006/main">
              <a:ext uri="{FF2B5EF4-FFF2-40B4-BE49-F238E27FC236}">
                <a16:creationId xmlns:a16="http://schemas.microsoft.com/office/drawing/2014/main" id="{9C09DEB4-A18D-4E25-8164-657CAAD0389B}"/>
              </a:ext>
            </a:extLst>
          </p:cNvPr>
          <p:cNvSpPr>
            <a:spLocks xmlns:a="http://schemas.openxmlformats.org/drawingml/2006/main" noGrp="1"/>
          </p:cNvSpPr>
          <p:nvPr/>
        </p:nvSpPr>
        <p:spPr>
          <a:xfrm xmlns:a="http://schemas.openxmlformats.org/drawingml/2006/main">
            <a:off x="885825" y="2724150"/>
            <a:ext cx="276225" cy="171450"/>
          </a:xfrm>
          <a:prstGeom xmlns:a="http://schemas.openxmlformats.org/drawingml/2006/main" prst="rect">
            <a:avLst/>
          </a:prstGeom>
          <a:solidFill xmlns:a="http://schemas.openxmlformats.org/drawingml/2006/main">
            <a:srgbClr val="FFFFFF"/>
          </a:solidFill>
          <a:ln xmlns:a="http://schemas.openxmlformats.org/drawingml/2006/main" w="14288">
            <a:solidFill>
              <a:srgbClr val="B8753F"/>
            </a:solidFill>
            <a:prstDash val="dash"/>
          </a:ln>
        </p:spPr>
      </p:sp>
      <p:sp>
        <p:nvSpPr>
          <p:cNvPr id="78" name="dp42-comparison / n75 / text 1">
            <a:extLst xmlns:a="http://schemas.openxmlformats.org/drawingml/2006/main">
              <a:ext uri="{FF2B5EF4-FFF2-40B4-BE49-F238E27FC236}">
                <a16:creationId xmlns:a16="http://schemas.microsoft.com/office/drawing/2014/main" id="{E68A6D15-5DC2-4D9D-965C-AF4B47397FFA}"/>
              </a:ext>
            </a:extLst>
          </p:cNvPr>
          <p:cNvSpPr>
            <a:spLocks xmlns:a="http://schemas.openxmlformats.org/drawingml/2006/main" noGrp="1"/>
          </p:cNvSpPr>
          <p:nvPr/>
        </p:nvSpPr>
        <p:spPr>
          <a:xfrm xmlns:a="http://schemas.openxmlformats.org/drawingml/2006/main">
            <a:off x="904875" y="2743200"/>
            <a:ext cx="2381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B</a:t>
            </a:r>
          </a:p>
        </p:txBody>
      </p:sp>
      <p:sp>
        <p:nvSpPr>
          <p:cNvPr id="79" name="dp42-comparison / n76 / text 1">
            <a:extLst xmlns:a="http://schemas.openxmlformats.org/drawingml/2006/main">
              <a:ext uri="{FF2B5EF4-FFF2-40B4-BE49-F238E27FC236}">
                <a16:creationId xmlns:a16="http://schemas.microsoft.com/office/drawing/2014/main" id="{43C3A445-2067-409D-A90B-A22D59D7DCE2}"/>
              </a:ext>
            </a:extLst>
          </p:cNvPr>
          <p:cNvSpPr>
            <a:spLocks xmlns:a="http://schemas.openxmlformats.org/drawingml/2006/main" noGrp="1"/>
          </p:cNvSpPr>
          <p:nvPr/>
        </p:nvSpPr>
        <p:spPr>
          <a:xfrm xmlns:a="http://schemas.openxmlformats.org/drawingml/2006/main">
            <a:off x="514350" y="2962275"/>
            <a:ext cx="7239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실행 / 저장</a:t>
            </a:r>
          </a:p>
        </p:txBody>
      </p:sp>
      <p:sp>
        <p:nvSpPr>
          <p:cNvPr id="80" name="dp42-comparison / n76 / text 2">
            <a:extLst xmlns:a="http://schemas.openxmlformats.org/drawingml/2006/main">
              <a:ext uri="{FF2B5EF4-FFF2-40B4-BE49-F238E27FC236}">
                <a16:creationId xmlns:a16="http://schemas.microsoft.com/office/drawing/2014/main" id="{74A939AF-420E-4FFA-9AE1-CAD36407FDD6}"/>
              </a:ext>
            </a:extLst>
          </p:cNvPr>
          <p:cNvSpPr>
            <a:spLocks xmlns:a="http://schemas.openxmlformats.org/drawingml/2006/main" noGrp="1"/>
          </p:cNvSpPr>
          <p:nvPr/>
        </p:nvSpPr>
        <p:spPr>
          <a:xfrm xmlns:a="http://schemas.openxmlformats.org/drawingml/2006/main">
            <a:off x="514350" y="3076575"/>
            <a:ext cx="7239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확정 경계</a:t>
            </a:r>
          </a:p>
        </p:txBody>
      </p:sp>
      <p:sp>
        <p:nvSpPr>
          <p:cNvPr id="81" name="dp42-comparison / n77">
            <a:extLst xmlns:a="http://schemas.openxmlformats.org/drawingml/2006/main">
              <a:ext uri="{FF2B5EF4-FFF2-40B4-BE49-F238E27FC236}">
                <a16:creationId xmlns:a16="http://schemas.microsoft.com/office/drawing/2014/main" id="{FFE7BD3A-F8D2-4176-AEA7-B27013253AC4}"/>
              </a:ext>
            </a:extLst>
          </p:cNvPr>
          <p:cNvSpPr>
            <a:spLocks xmlns:a="http://schemas.openxmlformats.org/drawingml/2006/main" noGrp="1"/>
          </p:cNvSpPr>
          <p:nvPr/>
        </p:nvSpPr>
        <p:spPr>
          <a:xfrm xmlns:a="http://schemas.openxmlformats.org/drawingml/2006/main">
            <a:off x="1666875" y="2409825"/>
            <a:ext cx="2571750"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82" name="dp42-comparison / n78 / text 1">
            <a:extLst xmlns:a="http://schemas.openxmlformats.org/drawingml/2006/main">
              <a:ext uri="{FF2B5EF4-FFF2-40B4-BE49-F238E27FC236}">
                <a16:creationId xmlns:a16="http://schemas.microsoft.com/office/drawing/2014/main" id="{837AA157-D308-4310-8CB9-23F29A6A6F06}"/>
              </a:ext>
            </a:extLst>
          </p:cNvPr>
          <p:cNvSpPr>
            <a:spLocks xmlns:a="http://schemas.openxmlformats.org/drawingml/2006/main" noGrp="1"/>
          </p:cNvSpPr>
          <p:nvPr/>
        </p:nvSpPr>
        <p:spPr>
          <a:xfrm xmlns:a="http://schemas.openxmlformats.org/drawingml/2006/main">
            <a:off x="1752600" y="2450783"/>
            <a:ext cx="24003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Interaction Manager</a:t>
            </a:r>
          </a:p>
        </p:txBody>
      </p:sp>
      <p:sp>
        <p:nvSpPr>
          <p:cNvPr id="83" name="dp42-comparison / n81 / path">
            <a:extLst xmlns:a="http://schemas.openxmlformats.org/drawingml/2006/main">
              <a:ext uri="{FF2B5EF4-FFF2-40B4-BE49-F238E27FC236}">
                <a16:creationId xmlns:a16="http://schemas.microsoft.com/office/drawing/2014/main" id="{9913037B-F916-4EC7-BA13-96FCA33C7142}"/>
              </a:ext>
            </a:extLst>
          </p:cNvPr>
          <p:cNvSpPr>
            <a:spLocks xmlns:a="http://schemas.openxmlformats.org/drawingml/2006/main" noGrp="1"/>
          </p:cNvSpPr>
          <p:nvPr/>
        </p:nvSpPr>
        <p:spPr>
          <a:xfrm xmlns:a="http://schemas.openxmlformats.org/drawingml/2006/main">
            <a:off x="4238625" y="2562225"/>
            <a:ext cx="333375" cy="953"/>
          </a:xfrm>
          <a:custGeom xmlns:a="http://schemas.openxmlformats.org/drawingml/2006/main">
            <a:pathLst>
              <a:path w="333375" h="953">
                <a:moveTo>
                  <a:pt x="0" y="0"/>
                </a:moveTo>
                <a:lnTo>
                  <a:pt x="333375" y="0"/>
                </a:lnTo>
              </a:path>
            </a:pathLst>
          </a:custGeom>
          <a:noFill xmlns:a="http://schemas.openxmlformats.org/drawingml/2006/main"/>
          <a:ln xmlns:a="http://schemas.openxmlformats.org/drawingml/2006/main" w="10478">
            <a:solidFill>
              <a:srgbClr val="000000"/>
            </a:solidFill>
            <a:prstDash val="solid"/>
          </a:ln>
        </p:spPr>
      </p:sp>
      <p:sp>
        <p:nvSpPr>
          <p:cNvPr id="84" name="dp42-comparison / n81 / arrow">
            <a:extLst xmlns:a="http://schemas.openxmlformats.org/drawingml/2006/main">
              <a:ext uri="{FF2B5EF4-FFF2-40B4-BE49-F238E27FC236}">
                <a16:creationId xmlns:a16="http://schemas.microsoft.com/office/drawing/2014/main" id="{3AF0878A-A29B-49C8-988C-0E3D5FE56286}"/>
              </a:ext>
            </a:extLst>
          </p:cNvPr>
          <p:cNvSpPr>
            <a:spLocks xmlns:a="http://schemas.openxmlformats.org/drawingml/2006/main" noGrp="1"/>
          </p:cNvSpPr>
          <p:nvPr/>
        </p:nvSpPr>
        <p:spPr>
          <a:xfrm xmlns:a="http://schemas.openxmlformats.org/drawingml/2006/main">
            <a:off x="4504944" y="25286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85" name="dp42-comparison / n86 / path">
            <a:extLst xmlns:a="http://schemas.openxmlformats.org/drawingml/2006/main">
              <a:ext uri="{FF2B5EF4-FFF2-40B4-BE49-F238E27FC236}">
                <a16:creationId xmlns:a16="http://schemas.microsoft.com/office/drawing/2014/main" id="{D3CFE383-8AE9-48FE-B1E0-DD4169A9CE5F}"/>
              </a:ext>
            </a:extLst>
          </p:cNvPr>
          <p:cNvSpPr>
            <a:spLocks xmlns:a="http://schemas.openxmlformats.org/drawingml/2006/main" noGrp="1"/>
          </p:cNvSpPr>
          <p:nvPr/>
        </p:nvSpPr>
        <p:spPr>
          <a:xfrm xmlns:a="http://schemas.openxmlformats.org/drawingml/2006/main">
            <a:off x="3105150" y="3067050"/>
            <a:ext cx="6076950" cy="953"/>
          </a:xfrm>
          <a:custGeom xmlns:a="http://schemas.openxmlformats.org/drawingml/2006/main">
            <a:pathLst>
              <a:path w="6076950" h="953">
                <a:moveTo>
                  <a:pt x="0" y="0"/>
                </a:moveTo>
                <a:lnTo>
                  <a:pt x="6076950" y="0"/>
                </a:lnTo>
              </a:path>
            </a:pathLst>
          </a:custGeom>
          <a:noFill xmlns:a="http://schemas.openxmlformats.org/drawingml/2006/main"/>
          <a:ln xmlns:a="http://schemas.openxmlformats.org/drawingml/2006/main" w="10478">
            <a:solidFill>
              <a:srgbClr val="000000"/>
            </a:solidFill>
            <a:prstDash val="solid"/>
          </a:ln>
        </p:spPr>
      </p:sp>
      <p:sp>
        <p:nvSpPr>
          <p:cNvPr id="86" name="dp42-comparison / n91 / path">
            <a:extLst xmlns:a="http://schemas.openxmlformats.org/drawingml/2006/main">
              <a:ext uri="{FF2B5EF4-FFF2-40B4-BE49-F238E27FC236}">
                <a16:creationId xmlns:a16="http://schemas.microsoft.com/office/drawing/2014/main" id="{0188F03C-44B2-4482-B324-A214D30B4C6B}"/>
              </a:ext>
            </a:extLst>
          </p:cNvPr>
          <p:cNvSpPr>
            <a:spLocks xmlns:a="http://schemas.openxmlformats.org/drawingml/2006/main" noGrp="1"/>
          </p:cNvSpPr>
          <p:nvPr/>
        </p:nvSpPr>
        <p:spPr>
          <a:xfrm xmlns:a="http://schemas.openxmlformats.org/drawingml/2006/main">
            <a:off x="3105150" y="3238500"/>
            <a:ext cx="4038600" cy="953"/>
          </a:xfrm>
          <a:custGeom xmlns:a="http://schemas.openxmlformats.org/drawingml/2006/main">
            <a:pathLst>
              <a:path w="4038600" h="953">
                <a:moveTo>
                  <a:pt x="0" y="0"/>
                </a:moveTo>
                <a:lnTo>
                  <a:pt x="4038600" y="0"/>
                </a:lnTo>
              </a:path>
            </a:pathLst>
          </a:custGeom>
          <a:noFill xmlns:a="http://schemas.openxmlformats.org/drawingml/2006/main"/>
          <a:ln xmlns:a="http://schemas.openxmlformats.org/drawingml/2006/main" w="10478">
            <a:solidFill>
              <a:srgbClr val="000000"/>
            </a:solidFill>
            <a:prstDash val="solid"/>
          </a:ln>
        </p:spPr>
      </p:sp>
      <p:sp>
        <p:nvSpPr>
          <p:cNvPr id="87" name="dp42-comparison / n96 / path">
            <a:extLst xmlns:a="http://schemas.openxmlformats.org/drawingml/2006/main">
              <a:ext uri="{FF2B5EF4-FFF2-40B4-BE49-F238E27FC236}">
                <a16:creationId xmlns:a16="http://schemas.microsoft.com/office/drawing/2014/main" id="{CBA7E758-9E50-4AFA-B2E3-2D30F179708F}"/>
              </a:ext>
            </a:extLst>
          </p:cNvPr>
          <p:cNvSpPr>
            <a:spLocks xmlns:a="http://schemas.openxmlformats.org/drawingml/2006/main" noGrp="1"/>
          </p:cNvSpPr>
          <p:nvPr/>
        </p:nvSpPr>
        <p:spPr>
          <a:xfrm xmlns:a="http://schemas.openxmlformats.org/drawingml/2006/main">
            <a:off x="3105150" y="3409950"/>
            <a:ext cx="6076950" cy="953"/>
          </a:xfrm>
          <a:custGeom xmlns:a="http://schemas.openxmlformats.org/drawingml/2006/main">
            <a:pathLst>
              <a:path w="6076950" h="953">
                <a:moveTo>
                  <a:pt x="0" y="0"/>
                </a:moveTo>
                <a:lnTo>
                  <a:pt x="6076950" y="0"/>
                </a:lnTo>
              </a:path>
            </a:pathLst>
          </a:custGeom>
          <a:noFill xmlns:a="http://schemas.openxmlformats.org/drawingml/2006/main"/>
          <a:ln xmlns:a="http://schemas.openxmlformats.org/drawingml/2006/main" w="10478">
            <a:solidFill>
              <a:srgbClr val="000000"/>
            </a:solidFill>
            <a:prstDash val="solid"/>
          </a:ln>
        </p:spPr>
      </p:sp>
      <p:sp>
        <p:nvSpPr>
          <p:cNvPr id="88" name="dp42-comparison / n101 / path">
            <a:extLst xmlns:a="http://schemas.openxmlformats.org/drawingml/2006/main">
              <a:ext uri="{FF2B5EF4-FFF2-40B4-BE49-F238E27FC236}">
                <a16:creationId xmlns:a16="http://schemas.microsoft.com/office/drawing/2014/main" id="{69624171-32C3-49C9-8F68-A03881D96B49}"/>
              </a:ext>
            </a:extLst>
          </p:cNvPr>
          <p:cNvSpPr>
            <a:spLocks xmlns:a="http://schemas.openxmlformats.org/drawingml/2006/main" noGrp="1"/>
          </p:cNvSpPr>
          <p:nvPr/>
        </p:nvSpPr>
        <p:spPr>
          <a:xfrm xmlns:a="http://schemas.openxmlformats.org/drawingml/2006/main">
            <a:off x="3105150" y="3581400"/>
            <a:ext cx="6076950" cy="953"/>
          </a:xfrm>
          <a:custGeom xmlns:a="http://schemas.openxmlformats.org/drawingml/2006/main">
            <a:pathLst>
              <a:path w="6076950" h="953">
                <a:moveTo>
                  <a:pt x="0" y="0"/>
                </a:moveTo>
                <a:lnTo>
                  <a:pt x="6076950" y="0"/>
                </a:lnTo>
              </a:path>
            </a:pathLst>
          </a:custGeom>
          <a:noFill xmlns:a="http://schemas.openxmlformats.org/drawingml/2006/main"/>
          <a:ln xmlns:a="http://schemas.openxmlformats.org/drawingml/2006/main" w="10478">
            <a:solidFill>
              <a:srgbClr val="000000"/>
            </a:solidFill>
            <a:prstDash val="solid"/>
          </a:ln>
        </p:spPr>
      </p:sp>
      <p:sp>
        <p:nvSpPr>
          <p:cNvPr id="89" name="dp42-comparison / n104">
            <a:extLst xmlns:a="http://schemas.openxmlformats.org/drawingml/2006/main">
              <a:ext uri="{FF2B5EF4-FFF2-40B4-BE49-F238E27FC236}">
                <a16:creationId xmlns:a16="http://schemas.microsoft.com/office/drawing/2014/main" id="{C8E1F564-614E-4D62-A23E-CA4A184213A7}"/>
              </a:ext>
            </a:extLst>
          </p:cNvPr>
          <p:cNvSpPr>
            <a:spLocks xmlns:a="http://schemas.openxmlformats.org/drawingml/2006/main" noGrp="1"/>
          </p:cNvSpPr>
          <p:nvPr/>
        </p:nvSpPr>
        <p:spPr>
          <a:xfrm xmlns:a="http://schemas.openxmlformats.org/drawingml/2006/main">
            <a:off x="1571625" y="3638550"/>
            <a:ext cx="7715250" cy="2419350"/>
          </a:xfrm>
          <a:prstGeom xmlns:a="http://schemas.openxmlformats.org/drawingml/2006/main" prst="rect">
            <a:avLst/>
          </a:prstGeom>
          <a:solidFill xmlns:a="http://schemas.openxmlformats.org/drawingml/2006/main">
            <a:srgbClr val="FFFFFF"/>
          </a:solidFill>
          <a:ln xmlns:a="http://schemas.openxmlformats.org/drawingml/2006/main" w="24765">
            <a:solidFill>
              <a:srgbClr val="B8753F"/>
            </a:solidFill>
            <a:prstDash val="solid"/>
          </a:ln>
        </p:spPr>
      </p:sp>
      <p:sp>
        <p:nvSpPr>
          <p:cNvPr id="90" name="dp42-comparison / n105 / text 1">
            <a:extLst xmlns:a="http://schemas.openxmlformats.org/drawingml/2006/main">
              <a:ext uri="{FF2B5EF4-FFF2-40B4-BE49-F238E27FC236}">
                <a16:creationId xmlns:a16="http://schemas.microsoft.com/office/drawing/2014/main" id="{D15F40C0-A9EA-4127-BE09-F73BD5C737DF}"/>
              </a:ext>
            </a:extLst>
          </p:cNvPr>
          <p:cNvSpPr>
            <a:spLocks xmlns:a="http://schemas.openxmlformats.org/drawingml/2006/main" noGrp="1"/>
          </p:cNvSpPr>
          <p:nvPr/>
        </p:nvSpPr>
        <p:spPr>
          <a:xfrm xmlns:a="http://schemas.openxmlformats.org/drawingml/2006/main">
            <a:off x="1695450" y="3733800"/>
            <a:ext cx="74676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VIA Core 실행 경계</a:t>
            </a:r>
          </a:p>
        </p:txBody>
      </p:sp>
      <p:sp>
        <p:nvSpPr>
          <p:cNvPr id="91" name="dp42-comparison / n108">
            <a:extLst xmlns:a="http://schemas.openxmlformats.org/drawingml/2006/main">
              <a:ext uri="{FF2B5EF4-FFF2-40B4-BE49-F238E27FC236}">
                <a16:creationId xmlns:a16="http://schemas.microsoft.com/office/drawing/2014/main" id="{C17E54AC-B15D-4DAB-AA5C-EA6DE646183A}"/>
              </a:ext>
            </a:extLst>
          </p:cNvPr>
          <p:cNvSpPr>
            <a:spLocks xmlns:a="http://schemas.openxmlformats.org/drawingml/2006/main" noGrp="1"/>
          </p:cNvSpPr>
          <p:nvPr/>
        </p:nvSpPr>
        <p:spPr>
          <a:xfrm xmlns:a="http://schemas.openxmlformats.org/drawingml/2006/main">
            <a:off x="1714500" y="4048125"/>
            <a:ext cx="29527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92" name="dp42-comparison / n109 / text 1">
            <a:extLst xmlns:a="http://schemas.openxmlformats.org/drawingml/2006/main">
              <a:ext uri="{FF2B5EF4-FFF2-40B4-BE49-F238E27FC236}">
                <a16:creationId xmlns:a16="http://schemas.microsoft.com/office/drawing/2014/main" id="{E41D0C45-C48B-4EF1-9915-4EB45FA2B86A}"/>
              </a:ext>
            </a:extLst>
          </p:cNvPr>
          <p:cNvSpPr>
            <a:spLocks xmlns:a="http://schemas.openxmlformats.org/drawingml/2006/main" noGrp="1"/>
          </p:cNvSpPr>
          <p:nvPr/>
        </p:nvSpPr>
        <p:spPr>
          <a:xfrm xmlns:a="http://schemas.openxmlformats.org/drawingml/2006/main">
            <a:off x="1838325" y="4143375"/>
            <a:ext cx="27051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Request Controller</a:t>
            </a:r>
          </a:p>
        </p:txBody>
      </p:sp>
      <p:sp>
        <p:nvSpPr>
          <p:cNvPr id="93" name="dp42-comparison / n110">
            <a:extLst xmlns:a="http://schemas.openxmlformats.org/drawingml/2006/main">
              <a:ext uri="{FF2B5EF4-FFF2-40B4-BE49-F238E27FC236}">
                <a16:creationId xmlns:a16="http://schemas.microsoft.com/office/drawing/2014/main" id="{ABD76D8D-C4C6-45FC-9D92-D545712E85EE}"/>
              </a:ext>
            </a:extLst>
          </p:cNvPr>
          <p:cNvSpPr>
            <a:spLocks xmlns:a="http://schemas.openxmlformats.org/drawingml/2006/main" noGrp="1"/>
          </p:cNvSpPr>
          <p:nvPr/>
        </p:nvSpPr>
        <p:spPr>
          <a:xfrm xmlns:a="http://schemas.openxmlformats.org/drawingml/2006/main">
            <a:off x="1809750" y="4562475"/>
            <a:ext cx="2762250" cy="238125"/>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94" name="dp42-comparison / n111 / text 1">
            <a:extLst xmlns:a="http://schemas.openxmlformats.org/drawingml/2006/main">
              <a:ext uri="{FF2B5EF4-FFF2-40B4-BE49-F238E27FC236}">
                <a16:creationId xmlns:a16="http://schemas.microsoft.com/office/drawing/2014/main" id="{68E1B450-53E5-4C87-B368-CBB255BCBA9B}"/>
              </a:ext>
            </a:extLst>
          </p:cNvPr>
          <p:cNvSpPr>
            <a:spLocks xmlns:a="http://schemas.openxmlformats.org/drawingml/2006/main" noGrp="1"/>
          </p:cNvSpPr>
          <p:nvPr/>
        </p:nvSpPr>
        <p:spPr>
          <a:xfrm xmlns:a="http://schemas.openxmlformats.org/drawingml/2006/main">
            <a:off x="1895475" y="4612958"/>
            <a:ext cx="25908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0">
                <a:solidFill>
                  <a:srgbClr val="18232E"/>
                </a:solidFill>
                <a:latin typeface="Apple SD Gothic Neo"/>
                <a:ea typeface="Apple SD Gothic Neo"/>
                <a:cs typeface="Apple SD Gothic Neo"/>
              </a:defRPr>
            </a:pPr>
            <a:r>
              <a:rPr sz="900" b="0">
                <a:solidFill>
                  <a:srgbClr val="18232E"/>
                </a:solidFill>
                <a:latin typeface="Apple SD Gothic Neo"/>
                <a:ea typeface="Apple SD Gothic Neo"/>
                <a:cs typeface="Apple SD Gothic Neo"/>
              </a:rPr>
              <a:t>Request Graph State</a:t>
            </a:r>
          </a:p>
        </p:txBody>
      </p:sp>
      <p:sp>
        <p:nvSpPr>
          <p:cNvPr id="95" name="dp42-comparison / n112">
            <a:extLst xmlns:a="http://schemas.openxmlformats.org/drawingml/2006/main">
              <a:ext uri="{FF2B5EF4-FFF2-40B4-BE49-F238E27FC236}">
                <a16:creationId xmlns:a16="http://schemas.microsoft.com/office/drawing/2014/main" id="{E778BD3E-EC9B-46DD-B756-D2EBEDAACC40}"/>
              </a:ext>
            </a:extLst>
          </p:cNvPr>
          <p:cNvSpPr>
            <a:spLocks xmlns:a="http://schemas.openxmlformats.org/drawingml/2006/main" noGrp="1"/>
          </p:cNvSpPr>
          <p:nvPr/>
        </p:nvSpPr>
        <p:spPr>
          <a:xfrm xmlns:a="http://schemas.openxmlformats.org/drawingml/2006/main">
            <a:off x="5953125" y="4048125"/>
            <a:ext cx="3190875" cy="11144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96" name="dp42-comparison / n113 / text 1">
            <a:extLst xmlns:a="http://schemas.openxmlformats.org/drawingml/2006/main">
              <a:ext uri="{FF2B5EF4-FFF2-40B4-BE49-F238E27FC236}">
                <a16:creationId xmlns:a16="http://schemas.microsoft.com/office/drawing/2014/main" id="{D56483F7-8F36-4C24-906C-FA0192AB6AC9}"/>
              </a:ext>
            </a:extLst>
          </p:cNvPr>
          <p:cNvSpPr>
            <a:spLocks xmlns:a="http://schemas.openxmlformats.org/drawingml/2006/main" noGrp="1"/>
          </p:cNvSpPr>
          <p:nvPr/>
        </p:nvSpPr>
        <p:spPr>
          <a:xfrm xmlns:a="http://schemas.openxmlformats.org/drawingml/2006/main">
            <a:off x="6076950" y="4143375"/>
            <a:ext cx="294322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Task Manager</a:t>
            </a:r>
          </a:p>
        </p:txBody>
      </p:sp>
      <p:sp>
        <p:nvSpPr>
          <p:cNvPr id="97" name="dp42-comparison / n114">
            <a:extLst xmlns:a="http://schemas.openxmlformats.org/drawingml/2006/main">
              <a:ext uri="{FF2B5EF4-FFF2-40B4-BE49-F238E27FC236}">
                <a16:creationId xmlns:a16="http://schemas.microsoft.com/office/drawing/2014/main" id="{498E8CA4-D4C2-49B6-8C7E-BE109FB6932D}"/>
              </a:ext>
            </a:extLst>
          </p:cNvPr>
          <p:cNvSpPr>
            <a:spLocks xmlns:a="http://schemas.openxmlformats.org/drawingml/2006/main" noGrp="1"/>
          </p:cNvSpPr>
          <p:nvPr/>
        </p:nvSpPr>
        <p:spPr>
          <a:xfrm xmlns:a="http://schemas.openxmlformats.org/drawingml/2006/main">
            <a:off x="6096000" y="4400550"/>
            <a:ext cx="2905125" cy="209550"/>
          </a:xfrm>
          <a:prstGeom xmlns:a="http://schemas.openxmlformats.org/drawingml/2006/main" prst="roundRect">
            <a:avLst>
              <a:gd name="adj" fmla="val 36364"/>
            </a:avLst>
          </a:prstGeom>
          <a:solidFill xmlns:a="http://schemas.openxmlformats.org/drawingml/2006/main">
            <a:srgbClr val="FFFFFF"/>
          </a:solidFill>
          <a:ln xmlns:a="http://schemas.openxmlformats.org/drawingml/2006/main" w="9525">
            <a:solidFill>
              <a:srgbClr val="000000"/>
            </a:solidFill>
            <a:prstDash val="solid"/>
          </a:ln>
        </p:spPr>
      </p:sp>
      <p:sp>
        <p:nvSpPr>
          <p:cNvPr id="98" name="dp42-comparison / n115 / text 1">
            <a:extLst xmlns:a="http://schemas.openxmlformats.org/drawingml/2006/main">
              <a:ext uri="{FF2B5EF4-FFF2-40B4-BE49-F238E27FC236}">
                <a16:creationId xmlns:a16="http://schemas.microsoft.com/office/drawing/2014/main" id="{E104304E-2968-40A7-BE34-FC685466C3EC}"/>
              </a:ext>
            </a:extLst>
          </p:cNvPr>
          <p:cNvSpPr>
            <a:spLocks xmlns:a="http://schemas.openxmlformats.org/drawingml/2006/main" noGrp="1"/>
          </p:cNvSpPr>
          <p:nvPr/>
        </p:nvSpPr>
        <p:spPr>
          <a:xfrm xmlns:a="http://schemas.openxmlformats.org/drawingml/2006/main">
            <a:off x="6181725" y="4418648"/>
            <a:ext cx="2733675"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000000"/>
                </a:solidFill>
                <a:latin typeface="Apple SD Gothic Neo"/>
                <a:ea typeface="Apple SD Gothic Neo"/>
                <a:cs typeface="Apple SD Gothic Neo"/>
              </a:defRPr>
            </a:pPr>
            <a:r>
              <a:rPr sz="1050" b="1">
                <a:solidFill>
                  <a:srgbClr val="000000"/>
                </a:solidFill>
                <a:latin typeface="Apple SD Gothic Neo"/>
                <a:ea typeface="Apple SD Gothic Neo"/>
                <a:cs typeface="Apple SD Gothic Neo"/>
              </a:rPr>
              <a:t>업무 접수·전송 게이트</a:t>
            </a:r>
          </a:p>
        </p:txBody>
      </p:sp>
      <p:sp>
        <p:nvSpPr>
          <p:cNvPr id="99" name="dp42-comparison / n116">
            <a:extLst xmlns:a="http://schemas.openxmlformats.org/drawingml/2006/main">
              <a:ext uri="{FF2B5EF4-FFF2-40B4-BE49-F238E27FC236}">
                <a16:creationId xmlns:a16="http://schemas.microsoft.com/office/drawing/2014/main" id="{3B437977-0068-4314-88F2-1106BEF8EEF2}"/>
              </a:ext>
            </a:extLst>
          </p:cNvPr>
          <p:cNvSpPr>
            <a:spLocks xmlns:a="http://schemas.openxmlformats.org/drawingml/2006/main" noGrp="1"/>
          </p:cNvSpPr>
          <p:nvPr/>
        </p:nvSpPr>
        <p:spPr>
          <a:xfrm xmlns:a="http://schemas.openxmlformats.org/drawingml/2006/main">
            <a:off x="6048375" y="4743450"/>
            <a:ext cx="3000375" cy="257175"/>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100" name="dp42-comparison / n117 / text 1">
            <a:extLst xmlns:a="http://schemas.openxmlformats.org/drawingml/2006/main">
              <a:ext uri="{FF2B5EF4-FFF2-40B4-BE49-F238E27FC236}">
                <a16:creationId xmlns:a16="http://schemas.microsoft.com/office/drawing/2014/main" id="{87DCAEC1-E2DA-4F5A-B7A5-8CA86AEE08F3}"/>
              </a:ext>
            </a:extLst>
          </p:cNvPr>
          <p:cNvSpPr>
            <a:spLocks xmlns:a="http://schemas.openxmlformats.org/drawingml/2006/main" noGrp="1"/>
          </p:cNvSpPr>
          <p:nvPr/>
        </p:nvSpPr>
        <p:spPr>
          <a:xfrm xmlns:a="http://schemas.openxmlformats.org/drawingml/2006/main">
            <a:off x="6134100" y="4803458"/>
            <a:ext cx="28289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0">
                <a:solidFill>
                  <a:srgbClr val="18232E"/>
                </a:solidFill>
                <a:latin typeface="Apple SD Gothic Neo"/>
                <a:ea typeface="Apple SD Gothic Neo"/>
                <a:cs typeface="Apple SD Gothic Neo"/>
              </a:defRPr>
            </a:pPr>
            <a:r>
              <a:rPr sz="900" b="0">
                <a:solidFill>
                  <a:srgbClr val="18232E"/>
                </a:solidFill>
                <a:latin typeface="Apple SD Gothic Neo"/>
                <a:ea typeface="Apple SD Gothic Neo"/>
                <a:cs typeface="Apple SD Gothic Neo"/>
              </a:rPr>
              <a:t>Task Command State</a:t>
            </a:r>
          </a:p>
        </p:txBody>
      </p:sp>
      <p:sp>
        <p:nvSpPr>
          <p:cNvPr id="101" name="dp42-comparison / n118">
            <a:extLst xmlns:a="http://schemas.openxmlformats.org/drawingml/2006/main">
              <a:ext uri="{FF2B5EF4-FFF2-40B4-BE49-F238E27FC236}">
                <a16:creationId xmlns:a16="http://schemas.microsoft.com/office/drawing/2014/main" id="{5CB6CF0D-2A0A-4F26-A39D-F5B762011FB1}"/>
              </a:ext>
            </a:extLst>
          </p:cNvPr>
          <p:cNvSpPr>
            <a:spLocks xmlns:a="http://schemas.openxmlformats.org/drawingml/2006/main" noGrp="1"/>
          </p:cNvSpPr>
          <p:nvPr/>
        </p:nvSpPr>
        <p:spPr>
          <a:xfrm xmlns:a="http://schemas.openxmlformats.org/drawingml/2006/main">
            <a:off x="1714500" y="5038725"/>
            <a:ext cx="2952750" cy="5715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02" name="dp42-comparison / n119 / text 1">
            <a:extLst xmlns:a="http://schemas.openxmlformats.org/drawingml/2006/main">
              <a:ext uri="{FF2B5EF4-FFF2-40B4-BE49-F238E27FC236}">
                <a16:creationId xmlns:a16="http://schemas.microsoft.com/office/drawing/2014/main" id="{0D5CE792-9E2D-4D98-A763-00A88A42AE45}"/>
              </a:ext>
            </a:extLst>
          </p:cNvPr>
          <p:cNvSpPr>
            <a:spLocks xmlns:a="http://schemas.openxmlformats.org/drawingml/2006/main" noGrp="1"/>
          </p:cNvSpPr>
          <p:nvPr/>
        </p:nvSpPr>
        <p:spPr>
          <a:xfrm xmlns:a="http://schemas.openxmlformats.org/drawingml/2006/main">
            <a:off x="1838325" y="5133975"/>
            <a:ext cx="27051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Response Manager</a:t>
            </a:r>
          </a:p>
        </p:txBody>
      </p:sp>
      <p:sp>
        <p:nvSpPr>
          <p:cNvPr id="103" name="dp42-comparison / n120">
            <a:extLst xmlns:a="http://schemas.openxmlformats.org/drawingml/2006/main">
              <a:ext uri="{FF2B5EF4-FFF2-40B4-BE49-F238E27FC236}">
                <a16:creationId xmlns:a16="http://schemas.microsoft.com/office/drawing/2014/main" id="{99BE0AF7-B750-4933-B22F-76F175964965}"/>
              </a:ext>
            </a:extLst>
          </p:cNvPr>
          <p:cNvSpPr>
            <a:spLocks xmlns:a="http://schemas.openxmlformats.org/drawingml/2006/main" noGrp="1"/>
          </p:cNvSpPr>
          <p:nvPr/>
        </p:nvSpPr>
        <p:spPr>
          <a:xfrm xmlns:a="http://schemas.openxmlformats.org/drawingml/2006/main">
            <a:off x="1809750" y="5343525"/>
            <a:ext cx="2762250" cy="247650"/>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104" name="dp42-comparison / n121 / text 1">
            <a:extLst xmlns:a="http://schemas.openxmlformats.org/drawingml/2006/main">
              <a:ext uri="{FF2B5EF4-FFF2-40B4-BE49-F238E27FC236}">
                <a16:creationId xmlns:a16="http://schemas.microsoft.com/office/drawing/2014/main" id="{0DF50C96-D71E-420E-83B3-76A934189444}"/>
              </a:ext>
            </a:extLst>
          </p:cNvPr>
          <p:cNvSpPr>
            <a:spLocks xmlns:a="http://schemas.openxmlformats.org/drawingml/2006/main" noGrp="1"/>
          </p:cNvSpPr>
          <p:nvPr/>
        </p:nvSpPr>
        <p:spPr>
          <a:xfrm xmlns:a="http://schemas.openxmlformats.org/drawingml/2006/main">
            <a:off x="1895475" y="5410200"/>
            <a:ext cx="25908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18232E"/>
                </a:solidFill>
                <a:latin typeface="Apple SD Gothic Neo"/>
                <a:ea typeface="Apple SD Gothic Neo"/>
                <a:cs typeface="Apple SD Gothic Neo"/>
              </a:defRPr>
            </a:pPr>
            <a:r>
              <a:rPr sz="750" b="0">
                <a:solidFill>
                  <a:srgbClr val="18232E"/>
                </a:solidFill>
                <a:latin typeface="Apple SD Gothic Neo"/>
                <a:ea typeface="Apple SD Gothic Neo"/>
                <a:cs typeface="Apple SD Gothic Neo"/>
              </a:rPr>
              <a:t>Publication Ledger</a:t>
            </a:r>
          </a:p>
        </p:txBody>
      </p:sp>
      <p:sp>
        <p:nvSpPr>
          <p:cNvPr id="105" name="dp42-comparison / n122">
            <a:extLst xmlns:a="http://schemas.openxmlformats.org/drawingml/2006/main">
              <a:ext uri="{FF2B5EF4-FFF2-40B4-BE49-F238E27FC236}">
                <a16:creationId xmlns:a16="http://schemas.microsoft.com/office/drawing/2014/main" id="{BF7AF3B0-E203-4106-BCA3-D0360648638D}"/>
              </a:ext>
            </a:extLst>
          </p:cNvPr>
          <p:cNvSpPr>
            <a:spLocks xmlns:a="http://schemas.openxmlformats.org/drawingml/2006/main" noGrp="1"/>
          </p:cNvSpPr>
          <p:nvPr/>
        </p:nvSpPr>
        <p:spPr>
          <a:xfrm xmlns:a="http://schemas.openxmlformats.org/drawingml/2006/main">
            <a:off x="5953125" y="5267325"/>
            <a:ext cx="3190875"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06" name="dp42-comparison / n123 / text 1">
            <a:extLst xmlns:a="http://schemas.openxmlformats.org/drawingml/2006/main">
              <a:ext uri="{FF2B5EF4-FFF2-40B4-BE49-F238E27FC236}">
                <a16:creationId xmlns:a16="http://schemas.microsoft.com/office/drawing/2014/main" id="{E8EEFD4C-46A9-4DCC-86F9-4A0957C14E44}"/>
              </a:ext>
            </a:extLst>
          </p:cNvPr>
          <p:cNvSpPr>
            <a:spLocks xmlns:a="http://schemas.openxmlformats.org/drawingml/2006/main" noGrp="1"/>
          </p:cNvSpPr>
          <p:nvPr/>
        </p:nvSpPr>
        <p:spPr>
          <a:xfrm xmlns:a="http://schemas.openxmlformats.org/drawingml/2006/main">
            <a:off x="6038850" y="5298758"/>
            <a:ext cx="301942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Agent Gateway</a:t>
            </a:r>
          </a:p>
        </p:txBody>
      </p:sp>
      <p:sp>
        <p:nvSpPr>
          <p:cNvPr id="107" name="dp42-comparison / n126 / path">
            <a:extLst xmlns:a="http://schemas.openxmlformats.org/drawingml/2006/main">
              <a:ext uri="{FF2B5EF4-FFF2-40B4-BE49-F238E27FC236}">
                <a16:creationId xmlns:a16="http://schemas.microsoft.com/office/drawing/2014/main" id="{D76B324A-A859-4F17-9EF4-B41332197409}"/>
              </a:ext>
            </a:extLst>
          </p:cNvPr>
          <p:cNvSpPr>
            <a:spLocks xmlns:a="http://schemas.openxmlformats.org/drawingml/2006/main" noGrp="1"/>
          </p:cNvSpPr>
          <p:nvPr/>
        </p:nvSpPr>
        <p:spPr>
          <a:xfrm xmlns:a="http://schemas.openxmlformats.org/drawingml/2006/main">
            <a:off x="1571625" y="2562225"/>
            <a:ext cx="142875" cy="1638300"/>
          </a:xfrm>
          <a:custGeom xmlns:a="http://schemas.openxmlformats.org/drawingml/2006/main">
            <a:pathLst>
              <a:path w="142875" h="1638300">
                <a:moveTo>
                  <a:pt x="95250" y="0"/>
                </a:moveTo>
                <a:lnTo>
                  <a:pt x="0" y="0"/>
                </a:lnTo>
                <a:lnTo>
                  <a:pt x="0" y="1638300"/>
                </a:lnTo>
                <a:lnTo>
                  <a:pt x="142875" y="1638300"/>
                </a:lnTo>
              </a:path>
            </a:pathLst>
          </a:custGeom>
          <a:noFill xmlns:a="http://schemas.openxmlformats.org/drawingml/2006/main"/>
          <a:ln xmlns:a="http://schemas.openxmlformats.org/drawingml/2006/main" w="10478">
            <a:solidFill>
              <a:srgbClr val="000000"/>
            </a:solidFill>
            <a:prstDash val="solid"/>
          </a:ln>
        </p:spPr>
      </p:sp>
      <p:sp>
        <p:nvSpPr>
          <p:cNvPr id="108" name="dp42-comparison / n126 / arrow">
            <a:extLst xmlns:a="http://schemas.openxmlformats.org/drawingml/2006/main">
              <a:ext uri="{FF2B5EF4-FFF2-40B4-BE49-F238E27FC236}">
                <a16:creationId xmlns:a16="http://schemas.microsoft.com/office/drawing/2014/main" id="{9CE673C1-24F4-4A17-89BB-80508663F4A0}"/>
              </a:ext>
            </a:extLst>
          </p:cNvPr>
          <p:cNvSpPr>
            <a:spLocks xmlns:a="http://schemas.openxmlformats.org/drawingml/2006/main" noGrp="1"/>
          </p:cNvSpPr>
          <p:nvPr/>
        </p:nvSpPr>
        <p:spPr>
          <a:xfrm xmlns:a="http://schemas.openxmlformats.org/drawingml/2006/main">
            <a:off x="1647444" y="41669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09" name="dp42-comparison / n127">
            <a:extLst xmlns:a="http://schemas.openxmlformats.org/drawingml/2006/main">
              <a:ext uri="{FF2B5EF4-FFF2-40B4-BE49-F238E27FC236}">
                <a16:creationId xmlns:a16="http://schemas.microsoft.com/office/drawing/2014/main" id="{E9FDA494-A21B-417B-92FA-AD3CF3C17587}"/>
              </a:ext>
            </a:extLst>
          </p:cNvPr>
          <p:cNvSpPr>
            <a:spLocks xmlns:a="http://schemas.openxmlformats.org/drawingml/2006/main" noGrp="1"/>
          </p:cNvSpPr>
          <p:nvPr/>
        </p:nvSpPr>
        <p:spPr>
          <a:xfrm xmlns:a="http://schemas.openxmlformats.org/drawingml/2006/main">
            <a:off x="5000625" y="5629275"/>
            <a:ext cx="4048125" cy="3524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10" name="dp42-comparison / n128 / text 1">
            <a:extLst xmlns:a="http://schemas.openxmlformats.org/drawingml/2006/main">
              <a:ext uri="{FF2B5EF4-FFF2-40B4-BE49-F238E27FC236}">
                <a16:creationId xmlns:a16="http://schemas.microsoft.com/office/drawing/2014/main" id="{A2C9F874-61F4-41A9-84AB-517AA1BA7231}"/>
              </a:ext>
            </a:extLst>
          </p:cNvPr>
          <p:cNvSpPr>
            <a:spLocks xmlns:a="http://schemas.openxmlformats.org/drawingml/2006/main" noGrp="1"/>
          </p:cNvSpPr>
          <p:nvPr/>
        </p:nvSpPr>
        <p:spPr>
          <a:xfrm xmlns:a="http://schemas.openxmlformats.org/drawingml/2006/main">
            <a:off x="5124450" y="5724525"/>
            <a:ext cx="380047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State Store</a:t>
            </a:r>
          </a:p>
        </p:txBody>
      </p:sp>
      <p:sp>
        <p:nvSpPr>
          <p:cNvPr id="111" name="dp42-comparison / n129">
            <a:extLst xmlns:a="http://schemas.openxmlformats.org/drawingml/2006/main">
              <a:ext uri="{FF2B5EF4-FFF2-40B4-BE49-F238E27FC236}">
                <a16:creationId xmlns:a16="http://schemas.microsoft.com/office/drawing/2014/main" id="{30446C53-8530-404E-9495-2CA0509D8954}"/>
              </a:ext>
            </a:extLst>
          </p:cNvPr>
          <p:cNvSpPr>
            <a:spLocks xmlns:a="http://schemas.openxmlformats.org/drawingml/2006/main" noGrp="1"/>
          </p:cNvSpPr>
          <p:nvPr/>
        </p:nvSpPr>
        <p:spPr>
          <a:xfrm xmlns:a="http://schemas.openxmlformats.org/drawingml/2006/main">
            <a:off x="7096125" y="5676900"/>
            <a:ext cx="1809750" cy="238125"/>
          </a:xfrm>
          <a:prstGeom xmlns:a="http://schemas.openxmlformats.org/drawingml/2006/main" prst="roundRect">
            <a:avLst>
              <a:gd name="adj" fmla="val 32000"/>
            </a:avLst>
          </a:prstGeom>
          <a:solidFill xmlns:a="http://schemas.openxmlformats.org/drawingml/2006/main">
            <a:srgbClr val="FFF0DD"/>
          </a:solidFill>
          <a:ln xmlns:a="http://schemas.openxmlformats.org/drawingml/2006/main" w="17145">
            <a:solidFill>
              <a:srgbClr val="B8753F"/>
            </a:solidFill>
            <a:prstDash val="solid"/>
          </a:ln>
        </p:spPr>
      </p:sp>
      <p:sp>
        <p:nvSpPr>
          <p:cNvPr id="112" name="dp42-comparison / n130 / text 1">
            <a:extLst xmlns:a="http://schemas.openxmlformats.org/drawingml/2006/main">
              <a:ext uri="{FF2B5EF4-FFF2-40B4-BE49-F238E27FC236}">
                <a16:creationId xmlns:a16="http://schemas.microsoft.com/office/drawing/2014/main" id="{D96E1102-B49C-403B-9A6E-F6134352BA31}"/>
              </a:ext>
            </a:extLst>
          </p:cNvPr>
          <p:cNvSpPr>
            <a:spLocks xmlns:a="http://schemas.openxmlformats.org/drawingml/2006/main" noGrp="1"/>
          </p:cNvSpPr>
          <p:nvPr/>
        </p:nvSpPr>
        <p:spPr>
          <a:xfrm xmlns:a="http://schemas.openxmlformats.org/drawingml/2006/main">
            <a:off x="7181850" y="5709285"/>
            <a:ext cx="16383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000000"/>
                </a:solidFill>
                <a:latin typeface="Apple SD Gothic Neo"/>
                <a:ea typeface="Apple SD Gothic Neo"/>
                <a:cs typeface="Apple SD Gothic Neo"/>
              </a:defRPr>
            </a:pPr>
            <a:r>
              <a:rPr sz="1050" b="1">
                <a:solidFill>
                  <a:srgbClr val="000000"/>
                </a:solidFill>
                <a:latin typeface="Apple SD Gothic Neo"/>
                <a:ea typeface="Apple SD Gothic Neo"/>
                <a:cs typeface="Apple SD Gothic Neo"/>
              </a:rPr>
              <a:t>트랜잭션 관리자</a:t>
            </a:r>
          </a:p>
        </p:txBody>
      </p:sp>
      <p:sp>
        <p:nvSpPr>
          <p:cNvPr id="113" name="dp42-comparison / n131 / path">
            <a:extLst xmlns:a="http://schemas.openxmlformats.org/drawingml/2006/main">
              <a:ext uri="{FF2B5EF4-FFF2-40B4-BE49-F238E27FC236}">
                <a16:creationId xmlns:a16="http://schemas.microsoft.com/office/drawing/2014/main" id="{42D787F6-E3F0-4F6C-9468-07A5E154481E}"/>
              </a:ext>
            </a:extLst>
          </p:cNvPr>
          <p:cNvSpPr>
            <a:spLocks xmlns:a="http://schemas.openxmlformats.org/drawingml/2006/main" noGrp="1"/>
          </p:cNvSpPr>
          <p:nvPr/>
        </p:nvSpPr>
        <p:spPr>
          <a:xfrm xmlns:a="http://schemas.openxmlformats.org/drawingml/2006/main">
            <a:off x="4667250" y="4371975"/>
            <a:ext cx="2952750" cy="1304925"/>
          </a:xfrm>
          <a:custGeom xmlns:a="http://schemas.openxmlformats.org/drawingml/2006/main">
            <a:pathLst>
              <a:path w="2952750" h="1304925">
                <a:moveTo>
                  <a:pt x="0" y="0"/>
                </a:moveTo>
                <a:lnTo>
                  <a:pt x="190500" y="0"/>
                </a:lnTo>
                <a:lnTo>
                  <a:pt x="190500" y="1219200"/>
                </a:lnTo>
                <a:lnTo>
                  <a:pt x="2952750" y="1219200"/>
                </a:lnTo>
                <a:lnTo>
                  <a:pt x="2952750" y="1304925"/>
                </a:lnTo>
              </a:path>
            </a:pathLst>
          </a:custGeom>
          <a:noFill xmlns:a="http://schemas.openxmlformats.org/drawingml/2006/main"/>
          <a:ln xmlns:a="http://schemas.openxmlformats.org/drawingml/2006/main" w="10478">
            <a:solidFill>
              <a:srgbClr val="000000"/>
            </a:solidFill>
            <a:prstDash val="solid"/>
          </a:ln>
        </p:spPr>
      </p:sp>
      <p:sp>
        <p:nvSpPr>
          <p:cNvPr id="114" name="dp42-comparison / n131 / arrow">
            <a:extLst xmlns:a="http://schemas.openxmlformats.org/drawingml/2006/main">
              <a:ext uri="{FF2B5EF4-FFF2-40B4-BE49-F238E27FC236}">
                <a16:creationId xmlns:a16="http://schemas.microsoft.com/office/drawing/2014/main" id="{D7BD7B37-779D-4E02-8621-6AB8328C4B8E}"/>
              </a:ext>
            </a:extLst>
          </p:cNvPr>
          <p:cNvSpPr>
            <a:spLocks xmlns:a="http://schemas.openxmlformats.org/drawingml/2006/main" noGrp="1"/>
          </p:cNvSpPr>
          <p:nvPr/>
        </p:nvSpPr>
        <p:spPr>
          <a:xfrm xmlns:a="http://schemas.openxmlformats.org/drawingml/2006/main">
            <a:off x="7586472" y="56098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15" name="dp42-comparison / n132 / path">
            <a:extLst xmlns:a="http://schemas.openxmlformats.org/drawingml/2006/main">
              <a:ext uri="{FF2B5EF4-FFF2-40B4-BE49-F238E27FC236}">
                <a16:creationId xmlns:a16="http://schemas.microsoft.com/office/drawing/2014/main" id="{D8690226-1C08-4B81-8B58-AD35C2616D17}"/>
              </a:ext>
            </a:extLst>
          </p:cNvPr>
          <p:cNvSpPr>
            <a:spLocks xmlns:a="http://schemas.openxmlformats.org/drawingml/2006/main" noGrp="1"/>
          </p:cNvSpPr>
          <p:nvPr/>
        </p:nvSpPr>
        <p:spPr>
          <a:xfrm xmlns:a="http://schemas.openxmlformats.org/drawingml/2006/main">
            <a:off x="5848350" y="4371975"/>
            <a:ext cx="2152650" cy="1304925"/>
          </a:xfrm>
          <a:custGeom xmlns:a="http://schemas.openxmlformats.org/drawingml/2006/main">
            <a:pathLst>
              <a:path w="2152650" h="1304925">
                <a:moveTo>
                  <a:pt x="104775" y="0"/>
                </a:moveTo>
                <a:lnTo>
                  <a:pt x="0" y="0"/>
                </a:lnTo>
                <a:lnTo>
                  <a:pt x="0" y="1190625"/>
                </a:lnTo>
                <a:lnTo>
                  <a:pt x="2152650" y="1190625"/>
                </a:lnTo>
                <a:lnTo>
                  <a:pt x="2152650" y="1304925"/>
                </a:lnTo>
              </a:path>
            </a:pathLst>
          </a:custGeom>
          <a:noFill xmlns:a="http://schemas.openxmlformats.org/drawingml/2006/main"/>
          <a:ln xmlns:a="http://schemas.openxmlformats.org/drawingml/2006/main" w="10478">
            <a:solidFill>
              <a:srgbClr val="000000"/>
            </a:solidFill>
            <a:prstDash val="solid"/>
          </a:ln>
        </p:spPr>
      </p:sp>
      <p:sp>
        <p:nvSpPr>
          <p:cNvPr id="116" name="dp42-comparison / n132 / arrow">
            <a:extLst xmlns:a="http://schemas.openxmlformats.org/drawingml/2006/main">
              <a:ext uri="{FF2B5EF4-FFF2-40B4-BE49-F238E27FC236}">
                <a16:creationId xmlns:a16="http://schemas.microsoft.com/office/drawing/2014/main" id="{E78CCD6D-D9B3-49F1-8AF3-35342CBD9732}"/>
              </a:ext>
            </a:extLst>
          </p:cNvPr>
          <p:cNvSpPr>
            <a:spLocks xmlns:a="http://schemas.openxmlformats.org/drawingml/2006/main" noGrp="1"/>
          </p:cNvSpPr>
          <p:nvPr/>
        </p:nvSpPr>
        <p:spPr>
          <a:xfrm xmlns:a="http://schemas.openxmlformats.org/drawingml/2006/main">
            <a:off x="7967472" y="56098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17" name="dp42-comparison / n133 / path">
            <a:extLst xmlns:a="http://schemas.openxmlformats.org/drawingml/2006/main">
              <a:ext uri="{FF2B5EF4-FFF2-40B4-BE49-F238E27FC236}">
                <a16:creationId xmlns:a16="http://schemas.microsoft.com/office/drawing/2014/main" id="{9F880A11-0AF8-44E7-807A-D388F4A7AC36}"/>
              </a:ext>
            </a:extLst>
          </p:cNvPr>
          <p:cNvSpPr>
            <a:spLocks xmlns:a="http://schemas.openxmlformats.org/drawingml/2006/main" noGrp="1"/>
          </p:cNvSpPr>
          <p:nvPr/>
        </p:nvSpPr>
        <p:spPr>
          <a:xfrm xmlns:a="http://schemas.openxmlformats.org/drawingml/2006/main">
            <a:off x="4667250" y="4314825"/>
            <a:ext cx="2428875" cy="1704975"/>
          </a:xfrm>
          <a:custGeom xmlns:a="http://schemas.openxmlformats.org/drawingml/2006/main">
            <a:pathLst>
              <a:path w="2428875" h="1704975">
                <a:moveTo>
                  <a:pt x="2428875" y="1481138"/>
                </a:moveTo>
                <a:lnTo>
                  <a:pt x="2343150" y="1481138"/>
                </a:lnTo>
                <a:lnTo>
                  <a:pt x="2343150" y="1704975"/>
                </a:lnTo>
                <a:lnTo>
                  <a:pt x="228600" y="1704975"/>
                </a:lnTo>
                <a:lnTo>
                  <a:pt x="228600" y="0"/>
                </a:lnTo>
                <a:lnTo>
                  <a:pt x="0" y="0"/>
                </a:lnTo>
              </a:path>
            </a:pathLst>
          </a:custGeom>
          <a:noFill xmlns:a="http://schemas.openxmlformats.org/drawingml/2006/main"/>
          <a:ln xmlns:a="http://schemas.openxmlformats.org/drawingml/2006/main" w="10478">
            <a:solidFill>
              <a:srgbClr val="000000"/>
            </a:solidFill>
            <a:prstDash val="dash"/>
          </a:ln>
        </p:spPr>
      </p:sp>
      <p:sp>
        <p:nvSpPr>
          <p:cNvPr id="118" name="dp42-comparison / n133 / arrow">
            <a:extLst xmlns:a="http://schemas.openxmlformats.org/drawingml/2006/main">
              <a:ext uri="{FF2B5EF4-FFF2-40B4-BE49-F238E27FC236}">
                <a16:creationId xmlns:a16="http://schemas.microsoft.com/office/drawing/2014/main" id="{71BB299B-B18C-48E1-9173-8D6CF9E6076E}"/>
              </a:ext>
            </a:extLst>
          </p:cNvPr>
          <p:cNvSpPr>
            <a:spLocks xmlns:a="http://schemas.openxmlformats.org/drawingml/2006/main" noGrp="1"/>
          </p:cNvSpPr>
          <p:nvPr/>
        </p:nvSpPr>
        <p:spPr>
          <a:xfrm xmlns:a="http://schemas.openxmlformats.org/drawingml/2006/main">
            <a:off x="4667250" y="4281297"/>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119" name="dp42-comparison / n134 / path">
            <a:extLst xmlns:a="http://schemas.openxmlformats.org/drawingml/2006/main">
              <a:ext uri="{FF2B5EF4-FFF2-40B4-BE49-F238E27FC236}">
                <a16:creationId xmlns:a16="http://schemas.microsoft.com/office/drawing/2014/main" id="{B9936ECE-56D1-4DAD-A610-A5B0B1A53E71}"/>
              </a:ext>
            </a:extLst>
          </p:cNvPr>
          <p:cNvSpPr>
            <a:spLocks xmlns:a="http://schemas.openxmlformats.org/drawingml/2006/main" noGrp="1"/>
          </p:cNvSpPr>
          <p:nvPr/>
        </p:nvSpPr>
        <p:spPr>
          <a:xfrm xmlns:a="http://schemas.openxmlformats.org/drawingml/2006/main">
            <a:off x="8905875" y="4314825"/>
            <a:ext cx="295275" cy="1481138"/>
          </a:xfrm>
          <a:custGeom xmlns:a="http://schemas.openxmlformats.org/drawingml/2006/main">
            <a:pathLst>
              <a:path w="295275" h="1481138">
                <a:moveTo>
                  <a:pt x="0" y="1481138"/>
                </a:moveTo>
                <a:lnTo>
                  <a:pt x="295275" y="1481138"/>
                </a:lnTo>
                <a:lnTo>
                  <a:pt x="295275" y="0"/>
                </a:lnTo>
                <a:lnTo>
                  <a:pt x="238125" y="0"/>
                </a:lnTo>
              </a:path>
            </a:pathLst>
          </a:custGeom>
          <a:noFill xmlns:a="http://schemas.openxmlformats.org/drawingml/2006/main"/>
          <a:ln xmlns:a="http://schemas.openxmlformats.org/drawingml/2006/main" w="10478">
            <a:solidFill>
              <a:srgbClr val="000000"/>
            </a:solidFill>
            <a:prstDash val="dash"/>
          </a:ln>
        </p:spPr>
      </p:sp>
      <p:sp>
        <p:nvSpPr>
          <p:cNvPr id="120" name="dp42-comparison / n134 / arrow">
            <a:extLst xmlns:a="http://schemas.openxmlformats.org/drawingml/2006/main">
              <a:ext uri="{FF2B5EF4-FFF2-40B4-BE49-F238E27FC236}">
                <a16:creationId xmlns:a16="http://schemas.microsoft.com/office/drawing/2014/main" id="{F66B7812-AA4F-46E1-BE63-40B18C355522}"/>
              </a:ext>
            </a:extLst>
          </p:cNvPr>
          <p:cNvSpPr>
            <a:spLocks xmlns:a="http://schemas.openxmlformats.org/drawingml/2006/main" noGrp="1"/>
          </p:cNvSpPr>
          <p:nvPr/>
        </p:nvSpPr>
        <p:spPr>
          <a:xfrm xmlns:a="http://schemas.openxmlformats.org/drawingml/2006/main">
            <a:off x="9144000" y="4281297"/>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121" name="dp42-comparison / n139 / path">
            <a:extLst xmlns:a="http://schemas.openxmlformats.org/drawingml/2006/main">
              <a:ext uri="{FF2B5EF4-FFF2-40B4-BE49-F238E27FC236}">
                <a16:creationId xmlns:a16="http://schemas.microsoft.com/office/drawing/2014/main" id="{07E4188A-1D39-4748-A87E-974458F7CD0D}"/>
              </a:ext>
            </a:extLst>
          </p:cNvPr>
          <p:cNvSpPr>
            <a:spLocks xmlns:a="http://schemas.openxmlformats.org/drawingml/2006/main" noGrp="1"/>
          </p:cNvSpPr>
          <p:nvPr/>
        </p:nvSpPr>
        <p:spPr>
          <a:xfrm xmlns:a="http://schemas.openxmlformats.org/drawingml/2006/main">
            <a:off x="7548563" y="4505325"/>
            <a:ext cx="1538288" cy="762000"/>
          </a:xfrm>
          <a:custGeom xmlns:a="http://schemas.openxmlformats.org/drawingml/2006/main">
            <a:pathLst>
              <a:path w="1538288" h="762000">
                <a:moveTo>
                  <a:pt x="1452563" y="0"/>
                </a:moveTo>
                <a:lnTo>
                  <a:pt x="1538288" y="0"/>
                </a:lnTo>
                <a:lnTo>
                  <a:pt x="1538288" y="704850"/>
                </a:lnTo>
                <a:lnTo>
                  <a:pt x="0" y="704850"/>
                </a:lnTo>
                <a:lnTo>
                  <a:pt x="0" y="762000"/>
                </a:lnTo>
              </a:path>
            </a:pathLst>
          </a:custGeom>
          <a:noFill xmlns:a="http://schemas.openxmlformats.org/drawingml/2006/main"/>
          <a:ln xmlns:a="http://schemas.openxmlformats.org/drawingml/2006/main" w="10478">
            <a:solidFill>
              <a:srgbClr val="000000"/>
            </a:solidFill>
            <a:prstDash val="solid"/>
          </a:ln>
        </p:spPr>
      </p:sp>
      <p:sp>
        <p:nvSpPr>
          <p:cNvPr id="122" name="dp42-comparison / n139 / arrow">
            <a:extLst xmlns:a="http://schemas.openxmlformats.org/drawingml/2006/main">
              <a:ext uri="{FF2B5EF4-FFF2-40B4-BE49-F238E27FC236}">
                <a16:creationId xmlns:a16="http://schemas.microsoft.com/office/drawing/2014/main" id="{65116B88-47CE-4EEA-B2CA-D858035F81B3}"/>
              </a:ext>
            </a:extLst>
          </p:cNvPr>
          <p:cNvSpPr>
            <a:spLocks xmlns:a="http://schemas.openxmlformats.org/drawingml/2006/main" noGrp="1"/>
          </p:cNvSpPr>
          <p:nvPr/>
        </p:nvSpPr>
        <p:spPr>
          <a:xfrm xmlns:a="http://schemas.openxmlformats.org/drawingml/2006/main">
            <a:off x="7515035" y="52002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23" name="dp42-comparison / n144 / path">
            <a:extLst xmlns:a="http://schemas.openxmlformats.org/drawingml/2006/main">
              <a:ext uri="{FF2B5EF4-FFF2-40B4-BE49-F238E27FC236}">
                <a16:creationId xmlns:a16="http://schemas.microsoft.com/office/drawing/2014/main" id="{9D1C015C-3DB5-41D0-853E-969CEA5A174B}"/>
              </a:ext>
            </a:extLst>
          </p:cNvPr>
          <p:cNvSpPr>
            <a:spLocks xmlns:a="http://schemas.openxmlformats.org/drawingml/2006/main" noGrp="1"/>
          </p:cNvSpPr>
          <p:nvPr/>
        </p:nvSpPr>
        <p:spPr>
          <a:xfrm xmlns:a="http://schemas.openxmlformats.org/drawingml/2006/main">
            <a:off x="1571625" y="6924675"/>
            <a:ext cx="7715250" cy="953"/>
          </a:xfrm>
          <a:custGeom xmlns:a="http://schemas.openxmlformats.org/drawingml/2006/main">
            <a:pathLst>
              <a:path w="7715250" h="953">
                <a:moveTo>
                  <a:pt x="0" y="0"/>
                </a:moveTo>
                <a:lnTo>
                  <a:pt x="7715250" y="0"/>
                </a:lnTo>
              </a:path>
            </a:pathLst>
          </a:custGeom>
          <a:noFill xmlns:a="http://schemas.openxmlformats.org/drawingml/2006/main"/>
          <a:ln xmlns:a="http://schemas.openxmlformats.org/drawingml/2006/main" w="10478">
            <a:solidFill>
              <a:srgbClr val="000000"/>
            </a:solidFill>
            <a:prstDash val="solid"/>
          </a:ln>
        </p:spPr>
      </p:sp>
      <p:sp>
        <p:nvSpPr>
          <p:cNvPr id="124" name="dp42-comparison / n147">
            <a:extLst xmlns:a="http://schemas.openxmlformats.org/drawingml/2006/main">
              <a:ext uri="{FF2B5EF4-FFF2-40B4-BE49-F238E27FC236}">
                <a16:creationId xmlns:a16="http://schemas.microsoft.com/office/drawing/2014/main" id="{54A04251-6D49-410A-B5C2-38618B272348}"/>
              </a:ext>
            </a:extLst>
          </p:cNvPr>
          <p:cNvSpPr>
            <a:spLocks xmlns:a="http://schemas.openxmlformats.org/drawingml/2006/main" noGrp="1"/>
          </p:cNvSpPr>
          <p:nvPr/>
        </p:nvSpPr>
        <p:spPr>
          <a:xfrm xmlns:a="http://schemas.openxmlformats.org/drawingml/2006/main">
            <a:off x="1666875" y="719137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25" name="dp42-comparison / n148 / text 1">
            <a:extLst xmlns:a="http://schemas.openxmlformats.org/drawingml/2006/main">
              <a:ext uri="{FF2B5EF4-FFF2-40B4-BE49-F238E27FC236}">
                <a16:creationId xmlns:a16="http://schemas.microsoft.com/office/drawing/2014/main" id="{9FE96EEF-2228-4487-8A3A-770F22419EAF}"/>
              </a:ext>
            </a:extLst>
          </p:cNvPr>
          <p:cNvSpPr>
            <a:spLocks xmlns:a="http://schemas.openxmlformats.org/drawingml/2006/main" noGrp="1"/>
          </p:cNvSpPr>
          <p:nvPr/>
        </p:nvSpPr>
        <p:spPr>
          <a:xfrm xmlns:a="http://schemas.openxmlformats.org/drawingml/2006/main">
            <a:off x="1752600" y="722709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RC / TM: 관련 변경 준비</a:t>
            </a:r>
          </a:p>
        </p:txBody>
      </p:sp>
      <p:sp>
        <p:nvSpPr>
          <p:cNvPr id="126" name="dp42-comparison / n149">
            <a:extLst xmlns:a="http://schemas.openxmlformats.org/drawingml/2006/main">
              <a:ext uri="{FF2B5EF4-FFF2-40B4-BE49-F238E27FC236}">
                <a16:creationId xmlns:a16="http://schemas.microsoft.com/office/drawing/2014/main" id="{92A7BE6D-6AB8-445F-991D-4C948EB92999}"/>
              </a:ext>
            </a:extLst>
          </p:cNvPr>
          <p:cNvSpPr>
            <a:spLocks xmlns:a="http://schemas.openxmlformats.org/drawingml/2006/main" noGrp="1"/>
          </p:cNvSpPr>
          <p:nvPr/>
        </p:nvSpPr>
        <p:spPr>
          <a:xfrm xmlns:a="http://schemas.openxmlformats.org/drawingml/2006/main">
            <a:off x="4333875" y="719137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27" name="dp42-comparison / n150 / text 1">
            <a:extLst xmlns:a="http://schemas.openxmlformats.org/drawingml/2006/main">
              <a:ext uri="{FF2B5EF4-FFF2-40B4-BE49-F238E27FC236}">
                <a16:creationId xmlns:a16="http://schemas.microsoft.com/office/drawing/2014/main" id="{C03DA996-CD74-43CC-813B-74C8C3611C8B}"/>
              </a:ext>
            </a:extLst>
          </p:cNvPr>
          <p:cNvSpPr>
            <a:spLocks xmlns:a="http://schemas.openxmlformats.org/drawingml/2006/main" noGrp="1"/>
          </p:cNvSpPr>
          <p:nvPr/>
        </p:nvSpPr>
        <p:spPr>
          <a:xfrm xmlns:a="http://schemas.openxmlformats.org/drawingml/2006/main">
            <a:off x="4419600" y="722709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트랜잭션 관리자: 공동 확정</a:t>
            </a:r>
          </a:p>
        </p:txBody>
      </p:sp>
      <p:sp>
        <p:nvSpPr>
          <p:cNvPr id="128" name="dp42-comparison / n151 / path">
            <a:extLst xmlns:a="http://schemas.openxmlformats.org/drawingml/2006/main">
              <a:ext uri="{FF2B5EF4-FFF2-40B4-BE49-F238E27FC236}">
                <a16:creationId xmlns:a16="http://schemas.microsoft.com/office/drawing/2014/main" id="{973425CA-B266-460C-A88A-C949C9D7A45D}"/>
              </a:ext>
            </a:extLst>
          </p:cNvPr>
          <p:cNvSpPr>
            <a:spLocks xmlns:a="http://schemas.openxmlformats.org/drawingml/2006/main" noGrp="1"/>
          </p:cNvSpPr>
          <p:nvPr/>
        </p:nvSpPr>
        <p:spPr>
          <a:xfrm xmlns:a="http://schemas.openxmlformats.org/drawingml/2006/main">
            <a:off x="3905250" y="731996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129" name="dp42-comparison / n151 / arrow">
            <a:extLst xmlns:a="http://schemas.openxmlformats.org/drawingml/2006/main">
              <a:ext uri="{FF2B5EF4-FFF2-40B4-BE49-F238E27FC236}">
                <a16:creationId xmlns:a16="http://schemas.microsoft.com/office/drawing/2014/main" id="{37DE5052-88CF-4046-8282-06CAF143B912}"/>
              </a:ext>
            </a:extLst>
          </p:cNvPr>
          <p:cNvSpPr>
            <a:spLocks xmlns:a="http://schemas.openxmlformats.org/drawingml/2006/main" noGrp="1"/>
          </p:cNvSpPr>
          <p:nvPr/>
        </p:nvSpPr>
        <p:spPr>
          <a:xfrm xmlns:a="http://schemas.openxmlformats.org/drawingml/2006/main">
            <a:off x="4266819" y="728643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30" name="dp42-comparison / n152">
            <a:extLst xmlns:a="http://schemas.openxmlformats.org/drawingml/2006/main">
              <a:ext uri="{FF2B5EF4-FFF2-40B4-BE49-F238E27FC236}">
                <a16:creationId xmlns:a16="http://schemas.microsoft.com/office/drawing/2014/main" id="{7441E275-B928-457A-80F9-175F72D7AFDE}"/>
              </a:ext>
            </a:extLst>
          </p:cNvPr>
          <p:cNvSpPr>
            <a:spLocks xmlns:a="http://schemas.openxmlformats.org/drawingml/2006/main" noGrp="1"/>
          </p:cNvSpPr>
          <p:nvPr/>
        </p:nvSpPr>
        <p:spPr>
          <a:xfrm xmlns:a="http://schemas.openxmlformats.org/drawingml/2006/main">
            <a:off x="7000875" y="7191375"/>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31" name="dp42-comparison / n153 / text 1">
            <a:extLst xmlns:a="http://schemas.openxmlformats.org/drawingml/2006/main">
              <a:ext uri="{FF2B5EF4-FFF2-40B4-BE49-F238E27FC236}">
                <a16:creationId xmlns:a16="http://schemas.microsoft.com/office/drawing/2014/main" id="{EA1B61BC-4E10-4704-9182-9234959BB808}"/>
              </a:ext>
            </a:extLst>
          </p:cNvPr>
          <p:cNvSpPr>
            <a:spLocks xmlns:a="http://schemas.openxmlformats.org/drawingml/2006/main" noGrp="1"/>
          </p:cNvSpPr>
          <p:nvPr/>
        </p:nvSpPr>
        <p:spPr>
          <a:xfrm xmlns:a="http://schemas.openxmlformats.org/drawingml/2006/main">
            <a:off x="7086600" y="7227094"/>
            <a:ext cx="2019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Gateway: 확정 명령 전송</a:t>
            </a:r>
          </a:p>
        </p:txBody>
      </p:sp>
      <p:sp>
        <p:nvSpPr>
          <p:cNvPr id="132" name="dp42-comparison / n154 / path">
            <a:extLst xmlns:a="http://schemas.openxmlformats.org/drawingml/2006/main">
              <a:ext uri="{FF2B5EF4-FFF2-40B4-BE49-F238E27FC236}">
                <a16:creationId xmlns:a16="http://schemas.microsoft.com/office/drawing/2014/main" id="{4229E366-E502-4FF5-9117-D446ED65A4C3}"/>
              </a:ext>
            </a:extLst>
          </p:cNvPr>
          <p:cNvSpPr>
            <a:spLocks xmlns:a="http://schemas.openxmlformats.org/drawingml/2006/main" noGrp="1"/>
          </p:cNvSpPr>
          <p:nvPr/>
        </p:nvSpPr>
        <p:spPr>
          <a:xfrm xmlns:a="http://schemas.openxmlformats.org/drawingml/2006/main">
            <a:off x="6572250" y="731996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133" name="dp42-comparison / n154 / arrow">
            <a:extLst xmlns:a="http://schemas.openxmlformats.org/drawingml/2006/main">
              <a:ext uri="{FF2B5EF4-FFF2-40B4-BE49-F238E27FC236}">
                <a16:creationId xmlns:a16="http://schemas.microsoft.com/office/drawing/2014/main" id="{FA8187EC-61E3-4DF5-9209-4A31DE888858}"/>
              </a:ext>
            </a:extLst>
          </p:cNvPr>
          <p:cNvSpPr>
            <a:spLocks xmlns:a="http://schemas.openxmlformats.org/drawingml/2006/main" noGrp="1"/>
          </p:cNvSpPr>
          <p:nvPr/>
        </p:nvSpPr>
        <p:spPr>
          <a:xfrm xmlns:a="http://schemas.openxmlformats.org/drawingml/2006/main">
            <a:off x="6933819" y="728643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34" name="dp42-comparison / n79">
            <a:extLst xmlns:a="http://schemas.openxmlformats.org/drawingml/2006/main">
              <a:ext uri="{FF2B5EF4-FFF2-40B4-BE49-F238E27FC236}">
                <a16:creationId xmlns:a16="http://schemas.microsoft.com/office/drawing/2014/main" id="{AD16CA4B-44BA-4650-AC3B-EB18900B5EB9}"/>
              </a:ext>
            </a:extLst>
          </p:cNvPr>
          <p:cNvSpPr>
            <a:spLocks xmlns:a="http://schemas.openxmlformats.org/drawingml/2006/main" noGrp="1"/>
          </p:cNvSpPr>
          <p:nvPr/>
        </p:nvSpPr>
        <p:spPr>
          <a:xfrm xmlns:a="http://schemas.openxmlformats.org/drawingml/2006/main">
            <a:off x="4572000" y="2409825"/>
            <a:ext cx="4667250" cy="304800"/>
          </a:xfrm>
          <a:custGeom xmlns:a="http://schemas.openxmlformats.org/drawingml/2006/main">
            <a:pathLst>
              <a:path w="4667250" h="304800">
                <a:moveTo>
                  <a:pt x="0" y="0"/>
                </a:moveTo>
                <a:lnTo>
                  <a:pt x="4495800" y="0"/>
                </a:lnTo>
                <a:lnTo>
                  <a:pt x="4667250" y="171450"/>
                </a:lnTo>
                <a:lnTo>
                  <a:pt x="4667250" y="304800"/>
                </a:lnTo>
                <a:lnTo>
                  <a:pt x="0" y="3048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35" name="dp42-comparison / n79 / fold">
            <a:extLst xmlns:a="http://schemas.openxmlformats.org/drawingml/2006/main">
              <a:ext uri="{FF2B5EF4-FFF2-40B4-BE49-F238E27FC236}">
                <a16:creationId xmlns:a16="http://schemas.microsoft.com/office/drawing/2014/main" id="{C522FB7D-4213-4D36-AADF-5123CFD9C66B}"/>
              </a:ext>
            </a:extLst>
          </p:cNvPr>
          <p:cNvSpPr>
            <a:spLocks xmlns:a="http://schemas.openxmlformats.org/drawingml/2006/main" noGrp="1"/>
          </p:cNvSpPr>
          <p:nvPr/>
        </p:nvSpPr>
        <p:spPr>
          <a:xfrm xmlns:a="http://schemas.openxmlformats.org/drawingml/2006/main">
            <a:off x="9067800" y="240982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36" name="dp42-comparison / n80 / text 1">
            <a:extLst xmlns:a="http://schemas.openxmlformats.org/drawingml/2006/main">
              <a:ext uri="{FF2B5EF4-FFF2-40B4-BE49-F238E27FC236}">
                <a16:creationId xmlns:a16="http://schemas.microsoft.com/office/drawing/2014/main" id="{FA461BF4-6FBF-4F14-895F-BE30A498AC3F}"/>
              </a:ext>
            </a:extLst>
          </p:cNvPr>
          <p:cNvSpPr>
            <a:spLocks xmlns:a="http://schemas.openxmlformats.org/drawingml/2006/main" noGrp="1"/>
          </p:cNvSpPr>
          <p:nvPr/>
        </p:nvSpPr>
        <p:spPr>
          <a:xfrm xmlns:a="http://schemas.openxmlformats.org/drawingml/2006/main">
            <a:off x="4667250" y="2466975"/>
            <a:ext cx="44005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000000"/>
                </a:solidFill>
                <a:latin typeface="Apple SD Gothic Neo"/>
                <a:ea typeface="Apple SD Gothic Neo"/>
                <a:cs typeface="Apple SD Gothic Neo"/>
              </a:defRPr>
            </a:pPr>
            <a:r>
              <a:rPr sz="1125" b="0">
                <a:solidFill>
                  <a:srgbClr val="000000"/>
                </a:solidFill>
                <a:latin typeface="Apple SD Gothic Neo"/>
                <a:ea typeface="Apple SD Gothic Neo"/>
                <a:cs typeface="Apple SD Gothic Neo"/>
              </a:rPr>
              <a:t>Input1: “응, 상반기로 해줘”</a:t>
            </a:r>
          </a:p>
        </p:txBody>
      </p:sp>
      <p:sp>
        <p:nvSpPr>
          <p:cNvPr id="137" name="dp42-comparison / n82">
            <a:extLst xmlns:a="http://schemas.openxmlformats.org/drawingml/2006/main">
              <a:ext uri="{FF2B5EF4-FFF2-40B4-BE49-F238E27FC236}">
                <a16:creationId xmlns:a16="http://schemas.microsoft.com/office/drawing/2014/main" id="{A2FF4B15-8F59-4BD4-BF96-B33CB7670804}"/>
              </a:ext>
            </a:extLst>
          </p:cNvPr>
          <p:cNvSpPr>
            <a:spLocks xmlns:a="http://schemas.openxmlformats.org/drawingml/2006/main" noGrp="1"/>
          </p:cNvSpPr>
          <p:nvPr/>
        </p:nvSpPr>
        <p:spPr>
          <a:xfrm xmlns:a="http://schemas.openxmlformats.org/drawingml/2006/main">
            <a:off x="1647825" y="2743200"/>
            <a:ext cx="4335780"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8" name="dp42-comparison / n83 / text 1">
            <a:extLst xmlns:a="http://schemas.openxmlformats.org/drawingml/2006/main">
              <a:ext uri="{FF2B5EF4-FFF2-40B4-BE49-F238E27FC236}">
                <a16:creationId xmlns:a16="http://schemas.microsoft.com/office/drawing/2014/main" id="{45F58B63-CBCF-4C53-86D4-DCF8D0B1BC51}"/>
              </a:ext>
            </a:extLst>
          </p:cNvPr>
          <p:cNvSpPr>
            <a:spLocks xmlns:a="http://schemas.openxmlformats.org/drawingml/2006/main" noGrp="1"/>
          </p:cNvSpPr>
          <p:nvPr/>
        </p:nvSpPr>
        <p:spPr>
          <a:xfrm xmlns:a="http://schemas.openxmlformats.org/drawingml/2006/main">
            <a:off x="1666875" y="2752725"/>
            <a:ext cx="75247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공통 장면: 보고서 기간 질문 Question1을 Publication1로 실제 제시</a:t>
            </a:r>
          </a:p>
        </p:txBody>
      </p:sp>
      <p:sp>
        <p:nvSpPr>
          <p:cNvPr id="139" name="dp42-comparison / n84">
            <a:extLst xmlns:a="http://schemas.openxmlformats.org/drawingml/2006/main">
              <a:ext uri="{FF2B5EF4-FFF2-40B4-BE49-F238E27FC236}">
                <a16:creationId xmlns:a16="http://schemas.microsoft.com/office/drawing/2014/main" id="{5EA5C5D8-0E42-43E1-A04A-34A649F3B0C4}"/>
              </a:ext>
            </a:extLst>
          </p:cNvPr>
          <p:cNvSpPr>
            <a:spLocks xmlns:a="http://schemas.openxmlformats.org/drawingml/2006/main" noGrp="1"/>
          </p:cNvSpPr>
          <p:nvPr/>
        </p:nvSpPr>
        <p:spPr>
          <a:xfrm xmlns:a="http://schemas.openxmlformats.org/drawingml/2006/main">
            <a:off x="1647825" y="2933700"/>
            <a:ext cx="938022"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0" name="dp42-comparison / n85 / text 1">
            <a:extLst xmlns:a="http://schemas.openxmlformats.org/drawingml/2006/main">
              <a:ext uri="{FF2B5EF4-FFF2-40B4-BE49-F238E27FC236}">
                <a16:creationId xmlns:a16="http://schemas.microsoft.com/office/drawing/2014/main" id="{84F9F70E-1A19-4A15-825B-2C7F7E7F5B62}"/>
              </a:ext>
            </a:extLst>
          </p:cNvPr>
          <p:cNvSpPr>
            <a:spLocks xmlns:a="http://schemas.openxmlformats.org/drawingml/2006/main" noGrp="1"/>
          </p:cNvSpPr>
          <p:nvPr/>
        </p:nvSpPr>
        <p:spPr>
          <a:xfrm xmlns:a="http://schemas.openxmlformats.org/drawingml/2006/main">
            <a:off x="1666875" y="2943225"/>
            <a:ext cx="13811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Conversation1</a:t>
            </a:r>
          </a:p>
        </p:txBody>
      </p:sp>
      <p:sp>
        <p:nvSpPr>
          <p:cNvPr id="141" name="dp42-comparison / n87">
            <a:extLst xmlns:a="http://schemas.openxmlformats.org/drawingml/2006/main">
              <a:ext uri="{FF2B5EF4-FFF2-40B4-BE49-F238E27FC236}">
                <a16:creationId xmlns:a16="http://schemas.microsoft.com/office/drawing/2014/main" id="{C0B1D572-CDA3-4D55-8941-40CD66F52219}"/>
              </a:ext>
            </a:extLst>
          </p:cNvPr>
          <p:cNvSpPr>
            <a:spLocks xmlns:a="http://schemas.openxmlformats.org/drawingml/2006/main" noGrp="1"/>
          </p:cNvSpPr>
          <p:nvPr/>
        </p:nvSpPr>
        <p:spPr>
          <a:xfrm xmlns:a="http://schemas.openxmlformats.org/drawingml/2006/main">
            <a:off x="3171825" y="2924175"/>
            <a:ext cx="826389"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2" name="dp42-comparison / n88 / text 1">
            <a:extLst xmlns:a="http://schemas.openxmlformats.org/drawingml/2006/main">
              <a:ext uri="{FF2B5EF4-FFF2-40B4-BE49-F238E27FC236}">
                <a16:creationId xmlns:a16="http://schemas.microsoft.com/office/drawing/2014/main" id="{EBA48700-4917-4795-A97A-FB1AA82A8B39}"/>
              </a:ext>
            </a:extLst>
          </p:cNvPr>
          <p:cNvSpPr>
            <a:spLocks xmlns:a="http://schemas.openxmlformats.org/drawingml/2006/main" noGrp="1"/>
          </p:cNvSpPr>
          <p:nvPr/>
        </p:nvSpPr>
        <p:spPr>
          <a:xfrm xmlns:a="http://schemas.openxmlformats.org/drawingml/2006/main">
            <a:off x="3190875" y="2933700"/>
            <a:ext cx="5953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대화 연결 유지</a:t>
            </a:r>
          </a:p>
        </p:txBody>
      </p:sp>
      <p:sp>
        <p:nvSpPr>
          <p:cNvPr id="143" name="dp42-comparison / n89">
            <a:extLst xmlns:a="http://schemas.openxmlformats.org/drawingml/2006/main">
              <a:ext uri="{FF2B5EF4-FFF2-40B4-BE49-F238E27FC236}">
                <a16:creationId xmlns:a16="http://schemas.microsoft.com/office/drawing/2014/main" id="{169A9E2C-895A-449A-A807-06A42BE6B6D3}"/>
              </a:ext>
            </a:extLst>
          </p:cNvPr>
          <p:cNvSpPr>
            <a:spLocks xmlns:a="http://schemas.openxmlformats.org/drawingml/2006/main" noGrp="1"/>
          </p:cNvSpPr>
          <p:nvPr/>
        </p:nvSpPr>
        <p:spPr>
          <a:xfrm xmlns:a="http://schemas.openxmlformats.org/drawingml/2006/main">
            <a:off x="1647825" y="3105150"/>
            <a:ext cx="606552"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4" name="dp42-comparison / n90 / text 1">
            <a:extLst xmlns:a="http://schemas.openxmlformats.org/drawingml/2006/main">
              <a:ext uri="{FF2B5EF4-FFF2-40B4-BE49-F238E27FC236}">
                <a16:creationId xmlns:a16="http://schemas.microsoft.com/office/drawing/2014/main" id="{55CF8F50-31CE-4D12-B88F-67E4F61BF3EC}"/>
              </a:ext>
            </a:extLst>
          </p:cNvPr>
          <p:cNvSpPr>
            <a:spLocks xmlns:a="http://schemas.openxmlformats.org/drawingml/2006/main" noGrp="1"/>
          </p:cNvSpPr>
          <p:nvPr/>
        </p:nvSpPr>
        <p:spPr>
          <a:xfrm xmlns:a="http://schemas.openxmlformats.org/drawingml/2006/main">
            <a:off x="1666875" y="3114675"/>
            <a:ext cx="13811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Request1</a:t>
            </a:r>
          </a:p>
        </p:txBody>
      </p:sp>
      <p:sp>
        <p:nvSpPr>
          <p:cNvPr id="145" name="dp42-comparison / n92">
            <a:extLst xmlns:a="http://schemas.openxmlformats.org/drawingml/2006/main">
              <a:ext uri="{FF2B5EF4-FFF2-40B4-BE49-F238E27FC236}">
                <a16:creationId xmlns:a16="http://schemas.microsoft.com/office/drawing/2014/main" id="{CF5C77F4-896E-4F76-9842-A4718838CA2A}"/>
              </a:ext>
            </a:extLst>
          </p:cNvPr>
          <p:cNvSpPr>
            <a:spLocks xmlns:a="http://schemas.openxmlformats.org/drawingml/2006/main" noGrp="1"/>
          </p:cNvSpPr>
          <p:nvPr/>
        </p:nvSpPr>
        <p:spPr>
          <a:xfrm xmlns:a="http://schemas.openxmlformats.org/drawingml/2006/main">
            <a:off x="3171825" y="3095625"/>
            <a:ext cx="2177987"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6" name="dp42-comparison / n93 / text 1">
            <a:extLst xmlns:a="http://schemas.openxmlformats.org/drawingml/2006/main">
              <a:ext uri="{FF2B5EF4-FFF2-40B4-BE49-F238E27FC236}">
                <a16:creationId xmlns:a16="http://schemas.microsoft.com/office/drawing/2014/main" id="{55992C8D-FEC6-47AE-BA6C-F820B8233C49}"/>
              </a:ext>
            </a:extLst>
          </p:cNvPr>
          <p:cNvSpPr>
            <a:spLocks xmlns:a="http://schemas.openxmlformats.org/drawingml/2006/main" noGrp="1"/>
          </p:cNvSpPr>
          <p:nvPr/>
        </p:nvSpPr>
        <p:spPr>
          <a:xfrm xmlns:a="http://schemas.openxmlformats.org/drawingml/2006/main">
            <a:off x="3190875" y="3105150"/>
            <a:ext cx="5953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이번 답변의 외부 접수 확인 후 처리 종료</a:t>
            </a:r>
          </a:p>
        </p:txBody>
      </p:sp>
      <p:sp>
        <p:nvSpPr>
          <p:cNvPr id="147" name="dp42-comparison / n94">
            <a:extLst xmlns:a="http://schemas.openxmlformats.org/drawingml/2006/main">
              <a:ext uri="{FF2B5EF4-FFF2-40B4-BE49-F238E27FC236}">
                <a16:creationId xmlns:a16="http://schemas.microsoft.com/office/drawing/2014/main" id="{096B6CC3-00E3-482F-87F2-4F2886164D48}"/>
              </a:ext>
            </a:extLst>
          </p:cNvPr>
          <p:cNvSpPr>
            <a:spLocks xmlns:a="http://schemas.openxmlformats.org/drawingml/2006/main" noGrp="1"/>
          </p:cNvSpPr>
          <p:nvPr/>
        </p:nvSpPr>
        <p:spPr>
          <a:xfrm xmlns:a="http://schemas.openxmlformats.org/drawingml/2006/main">
            <a:off x="1647825" y="3276600"/>
            <a:ext cx="40767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8" name="dp42-comparison / n95 / text 1">
            <a:extLst xmlns:a="http://schemas.openxmlformats.org/drawingml/2006/main">
              <a:ext uri="{FF2B5EF4-FFF2-40B4-BE49-F238E27FC236}">
                <a16:creationId xmlns:a16="http://schemas.microsoft.com/office/drawing/2014/main" id="{BFE4FE09-D03E-4CCF-9168-2BC3EFB3AB02}"/>
              </a:ext>
            </a:extLst>
          </p:cNvPr>
          <p:cNvSpPr>
            <a:spLocks xmlns:a="http://schemas.openxmlformats.org/drawingml/2006/main" noGrp="1"/>
          </p:cNvSpPr>
          <p:nvPr/>
        </p:nvSpPr>
        <p:spPr>
          <a:xfrm xmlns:a="http://schemas.openxmlformats.org/drawingml/2006/main">
            <a:off x="1666875" y="3286125"/>
            <a:ext cx="13811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Task1</a:t>
            </a:r>
          </a:p>
        </p:txBody>
      </p:sp>
      <p:sp>
        <p:nvSpPr>
          <p:cNvPr id="149" name="dp42-comparison / n97">
            <a:extLst xmlns:a="http://schemas.openxmlformats.org/drawingml/2006/main">
              <a:ext uri="{FF2B5EF4-FFF2-40B4-BE49-F238E27FC236}">
                <a16:creationId xmlns:a16="http://schemas.microsoft.com/office/drawing/2014/main" id="{5F5F1A1F-CA23-4EDF-A585-54ADB281EB5E}"/>
              </a:ext>
            </a:extLst>
          </p:cNvPr>
          <p:cNvSpPr>
            <a:spLocks xmlns:a="http://schemas.openxmlformats.org/drawingml/2006/main" noGrp="1"/>
          </p:cNvSpPr>
          <p:nvPr/>
        </p:nvSpPr>
        <p:spPr>
          <a:xfrm xmlns:a="http://schemas.openxmlformats.org/drawingml/2006/main">
            <a:off x="3171825" y="3267075"/>
            <a:ext cx="2106740"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0" name="dp42-comparison / n98 / text 1">
            <a:extLst xmlns:a="http://schemas.openxmlformats.org/drawingml/2006/main">
              <a:ext uri="{FF2B5EF4-FFF2-40B4-BE49-F238E27FC236}">
                <a16:creationId xmlns:a16="http://schemas.microsoft.com/office/drawing/2014/main" id="{C9CB3062-C29E-402F-8A9A-C2DD03CF6A2A}"/>
              </a:ext>
            </a:extLst>
          </p:cNvPr>
          <p:cNvSpPr>
            <a:spLocks xmlns:a="http://schemas.openxmlformats.org/drawingml/2006/main" noGrp="1"/>
          </p:cNvSpPr>
          <p:nvPr/>
        </p:nvSpPr>
        <p:spPr>
          <a:xfrm xmlns:a="http://schemas.openxmlformats.org/drawingml/2006/main">
            <a:off x="3190875" y="3276600"/>
            <a:ext cx="5953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보고서 Task는 계속 / 대화와 별도 수명</a:t>
            </a:r>
          </a:p>
        </p:txBody>
      </p:sp>
      <p:sp>
        <p:nvSpPr>
          <p:cNvPr id="151" name="dp42-comparison / n99">
            <a:extLst xmlns:a="http://schemas.openxmlformats.org/drawingml/2006/main">
              <a:ext uri="{FF2B5EF4-FFF2-40B4-BE49-F238E27FC236}">
                <a16:creationId xmlns:a16="http://schemas.microsoft.com/office/drawing/2014/main" id="{713A1F22-8B02-4D5F-9B69-50F36507FBAF}"/>
              </a:ext>
            </a:extLst>
          </p:cNvPr>
          <p:cNvSpPr>
            <a:spLocks xmlns:a="http://schemas.openxmlformats.org/drawingml/2006/main" noGrp="1"/>
          </p:cNvSpPr>
          <p:nvPr/>
        </p:nvSpPr>
        <p:spPr>
          <a:xfrm xmlns:a="http://schemas.openxmlformats.org/drawingml/2006/main">
            <a:off x="1647825" y="3448050"/>
            <a:ext cx="73914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2" name="dp42-comparison / n100 / text 1">
            <a:extLst xmlns:a="http://schemas.openxmlformats.org/drawingml/2006/main">
              <a:ext uri="{FF2B5EF4-FFF2-40B4-BE49-F238E27FC236}">
                <a16:creationId xmlns:a16="http://schemas.microsoft.com/office/drawing/2014/main" id="{E90593D7-E1B7-4756-A882-0CDB6371D309}"/>
              </a:ext>
            </a:extLst>
          </p:cNvPr>
          <p:cNvSpPr>
            <a:spLocks xmlns:a="http://schemas.openxmlformats.org/drawingml/2006/main" noGrp="1"/>
          </p:cNvSpPr>
          <p:nvPr/>
        </p:nvSpPr>
        <p:spPr>
          <a:xfrm xmlns:a="http://schemas.openxmlformats.org/drawingml/2006/main">
            <a:off x="1666875" y="3457575"/>
            <a:ext cx="13811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Execution1</a:t>
            </a:r>
          </a:p>
        </p:txBody>
      </p:sp>
      <p:sp>
        <p:nvSpPr>
          <p:cNvPr id="153" name="dp42-comparison / n102">
            <a:extLst xmlns:a="http://schemas.openxmlformats.org/drawingml/2006/main">
              <a:ext uri="{FF2B5EF4-FFF2-40B4-BE49-F238E27FC236}">
                <a16:creationId xmlns:a16="http://schemas.microsoft.com/office/drawing/2014/main" id="{82023FBA-219A-40FB-B2C5-B3FA0CB28140}"/>
              </a:ext>
            </a:extLst>
          </p:cNvPr>
          <p:cNvSpPr>
            <a:spLocks xmlns:a="http://schemas.openxmlformats.org/drawingml/2006/main" noGrp="1"/>
          </p:cNvSpPr>
          <p:nvPr/>
        </p:nvSpPr>
        <p:spPr>
          <a:xfrm xmlns:a="http://schemas.openxmlformats.org/drawingml/2006/main">
            <a:off x="3171825" y="3438525"/>
            <a:ext cx="2339340"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4" name="dp42-comparison / n103 / text 1">
            <a:extLst xmlns:a="http://schemas.openxmlformats.org/drawingml/2006/main">
              <a:ext uri="{FF2B5EF4-FFF2-40B4-BE49-F238E27FC236}">
                <a16:creationId xmlns:a16="http://schemas.microsoft.com/office/drawing/2014/main" id="{9819B888-F388-44B7-95D5-FF26F8CC122D}"/>
              </a:ext>
            </a:extLst>
          </p:cNvPr>
          <p:cNvSpPr>
            <a:spLocks xmlns:a="http://schemas.openxmlformats.org/drawingml/2006/main" noGrp="1"/>
          </p:cNvSpPr>
          <p:nvPr/>
        </p:nvSpPr>
        <p:spPr>
          <a:xfrm xmlns:a="http://schemas.openxmlformats.org/drawingml/2006/main">
            <a:off x="3190875" y="3448050"/>
            <a:ext cx="5953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Downstream Agent의 실제 실행은 별도 수명</a:t>
            </a:r>
          </a:p>
        </p:txBody>
      </p:sp>
      <p:sp>
        <p:nvSpPr>
          <p:cNvPr id="155" name="dp42-comparison / n106">
            <a:extLst xmlns:a="http://schemas.openxmlformats.org/drawingml/2006/main">
              <a:ext uri="{FF2B5EF4-FFF2-40B4-BE49-F238E27FC236}">
                <a16:creationId xmlns:a16="http://schemas.microsoft.com/office/drawing/2014/main" id="{CB5C5C44-7AF0-41D1-B8D7-5D72C05335F1}"/>
              </a:ext>
            </a:extLst>
          </p:cNvPr>
          <p:cNvSpPr>
            <a:spLocks xmlns:a="http://schemas.openxmlformats.org/drawingml/2006/main" noGrp="1"/>
          </p:cNvSpPr>
          <p:nvPr/>
        </p:nvSpPr>
        <p:spPr>
          <a:xfrm xmlns:a="http://schemas.openxmlformats.org/drawingml/2006/main">
            <a:off x="5029200" y="3733800"/>
            <a:ext cx="2604516"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6" name="dp42-comparison / n107 / text 1">
            <a:extLst xmlns:a="http://schemas.openxmlformats.org/drawingml/2006/main">
              <a:ext uri="{FF2B5EF4-FFF2-40B4-BE49-F238E27FC236}">
                <a16:creationId xmlns:a16="http://schemas.microsoft.com/office/drawing/2014/main" id="{82647F4E-C649-40BC-B843-2F1713879849}"/>
              </a:ext>
            </a:extLst>
          </p:cNvPr>
          <p:cNvSpPr>
            <a:spLocks xmlns:a="http://schemas.openxmlformats.org/drawingml/2006/main" noGrp="1"/>
          </p:cNvSpPr>
          <p:nvPr/>
        </p:nvSpPr>
        <p:spPr>
          <a:xfrm xmlns:a="http://schemas.openxmlformats.org/drawingml/2006/main">
            <a:off x="5048250" y="3743325"/>
            <a:ext cx="40195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모듈형 Core / 관련 변경의 한 번 확정</a:t>
            </a:r>
          </a:p>
        </p:txBody>
      </p:sp>
      <p:sp>
        <p:nvSpPr>
          <p:cNvPr id="157" name="dp42-comparison / n124">
            <a:extLst xmlns:a="http://schemas.openxmlformats.org/drawingml/2006/main">
              <a:ext uri="{FF2B5EF4-FFF2-40B4-BE49-F238E27FC236}">
                <a16:creationId xmlns:a16="http://schemas.microsoft.com/office/drawing/2014/main" id="{90C83E23-FEA0-46F1-852A-DD484405CD7D}"/>
              </a:ext>
            </a:extLst>
          </p:cNvPr>
          <p:cNvSpPr>
            <a:spLocks xmlns:a="http://schemas.openxmlformats.org/drawingml/2006/main" noGrp="1"/>
          </p:cNvSpPr>
          <p:nvPr/>
        </p:nvSpPr>
        <p:spPr>
          <a:xfrm xmlns:a="http://schemas.openxmlformats.org/drawingml/2006/main">
            <a:off x="6086475" y="5029200"/>
            <a:ext cx="2190560"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8" name="dp42-comparison / n125 / text 1">
            <a:extLst xmlns:a="http://schemas.openxmlformats.org/drawingml/2006/main">
              <a:ext uri="{FF2B5EF4-FFF2-40B4-BE49-F238E27FC236}">
                <a16:creationId xmlns:a16="http://schemas.microsoft.com/office/drawing/2014/main" id="{F482C8C9-219D-462D-92E7-42204C66B39C}"/>
              </a:ext>
            </a:extLst>
          </p:cNvPr>
          <p:cNvSpPr>
            <a:spLocks xmlns:a="http://schemas.openxmlformats.org/drawingml/2006/main" noGrp="1"/>
          </p:cNvSpPr>
          <p:nvPr/>
        </p:nvSpPr>
        <p:spPr>
          <a:xfrm xmlns:a="http://schemas.openxmlformats.org/drawingml/2006/main">
            <a:off x="6105525" y="5038725"/>
            <a:ext cx="29527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Task1: 보고서 / Command1: 상반기 답변</a:t>
            </a:r>
          </a:p>
        </p:txBody>
      </p:sp>
      <p:sp>
        <p:nvSpPr>
          <p:cNvPr id="159" name="dp42-comparison / n135">
            <a:extLst xmlns:a="http://schemas.openxmlformats.org/drawingml/2006/main">
              <a:ext uri="{FF2B5EF4-FFF2-40B4-BE49-F238E27FC236}">
                <a16:creationId xmlns:a16="http://schemas.microsoft.com/office/drawing/2014/main" id="{367B99DD-7F68-4CA3-8C14-E6C942A4E2F4}"/>
              </a:ext>
            </a:extLst>
          </p:cNvPr>
          <p:cNvSpPr>
            <a:spLocks xmlns:a="http://schemas.openxmlformats.org/drawingml/2006/main" noGrp="1"/>
          </p:cNvSpPr>
          <p:nvPr/>
        </p:nvSpPr>
        <p:spPr>
          <a:xfrm xmlns:a="http://schemas.openxmlformats.org/drawingml/2006/main">
            <a:off x="4838700" y="4381500"/>
            <a:ext cx="607695"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0" name="dp42-comparison / n136 / text 1">
            <a:extLst xmlns:a="http://schemas.openxmlformats.org/drawingml/2006/main">
              <a:ext uri="{FF2B5EF4-FFF2-40B4-BE49-F238E27FC236}">
                <a16:creationId xmlns:a16="http://schemas.microsoft.com/office/drawing/2014/main" id="{677E3B54-98D6-41EC-95A2-A44BE50D81FB}"/>
              </a:ext>
            </a:extLst>
          </p:cNvPr>
          <p:cNvSpPr>
            <a:spLocks xmlns:a="http://schemas.openxmlformats.org/drawingml/2006/main" noGrp="1"/>
          </p:cNvSpPr>
          <p:nvPr/>
        </p:nvSpPr>
        <p:spPr>
          <a:xfrm xmlns:a="http://schemas.openxmlformats.org/drawingml/2006/main">
            <a:off x="4857750" y="4391025"/>
            <a:ext cx="10287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검증한 변경</a:t>
            </a:r>
          </a:p>
        </p:txBody>
      </p:sp>
      <p:sp>
        <p:nvSpPr>
          <p:cNvPr id="161" name="dp42-comparison / n137">
            <a:extLst xmlns:a="http://schemas.openxmlformats.org/drawingml/2006/main">
              <a:ext uri="{FF2B5EF4-FFF2-40B4-BE49-F238E27FC236}">
                <a16:creationId xmlns:a16="http://schemas.microsoft.com/office/drawing/2014/main" id="{8751B58C-698D-4834-B8A3-471B37293E8E}"/>
              </a:ext>
            </a:extLst>
          </p:cNvPr>
          <p:cNvSpPr>
            <a:spLocks xmlns:a="http://schemas.openxmlformats.org/drawingml/2006/main" noGrp="1"/>
          </p:cNvSpPr>
          <p:nvPr/>
        </p:nvSpPr>
        <p:spPr>
          <a:xfrm xmlns:a="http://schemas.openxmlformats.org/drawingml/2006/main">
            <a:off x="4838700" y="4610100"/>
            <a:ext cx="653415"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2" name="dp42-comparison / n138 / text 1">
            <a:extLst xmlns:a="http://schemas.openxmlformats.org/drawingml/2006/main">
              <a:ext uri="{FF2B5EF4-FFF2-40B4-BE49-F238E27FC236}">
                <a16:creationId xmlns:a16="http://schemas.microsoft.com/office/drawing/2014/main" id="{77CB5F22-465E-4E32-905C-F67C2D1BC7F3}"/>
              </a:ext>
            </a:extLst>
          </p:cNvPr>
          <p:cNvSpPr>
            <a:spLocks xmlns:a="http://schemas.openxmlformats.org/drawingml/2006/main" noGrp="1"/>
          </p:cNvSpPr>
          <p:nvPr/>
        </p:nvSpPr>
        <p:spPr>
          <a:xfrm xmlns:a="http://schemas.openxmlformats.org/drawingml/2006/main">
            <a:off x="4857750" y="4619625"/>
            <a:ext cx="10287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같은 commit</a:t>
            </a:r>
          </a:p>
        </p:txBody>
      </p:sp>
      <p:sp>
        <p:nvSpPr>
          <p:cNvPr id="163" name="dp42-comparison / n140">
            <a:extLst xmlns:a="http://schemas.openxmlformats.org/drawingml/2006/main">
              <a:ext uri="{FF2B5EF4-FFF2-40B4-BE49-F238E27FC236}">
                <a16:creationId xmlns:a16="http://schemas.microsoft.com/office/drawing/2014/main" id="{6B2B1296-6B29-4153-817D-2D29C7108D6F}"/>
              </a:ext>
            </a:extLst>
          </p:cNvPr>
          <p:cNvSpPr>
            <a:spLocks xmlns:a="http://schemas.openxmlformats.org/drawingml/2006/main" noGrp="1"/>
          </p:cNvSpPr>
          <p:nvPr/>
        </p:nvSpPr>
        <p:spPr>
          <a:xfrm xmlns:a="http://schemas.openxmlformats.org/drawingml/2006/main">
            <a:off x="1666875" y="6191250"/>
            <a:ext cx="3238500" cy="647700"/>
          </a:xfrm>
          <a:custGeom xmlns:a="http://schemas.openxmlformats.org/drawingml/2006/main">
            <a:pathLst>
              <a:path w="3238500" h="647700">
                <a:moveTo>
                  <a:pt x="0" y="0"/>
                </a:moveTo>
                <a:lnTo>
                  <a:pt x="3067050" y="0"/>
                </a:lnTo>
                <a:lnTo>
                  <a:pt x="3238500" y="171450"/>
                </a:lnTo>
                <a:lnTo>
                  <a:pt x="3238500" y="647700"/>
                </a:lnTo>
                <a:lnTo>
                  <a:pt x="0" y="6477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64" name="dp42-comparison / n140 / fold">
            <a:extLst xmlns:a="http://schemas.openxmlformats.org/drawingml/2006/main">
              <a:ext uri="{FF2B5EF4-FFF2-40B4-BE49-F238E27FC236}">
                <a16:creationId xmlns:a16="http://schemas.microsoft.com/office/drawing/2014/main" id="{7ABC59AF-41A3-4B7F-A1DD-A5518EDD6468}"/>
              </a:ext>
            </a:extLst>
          </p:cNvPr>
          <p:cNvSpPr>
            <a:spLocks xmlns:a="http://schemas.openxmlformats.org/drawingml/2006/main" noGrp="1"/>
          </p:cNvSpPr>
          <p:nvPr/>
        </p:nvSpPr>
        <p:spPr>
          <a:xfrm xmlns:a="http://schemas.openxmlformats.org/drawingml/2006/main">
            <a:off x="4733925" y="619125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65" name="dp42-comparison / n141 / text 1">
            <a:extLst xmlns:a="http://schemas.openxmlformats.org/drawingml/2006/main">
              <a:ext uri="{FF2B5EF4-FFF2-40B4-BE49-F238E27FC236}">
                <a16:creationId xmlns:a16="http://schemas.microsoft.com/office/drawing/2014/main" id="{C7B6EBCE-E701-47C5-A7C2-36B79476A61E}"/>
              </a:ext>
            </a:extLst>
          </p:cNvPr>
          <p:cNvSpPr>
            <a:spLocks xmlns:a="http://schemas.openxmlformats.org/drawingml/2006/main" noGrp="1"/>
          </p:cNvSpPr>
          <p:nvPr/>
        </p:nvSpPr>
        <p:spPr>
          <a:xfrm xmlns:a="http://schemas.openxmlformats.org/drawingml/2006/main">
            <a:off x="1762125" y="6248400"/>
            <a:ext cx="29718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공동 변경 1 / Request Controller의 관계</a:t>
            </a:r>
          </a:p>
        </p:txBody>
      </p:sp>
      <p:sp>
        <p:nvSpPr>
          <p:cNvPr id="166" name="dp42-comparison / n141 / text 2">
            <a:extLst xmlns:a="http://schemas.openxmlformats.org/drawingml/2006/main">
              <a:ext uri="{FF2B5EF4-FFF2-40B4-BE49-F238E27FC236}">
                <a16:creationId xmlns:a16="http://schemas.microsoft.com/office/drawing/2014/main" id="{7ECD41CA-F053-4E48-A93F-F27C33A1387B}"/>
              </a:ext>
            </a:extLst>
          </p:cNvPr>
          <p:cNvSpPr>
            <a:spLocks xmlns:a="http://schemas.openxmlformats.org/drawingml/2006/main" noGrp="1"/>
          </p:cNvSpPr>
          <p:nvPr/>
        </p:nvSpPr>
        <p:spPr>
          <a:xfrm xmlns:a="http://schemas.openxmlformats.org/drawingml/2006/main">
            <a:off x="1762125" y="6385560"/>
            <a:ext cx="29718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Request1 → Question1 → Task1</a:t>
            </a:r>
          </a:p>
        </p:txBody>
      </p:sp>
      <p:sp>
        <p:nvSpPr>
          <p:cNvPr id="167" name="dp42-comparison / n141 / text 3">
            <a:extLst xmlns:a="http://schemas.openxmlformats.org/drawingml/2006/main">
              <a:ext uri="{FF2B5EF4-FFF2-40B4-BE49-F238E27FC236}">
                <a16:creationId xmlns:a16="http://schemas.microsoft.com/office/drawing/2014/main" id="{CF02771E-42B1-4FC1-988D-4258B188CA8D}"/>
              </a:ext>
            </a:extLst>
          </p:cNvPr>
          <p:cNvSpPr>
            <a:spLocks xmlns:a="http://schemas.openxmlformats.org/drawingml/2006/main" noGrp="1"/>
          </p:cNvSpPr>
          <p:nvPr/>
        </p:nvSpPr>
        <p:spPr>
          <a:xfrm xmlns:a="http://schemas.openxmlformats.org/drawingml/2006/main">
            <a:off x="1762125" y="6522720"/>
            <a:ext cx="29718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사용자 답변: 상반기</a:t>
            </a:r>
          </a:p>
        </p:txBody>
      </p:sp>
      <p:sp>
        <p:nvSpPr>
          <p:cNvPr id="168" name="dp42-comparison / n141 / text 4">
            <a:extLst xmlns:a="http://schemas.openxmlformats.org/drawingml/2006/main">
              <a:ext uri="{FF2B5EF4-FFF2-40B4-BE49-F238E27FC236}">
                <a16:creationId xmlns:a16="http://schemas.microsoft.com/office/drawing/2014/main" id="{A46E05F4-68FB-4F45-9871-C043238B2655}"/>
              </a:ext>
            </a:extLst>
          </p:cNvPr>
          <p:cNvSpPr>
            <a:spLocks xmlns:a="http://schemas.openxmlformats.org/drawingml/2006/main" noGrp="1"/>
          </p:cNvSpPr>
          <p:nvPr/>
        </p:nvSpPr>
        <p:spPr>
          <a:xfrm xmlns:a="http://schemas.openxmlformats.org/drawingml/2006/main">
            <a:off x="1762125" y="6659880"/>
            <a:ext cx="29718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Command1과 연결 / 관련 변경과 함께 확정</a:t>
            </a:r>
          </a:p>
        </p:txBody>
      </p:sp>
      <p:sp>
        <p:nvSpPr>
          <p:cNvPr id="169" name="dp42-comparison / n142">
            <a:extLst xmlns:a="http://schemas.openxmlformats.org/drawingml/2006/main">
              <a:ext uri="{FF2B5EF4-FFF2-40B4-BE49-F238E27FC236}">
                <a16:creationId xmlns:a16="http://schemas.microsoft.com/office/drawing/2014/main" id="{D4532F2B-2231-4381-BB87-25ECDA962701}"/>
              </a:ext>
            </a:extLst>
          </p:cNvPr>
          <p:cNvSpPr>
            <a:spLocks xmlns:a="http://schemas.openxmlformats.org/drawingml/2006/main" noGrp="1"/>
          </p:cNvSpPr>
          <p:nvPr/>
        </p:nvSpPr>
        <p:spPr>
          <a:xfrm xmlns:a="http://schemas.openxmlformats.org/drawingml/2006/main">
            <a:off x="5667375" y="6191250"/>
            <a:ext cx="3524250" cy="647700"/>
          </a:xfrm>
          <a:custGeom xmlns:a="http://schemas.openxmlformats.org/drawingml/2006/main">
            <a:pathLst>
              <a:path w="3524250" h="647700">
                <a:moveTo>
                  <a:pt x="0" y="0"/>
                </a:moveTo>
                <a:lnTo>
                  <a:pt x="3352800" y="0"/>
                </a:lnTo>
                <a:lnTo>
                  <a:pt x="3524250" y="171450"/>
                </a:lnTo>
                <a:lnTo>
                  <a:pt x="3524250" y="647700"/>
                </a:lnTo>
                <a:lnTo>
                  <a:pt x="0" y="6477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70" name="dp42-comparison / n142 / fold">
            <a:extLst xmlns:a="http://schemas.openxmlformats.org/drawingml/2006/main">
              <a:ext uri="{FF2B5EF4-FFF2-40B4-BE49-F238E27FC236}">
                <a16:creationId xmlns:a16="http://schemas.microsoft.com/office/drawing/2014/main" id="{20E90AF9-CF73-4F5F-9848-1CFDC5DA5B0D}"/>
              </a:ext>
            </a:extLst>
          </p:cNvPr>
          <p:cNvSpPr>
            <a:spLocks xmlns:a="http://schemas.openxmlformats.org/drawingml/2006/main" noGrp="1"/>
          </p:cNvSpPr>
          <p:nvPr/>
        </p:nvSpPr>
        <p:spPr>
          <a:xfrm xmlns:a="http://schemas.openxmlformats.org/drawingml/2006/main">
            <a:off x="9020175" y="619125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71" name="dp42-comparison / n143 / text 1">
            <a:extLst xmlns:a="http://schemas.openxmlformats.org/drawingml/2006/main">
              <a:ext uri="{FF2B5EF4-FFF2-40B4-BE49-F238E27FC236}">
                <a16:creationId xmlns:a16="http://schemas.microsoft.com/office/drawing/2014/main" id="{719F2A39-427C-4FDE-B5B1-AE8946933F13}"/>
              </a:ext>
            </a:extLst>
          </p:cNvPr>
          <p:cNvSpPr>
            <a:spLocks xmlns:a="http://schemas.openxmlformats.org/drawingml/2006/main" noGrp="1"/>
          </p:cNvSpPr>
          <p:nvPr/>
        </p:nvSpPr>
        <p:spPr>
          <a:xfrm xmlns:a="http://schemas.openxmlformats.org/drawingml/2006/main">
            <a:off x="5762625" y="6248400"/>
            <a:ext cx="32575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공동 변경 2 / Task Manager의 상태</a:t>
            </a:r>
          </a:p>
        </p:txBody>
      </p:sp>
      <p:sp>
        <p:nvSpPr>
          <p:cNvPr id="172" name="dp42-comparison / n143 / text 2">
            <a:extLst xmlns:a="http://schemas.openxmlformats.org/drawingml/2006/main">
              <a:ext uri="{FF2B5EF4-FFF2-40B4-BE49-F238E27FC236}">
                <a16:creationId xmlns:a16="http://schemas.microsoft.com/office/drawing/2014/main" id="{42F2B34E-2F9A-4F38-93F2-58AB4D33E501}"/>
              </a:ext>
            </a:extLst>
          </p:cNvPr>
          <p:cNvSpPr>
            <a:spLocks xmlns:a="http://schemas.openxmlformats.org/drawingml/2006/main" noGrp="1"/>
          </p:cNvSpPr>
          <p:nvPr/>
        </p:nvSpPr>
        <p:spPr>
          <a:xfrm xmlns:a="http://schemas.openxmlformats.org/drawingml/2006/main">
            <a:off x="5762625" y="6385560"/>
            <a:ext cx="32575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Question1: OPEN → ANSWERED</a:t>
            </a:r>
          </a:p>
        </p:txBody>
      </p:sp>
      <p:sp>
        <p:nvSpPr>
          <p:cNvPr id="173" name="dp42-comparison / n143 / text 3">
            <a:extLst xmlns:a="http://schemas.openxmlformats.org/drawingml/2006/main">
              <a:ext uri="{FF2B5EF4-FFF2-40B4-BE49-F238E27FC236}">
                <a16:creationId xmlns:a16="http://schemas.microsoft.com/office/drawing/2014/main" id="{0FACC604-C104-435B-9F9B-AE3299FE23FC}"/>
              </a:ext>
            </a:extLst>
          </p:cNvPr>
          <p:cNvSpPr>
            <a:spLocks xmlns:a="http://schemas.openxmlformats.org/drawingml/2006/main" noGrp="1"/>
          </p:cNvSpPr>
          <p:nvPr/>
        </p:nvSpPr>
        <p:spPr>
          <a:xfrm xmlns:a="http://schemas.openxmlformats.org/drawingml/2006/main">
            <a:off x="5762625" y="6522720"/>
            <a:ext cx="32575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Command1: PENDING / payload.answer:상반기</a:t>
            </a:r>
          </a:p>
        </p:txBody>
      </p:sp>
      <p:sp>
        <p:nvSpPr>
          <p:cNvPr id="174" name="dp42-comparison / n143 / text 4">
            <a:extLst xmlns:a="http://schemas.openxmlformats.org/drawingml/2006/main">
              <a:ext uri="{FF2B5EF4-FFF2-40B4-BE49-F238E27FC236}">
                <a16:creationId xmlns:a16="http://schemas.microsoft.com/office/drawing/2014/main" id="{EB0E89DB-0395-4539-B97E-6030C7B38FD4}"/>
              </a:ext>
            </a:extLst>
          </p:cNvPr>
          <p:cNvSpPr>
            <a:spLocks xmlns:a="http://schemas.openxmlformats.org/drawingml/2006/main" noGrp="1"/>
          </p:cNvSpPr>
          <p:nvPr/>
        </p:nvSpPr>
        <p:spPr>
          <a:xfrm xmlns:a="http://schemas.openxmlformats.org/drawingml/2006/main">
            <a:off x="5762625" y="6659880"/>
            <a:ext cx="32575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성공: 모두 반영 / 충돌과 실패: 모두 미반영</a:t>
            </a:r>
          </a:p>
        </p:txBody>
      </p:sp>
      <p:sp>
        <p:nvSpPr>
          <p:cNvPr id="175" name="dp42-comparison / n145">
            <a:extLst xmlns:a="http://schemas.openxmlformats.org/drawingml/2006/main">
              <a:ext uri="{FF2B5EF4-FFF2-40B4-BE49-F238E27FC236}">
                <a16:creationId xmlns:a16="http://schemas.microsoft.com/office/drawing/2014/main" id="{7AC68273-2825-40B3-9939-09A92DFDA9C5}"/>
              </a:ext>
            </a:extLst>
          </p:cNvPr>
          <p:cNvSpPr>
            <a:spLocks xmlns:a="http://schemas.openxmlformats.org/drawingml/2006/main" noGrp="1"/>
          </p:cNvSpPr>
          <p:nvPr/>
        </p:nvSpPr>
        <p:spPr>
          <a:xfrm xmlns:a="http://schemas.openxmlformats.org/drawingml/2006/main">
            <a:off x="1647825" y="6953250"/>
            <a:ext cx="2961894"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6" name="dp42-comparison / n146 / text 1">
            <a:extLst xmlns:a="http://schemas.openxmlformats.org/drawingml/2006/main">
              <a:ext uri="{FF2B5EF4-FFF2-40B4-BE49-F238E27FC236}">
                <a16:creationId xmlns:a16="http://schemas.microsoft.com/office/drawing/2014/main" id="{CEEAD770-4613-474C-94A7-3F24E97C11F6}"/>
              </a:ext>
            </a:extLst>
          </p:cNvPr>
          <p:cNvSpPr>
            <a:spLocks xmlns:a="http://schemas.openxmlformats.org/drawingml/2006/main" noGrp="1"/>
          </p:cNvSpPr>
          <p:nvPr/>
        </p:nvSpPr>
        <p:spPr>
          <a:xfrm xmlns:a="http://schemas.openxmlformats.org/drawingml/2006/main">
            <a:off x="1666875" y="6962775"/>
            <a:ext cx="75247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실행 순서도 / 같은 상반기 답변의 로컬 확정</a:t>
            </a:r>
          </a:p>
        </p:txBody>
      </p:sp>
      <p:sp>
        <p:nvSpPr>
          <p:cNvPr id="177" name="dp42-comparison / n155">
            <a:extLst xmlns:a="http://schemas.openxmlformats.org/drawingml/2006/main">
              <a:ext uri="{FF2B5EF4-FFF2-40B4-BE49-F238E27FC236}">
                <a16:creationId xmlns:a16="http://schemas.microsoft.com/office/drawing/2014/main" id="{A61225C5-E548-480D-803A-342B032BDB9E}"/>
              </a:ext>
            </a:extLst>
          </p:cNvPr>
          <p:cNvSpPr>
            <a:spLocks xmlns:a="http://schemas.openxmlformats.org/drawingml/2006/main" noGrp="1"/>
          </p:cNvSpPr>
          <p:nvPr/>
        </p:nvSpPr>
        <p:spPr>
          <a:xfrm xmlns:a="http://schemas.openxmlformats.org/drawingml/2006/main">
            <a:off x="1647825" y="7448550"/>
            <a:ext cx="3101340" cy="1143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8" name="dp42-comparison / n156 / text 1">
            <a:extLst xmlns:a="http://schemas.openxmlformats.org/drawingml/2006/main">
              <a:ext uri="{FF2B5EF4-FFF2-40B4-BE49-F238E27FC236}">
                <a16:creationId xmlns:a16="http://schemas.microsoft.com/office/drawing/2014/main" id="{E5308301-6EA0-4871-A95C-49CED5A43455}"/>
              </a:ext>
            </a:extLst>
          </p:cNvPr>
          <p:cNvSpPr>
            <a:spLocks xmlns:a="http://schemas.openxmlformats.org/drawingml/2006/main" noGrp="1"/>
          </p:cNvSpPr>
          <p:nvPr/>
        </p:nvSpPr>
        <p:spPr>
          <a:xfrm xmlns:a="http://schemas.openxmlformats.org/drawingml/2006/main">
            <a:off x="1666875" y="7458075"/>
            <a:ext cx="7524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충돌과 실패: 함께 미반영 / 모델과 외부 통신은 transaction 밖</a:t>
            </a:r>
          </a:p>
        </p:txBody>
      </p:sp>
      <p:sp>
        <p:nvSpPr>
          <p:cNvPr id="179" name="dp42-comparison / n157">
            <a:extLst xmlns:a="http://schemas.openxmlformats.org/drawingml/2006/main">
              <a:ext uri="{FF2B5EF4-FFF2-40B4-BE49-F238E27FC236}">
                <a16:creationId xmlns:a16="http://schemas.microsoft.com/office/drawing/2014/main" id="{791D83F5-79C2-4356-8D21-71DF34DB67E2}"/>
              </a:ext>
            </a:extLst>
          </p:cNvPr>
          <p:cNvSpPr>
            <a:spLocks xmlns:a="http://schemas.openxmlformats.org/drawingml/2006/main" noGrp="1"/>
          </p:cNvSpPr>
          <p:nvPr/>
        </p:nvSpPr>
        <p:spPr>
          <a:xfrm xmlns:a="http://schemas.openxmlformats.org/drawingml/2006/main">
            <a:off x="9953625" y="2409825"/>
            <a:ext cx="2571750"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80" name="dp42-comparison / n158 / text 1">
            <a:extLst xmlns:a="http://schemas.openxmlformats.org/drawingml/2006/main">
              <a:ext uri="{FF2B5EF4-FFF2-40B4-BE49-F238E27FC236}">
                <a16:creationId xmlns:a16="http://schemas.microsoft.com/office/drawing/2014/main" id="{532A65AA-E128-42E9-82CF-62AA00A47CA3}"/>
              </a:ext>
            </a:extLst>
          </p:cNvPr>
          <p:cNvSpPr>
            <a:spLocks xmlns:a="http://schemas.openxmlformats.org/drawingml/2006/main" noGrp="1"/>
          </p:cNvSpPr>
          <p:nvPr/>
        </p:nvSpPr>
        <p:spPr>
          <a:xfrm xmlns:a="http://schemas.openxmlformats.org/drawingml/2006/main">
            <a:off x="10039350" y="2450783"/>
            <a:ext cx="24003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Interaction Manager</a:t>
            </a:r>
          </a:p>
        </p:txBody>
      </p:sp>
      <p:sp>
        <p:nvSpPr>
          <p:cNvPr id="181" name="dp42-comparison / n161 / path">
            <a:extLst xmlns:a="http://schemas.openxmlformats.org/drawingml/2006/main">
              <a:ext uri="{FF2B5EF4-FFF2-40B4-BE49-F238E27FC236}">
                <a16:creationId xmlns:a16="http://schemas.microsoft.com/office/drawing/2014/main" id="{E064153E-4331-44CE-B0D4-B0E11474ADC2}"/>
              </a:ext>
            </a:extLst>
          </p:cNvPr>
          <p:cNvSpPr>
            <a:spLocks xmlns:a="http://schemas.openxmlformats.org/drawingml/2006/main" noGrp="1"/>
          </p:cNvSpPr>
          <p:nvPr/>
        </p:nvSpPr>
        <p:spPr>
          <a:xfrm xmlns:a="http://schemas.openxmlformats.org/drawingml/2006/main">
            <a:off x="12525375" y="2562225"/>
            <a:ext cx="333375" cy="953"/>
          </a:xfrm>
          <a:custGeom xmlns:a="http://schemas.openxmlformats.org/drawingml/2006/main">
            <a:pathLst>
              <a:path w="333375" h="953">
                <a:moveTo>
                  <a:pt x="0" y="0"/>
                </a:moveTo>
                <a:lnTo>
                  <a:pt x="333375" y="0"/>
                </a:lnTo>
              </a:path>
            </a:pathLst>
          </a:custGeom>
          <a:noFill xmlns:a="http://schemas.openxmlformats.org/drawingml/2006/main"/>
          <a:ln xmlns:a="http://schemas.openxmlformats.org/drawingml/2006/main" w="10478">
            <a:solidFill>
              <a:srgbClr val="000000"/>
            </a:solidFill>
            <a:prstDash val="solid"/>
          </a:ln>
        </p:spPr>
      </p:sp>
      <p:sp>
        <p:nvSpPr>
          <p:cNvPr id="182" name="dp42-comparison / n161 / arrow">
            <a:extLst xmlns:a="http://schemas.openxmlformats.org/drawingml/2006/main">
              <a:ext uri="{FF2B5EF4-FFF2-40B4-BE49-F238E27FC236}">
                <a16:creationId xmlns:a16="http://schemas.microsoft.com/office/drawing/2014/main" id="{455CB784-FD8D-4FD0-954C-15DF05EADA91}"/>
              </a:ext>
            </a:extLst>
          </p:cNvPr>
          <p:cNvSpPr>
            <a:spLocks xmlns:a="http://schemas.openxmlformats.org/drawingml/2006/main" noGrp="1"/>
          </p:cNvSpPr>
          <p:nvPr/>
        </p:nvSpPr>
        <p:spPr>
          <a:xfrm xmlns:a="http://schemas.openxmlformats.org/drawingml/2006/main">
            <a:off x="12791694" y="25286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83" name="dp42-comparison / n166 / path">
            <a:extLst xmlns:a="http://schemas.openxmlformats.org/drawingml/2006/main">
              <a:ext uri="{FF2B5EF4-FFF2-40B4-BE49-F238E27FC236}">
                <a16:creationId xmlns:a16="http://schemas.microsoft.com/office/drawing/2014/main" id="{D81372E8-E40C-4843-A8B7-54B443B30B5E}"/>
              </a:ext>
            </a:extLst>
          </p:cNvPr>
          <p:cNvSpPr>
            <a:spLocks xmlns:a="http://schemas.openxmlformats.org/drawingml/2006/main" noGrp="1"/>
          </p:cNvSpPr>
          <p:nvPr/>
        </p:nvSpPr>
        <p:spPr>
          <a:xfrm xmlns:a="http://schemas.openxmlformats.org/drawingml/2006/main">
            <a:off x="11391900" y="3067050"/>
            <a:ext cx="6076950" cy="953"/>
          </a:xfrm>
          <a:custGeom xmlns:a="http://schemas.openxmlformats.org/drawingml/2006/main">
            <a:pathLst>
              <a:path w="6076950" h="953">
                <a:moveTo>
                  <a:pt x="0" y="0"/>
                </a:moveTo>
                <a:lnTo>
                  <a:pt x="6076950" y="0"/>
                </a:lnTo>
              </a:path>
            </a:pathLst>
          </a:custGeom>
          <a:noFill xmlns:a="http://schemas.openxmlformats.org/drawingml/2006/main"/>
          <a:ln xmlns:a="http://schemas.openxmlformats.org/drawingml/2006/main" w="10478">
            <a:solidFill>
              <a:srgbClr val="000000"/>
            </a:solidFill>
            <a:prstDash val="solid"/>
          </a:ln>
        </p:spPr>
      </p:sp>
      <p:sp>
        <p:nvSpPr>
          <p:cNvPr id="184" name="dp42-comparison / n171 / path">
            <a:extLst xmlns:a="http://schemas.openxmlformats.org/drawingml/2006/main">
              <a:ext uri="{FF2B5EF4-FFF2-40B4-BE49-F238E27FC236}">
                <a16:creationId xmlns:a16="http://schemas.microsoft.com/office/drawing/2014/main" id="{F5AE7F17-9F4A-4C48-BBB1-583101B68D52}"/>
              </a:ext>
            </a:extLst>
          </p:cNvPr>
          <p:cNvSpPr>
            <a:spLocks xmlns:a="http://schemas.openxmlformats.org/drawingml/2006/main" noGrp="1"/>
          </p:cNvSpPr>
          <p:nvPr/>
        </p:nvSpPr>
        <p:spPr>
          <a:xfrm xmlns:a="http://schemas.openxmlformats.org/drawingml/2006/main">
            <a:off x="11391900" y="3238500"/>
            <a:ext cx="4038600" cy="953"/>
          </a:xfrm>
          <a:custGeom xmlns:a="http://schemas.openxmlformats.org/drawingml/2006/main">
            <a:pathLst>
              <a:path w="4038600" h="953">
                <a:moveTo>
                  <a:pt x="0" y="0"/>
                </a:moveTo>
                <a:lnTo>
                  <a:pt x="4038600" y="0"/>
                </a:lnTo>
              </a:path>
            </a:pathLst>
          </a:custGeom>
          <a:noFill xmlns:a="http://schemas.openxmlformats.org/drawingml/2006/main"/>
          <a:ln xmlns:a="http://schemas.openxmlformats.org/drawingml/2006/main" w="10478">
            <a:solidFill>
              <a:srgbClr val="000000"/>
            </a:solidFill>
            <a:prstDash val="solid"/>
          </a:ln>
        </p:spPr>
      </p:sp>
      <p:sp>
        <p:nvSpPr>
          <p:cNvPr id="185" name="dp42-comparison / n176 / path">
            <a:extLst xmlns:a="http://schemas.openxmlformats.org/drawingml/2006/main">
              <a:ext uri="{FF2B5EF4-FFF2-40B4-BE49-F238E27FC236}">
                <a16:creationId xmlns:a16="http://schemas.microsoft.com/office/drawing/2014/main" id="{4CEDAEBC-EAC5-4CBA-85B3-9628D71AE548}"/>
              </a:ext>
            </a:extLst>
          </p:cNvPr>
          <p:cNvSpPr>
            <a:spLocks xmlns:a="http://schemas.openxmlformats.org/drawingml/2006/main" noGrp="1"/>
          </p:cNvSpPr>
          <p:nvPr/>
        </p:nvSpPr>
        <p:spPr>
          <a:xfrm xmlns:a="http://schemas.openxmlformats.org/drawingml/2006/main">
            <a:off x="11391900" y="3409950"/>
            <a:ext cx="6076950" cy="953"/>
          </a:xfrm>
          <a:custGeom xmlns:a="http://schemas.openxmlformats.org/drawingml/2006/main">
            <a:pathLst>
              <a:path w="6076950" h="953">
                <a:moveTo>
                  <a:pt x="0" y="0"/>
                </a:moveTo>
                <a:lnTo>
                  <a:pt x="6076950" y="0"/>
                </a:lnTo>
              </a:path>
            </a:pathLst>
          </a:custGeom>
          <a:noFill xmlns:a="http://schemas.openxmlformats.org/drawingml/2006/main"/>
          <a:ln xmlns:a="http://schemas.openxmlformats.org/drawingml/2006/main" w="10478">
            <a:solidFill>
              <a:srgbClr val="000000"/>
            </a:solidFill>
            <a:prstDash val="solid"/>
          </a:ln>
        </p:spPr>
      </p:sp>
      <p:sp>
        <p:nvSpPr>
          <p:cNvPr id="186" name="dp42-comparison / n181 / path">
            <a:extLst xmlns:a="http://schemas.openxmlformats.org/drawingml/2006/main">
              <a:ext uri="{FF2B5EF4-FFF2-40B4-BE49-F238E27FC236}">
                <a16:creationId xmlns:a16="http://schemas.microsoft.com/office/drawing/2014/main" id="{5F6A1C93-EB90-48FB-9EF7-516936B3F99C}"/>
              </a:ext>
            </a:extLst>
          </p:cNvPr>
          <p:cNvSpPr>
            <a:spLocks xmlns:a="http://schemas.openxmlformats.org/drawingml/2006/main" noGrp="1"/>
          </p:cNvSpPr>
          <p:nvPr/>
        </p:nvSpPr>
        <p:spPr>
          <a:xfrm xmlns:a="http://schemas.openxmlformats.org/drawingml/2006/main">
            <a:off x="11391900" y="3581400"/>
            <a:ext cx="6076950" cy="953"/>
          </a:xfrm>
          <a:custGeom xmlns:a="http://schemas.openxmlformats.org/drawingml/2006/main">
            <a:pathLst>
              <a:path w="6076950" h="953">
                <a:moveTo>
                  <a:pt x="0" y="0"/>
                </a:moveTo>
                <a:lnTo>
                  <a:pt x="6076950" y="0"/>
                </a:lnTo>
              </a:path>
            </a:pathLst>
          </a:custGeom>
          <a:noFill xmlns:a="http://schemas.openxmlformats.org/drawingml/2006/main"/>
          <a:ln xmlns:a="http://schemas.openxmlformats.org/drawingml/2006/main" w="10478">
            <a:solidFill>
              <a:srgbClr val="000000"/>
            </a:solidFill>
            <a:prstDash val="solid"/>
          </a:ln>
        </p:spPr>
      </p:sp>
      <p:sp>
        <p:nvSpPr>
          <p:cNvPr id="187" name="dp42-comparison / n184">
            <a:extLst xmlns:a="http://schemas.openxmlformats.org/drawingml/2006/main">
              <a:ext uri="{FF2B5EF4-FFF2-40B4-BE49-F238E27FC236}">
                <a16:creationId xmlns:a16="http://schemas.microsoft.com/office/drawing/2014/main" id="{AE24BFCF-70C1-4324-A075-77C511392AEF}"/>
              </a:ext>
            </a:extLst>
          </p:cNvPr>
          <p:cNvSpPr>
            <a:spLocks xmlns:a="http://schemas.openxmlformats.org/drawingml/2006/main" noGrp="1"/>
          </p:cNvSpPr>
          <p:nvPr/>
        </p:nvSpPr>
        <p:spPr>
          <a:xfrm xmlns:a="http://schemas.openxmlformats.org/drawingml/2006/main">
            <a:off x="9858375" y="3638550"/>
            <a:ext cx="3238500" cy="2419350"/>
          </a:xfrm>
          <a:prstGeom xmlns:a="http://schemas.openxmlformats.org/drawingml/2006/main" prst="rect">
            <a:avLst/>
          </a:prstGeom>
          <a:solidFill xmlns:a="http://schemas.openxmlformats.org/drawingml/2006/main">
            <a:srgbClr val="FFFFFF"/>
          </a:solidFill>
          <a:ln xmlns:a="http://schemas.openxmlformats.org/drawingml/2006/main" w="24765">
            <a:solidFill>
              <a:srgbClr val="B8753F"/>
            </a:solidFill>
            <a:prstDash val="dash"/>
          </a:ln>
        </p:spPr>
      </p:sp>
      <p:sp>
        <p:nvSpPr>
          <p:cNvPr id="188" name="dp42-comparison / n185 / text 1">
            <a:extLst xmlns:a="http://schemas.openxmlformats.org/drawingml/2006/main">
              <a:ext uri="{FF2B5EF4-FFF2-40B4-BE49-F238E27FC236}">
                <a16:creationId xmlns:a16="http://schemas.microsoft.com/office/drawing/2014/main" id="{4882C480-3525-43D4-BEED-26705EEA1431}"/>
              </a:ext>
            </a:extLst>
          </p:cNvPr>
          <p:cNvSpPr>
            <a:spLocks xmlns:a="http://schemas.openxmlformats.org/drawingml/2006/main" noGrp="1"/>
          </p:cNvSpPr>
          <p:nvPr/>
        </p:nvSpPr>
        <p:spPr>
          <a:xfrm xmlns:a="http://schemas.openxmlformats.org/drawingml/2006/main">
            <a:off x="9982200" y="3733800"/>
            <a:ext cx="299085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대화 서비스 실행 경계</a:t>
            </a:r>
          </a:p>
        </p:txBody>
      </p:sp>
      <p:sp>
        <p:nvSpPr>
          <p:cNvPr id="189" name="dp42-comparison / n186">
            <a:extLst xmlns:a="http://schemas.openxmlformats.org/drawingml/2006/main">
              <a:ext uri="{FF2B5EF4-FFF2-40B4-BE49-F238E27FC236}">
                <a16:creationId xmlns:a16="http://schemas.microsoft.com/office/drawing/2014/main" id="{5C8065C3-8809-4F7A-BE53-D92F8DF845DD}"/>
              </a:ext>
            </a:extLst>
          </p:cNvPr>
          <p:cNvSpPr>
            <a:spLocks xmlns:a="http://schemas.openxmlformats.org/drawingml/2006/main" noGrp="1"/>
          </p:cNvSpPr>
          <p:nvPr/>
        </p:nvSpPr>
        <p:spPr>
          <a:xfrm xmlns:a="http://schemas.openxmlformats.org/drawingml/2006/main">
            <a:off x="14097000" y="3638550"/>
            <a:ext cx="3476625" cy="2419350"/>
          </a:xfrm>
          <a:prstGeom xmlns:a="http://schemas.openxmlformats.org/drawingml/2006/main" prst="rect">
            <a:avLst/>
          </a:prstGeom>
          <a:solidFill xmlns:a="http://schemas.openxmlformats.org/drawingml/2006/main">
            <a:srgbClr val="FFFFFF"/>
          </a:solidFill>
          <a:ln xmlns:a="http://schemas.openxmlformats.org/drawingml/2006/main" w="24765">
            <a:solidFill>
              <a:srgbClr val="B8753F"/>
            </a:solidFill>
            <a:prstDash val="dash"/>
          </a:ln>
        </p:spPr>
      </p:sp>
      <p:sp>
        <p:nvSpPr>
          <p:cNvPr id="190" name="dp42-comparison / n187 / text 1">
            <a:extLst xmlns:a="http://schemas.openxmlformats.org/drawingml/2006/main">
              <a:ext uri="{FF2B5EF4-FFF2-40B4-BE49-F238E27FC236}">
                <a16:creationId xmlns:a16="http://schemas.microsoft.com/office/drawing/2014/main" id="{3F994FA6-7780-4504-97D5-DDB66242BC01}"/>
              </a:ext>
            </a:extLst>
          </p:cNvPr>
          <p:cNvSpPr>
            <a:spLocks xmlns:a="http://schemas.openxmlformats.org/drawingml/2006/main" noGrp="1"/>
          </p:cNvSpPr>
          <p:nvPr/>
        </p:nvSpPr>
        <p:spPr>
          <a:xfrm xmlns:a="http://schemas.openxmlformats.org/drawingml/2006/main">
            <a:off x="14220825" y="3733800"/>
            <a:ext cx="322897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Task 서비스 실행 경계</a:t>
            </a:r>
          </a:p>
        </p:txBody>
      </p:sp>
      <p:sp>
        <p:nvSpPr>
          <p:cNvPr id="191" name="dp42-comparison / n188">
            <a:extLst xmlns:a="http://schemas.openxmlformats.org/drawingml/2006/main">
              <a:ext uri="{FF2B5EF4-FFF2-40B4-BE49-F238E27FC236}">
                <a16:creationId xmlns:a16="http://schemas.microsoft.com/office/drawing/2014/main" id="{CDBCD7BD-8E84-44AF-A47D-F531669303A9}"/>
              </a:ext>
            </a:extLst>
          </p:cNvPr>
          <p:cNvSpPr>
            <a:spLocks xmlns:a="http://schemas.openxmlformats.org/drawingml/2006/main" noGrp="1"/>
          </p:cNvSpPr>
          <p:nvPr/>
        </p:nvSpPr>
        <p:spPr>
          <a:xfrm xmlns:a="http://schemas.openxmlformats.org/drawingml/2006/main">
            <a:off x="10001250" y="4048125"/>
            <a:ext cx="29527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92" name="dp42-comparison / n189 / text 1">
            <a:extLst xmlns:a="http://schemas.openxmlformats.org/drawingml/2006/main">
              <a:ext uri="{FF2B5EF4-FFF2-40B4-BE49-F238E27FC236}">
                <a16:creationId xmlns:a16="http://schemas.microsoft.com/office/drawing/2014/main" id="{80B0632D-CC44-4054-8667-4A3FDB587F20}"/>
              </a:ext>
            </a:extLst>
          </p:cNvPr>
          <p:cNvSpPr>
            <a:spLocks xmlns:a="http://schemas.openxmlformats.org/drawingml/2006/main" noGrp="1"/>
          </p:cNvSpPr>
          <p:nvPr/>
        </p:nvSpPr>
        <p:spPr>
          <a:xfrm xmlns:a="http://schemas.openxmlformats.org/drawingml/2006/main">
            <a:off x="10125075" y="4143375"/>
            <a:ext cx="27051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Request Controller</a:t>
            </a:r>
          </a:p>
        </p:txBody>
      </p:sp>
      <p:sp>
        <p:nvSpPr>
          <p:cNvPr id="193" name="dp42-comparison / n190">
            <a:extLst xmlns:a="http://schemas.openxmlformats.org/drawingml/2006/main">
              <a:ext uri="{FF2B5EF4-FFF2-40B4-BE49-F238E27FC236}">
                <a16:creationId xmlns:a16="http://schemas.microsoft.com/office/drawing/2014/main" id="{541C4357-C268-42BD-A623-D15FD28EA415}"/>
              </a:ext>
            </a:extLst>
          </p:cNvPr>
          <p:cNvSpPr>
            <a:spLocks xmlns:a="http://schemas.openxmlformats.org/drawingml/2006/main" noGrp="1"/>
          </p:cNvSpPr>
          <p:nvPr/>
        </p:nvSpPr>
        <p:spPr>
          <a:xfrm xmlns:a="http://schemas.openxmlformats.org/drawingml/2006/main">
            <a:off x="10096500" y="4562475"/>
            <a:ext cx="2762250" cy="238125"/>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194" name="dp42-comparison / n191 / text 1">
            <a:extLst xmlns:a="http://schemas.openxmlformats.org/drawingml/2006/main">
              <a:ext uri="{FF2B5EF4-FFF2-40B4-BE49-F238E27FC236}">
                <a16:creationId xmlns:a16="http://schemas.microsoft.com/office/drawing/2014/main" id="{52DD89B1-E134-4D60-A6CD-FDB6791EC964}"/>
              </a:ext>
            </a:extLst>
          </p:cNvPr>
          <p:cNvSpPr>
            <a:spLocks xmlns:a="http://schemas.openxmlformats.org/drawingml/2006/main" noGrp="1"/>
          </p:cNvSpPr>
          <p:nvPr/>
        </p:nvSpPr>
        <p:spPr>
          <a:xfrm xmlns:a="http://schemas.openxmlformats.org/drawingml/2006/main">
            <a:off x="10182225" y="4612958"/>
            <a:ext cx="25908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0">
                <a:solidFill>
                  <a:srgbClr val="18232E"/>
                </a:solidFill>
                <a:latin typeface="Apple SD Gothic Neo"/>
                <a:ea typeface="Apple SD Gothic Neo"/>
                <a:cs typeface="Apple SD Gothic Neo"/>
              </a:defRPr>
            </a:pPr>
            <a:r>
              <a:rPr sz="900" b="0">
                <a:solidFill>
                  <a:srgbClr val="18232E"/>
                </a:solidFill>
                <a:latin typeface="Apple SD Gothic Neo"/>
                <a:ea typeface="Apple SD Gothic Neo"/>
                <a:cs typeface="Apple SD Gothic Neo"/>
              </a:rPr>
              <a:t>Request Graph State</a:t>
            </a:r>
          </a:p>
        </p:txBody>
      </p:sp>
      <p:sp>
        <p:nvSpPr>
          <p:cNvPr id="195" name="dp42-comparison / n192">
            <a:extLst xmlns:a="http://schemas.openxmlformats.org/drawingml/2006/main">
              <a:ext uri="{FF2B5EF4-FFF2-40B4-BE49-F238E27FC236}">
                <a16:creationId xmlns:a16="http://schemas.microsoft.com/office/drawing/2014/main" id="{8F2C2826-2412-4680-B9CB-3BD8903450A0}"/>
              </a:ext>
            </a:extLst>
          </p:cNvPr>
          <p:cNvSpPr>
            <a:spLocks xmlns:a="http://schemas.openxmlformats.org/drawingml/2006/main" noGrp="1"/>
          </p:cNvSpPr>
          <p:nvPr/>
        </p:nvSpPr>
        <p:spPr>
          <a:xfrm xmlns:a="http://schemas.openxmlformats.org/drawingml/2006/main">
            <a:off x="14239875" y="4048125"/>
            <a:ext cx="3190875" cy="11144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96" name="dp42-comparison / n193 / text 1">
            <a:extLst xmlns:a="http://schemas.openxmlformats.org/drawingml/2006/main">
              <a:ext uri="{FF2B5EF4-FFF2-40B4-BE49-F238E27FC236}">
                <a16:creationId xmlns:a16="http://schemas.microsoft.com/office/drawing/2014/main" id="{C71C6D95-555B-4E11-A553-9F9F3631693F}"/>
              </a:ext>
            </a:extLst>
          </p:cNvPr>
          <p:cNvSpPr>
            <a:spLocks xmlns:a="http://schemas.openxmlformats.org/drawingml/2006/main" noGrp="1"/>
          </p:cNvSpPr>
          <p:nvPr/>
        </p:nvSpPr>
        <p:spPr>
          <a:xfrm xmlns:a="http://schemas.openxmlformats.org/drawingml/2006/main">
            <a:off x="14363700" y="4143375"/>
            <a:ext cx="294322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Task Manager</a:t>
            </a:r>
          </a:p>
        </p:txBody>
      </p:sp>
      <p:sp>
        <p:nvSpPr>
          <p:cNvPr id="197" name="dp42-comparison / n194">
            <a:extLst xmlns:a="http://schemas.openxmlformats.org/drawingml/2006/main">
              <a:ext uri="{FF2B5EF4-FFF2-40B4-BE49-F238E27FC236}">
                <a16:creationId xmlns:a16="http://schemas.microsoft.com/office/drawing/2014/main" id="{E2B68D76-579E-4CAC-B75B-2FAD6EE8C3C9}"/>
              </a:ext>
            </a:extLst>
          </p:cNvPr>
          <p:cNvSpPr>
            <a:spLocks xmlns:a="http://schemas.openxmlformats.org/drawingml/2006/main" noGrp="1"/>
          </p:cNvSpPr>
          <p:nvPr/>
        </p:nvSpPr>
        <p:spPr>
          <a:xfrm xmlns:a="http://schemas.openxmlformats.org/drawingml/2006/main">
            <a:off x="14382750" y="4400550"/>
            <a:ext cx="2905125" cy="209550"/>
          </a:xfrm>
          <a:prstGeom xmlns:a="http://schemas.openxmlformats.org/drawingml/2006/main" prst="roundRect">
            <a:avLst>
              <a:gd name="adj" fmla="val 36364"/>
            </a:avLst>
          </a:prstGeom>
          <a:solidFill xmlns:a="http://schemas.openxmlformats.org/drawingml/2006/main">
            <a:srgbClr val="FFF0DD"/>
          </a:solidFill>
          <a:ln xmlns:a="http://schemas.openxmlformats.org/drawingml/2006/main" w="17145">
            <a:solidFill>
              <a:srgbClr val="B8753F"/>
            </a:solidFill>
            <a:prstDash val="solid"/>
          </a:ln>
        </p:spPr>
      </p:sp>
      <p:sp>
        <p:nvSpPr>
          <p:cNvPr id="198" name="dp42-comparison / n195 / text 1">
            <a:extLst xmlns:a="http://schemas.openxmlformats.org/drawingml/2006/main">
              <a:ext uri="{FF2B5EF4-FFF2-40B4-BE49-F238E27FC236}">
                <a16:creationId xmlns:a16="http://schemas.microsoft.com/office/drawing/2014/main" id="{6AD9D561-B97F-4C4E-B082-927467C9979B}"/>
              </a:ext>
            </a:extLst>
          </p:cNvPr>
          <p:cNvSpPr>
            <a:spLocks xmlns:a="http://schemas.openxmlformats.org/drawingml/2006/main" noGrp="1"/>
          </p:cNvSpPr>
          <p:nvPr/>
        </p:nvSpPr>
        <p:spPr>
          <a:xfrm xmlns:a="http://schemas.openxmlformats.org/drawingml/2006/main">
            <a:off x="14468475" y="4418648"/>
            <a:ext cx="2733675"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000000"/>
                </a:solidFill>
                <a:latin typeface="Apple SD Gothic Neo"/>
                <a:ea typeface="Apple SD Gothic Neo"/>
                <a:cs typeface="Apple SD Gothic Neo"/>
              </a:defRPr>
            </a:pPr>
            <a:r>
              <a:rPr sz="1050" b="1">
                <a:solidFill>
                  <a:srgbClr val="000000"/>
                </a:solidFill>
                <a:latin typeface="Apple SD Gothic Neo"/>
                <a:ea typeface="Apple SD Gothic Neo"/>
                <a:cs typeface="Apple SD Gothic Neo"/>
              </a:rPr>
              <a:t>업무 접수·전송 게이트</a:t>
            </a:r>
          </a:p>
        </p:txBody>
      </p:sp>
      <p:sp>
        <p:nvSpPr>
          <p:cNvPr id="199" name="dp42-comparison / n196">
            <a:extLst xmlns:a="http://schemas.openxmlformats.org/drawingml/2006/main">
              <a:ext uri="{FF2B5EF4-FFF2-40B4-BE49-F238E27FC236}">
                <a16:creationId xmlns:a16="http://schemas.microsoft.com/office/drawing/2014/main" id="{1CB57076-7289-4CED-ABA0-13191D572F3B}"/>
              </a:ext>
            </a:extLst>
          </p:cNvPr>
          <p:cNvSpPr>
            <a:spLocks xmlns:a="http://schemas.openxmlformats.org/drawingml/2006/main" noGrp="1"/>
          </p:cNvSpPr>
          <p:nvPr/>
        </p:nvSpPr>
        <p:spPr>
          <a:xfrm xmlns:a="http://schemas.openxmlformats.org/drawingml/2006/main">
            <a:off x="14335125" y="4743450"/>
            <a:ext cx="3000375" cy="257175"/>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200" name="dp42-comparison / n197 / text 1">
            <a:extLst xmlns:a="http://schemas.openxmlformats.org/drawingml/2006/main">
              <a:ext uri="{FF2B5EF4-FFF2-40B4-BE49-F238E27FC236}">
                <a16:creationId xmlns:a16="http://schemas.microsoft.com/office/drawing/2014/main" id="{E2BC8EFB-A77C-4059-9F50-EF29B8ACBB7E}"/>
              </a:ext>
            </a:extLst>
          </p:cNvPr>
          <p:cNvSpPr>
            <a:spLocks xmlns:a="http://schemas.openxmlformats.org/drawingml/2006/main" noGrp="1"/>
          </p:cNvSpPr>
          <p:nvPr/>
        </p:nvSpPr>
        <p:spPr>
          <a:xfrm xmlns:a="http://schemas.openxmlformats.org/drawingml/2006/main">
            <a:off x="14420850" y="4803458"/>
            <a:ext cx="28289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0">
                <a:solidFill>
                  <a:srgbClr val="18232E"/>
                </a:solidFill>
                <a:latin typeface="Apple SD Gothic Neo"/>
                <a:ea typeface="Apple SD Gothic Neo"/>
                <a:cs typeface="Apple SD Gothic Neo"/>
              </a:defRPr>
            </a:pPr>
            <a:r>
              <a:rPr sz="900" b="0">
                <a:solidFill>
                  <a:srgbClr val="18232E"/>
                </a:solidFill>
                <a:latin typeface="Apple SD Gothic Neo"/>
                <a:ea typeface="Apple SD Gothic Neo"/>
                <a:cs typeface="Apple SD Gothic Neo"/>
              </a:rPr>
              <a:t>Task Command State</a:t>
            </a:r>
          </a:p>
        </p:txBody>
      </p:sp>
      <p:sp>
        <p:nvSpPr>
          <p:cNvPr id="201" name="dp42-comparison / n198">
            <a:extLst xmlns:a="http://schemas.openxmlformats.org/drawingml/2006/main">
              <a:ext uri="{FF2B5EF4-FFF2-40B4-BE49-F238E27FC236}">
                <a16:creationId xmlns:a16="http://schemas.microsoft.com/office/drawing/2014/main" id="{88902767-F5D0-431D-8D5B-D0FA77DE4A89}"/>
              </a:ext>
            </a:extLst>
          </p:cNvPr>
          <p:cNvSpPr>
            <a:spLocks xmlns:a="http://schemas.openxmlformats.org/drawingml/2006/main" noGrp="1"/>
          </p:cNvSpPr>
          <p:nvPr/>
        </p:nvSpPr>
        <p:spPr>
          <a:xfrm xmlns:a="http://schemas.openxmlformats.org/drawingml/2006/main">
            <a:off x="10001250" y="5038725"/>
            <a:ext cx="2952750" cy="5715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02" name="dp42-comparison / n199 / text 1">
            <a:extLst xmlns:a="http://schemas.openxmlformats.org/drawingml/2006/main">
              <a:ext uri="{FF2B5EF4-FFF2-40B4-BE49-F238E27FC236}">
                <a16:creationId xmlns:a16="http://schemas.microsoft.com/office/drawing/2014/main" id="{EF11937F-C984-4B26-BCE4-D49B48024286}"/>
              </a:ext>
            </a:extLst>
          </p:cNvPr>
          <p:cNvSpPr>
            <a:spLocks xmlns:a="http://schemas.openxmlformats.org/drawingml/2006/main" noGrp="1"/>
          </p:cNvSpPr>
          <p:nvPr/>
        </p:nvSpPr>
        <p:spPr>
          <a:xfrm xmlns:a="http://schemas.openxmlformats.org/drawingml/2006/main">
            <a:off x="10125075" y="5133975"/>
            <a:ext cx="27051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Response Manager</a:t>
            </a:r>
          </a:p>
        </p:txBody>
      </p:sp>
      <p:sp>
        <p:nvSpPr>
          <p:cNvPr id="203" name="dp42-comparison / n200">
            <a:extLst xmlns:a="http://schemas.openxmlformats.org/drawingml/2006/main">
              <a:ext uri="{FF2B5EF4-FFF2-40B4-BE49-F238E27FC236}">
                <a16:creationId xmlns:a16="http://schemas.microsoft.com/office/drawing/2014/main" id="{C3CB287A-96C0-4E86-A24C-83945E974967}"/>
              </a:ext>
            </a:extLst>
          </p:cNvPr>
          <p:cNvSpPr>
            <a:spLocks xmlns:a="http://schemas.openxmlformats.org/drawingml/2006/main" noGrp="1"/>
          </p:cNvSpPr>
          <p:nvPr/>
        </p:nvSpPr>
        <p:spPr>
          <a:xfrm xmlns:a="http://schemas.openxmlformats.org/drawingml/2006/main">
            <a:off x="10096500" y="5343525"/>
            <a:ext cx="2762250" cy="247650"/>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204" name="dp42-comparison / n201 / text 1">
            <a:extLst xmlns:a="http://schemas.openxmlformats.org/drawingml/2006/main">
              <a:ext uri="{FF2B5EF4-FFF2-40B4-BE49-F238E27FC236}">
                <a16:creationId xmlns:a16="http://schemas.microsoft.com/office/drawing/2014/main" id="{340ECB31-AC54-4EA2-BBCB-ED4944703CCF}"/>
              </a:ext>
            </a:extLst>
          </p:cNvPr>
          <p:cNvSpPr>
            <a:spLocks xmlns:a="http://schemas.openxmlformats.org/drawingml/2006/main" noGrp="1"/>
          </p:cNvSpPr>
          <p:nvPr/>
        </p:nvSpPr>
        <p:spPr>
          <a:xfrm xmlns:a="http://schemas.openxmlformats.org/drawingml/2006/main">
            <a:off x="10182225" y="5410200"/>
            <a:ext cx="25908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18232E"/>
                </a:solidFill>
                <a:latin typeface="Apple SD Gothic Neo"/>
                <a:ea typeface="Apple SD Gothic Neo"/>
                <a:cs typeface="Apple SD Gothic Neo"/>
              </a:defRPr>
            </a:pPr>
            <a:r>
              <a:rPr sz="750" b="0">
                <a:solidFill>
                  <a:srgbClr val="18232E"/>
                </a:solidFill>
                <a:latin typeface="Apple SD Gothic Neo"/>
                <a:ea typeface="Apple SD Gothic Neo"/>
                <a:cs typeface="Apple SD Gothic Neo"/>
              </a:rPr>
              <a:t>Publication Ledger</a:t>
            </a:r>
          </a:p>
        </p:txBody>
      </p:sp>
      <p:sp>
        <p:nvSpPr>
          <p:cNvPr id="205" name="dp42-comparison / n202">
            <a:extLst xmlns:a="http://schemas.openxmlformats.org/drawingml/2006/main">
              <a:ext uri="{FF2B5EF4-FFF2-40B4-BE49-F238E27FC236}">
                <a16:creationId xmlns:a16="http://schemas.microsoft.com/office/drawing/2014/main" id="{62A3E8C4-9C54-436D-881B-C9A3EB013333}"/>
              </a:ext>
            </a:extLst>
          </p:cNvPr>
          <p:cNvSpPr>
            <a:spLocks xmlns:a="http://schemas.openxmlformats.org/drawingml/2006/main" noGrp="1"/>
          </p:cNvSpPr>
          <p:nvPr/>
        </p:nvSpPr>
        <p:spPr>
          <a:xfrm xmlns:a="http://schemas.openxmlformats.org/drawingml/2006/main">
            <a:off x="14239875" y="5267325"/>
            <a:ext cx="3190875"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06" name="dp42-comparison / n203 / text 1">
            <a:extLst xmlns:a="http://schemas.openxmlformats.org/drawingml/2006/main">
              <a:ext uri="{FF2B5EF4-FFF2-40B4-BE49-F238E27FC236}">
                <a16:creationId xmlns:a16="http://schemas.microsoft.com/office/drawing/2014/main" id="{C72037FB-55E0-4F74-9666-989BDB529F8F}"/>
              </a:ext>
            </a:extLst>
          </p:cNvPr>
          <p:cNvSpPr>
            <a:spLocks xmlns:a="http://schemas.openxmlformats.org/drawingml/2006/main" noGrp="1"/>
          </p:cNvSpPr>
          <p:nvPr/>
        </p:nvSpPr>
        <p:spPr>
          <a:xfrm xmlns:a="http://schemas.openxmlformats.org/drawingml/2006/main">
            <a:off x="14325600" y="5298758"/>
            <a:ext cx="301942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Agent Gateway</a:t>
            </a:r>
          </a:p>
        </p:txBody>
      </p:sp>
      <p:sp>
        <p:nvSpPr>
          <p:cNvPr id="207" name="dp42-comparison / n206 / path">
            <a:extLst xmlns:a="http://schemas.openxmlformats.org/drawingml/2006/main">
              <a:ext uri="{FF2B5EF4-FFF2-40B4-BE49-F238E27FC236}">
                <a16:creationId xmlns:a16="http://schemas.microsoft.com/office/drawing/2014/main" id="{AC07CF4F-7CB4-4F5E-B325-25B5EE7DBE2E}"/>
              </a:ext>
            </a:extLst>
          </p:cNvPr>
          <p:cNvSpPr>
            <a:spLocks xmlns:a="http://schemas.openxmlformats.org/drawingml/2006/main" noGrp="1"/>
          </p:cNvSpPr>
          <p:nvPr/>
        </p:nvSpPr>
        <p:spPr>
          <a:xfrm xmlns:a="http://schemas.openxmlformats.org/drawingml/2006/main">
            <a:off x="9858375" y="2562225"/>
            <a:ext cx="142875" cy="1638300"/>
          </a:xfrm>
          <a:custGeom xmlns:a="http://schemas.openxmlformats.org/drawingml/2006/main">
            <a:pathLst>
              <a:path w="142875" h="1638300">
                <a:moveTo>
                  <a:pt x="95250" y="0"/>
                </a:moveTo>
                <a:lnTo>
                  <a:pt x="0" y="0"/>
                </a:lnTo>
                <a:lnTo>
                  <a:pt x="0" y="1638300"/>
                </a:lnTo>
                <a:lnTo>
                  <a:pt x="142875" y="1638300"/>
                </a:lnTo>
              </a:path>
            </a:pathLst>
          </a:custGeom>
          <a:noFill xmlns:a="http://schemas.openxmlformats.org/drawingml/2006/main"/>
          <a:ln xmlns:a="http://schemas.openxmlformats.org/drawingml/2006/main" w="10478">
            <a:solidFill>
              <a:srgbClr val="000000"/>
            </a:solidFill>
            <a:prstDash val="solid"/>
          </a:ln>
        </p:spPr>
      </p:sp>
      <p:sp>
        <p:nvSpPr>
          <p:cNvPr id="208" name="dp42-comparison / n206 / arrow">
            <a:extLst xmlns:a="http://schemas.openxmlformats.org/drawingml/2006/main">
              <a:ext uri="{FF2B5EF4-FFF2-40B4-BE49-F238E27FC236}">
                <a16:creationId xmlns:a16="http://schemas.microsoft.com/office/drawing/2014/main" id="{193394F1-5A9C-4139-AA33-F34C1C0239B2}"/>
              </a:ext>
            </a:extLst>
          </p:cNvPr>
          <p:cNvSpPr>
            <a:spLocks xmlns:a="http://schemas.openxmlformats.org/drawingml/2006/main" noGrp="1"/>
          </p:cNvSpPr>
          <p:nvPr/>
        </p:nvSpPr>
        <p:spPr>
          <a:xfrm xmlns:a="http://schemas.openxmlformats.org/drawingml/2006/main">
            <a:off x="9934194" y="41669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09" name="dp42-comparison / n207">
            <a:extLst xmlns:a="http://schemas.openxmlformats.org/drawingml/2006/main">
              <a:ext uri="{FF2B5EF4-FFF2-40B4-BE49-F238E27FC236}">
                <a16:creationId xmlns:a16="http://schemas.microsoft.com/office/drawing/2014/main" id="{4247294D-6B06-47DC-BAB6-08520B8C4662}"/>
              </a:ext>
            </a:extLst>
          </p:cNvPr>
          <p:cNvSpPr>
            <a:spLocks xmlns:a="http://schemas.openxmlformats.org/drawingml/2006/main" noGrp="1"/>
          </p:cNvSpPr>
          <p:nvPr/>
        </p:nvSpPr>
        <p:spPr>
          <a:xfrm xmlns:a="http://schemas.openxmlformats.org/drawingml/2006/main">
            <a:off x="10001250" y="5667375"/>
            <a:ext cx="2952750"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10" name="dp42-comparison / n208 / text 1">
            <a:extLst xmlns:a="http://schemas.openxmlformats.org/drawingml/2006/main">
              <a:ext uri="{FF2B5EF4-FFF2-40B4-BE49-F238E27FC236}">
                <a16:creationId xmlns:a16="http://schemas.microsoft.com/office/drawing/2014/main" id="{AFBFE341-9A46-4E43-BA01-52A786EB0BC1}"/>
              </a:ext>
            </a:extLst>
          </p:cNvPr>
          <p:cNvSpPr>
            <a:spLocks xmlns:a="http://schemas.openxmlformats.org/drawingml/2006/main" noGrp="1"/>
          </p:cNvSpPr>
          <p:nvPr/>
        </p:nvSpPr>
        <p:spPr>
          <a:xfrm xmlns:a="http://schemas.openxmlformats.org/drawingml/2006/main">
            <a:off x="10086975" y="5703570"/>
            <a:ext cx="27813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State Store</a:t>
            </a:r>
          </a:p>
        </p:txBody>
      </p:sp>
      <p:sp>
        <p:nvSpPr>
          <p:cNvPr id="211" name="dp42-comparison / n209">
            <a:extLst xmlns:a="http://schemas.openxmlformats.org/drawingml/2006/main">
              <a:ext uri="{FF2B5EF4-FFF2-40B4-BE49-F238E27FC236}">
                <a16:creationId xmlns:a16="http://schemas.microsoft.com/office/drawing/2014/main" id="{EF1145CC-9879-43F1-9272-14F843293CF4}"/>
              </a:ext>
            </a:extLst>
          </p:cNvPr>
          <p:cNvSpPr>
            <a:spLocks xmlns:a="http://schemas.openxmlformats.org/drawingml/2006/main" noGrp="1"/>
          </p:cNvSpPr>
          <p:nvPr/>
        </p:nvSpPr>
        <p:spPr>
          <a:xfrm xmlns:a="http://schemas.openxmlformats.org/drawingml/2006/main">
            <a:off x="14239875" y="5667375"/>
            <a:ext cx="31908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12" name="dp42-comparison / n210 / text 1">
            <a:extLst xmlns:a="http://schemas.openxmlformats.org/drawingml/2006/main">
              <a:ext uri="{FF2B5EF4-FFF2-40B4-BE49-F238E27FC236}">
                <a16:creationId xmlns:a16="http://schemas.microsoft.com/office/drawing/2014/main" id="{F11E38E7-1710-46B5-96D0-A68E701739EC}"/>
              </a:ext>
            </a:extLst>
          </p:cNvPr>
          <p:cNvSpPr>
            <a:spLocks xmlns:a="http://schemas.openxmlformats.org/drawingml/2006/main" noGrp="1"/>
          </p:cNvSpPr>
          <p:nvPr/>
        </p:nvSpPr>
        <p:spPr>
          <a:xfrm xmlns:a="http://schemas.openxmlformats.org/drawingml/2006/main">
            <a:off x="14325600" y="5703570"/>
            <a:ext cx="301942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State Store</a:t>
            </a:r>
          </a:p>
        </p:txBody>
      </p:sp>
      <p:sp>
        <p:nvSpPr>
          <p:cNvPr id="213" name="dp42-comparison / n211 / path">
            <a:extLst xmlns:a="http://schemas.openxmlformats.org/drawingml/2006/main">
              <a:ext uri="{FF2B5EF4-FFF2-40B4-BE49-F238E27FC236}">
                <a16:creationId xmlns:a16="http://schemas.microsoft.com/office/drawing/2014/main" id="{A4A48178-8D79-4D57-9455-CDF95F972256}"/>
              </a:ext>
            </a:extLst>
          </p:cNvPr>
          <p:cNvSpPr>
            <a:spLocks xmlns:a="http://schemas.openxmlformats.org/drawingml/2006/main" noGrp="1"/>
          </p:cNvSpPr>
          <p:nvPr/>
        </p:nvSpPr>
        <p:spPr>
          <a:xfrm xmlns:a="http://schemas.openxmlformats.org/drawingml/2006/main">
            <a:off x="12954000" y="4200525"/>
            <a:ext cx="1285875" cy="953"/>
          </a:xfrm>
          <a:custGeom xmlns:a="http://schemas.openxmlformats.org/drawingml/2006/main">
            <a:pathLst>
              <a:path w="1285875" h="953">
                <a:moveTo>
                  <a:pt x="0" y="0"/>
                </a:moveTo>
                <a:lnTo>
                  <a:pt x="1285875" y="0"/>
                </a:lnTo>
              </a:path>
            </a:pathLst>
          </a:custGeom>
          <a:noFill xmlns:a="http://schemas.openxmlformats.org/drawingml/2006/main"/>
          <a:ln xmlns:a="http://schemas.openxmlformats.org/drawingml/2006/main" w="10478">
            <a:solidFill>
              <a:srgbClr val="000000"/>
            </a:solidFill>
            <a:prstDash val="solid"/>
          </a:ln>
        </p:spPr>
      </p:sp>
      <p:sp>
        <p:nvSpPr>
          <p:cNvPr id="214" name="dp42-comparison / n211 / arrow">
            <a:extLst xmlns:a="http://schemas.openxmlformats.org/drawingml/2006/main">
              <a:ext uri="{FF2B5EF4-FFF2-40B4-BE49-F238E27FC236}">
                <a16:creationId xmlns:a16="http://schemas.microsoft.com/office/drawing/2014/main" id="{6332AB89-4CD8-454E-BADA-CF62F9532017}"/>
              </a:ext>
            </a:extLst>
          </p:cNvPr>
          <p:cNvSpPr>
            <a:spLocks xmlns:a="http://schemas.openxmlformats.org/drawingml/2006/main" noGrp="1"/>
          </p:cNvSpPr>
          <p:nvPr/>
        </p:nvSpPr>
        <p:spPr>
          <a:xfrm xmlns:a="http://schemas.openxmlformats.org/drawingml/2006/main">
            <a:off x="14172819" y="41669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15" name="dp42-comparison / n214 / path">
            <a:extLst xmlns:a="http://schemas.openxmlformats.org/drawingml/2006/main">
              <a:ext uri="{FF2B5EF4-FFF2-40B4-BE49-F238E27FC236}">
                <a16:creationId xmlns:a16="http://schemas.microsoft.com/office/drawing/2014/main" id="{F7D9E950-F3E9-47B5-8874-C13769C37209}"/>
              </a:ext>
            </a:extLst>
          </p:cNvPr>
          <p:cNvSpPr>
            <a:spLocks xmlns:a="http://schemas.openxmlformats.org/drawingml/2006/main" noGrp="1"/>
          </p:cNvSpPr>
          <p:nvPr/>
        </p:nvSpPr>
        <p:spPr>
          <a:xfrm xmlns:a="http://schemas.openxmlformats.org/drawingml/2006/main">
            <a:off x="12954000" y="4371975"/>
            <a:ext cx="1285875" cy="571500"/>
          </a:xfrm>
          <a:custGeom xmlns:a="http://schemas.openxmlformats.org/drawingml/2006/main">
            <a:pathLst>
              <a:path w="1285875" h="571500">
                <a:moveTo>
                  <a:pt x="1285875" y="0"/>
                </a:moveTo>
                <a:lnTo>
                  <a:pt x="1181100" y="0"/>
                </a:lnTo>
                <a:lnTo>
                  <a:pt x="1181100" y="571500"/>
                </a:lnTo>
                <a:lnTo>
                  <a:pt x="123825" y="571500"/>
                </a:lnTo>
                <a:lnTo>
                  <a:pt x="123825" y="0"/>
                </a:lnTo>
                <a:lnTo>
                  <a:pt x="0" y="0"/>
                </a:lnTo>
              </a:path>
            </a:pathLst>
          </a:custGeom>
          <a:noFill xmlns:a="http://schemas.openxmlformats.org/drawingml/2006/main"/>
          <a:ln xmlns:a="http://schemas.openxmlformats.org/drawingml/2006/main" w="10478">
            <a:solidFill>
              <a:srgbClr val="000000"/>
            </a:solidFill>
            <a:prstDash val="dash"/>
          </a:ln>
        </p:spPr>
      </p:sp>
      <p:sp>
        <p:nvSpPr>
          <p:cNvPr id="216" name="dp42-comparison / n214 / arrow">
            <a:extLst xmlns:a="http://schemas.openxmlformats.org/drawingml/2006/main">
              <a:ext uri="{FF2B5EF4-FFF2-40B4-BE49-F238E27FC236}">
                <a16:creationId xmlns:a16="http://schemas.microsoft.com/office/drawing/2014/main" id="{908833FF-CD67-47CC-9277-57DC86FB4C97}"/>
              </a:ext>
            </a:extLst>
          </p:cNvPr>
          <p:cNvSpPr>
            <a:spLocks xmlns:a="http://schemas.openxmlformats.org/drawingml/2006/main" noGrp="1"/>
          </p:cNvSpPr>
          <p:nvPr/>
        </p:nvSpPr>
        <p:spPr>
          <a:xfrm xmlns:a="http://schemas.openxmlformats.org/drawingml/2006/main">
            <a:off x="12954000" y="4338447"/>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217" name="dp42-comparison / n217 / path">
            <a:extLst xmlns:a="http://schemas.openxmlformats.org/drawingml/2006/main">
              <a:ext uri="{FF2B5EF4-FFF2-40B4-BE49-F238E27FC236}">
                <a16:creationId xmlns:a16="http://schemas.microsoft.com/office/drawing/2014/main" id="{1016E164-1F46-4020-ABBD-7422634CA4BD}"/>
              </a:ext>
            </a:extLst>
          </p:cNvPr>
          <p:cNvSpPr>
            <a:spLocks xmlns:a="http://schemas.openxmlformats.org/drawingml/2006/main" noGrp="1"/>
          </p:cNvSpPr>
          <p:nvPr/>
        </p:nvSpPr>
        <p:spPr>
          <a:xfrm xmlns:a="http://schemas.openxmlformats.org/drawingml/2006/main">
            <a:off x="11477625" y="4295775"/>
            <a:ext cx="1552575" cy="1371600"/>
          </a:xfrm>
          <a:custGeom xmlns:a="http://schemas.openxmlformats.org/drawingml/2006/main">
            <a:pathLst>
              <a:path w="1552575" h="1371600">
                <a:moveTo>
                  <a:pt x="1476375" y="0"/>
                </a:moveTo>
                <a:lnTo>
                  <a:pt x="1552575" y="0"/>
                </a:lnTo>
                <a:lnTo>
                  <a:pt x="1552575" y="1314450"/>
                </a:lnTo>
                <a:lnTo>
                  <a:pt x="0" y="1314450"/>
                </a:lnTo>
                <a:lnTo>
                  <a:pt x="0" y="1371600"/>
                </a:lnTo>
              </a:path>
            </a:pathLst>
          </a:custGeom>
          <a:noFill xmlns:a="http://schemas.openxmlformats.org/drawingml/2006/main"/>
          <a:ln xmlns:a="http://schemas.openxmlformats.org/drawingml/2006/main" w="10478">
            <a:solidFill>
              <a:srgbClr val="000000"/>
            </a:solidFill>
            <a:prstDash val="solid"/>
          </a:ln>
        </p:spPr>
      </p:sp>
      <p:sp>
        <p:nvSpPr>
          <p:cNvPr id="218" name="dp42-comparison / n217 / arrow">
            <a:extLst xmlns:a="http://schemas.openxmlformats.org/drawingml/2006/main">
              <a:ext uri="{FF2B5EF4-FFF2-40B4-BE49-F238E27FC236}">
                <a16:creationId xmlns:a16="http://schemas.microsoft.com/office/drawing/2014/main" id="{85826F5C-1D72-4505-BA26-824B91536E67}"/>
              </a:ext>
            </a:extLst>
          </p:cNvPr>
          <p:cNvSpPr>
            <a:spLocks xmlns:a="http://schemas.openxmlformats.org/drawingml/2006/main" noGrp="1"/>
          </p:cNvSpPr>
          <p:nvPr/>
        </p:nvSpPr>
        <p:spPr>
          <a:xfrm xmlns:a="http://schemas.openxmlformats.org/drawingml/2006/main">
            <a:off x="11444097" y="560031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219" name="dp42-comparison / n218 / path">
            <a:extLst xmlns:a="http://schemas.openxmlformats.org/drawingml/2006/main">
              <a:ext uri="{FF2B5EF4-FFF2-40B4-BE49-F238E27FC236}">
                <a16:creationId xmlns:a16="http://schemas.microsoft.com/office/drawing/2014/main" id="{523B9EE7-6CC2-4D96-A821-212FC8380D71}"/>
              </a:ext>
            </a:extLst>
          </p:cNvPr>
          <p:cNvSpPr>
            <a:spLocks xmlns:a="http://schemas.openxmlformats.org/drawingml/2006/main" noGrp="1"/>
          </p:cNvSpPr>
          <p:nvPr/>
        </p:nvSpPr>
        <p:spPr>
          <a:xfrm xmlns:a="http://schemas.openxmlformats.org/drawingml/2006/main">
            <a:off x="15835313" y="4295775"/>
            <a:ext cx="1652588" cy="1371600"/>
          </a:xfrm>
          <a:custGeom xmlns:a="http://schemas.openxmlformats.org/drawingml/2006/main">
            <a:pathLst>
              <a:path w="1652588" h="1371600">
                <a:moveTo>
                  <a:pt x="1595438" y="0"/>
                </a:moveTo>
                <a:lnTo>
                  <a:pt x="1652588" y="0"/>
                </a:lnTo>
                <a:lnTo>
                  <a:pt x="1652588" y="1314450"/>
                </a:lnTo>
                <a:lnTo>
                  <a:pt x="0" y="1314450"/>
                </a:lnTo>
                <a:lnTo>
                  <a:pt x="0" y="1371600"/>
                </a:lnTo>
              </a:path>
            </a:pathLst>
          </a:custGeom>
          <a:noFill xmlns:a="http://schemas.openxmlformats.org/drawingml/2006/main"/>
          <a:ln xmlns:a="http://schemas.openxmlformats.org/drawingml/2006/main" w="10478">
            <a:solidFill>
              <a:srgbClr val="000000"/>
            </a:solidFill>
            <a:prstDash val="solid"/>
          </a:ln>
        </p:spPr>
      </p:sp>
      <p:sp>
        <p:nvSpPr>
          <p:cNvPr id="220" name="dp42-comparison / n218 / arrow">
            <a:extLst xmlns:a="http://schemas.openxmlformats.org/drawingml/2006/main">
              <a:ext uri="{FF2B5EF4-FFF2-40B4-BE49-F238E27FC236}">
                <a16:creationId xmlns:a16="http://schemas.microsoft.com/office/drawing/2014/main" id="{39AA240F-0098-4C48-8F84-8A7A036121A4}"/>
              </a:ext>
            </a:extLst>
          </p:cNvPr>
          <p:cNvSpPr>
            <a:spLocks xmlns:a="http://schemas.openxmlformats.org/drawingml/2006/main" noGrp="1"/>
          </p:cNvSpPr>
          <p:nvPr/>
        </p:nvSpPr>
        <p:spPr>
          <a:xfrm xmlns:a="http://schemas.openxmlformats.org/drawingml/2006/main">
            <a:off x="15801785" y="560031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221" name="dp42-comparison / n223 / path">
            <a:extLst xmlns:a="http://schemas.openxmlformats.org/drawingml/2006/main">
              <a:ext uri="{FF2B5EF4-FFF2-40B4-BE49-F238E27FC236}">
                <a16:creationId xmlns:a16="http://schemas.microsoft.com/office/drawing/2014/main" id="{4437FFC7-6CDD-49D8-BD31-93A75FADD7C2}"/>
              </a:ext>
            </a:extLst>
          </p:cNvPr>
          <p:cNvSpPr>
            <a:spLocks xmlns:a="http://schemas.openxmlformats.org/drawingml/2006/main" noGrp="1"/>
          </p:cNvSpPr>
          <p:nvPr/>
        </p:nvSpPr>
        <p:spPr>
          <a:xfrm xmlns:a="http://schemas.openxmlformats.org/drawingml/2006/main">
            <a:off x="15835313" y="4505325"/>
            <a:ext cx="1538288" cy="762000"/>
          </a:xfrm>
          <a:custGeom xmlns:a="http://schemas.openxmlformats.org/drawingml/2006/main">
            <a:pathLst>
              <a:path w="1538288" h="762000">
                <a:moveTo>
                  <a:pt x="1452563" y="0"/>
                </a:moveTo>
                <a:lnTo>
                  <a:pt x="1538288" y="0"/>
                </a:lnTo>
                <a:lnTo>
                  <a:pt x="1538288" y="704850"/>
                </a:lnTo>
                <a:lnTo>
                  <a:pt x="0" y="704850"/>
                </a:lnTo>
                <a:lnTo>
                  <a:pt x="0" y="762000"/>
                </a:lnTo>
              </a:path>
            </a:pathLst>
          </a:custGeom>
          <a:noFill xmlns:a="http://schemas.openxmlformats.org/drawingml/2006/main"/>
          <a:ln xmlns:a="http://schemas.openxmlformats.org/drawingml/2006/main" w="10478">
            <a:solidFill>
              <a:srgbClr val="000000"/>
            </a:solidFill>
            <a:prstDash val="solid"/>
          </a:ln>
        </p:spPr>
      </p:sp>
      <p:sp>
        <p:nvSpPr>
          <p:cNvPr id="222" name="dp42-comparison / n223 / arrow">
            <a:extLst xmlns:a="http://schemas.openxmlformats.org/drawingml/2006/main">
              <a:ext uri="{FF2B5EF4-FFF2-40B4-BE49-F238E27FC236}">
                <a16:creationId xmlns:a16="http://schemas.microsoft.com/office/drawing/2014/main" id="{F010CF3E-D722-444B-9DCD-C8B82B2345E5}"/>
              </a:ext>
            </a:extLst>
          </p:cNvPr>
          <p:cNvSpPr>
            <a:spLocks xmlns:a="http://schemas.openxmlformats.org/drawingml/2006/main" noGrp="1"/>
          </p:cNvSpPr>
          <p:nvPr/>
        </p:nvSpPr>
        <p:spPr>
          <a:xfrm xmlns:a="http://schemas.openxmlformats.org/drawingml/2006/main">
            <a:off x="15801785" y="52002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223" name="dp42-comparison / n230 / path">
            <a:extLst xmlns:a="http://schemas.openxmlformats.org/drawingml/2006/main">
              <a:ext uri="{FF2B5EF4-FFF2-40B4-BE49-F238E27FC236}">
                <a16:creationId xmlns:a16="http://schemas.microsoft.com/office/drawing/2014/main" id="{D5806055-29DB-4EA7-A164-3A081B89EE93}"/>
              </a:ext>
            </a:extLst>
          </p:cNvPr>
          <p:cNvSpPr>
            <a:spLocks xmlns:a="http://schemas.openxmlformats.org/drawingml/2006/main" noGrp="1"/>
          </p:cNvSpPr>
          <p:nvPr/>
        </p:nvSpPr>
        <p:spPr>
          <a:xfrm xmlns:a="http://schemas.openxmlformats.org/drawingml/2006/main">
            <a:off x="12239625" y="6548438"/>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24" name="dp42-comparison / n230 / arrow">
            <a:extLst xmlns:a="http://schemas.openxmlformats.org/drawingml/2006/main">
              <a:ext uri="{FF2B5EF4-FFF2-40B4-BE49-F238E27FC236}">
                <a16:creationId xmlns:a16="http://schemas.microsoft.com/office/drawing/2014/main" id="{16AF8BEF-0F61-438F-852F-94C222135C35}"/>
              </a:ext>
            </a:extLst>
          </p:cNvPr>
          <p:cNvSpPr>
            <a:spLocks xmlns:a="http://schemas.openxmlformats.org/drawingml/2006/main" noGrp="1"/>
          </p:cNvSpPr>
          <p:nvPr/>
        </p:nvSpPr>
        <p:spPr>
          <a:xfrm xmlns:a="http://schemas.openxmlformats.org/drawingml/2006/main">
            <a:off x="12601194" y="651491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25" name="dp42-comparison / n231 / path">
            <a:extLst xmlns:a="http://schemas.openxmlformats.org/drawingml/2006/main">
              <a:ext uri="{FF2B5EF4-FFF2-40B4-BE49-F238E27FC236}">
                <a16:creationId xmlns:a16="http://schemas.microsoft.com/office/drawing/2014/main" id="{753D3489-35FA-4FD6-B06A-074F9BC62437}"/>
              </a:ext>
            </a:extLst>
          </p:cNvPr>
          <p:cNvSpPr>
            <a:spLocks xmlns:a="http://schemas.openxmlformats.org/drawingml/2006/main" noGrp="1"/>
          </p:cNvSpPr>
          <p:nvPr/>
        </p:nvSpPr>
        <p:spPr>
          <a:xfrm xmlns:a="http://schemas.openxmlformats.org/drawingml/2006/main">
            <a:off x="14954250" y="6548438"/>
            <a:ext cx="333375" cy="953"/>
          </a:xfrm>
          <a:custGeom xmlns:a="http://schemas.openxmlformats.org/drawingml/2006/main">
            <a:pathLst>
              <a:path w="333375" h="953">
                <a:moveTo>
                  <a:pt x="0" y="0"/>
                </a:moveTo>
                <a:lnTo>
                  <a:pt x="333375" y="0"/>
                </a:lnTo>
              </a:path>
            </a:pathLst>
          </a:custGeom>
          <a:noFill xmlns:a="http://schemas.openxmlformats.org/drawingml/2006/main"/>
          <a:ln xmlns:a="http://schemas.openxmlformats.org/drawingml/2006/main" w="10478">
            <a:solidFill>
              <a:srgbClr val="B8753F"/>
            </a:solidFill>
            <a:prstDash val="solid"/>
          </a:ln>
        </p:spPr>
      </p:sp>
      <p:sp>
        <p:nvSpPr>
          <p:cNvPr id="226" name="dp42-comparison / n231 / arrow">
            <a:extLst xmlns:a="http://schemas.openxmlformats.org/drawingml/2006/main">
              <a:ext uri="{FF2B5EF4-FFF2-40B4-BE49-F238E27FC236}">
                <a16:creationId xmlns:a16="http://schemas.microsoft.com/office/drawing/2014/main" id="{E5249B08-E6E0-4519-8109-743215F4F872}"/>
              </a:ext>
            </a:extLst>
          </p:cNvPr>
          <p:cNvSpPr>
            <a:spLocks xmlns:a="http://schemas.openxmlformats.org/drawingml/2006/main" noGrp="1"/>
          </p:cNvSpPr>
          <p:nvPr/>
        </p:nvSpPr>
        <p:spPr>
          <a:xfrm xmlns:a="http://schemas.openxmlformats.org/drawingml/2006/main">
            <a:off x="15220569" y="651491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27" name="dp42-comparison / n232 / path">
            <a:extLst xmlns:a="http://schemas.openxmlformats.org/drawingml/2006/main">
              <a:ext uri="{FF2B5EF4-FFF2-40B4-BE49-F238E27FC236}">
                <a16:creationId xmlns:a16="http://schemas.microsoft.com/office/drawing/2014/main" id="{4F3F883B-FAF0-43ED-8B1B-69B2770C20EB}"/>
              </a:ext>
            </a:extLst>
          </p:cNvPr>
          <p:cNvSpPr>
            <a:spLocks xmlns:a="http://schemas.openxmlformats.org/drawingml/2006/main" noGrp="1"/>
          </p:cNvSpPr>
          <p:nvPr/>
        </p:nvSpPr>
        <p:spPr>
          <a:xfrm xmlns:a="http://schemas.openxmlformats.org/drawingml/2006/main">
            <a:off x="9858375" y="6924675"/>
            <a:ext cx="7715250" cy="953"/>
          </a:xfrm>
          <a:custGeom xmlns:a="http://schemas.openxmlformats.org/drawingml/2006/main">
            <a:pathLst>
              <a:path w="7715250" h="953">
                <a:moveTo>
                  <a:pt x="0" y="0"/>
                </a:moveTo>
                <a:lnTo>
                  <a:pt x="7715250" y="0"/>
                </a:lnTo>
              </a:path>
            </a:pathLst>
          </a:custGeom>
          <a:noFill xmlns:a="http://schemas.openxmlformats.org/drawingml/2006/main"/>
          <a:ln xmlns:a="http://schemas.openxmlformats.org/drawingml/2006/main" w="10478">
            <a:solidFill>
              <a:srgbClr val="000000"/>
            </a:solidFill>
            <a:prstDash val="solid"/>
          </a:ln>
        </p:spPr>
      </p:sp>
      <p:sp>
        <p:nvSpPr>
          <p:cNvPr id="228" name="dp42-comparison / n235">
            <a:extLst xmlns:a="http://schemas.openxmlformats.org/drawingml/2006/main">
              <a:ext uri="{FF2B5EF4-FFF2-40B4-BE49-F238E27FC236}">
                <a16:creationId xmlns:a16="http://schemas.microsoft.com/office/drawing/2014/main" id="{DDB5740E-F3E4-485A-9027-F2FA7C2ADA69}"/>
              </a:ext>
            </a:extLst>
          </p:cNvPr>
          <p:cNvSpPr>
            <a:spLocks xmlns:a="http://schemas.openxmlformats.org/drawingml/2006/main" noGrp="1"/>
          </p:cNvSpPr>
          <p:nvPr/>
        </p:nvSpPr>
        <p:spPr>
          <a:xfrm xmlns:a="http://schemas.openxmlformats.org/drawingml/2006/main">
            <a:off x="9953625" y="719137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29" name="dp42-comparison / n236 / text 1">
            <a:extLst xmlns:a="http://schemas.openxmlformats.org/drawingml/2006/main">
              <a:ext uri="{FF2B5EF4-FFF2-40B4-BE49-F238E27FC236}">
                <a16:creationId xmlns:a16="http://schemas.microsoft.com/office/drawing/2014/main" id="{5200D1F4-0C7E-4431-8BD1-4F3315AA5DA0}"/>
              </a:ext>
            </a:extLst>
          </p:cNvPr>
          <p:cNvSpPr>
            <a:spLocks xmlns:a="http://schemas.openxmlformats.org/drawingml/2006/main" noGrp="1"/>
          </p:cNvSpPr>
          <p:nvPr/>
        </p:nvSpPr>
        <p:spPr>
          <a:xfrm xmlns:a="http://schemas.openxmlformats.org/drawingml/2006/main">
            <a:off x="10039350" y="722709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대화: 의도 저장</a:t>
            </a:r>
          </a:p>
        </p:txBody>
      </p:sp>
      <p:sp>
        <p:nvSpPr>
          <p:cNvPr id="230" name="dp42-comparison / n237">
            <a:extLst xmlns:a="http://schemas.openxmlformats.org/drawingml/2006/main">
              <a:ext uri="{FF2B5EF4-FFF2-40B4-BE49-F238E27FC236}">
                <a16:creationId xmlns:a16="http://schemas.microsoft.com/office/drawing/2014/main" id="{22E4C20D-0B91-47B5-99A7-E1DB5268801E}"/>
              </a:ext>
            </a:extLst>
          </p:cNvPr>
          <p:cNvSpPr>
            <a:spLocks xmlns:a="http://schemas.openxmlformats.org/drawingml/2006/main" noGrp="1"/>
          </p:cNvSpPr>
          <p:nvPr/>
        </p:nvSpPr>
        <p:spPr>
          <a:xfrm xmlns:a="http://schemas.openxmlformats.org/drawingml/2006/main">
            <a:off x="12620625" y="719137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31" name="dp42-comparison / n238 / text 1">
            <a:extLst xmlns:a="http://schemas.openxmlformats.org/drawingml/2006/main">
              <a:ext uri="{FF2B5EF4-FFF2-40B4-BE49-F238E27FC236}">
                <a16:creationId xmlns:a16="http://schemas.microsoft.com/office/drawing/2014/main" id="{58743EA0-D003-4EFE-BE3C-1455C96B3FBA}"/>
              </a:ext>
            </a:extLst>
          </p:cNvPr>
          <p:cNvSpPr>
            <a:spLocks xmlns:a="http://schemas.openxmlformats.org/drawingml/2006/main" noGrp="1"/>
          </p:cNvSpPr>
          <p:nvPr/>
        </p:nvSpPr>
        <p:spPr>
          <a:xfrm xmlns:a="http://schemas.openxmlformats.org/drawingml/2006/main">
            <a:off x="12706350" y="722709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Task: 접수 상태 확정</a:t>
            </a:r>
          </a:p>
        </p:txBody>
      </p:sp>
      <p:sp>
        <p:nvSpPr>
          <p:cNvPr id="232" name="dp42-comparison / n239 / path">
            <a:extLst xmlns:a="http://schemas.openxmlformats.org/drawingml/2006/main">
              <a:ext uri="{FF2B5EF4-FFF2-40B4-BE49-F238E27FC236}">
                <a16:creationId xmlns:a16="http://schemas.microsoft.com/office/drawing/2014/main" id="{3BB64326-AD0A-40BB-9393-AEFC1860CCD7}"/>
              </a:ext>
            </a:extLst>
          </p:cNvPr>
          <p:cNvSpPr>
            <a:spLocks xmlns:a="http://schemas.openxmlformats.org/drawingml/2006/main" noGrp="1"/>
          </p:cNvSpPr>
          <p:nvPr/>
        </p:nvSpPr>
        <p:spPr>
          <a:xfrm xmlns:a="http://schemas.openxmlformats.org/drawingml/2006/main">
            <a:off x="12192000" y="731996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33" name="dp42-comparison / n239 / arrow">
            <a:extLst xmlns:a="http://schemas.openxmlformats.org/drawingml/2006/main">
              <a:ext uri="{FF2B5EF4-FFF2-40B4-BE49-F238E27FC236}">
                <a16:creationId xmlns:a16="http://schemas.microsoft.com/office/drawing/2014/main" id="{7222CCD2-B47F-419F-9984-63AF3B625CF6}"/>
              </a:ext>
            </a:extLst>
          </p:cNvPr>
          <p:cNvSpPr>
            <a:spLocks xmlns:a="http://schemas.openxmlformats.org/drawingml/2006/main" noGrp="1"/>
          </p:cNvSpPr>
          <p:nvPr/>
        </p:nvSpPr>
        <p:spPr>
          <a:xfrm xmlns:a="http://schemas.openxmlformats.org/drawingml/2006/main">
            <a:off x="12553569" y="728643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34" name="dp42-comparison / n240">
            <a:extLst xmlns:a="http://schemas.openxmlformats.org/drawingml/2006/main">
              <a:ext uri="{FF2B5EF4-FFF2-40B4-BE49-F238E27FC236}">
                <a16:creationId xmlns:a16="http://schemas.microsoft.com/office/drawing/2014/main" id="{B6F1E930-AB9D-4E05-BF25-A3178165D879}"/>
              </a:ext>
            </a:extLst>
          </p:cNvPr>
          <p:cNvSpPr>
            <a:spLocks xmlns:a="http://schemas.openxmlformats.org/drawingml/2006/main" noGrp="1"/>
          </p:cNvSpPr>
          <p:nvPr/>
        </p:nvSpPr>
        <p:spPr>
          <a:xfrm xmlns:a="http://schemas.openxmlformats.org/drawingml/2006/main">
            <a:off x="15287625" y="7191375"/>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35" name="dp42-comparison / n241 / text 1">
            <a:extLst xmlns:a="http://schemas.openxmlformats.org/drawingml/2006/main">
              <a:ext uri="{FF2B5EF4-FFF2-40B4-BE49-F238E27FC236}">
                <a16:creationId xmlns:a16="http://schemas.microsoft.com/office/drawing/2014/main" id="{31967476-5C71-4A9C-B3F7-45C84803E3A7}"/>
              </a:ext>
            </a:extLst>
          </p:cNvPr>
          <p:cNvSpPr>
            <a:spLocks xmlns:a="http://schemas.openxmlformats.org/drawingml/2006/main" noGrp="1"/>
          </p:cNvSpPr>
          <p:nvPr/>
        </p:nvSpPr>
        <p:spPr>
          <a:xfrm xmlns:a="http://schemas.openxmlformats.org/drawingml/2006/main">
            <a:off x="15373350" y="7227094"/>
            <a:ext cx="2019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대화: 접수 receipt 반영</a:t>
            </a:r>
          </a:p>
        </p:txBody>
      </p:sp>
      <p:sp>
        <p:nvSpPr>
          <p:cNvPr id="236" name="dp42-comparison / n242 / path">
            <a:extLst xmlns:a="http://schemas.openxmlformats.org/drawingml/2006/main">
              <a:ext uri="{FF2B5EF4-FFF2-40B4-BE49-F238E27FC236}">
                <a16:creationId xmlns:a16="http://schemas.microsoft.com/office/drawing/2014/main" id="{8DD2B051-FC5E-48B3-9693-435FC36AC66A}"/>
              </a:ext>
            </a:extLst>
          </p:cNvPr>
          <p:cNvSpPr>
            <a:spLocks xmlns:a="http://schemas.openxmlformats.org/drawingml/2006/main" noGrp="1"/>
          </p:cNvSpPr>
          <p:nvPr/>
        </p:nvSpPr>
        <p:spPr>
          <a:xfrm xmlns:a="http://schemas.openxmlformats.org/drawingml/2006/main">
            <a:off x="14859000" y="731996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37" name="dp42-comparison / n242 / arrow">
            <a:extLst xmlns:a="http://schemas.openxmlformats.org/drawingml/2006/main">
              <a:ext uri="{FF2B5EF4-FFF2-40B4-BE49-F238E27FC236}">
                <a16:creationId xmlns:a16="http://schemas.microsoft.com/office/drawing/2014/main" id="{5EAC8DDA-2847-4C84-97AE-C9952139D8F1}"/>
              </a:ext>
            </a:extLst>
          </p:cNvPr>
          <p:cNvSpPr>
            <a:spLocks xmlns:a="http://schemas.openxmlformats.org/drawingml/2006/main" noGrp="1"/>
          </p:cNvSpPr>
          <p:nvPr/>
        </p:nvSpPr>
        <p:spPr>
          <a:xfrm xmlns:a="http://schemas.openxmlformats.org/drawingml/2006/main">
            <a:off x="15220569" y="728643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38" name="dp42-comparison / n159">
            <a:extLst xmlns:a="http://schemas.openxmlformats.org/drawingml/2006/main">
              <a:ext uri="{FF2B5EF4-FFF2-40B4-BE49-F238E27FC236}">
                <a16:creationId xmlns:a16="http://schemas.microsoft.com/office/drawing/2014/main" id="{EDD614A1-B7A5-4C47-87B2-57FBC19EF648}"/>
              </a:ext>
            </a:extLst>
          </p:cNvPr>
          <p:cNvSpPr>
            <a:spLocks xmlns:a="http://schemas.openxmlformats.org/drawingml/2006/main" noGrp="1"/>
          </p:cNvSpPr>
          <p:nvPr/>
        </p:nvSpPr>
        <p:spPr>
          <a:xfrm xmlns:a="http://schemas.openxmlformats.org/drawingml/2006/main">
            <a:off x="12858750" y="2409825"/>
            <a:ext cx="4667250" cy="304800"/>
          </a:xfrm>
          <a:custGeom xmlns:a="http://schemas.openxmlformats.org/drawingml/2006/main">
            <a:pathLst>
              <a:path w="4667250" h="304800">
                <a:moveTo>
                  <a:pt x="0" y="0"/>
                </a:moveTo>
                <a:lnTo>
                  <a:pt x="4495800" y="0"/>
                </a:lnTo>
                <a:lnTo>
                  <a:pt x="4667250" y="171450"/>
                </a:lnTo>
                <a:lnTo>
                  <a:pt x="4667250" y="304800"/>
                </a:lnTo>
                <a:lnTo>
                  <a:pt x="0" y="3048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239" name="dp42-comparison / n159 / fold">
            <a:extLst xmlns:a="http://schemas.openxmlformats.org/drawingml/2006/main">
              <a:ext uri="{FF2B5EF4-FFF2-40B4-BE49-F238E27FC236}">
                <a16:creationId xmlns:a16="http://schemas.microsoft.com/office/drawing/2014/main" id="{7D749A08-7991-400C-A349-5698287F0E46}"/>
              </a:ext>
            </a:extLst>
          </p:cNvPr>
          <p:cNvSpPr>
            <a:spLocks xmlns:a="http://schemas.openxmlformats.org/drawingml/2006/main" noGrp="1"/>
          </p:cNvSpPr>
          <p:nvPr/>
        </p:nvSpPr>
        <p:spPr>
          <a:xfrm xmlns:a="http://schemas.openxmlformats.org/drawingml/2006/main">
            <a:off x="17354550" y="240982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240" name="dp42-comparison / n160 / text 1">
            <a:extLst xmlns:a="http://schemas.openxmlformats.org/drawingml/2006/main">
              <a:ext uri="{FF2B5EF4-FFF2-40B4-BE49-F238E27FC236}">
                <a16:creationId xmlns:a16="http://schemas.microsoft.com/office/drawing/2014/main" id="{FF9C31A0-9ACC-49A8-9991-AC8C8148804A}"/>
              </a:ext>
            </a:extLst>
          </p:cNvPr>
          <p:cNvSpPr>
            <a:spLocks xmlns:a="http://schemas.openxmlformats.org/drawingml/2006/main" noGrp="1"/>
          </p:cNvSpPr>
          <p:nvPr/>
        </p:nvSpPr>
        <p:spPr>
          <a:xfrm xmlns:a="http://schemas.openxmlformats.org/drawingml/2006/main">
            <a:off x="12954000" y="2466975"/>
            <a:ext cx="44005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000000"/>
                </a:solidFill>
                <a:latin typeface="Apple SD Gothic Neo"/>
                <a:ea typeface="Apple SD Gothic Neo"/>
                <a:cs typeface="Apple SD Gothic Neo"/>
              </a:defRPr>
            </a:pPr>
            <a:r>
              <a:rPr sz="1125" b="0">
                <a:solidFill>
                  <a:srgbClr val="000000"/>
                </a:solidFill>
                <a:latin typeface="Apple SD Gothic Neo"/>
                <a:ea typeface="Apple SD Gothic Neo"/>
                <a:cs typeface="Apple SD Gothic Neo"/>
              </a:rPr>
              <a:t>Input1: “응, 상반기로 해줘”</a:t>
            </a:r>
          </a:p>
        </p:txBody>
      </p:sp>
      <p:sp>
        <p:nvSpPr>
          <p:cNvPr id="241" name="dp42-comparison / n162">
            <a:extLst xmlns:a="http://schemas.openxmlformats.org/drawingml/2006/main">
              <a:ext uri="{FF2B5EF4-FFF2-40B4-BE49-F238E27FC236}">
                <a16:creationId xmlns:a16="http://schemas.microsoft.com/office/drawing/2014/main" id="{1888CE70-76DE-482E-9A34-2359D470CF36}"/>
              </a:ext>
            </a:extLst>
          </p:cNvPr>
          <p:cNvSpPr>
            <a:spLocks xmlns:a="http://schemas.openxmlformats.org/drawingml/2006/main" noGrp="1"/>
          </p:cNvSpPr>
          <p:nvPr/>
        </p:nvSpPr>
        <p:spPr>
          <a:xfrm xmlns:a="http://schemas.openxmlformats.org/drawingml/2006/main">
            <a:off x="9934575" y="2743200"/>
            <a:ext cx="4335780"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2" name="dp42-comparison / n163 / text 1">
            <a:extLst xmlns:a="http://schemas.openxmlformats.org/drawingml/2006/main">
              <a:ext uri="{FF2B5EF4-FFF2-40B4-BE49-F238E27FC236}">
                <a16:creationId xmlns:a16="http://schemas.microsoft.com/office/drawing/2014/main" id="{747C4523-E463-4361-865E-D17CC8F003DE}"/>
              </a:ext>
            </a:extLst>
          </p:cNvPr>
          <p:cNvSpPr>
            <a:spLocks xmlns:a="http://schemas.openxmlformats.org/drawingml/2006/main" noGrp="1"/>
          </p:cNvSpPr>
          <p:nvPr/>
        </p:nvSpPr>
        <p:spPr>
          <a:xfrm xmlns:a="http://schemas.openxmlformats.org/drawingml/2006/main">
            <a:off x="9953625" y="2752725"/>
            <a:ext cx="75247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공통 장면: 보고서 기간 질문 Question1을 Publication1로 실제 제시</a:t>
            </a:r>
          </a:p>
        </p:txBody>
      </p:sp>
      <p:sp>
        <p:nvSpPr>
          <p:cNvPr id="243" name="dp42-comparison / n164">
            <a:extLst xmlns:a="http://schemas.openxmlformats.org/drawingml/2006/main">
              <a:ext uri="{FF2B5EF4-FFF2-40B4-BE49-F238E27FC236}">
                <a16:creationId xmlns:a16="http://schemas.microsoft.com/office/drawing/2014/main" id="{20DCADF8-6E10-4F45-A696-7DE4D82D99E5}"/>
              </a:ext>
            </a:extLst>
          </p:cNvPr>
          <p:cNvSpPr>
            <a:spLocks xmlns:a="http://schemas.openxmlformats.org/drawingml/2006/main" noGrp="1"/>
          </p:cNvSpPr>
          <p:nvPr/>
        </p:nvSpPr>
        <p:spPr>
          <a:xfrm xmlns:a="http://schemas.openxmlformats.org/drawingml/2006/main">
            <a:off x="9934575" y="2933700"/>
            <a:ext cx="938022"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4" name="dp42-comparison / n165 / text 1">
            <a:extLst xmlns:a="http://schemas.openxmlformats.org/drawingml/2006/main">
              <a:ext uri="{FF2B5EF4-FFF2-40B4-BE49-F238E27FC236}">
                <a16:creationId xmlns:a16="http://schemas.microsoft.com/office/drawing/2014/main" id="{62100F08-BC7D-4696-B385-D36BF048033A}"/>
              </a:ext>
            </a:extLst>
          </p:cNvPr>
          <p:cNvSpPr>
            <a:spLocks xmlns:a="http://schemas.openxmlformats.org/drawingml/2006/main" noGrp="1"/>
          </p:cNvSpPr>
          <p:nvPr/>
        </p:nvSpPr>
        <p:spPr>
          <a:xfrm xmlns:a="http://schemas.openxmlformats.org/drawingml/2006/main">
            <a:off x="9953625" y="2943225"/>
            <a:ext cx="13811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Conversation1</a:t>
            </a:r>
          </a:p>
        </p:txBody>
      </p:sp>
      <p:sp>
        <p:nvSpPr>
          <p:cNvPr id="245" name="dp42-comparison / n167">
            <a:extLst xmlns:a="http://schemas.openxmlformats.org/drawingml/2006/main">
              <a:ext uri="{FF2B5EF4-FFF2-40B4-BE49-F238E27FC236}">
                <a16:creationId xmlns:a16="http://schemas.microsoft.com/office/drawing/2014/main" id="{06C7C9ED-F345-47AE-8B3B-8EA0BA2B325A}"/>
              </a:ext>
            </a:extLst>
          </p:cNvPr>
          <p:cNvSpPr>
            <a:spLocks xmlns:a="http://schemas.openxmlformats.org/drawingml/2006/main" noGrp="1"/>
          </p:cNvSpPr>
          <p:nvPr/>
        </p:nvSpPr>
        <p:spPr>
          <a:xfrm xmlns:a="http://schemas.openxmlformats.org/drawingml/2006/main">
            <a:off x="11458575" y="2924175"/>
            <a:ext cx="826389"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6" name="dp42-comparison / n168 / text 1">
            <a:extLst xmlns:a="http://schemas.openxmlformats.org/drawingml/2006/main">
              <a:ext uri="{FF2B5EF4-FFF2-40B4-BE49-F238E27FC236}">
                <a16:creationId xmlns:a16="http://schemas.microsoft.com/office/drawing/2014/main" id="{4B5394D1-8070-430B-B862-E0DDB3B379EC}"/>
              </a:ext>
            </a:extLst>
          </p:cNvPr>
          <p:cNvSpPr>
            <a:spLocks xmlns:a="http://schemas.openxmlformats.org/drawingml/2006/main" noGrp="1"/>
          </p:cNvSpPr>
          <p:nvPr/>
        </p:nvSpPr>
        <p:spPr>
          <a:xfrm xmlns:a="http://schemas.openxmlformats.org/drawingml/2006/main">
            <a:off x="11477625" y="2933700"/>
            <a:ext cx="5953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대화 연결 유지</a:t>
            </a:r>
          </a:p>
        </p:txBody>
      </p:sp>
      <p:sp>
        <p:nvSpPr>
          <p:cNvPr id="247" name="dp42-comparison / n169">
            <a:extLst xmlns:a="http://schemas.openxmlformats.org/drawingml/2006/main">
              <a:ext uri="{FF2B5EF4-FFF2-40B4-BE49-F238E27FC236}">
                <a16:creationId xmlns:a16="http://schemas.microsoft.com/office/drawing/2014/main" id="{42C0FDBC-E37A-463C-9DFC-9CC5D759E1B3}"/>
              </a:ext>
            </a:extLst>
          </p:cNvPr>
          <p:cNvSpPr>
            <a:spLocks xmlns:a="http://schemas.openxmlformats.org/drawingml/2006/main" noGrp="1"/>
          </p:cNvSpPr>
          <p:nvPr/>
        </p:nvSpPr>
        <p:spPr>
          <a:xfrm xmlns:a="http://schemas.openxmlformats.org/drawingml/2006/main">
            <a:off x="9934575" y="3105150"/>
            <a:ext cx="606552"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8" name="dp42-comparison / n170 / text 1">
            <a:extLst xmlns:a="http://schemas.openxmlformats.org/drawingml/2006/main">
              <a:ext uri="{FF2B5EF4-FFF2-40B4-BE49-F238E27FC236}">
                <a16:creationId xmlns:a16="http://schemas.microsoft.com/office/drawing/2014/main" id="{9DDB72E6-9E05-4870-9EF8-848D786B83F1}"/>
              </a:ext>
            </a:extLst>
          </p:cNvPr>
          <p:cNvSpPr>
            <a:spLocks xmlns:a="http://schemas.openxmlformats.org/drawingml/2006/main" noGrp="1"/>
          </p:cNvSpPr>
          <p:nvPr/>
        </p:nvSpPr>
        <p:spPr>
          <a:xfrm xmlns:a="http://schemas.openxmlformats.org/drawingml/2006/main">
            <a:off x="9953625" y="3114675"/>
            <a:ext cx="13811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Request1</a:t>
            </a:r>
          </a:p>
        </p:txBody>
      </p:sp>
      <p:sp>
        <p:nvSpPr>
          <p:cNvPr id="249" name="dp42-comparison / n172">
            <a:extLst xmlns:a="http://schemas.openxmlformats.org/drawingml/2006/main">
              <a:ext uri="{FF2B5EF4-FFF2-40B4-BE49-F238E27FC236}">
                <a16:creationId xmlns:a16="http://schemas.microsoft.com/office/drawing/2014/main" id="{2767A8C1-79E0-446A-BC8C-80AFD72D7337}"/>
              </a:ext>
            </a:extLst>
          </p:cNvPr>
          <p:cNvSpPr>
            <a:spLocks xmlns:a="http://schemas.openxmlformats.org/drawingml/2006/main" noGrp="1"/>
          </p:cNvSpPr>
          <p:nvPr/>
        </p:nvSpPr>
        <p:spPr>
          <a:xfrm xmlns:a="http://schemas.openxmlformats.org/drawingml/2006/main">
            <a:off x="11458575" y="3095625"/>
            <a:ext cx="2177987"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50" name="dp42-comparison / n173 / text 1">
            <a:extLst xmlns:a="http://schemas.openxmlformats.org/drawingml/2006/main">
              <a:ext uri="{FF2B5EF4-FFF2-40B4-BE49-F238E27FC236}">
                <a16:creationId xmlns:a16="http://schemas.microsoft.com/office/drawing/2014/main" id="{7C1BED76-86BE-4BD1-ACDF-EB34D4F251FC}"/>
              </a:ext>
            </a:extLst>
          </p:cNvPr>
          <p:cNvSpPr>
            <a:spLocks xmlns:a="http://schemas.openxmlformats.org/drawingml/2006/main" noGrp="1"/>
          </p:cNvSpPr>
          <p:nvPr/>
        </p:nvSpPr>
        <p:spPr>
          <a:xfrm xmlns:a="http://schemas.openxmlformats.org/drawingml/2006/main">
            <a:off x="11477625" y="3105150"/>
            <a:ext cx="5953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이번 답변의 외부 접수 확인 후 처리 종료</a:t>
            </a:r>
          </a:p>
        </p:txBody>
      </p:sp>
      <p:sp>
        <p:nvSpPr>
          <p:cNvPr id="251" name="dp42-comparison / n174">
            <a:extLst xmlns:a="http://schemas.openxmlformats.org/drawingml/2006/main">
              <a:ext uri="{FF2B5EF4-FFF2-40B4-BE49-F238E27FC236}">
                <a16:creationId xmlns:a16="http://schemas.microsoft.com/office/drawing/2014/main" id="{9F2817F9-F0AB-4B78-A6DC-BFF7257F94CB}"/>
              </a:ext>
            </a:extLst>
          </p:cNvPr>
          <p:cNvSpPr>
            <a:spLocks xmlns:a="http://schemas.openxmlformats.org/drawingml/2006/main" noGrp="1"/>
          </p:cNvSpPr>
          <p:nvPr/>
        </p:nvSpPr>
        <p:spPr>
          <a:xfrm xmlns:a="http://schemas.openxmlformats.org/drawingml/2006/main">
            <a:off x="9934575" y="3276600"/>
            <a:ext cx="40767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52" name="dp42-comparison / n175 / text 1">
            <a:extLst xmlns:a="http://schemas.openxmlformats.org/drawingml/2006/main">
              <a:ext uri="{FF2B5EF4-FFF2-40B4-BE49-F238E27FC236}">
                <a16:creationId xmlns:a16="http://schemas.microsoft.com/office/drawing/2014/main" id="{2B00A224-582A-460B-A760-7CD3CAD4D2A9}"/>
              </a:ext>
            </a:extLst>
          </p:cNvPr>
          <p:cNvSpPr>
            <a:spLocks xmlns:a="http://schemas.openxmlformats.org/drawingml/2006/main" noGrp="1"/>
          </p:cNvSpPr>
          <p:nvPr/>
        </p:nvSpPr>
        <p:spPr>
          <a:xfrm xmlns:a="http://schemas.openxmlformats.org/drawingml/2006/main">
            <a:off x="9953625" y="3286125"/>
            <a:ext cx="13811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Task1</a:t>
            </a:r>
          </a:p>
        </p:txBody>
      </p:sp>
      <p:sp>
        <p:nvSpPr>
          <p:cNvPr id="253" name="dp42-comparison / n177">
            <a:extLst xmlns:a="http://schemas.openxmlformats.org/drawingml/2006/main">
              <a:ext uri="{FF2B5EF4-FFF2-40B4-BE49-F238E27FC236}">
                <a16:creationId xmlns:a16="http://schemas.microsoft.com/office/drawing/2014/main" id="{CFEDA17C-417D-4844-8636-6E5032F15EAF}"/>
              </a:ext>
            </a:extLst>
          </p:cNvPr>
          <p:cNvSpPr>
            <a:spLocks xmlns:a="http://schemas.openxmlformats.org/drawingml/2006/main" noGrp="1"/>
          </p:cNvSpPr>
          <p:nvPr/>
        </p:nvSpPr>
        <p:spPr>
          <a:xfrm xmlns:a="http://schemas.openxmlformats.org/drawingml/2006/main">
            <a:off x="11458575" y="3267075"/>
            <a:ext cx="2106740"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54" name="dp42-comparison / n178 / text 1">
            <a:extLst xmlns:a="http://schemas.openxmlformats.org/drawingml/2006/main">
              <a:ext uri="{FF2B5EF4-FFF2-40B4-BE49-F238E27FC236}">
                <a16:creationId xmlns:a16="http://schemas.microsoft.com/office/drawing/2014/main" id="{F00FFA1B-27E1-4AFF-AE09-4F058A22918F}"/>
              </a:ext>
            </a:extLst>
          </p:cNvPr>
          <p:cNvSpPr>
            <a:spLocks xmlns:a="http://schemas.openxmlformats.org/drawingml/2006/main" noGrp="1"/>
          </p:cNvSpPr>
          <p:nvPr/>
        </p:nvSpPr>
        <p:spPr>
          <a:xfrm xmlns:a="http://schemas.openxmlformats.org/drawingml/2006/main">
            <a:off x="11477625" y="3276600"/>
            <a:ext cx="5953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보고서 Task는 계속 / 대화와 별도 수명</a:t>
            </a:r>
          </a:p>
        </p:txBody>
      </p:sp>
      <p:sp>
        <p:nvSpPr>
          <p:cNvPr id="255" name="dp42-comparison / n179">
            <a:extLst xmlns:a="http://schemas.openxmlformats.org/drawingml/2006/main">
              <a:ext uri="{FF2B5EF4-FFF2-40B4-BE49-F238E27FC236}">
                <a16:creationId xmlns:a16="http://schemas.microsoft.com/office/drawing/2014/main" id="{800F7B51-95E7-4D85-AC15-5E8189D63330}"/>
              </a:ext>
            </a:extLst>
          </p:cNvPr>
          <p:cNvSpPr>
            <a:spLocks xmlns:a="http://schemas.openxmlformats.org/drawingml/2006/main" noGrp="1"/>
          </p:cNvSpPr>
          <p:nvPr/>
        </p:nvSpPr>
        <p:spPr>
          <a:xfrm xmlns:a="http://schemas.openxmlformats.org/drawingml/2006/main">
            <a:off x="9934575" y="3448050"/>
            <a:ext cx="73914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56" name="dp42-comparison / n180 / text 1">
            <a:extLst xmlns:a="http://schemas.openxmlformats.org/drawingml/2006/main">
              <a:ext uri="{FF2B5EF4-FFF2-40B4-BE49-F238E27FC236}">
                <a16:creationId xmlns:a16="http://schemas.microsoft.com/office/drawing/2014/main" id="{CEB385FB-7906-4783-9276-EF2729847BDB}"/>
              </a:ext>
            </a:extLst>
          </p:cNvPr>
          <p:cNvSpPr>
            <a:spLocks xmlns:a="http://schemas.openxmlformats.org/drawingml/2006/main" noGrp="1"/>
          </p:cNvSpPr>
          <p:nvPr/>
        </p:nvSpPr>
        <p:spPr>
          <a:xfrm xmlns:a="http://schemas.openxmlformats.org/drawingml/2006/main">
            <a:off x="9953625" y="3457575"/>
            <a:ext cx="13811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Execution1</a:t>
            </a:r>
          </a:p>
        </p:txBody>
      </p:sp>
      <p:sp>
        <p:nvSpPr>
          <p:cNvPr id="257" name="dp42-comparison / n182">
            <a:extLst xmlns:a="http://schemas.openxmlformats.org/drawingml/2006/main">
              <a:ext uri="{FF2B5EF4-FFF2-40B4-BE49-F238E27FC236}">
                <a16:creationId xmlns:a16="http://schemas.microsoft.com/office/drawing/2014/main" id="{86FC01FD-8D8D-4BA4-94CF-09090962C331}"/>
              </a:ext>
            </a:extLst>
          </p:cNvPr>
          <p:cNvSpPr>
            <a:spLocks xmlns:a="http://schemas.openxmlformats.org/drawingml/2006/main" noGrp="1"/>
          </p:cNvSpPr>
          <p:nvPr/>
        </p:nvSpPr>
        <p:spPr>
          <a:xfrm xmlns:a="http://schemas.openxmlformats.org/drawingml/2006/main">
            <a:off x="11458575" y="3438525"/>
            <a:ext cx="2339340"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58" name="dp42-comparison / n183 / text 1">
            <a:extLst xmlns:a="http://schemas.openxmlformats.org/drawingml/2006/main">
              <a:ext uri="{FF2B5EF4-FFF2-40B4-BE49-F238E27FC236}">
                <a16:creationId xmlns:a16="http://schemas.microsoft.com/office/drawing/2014/main" id="{E7AE3C44-16FD-4F2F-82C6-E352E1C18B85}"/>
              </a:ext>
            </a:extLst>
          </p:cNvPr>
          <p:cNvSpPr>
            <a:spLocks xmlns:a="http://schemas.openxmlformats.org/drawingml/2006/main" noGrp="1"/>
          </p:cNvSpPr>
          <p:nvPr/>
        </p:nvSpPr>
        <p:spPr>
          <a:xfrm xmlns:a="http://schemas.openxmlformats.org/drawingml/2006/main">
            <a:off x="11477625" y="3448050"/>
            <a:ext cx="5953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Downstream Agent의 실제 실행은 별도 수명</a:t>
            </a:r>
          </a:p>
        </p:txBody>
      </p:sp>
      <p:sp>
        <p:nvSpPr>
          <p:cNvPr id="259" name="dp42-comparison / n204">
            <a:extLst xmlns:a="http://schemas.openxmlformats.org/drawingml/2006/main">
              <a:ext uri="{FF2B5EF4-FFF2-40B4-BE49-F238E27FC236}">
                <a16:creationId xmlns:a16="http://schemas.microsoft.com/office/drawing/2014/main" id="{EFA55EC9-1CF8-45C2-97FE-75EDF0595613}"/>
              </a:ext>
            </a:extLst>
          </p:cNvPr>
          <p:cNvSpPr>
            <a:spLocks xmlns:a="http://schemas.openxmlformats.org/drawingml/2006/main" noGrp="1"/>
          </p:cNvSpPr>
          <p:nvPr/>
        </p:nvSpPr>
        <p:spPr>
          <a:xfrm xmlns:a="http://schemas.openxmlformats.org/drawingml/2006/main">
            <a:off x="14373225" y="5029200"/>
            <a:ext cx="2190560"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0" name="dp42-comparison / n205 / text 1">
            <a:extLst xmlns:a="http://schemas.openxmlformats.org/drawingml/2006/main">
              <a:ext uri="{FF2B5EF4-FFF2-40B4-BE49-F238E27FC236}">
                <a16:creationId xmlns:a16="http://schemas.microsoft.com/office/drawing/2014/main" id="{73E0CA4A-D0D7-4628-97F9-A716B0BF928C}"/>
              </a:ext>
            </a:extLst>
          </p:cNvPr>
          <p:cNvSpPr>
            <a:spLocks xmlns:a="http://schemas.openxmlformats.org/drawingml/2006/main" noGrp="1"/>
          </p:cNvSpPr>
          <p:nvPr/>
        </p:nvSpPr>
        <p:spPr>
          <a:xfrm xmlns:a="http://schemas.openxmlformats.org/drawingml/2006/main">
            <a:off x="14392275" y="5038725"/>
            <a:ext cx="29527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Task1: 보고서 / Command1: 상반기 답변</a:t>
            </a:r>
          </a:p>
        </p:txBody>
      </p:sp>
      <p:sp>
        <p:nvSpPr>
          <p:cNvPr id="261" name="dp42-comparison / n212">
            <a:extLst xmlns:a="http://schemas.openxmlformats.org/drawingml/2006/main">
              <a:ext uri="{FF2B5EF4-FFF2-40B4-BE49-F238E27FC236}">
                <a16:creationId xmlns:a16="http://schemas.microsoft.com/office/drawing/2014/main" id="{9A8656D1-1389-4D82-8C8A-9E77D2CBFB0F}"/>
              </a:ext>
            </a:extLst>
          </p:cNvPr>
          <p:cNvSpPr>
            <a:spLocks xmlns:a="http://schemas.openxmlformats.org/drawingml/2006/main" noGrp="1"/>
          </p:cNvSpPr>
          <p:nvPr/>
        </p:nvSpPr>
        <p:spPr>
          <a:xfrm xmlns:a="http://schemas.openxmlformats.org/drawingml/2006/main">
            <a:off x="13106400" y="4000500"/>
            <a:ext cx="628650"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2" name="dp42-comparison / n213 / text 1">
            <a:extLst xmlns:a="http://schemas.openxmlformats.org/drawingml/2006/main">
              <a:ext uri="{FF2B5EF4-FFF2-40B4-BE49-F238E27FC236}">
                <a16:creationId xmlns:a16="http://schemas.microsoft.com/office/drawing/2014/main" id="{744583A2-EFF7-4E0C-AFFF-FD3B051BE337}"/>
              </a:ext>
            </a:extLst>
          </p:cNvPr>
          <p:cNvSpPr>
            <a:spLocks xmlns:a="http://schemas.openxmlformats.org/drawingml/2006/main" noGrp="1"/>
          </p:cNvSpPr>
          <p:nvPr/>
        </p:nvSpPr>
        <p:spPr>
          <a:xfrm xmlns:a="http://schemas.openxmlformats.org/drawingml/2006/main">
            <a:off x="13125450" y="4010025"/>
            <a:ext cx="1047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Command1 →</a:t>
            </a:r>
          </a:p>
        </p:txBody>
      </p:sp>
      <p:sp>
        <p:nvSpPr>
          <p:cNvPr id="263" name="dp42-comparison / n215">
            <a:extLst xmlns:a="http://schemas.openxmlformats.org/drawingml/2006/main">
              <a:ext uri="{FF2B5EF4-FFF2-40B4-BE49-F238E27FC236}">
                <a16:creationId xmlns:a16="http://schemas.microsoft.com/office/drawing/2014/main" id="{7FF70E6A-DE67-43C9-83C6-93A51F4CFDA3}"/>
              </a:ext>
            </a:extLst>
          </p:cNvPr>
          <p:cNvSpPr>
            <a:spLocks xmlns:a="http://schemas.openxmlformats.org/drawingml/2006/main" noGrp="1"/>
          </p:cNvSpPr>
          <p:nvPr/>
        </p:nvSpPr>
        <p:spPr>
          <a:xfrm xmlns:a="http://schemas.openxmlformats.org/drawingml/2006/main">
            <a:off x="13115925" y="4581525"/>
            <a:ext cx="622935"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4" name="dp42-comparison / n216 / text 1">
            <a:extLst xmlns:a="http://schemas.openxmlformats.org/drawingml/2006/main">
              <a:ext uri="{FF2B5EF4-FFF2-40B4-BE49-F238E27FC236}">
                <a16:creationId xmlns:a16="http://schemas.microsoft.com/office/drawing/2014/main" id="{4E3AE806-6313-441A-B3C3-52B0573A29F2}"/>
              </a:ext>
            </a:extLst>
          </p:cNvPr>
          <p:cNvSpPr>
            <a:spLocks xmlns:a="http://schemas.openxmlformats.org/drawingml/2006/main" noGrp="1"/>
          </p:cNvSpPr>
          <p:nvPr/>
        </p:nvSpPr>
        <p:spPr>
          <a:xfrm xmlns:a="http://schemas.openxmlformats.org/drawingml/2006/main">
            <a:off x="13134975" y="4591050"/>
            <a:ext cx="9715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 접수 결과</a:t>
            </a:r>
          </a:p>
        </p:txBody>
      </p:sp>
      <p:sp>
        <p:nvSpPr>
          <p:cNvPr id="265" name="dp42-comparison / n219">
            <a:extLst xmlns:a="http://schemas.openxmlformats.org/drawingml/2006/main">
              <a:ext uri="{FF2B5EF4-FFF2-40B4-BE49-F238E27FC236}">
                <a16:creationId xmlns:a16="http://schemas.microsoft.com/office/drawing/2014/main" id="{6C681DF3-0E47-4CF2-B3AB-C85B51E7E141}"/>
              </a:ext>
            </a:extLst>
          </p:cNvPr>
          <p:cNvSpPr>
            <a:spLocks xmlns:a="http://schemas.openxmlformats.org/drawingml/2006/main" noGrp="1"/>
          </p:cNvSpPr>
          <p:nvPr/>
        </p:nvSpPr>
        <p:spPr>
          <a:xfrm xmlns:a="http://schemas.openxmlformats.org/drawingml/2006/main">
            <a:off x="10039350" y="5962650"/>
            <a:ext cx="1863090"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6" name="dp42-comparison / n220 / text 1">
            <a:extLst xmlns:a="http://schemas.openxmlformats.org/drawingml/2006/main">
              <a:ext uri="{FF2B5EF4-FFF2-40B4-BE49-F238E27FC236}">
                <a16:creationId xmlns:a16="http://schemas.microsoft.com/office/drawing/2014/main" id="{DFA025CE-2D61-4092-960F-610278C99F9D}"/>
              </a:ext>
            </a:extLst>
          </p:cNvPr>
          <p:cNvSpPr>
            <a:spLocks xmlns:a="http://schemas.openxmlformats.org/drawingml/2006/main" noGrp="1"/>
          </p:cNvSpPr>
          <p:nvPr/>
        </p:nvSpPr>
        <p:spPr>
          <a:xfrm xmlns:a="http://schemas.openxmlformats.org/drawingml/2006/main">
            <a:off x="10058400" y="5972175"/>
            <a:ext cx="28479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대화 원본 / 독립 local transaction</a:t>
            </a:r>
          </a:p>
        </p:txBody>
      </p:sp>
      <p:sp>
        <p:nvSpPr>
          <p:cNvPr id="267" name="dp42-comparison / n221">
            <a:extLst xmlns:a="http://schemas.openxmlformats.org/drawingml/2006/main">
              <a:ext uri="{FF2B5EF4-FFF2-40B4-BE49-F238E27FC236}">
                <a16:creationId xmlns:a16="http://schemas.microsoft.com/office/drawing/2014/main" id="{02E5C838-89D2-4760-9ACB-CA8C8405509D}"/>
              </a:ext>
            </a:extLst>
          </p:cNvPr>
          <p:cNvSpPr>
            <a:spLocks xmlns:a="http://schemas.openxmlformats.org/drawingml/2006/main" noGrp="1"/>
          </p:cNvSpPr>
          <p:nvPr/>
        </p:nvSpPr>
        <p:spPr>
          <a:xfrm xmlns:a="http://schemas.openxmlformats.org/drawingml/2006/main">
            <a:off x="14277975" y="5962650"/>
            <a:ext cx="1893570"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8" name="dp42-comparison / n222 / text 1">
            <a:extLst xmlns:a="http://schemas.openxmlformats.org/drawingml/2006/main">
              <a:ext uri="{FF2B5EF4-FFF2-40B4-BE49-F238E27FC236}">
                <a16:creationId xmlns:a16="http://schemas.microsoft.com/office/drawing/2014/main" id="{243552D2-5DC2-44C7-91DC-AEC527B26B44}"/>
              </a:ext>
            </a:extLst>
          </p:cNvPr>
          <p:cNvSpPr>
            <a:spLocks xmlns:a="http://schemas.openxmlformats.org/drawingml/2006/main" noGrp="1"/>
          </p:cNvSpPr>
          <p:nvPr/>
        </p:nvSpPr>
        <p:spPr>
          <a:xfrm xmlns:a="http://schemas.openxmlformats.org/drawingml/2006/main">
            <a:off x="14297025" y="5972175"/>
            <a:ext cx="31146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Task 원본 / 독립 local transaction</a:t>
            </a:r>
          </a:p>
        </p:txBody>
      </p:sp>
      <p:sp>
        <p:nvSpPr>
          <p:cNvPr id="269" name="dp42-comparison / n224">
            <a:extLst xmlns:a="http://schemas.openxmlformats.org/drawingml/2006/main">
              <a:ext uri="{FF2B5EF4-FFF2-40B4-BE49-F238E27FC236}">
                <a16:creationId xmlns:a16="http://schemas.microsoft.com/office/drawing/2014/main" id="{72A131C8-EEAD-4D82-B6D5-AC86D5C5B20B}"/>
              </a:ext>
            </a:extLst>
          </p:cNvPr>
          <p:cNvSpPr>
            <a:spLocks xmlns:a="http://schemas.openxmlformats.org/drawingml/2006/main" noGrp="1"/>
          </p:cNvSpPr>
          <p:nvPr/>
        </p:nvSpPr>
        <p:spPr>
          <a:xfrm xmlns:a="http://schemas.openxmlformats.org/drawingml/2006/main">
            <a:off x="9953625" y="6191250"/>
            <a:ext cx="2286000" cy="714375"/>
          </a:xfrm>
          <a:custGeom xmlns:a="http://schemas.openxmlformats.org/drawingml/2006/main">
            <a:pathLst>
              <a:path w="2286000" h="714375">
                <a:moveTo>
                  <a:pt x="0" y="0"/>
                </a:moveTo>
                <a:lnTo>
                  <a:pt x="2114550" y="0"/>
                </a:lnTo>
                <a:lnTo>
                  <a:pt x="2286000" y="171450"/>
                </a:lnTo>
                <a:lnTo>
                  <a:pt x="2286000" y="714375"/>
                </a:lnTo>
                <a:lnTo>
                  <a:pt x="0" y="714375"/>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270" name="dp42-comparison / n224 / fold">
            <a:extLst xmlns:a="http://schemas.openxmlformats.org/drawingml/2006/main">
              <a:ext uri="{FF2B5EF4-FFF2-40B4-BE49-F238E27FC236}">
                <a16:creationId xmlns:a16="http://schemas.microsoft.com/office/drawing/2014/main" id="{E2C3C1D3-78B0-4CF9-A57D-362A1BDEB5FA}"/>
              </a:ext>
            </a:extLst>
          </p:cNvPr>
          <p:cNvSpPr>
            <a:spLocks xmlns:a="http://schemas.openxmlformats.org/drawingml/2006/main" noGrp="1"/>
          </p:cNvSpPr>
          <p:nvPr/>
        </p:nvSpPr>
        <p:spPr>
          <a:xfrm xmlns:a="http://schemas.openxmlformats.org/drawingml/2006/main">
            <a:off x="12068175" y="619125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271" name="dp42-comparison / n225 / text 1">
            <a:extLst xmlns:a="http://schemas.openxmlformats.org/drawingml/2006/main">
              <a:ext uri="{FF2B5EF4-FFF2-40B4-BE49-F238E27FC236}">
                <a16:creationId xmlns:a16="http://schemas.microsoft.com/office/drawing/2014/main" id="{09DB3C43-799C-4F4F-BBC3-E1A8DE8C41F7}"/>
              </a:ext>
            </a:extLst>
          </p:cNvPr>
          <p:cNvSpPr>
            <a:spLocks xmlns:a="http://schemas.openxmlformats.org/drawingml/2006/main" noGrp="1"/>
          </p:cNvSpPr>
          <p:nvPr/>
        </p:nvSpPr>
        <p:spPr>
          <a:xfrm xmlns:a="http://schemas.openxmlformats.org/drawingml/2006/main">
            <a:off x="10048875" y="6248400"/>
            <a:ext cx="201930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① 대화 저장 / 접수 대기</a:t>
            </a:r>
          </a:p>
        </p:txBody>
      </p:sp>
      <p:sp>
        <p:nvSpPr>
          <p:cNvPr id="272" name="dp42-comparison / n225 / text 2">
            <a:extLst xmlns:a="http://schemas.openxmlformats.org/drawingml/2006/main">
              <a:ext uri="{FF2B5EF4-FFF2-40B4-BE49-F238E27FC236}">
                <a16:creationId xmlns:a16="http://schemas.microsoft.com/office/drawing/2014/main" id="{72911999-C4A2-4B6A-9A1A-809D53F8AA83}"/>
              </a:ext>
            </a:extLst>
          </p:cNvPr>
          <p:cNvSpPr>
            <a:spLocks xmlns:a="http://schemas.openxmlformats.org/drawingml/2006/main" noGrp="1"/>
          </p:cNvSpPr>
          <p:nvPr/>
        </p:nvSpPr>
        <p:spPr>
          <a:xfrm xmlns:a="http://schemas.openxmlformats.org/drawingml/2006/main">
            <a:off x="10048875" y="6368415"/>
            <a:ext cx="201930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command_id:Command1 / request_id:Request1</a:t>
            </a:r>
          </a:p>
        </p:txBody>
      </p:sp>
      <p:sp>
        <p:nvSpPr>
          <p:cNvPr id="273" name="dp42-comparison / n225 / text 3">
            <a:extLst xmlns:a="http://schemas.openxmlformats.org/drawingml/2006/main">
              <a:ext uri="{FF2B5EF4-FFF2-40B4-BE49-F238E27FC236}">
                <a16:creationId xmlns:a16="http://schemas.microsoft.com/office/drawing/2014/main" id="{B94F280F-4FE5-45F0-A398-2F18DE80A251}"/>
              </a:ext>
            </a:extLst>
          </p:cNvPr>
          <p:cNvSpPr>
            <a:spLocks xmlns:a="http://schemas.openxmlformats.org/drawingml/2006/main" noGrp="1"/>
          </p:cNvSpPr>
          <p:nvPr/>
        </p:nvSpPr>
        <p:spPr>
          <a:xfrm xmlns:a="http://schemas.openxmlformats.org/drawingml/2006/main">
            <a:off x="10048875" y="6488430"/>
            <a:ext cx="201930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task_id:Task1 / question_id:Question1</a:t>
            </a:r>
          </a:p>
        </p:txBody>
      </p:sp>
      <p:sp>
        <p:nvSpPr>
          <p:cNvPr id="274" name="dp42-comparison / n225 / text 4">
            <a:extLst xmlns:a="http://schemas.openxmlformats.org/drawingml/2006/main">
              <a:ext uri="{FF2B5EF4-FFF2-40B4-BE49-F238E27FC236}">
                <a16:creationId xmlns:a16="http://schemas.microsoft.com/office/drawing/2014/main" id="{1D554925-3FAF-41E7-B26D-6A310EFCCA5E}"/>
              </a:ext>
            </a:extLst>
          </p:cNvPr>
          <p:cNvSpPr>
            <a:spLocks xmlns:a="http://schemas.openxmlformats.org/drawingml/2006/main" noGrp="1"/>
          </p:cNvSpPr>
          <p:nvPr/>
        </p:nvSpPr>
        <p:spPr>
          <a:xfrm xmlns:a="http://schemas.openxmlformats.org/drawingml/2006/main">
            <a:off x="10048875" y="6608445"/>
            <a:ext cx="201930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payload.answer:상반기</a:t>
            </a:r>
          </a:p>
        </p:txBody>
      </p:sp>
      <p:sp>
        <p:nvSpPr>
          <p:cNvPr id="275" name="dp42-comparison / n225 / text 5">
            <a:extLst xmlns:a="http://schemas.openxmlformats.org/drawingml/2006/main">
              <a:ext uri="{FF2B5EF4-FFF2-40B4-BE49-F238E27FC236}">
                <a16:creationId xmlns:a16="http://schemas.microsoft.com/office/drawing/2014/main" id="{128EE658-A5CC-4711-9F68-4390F308D87D}"/>
              </a:ext>
            </a:extLst>
          </p:cNvPr>
          <p:cNvSpPr>
            <a:spLocks xmlns:a="http://schemas.openxmlformats.org/drawingml/2006/main" noGrp="1"/>
          </p:cNvSpPr>
          <p:nvPr/>
        </p:nvSpPr>
        <p:spPr>
          <a:xfrm xmlns:a="http://schemas.openxmlformats.org/drawingml/2006/main">
            <a:off x="10048875" y="6728460"/>
            <a:ext cx="201930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expected_question_revision:7</a:t>
            </a:r>
          </a:p>
        </p:txBody>
      </p:sp>
      <p:sp>
        <p:nvSpPr>
          <p:cNvPr id="276" name="dp42-comparison / n226">
            <a:extLst xmlns:a="http://schemas.openxmlformats.org/drawingml/2006/main">
              <a:ext uri="{FF2B5EF4-FFF2-40B4-BE49-F238E27FC236}">
                <a16:creationId xmlns:a16="http://schemas.microsoft.com/office/drawing/2014/main" id="{C036201E-B499-493F-95C3-DA83D4C8C9F2}"/>
              </a:ext>
            </a:extLst>
          </p:cNvPr>
          <p:cNvSpPr>
            <a:spLocks xmlns:a="http://schemas.openxmlformats.org/drawingml/2006/main" noGrp="1"/>
          </p:cNvSpPr>
          <p:nvPr/>
        </p:nvSpPr>
        <p:spPr>
          <a:xfrm xmlns:a="http://schemas.openxmlformats.org/drawingml/2006/main">
            <a:off x="12668250" y="6191250"/>
            <a:ext cx="2286000" cy="714375"/>
          </a:xfrm>
          <a:custGeom xmlns:a="http://schemas.openxmlformats.org/drawingml/2006/main">
            <a:pathLst>
              <a:path w="2286000" h="714375">
                <a:moveTo>
                  <a:pt x="0" y="0"/>
                </a:moveTo>
                <a:lnTo>
                  <a:pt x="2114550" y="0"/>
                </a:lnTo>
                <a:lnTo>
                  <a:pt x="2286000" y="171450"/>
                </a:lnTo>
                <a:lnTo>
                  <a:pt x="2286000" y="714375"/>
                </a:lnTo>
                <a:lnTo>
                  <a:pt x="0" y="714375"/>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277" name="dp42-comparison / n226 / fold">
            <a:extLst xmlns:a="http://schemas.openxmlformats.org/drawingml/2006/main">
              <a:ext uri="{FF2B5EF4-FFF2-40B4-BE49-F238E27FC236}">
                <a16:creationId xmlns:a16="http://schemas.microsoft.com/office/drawing/2014/main" id="{7F1081C1-7DF0-49CD-9DE3-EB57861A822B}"/>
              </a:ext>
            </a:extLst>
          </p:cNvPr>
          <p:cNvSpPr>
            <a:spLocks xmlns:a="http://schemas.openxmlformats.org/drawingml/2006/main" noGrp="1"/>
          </p:cNvSpPr>
          <p:nvPr/>
        </p:nvSpPr>
        <p:spPr>
          <a:xfrm xmlns:a="http://schemas.openxmlformats.org/drawingml/2006/main">
            <a:off x="14782800" y="619125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278" name="dp42-comparison / n227 / text 1">
            <a:extLst xmlns:a="http://schemas.openxmlformats.org/drawingml/2006/main">
              <a:ext uri="{FF2B5EF4-FFF2-40B4-BE49-F238E27FC236}">
                <a16:creationId xmlns:a16="http://schemas.microsoft.com/office/drawing/2014/main" id="{5CD68AFA-65E0-4EB6-BB34-35B4713D22DD}"/>
              </a:ext>
            </a:extLst>
          </p:cNvPr>
          <p:cNvSpPr>
            <a:spLocks xmlns:a="http://schemas.openxmlformats.org/drawingml/2006/main" noGrp="1"/>
          </p:cNvSpPr>
          <p:nvPr/>
        </p:nvSpPr>
        <p:spPr>
          <a:xfrm xmlns:a="http://schemas.openxmlformats.org/drawingml/2006/main">
            <a:off x="12763500" y="6248400"/>
            <a:ext cx="201930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② Task 상태 확정 / 내부 접수</a:t>
            </a:r>
          </a:p>
        </p:txBody>
      </p:sp>
      <p:sp>
        <p:nvSpPr>
          <p:cNvPr id="279" name="dp42-comparison / n227 / text 2">
            <a:extLst xmlns:a="http://schemas.openxmlformats.org/drawingml/2006/main">
              <a:ext uri="{FF2B5EF4-FFF2-40B4-BE49-F238E27FC236}">
                <a16:creationId xmlns:a16="http://schemas.microsoft.com/office/drawing/2014/main" id="{9D1A9141-BF84-4C7E-8C65-B28E80801877}"/>
              </a:ext>
            </a:extLst>
          </p:cNvPr>
          <p:cNvSpPr>
            <a:spLocks xmlns:a="http://schemas.openxmlformats.org/drawingml/2006/main" noGrp="1"/>
          </p:cNvSpPr>
          <p:nvPr/>
        </p:nvSpPr>
        <p:spPr>
          <a:xfrm xmlns:a="http://schemas.openxmlformats.org/drawingml/2006/main">
            <a:off x="12763500" y="6374130"/>
            <a:ext cx="201930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Question1: ANSWERED</a:t>
            </a:r>
          </a:p>
        </p:txBody>
      </p:sp>
      <p:sp>
        <p:nvSpPr>
          <p:cNvPr id="280" name="dp42-comparison / n227 / text 3">
            <a:extLst xmlns:a="http://schemas.openxmlformats.org/drawingml/2006/main">
              <a:ext uri="{FF2B5EF4-FFF2-40B4-BE49-F238E27FC236}">
                <a16:creationId xmlns:a16="http://schemas.microsoft.com/office/drawing/2014/main" id="{CDAD74A7-4D6F-43C3-9377-65F9F8A10A58}"/>
              </a:ext>
            </a:extLst>
          </p:cNvPr>
          <p:cNvSpPr>
            <a:spLocks xmlns:a="http://schemas.openxmlformats.org/drawingml/2006/main" noGrp="1"/>
          </p:cNvSpPr>
          <p:nvPr/>
        </p:nvSpPr>
        <p:spPr>
          <a:xfrm xmlns:a="http://schemas.openxmlformats.org/drawingml/2006/main">
            <a:off x="12763500" y="6499860"/>
            <a:ext cx="201930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Command1: PENDING</a:t>
            </a:r>
          </a:p>
        </p:txBody>
      </p:sp>
      <p:sp>
        <p:nvSpPr>
          <p:cNvPr id="281" name="dp42-comparison / n227 / text 4">
            <a:extLst xmlns:a="http://schemas.openxmlformats.org/drawingml/2006/main">
              <a:ext uri="{FF2B5EF4-FFF2-40B4-BE49-F238E27FC236}">
                <a16:creationId xmlns:a16="http://schemas.microsoft.com/office/drawing/2014/main" id="{2CBBF1EE-675D-4AF4-B35D-30760440F713}"/>
              </a:ext>
            </a:extLst>
          </p:cNvPr>
          <p:cNvSpPr>
            <a:spLocks xmlns:a="http://schemas.openxmlformats.org/drawingml/2006/main" noGrp="1"/>
          </p:cNvSpPr>
          <p:nvPr/>
        </p:nvSpPr>
        <p:spPr>
          <a:xfrm xmlns:a="http://schemas.openxmlformats.org/drawingml/2006/main">
            <a:off x="12763500" y="6625590"/>
            <a:ext cx="201930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acceptance_status:ACCEPTED</a:t>
            </a:r>
          </a:p>
        </p:txBody>
      </p:sp>
      <p:sp>
        <p:nvSpPr>
          <p:cNvPr id="282" name="dp42-comparison / n227 / text 5">
            <a:extLst xmlns:a="http://schemas.openxmlformats.org/drawingml/2006/main">
              <a:ext uri="{FF2B5EF4-FFF2-40B4-BE49-F238E27FC236}">
                <a16:creationId xmlns:a16="http://schemas.microsoft.com/office/drawing/2014/main" id="{C34B19BB-FAEF-4A00-9246-D4E724A8DBDB}"/>
              </a:ext>
            </a:extLst>
          </p:cNvPr>
          <p:cNvSpPr>
            <a:spLocks xmlns:a="http://schemas.openxmlformats.org/drawingml/2006/main" noGrp="1"/>
          </p:cNvSpPr>
          <p:nvPr/>
        </p:nvSpPr>
        <p:spPr>
          <a:xfrm xmlns:a="http://schemas.openxmlformats.org/drawingml/2006/main">
            <a:off x="12763500" y="6751320"/>
            <a:ext cx="201930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확정 접수 결과도 함께 저장</a:t>
            </a:r>
          </a:p>
        </p:txBody>
      </p:sp>
      <p:sp>
        <p:nvSpPr>
          <p:cNvPr id="283" name="dp42-comparison / n228">
            <a:extLst xmlns:a="http://schemas.openxmlformats.org/drawingml/2006/main">
              <a:ext uri="{FF2B5EF4-FFF2-40B4-BE49-F238E27FC236}">
                <a16:creationId xmlns:a16="http://schemas.microsoft.com/office/drawing/2014/main" id="{575FE653-082E-4059-B618-DE2055720942}"/>
              </a:ext>
            </a:extLst>
          </p:cNvPr>
          <p:cNvSpPr>
            <a:spLocks xmlns:a="http://schemas.openxmlformats.org/drawingml/2006/main" noGrp="1"/>
          </p:cNvSpPr>
          <p:nvPr/>
        </p:nvSpPr>
        <p:spPr>
          <a:xfrm xmlns:a="http://schemas.openxmlformats.org/drawingml/2006/main">
            <a:off x="15287625" y="6191250"/>
            <a:ext cx="2190750" cy="714375"/>
          </a:xfrm>
          <a:custGeom xmlns:a="http://schemas.openxmlformats.org/drawingml/2006/main">
            <a:pathLst>
              <a:path w="2190750" h="714375">
                <a:moveTo>
                  <a:pt x="0" y="0"/>
                </a:moveTo>
                <a:lnTo>
                  <a:pt x="2019300" y="0"/>
                </a:lnTo>
                <a:lnTo>
                  <a:pt x="2190750" y="171450"/>
                </a:lnTo>
                <a:lnTo>
                  <a:pt x="2190750" y="714375"/>
                </a:lnTo>
                <a:lnTo>
                  <a:pt x="0" y="714375"/>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284" name="dp42-comparison / n228 / fold">
            <a:extLst xmlns:a="http://schemas.openxmlformats.org/drawingml/2006/main">
              <a:ext uri="{FF2B5EF4-FFF2-40B4-BE49-F238E27FC236}">
                <a16:creationId xmlns:a16="http://schemas.microsoft.com/office/drawing/2014/main" id="{6413BF0C-3013-45B3-8E53-EF8016734B31}"/>
              </a:ext>
            </a:extLst>
          </p:cNvPr>
          <p:cNvSpPr>
            <a:spLocks xmlns:a="http://schemas.openxmlformats.org/drawingml/2006/main" noGrp="1"/>
          </p:cNvSpPr>
          <p:nvPr/>
        </p:nvSpPr>
        <p:spPr>
          <a:xfrm xmlns:a="http://schemas.openxmlformats.org/drawingml/2006/main">
            <a:off x="17306925" y="619125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285" name="dp42-comparison / n229 / text 1">
            <a:extLst xmlns:a="http://schemas.openxmlformats.org/drawingml/2006/main">
              <a:ext uri="{FF2B5EF4-FFF2-40B4-BE49-F238E27FC236}">
                <a16:creationId xmlns:a16="http://schemas.microsoft.com/office/drawing/2014/main" id="{846B70C0-1BDC-4A34-9F99-4B9D6C82E261}"/>
              </a:ext>
            </a:extLst>
          </p:cNvPr>
          <p:cNvSpPr>
            <a:spLocks xmlns:a="http://schemas.openxmlformats.org/drawingml/2006/main" noGrp="1"/>
          </p:cNvSpPr>
          <p:nvPr/>
        </p:nvSpPr>
        <p:spPr>
          <a:xfrm xmlns:a="http://schemas.openxmlformats.org/drawingml/2006/main">
            <a:off x="15382875" y="6248400"/>
            <a:ext cx="1924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③ 대화에 접수 결과 반영</a:t>
            </a:r>
          </a:p>
        </p:txBody>
      </p:sp>
      <p:sp>
        <p:nvSpPr>
          <p:cNvPr id="286" name="dp42-comparison / n229 / text 2">
            <a:extLst xmlns:a="http://schemas.openxmlformats.org/drawingml/2006/main">
              <a:ext uri="{FF2B5EF4-FFF2-40B4-BE49-F238E27FC236}">
                <a16:creationId xmlns:a16="http://schemas.microsoft.com/office/drawing/2014/main" id="{155F6723-2AD4-4F96-8744-BA9E395597D1}"/>
              </a:ext>
            </a:extLst>
          </p:cNvPr>
          <p:cNvSpPr>
            <a:spLocks xmlns:a="http://schemas.openxmlformats.org/drawingml/2006/main" noGrp="1"/>
          </p:cNvSpPr>
          <p:nvPr/>
        </p:nvSpPr>
        <p:spPr>
          <a:xfrm xmlns:a="http://schemas.openxmlformats.org/drawingml/2006/main">
            <a:off x="15382875" y="6368415"/>
            <a:ext cx="1924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AcceptanceReceipt (필드 축약)</a:t>
            </a:r>
          </a:p>
        </p:txBody>
      </p:sp>
      <p:sp>
        <p:nvSpPr>
          <p:cNvPr id="287" name="dp42-comparison / n229 / text 3">
            <a:extLst xmlns:a="http://schemas.openxmlformats.org/drawingml/2006/main">
              <a:ext uri="{FF2B5EF4-FFF2-40B4-BE49-F238E27FC236}">
                <a16:creationId xmlns:a16="http://schemas.microsoft.com/office/drawing/2014/main" id="{8D6A173E-DA66-4224-AE26-34E41138E1B0}"/>
              </a:ext>
            </a:extLst>
          </p:cNvPr>
          <p:cNvSpPr>
            <a:spLocks xmlns:a="http://schemas.openxmlformats.org/drawingml/2006/main" noGrp="1"/>
          </p:cNvSpPr>
          <p:nvPr/>
        </p:nvSpPr>
        <p:spPr>
          <a:xfrm xmlns:a="http://schemas.openxmlformats.org/drawingml/2006/main">
            <a:off x="15382875" y="6488430"/>
            <a:ext cx="1924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command_id:Command1</a:t>
            </a:r>
          </a:p>
        </p:txBody>
      </p:sp>
      <p:sp>
        <p:nvSpPr>
          <p:cNvPr id="288" name="dp42-comparison / n229 / text 4">
            <a:extLst xmlns:a="http://schemas.openxmlformats.org/drawingml/2006/main">
              <a:ext uri="{FF2B5EF4-FFF2-40B4-BE49-F238E27FC236}">
                <a16:creationId xmlns:a16="http://schemas.microsoft.com/office/drawing/2014/main" id="{8A0A13F5-AAA8-4066-B068-826477F0EC3F}"/>
              </a:ext>
            </a:extLst>
          </p:cNvPr>
          <p:cNvSpPr>
            <a:spLocks xmlns:a="http://schemas.openxmlformats.org/drawingml/2006/main" noGrp="1"/>
          </p:cNvSpPr>
          <p:nvPr/>
        </p:nvSpPr>
        <p:spPr>
          <a:xfrm xmlns:a="http://schemas.openxmlformats.org/drawingml/2006/main">
            <a:off x="15382875" y="6608445"/>
            <a:ext cx="1924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acceptance_status:ACCEPTED</a:t>
            </a:r>
          </a:p>
        </p:txBody>
      </p:sp>
      <p:sp>
        <p:nvSpPr>
          <p:cNvPr id="289" name="dp42-comparison / n229 / text 5">
            <a:extLst xmlns:a="http://schemas.openxmlformats.org/drawingml/2006/main">
              <a:ext uri="{FF2B5EF4-FFF2-40B4-BE49-F238E27FC236}">
                <a16:creationId xmlns:a16="http://schemas.microsoft.com/office/drawing/2014/main" id="{79003101-E423-4E99-9DFE-9FA136AC040D}"/>
              </a:ext>
            </a:extLst>
          </p:cNvPr>
          <p:cNvSpPr>
            <a:spLocks xmlns:a="http://schemas.openxmlformats.org/drawingml/2006/main" noGrp="1"/>
          </p:cNvSpPr>
          <p:nvPr/>
        </p:nvSpPr>
        <p:spPr>
          <a:xfrm xmlns:a="http://schemas.openxmlformats.org/drawingml/2006/main">
            <a:off x="15382875" y="6728460"/>
            <a:ext cx="1924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같은 Command1의 내부 접수 확인</a:t>
            </a:r>
          </a:p>
        </p:txBody>
      </p:sp>
      <p:sp>
        <p:nvSpPr>
          <p:cNvPr id="290" name="dp42-comparison / n233">
            <a:extLst xmlns:a="http://schemas.openxmlformats.org/drawingml/2006/main">
              <a:ext uri="{FF2B5EF4-FFF2-40B4-BE49-F238E27FC236}">
                <a16:creationId xmlns:a16="http://schemas.microsoft.com/office/drawing/2014/main" id="{66BF7818-06A7-4DE6-8EE8-A94D3908ED14}"/>
              </a:ext>
            </a:extLst>
          </p:cNvPr>
          <p:cNvSpPr>
            <a:spLocks xmlns:a="http://schemas.openxmlformats.org/drawingml/2006/main" noGrp="1"/>
          </p:cNvSpPr>
          <p:nvPr/>
        </p:nvSpPr>
        <p:spPr>
          <a:xfrm xmlns:a="http://schemas.openxmlformats.org/drawingml/2006/main">
            <a:off x="9934575" y="6953250"/>
            <a:ext cx="2961894"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91" name="dp42-comparison / n234 / text 1">
            <a:extLst xmlns:a="http://schemas.openxmlformats.org/drawingml/2006/main">
              <a:ext uri="{FF2B5EF4-FFF2-40B4-BE49-F238E27FC236}">
                <a16:creationId xmlns:a16="http://schemas.microsoft.com/office/drawing/2014/main" id="{4BE8063C-836F-43ED-A99D-79A475F8A76E}"/>
              </a:ext>
            </a:extLst>
          </p:cNvPr>
          <p:cNvSpPr>
            <a:spLocks xmlns:a="http://schemas.openxmlformats.org/drawingml/2006/main" noGrp="1"/>
          </p:cNvSpPr>
          <p:nvPr/>
        </p:nvSpPr>
        <p:spPr>
          <a:xfrm xmlns:a="http://schemas.openxmlformats.org/drawingml/2006/main">
            <a:off x="9953625" y="6962775"/>
            <a:ext cx="75247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실행 순서도 / 같은 상반기 답변의 로컬 확정</a:t>
            </a:r>
          </a:p>
        </p:txBody>
      </p:sp>
      <p:sp>
        <p:nvSpPr>
          <p:cNvPr id="292" name="dp42-comparison / n243">
            <a:extLst xmlns:a="http://schemas.openxmlformats.org/drawingml/2006/main">
              <a:ext uri="{FF2B5EF4-FFF2-40B4-BE49-F238E27FC236}">
                <a16:creationId xmlns:a16="http://schemas.microsoft.com/office/drawing/2014/main" id="{5EF21C65-C496-427D-A199-BB857B9AEA1B}"/>
              </a:ext>
            </a:extLst>
          </p:cNvPr>
          <p:cNvSpPr>
            <a:spLocks xmlns:a="http://schemas.openxmlformats.org/drawingml/2006/main" noGrp="1"/>
          </p:cNvSpPr>
          <p:nvPr/>
        </p:nvSpPr>
        <p:spPr>
          <a:xfrm xmlns:a="http://schemas.openxmlformats.org/drawingml/2006/main">
            <a:off x="9934575" y="7448550"/>
            <a:ext cx="4154805" cy="1143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93" name="dp42-comparison / n244 / text 1">
            <a:extLst xmlns:a="http://schemas.openxmlformats.org/drawingml/2006/main">
              <a:ext uri="{FF2B5EF4-FFF2-40B4-BE49-F238E27FC236}">
                <a16:creationId xmlns:a16="http://schemas.microsoft.com/office/drawing/2014/main" id="{34C64162-57A4-4C3D-8D9A-55C39CF2BD33}"/>
              </a:ext>
            </a:extLst>
          </p:cNvPr>
          <p:cNvSpPr>
            <a:spLocks xmlns:a="http://schemas.openxmlformats.org/drawingml/2006/main" noGrp="1"/>
          </p:cNvSpPr>
          <p:nvPr/>
        </p:nvSpPr>
        <p:spPr>
          <a:xfrm xmlns:a="http://schemas.openxmlformats.org/drawingml/2006/main">
            <a:off x="9953625" y="7458075"/>
            <a:ext cx="7524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Task 접수 후 외부 전송 가능 / 대화 반영은 별도 / 접수 대기는 같은 Command1로 확인</a:t>
            </a:r>
          </a:p>
        </p:txBody>
      </p:sp>
    </p:spTree>
    <p:extLst>
      <p:ext uri="{BB962C8B-B14F-4D97-AF65-F5344CB8AC3E}">
        <p14:creationId xmlns:p14="http://schemas.microsoft.com/office/powerpoint/2010/main" val="87164307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7" name="dp43-background / n1">
            <a:extLst xmlns:a="http://schemas.openxmlformats.org/drawingml/2006/main">
              <a:ext uri="{FF2B5EF4-FFF2-40B4-BE49-F238E27FC236}">
                <a16:creationId xmlns:a16="http://schemas.microsoft.com/office/drawing/2014/main" id="{51732F8F-9DE4-4E3E-85B0-E9E954A7C795}"/>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dp43-background / n2 / text 1">
            <a:extLst xmlns:a="http://schemas.openxmlformats.org/drawingml/2006/main">
              <a:ext uri="{FF2B5EF4-FFF2-40B4-BE49-F238E27FC236}">
                <a16:creationId xmlns:a16="http://schemas.microsoft.com/office/drawing/2014/main" id="{43B7752C-BA32-40A0-8038-25CC91A8C2B3}"/>
              </a:ext>
            </a:extLst>
          </p:cNvPr>
          <p:cNvSpPr>
            <a:spLocks xmlns:a="http://schemas.openxmlformats.org/drawingml/2006/main" noGrp="1"/>
          </p:cNvSpPr>
          <p:nvPr/>
        </p:nvSpPr>
        <p:spPr>
          <a:xfrm xmlns:a="http://schemas.openxmlformats.org/drawingml/2006/main">
            <a:off x="609600" y="238125"/>
            <a:ext cx="119062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087E8B"/>
                </a:solidFill>
                <a:latin typeface="Apple SD Gothic Neo"/>
                <a:ea typeface="Apple SD Gothic Neo"/>
                <a:cs typeface="Apple SD Gothic Neo"/>
              </a:defRPr>
            </a:pPr>
            <a:r>
              <a:rPr sz="1500" b="1">
                <a:solidFill>
                  <a:srgbClr val="087E8B"/>
                </a:solidFill>
                <a:latin typeface="Apple SD Gothic Neo"/>
                <a:ea typeface="Apple SD Gothic Neo"/>
                <a:cs typeface="Apple SD Gothic Neo"/>
              </a:rPr>
              <a:t>VIA SOFTWARE ARCHITECTURE / DP 배경</a:t>
            </a:r>
          </a:p>
        </p:txBody>
      </p:sp>
      <p:sp>
        <p:nvSpPr>
          <p:cNvPr id="3" name="dp43-background / n3 / text 1">
            <a:extLst xmlns:a="http://schemas.openxmlformats.org/drawingml/2006/main">
              <a:ext uri="{FF2B5EF4-FFF2-40B4-BE49-F238E27FC236}">
                <a16:creationId xmlns:a16="http://schemas.microsoft.com/office/drawing/2014/main" id="{52E6EB53-4ACA-4C0C-AB8D-6366B80C9DD2}"/>
              </a:ext>
            </a:extLst>
          </p:cNvPr>
          <p:cNvSpPr>
            <a:spLocks xmlns:a="http://schemas.openxmlformats.org/drawingml/2006/main" noGrp="1"/>
          </p:cNvSpPr>
          <p:nvPr/>
        </p:nvSpPr>
        <p:spPr>
          <a:xfrm xmlns:a="http://schemas.openxmlformats.org/drawingml/2006/main">
            <a:off x="15011400" y="238125"/>
            <a:ext cx="26670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defRPr sz="1500" b="0">
                <a:solidFill>
                  <a:srgbClr val="5F6B77"/>
                </a:solidFill>
                <a:latin typeface="Apple SD Gothic Neo"/>
                <a:ea typeface="Apple SD Gothic Neo"/>
                <a:cs typeface="Apple SD Gothic Neo"/>
              </a:defRPr>
            </a:pPr>
            <a:r>
              <a:rPr sz="1500" b="0">
                <a:solidFill>
                  <a:srgbClr val="5F6B77"/>
                </a:solidFill>
                <a:latin typeface="Apple SD Gothic Neo"/>
                <a:ea typeface="Apple SD Gothic Neo"/>
                <a:cs typeface="Apple SD Gothic Neo"/>
              </a:rPr>
              <a:t>04-43</a:t>
            </a:r>
          </a:p>
        </p:txBody>
      </p:sp>
      <p:sp>
        <p:nvSpPr>
          <p:cNvPr id="4" name="dp43-background / n4 / text 1">
            <a:extLst xmlns:a="http://schemas.openxmlformats.org/drawingml/2006/main">
              <a:ext uri="{FF2B5EF4-FFF2-40B4-BE49-F238E27FC236}">
                <a16:creationId xmlns:a16="http://schemas.microsoft.com/office/drawing/2014/main" id="{59C55532-D64C-4183-8C0D-3ACC06F8247F}"/>
              </a:ext>
            </a:extLst>
          </p:cNvPr>
          <p:cNvSpPr>
            <a:spLocks xmlns:a="http://schemas.openxmlformats.org/drawingml/2006/main" noGrp="1"/>
          </p:cNvSpPr>
          <p:nvPr/>
        </p:nvSpPr>
        <p:spPr>
          <a:xfrm xmlns:a="http://schemas.openxmlformats.org/drawingml/2006/main">
            <a:off x="609600" y="619125"/>
            <a:ext cx="16954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3000" b="1">
                <a:solidFill>
                  <a:srgbClr val="18232E"/>
                </a:solidFill>
                <a:latin typeface="Apple SD Gothic Neo"/>
                <a:ea typeface="Apple SD Gothic Neo"/>
                <a:cs typeface="Apple SD Gothic Neo"/>
              </a:defRPr>
            </a:pPr>
            <a:r>
              <a:rPr sz="3000" b="1">
                <a:solidFill>
                  <a:srgbClr val="18232E"/>
                </a:solidFill>
                <a:latin typeface="Apple SD Gothic Neo"/>
                <a:ea typeface="Apple SD Gothic Neo"/>
                <a:cs typeface="Apple SD Gothic Neo"/>
              </a:rPr>
              <a:t>04-43. 기능 정확성을 위한 VIA Request 의미 판단 설계</a:t>
            </a:r>
          </a:p>
        </p:txBody>
      </p:sp>
      <p:sp>
        <p:nvSpPr>
          <p:cNvPr id="5" name="dp43-background / n5 / path">
            <a:extLst xmlns:a="http://schemas.openxmlformats.org/drawingml/2006/main">
              <a:ext uri="{FF2B5EF4-FFF2-40B4-BE49-F238E27FC236}">
                <a16:creationId xmlns:a16="http://schemas.microsoft.com/office/drawing/2014/main" id="{55E14FC1-6ABE-40E4-A16F-624BDD95296A}"/>
              </a:ext>
            </a:extLst>
          </p:cNvPr>
          <p:cNvSpPr>
            <a:spLocks xmlns:a="http://schemas.openxmlformats.org/drawingml/2006/main" noGrp="1"/>
          </p:cNvSpPr>
          <p:nvPr/>
        </p:nvSpPr>
        <p:spPr>
          <a:xfrm xmlns:a="http://schemas.openxmlformats.org/drawingml/2006/main">
            <a:off x="609600" y="1209675"/>
            <a:ext cx="17068800" cy="953"/>
          </a:xfrm>
          <a:custGeom xmlns:a="http://schemas.openxmlformats.org/drawingml/2006/main">
            <a:pathLst>
              <a:path w="17068800" h="953">
                <a:moveTo>
                  <a:pt x="0" y="0"/>
                </a:moveTo>
                <a:lnTo>
                  <a:pt x="17068800" y="0"/>
                </a:lnTo>
              </a:path>
            </a:pathLst>
          </a:custGeom>
          <a:noFill xmlns:a="http://schemas.openxmlformats.org/drawingml/2006/main"/>
          <a:ln xmlns:a="http://schemas.openxmlformats.org/drawingml/2006/main" w="19050">
            <a:solidFill>
              <a:srgbClr val="CDD6DE"/>
            </a:solidFill>
            <a:prstDash val="solid"/>
          </a:ln>
        </p:spPr>
      </p:sp>
      <p:sp>
        <p:nvSpPr>
          <p:cNvPr id="6" name="dp43-background / n6">
            <a:extLst xmlns:a="http://schemas.openxmlformats.org/drawingml/2006/main">
              <a:ext uri="{FF2B5EF4-FFF2-40B4-BE49-F238E27FC236}">
                <a16:creationId xmlns:a16="http://schemas.microsoft.com/office/drawing/2014/main" id="{1416CE0B-5ED0-43D0-9899-AAAFF8E2746D}"/>
              </a:ext>
            </a:extLst>
          </p:cNvPr>
          <p:cNvSpPr>
            <a:spLocks xmlns:a="http://schemas.openxmlformats.org/drawingml/2006/main" noGrp="1"/>
          </p:cNvSpPr>
          <p:nvPr/>
        </p:nvSpPr>
        <p:spPr>
          <a:xfrm xmlns:a="http://schemas.openxmlformats.org/drawingml/2006/main">
            <a:off x="609600" y="1438275"/>
            <a:ext cx="17068800" cy="609600"/>
          </a:xfrm>
          <a:prstGeom xmlns:a="http://schemas.openxmlformats.org/drawingml/2006/main" prst="rect">
            <a:avLst/>
          </a:prstGeom>
          <a:solidFill xmlns:a="http://schemas.openxmlformats.org/drawingml/2006/main">
            <a:srgbClr val="FFF4A8"/>
          </a:solidFill>
          <a:ln xmlns:a="http://schemas.openxmlformats.org/drawingml/2006/main" w="0">
            <a:noFill/>
            <a:prstDash val="solid"/>
          </a:ln>
        </p:spPr>
      </p:sp>
      <p:sp>
        <p:nvSpPr>
          <p:cNvPr id="7" name="dp43-background / n7 / text 1">
            <a:extLst xmlns:a="http://schemas.openxmlformats.org/drawingml/2006/main">
              <a:ext uri="{FF2B5EF4-FFF2-40B4-BE49-F238E27FC236}">
                <a16:creationId xmlns:a16="http://schemas.microsoft.com/office/drawing/2014/main" id="{8288F0E6-DD71-4F01-B4C0-A178EF421CBA}"/>
              </a:ext>
            </a:extLst>
          </p:cNvPr>
          <p:cNvSpPr>
            <a:spLocks xmlns:a="http://schemas.openxmlformats.org/drawingml/2006/main" noGrp="1"/>
          </p:cNvSpPr>
          <p:nvPr/>
        </p:nvSpPr>
        <p:spPr>
          <a:xfrm xmlns:a="http://schemas.openxmlformats.org/drawingml/2006/main">
            <a:off x="781050" y="1571625"/>
            <a:ext cx="16725900" cy="49720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700" b="1">
                <a:solidFill>
                  <a:srgbClr val="18232E"/>
                </a:solidFill>
                <a:latin typeface="Apple SD Gothic Neo"/>
                <a:ea typeface="Apple SD Gothic Neo"/>
                <a:cs typeface="Apple SD Gothic Neo"/>
              </a:defRPr>
            </a:pPr>
            <a:r>
              <a:rPr sz="2700" b="1">
                <a:solidFill>
                  <a:srgbClr val="18232E"/>
                </a:solidFill>
                <a:latin typeface="Apple SD Gothic Neo"/>
                <a:ea typeface="Apple SD Gothic Neo"/>
                <a:cs typeface="Apple SD Gothic Neo"/>
              </a:rPr>
              <a:t>메일 정정에 따른 관련 참조 오류와 기존 조건 누락 위험</a:t>
            </a:r>
          </a:p>
        </p:txBody>
      </p:sp>
      <p:sp>
        <p:nvSpPr>
          <p:cNvPr id="8" name="dp43-background / n8 / path">
            <a:extLst xmlns:a="http://schemas.openxmlformats.org/drawingml/2006/main">
              <a:ext uri="{FF2B5EF4-FFF2-40B4-BE49-F238E27FC236}">
                <a16:creationId xmlns:a16="http://schemas.microsoft.com/office/drawing/2014/main" id="{FD4BF337-781E-4C48-8226-7DF2D28B44F3}"/>
              </a:ext>
            </a:extLst>
          </p:cNvPr>
          <p:cNvSpPr>
            <a:spLocks xmlns:a="http://schemas.openxmlformats.org/drawingml/2006/main" noGrp="1"/>
          </p:cNvSpPr>
          <p:nvPr/>
        </p:nvSpPr>
        <p:spPr>
          <a:xfrm xmlns:a="http://schemas.openxmlformats.org/drawingml/2006/main">
            <a:off x="11553825" y="2686050"/>
            <a:ext cx="953" cy="5495925"/>
          </a:xfrm>
          <a:custGeom xmlns:a="http://schemas.openxmlformats.org/drawingml/2006/main">
            <a:pathLst>
              <a:path w="953" h="5495925">
                <a:moveTo>
                  <a:pt x="0" y="0"/>
                </a:moveTo>
                <a:lnTo>
                  <a:pt x="0" y="5495925"/>
                </a:lnTo>
              </a:path>
            </a:pathLst>
          </a:custGeom>
          <a:noFill xmlns:a="http://schemas.openxmlformats.org/drawingml/2006/main"/>
          <a:ln xmlns:a="http://schemas.openxmlformats.org/drawingml/2006/main" w="19050">
            <a:solidFill>
              <a:srgbClr val="CDD6DE"/>
            </a:solidFill>
            <a:prstDash val="solid"/>
          </a:ln>
        </p:spPr>
      </p:sp>
      <p:sp>
        <p:nvSpPr>
          <p:cNvPr id="9" name="dp43-background / n9 / text 1">
            <a:extLst xmlns:a="http://schemas.openxmlformats.org/drawingml/2006/main">
              <a:ext uri="{FF2B5EF4-FFF2-40B4-BE49-F238E27FC236}">
                <a16:creationId xmlns:a16="http://schemas.microsoft.com/office/drawing/2014/main" id="{E76C0721-7B8B-4A3B-A00D-6AB2BF12F7AC}"/>
              </a:ext>
            </a:extLst>
          </p:cNvPr>
          <p:cNvSpPr>
            <a:spLocks xmlns:a="http://schemas.openxmlformats.org/drawingml/2006/main" noGrp="1"/>
          </p:cNvSpPr>
          <p:nvPr/>
        </p:nvSpPr>
        <p:spPr>
          <a:xfrm xmlns:a="http://schemas.openxmlformats.org/drawingml/2006/main">
            <a:off x="12001500" y="2695575"/>
            <a:ext cx="5676900" cy="3590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5F6B77"/>
                </a:solidFill>
                <a:latin typeface="Apple SD Gothic Neo"/>
                <a:ea typeface="Apple SD Gothic Neo"/>
                <a:cs typeface="Apple SD Gothic Neo"/>
              </a:defRPr>
            </a:pPr>
            <a:r>
              <a:rPr sz="1950" b="1">
                <a:solidFill>
                  <a:srgbClr val="5F6B77"/>
                </a:solidFill>
                <a:latin typeface="Apple SD Gothic Neo"/>
                <a:ea typeface="Apple SD Gothic Neo"/>
                <a:cs typeface="Apple SD Gothic Neo"/>
              </a:rPr>
              <a:t>설계 고려 사항</a:t>
            </a:r>
          </a:p>
        </p:txBody>
      </p:sp>
      <p:sp>
        <p:nvSpPr>
          <p:cNvPr id="10" name="dp43-background / n10 / path">
            <a:extLst xmlns:a="http://schemas.openxmlformats.org/drawingml/2006/main">
              <a:ext uri="{FF2B5EF4-FFF2-40B4-BE49-F238E27FC236}">
                <a16:creationId xmlns:a16="http://schemas.microsoft.com/office/drawing/2014/main" id="{648A9FB7-D942-4664-A5EB-89886A4BCC6D}"/>
              </a:ext>
            </a:extLst>
          </p:cNvPr>
          <p:cNvSpPr>
            <a:spLocks xmlns:a="http://schemas.openxmlformats.org/drawingml/2006/main" noGrp="1"/>
          </p:cNvSpPr>
          <p:nvPr/>
        </p:nvSpPr>
        <p:spPr>
          <a:xfrm xmlns:a="http://schemas.openxmlformats.org/drawingml/2006/main">
            <a:off x="609600" y="8458200"/>
            <a:ext cx="17068800" cy="953"/>
          </a:xfrm>
          <a:custGeom xmlns:a="http://schemas.openxmlformats.org/drawingml/2006/main">
            <a:pathLst>
              <a:path w="17068800" h="953">
                <a:moveTo>
                  <a:pt x="0" y="0"/>
                </a:moveTo>
                <a:lnTo>
                  <a:pt x="17068800" y="0"/>
                </a:lnTo>
              </a:path>
            </a:pathLst>
          </a:custGeom>
          <a:noFill xmlns:a="http://schemas.openxmlformats.org/drawingml/2006/main"/>
          <a:ln xmlns:a="http://schemas.openxmlformats.org/drawingml/2006/main" w="19050">
            <a:solidFill>
              <a:srgbClr val="CDD6DE"/>
            </a:solidFill>
            <a:prstDash val="solid"/>
          </a:ln>
        </p:spPr>
      </p:sp>
      <p:sp>
        <p:nvSpPr>
          <p:cNvPr id="11" name="dp43-background / n11 / text 1">
            <a:extLst xmlns:a="http://schemas.openxmlformats.org/drawingml/2006/main">
              <a:ext uri="{FF2B5EF4-FFF2-40B4-BE49-F238E27FC236}">
                <a16:creationId xmlns:a16="http://schemas.microsoft.com/office/drawing/2014/main" id="{C51688B1-4822-4F79-8BE3-AE247AEFC09E}"/>
              </a:ext>
            </a:extLst>
          </p:cNvPr>
          <p:cNvSpPr>
            <a:spLocks xmlns:a="http://schemas.openxmlformats.org/drawingml/2006/main" noGrp="1"/>
          </p:cNvSpPr>
          <p:nvPr/>
        </p:nvSpPr>
        <p:spPr>
          <a:xfrm xmlns:a="http://schemas.openxmlformats.org/drawingml/2006/main">
            <a:off x="609600" y="8810625"/>
            <a:ext cx="1571625" cy="3590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B63732"/>
                </a:solidFill>
                <a:latin typeface="Apple SD Gothic Neo"/>
                <a:ea typeface="Apple SD Gothic Neo"/>
                <a:cs typeface="Apple SD Gothic Neo"/>
              </a:defRPr>
            </a:pPr>
            <a:r>
              <a:rPr sz="1950" b="1">
                <a:solidFill>
                  <a:srgbClr val="B63732"/>
                </a:solidFill>
                <a:latin typeface="Apple SD Gothic Neo"/>
                <a:ea typeface="Apple SD Gothic Neo"/>
                <a:cs typeface="Apple SD Gothic Neo"/>
              </a:rPr>
              <a:t>설계 과제</a:t>
            </a:r>
          </a:p>
        </p:txBody>
      </p:sp>
      <p:sp>
        <p:nvSpPr>
          <p:cNvPr id="12" name="dp43-background / n12 / text 1">
            <a:extLst xmlns:a="http://schemas.openxmlformats.org/drawingml/2006/main">
              <a:ext uri="{FF2B5EF4-FFF2-40B4-BE49-F238E27FC236}">
                <a16:creationId xmlns:a16="http://schemas.microsoft.com/office/drawing/2014/main" id="{73625086-68E7-46B9-8940-D613A41F6DFD}"/>
              </a:ext>
            </a:extLst>
          </p:cNvPr>
          <p:cNvSpPr>
            <a:spLocks xmlns:a="http://schemas.openxmlformats.org/drawingml/2006/main" noGrp="1"/>
          </p:cNvSpPr>
          <p:nvPr/>
        </p:nvSpPr>
        <p:spPr>
          <a:xfrm xmlns:a="http://schemas.openxmlformats.org/drawingml/2006/main">
            <a:off x="2286000" y="8763000"/>
            <a:ext cx="15392400" cy="4281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1">
                <a:solidFill>
                  <a:srgbClr val="18232E"/>
                </a:solidFill>
                <a:latin typeface="Apple SD Gothic Neo"/>
                <a:ea typeface="Apple SD Gothic Neo"/>
                <a:cs typeface="Apple SD Gothic Neo"/>
              </a:defRPr>
            </a:pPr>
            <a:r>
              <a:rPr sz="2325" b="1">
                <a:solidFill>
                  <a:srgbClr val="18232E"/>
                </a:solidFill>
                <a:latin typeface="Apple SD Gothic Neo"/>
                <a:ea typeface="Apple SD Gothic Neo"/>
                <a:cs typeface="Apple SD Gothic Neo"/>
              </a:rPr>
              <a:t>연관된 의미 판단의 생산 책임과 조정 방식 설계</a:t>
            </a:r>
          </a:p>
        </p:txBody>
      </p:sp>
      <p:sp>
        <p:nvSpPr>
          <p:cNvPr id="13" name="dp43-background / n13 / text 1">
            <a:extLst xmlns:a="http://schemas.openxmlformats.org/drawingml/2006/main">
              <a:ext uri="{FF2B5EF4-FFF2-40B4-BE49-F238E27FC236}">
                <a16:creationId xmlns:a16="http://schemas.microsoft.com/office/drawing/2014/main" id="{FF501319-EB63-4E6C-A727-EF5CE9C32F0D}"/>
              </a:ext>
            </a:extLst>
          </p:cNvPr>
          <p:cNvSpPr>
            <a:spLocks xmlns:a="http://schemas.openxmlformats.org/drawingml/2006/main" noGrp="1"/>
          </p:cNvSpPr>
          <p:nvPr/>
        </p:nvSpPr>
        <p:spPr>
          <a:xfrm xmlns:a="http://schemas.openxmlformats.org/drawingml/2006/main">
            <a:off x="609600" y="9858375"/>
            <a:ext cx="120015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품질 관점: 기능 정확성 / 기능 지원 범위 / 변경 용이성</a:t>
            </a:r>
          </a:p>
        </p:txBody>
      </p:sp>
      <p:sp>
        <p:nvSpPr>
          <p:cNvPr id="14" name="dp43-background / n14 / text 1">
            <a:extLst xmlns:a="http://schemas.openxmlformats.org/drawingml/2006/main">
              <a:ext uri="{FF2B5EF4-FFF2-40B4-BE49-F238E27FC236}">
                <a16:creationId xmlns:a16="http://schemas.microsoft.com/office/drawing/2014/main" id="{B8A63EAB-2992-4E71-AC49-505F5C69E9F3}"/>
              </a:ext>
            </a:extLst>
          </p:cNvPr>
          <p:cNvSpPr>
            <a:spLocks xmlns:a="http://schemas.openxmlformats.org/drawingml/2006/main" noGrp="1"/>
          </p:cNvSpPr>
          <p:nvPr/>
        </p:nvSpPr>
        <p:spPr>
          <a:xfrm xmlns:a="http://schemas.openxmlformats.org/drawingml/2006/main">
            <a:off x="13106400" y="9858375"/>
            <a:ext cx="45720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구조 후보 / 미선정 / 미측정</a:t>
            </a:r>
          </a:p>
        </p:txBody>
      </p:sp>
      <p:sp>
        <p:nvSpPr>
          <p:cNvPr id="15" name="dp43-background / n15">
            <a:extLst xmlns:a="http://schemas.openxmlformats.org/drawingml/2006/main">
              <a:ext uri="{FF2B5EF4-FFF2-40B4-BE49-F238E27FC236}">
                <a16:creationId xmlns:a16="http://schemas.microsoft.com/office/drawing/2014/main" id="{ACC1A435-EC33-4E1F-8858-1EE461347A6E}"/>
              </a:ext>
            </a:extLst>
          </p:cNvPr>
          <p:cNvSpPr>
            <a:spLocks xmlns:a="http://schemas.openxmlformats.org/drawingml/2006/main" noGrp="1"/>
          </p:cNvSpPr>
          <p:nvPr/>
        </p:nvSpPr>
        <p:spPr>
          <a:xfrm xmlns:a="http://schemas.openxmlformats.org/drawingml/2006/main">
            <a:off x="609600" y="2619375"/>
            <a:ext cx="5143500" cy="1400175"/>
          </a:xfrm>
          <a:prstGeom xmlns:a="http://schemas.openxmlformats.org/drawingml/2006/main" prst="rect">
            <a:avLst/>
          </a:prstGeom>
          <a:solidFill xmlns:a="http://schemas.openxmlformats.org/drawingml/2006/main">
            <a:srgbClr val="EFF3F8"/>
          </a:solidFill>
          <a:ln xmlns:a="http://schemas.openxmlformats.org/drawingml/2006/main" w="0">
            <a:noFill/>
            <a:prstDash val="solid"/>
          </a:ln>
        </p:spPr>
      </p:sp>
      <p:sp>
        <p:nvSpPr>
          <p:cNvPr id="16" name="dp43-background / n16">
            <a:extLst xmlns:a="http://schemas.openxmlformats.org/drawingml/2006/main">
              <a:ext uri="{FF2B5EF4-FFF2-40B4-BE49-F238E27FC236}">
                <a16:creationId xmlns:a16="http://schemas.microsoft.com/office/drawing/2014/main" id="{1773C2CA-6593-48FB-BD9C-B5BB437BF9CF}"/>
              </a:ext>
            </a:extLst>
          </p:cNvPr>
          <p:cNvSpPr>
            <a:spLocks xmlns:a="http://schemas.openxmlformats.org/drawingml/2006/main" noGrp="1"/>
          </p:cNvSpPr>
          <p:nvPr/>
        </p:nvSpPr>
        <p:spPr>
          <a:xfrm xmlns:a="http://schemas.openxmlformats.org/drawingml/2006/main">
            <a:off x="6210300" y="2619375"/>
            <a:ext cx="4972050" cy="1400175"/>
          </a:xfrm>
          <a:prstGeom xmlns:a="http://schemas.openxmlformats.org/drawingml/2006/main" prst="rect">
            <a:avLst/>
          </a:prstGeom>
          <a:solidFill xmlns:a="http://schemas.openxmlformats.org/drawingml/2006/main">
            <a:srgbClr val="FFF0EC"/>
          </a:solidFill>
          <a:ln xmlns:a="http://schemas.openxmlformats.org/drawingml/2006/main" w="0">
            <a:noFill/>
            <a:prstDash val="solid"/>
          </a:ln>
        </p:spPr>
      </p:sp>
      <p:sp>
        <p:nvSpPr>
          <p:cNvPr id="17" name="dp43-background / n17 / text 1">
            <a:extLst xmlns:a="http://schemas.openxmlformats.org/drawingml/2006/main">
              <a:ext uri="{FF2B5EF4-FFF2-40B4-BE49-F238E27FC236}">
                <a16:creationId xmlns:a16="http://schemas.microsoft.com/office/drawing/2014/main" id="{6D760CF0-AB9E-4E2D-89F0-AEEE2D900685}"/>
              </a:ext>
            </a:extLst>
          </p:cNvPr>
          <p:cNvSpPr>
            <a:spLocks xmlns:a="http://schemas.openxmlformats.org/drawingml/2006/main" noGrp="1"/>
          </p:cNvSpPr>
          <p:nvPr/>
        </p:nvSpPr>
        <p:spPr>
          <a:xfrm xmlns:a="http://schemas.openxmlformats.org/drawingml/2006/main">
            <a:off x="800100" y="2733675"/>
            <a:ext cx="47625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5F6B77"/>
                </a:solidFill>
                <a:latin typeface="Apple SD Gothic Neo"/>
                <a:ea typeface="Apple SD Gothic Neo"/>
                <a:cs typeface="Apple SD Gothic Neo"/>
              </a:defRPr>
            </a:pPr>
            <a:r>
              <a:rPr sz="1500" b="0">
                <a:solidFill>
                  <a:srgbClr val="5F6B77"/>
                </a:solidFill>
                <a:latin typeface="Apple SD Gothic Neo"/>
                <a:ea typeface="Apple SD Gothic Neo"/>
                <a:cs typeface="Apple SD Gothic Neo"/>
              </a:rPr>
              <a:t>진행 중인 두 Task의 조건 지정</a:t>
            </a:r>
          </a:p>
        </p:txBody>
      </p:sp>
      <p:sp>
        <p:nvSpPr>
          <p:cNvPr id="18" name="dp43-background / n18 / text 1">
            <a:extLst xmlns:a="http://schemas.openxmlformats.org/drawingml/2006/main">
              <a:ext uri="{FF2B5EF4-FFF2-40B4-BE49-F238E27FC236}">
                <a16:creationId xmlns:a16="http://schemas.microsoft.com/office/drawing/2014/main" id="{81C7B011-1166-428A-A00F-17570DD08C65}"/>
              </a:ext>
            </a:extLst>
          </p:cNvPr>
          <p:cNvSpPr>
            <a:spLocks xmlns:a="http://schemas.openxmlformats.org/drawingml/2006/main" noGrp="1"/>
          </p:cNvSpPr>
          <p:nvPr/>
        </p:nvSpPr>
        <p:spPr>
          <a:xfrm xmlns:a="http://schemas.openxmlformats.org/drawingml/2006/main">
            <a:off x="800100" y="3086100"/>
            <a:ext cx="4762500" cy="37290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18232E"/>
                </a:solidFill>
                <a:latin typeface="Apple SD Gothic Neo"/>
                <a:ea typeface="Apple SD Gothic Neo"/>
                <a:cs typeface="Apple SD Gothic Neo"/>
              </a:defRPr>
            </a:pPr>
            <a:r>
              <a:rPr sz="2025" b="1">
                <a:solidFill>
                  <a:srgbClr val="18232E"/>
                </a:solidFill>
                <a:latin typeface="Apple SD Gothic Neo"/>
                <a:ea typeface="Apple SD Gothic Neo"/>
                <a:cs typeface="Apple SD Gothic Neo"/>
              </a:rPr>
              <a:t>“보고서는 PDF로, 메일에는</a:t>
            </a:r>
          </a:p>
        </p:txBody>
      </p:sp>
      <p:sp>
        <p:nvSpPr>
          <p:cNvPr id="19" name="dp43-background / n18 / text 2">
            <a:extLst xmlns:a="http://schemas.openxmlformats.org/drawingml/2006/main">
              <a:ext uri="{FF2B5EF4-FFF2-40B4-BE49-F238E27FC236}">
                <a16:creationId xmlns:a16="http://schemas.microsoft.com/office/drawing/2014/main" id="{53A370C0-992C-4DFD-ABC5-D780565AC2A0}"/>
              </a:ext>
            </a:extLst>
          </p:cNvPr>
          <p:cNvSpPr>
            <a:spLocks xmlns:a="http://schemas.openxmlformats.org/drawingml/2006/main" noGrp="1"/>
          </p:cNvSpPr>
          <p:nvPr/>
        </p:nvSpPr>
        <p:spPr>
          <a:xfrm xmlns:a="http://schemas.openxmlformats.org/drawingml/2006/main">
            <a:off x="800100" y="3390900"/>
            <a:ext cx="4762500" cy="37290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18232E"/>
                </a:solidFill>
                <a:latin typeface="Apple SD Gothic Neo"/>
                <a:ea typeface="Apple SD Gothic Neo"/>
                <a:cs typeface="Apple SD Gothic Neo"/>
              </a:defRPr>
            </a:pPr>
            <a:r>
              <a:rPr sz="2025" b="1">
                <a:solidFill>
                  <a:srgbClr val="18232E"/>
                </a:solidFill>
                <a:latin typeface="Apple SD Gothic Neo"/>
                <a:ea typeface="Apple SD Gothic Neo"/>
                <a:cs typeface="Apple SD Gothic Neo"/>
              </a:rPr>
              <a:t>그 보고서의 결론을 넣어줘.”</a:t>
            </a:r>
          </a:p>
        </p:txBody>
      </p:sp>
      <p:sp>
        <p:nvSpPr>
          <p:cNvPr id="20" name="dp43-background / n19 / text 1">
            <a:extLst xmlns:a="http://schemas.openxmlformats.org/drawingml/2006/main">
              <a:ext uri="{FF2B5EF4-FFF2-40B4-BE49-F238E27FC236}">
                <a16:creationId xmlns:a16="http://schemas.microsoft.com/office/drawing/2014/main" id="{C683A2C6-C095-438D-8211-B54DBC6FF246}"/>
              </a:ext>
            </a:extLst>
          </p:cNvPr>
          <p:cNvSpPr>
            <a:spLocks xmlns:a="http://schemas.openxmlformats.org/drawingml/2006/main" noGrp="1"/>
          </p:cNvSpPr>
          <p:nvPr/>
        </p:nvSpPr>
        <p:spPr>
          <a:xfrm xmlns:a="http://schemas.openxmlformats.org/drawingml/2006/main">
            <a:off x="800100" y="3724275"/>
            <a:ext cx="47625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Request / PDF 조건과 메일 내용</a:t>
            </a:r>
          </a:p>
        </p:txBody>
      </p:sp>
      <p:sp>
        <p:nvSpPr>
          <p:cNvPr id="21" name="dp43-background / n20 / text 1">
            <a:extLst xmlns:a="http://schemas.openxmlformats.org/drawingml/2006/main">
              <a:ext uri="{FF2B5EF4-FFF2-40B4-BE49-F238E27FC236}">
                <a16:creationId xmlns:a16="http://schemas.microsoft.com/office/drawing/2014/main" id="{3F3FA63A-B132-4AAA-8E02-8E04D3081BA4}"/>
              </a:ext>
            </a:extLst>
          </p:cNvPr>
          <p:cNvSpPr>
            <a:spLocks xmlns:a="http://schemas.openxmlformats.org/drawingml/2006/main" noGrp="1"/>
          </p:cNvSpPr>
          <p:nvPr/>
        </p:nvSpPr>
        <p:spPr>
          <a:xfrm xmlns:a="http://schemas.openxmlformats.org/drawingml/2006/main">
            <a:off x="6400800" y="2733675"/>
            <a:ext cx="45910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B63732"/>
                </a:solidFill>
                <a:latin typeface="Apple SD Gothic Neo"/>
                <a:ea typeface="Apple SD Gothic Neo"/>
                <a:cs typeface="Apple SD Gothic Neo"/>
              </a:defRPr>
            </a:pPr>
            <a:r>
              <a:rPr sz="1500" b="0">
                <a:solidFill>
                  <a:srgbClr val="B63732"/>
                </a:solidFill>
                <a:latin typeface="Apple SD Gothic Neo"/>
                <a:ea typeface="Apple SD Gothic Neo"/>
                <a:cs typeface="Apple SD Gothic Neo"/>
              </a:rPr>
              <a:t>잠시 뒤 / 메일 내용 정정</a:t>
            </a:r>
          </a:p>
        </p:txBody>
      </p:sp>
      <p:sp>
        <p:nvSpPr>
          <p:cNvPr id="22" name="dp43-background / n21 / text 1">
            <a:extLst xmlns:a="http://schemas.openxmlformats.org/drawingml/2006/main">
              <a:ext uri="{FF2B5EF4-FFF2-40B4-BE49-F238E27FC236}">
                <a16:creationId xmlns:a16="http://schemas.microsoft.com/office/drawing/2014/main" id="{B5DA42F3-CE0C-43C2-9B81-BE5841922DBD}"/>
              </a:ext>
            </a:extLst>
          </p:cNvPr>
          <p:cNvSpPr>
            <a:spLocks xmlns:a="http://schemas.openxmlformats.org/drawingml/2006/main" noGrp="1"/>
          </p:cNvSpPr>
          <p:nvPr/>
        </p:nvSpPr>
        <p:spPr>
          <a:xfrm xmlns:a="http://schemas.openxmlformats.org/drawingml/2006/main">
            <a:off x="6400800" y="3086100"/>
            <a:ext cx="4591050" cy="37290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18232E"/>
                </a:solidFill>
                <a:latin typeface="Apple SD Gothic Neo"/>
                <a:ea typeface="Apple SD Gothic Neo"/>
                <a:cs typeface="Apple SD Gothic Neo"/>
              </a:defRPr>
            </a:pPr>
            <a:r>
              <a:rPr sz="2025" b="1">
                <a:solidFill>
                  <a:srgbClr val="18232E"/>
                </a:solidFill>
                <a:latin typeface="Apple SD Gothic Neo"/>
                <a:ea typeface="Apple SD Gothic Neo"/>
                <a:cs typeface="Apple SD Gothic Neo"/>
              </a:rPr>
              <a:t>“메일에는 결론 대신</a:t>
            </a:r>
          </a:p>
        </p:txBody>
      </p:sp>
      <p:sp>
        <p:nvSpPr>
          <p:cNvPr id="23" name="dp43-background / n21 / text 2">
            <a:extLst xmlns:a="http://schemas.openxmlformats.org/drawingml/2006/main">
              <a:ext uri="{FF2B5EF4-FFF2-40B4-BE49-F238E27FC236}">
                <a16:creationId xmlns:a16="http://schemas.microsoft.com/office/drawing/2014/main" id="{C338F965-EDB7-483C-BD68-06118B92BDAA}"/>
              </a:ext>
            </a:extLst>
          </p:cNvPr>
          <p:cNvSpPr>
            <a:spLocks xmlns:a="http://schemas.openxmlformats.org/drawingml/2006/main" noGrp="1"/>
          </p:cNvSpPr>
          <p:nvPr/>
        </p:nvSpPr>
        <p:spPr>
          <a:xfrm xmlns:a="http://schemas.openxmlformats.org/drawingml/2006/main">
            <a:off x="6400800" y="3390900"/>
            <a:ext cx="4591050" cy="37290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18232E"/>
                </a:solidFill>
                <a:latin typeface="Apple SD Gothic Neo"/>
                <a:ea typeface="Apple SD Gothic Neo"/>
                <a:cs typeface="Apple SD Gothic Neo"/>
              </a:defRPr>
            </a:pPr>
            <a:r>
              <a:rPr sz="2025" b="1">
                <a:solidFill>
                  <a:srgbClr val="18232E"/>
                </a:solidFill>
                <a:latin typeface="Apple SD Gothic Neo"/>
                <a:ea typeface="Apple SD Gothic Neo"/>
                <a:cs typeface="Apple SD Gothic Neo"/>
              </a:rPr>
              <a:t>표만 넣어줘.”</a:t>
            </a:r>
          </a:p>
        </p:txBody>
      </p:sp>
      <p:sp>
        <p:nvSpPr>
          <p:cNvPr id="24" name="dp43-background / n22 / text 1">
            <a:extLst xmlns:a="http://schemas.openxmlformats.org/drawingml/2006/main">
              <a:ext uri="{FF2B5EF4-FFF2-40B4-BE49-F238E27FC236}">
                <a16:creationId xmlns:a16="http://schemas.microsoft.com/office/drawing/2014/main" id="{014C26B2-F6FB-4278-9678-D2ABE052248C}"/>
              </a:ext>
            </a:extLst>
          </p:cNvPr>
          <p:cNvSpPr>
            <a:spLocks xmlns:a="http://schemas.openxmlformats.org/drawingml/2006/main" noGrp="1"/>
          </p:cNvSpPr>
          <p:nvPr/>
        </p:nvSpPr>
        <p:spPr>
          <a:xfrm xmlns:a="http://schemas.openxmlformats.org/drawingml/2006/main">
            <a:off x="6400800" y="3724275"/>
            <a:ext cx="459105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Request / 메일 내용 교체</a:t>
            </a:r>
          </a:p>
        </p:txBody>
      </p:sp>
      <p:sp>
        <p:nvSpPr>
          <p:cNvPr id="25" name="dp43-background / n23 / path">
            <a:extLst xmlns:a="http://schemas.openxmlformats.org/drawingml/2006/main">
              <a:ext uri="{FF2B5EF4-FFF2-40B4-BE49-F238E27FC236}">
                <a16:creationId xmlns:a16="http://schemas.microsoft.com/office/drawing/2014/main" id="{289221A3-61D4-4AB9-9605-0912746B1B50}"/>
              </a:ext>
            </a:extLst>
          </p:cNvPr>
          <p:cNvSpPr>
            <a:spLocks xmlns:a="http://schemas.openxmlformats.org/drawingml/2006/main" noGrp="1"/>
          </p:cNvSpPr>
          <p:nvPr/>
        </p:nvSpPr>
        <p:spPr>
          <a:xfrm xmlns:a="http://schemas.openxmlformats.org/drawingml/2006/main">
            <a:off x="5867400" y="3295650"/>
            <a:ext cx="228600" cy="953"/>
          </a:xfrm>
          <a:custGeom xmlns:a="http://schemas.openxmlformats.org/drawingml/2006/main">
            <a:pathLst>
              <a:path w="228600" h="953">
                <a:moveTo>
                  <a:pt x="0" y="0"/>
                </a:moveTo>
                <a:lnTo>
                  <a:pt x="228600" y="0"/>
                </a:lnTo>
              </a:path>
            </a:pathLst>
          </a:custGeom>
          <a:noFill xmlns:a="http://schemas.openxmlformats.org/drawingml/2006/main"/>
          <a:ln xmlns:a="http://schemas.openxmlformats.org/drawingml/2006/main" w="19050">
            <a:solidFill>
              <a:srgbClr val="5F6B77"/>
            </a:solidFill>
            <a:prstDash val="solid"/>
          </a:ln>
        </p:spPr>
      </p:sp>
      <p:sp>
        <p:nvSpPr>
          <p:cNvPr id="26" name="dp43-background / n23 / arrow">
            <a:extLst xmlns:a="http://schemas.openxmlformats.org/drawingml/2006/main">
              <a:ext uri="{FF2B5EF4-FFF2-40B4-BE49-F238E27FC236}">
                <a16:creationId xmlns:a16="http://schemas.microsoft.com/office/drawing/2014/main" id="{539B802B-D53E-4EA2-8AA2-7D73DB8E7884}"/>
              </a:ext>
            </a:extLst>
          </p:cNvPr>
          <p:cNvSpPr>
            <a:spLocks xmlns:a="http://schemas.openxmlformats.org/drawingml/2006/main" noGrp="1"/>
          </p:cNvSpPr>
          <p:nvPr/>
        </p:nvSpPr>
        <p:spPr>
          <a:xfrm xmlns:a="http://schemas.openxmlformats.org/drawingml/2006/main">
            <a:off x="5974080" y="3234690"/>
            <a:ext cx="121920" cy="121920"/>
          </a:xfrm>
          <a:custGeom xmlns:a="http://schemas.openxmlformats.org/drawingml/2006/main">
            <a:pathLst>
              <a:path w="121920" h="121920">
                <a:moveTo>
                  <a:pt x="0" y="121920"/>
                </a:moveTo>
                <a:lnTo>
                  <a:pt x="121920" y="60960"/>
                </a:lnTo>
                <a:lnTo>
                  <a:pt x="0" y="0"/>
                </a:lnTo>
              </a:path>
            </a:pathLst>
          </a:custGeom>
          <a:noFill xmlns:a="http://schemas.openxmlformats.org/drawingml/2006/main"/>
          <a:ln xmlns:a="http://schemas.openxmlformats.org/drawingml/2006/main" w="24384">
            <a:solidFill>
              <a:srgbClr val="5F6B77"/>
            </a:solidFill>
            <a:prstDash val="solid"/>
          </a:ln>
        </p:spPr>
      </p:sp>
      <p:sp>
        <p:nvSpPr>
          <p:cNvPr id="27" name="dp43-background / n24">
            <a:extLst xmlns:a="http://schemas.openxmlformats.org/drawingml/2006/main">
              <a:ext uri="{FF2B5EF4-FFF2-40B4-BE49-F238E27FC236}">
                <a16:creationId xmlns:a16="http://schemas.microsoft.com/office/drawing/2014/main" id="{FFB6FA70-F806-488A-98C9-1E2C3638DA4C}"/>
              </a:ext>
            </a:extLst>
          </p:cNvPr>
          <p:cNvSpPr>
            <a:spLocks xmlns:a="http://schemas.openxmlformats.org/drawingml/2006/main" noGrp="1"/>
          </p:cNvSpPr>
          <p:nvPr/>
        </p:nvSpPr>
        <p:spPr>
          <a:xfrm xmlns:a="http://schemas.openxmlformats.org/drawingml/2006/main">
            <a:off x="609600" y="4533900"/>
            <a:ext cx="2857500" cy="1943100"/>
          </a:xfrm>
          <a:custGeom xmlns:a="http://schemas.openxmlformats.org/drawingml/2006/main">
            <a:pathLst>
              <a:path w="2857500" h="1943100">
                <a:moveTo>
                  <a:pt x="0" y="0"/>
                </a:moveTo>
                <a:lnTo>
                  <a:pt x="2686050" y="0"/>
                </a:lnTo>
                <a:lnTo>
                  <a:pt x="2857500" y="171450"/>
                </a:lnTo>
                <a:lnTo>
                  <a:pt x="2857500" y="1943100"/>
                </a:lnTo>
                <a:lnTo>
                  <a:pt x="0" y="1943100"/>
                </a:lnTo>
                <a:close/>
              </a:path>
            </a:pathLst>
          </a:custGeom>
          <a:solidFill xmlns:a="http://schemas.openxmlformats.org/drawingml/2006/main">
            <a:srgbClr val="F3F7F7"/>
          </a:solidFill>
          <a:ln xmlns:a="http://schemas.openxmlformats.org/drawingml/2006/main" w="16193">
            <a:solidFill>
              <a:srgbClr val="CDD6DE"/>
            </a:solidFill>
            <a:prstDash val="solid"/>
          </a:ln>
        </p:spPr>
      </p:sp>
      <p:sp>
        <p:nvSpPr>
          <p:cNvPr id="28" name="dp43-background / n24 / fold">
            <a:extLst xmlns:a="http://schemas.openxmlformats.org/drawingml/2006/main">
              <a:ext uri="{FF2B5EF4-FFF2-40B4-BE49-F238E27FC236}">
                <a16:creationId xmlns:a16="http://schemas.microsoft.com/office/drawing/2014/main" id="{CB957DAD-9E8F-4592-99A4-EEC1805314EA}"/>
              </a:ext>
            </a:extLst>
          </p:cNvPr>
          <p:cNvSpPr>
            <a:spLocks xmlns:a="http://schemas.openxmlformats.org/drawingml/2006/main" noGrp="1"/>
          </p:cNvSpPr>
          <p:nvPr/>
        </p:nvSpPr>
        <p:spPr>
          <a:xfrm xmlns:a="http://schemas.openxmlformats.org/drawingml/2006/main">
            <a:off x="3295650" y="453390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16193">
            <a:solidFill>
              <a:srgbClr val="CDD6DE"/>
            </a:solidFill>
            <a:prstDash val="solid"/>
          </a:ln>
        </p:spPr>
      </p:sp>
      <p:sp>
        <p:nvSpPr>
          <p:cNvPr id="29" name="dp43-background / n25 / text 1">
            <a:extLst xmlns:a="http://schemas.openxmlformats.org/drawingml/2006/main">
              <a:ext uri="{FF2B5EF4-FFF2-40B4-BE49-F238E27FC236}">
                <a16:creationId xmlns:a16="http://schemas.microsoft.com/office/drawing/2014/main" id="{932638EA-2722-47B5-B7B5-CAA65A4A72DF}"/>
              </a:ext>
            </a:extLst>
          </p:cNvPr>
          <p:cNvSpPr>
            <a:spLocks xmlns:a="http://schemas.openxmlformats.org/drawingml/2006/main" noGrp="1"/>
          </p:cNvSpPr>
          <p:nvPr/>
        </p:nvSpPr>
        <p:spPr>
          <a:xfrm xmlns:a="http://schemas.openxmlformats.org/drawingml/2006/main">
            <a:off x="762000" y="4657725"/>
            <a:ext cx="2476500" cy="3590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보고서 Task</a:t>
            </a:r>
          </a:p>
        </p:txBody>
      </p:sp>
      <p:sp>
        <p:nvSpPr>
          <p:cNvPr id="30" name="dp43-background / n26 / text 1">
            <a:extLst xmlns:a="http://schemas.openxmlformats.org/drawingml/2006/main">
              <a:ext uri="{FF2B5EF4-FFF2-40B4-BE49-F238E27FC236}">
                <a16:creationId xmlns:a16="http://schemas.microsoft.com/office/drawing/2014/main" id="{5327D118-9809-4A63-9A09-698F6D086F49}"/>
              </a:ext>
            </a:extLst>
          </p:cNvPr>
          <p:cNvSpPr>
            <a:spLocks xmlns:a="http://schemas.openxmlformats.org/drawingml/2006/main" noGrp="1"/>
          </p:cNvSpPr>
          <p:nvPr/>
        </p:nvSpPr>
        <p:spPr>
          <a:xfrm xmlns:a="http://schemas.openxmlformats.org/drawingml/2006/main">
            <a:off x="800100" y="5114925"/>
            <a:ext cx="2476500" cy="4005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1">
                <a:solidFill>
                  <a:srgbClr val="087E8B"/>
                </a:solidFill>
                <a:latin typeface="Apple SD Gothic Neo"/>
                <a:ea typeface="Apple SD Gothic Neo"/>
                <a:cs typeface="Apple SD Gothic Neo"/>
              </a:defRPr>
            </a:pPr>
            <a:r>
              <a:rPr sz="2175" b="1">
                <a:solidFill>
                  <a:srgbClr val="087E8B"/>
                </a:solidFill>
                <a:latin typeface="Apple SD Gothic Neo"/>
                <a:ea typeface="Apple SD Gothic Neo"/>
                <a:cs typeface="Apple SD Gothic Neo"/>
              </a:rPr>
              <a:t>PDF 조건 유지</a:t>
            </a:r>
          </a:p>
        </p:txBody>
      </p:sp>
      <p:sp>
        <p:nvSpPr>
          <p:cNvPr id="31" name="dp43-background / n27 / text 1">
            <a:extLst xmlns:a="http://schemas.openxmlformats.org/drawingml/2006/main">
              <a:ext uri="{FF2B5EF4-FFF2-40B4-BE49-F238E27FC236}">
                <a16:creationId xmlns:a16="http://schemas.microsoft.com/office/drawing/2014/main" id="{B4EAED37-18E2-47F7-8A11-42BAD024C9A1}"/>
              </a:ext>
            </a:extLst>
          </p:cNvPr>
          <p:cNvSpPr>
            <a:spLocks xmlns:a="http://schemas.openxmlformats.org/drawingml/2006/main" noGrp="1"/>
          </p:cNvSpPr>
          <p:nvPr/>
        </p:nvSpPr>
        <p:spPr>
          <a:xfrm xmlns:a="http://schemas.openxmlformats.org/drawingml/2006/main">
            <a:off x="800100" y="5753100"/>
            <a:ext cx="2476500" cy="3038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F6B77"/>
                </a:solidFill>
                <a:latin typeface="Apple SD Gothic Neo"/>
                <a:ea typeface="Apple SD Gothic Neo"/>
                <a:cs typeface="Apple SD Gothic Neo"/>
              </a:defRPr>
            </a:pPr>
            <a:r>
              <a:rPr sz="1650" b="0">
                <a:solidFill>
                  <a:srgbClr val="5F6B77"/>
                </a:solidFill>
                <a:latin typeface="Apple SD Gothic Neo"/>
                <a:ea typeface="Apple SD Gothic Neo"/>
                <a:cs typeface="Apple SD Gothic Neo"/>
              </a:rPr>
              <a:t>결과 / 결론과 표</a:t>
            </a:r>
          </a:p>
        </p:txBody>
      </p:sp>
      <p:sp>
        <p:nvSpPr>
          <p:cNvPr id="32" name="dp43-background / n28">
            <a:extLst xmlns:a="http://schemas.openxmlformats.org/drawingml/2006/main">
              <a:ext uri="{FF2B5EF4-FFF2-40B4-BE49-F238E27FC236}">
                <a16:creationId xmlns:a16="http://schemas.microsoft.com/office/drawing/2014/main" id="{D3F59ECD-E251-4934-BFA3-764A10B74C56}"/>
              </a:ext>
            </a:extLst>
          </p:cNvPr>
          <p:cNvSpPr>
            <a:spLocks xmlns:a="http://schemas.openxmlformats.org/drawingml/2006/main" noGrp="1"/>
          </p:cNvSpPr>
          <p:nvPr/>
        </p:nvSpPr>
        <p:spPr>
          <a:xfrm xmlns:a="http://schemas.openxmlformats.org/drawingml/2006/main">
            <a:off x="7162800" y="4533900"/>
            <a:ext cx="4019550" cy="1943100"/>
          </a:xfrm>
          <a:custGeom xmlns:a="http://schemas.openxmlformats.org/drawingml/2006/main">
            <a:pathLst>
              <a:path w="4019550" h="1943100">
                <a:moveTo>
                  <a:pt x="0" y="0"/>
                </a:moveTo>
                <a:lnTo>
                  <a:pt x="3848100" y="0"/>
                </a:lnTo>
                <a:lnTo>
                  <a:pt x="4019550" y="171450"/>
                </a:lnTo>
                <a:lnTo>
                  <a:pt x="4019550" y="1943100"/>
                </a:lnTo>
                <a:lnTo>
                  <a:pt x="0" y="1943100"/>
                </a:lnTo>
                <a:close/>
              </a:path>
            </a:pathLst>
          </a:custGeom>
          <a:solidFill xmlns:a="http://schemas.openxmlformats.org/drawingml/2006/main">
            <a:srgbClr val="F3F6FA"/>
          </a:solidFill>
          <a:ln xmlns:a="http://schemas.openxmlformats.org/drawingml/2006/main" w="16193">
            <a:solidFill>
              <a:srgbClr val="CDD6DE"/>
            </a:solidFill>
            <a:prstDash val="solid"/>
          </a:ln>
        </p:spPr>
      </p:sp>
      <p:sp>
        <p:nvSpPr>
          <p:cNvPr id="33" name="dp43-background / n28 / fold">
            <a:extLst xmlns:a="http://schemas.openxmlformats.org/drawingml/2006/main">
              <a:ext uri="{FF2B5EF4-FFF2-40B4-BE49-F238E27FC236}">
                <a16:creationId xmlns:a16="http://schemas.microsoft.com/office/drawing/2014/main" id="{1D625921-1A78-49A2-BAAC-317F21216D9E}"/>
              </a:ext>
            </a:extLst>
          </p:cNvPr>
          <p:cNvSpPr>
            <a:spLocks xmlns:a="http://schemas.openxmlformats.org/drawingml/2006/main" noGrp="1"/>
          </p:cNvSpPr>
          <p:nvPr/>
        </p:nvSpPr>
        <p:spPr>
          <a:xfrm xmlns:a="http://schemas.openxmlformats.org/drawingml/2006/main">
            <a:off x="11010900" y="453390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16193">
            <a:solidFill>
              <a:srgbClr val="CDD6DE"/>
            </a:solidFill>
            <a:prstDash val="solid"/>
          </a:ln>
        </p:spPr>
      </p:sp>
      <p:sp>
        <p:nvSpPr>
          <p:cNvPr id="34" name="dp43-background / n29 / text 1">
            <a:extLst xmlns:a="http://schemas.openxmlformats.org/drawingml/2006/main">
              <a:ext uri="{FF2B5EF4-FFF2-40B4-BE49-F238E27FC236}">
                <a16:creationId xmlns:a16="http://schemas.microsoft.com/office/drawing/2014/main" id="{54115012-186D-425B-A2DD-E1CE6EF3840E}"/>
              </a:ext>
            </a:extLst>
          </p:cNvPr>
          <p:cNvSpPr>
            <a:spLocks xmlns:a="http://schemas.openxmlformats.org/drawingml/2006/main" noGrp="1"/>
          </p:cNvSpPr>
          <p:nvPr/>
        </p:nvSpPr>
        <p:spPr>
          <a:xfrm xmlns:a="http://schemas.openxmlformats.org/drawingml/2006/main">
            <a:off x="7315200" y="4657725"/>
            <a:ext cx="3638550" cy="3590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메일 초안 Task</a:t>
            </a:r>
          </a:p>
        </p:txBody>
      </p:sp>
      <p:sp>
        <p:nvSpPr>
          <p:cNvPr id="35" name="dp43-background / n30 / text 1">
            <a:extLst xmlns:a="http://schemas.openxmlformats.org/drawingml/2006/main">
              <a:ext uri="{FF2B5EF4-FFF2-40B4-BE49-F238E27FC236}">
                <a16:creationId xmlns:a16="http://schemas.microsoft.com/office/drawing/2014/main" id="{524ECCFD-09D6-4FBE-9D42-55F68647921D}"/>
              </a:ext>
            </a:extLst>
          </p:cNvPr>
          <p:cNvSpPr>
            <a:spLocks xmlns:a="http://schemas.openxmlformats.org/drawingml/2006/main" noGrp="1"/>
          </p:cNvSpPr>
          <p:nvPr/>
        </p:nvSpPr>
        <p:spPr>
          <a:xfrm xmlns:a="http://schemas.openxmlformats.org/drawingml/2006/main">
            <a:off x="7353300" y="5114925"/>
            <a:ext cx="3638550" cy="33147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5F6B77"/>
                </a:solidFill>
                <a:latin typeface="Apple SD Gothic Neo"/>
                <a:ea typeface="Apple SD Gothic Neo"/>
                <a:cs typeface="Apple SD Gothic Neo"/>
              </a:defRPr>
            </a:pPr>
            <a:r>
              <a:rPr sz="1800" b="0">
                <a:solidFill>
                  <a:srgbClr val="5F6B77"/>
                </a:solidFill>
                <a:latin typeface="Apple SD Gothic Neo"/>
                <a:ea typeface="Apple SD Gothic Neo"/>
                <a:cs typeface="Apple SD Gothic Neo"/>
              </a:rPr>
              <a:t>기존 / 보고서 결론</a:t>
            </a:r>
          </a:p>
        </p:txBody>
      </p:sp>
      <p:sp>
        <p:nvSpPr>
          <p:cNvPr id="36" name="dp43-background / n31 / path">
            <a:extLst xmlns:a="http://schemas.openxmlformats.org/drawingml/2006/main">
              <a:ext uri="{FF2B5EF4-FFF2-40B4-BE49-F238E27FC236}">
                <a16:creationId xmlns:a16="http://schemas.microsoft.com/office/drawing/2014/main" id="{67969977-D7C2-424C-AB73-B0C7475296EC}"/>
              </a:ext>
            </a:extLst>
          </p:cNvPr>
          <p:cNvSpPr>
            <a:spLocks xmlns:a="http://schemas.openxmlformats.org/drawingml/2006/main" noGrp="1"/>
          </p:cNvSpPr>
          <p:nvPr/>
        </p:nvSpPr>
        <p:spPr>
          <a:xfrm xmlns:a="http://schemas.openxmlformats.org/drawingml/2006/main">
            <a:off x="8124825" y="5267325"/>
            <a:ext cx="1666875" cy="953"/>
          </a:xfrm>
          <a:custGeom xmlns:a="http://schemas.openxmlformats.org/drawingml/2006/main">
            <a:pathLst>
              <a:path w="1666875" h="953">
                <a:moveTo>
                  <a:pt x="0" y="0"/>
                </a:moveTo>
                <a:lnTo>
                  <a:pt x="1666875" y="0"/>
                </a:lnTo>
              </a:path>
            </a:pathLst>
          </a:custGeom>
          <a:noFill xmlns:a="http://schemas.openxmlformats.org/drawingml/2006/main"/>
          <a:ln xmlns:a="http://schemas.openxmlformats.org/drawingml/2006/main" w="19050">
            <a:solidFill>
              <a:srgbClr val="B63732"/>
            </a:solidFill>
            <a:prstDash val="solid"/>
          </a:ln>
        </p:spPr>
      </p:sp>
      <p:sp>
        <p:nvSpPr>
          <p:cNvPr id="37" name="dp43-background / n32 / text 1">
            <a:extLst xmlns:a="http://schemas.openxmlformats.org/drawingml/2006/main">
              <a:ext uri="{FF2B5EF4-FFF2-40B4-BE49-F238E27FC236}">
                <a16:creationId xmlns:a16="http://schemas.microsoft.com/office/drawing/2014/main" id="{16731498-9CE8-4E6A-8ED3-4B949137F83A}"/>
              </a:ext>
            </a:extLst>
          </p:cNvPr>
          <p:cNvSpPr>
            <a:spLocks xmlns:a="http://schemas.openxmlformats.org/drawingml/2006/main" noGrp="1"/>
          </p:cNvSpPr>
          <p:nvPr/>
        </p:nvSpPr>
        <p:spPr>
          <a:xfrm xmlns:a="http://schemas.openxmlformats.org/drawingml/2006/main">
            <a:off x="7353300" y="5762625"/>
            <a:ext cx="3638550" cy="3867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087E8B"/>
                </a:solidFill>
                <a:latin typeface="Apple SD Gothic Neo"/>
                <a:ea typeface="Apple SD Gothic Neo"/>
                <a:cs typeface="Apple SD Gothic Neo"/>
              </a:defRPr>
            </a:pPr>
            <a:r>
              <a:rPr sz="2100" b="1">
                <a:solidFill>
                  <a:srgbClr val="087E8B"/>
                </a:solidFill>
                <a:latin typeface="Apple SD Gothic Neo"/>
                <a:ea typeface="Apple SD Gothic Neo"/>
                <a:cs typeface="Apple SD Gothic Neo"/>
              </a:rPr>
              <a:t>같은 보고서의 표만 사용</a:t>
            </a:r>
          </a:p>
        </p:txBody>
      </p:sp>
      <p:sp>
        <p:nvSpPr>
          <p:cNvPr id="38" name="dp43-background / n33 / path">
            <a:extLst xmlns:a="http://schemas.openxmlformats.org/drawingml/2006/main">
              <a:ext uri="{FF2B5EF4-FFF2-40B4-BE49-F238E27FC236}">
                <a16:creationId xmlns:a16="http://schemas.microsoft.com/office/drawing/2014/main" id="{49614C8F-3B3F-43E0-8F23-4B7F419837DC}"/>
              </a:ext>
            </a:extLst>
          </p:cNvPr>
          <p:cNvSpPr>
            <a:spLocks xmlns:a="http://schemas.openxmlformats.org/drawingml/2006/main" noGrp="1"/>
          </p:cNvSpPr>
          <p:nvPr/>
        </p:nvSpPr>
        <p:spPr>
          <a:xfrm xmlns:a="http://schemas.openxmlformats.org/drawingml/2006/main">
            <a:off x="3619500" y="5505450"/>
            <a:ext cx="3333750" cy="953"/>
          </a:xfrm>
          <a:custGeom xmlns:a="http://schemas.openxmlformats.org/drawingml/2006/main">
            <a:pathLst>
              <a:path w="3333750" h="953">
                <a:moveTo>
                  <a:pt x="0" y="0"/>
                </a:moveTo>
                <a:lnTo>
                  <a:pt x="3333750" y="0"/>
                </a:lnTo>
              </a:path>
            </a:pathLst>
          </a:custGeom>
          <a:noFill xmlns:a="http://schemas.openxmlformats.org/drawingml/2006/main"/>
          <a:ln xmlns:a="http://schemas.openxmlformats.org/drawingml/2006/main" w="28575">
            <a:solidFill>
              <a:srgbClr val="087E8B"/>
            </a:solidFill>
            <a:prstDash val="solid"/>
          </a:ln>
        </p:spPr>
      </p:sp>
      <p:sp>
        <p:nvSpPr>
          <p:cNvPr id="39" name="dp43-background / n33 / arrow">
            <a:extLst xmlns:a="http://schemas.openxmlformats.org/drawingml/2006/main">
              <a:ext uri="{FF2B5EF4-FFF2-40B4-BE49-F238E27FC236}">
                <a16:creationId xmlns:a16="http://schemas.microsoft.com/office/drawing/2014/main" id="{F7C8D706-7038-464B-9232-6E422F84C054}"/>
              </a:ext>
            </a:extLst>
          </p:cNvPr>
          <p:cNvSpPr>
            <a:spLocks xmlns:a="http://schemas.openxmlformats.org/drawingml/2006/main" noGrp="1"/>
          </p:cNvSpPr>
          <p:nvPr/>
        </p:nvSpPr>
        <p:spPr>
          <a:xfrm xmlns:a="http://schemas.openxmlformats.org/drawingml/2006/main">
            <a:off x="6770370" y="5414010"/>
            <a:ext cx="182880" cy="182880"/>
          </a:xfrm>
          <a:custGeom xmlns:a="http://schemas.openxmlformats.org/drawingml/2006/main">
            <a:pathLst>
              <a:path w="182880" h="182880">
                <a:moveTo>
                  <a:pt x="0" y="182880"/>
                </a:moveTo>
                <a:lnTo>
                  <a:pt x="182880" y="91440"/>
                </a:lnTo>
                <a:lnTo>
                  <a:pt x="0" y="0"/>
                </a:lnTo>
              </a:path>
            </a:pathLst>
          </a:custGeom>
          <a:noFill xmlns:a="http://schemas.openxmlformats.org/drawingml/2006/main"/>
          <a:ln xmlns:a="http://schemas.openxmlformats.org/drawingml/2006/main" w="36576">
            <a:solidFill>
              <a:srgbClr val="087E8B"/>
            </a:solidFill>
            <a:prstDash val="solid"/>
          </a:ln>
        </p:spPr>
      </p:sp>
      <p:sp>
        <p:nvSpPr>
          <p:cNvPr id="40" name="dp43-background / n34 / text 1">
            <a:extLst xmlns:a="http://schemas.openxmlformats.org/drawingml/2006/main">
              <a:ext uri="{FF2B5EF4-FFF2-40B4-BE49-F238E27FC236}">
                <a16:creationId xmlns:a16="http://schemas.microsoft.com/office/drawing/2014/main" id="{16074B11-AD86-4E4E-913D-96CF42FA0AB6}"/>
              </a:ext>
            </a:extLst>
          </p:cNvPr>
          <p:cNvSpPr>
            <a:spLocks xmlns:a="http://schemas.openxmlformats.org/drawingml/2006/main" noGrp="1"/>
          </p:cNvSpPr>
          <p:nvPr/>
        </p:nvSpPr>
        <p:spPr>
          <a:xfrm xmlns:a="http://schemas.openxmlformats.org/drawingml/2006/main">
            <a:off x="3800475" y="4714875"/>
            <a:ext cx="3067050" cy="33147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B63732"/>
                </a:solidFill>
                <a:latin typeface="Apple SD Gothic Neo"/>
                <a:ea typeface="Apple SD Gothic Neo"/>
                <a:cs typeface="Apple SD Gothic Neo"/>
              </a:defRPr>
            </a:pPr>
            <a:r>
              <a:rPr sz="1800" b="1">
                <a:solidFill>
                  <a:srgbClr val="B63732"/>
                </a:solidFill>
                <a:latin typeface="Apple SD Gothic Neo"/>
                <a:ea typeface="Apple SD Gothic Neo"/>
                <a:cs typeface="Apple SD Gothic Neo"/>
              </a:rPr>
              <a:t>메일의 보고서 참조 변경</a:t>
            </a:r>
          </a:p>
        </p:txBody>
      </p:sp>
      <p:sp>
        <p:nvSpPr>
          <p:cNvPr id="41" name="dp43-background / n35 / text 1">
            <a:extLst xmlns:a="http://schemas.openxmlformats.org/drawingml/2006/main">
              <a:ext uri="{FF2B5EF4-FFF2-40B4-BE49-F238E27FC236}">
                <a16:creationId xmlns:a16="http://schemas.microsoft.com/office/drawing/2014/main" id="{13DB03C1-1EEB-42BE-AF15-CAB9D6C066DA}"/>
              </a:ext>
            </a:extLst>
          </p:cNvPr>
          <p:cNvSpPr>
            <a:spLocks xmlns:a="http://schemas.openxmlformats.org/drawingml/2006/main" noGrp="1"/>
          </p:cNvSpPr>
          <p:nvPr/>
        </p:nvSpPr>
        <p:spPr>
          <a:xfrm xmlns:a="http://schemas.openxmlformats.org/drawingml/2006/main">
            <a:off x="3800475" y="5962650"/>
            <a:ext cx="306705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5F6B77"/>
                </a:solidFill>
                <a:latin typeface="Apple SD Gothic Neo"/>
                <a:ea typeface="Apple SD Gothic Neo"/>
                <a:cs typeface="Apple SD Gothic Neo"/>
              </a:defRPr>
            </a:pPr>
            <a:r>
              <a:rPr sz="1575" b="0">
                <a:solidFill>
                  <a:srgbClr val="5F6B77"/>
                </a:solidFill>
                <a:latin typeface="Apple SD Gothic Neo"/>
                <a:ea typeface="Apple SD Gothic Neo"/>
                <a:cs typeface="Apple SD Gothic Neo"/>
              </a:rPr>
              <a:t>보고서 결과 준비 후 사용</a:t>
            </a:r>
          </a:p>
        </p:txBody>
      </p:sp>
      <p:sp>
        <p:nvSpPr>
          <p:cNvPr id="42" name="dp43-background / n36 / text 1">
            <a:extLst xmlns:a="http://schemas.openxmlformats.org/drawingml/2006/main">
              <a:ext uri="{FF2B5EF4-FFF2-40B4-BE49-F238E27FC236}">
                <a16:creationId xmlns:a16="http://schemas.microsoft.com/office/drawing/2014/main" id="{11C34C11-98B0-4F8E-BCFB-CDBE5EFC115E}"/>
              </a:ext>
            </a:extLst>
          </p:cNvPr>
          <p:cNvSpPr>
            <a:spLocks xmlns:a="http://schemas.openxmlformats.org/drawingml/2006/main" noGrp="1"/>
          </p:cNvSpPr>
          <p:nvPr/>
        </p:nvSpPr>
        <p:spPr>
          <a:xfrm xmlns:a="http://schemas.openxmlformats.org/drawingml/2006/main">
            <a:off x="609600" y="6858000"/>
            <a:ext cx="1057275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5F6B77"/>
                </a:solidFill>
                <a:latin typeface="Apple SD Gothic Neo"/>
                <a:ea typeface="Apple SD Gothic Neo"/>
                <a:cs typeface="Apple SD Gothic Neo"/>
              </a:defRPr>
            </a:pPr>
            <a:r>
              <a:rPr sz="1725" b="0">
                <a:solidFill>
                  <a:srgbClr val="5F6B77"/>
                </a:solidFill>
                <a:latin typeface="Apple SD Gothic Neo"/>
                <a:ea typeface="Apple SD Gothic Neo"/>
                <a:cs typeface="Apple SD Gothic Neo"/>
              </a:rPr>
              <a:t>정정 시 함께 맞춰야 할 판단</a:t>
            </a:r>
          </a:p>
        </p:txBody>
      </p:sp>
      <p:sp>
        <p:nvSpPr>
          <p:cNvPr id="43" name="dp43-background / n37 / text 1">
            <a:extLst xmlns:a="http://schemas.openxmlformats.org/drawingml/2006/main">
              <a:ext uri="{FF2B5EF4-FFF2-40B4-BE49-F238E27FC236}">
                <a16:creationId xmlns:a16="http://schemas.microsoft.com/office/drawing/2014/main" id="{723C7412-9D92-45CD-9839-0CF685AEF7EC}"/>
              </a:ext>
            </a:extLst>
          </p:cNvPr>
          <p:cNvSpPr>
            <a:spLocks xmlns:a="http://schemas.openxmlformats.org/drawingml/2006/main" noGrp="1"/>
          </p:cNvSpPr>
          <p:nvPr/>
        </p:nvSpPr>
        <p:spPr>
          <a:xfrm xmlns:a="http://schemas.openxmlformats.org/drawingml/2006/main">
            <a:off x="762000" y="7267575"/>
            <a:ext cx="295275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5F6B77"/>
                </a:solidFill>
                <a:latin typeface="Apple SD Gothic Neo"/>
                <a:ea typeface="Apple SD Gothic Neo"/>
                <a:cs typeface="Apple SD Gothic Neo"/>
              </a:defRPr>
            </a:pPr>
            <a:r>
              <a:rPr sz="1575" b="0">
                <a:solidFill>
                  <a:srgbClr val="5F6B77"/>
                </a:solidFill>
                <a:latin typeface="Apple SD Gothic Neo"/>
                <a:ea typeface="Apple SD Gothic Neo"/>
                <a:cs typeface="Apple SD Gothic Neo"/>
              </a:rPr>
              <a:t>Referent</a:t>
            </a:r>
          </a:p>
        </p:txBody>
      </p:sp>
      <p:sp>
        <p:nvSpPr>
          <p:cNvPr id="44" name="dp43-background / n38 / text 1">
            <a:extLst xmlns:a="http://schemas.openxmlformats.org/drawingml/2006/main">
              <a:ext uri="{FF2B5EF4-FFF2-40B4-BE49-F238E27FC236}">
                <a16:creationId xmlns:a16="http://schemas.microsoft.com/office/drawing/2014/main" id="{4E3F62EB-6C51-4CFC-8281-748ACB3D28DD}"/>
              </a:ext>
            </a:extLst>
          </p:cNvPr>
          <p:cNvSpPr>
            <a:spLocks xmlns:a="http://schemas.openxmlformats.org/drawingml/2006/main" noGrp="1"/>
          </p:cNvSpPr>
          <p:nvPr/>
        </p:nvSpPr>
        <p:spPr>
          <a:xfrm xmlns:a="http://schemas.openxmlformats.org/drawingml/2006/main">
            <a:off x="762000" y="7658100"/>
            <a:ext cx="2952750" cy="3590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같은 보고서의 표</a:t>
            </a:r>
          </a:p>
        </p:txBody>
      </p:sp>
      <p:sp>
        <p:nvSpPr>
          <p:cNvPr id="45" name="dp43-background / n39 / text 1">
            <a:extLst xmlns:a="http://schemas.openxmlformats.org/drawingml/2006/main">
              <a:ext uri="{FF2B5EF4-FFF2-40B4-BE49-F238E27FC236}">
                <a16:creationId xmlns:a16="http://schemas.microsoft.com/office/drawing/2014/main" id="{3F445319-03DD-4638-A65A-D9A6D9DA1EB1}"/>
              </a:ext>
            </a:extLst>
          </p:cNvPr>
          <p:cNvSpPr>
            <a:spLocks xmlns:a="http://schemas.openxmlformats.org/drawingml/2006/main" noGrp="1"/>
          </p:cNvSpPr>
          <p:nvPr/>
        </p:nvSpPr>
        <p:spPr>
          <a:xfrm xmlns:a="http://schemas.openxmlformats.org/drawingml/2006/main">
            <a:off x="4419600" y="7267575"/>
            <a:ext cx="295275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5F6B77"/>
                </a:solidFill>
                <a:latin typeface="Apple SD Gothic Neo"/>
                <a:ea typeface="Apple SD Gothic Neo"/>
                <a:cs typeface="Apple SD Gothic Neo"/>
              </a:defRPr>
            </a:pPr>
            <a:r>
              <a:rPr sz="1575" b="0">
                <a:solidFill>
                  <a:srgbClr val="5F6B77"/>
                </a:solidFill>
                <a:latin typeface="Apple SD Gothic Neo"/>
                <a:ea typeface="Apple SD Gothic Neo"/>
                <a:cs typeface="Apple SD Gothic Neo"/>
              </a:rPr>
              <a:t>Task Association</a:t>
            </a:r>
          </a:p>
        </p:txBody>
      </p:sp>
      <p:sp>
        <p:nvSpPr>
          <p:cNvPr id="46" name="dp43-background / n40 / text 1">
            <a:extLst xmlns:a="http://schemas.openxmlformats.org/drawingml/2006/main">
              <a:ext uri="{FF2B5EF4-FFF2-40B4-BE49-F238E27FC236}">
                <a16:creationId xmlns:a16="http://schemas.microsoft.com/office/drawing/2014/main" id="{E292942B-9150-49BD-AE66-C73845266A32}"/>
              </a:ext>
            </a:extLst>
          </p:cNvPr>
          <p:cNvSpPr>
            <a:spLocks xmlns:a="http://schemas.openxmlformats.org/drawingml/2006/main" noGrp="1"/>
          </p:cNvSpPr>
          <p:nvPr/>
        </p:nvSpPr>
        <p:spPr>
          <a:xfrm xmlns:a="http://schemas.openxmlformats.org/drawingml/2006/main">
            <a:off x="4419600" y="7658100"/>
            <a:ext cx="2952750" cy="3590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메일 초안 Task</a:t>
            </a:r>
          </a:p>
        </p:txBody>
      </p:sp>
      <p:sp>
        <p:nvSpPr>
          <p:cNvPr id="47" name="dp43-background / n41 / text 1">
            <a:extLst xmlns:a="http://schemas.openxmlformats.org/drawingml/2006/main">
              <a:ext uri="{FF2B5EF4-FFF2-40B4-BE49-F238E27FC236}">
                <a16:creationId xmlns:a16="http://schemas.microsoft.com/office/drawing/2014/main" id="{8E951E91-4B68-4570-B0D2-8DC2A4CE1F90}"/>
              </a:ext>
            </a:extLst>
          </p:cNvPr>
          <p:cNvSpPr>
            <a:spLocks xmlns:a="http://schemas.openxmlformats.org/drawingml/2006/main" noGrp="1"/>
          </p:cNvSpPr>
          <p:nvPr/>
        </p:nvSpPr>
        <p:spPr>
          <a:xfrm xmlns:a="http://schemas.openxmlformats.org/drawingml/2006/main">
            <a:off x="8077200" y="7267575"/>
            <a:ext cx="295275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5F6B77"/>
                </a:solidFill>
                <a:latin typeface="Apple SD Gothic Neo"/>
                <a:ea typeface="Apple SD Gothic Neo"/>
                <a:cs typeface="Apple SD Gothic Neo"/>
              </a:defRPr>
            </a:pPr>
            <a:r>
              <a:rPr sz="1575" b="0">
                <a:solidFill>
                  <a:srgbClr val="5F6B77"/>
                </a:solidFill>
                <a:latin typeface="Apple SD Gothic Neo"/>
                <a:ea typeface="Apple SD Gothic Neo"/>
                <a:cs typeface="Apple SD Gothic Neo"/>
              </a:rPr>
              <a:t>정정 범위</a:t>
            </a:r>
          </a:p>
        </p:txBody>
      </p:sp>
      <p:sp>
        <p:nvSpPr>
          <p:cNvPr id="48" name="dp43-background / n42 / text 1">
            <a:extLst xmlns:a="http://schemas.openxmlformats.org/drawingml/2006/main">
              <a:ext uri="{FF2B5EF4-FFF2-40B4-BE49-F238E27FC236}">
                <a16:creationId xmlns:a16="http://schemas.microsoft.com/office/drawing/2014/main" id="{74CEB6B7-FA85-4E97-AD67-EE59E3666B02}"/>
              </a:ext>
            </a:extLst>
          </p:cNvPr>
          <p:cNvSpPr>
            <a:spLocks xmlns:a="http://schemas.openxmlformats.org/drawingml/2006/main" noGrp="1"/>
          </p:cNvSpPr>
          <p:nvPr/>
        </p:nvSpPr>
        <p:spPr>
          <a:xfrm xmlns:a="http://schemas.openxmlformats.org/drawingml/2006/main">
            <a:off x="8077200" y="7658100"/>
            <a:ext cx="2952750" cy="3590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메일 내용만 교체</a:t>
            </a:r>
          </a:p>
        </p:txBody>
      </p:sp>
      <p:sp>
        <p:nvSpPr>
          <p:cNvPr id="49" name="dp43-background / n43 / path">
            <a:extLst xmlns:a="http://schemas.openxmlformats.org/drawingml/2006/main">
              <a:ext uri="{FF2B5EF4-FFF2-40B4-BE49-F238E27FC236}">
                <a16:creationId xmlns:a16="http://schemas.microsoft.com/office/drawing/2014/main" id="{3D2DC769-2EDA-4633-92E5-D3B5BA66C816}"/>
              </a:ext>
            </a:extLst>
          </p:cNvPr>
          <p:cNvSpPr>
            <a:spLocks xmlns:a="http://schemas.openxmlformats.org/drawingml/2006/main" noGrp="1"/>
          </p:cNvSpPr>
          <p:nvPr/>
        </p:nvSpPr>
        <p:spPr>
          <a:xfrm xmlns:a="http://schemas.openxmlformats.org/drawingml/2006/main">
            <a:off x="3714750" y="7800975"/>
            <a:ext cx="419100" cy="953"/>
          </a:xfrm>
          <a:custGeom xmlns:a="http://schemas.openxmlformats.org/drawingml/2006/main">
            <a:pathLst>
              <a:path w="419100" h="953">
                <a:moveTo>
                  <a:pt x="0" y="0"/>
                </a:moveTo>
                <a:lnTo>
                  <a:pt x="419100" y="0"/>
                </a:lnTo>
              </a:path>
            </a:pathLst>
          </a:custGeom>
          <a:noFill xmlns:a="http://schemas.openxmlformats.org/drawingml/2006/main"/>
          <a:ln xmlns:a="http://schemas.openxmlformats.org/drawingml/2006/main" w="19050">
            <a:solidFill>
              <a:srgbClr val="CDD6DE"/>
            </a:solidFill>
            <a:prstDash val="solid"/>
          </a:ln>
        </p:spPr>
      </p:sp>
      <p:sp>
        <p:nvSpPr>
          <p:cNvPr id="50" name="dp43-background / n44 / path">
            <a:extLst xmlns:a="http://schemas.openxmlformats.org/drawingml/2006/main">
              <a:ext uri="{FF2B5EF4-FFF2-40B4-BE49-F238E27FC236}">
                <a16:creationId xmlns:a16="http://schemas.microsoft.com/office/drawing/2014/main" id="{7A23F118-AF3F-42D2-BEB6-3F87C984C422}"/>
              </a:ext>
            </a:extLst>
          </p:cNvPr>
          <p:cNvSpPr>
            <a:spLocks xmlns:a="http://schemas.openxmlformats.org/drawingml/2006/main" noGrp="1"/>
          </p:cNvSpPr>
          <p:nvPr/>
        </p:nvSpPr>
        <p:spPr>
          <a:xfrm xmlns:a="http://schemas.openxmlformats.org/drawingml/2006/main">
            <a:off x="7353300" y="7800975"/>
            <a:ext cx="438150" cy="953"/>
          </a:xfrm>
          <a:custGeom xmlns:a="http://schemas.openxmlformats.org/drawingml/2006/main">
            <a:pathLst>
              <a:path w="438150" h="953">
                <a:moveTo>
                  <a:pt x="0" y="0"/>
                </a:moveTo>
                <a:lnTo>
                  <a:pt x="438150" y="0"/>
                </a:lnTo>
              </a:path>
            </a:pathLst>
          </a:custGeom>
          <a:noFill xmlns:a="http://schemas.openxmlformats.org/drawingml/2006/main"/>
          <a:ln xmlns:a="http://schemas.openxmlformats.org/drawingml/2006/main" w="19050">
            <a:solidFill>
              <a:srgbClr val="CDD6DE"/>
            </a:solidFill>
            <a:prstDash val="solid"/>
          </a:ln>
        </p:spPr>
      </p:sp>
      <p:sp>
        <p:nvSpPr>
          <p:cNvPr id="51" name="dp43-background / n45 / text 1">
            <a:extLst xmlns:a="http://schemas.openxmlformats.org/drawingml/2006/main">
              <a:ext uri="{FF2B5EF4-FFF2-40B4-BE49-F238E27FC236}">
                <a16:creationId xmlns:a16="http://schemas.microsoft.com/office/drawing/2014/main" id="{837753B5-08B2-4E26-9229-BA35E30C36C2}"/>
              </a:ext>
            </a:extLst>
          </p:cNvPr>
          <p:cNvSpPr>
            <a:spLocks xmlns:a="http://schemas.openxmlformats.org/drawingml/2006/main" noGrp="1"/>
          </p:cNvSpPr>
          <p:nvPr/>
        </p:nvSpPr>
        <p:spPr>
          <a:xfrm xmlns:a="http://schemas.openxmlformats.org/drawingml/2006/main">
            <a:off x="12001500" y="3381375"/>
            <a:ext cx="5676900" cy="33147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8232E"/>
                </a:solidFill>
                <a:latin typeface="Apple SD Gothic Neo"/>
                <a:ea typeface="Apple SD Gothic Neo"/>
                <a:cs typeface="Apple SD Gothic Neo"/>
              </a:defRPr>
            </a:pPr>
            <a:r>
              <a:rPr sz="1800" b="1">
                <a:solidFill>
                  <a:srgbClr val="18232E"/>
                </a:solidFill>
                <a:latin typeface="Apple SD Gothic Neo"/>
                <a:ea typeface="Apple SD Gothic Neo"/>
                <a:cs typeface="Apple SD Gothic Neo"/>
              </a:rPr>
              <a:t>의도와 처리 방향</a:t>
            </a:r>
          </a:p>
        </p:txBody>
      </p:sp>
      <p:sp>
        <p:nvSpPr>
          <p:cNvPr id="52" name="dp43-background / n46 / text 1">
            <a:extLst xmlns:a="http://schemas.openxmlformats.org/drawingml/2006/main">
              <a:ext uri="{FF2B5EF4-FFF2-40B4-BE49-F238E27FC236}">
                <a16:creationId xmlns:a16="http://schemas.microsoft.com/office/drawing/2014/main" id="{ED5AF4B3-29B0-4CB5-9498-7B78530848E7}"/>
              </a:ext>
            </a:extLst>
          </p:cNvPr>
          <p:cNvSpPr>
            <a:spLocks xmlns:a="http://schemas.openxmlformats.org/drawingml/2006/main" noGrp="1"/>
          </p:cNvSpPr>
          <p:nvPr/>
        </p:nvSpPr>
        <p:spPr>
          <a:xfrm xmlns:a="http://schemas.openxmlformats.org/drawingml/2006/main">
            <a:off x="12001500" y="3781425"/>
            <a:ext cx="567690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5F6B77"/>
                </a:solidFill>
                <a:latin typeface="Apple SD Gothic Neo"/>
                <a:ea typeface="Apple SD Gothic Neo"/>
                <a:cs typeface="Apple SD Gothic Neo"/>
              </a:defRPr>
            </a:pPr>
            <a:r>
              <a:rPr sz="1725" b="0">
                <a:solidFill>
                  <a:srgbClr val="5F6B77"/>
                </a:solidFill>
                <a:latin typeface="Apple SD Gothic Neo"/>
                <a:ea typeface="Apple SD Gothic Neo"/>
                <a:cs typeface="Apple SD Gothic Neo"/>
              </a:rPr>
              <a:t>요청 목표와 Delegation 및 자료 대기의 판단</a:t>
            </a:r>
          </a:p>
        </p:txBody>
      </p:sp>
      <p:sp>
        <p:nvSpPr>
          <p:cNvPr id="53" name="dp43-background / n47 / text 1">
            <a:extLst xmlns:a="http://schemas.openxmlformats.org/drawingml/2006/main">
              <a:ext uri="{FF2B5EF4-FFF2-40B4-BE49-F238E27FC236}">
                <a16:creationId xmlns:a16="http://schemas.microsoft.com/office/drawing/2014/main" id="{E9BB46D0-8869-4CA5-8D50-DCB833CD42A9}"/>
              </a:ext>
            </a:extLst>
          </p:cNvPr>
          <p:cNvSpPr>
            <a:spLocks xmlns:a="http://schemas.openxmlformats.org/drawingml/2006/main" noGrp="1"/>
          </p:cNvSpPr>
          <p:nvPr/>
        </p:nvSpPr>
        <p:spPr>
          <a:xfrm xmlns:a="http://schemas.openxmlformats.org/drawingml/2006/main">
            <a:off x="12001500" y="4905375"/>
            <a:ext cx="5676900" cy="33147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8232E"/>
                </a:solidFill>
                <a:latin typeface="Apple SD Gothic Neo"/>
                <a:ea typeface="Apple SD Gothic Neo"/>
                <a:cs typeface="Apple SD Gothic Neo"/>
              </a:defRPr>
            </a:pPr>
            <a:r>
              <a:rPr sz="1800" b="1">
                <a:solidFill>
                  <a:srgbClr val="18232E"/>
                </a:solidFill>
                <a:latin typeface="Apple SD Gothic Neo"/>
                <a:ea typeface="Apple SD Gothic Neo"/>
                <a:cs typeface="Apple SD Gothic Neo"/>
              </a:rPr>
              <a:t>Referent와 Task Association</a:t>
            </a:r>
          </a:p>
        </p:txBody>
      </p:sp>
      <p:sp>
        <p:nvSpPr>
          <p:cNvPr id="54" name="dp43-background / n48 / text 1">
            <a:extLst xmlns:a="http://schemas.openxmlformats.org/drawingml/2006/main">
              <a:ext uri="{FF2B5EF4-FFF2-40B4-BE49-F238E27FC236}">
                <a16:creationId xmlns:a16="http://schemas.microsoft.com/office/drawing/2014/main" id="{53AECD46-1C02-46BC-8821-DB796A558F65}"/>
              </a:ext>
            </a:extLst>
          </p:cNvPr>
          <p:cNvSpPr>
            <a:spLocks xmlns:a="http://schemas.openxmlformats.org/drawingml/2006/main" noGrp="1"/>
          </p:cNvSpPr>
          <p:nvPr/>
        </p:nvSpPr>
        <p:spPr>
          <a:xfrm xmlns:a="http://schemas.openxmlformats.org/drawingml/2006/main">
            <a:off x="12001500" y="5305425"/>
            <a:ext cx="567690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5F6B77"/>
                </a:solidFill>
                <a:latin typeface="Apple SD Gothic Neo"/>
                <a:ea typeface="Apple SD Gothic Neo"/>
                <a:cs typeface="Apple SD Gothic Neo"/>
              </a:defRPr>
            </a:pPr>
            <a:r>
              <a:rPr sz="1725" b="0">
                <a:solidFill>
                  <a:srgbClr val="5F6B77"/>
                </a:solidFill>
                <a:latin typeface="Apple SD Gothic Neo"/>
                <a:ea typeface="Apple SD Gothic Neo"/>
                <a:cs typeface="Apple SD Gothic Neo"/>
              </a:rPr>
              <a:t>자료와 관련 Task 및 결과 사용 관계의 일치</a:t>
            </a:r>
          </a:p>
        </p:txBody>
      </p:sp>
      <p:sp>
        <p:nvSpPr>
          <p:cNvPr id="55" name="dp43-background / n49 / text 1">
            <a:extLst xmlns:a="http://schemas.openxmlformats.org/drawingml/2006/main">
              <a:ext uri="{FF2B5EF4-FFF2-40B4-BE49-F238E27FC236}">
                <a16:creationId xmlns:a16="http://schemas.microsoft.com/office/drawing/2014/main" id="{EA9B4516-4CA8-458F-BE0C-F55A6DDCD071}"/>
              </a:ext>
            </a:extLst>
          </p:cNvPr>
          <p:cNvSpPr>
            <a:spLocks xmlns:a="http://schemas.openxmlformats.org/drawingml/2006/main" noGrp="1"/>
          </p:cNvSpPr>
          <p:nvPr/>
        </p:nvSpPr>
        <p:spPr>
          <a:xfrm xmlns:a="http://schemas.openxmlformats.org/drawingml/2006/main">
            <a:off x="12001500" y="6429375"/>
            <a:ext cx="5676900" cy="33147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8232E"/>
                </a:solidFill>
                <a:latin typeface="Apple SD Gothic Neo"/>
                <a:ea typeface="Apple SD Gothic Neo"/>
                <a:cs typeface="Apple SD Gothic Neo"/>
              </a:defRPr>
            </a:pPr>
            <a:r>
              <a:rPr sz="1800" b="1">
                <a:solidFill>
                  <a:srgbClr val="18232E"/>
                </a:solidFill>
                <a:latin typeface="Apple SD Gothic Neo"/>
                <a:ea typeface="Apple SD Gothic Neo"/>
                <a:cs typeface="Apple SD Gothic Neo"/>
              </a:rPr>
              <a:t>정정 범위와 기존 조건</a:t>
            </a:r>
          </a:p>
        </p:txBody>
      </p:sp>
      <p:sp>
        <p:nvSpPr>
          <p:cNvPr id="56" name="dp43-background / n50 / text 1">
            <a:extLst xmlns:a="http://schemas.openxmlformats.org/drawingml/2006/main">
              <a:ext uri="{FF2B5EF4-FFF2-40B4-BE49-F238E27FC236}">
                <a16:creationId xmlns:a16="http://schemas.microsoft.com/office/drawing/2014/main" id="{3262DD9C-3443-4040-9B93-F7FBA5CF4A2A}"/>
              </a:ext>
            </a:extLst>
          </p:cNvPr>
          <p:cNvSpPr>
            <a:spLocks xmlns:a="http://schemas.openxmlformats.org/drawingml/2006/main" noGrp="1"/>
          </p:cNvSpPr>
          <p:nvPr/>
        </p:nvSpPr>
        <p:spPr>
          <a:xfrm xmlns:a="http://schemas.openxmlformats.org/drawingml/2006/main">
            <a:off x="12001500" y="6829425"/>
            <a:ext cx="567690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5F6B77"/>
                </a:solidFill>
                <a:latin typeface="Apple SD Gothic Neo"/>
                <a:ea typeface="Apple SD Gothic Neo"/>
                <a:cs typeface="Apple SD Gothic Neo"/>
              </a:defRPr>
            </a:pPr>
            <a:r>
              <a:rPr sz="1725" b="0">
                <a:solidFill>
                  <a:srgbClr val="5F6B77"/>
                </a:solidFill>
                <a:latin typeface="Apple SD Gothic Neo"/>
                <a:ea typeface="Apple SD Gothic Neo"/>
                <a:cs typeface="Apple SD Gothic Neo"/>
              </a:rPr>
              <a:t>메일 내용만 교체하고 PDF 조건 유지</a:t>
            </a:r>
          </a:p>
        </p:txBody>
      </p:sp>
    </p:spTree>
    <p:extLst>
      <p:ext uri="{BB962C8B-B14F-4D97-AF65-F5344CB8AC3E}">
        <p14:creationId xmlns:p14="http://schemas.microsoft.com/office/powerpoint/2010/main" val="58855087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7" name="dp43-comparison / n1">
            <a:extLst xmlns:a="http://schemas.openxmlformats.org/drawingml/2006/main">
              <a:ext uri="{FF2B5EF4-FFF2-40B4-BE49-F238E27FC236}">
                <a16:creationId xmlns:a16="http://schemas.microsoft.com/office/drawing/2014/main" id="{539C452D-04D3-44D7-A9E4-1FC19FA7033F}"/>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dp43-comparison / n2 / text 1">
            <a:extLst xmlns:a="http://schemas.openxmlformats.org/drawingml/2006/main">
              <a:ext uri="{FF2B5EF4-FFF2-40B4-BE49-F238E27FC236}">
                <a16:creationId xmlns:a16="http://schemas.microsoft.com/office/drawing/2014/main" id="{1AF511D2-734C-4FF3-95FF-37DE60BCDE82}"/>
              </a:ext>
            </a:extLst>
          </p:cNvPr>
          <p:cNvSpPr>
            <a:spLocks xmlns:a="http://schemas.openxmlformats.org/drawingml/2006/main" noGrp="1"/>
          </p:cNvSpPr>
          <p:nvPr/>
        </p:nvSpPr>
        <p:spPr>
          <a:xfrm xmlns:a="http://schemas.openxmlformats.org/drawingml/2006/main">
            <a:off x="381000" y="209550"/>
            <a:ext cx="123825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087E8B"/>
                </a:solidFill>
                <a:latin typeface="Apple SD Gothic Neo"/>
                <a:ea typeface="Apple SD Gothic Neo"/>
                <a:cs typeface="Apple SD Gothic Neo"/>
              </a:defRPr>
            </a:pPr>
            <a:r>
              <a:rPr sz="1425" b="1">
                <a:solidFill>
                  <a:srgbClr val="087E8B"/>
                </a:solidFill>
                <a:latin typeface="Apple SD Gothic Neo"/>
                <a:ea typeface="Apple SD Gothic Neo"/>
                <a:cs typeface="Apple SD Gothic Neo"/>
              </a:rPr>
              <a:t>VIA SOFTWARE ARCHITECTURE / DP 설계 비교</a:t>
            </a:r>
          </a:p>
        </p:txBody>
      </p:sp>
      <p:sp>
        <p:nvSpPr>
          <p:cNvPr id="3" name="dp43-comparison / n3 / text 1">
            <a:extLst xmlns:a="http://schemas.openxmlformats.org/drawingml/2006/main">
              <a:ext uri="{FF2B5EF4-FFF2-40B4-BE49-F238E27FC236}">
                <a16:creationId xmlns:a16="http://schemas.microsoft.com/office/drawing/2014/main" id="{18041859-E2D9-438C-95BF-A4AE043DFBD5}"/>
              </a:ext>
            </a:extLst>
          </p:cNvPr>
          <p:cNvSpPr>
            <a:spLocks xmlns:a="http://schemas.openxmlformats.org/drawingml/2006/main" noGrp="1"/>
          </p:cNvSpPr>
          <p:nvPr/>
        </p:nvSpPr>
        <p:spPr>
          <a:xfrm xmlns:a="http://schemas.openxmlformats.org/drawingml/2006/main">
            <a:off x="13620750" y="209550"/>
            <a:ext cx="428625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구조 비교 / 장단점 / QA Trade-off</a:t>
            </a:r>
          </a:p>
        </p:txBody>
      </p:sp>
      <p:sp>
        <p:nvSpPr>
          <p:cNvPr id="4" name="dp43-comparison / n4 / text 1">
            <a:extLst xmlns:a="http://schemas.openxmlformats.org/drawingml/2006/main">
              <a:ext uri="{FF2B5EF4-FFF2-40B4-BE49-F238E27FC236}">
                <a16:creationId xmlns:a16="http://schemas.microsoft.com/office/drawing/2014/main" id="{8541CF34-7C33-45EA-BE8B-E2C8E3E82B48}"/>
              </a:ext>
            </a:extLst>
          </p:cNvPr>
          <p:cNvSpPr>
            <a:spLocks xmlns:a="http://schemas.openxmlformats.org/drawingml/2006/main" noGrp="1"/>
          </p:cNvSpPr>
          <p:nvPr/>
        </p:nvSpPr>
        <p:spPr>
          <a:xfrm xmlns:a="http://schemas.openxmlformats.org/drawingml/2006/main">
            <a:off x="381000" y="619125"/>
            <a:ext cx="17526000" cy="53863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b="1">
                <a:solidFill>
                  <a:srgbClr val="18232E"/>
                </a:solidFill>
                <a:latin typeface="Apple SD Gothic Neo"/>
                <a:ea typeface="Apple SD Gothic Neo"/>
                <a:cs typeface="Apple SD Gothic Neo"/>
              </a:defRPr>
            </a:pPr>
            <a:r>
              <a:rPr sz="2925" b="1">
                <a:solidFill>
                  <a:srgbClr val="18232E"/>
                </a:solidFill>
                <a:latin typeface="Apple SD Gothic Neo"/>
                <a:ea typeface="Apple SD Gothic Neo"/>
                <a:cs typeface="Apple SD Gothic Neo"/>
              </a:rPr>
              <a:t>04-43. 기능 정확성을 위한 VIA Request 의미 판단 설계</a:t>
            </a:r>
          </a:p>
        </p:txBody>
      </p:sp>
      <p:sp>
        <p:nvSpPr>
          <p:cNvPr id="5" name="dp43-comparison / n5 / path">
            <a:extLst xmlns:a="http://schemas.openxmlformats.org/drawingml/2006/main">
              <a:ext uri="{FF2B5EF4-FFF2-40B4-BE49-F238E27FC236}">
                <a16:creationId xmlns:a16="http://schemas.microsoft.com/office/drawing/2014/main" id="{BA783C28-D448-44F6-9777-7D4817CA8251}"/>
              </a:ext>
            </a:extLst>
          </p:cNvPr>
          <p:cNvSpPr>
            <a:spLocks xmlns:a="http://schemas.openxmlformats.org/drawingml/2006/main" noGrp="1"/>
          </p:cNvSpPr>
          <p:nvPr/>
        </p:nvSpPr>
        <p:spPr>
          <a:xfrm xmlns:a="http://schemas.openxmlformats.org/drawingml/2006/main">
            <a:off x="381000" y="115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6" name="dp43-comparison / n6 / text 1">
            <a:extLst xmlns:a="http://schemas.openxmlformats.org/drawingml/2006/main">
              <a:ext uri="{FF2B5EF4-FFF2-40B4-BE49-F238E27FC236}">
                <a16:creationId xmlns:a16="http://schemas.microsoft.com/office/drawing/2014/main" id="{EAB8D128-1AA1-470E-B640-7B6EBB1C71F8}"/>
              </a:ext>
            </a:extLst>
          </p:cNvPr>
          <p:cNvSpPr>
            <a:spLocks xmlns:a="http://schemas.openxmlformats.org/drawingml/2006/main" noGrp="1"/>
          </p:cNvSpPr>
          <p:nvPr/>
        </p:nvSpPr>
        <p:spPr>
          <a:xfrm xmlns:a="http://schemas.openxmlformats.org/drawingml/2006/main">
            <a:off x="381000" y="1352550"/>
            <a:ext cx="1457325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18232E"/>
                </a:solidFill>
                <a:latin typeface="Apple SD Gothic Neo"/>
                <a:ea typeface="Apple SD Gothic Neo"/>
                <a:cs typeface="Apple SD Gothic Neo"/>
              </a:defRPr>
            </a:pPr>
            <a:r>
              <a:rPr sz="1725" b="0">
                <a:solidFill>
                  <a:srgbClr val="18232E"/>
                </a:solidFill>
                <a:latin typeface="Apple SD Gothic Neo"/>
                <a:ea typeface="Apple SD Gothic Neo"/>
                <a:cs typeface="Apple SD Gothic Neo"/>
              </a:rPr>
              <a:t>“보고서는 PDF로, 메일에는 결론을 넣어줘.” → “메일에는 결론 대신 표만 넣어줘.”</a:t>
            </a:r>
          </a:p>
        </p:txBody>
      </p:sp>
      <p:sp>
        <p:nvSpPr>
          <p:cNvPr id="7" name="dp43-comparison / n7 / text 1">
            <a:extLst xmlns:a="http://schemas.openxmlformats.org/drawingml/2006/main">
              <a:ext uri="{FF2B5EF4-FFF2-40B4-BE49-F238E27FC236}">
                <a16:creationId xmlns:a16="http://schemas.microsoft.com/office/drawing/2014/main" id="{B3E36739-3DB8-4FD8-936F-5CA3990A02DA}"/>
              </a:ext>
            </a:extLst>
          </p:cNvPr>
          <p:cNvSpPr>
            <a:spLocks xmlns:a="http://schemas.openxmlformats.org/drawingml/2006/main" noGrp="1"/>
          </p:cNvSpPr>
          <p:nvPr/>
        </p:nvSpPr>
        <p:spPr>
          <a:xfrm xmlns:a="http://schemas.openxmlformats.org/drawingml/2006/main">
            <a:off x="15144750" y="1381125"/>
            <a:ext cx="276225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1">
                <a:solidFill>
                  <a:srgbClr val="B63732"/>
                </a:solidFill>
                <a:latin typeface="Apple SD Gothic Neo"/>
                <a:ea typeface="Apple SD Gothic Neo"/>
                <a:cs typeface="Apple SD Gothic Neo"/>
              </a:defRPr>
            </a:pPr>
            <a:r>
              <a:rPr sz="1425" b="1">
                <a:solidFill>
                  <a:srgbClr val="B63732"/>
                </a:solidFill>
                <a:latin typeface="Apple SD Gothic Neo"/>
                <a:ea typeface="Apple SD Gothic Neo"/>
                <a:cs typeface="Apple SD Gothic Neo"/>
              </a:rPr>
              <a:t>수치와 점수 / 예상 예시</a:t>
            </a:r>
          </a:p>
        </p:txBody>
      </p:sp>
      <p:sp>
        <p:nvSpPr>
          <p:cNvPr id="8" name="dp43-comparison / n8">
            <a:extLst xmlns:a="http://schemas.openxmlformats.org/drawingml/2006/main">
              <a:ext uri="{FF2B5EF4-FFF2-40B4-BE49-F238E27FC236}">
                <a16:creationId xmlns:a16="http://schemas.microsoft.com/office/drawing/2014/main" id="{D98578CF-C4D0-4F38-8A31-6CEC4136E306}"/>
              </a:ext>
            </a:extLst>
          </p:cNvPr>
          <p:cNvSpPr>
            <a:spLocks xmlns:a="http://schemas.openxmlformats.org/drawingml/2006/main" noGrp="1"/>
          </p:cNvSpPr>
          <p:nvPr/>
        </p:nvSpPr>
        <p:spPr>
          <a:xfrm xmlns:a="http://schemas.openxmlformats.org/drawingml/2006/main">
            <a:off x="381000" y="1790700"/>
            <a:ext cx="17526000" cy="523875"/>
          </a:xfrm>
          <a:prstGeom xmlns:a="http://schemas.openxmlformats.org/drawingml/2006/main" prst="rect">
            <a:avLst/>
          </a:prstGeom>
          <a:solidFill xmlns:a="http://schemas.openxmlformats.org/drawingml/2006/main">
            <a:srgbClr val="D5E7C7"/>
          </a:solidFill>
          <a:ln xmlns:a="http://schemas.openxmlformats.org/drawingml/2006/main" w="16193">
            <a:solidFill>
              <a:srgbClr val="CDD6DE"/>
            </a:solidFill>
            <a:prstDash val="solid"/>
          </a:ln>
        </p:spPr>
      </p:sp>
      <p:sp>
        <p:nvSpPr>
          <p:cNvPr id="9" name="dp43-comparison / n9 / text 1">
            <a:extLst xmlns:a="http://schemas.openxmlformats.org/drawingml/2006/main">
              <a:ext uri="{FF2B5EF4-FFF2-40B4-BE49-F238E27FC236}">
                <a16:creationId xmlns:a16="http://schemas.microsoft.com/office/drawing/2014/main" id="{9E6C049F-3B59-4A83-BD17-797CA59E91A2}"/>
              </a:ext>
            </a:extLst>
          </p:cNvPr>
          <p:cNvSpPr>
            <a:spLocks xmlns:a="http://schemas.openxmlformats.org/drawingml/2006/main" noGrp="1"/>
          </p:cNvSpPr>
          <p:nvPr/>
        </p:nvSpPr>
        <p:spPr>
          <a:xfrm xmlns:a="http://schemas.openxmlformats.org/drawingml/2006/main">
            <a:off x="390525" y="1952625"/>
            <a:ext cx="93345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75" b="1">
                <a:solidFill>
                  <a:srgbClr val="18232E"/>
                </a:solidFill>
                <a:latin typeface="Apple SD Gothic Neo"/>
                <a:ea typeface="Apple SD Gothic Neo"/>
                <a:cs typeface="Apple SD Gothic Neo"/>
              </a:defRPr>
            </a:pPr>
            <a:r>
              <a:rPr sz="1575" b="1">
                <a:solidFill>
                  <a:srgbClr val="18232E"/>
                </a:solidFill>
                <a:latin typeface="Apple SD Gothic Neo"/>
                <a:ea typeface="Apple SD Gothic Neo"/>
                <a:cs typeface="Apple SD Gothic Neo"/>
              </a:rPr>
              <a:t>설계안</a:t>
            </a:r>
          </a:p>
        </p:txBody>
      </p:sp>
      <p:sp>
        <p:nvSpPr>
          <p:cNvPr id="10" name="dp43-comparison / n10">
            <a:extLst xmlns:a="http://schemas.openxmlformats.org/drawingml/2006/main">
              <a:ext uri="{FF2B5EF4-FFF2-40B4-BE49-F238E27FC236}">
                <a16:creationId xmlns:a16="http://schemas.microsoft.com/office/drawing/2014/main" id="{1B074960-1C0C-434F-A19F-1C392B9C833D}"/>
              </a:ext>
            </a:extLst>
          </p:cNvPr>
          <p:cNvSpPr>
            <a:spLocks xmlns:a="http://schemas.openxmlformats.org/drawingml/2006/main" noGrp="1"/>
          </p:cNvSpPr>
          <p:nvPr/>
        </p:nvSpPr>
        <p:spPr>
          <a:xfrm xmlns:a="http://schemas.openxmlformats.org/drawingml/2006/main">
            <a:off x="381000" y="2314575"/>
            <a:ext cx="17526000" cy="5257800"/>
          </a:xfrm>
          <a:prstGeom xmlns:a="http://schemas.openxmlformats.org/drawingml/2006/main" prst="rect">
            <a:avLst/>
          </a:prstGeom>
          <a:solidFill xmlns:a="http://schemas.openxmlformats.org/drawingml/2006/main">
            <a:srgbClr val="FFFFFF"/>
          </a:solidFill>
          <a:ln xmlns:a="http://schemas.openxmlformats.org/drawingml/2006/main" w="16193">
            <a:solidFill>
              <a:srgbClr val="CDD6DE"/>
            </a:solidFill>
            <a:prstDash val="solid"/>
          </a:ln>
        </p:spPr>
      </p:sp>
      <p:sp>
        <p:nvSpPr>
          <p:cNvPr id="11" name="dp43-comparison / n11 / text 1">
            <a:extLst xmlns:a="http://schemas.openxmlformats.org/drawingml/2006/main">
              <a:ext uri="{FF2B5EF4-FFF2-40B4-BE49-F238E27FC236}">
                <a16:creationId xmlns:a16="http://schemas.microsoft.com/office/drawing/2014/main" id="{6AA04085-07F1-445B-B048-8D577D6A4E91}"/>
              </a:ext>
            </a:extLst>
          </p:cNvPr>
          <p:cNvSpPr>
            <a:spLocks xmlns:a="http://schemas.openxmlformats.org/drawingml/2006/main" noGrp="1"/>
          </p:cNvSpPr>
          <p:nvPr/>
        </p:nvSpPr>
        <p:spPr>
          <a:xfrm xmlns:a="http://schemas.openxmlformats.org/drawingml/2006/main">
            <a:off x="390525" y="2476500"/>
            <a:ext cx="93345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75" b="1">
                <a:solidFill>
                  <a:srgbClr val="18232E"/>
                </a:solidFill>
                <a:latin typeface="Apple SD Gothic Neo"/>
                <a:ea typeface="Apple SD Gothic Neo"/>
                <a:cs typeface="Apple SD Gothic Neo"/>
              </a:defRPr>
            </a:pPr>
            <a:r>
              <a:rPr sz="1575" b="1">
                <a:solidFill>
                  <a:srgbClr val="18232E"/>
                </a:solidFill>
                <a:latin typeface="Apple SD Gothic Neo"/>
                <a:ea typeface="Apple SD Gothic Neo"/>
                <a:cs typeface="Apple SD Gothic Neo"/>
              </a:rPr>
              <a:t>구조</a:t>
            </a:r>
          </a:p>
        </p:txBody>
      </p:sp>
      <p:sp>
        <p:nvSpPr>
          <p:cNvPr id="12" name="dp43-comparison / n12">
            <a:extLst xmlns:a="http://schemas.openxmlformats.org/drawingml/2006/main">
              <a:ext uri="{FF2B5EF4-FFF2-40B4-BE49-F238E27FC236}">
                <a16:creationId xmlns:a16="http://schemas.microsoft.com/office/drawing/2014/main" id="{24E71620-0EC8-415A-BD46-16A76DE26563}"/>
              </a:ext>
            </a:extLst>
          </p:cNvPr>
          <p:cNvSpPr>
            <a:spLocks xmlns:a="http://schemas.openxmlformats.org/drawingml/2006/main" noGrp="1"/>
          </p:cNvSpPr>
          <p:nvPr/>
        </p:nvSpPr>
        <p:spPr>
          <a:xfrm xmlns:a="http://schemas.openxmlformats.org/drawingml/2006/main">
            <a:off x="381000" y="7572375"/>
            <a:ext cx="17526000" cy="762000"/>
          </a:xfrm>
          <a:prstGeom xmlns:a="http://schemas.openxmlformats.org/drawingml/2006/main" prst="rect">
            <a:avLst/>
          </a:prstGeom>
          <a:solidFill xmlns:a="http://schemas.openxmlformats.org/drawingml/2006/main">
            <a:srgbClr val="FFFFFF"/>
          </a:solidFill>
          <a:ln xmlns:a="http://schemas.openxmlformats.org/drawingml/2006/main" w="16193">
            <a:solidFill>
              <a:srgbClr val="CDD6DE"/>
            </a:solidFill>
            <a:prstDash val="solid"/>
          </a:ln>
        </p:spPr>
      </p:sp>
      <p:sp>
        <p:nvSpPr>
          <p:cNvPr id="13" name="dp43-comparison / n13 / text 1">
            <a:extLst xmlns:a="http://schemas.openxmlformats.org/drawingml/2006/main">
              <a:ext uri="{FF2B5EF4-FFF2-40B4-BE49-F238E27FC236}">
                <a16:creationId xmlns:a16="http://schemas.microsoft.com/office/drawing/2014/main" id="{2A39EEC0-B53B-4097-8AD9-CF701A715FEA}"/>
              </a:ext>
            </a:extLst>
          </p:cNvPr>
          <p:cNvSpPr>
            <a:spLocks xmlns:a="http://schemas.openxmlformats.org/drawingml/2006/main" noGrp="1"/>
          </p:cNvSpPr>
          <p:nvPr/>
        </p:nvSpPr>
        <p:spPr>
          <a:xfrm xmlns:a="http://schemas.openxmlformats.org/drawingml/2006/main">
            <a:off x="390525" y="7734300"/>
            <a:ext cx="93345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75" b="1">
                <a:solidFill>
                  <a:srgbClr val="18232E"/>
                </a:solidFill>
                <a:latin typeface="Apple SD Gothic Neo"/>
                <a:ea typeface="Apple SD Gothic Neo"/>
                <a:cs typeface="Apple SD Gothic Neo"/>
              </a:defRPr>
            </a:pPr>
            <a:r>
              <a:rPr sz="1575" b="1">
                <a:solidFill>
                  <a:srgbClr val="18232E"/>
                </a:solidFill>
                <a:latin typeface="Apple SD Gothic Neo"/>
                <a:ea typeface="Apple SD Gothic Neo"/>
                <a:cs typeface="Apple SD Gothic Neo"/>
              </a:rPr>
              <a:t>장점</a:t>
            </a:r>
          </a:p>
        </p:txBody>
      </p:sp>
      <p:sp>
        <p:nvSpPr>
          <p:cNvPr id="14" name="dp43-comparison / n14">
            <a:extLst xmlns:a="http://schemas.openxmlformats.org/drawingml/2006/main">
              <a:ext uri="{FF2B5EF4-FFF2-40B4-BE49-F238E27FC236}">
                <a16:creationId xmlns:a16="http://schemas.microsoft.com/office/drawing/2014/main" id="{3B8BFC31-C9FE-4DDB-A521-367A69E94600}"/>
              </a:ext>
            </a:extLst>
          </p:cNvPr>
          <p:cNvSpPr>
            <a:spLocks xmlns:a="http://schemas.openxmlformats.org/drawingml/2006/main" noGrp="1"/>
          </p:cNvSpPr>
          <p:nvPr/>
        </p:nvSpPr>
        <p:spPr>
          <a:xfrm xmlns:a="http://schemas.openxmlformats.org/drawingml/2006/main">
            <a:off x="381000" y="8334375"/>
            <a:ext cx="17526000" cy="762000"/>
          </a:xfrm>
          <a:prstGeom xmlns:a="http://schemas.openxmlformats.org/drawingml/2006/main" prst="rect">
            <a:avLst/>
          </a:prstGeom>
          <a:solidFill xmlns:a="http://schemas.openxmlformats.org/drawingml/2006/main">
            <a:srgbClr val="FFFFFF"/>
          </a:solidFill>
          <a:ln xmlns:a="http://schemas.openxmlformats.org/drawingml/2006/main" w="16193">
            <a:solidFill>
              <a:srgbClr val="CDD6DE"/>
            </a:solidFill>
            <a:prstDash val="solid"/>
          </a:ln>
        </p:spPr>
      </p:sp>
      <p:sp>
        <p:nvSpPr>
          <p:cNvPr id="15" name="dp43-comparison / n15 / text 1">
            <a:extLst xmlns:a="http://schemas.openxmlformats.org/drawingml/2006/main">
              <a:ext uri="{FF2B5EF4-FFF2-40B4-BE49-F238E27FC236}">
                <a16:creationId xmlns:a16="http://schemas.microsoft.com/office/drawing/2014/main" id="{CE16D8CD-E39A-4A9C-8269-1D62F9AF6668}"/>
              </a:ext>
            </a:extLst>
          </p:cNvPr>
          <p:cNvSpPr>
            <a:spLocks xmlns:a="http://schemas.openxmlformats.org/drawingml/2006/main" noGrp="1"/>
          </p:cNvSpPr>
          <p:nvPr/>
        </p:nvSpPr>
        <p:spPr>
          <a:xfrm xmlns:a="http://schemas.openxmlformats.org/drawingml/2006/main">
            <a:off x="390525" y="8496300"/>
            <a:ext cx="93345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75" b="1">
                <a:solidFill>
                  <a:srgbClr val="18232E"/>
                </a:solidFill>
                <a:latin typeface="Apple SD Gothic Neo"/>
                <a:ea typeface="Apple SD Gothic Neo"/>
                <a:cs typeface="Apple SD Gothic Neo"/>
              </a:defRPr>
            </a:pPr>
            <a:r>
              <a:rPr sz="1575" b="1">
                <a:solidFill>
                  <a:srgbClr val="18232E"/>
                </a:solidFill>
                <a:latin typeface="Apple SD Gothic Neo"/>
                <a:ea typeface="Apple SD Gothic Neo"/>
                <a:cs typeface="Apple SD Gothic Neo"/>
              </a:rPr>
              <a:t>단점</a:t>
            </a:r>
          </a:p>
        </p:txBody>
      </p:sp>
      <p:sp>
        <p:nvSpPr>
          <p:cNvPr id="16" name="dp43-comparison / n16">
            <a:extLst xmlns:a="http://schemas.openxmlformats.org/drawingml/2006/main">
              <a:ext uri="{FF2B5EF4-FFF2-40B4-BE49-F238E27FC236}">
                <a16:creationId xmlns:a16="http://schemas.microsoft.com/office/drawing/2014/main" id="{0A555600-8B57-45E0-9216-06A5B5E8F4E2}"/>
              </a:ext>
            </a:extLst>
          </p:cNvPr>
          <p:cNvSpPr>
            <a:spLocks xmlns:a="http://schemas.openxmlformats.org/drawingml/2006/main" noGrp="1"/>
          </p:cNvSpPr>
          <p:nvPr/>
        </p:nvSpPr>
        <p:spPr>
          <a:xfrm xmlns:a="http://schemas.openxmlformats.org/drawingml/2006/main">
            <a:off x="381000" y="9096375"/>
            <a:ext cx="17526000" cy="904875"/>
          </a:xfrm>
          <a:prstGeom xmlns:a="http://schemas.openxmlformats.org/drawingml/2006/main" prst="rect">
            <a:avLst/>
          </a:prstGeom>
          <a:solidFill xmlns:a="http://schemas.openxmlformats.org/drawingml/2006/main">
            <a:srgbClr val="FFFFFF"/>
          </a:solidFill>
          <a:ln xmlns:a="http://schemas.openxmlformats.org/drawingml/2006/main" w="16193">
            <a:solidFill>
              <a:srgbClr val="CDD6DE"/>
            </a:solidFill>
            <a:prstDash val="solid"/>
          </a:ln>
        </p:spPr>
      </p:sp>
      <p:sp>
        <p:nvSpPr>
          <p:cNvPr id="17" name="dp43-comparison / n17 / text 1">
            <a:extLst xmlns:a="http://schemas.openxmlformats.org/drawingml/2006/main">
              <a:ext uri="{FF2B5EF4-FFF2-40B4-BE49-F238E27FC236}">
                <a16:creationId xmlns:a16="http://schemas.microsoft.com/office/drawing/2014/main" id="{437A61E9-F475-42E4-9BAC-787AA36DE84D}"/>
              </a:ext>
            </a:extLst>
          </p:cNvPr>
          <p:cNvSpPr>
            <a:spLocks xmlns:a="http://schemas.openxmlformats.org/drawingml/2006/main" noGrp="1"/>
          </p:cNvSpPr>
          <p:nvPr/>
        </p:nvSpPr>
        <p:spPr>
          <a:xfrm xmlns:a="http://schemas.openxmlformats.org/drawingml/2006/main">
            <a:off x="390525" y="9258300"/>
            <a:ext cx="93345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75" b="1">
                <a:solidFill>
                  <a:srgbClr val="18232E"/>
                </a:solidFill>
                <a:latin typeface="Apple SD Gothic Neo"/>
                <a:ea typeface="Apple SD Gothic Neo"/>
                <a:cs typeface="Apple SD Gothic Neo"/>
              </a:defRPr>
            </a:pPr>
            <a:r>
              <a:rPr sz="1575" b="1">
                <a:solidFill>
                  <a:srgbClr val="18232E"/>
                </a:solidFill>
                <a:latin typeface="Apple SD Gothic Neo"/>
                <a:ea typeface="Apple SD Gothic Neo"/>
                <a:cs typeface="Apple SD Gothic Neo"/>
              </a:rPr>
              <a:t>QA</a:t>
            </a:r>
          </a:p>
        </p:txBody>
      </p:sp>
      <p:sp>
        <p:nvSpPr>
          <p:cNvPr id="18" name="dp43-comparison / n17 / text 2">
            <a:extLst xmlns:a="http://schemas.openxmlformats.org/drawingml/2006/main">
              <a:ext uri="{FF2B5EF4-FFF2-40B4-BE49-F238E27FC236}">
                <a16:creationId xmlns:a16="http://schemas.microsoft.com/office/drawing/2014/main" id="{3569D43A-9857-4AA2-96B6-8AB0F7A607F4}"/>
              </a:ext>
            </a:extLst>
          </p:cNvPr>
          <p:cNvSpPr>
            <a:spLocks xmlns:a="http://schemas.openxmlformats.org/drawingml/2006/main" noGrp="1"/>
          </p:cNvSpPr>
          <p:nvPr/>
        </p:nvSpPr>
        <p:spPr>
          <a:xfrm xmlns:a="http://schemas.openxmlformats.org/drawingml/2006/main">
            <a:off x="390525" y="9505950"/>
            <a:ext cx="93345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75" b="1">
                <a:solidFill>
                  <a:srgbClr val="18232E"/>
                </a:solidFill>
                <a:latin typeface="Apple SD Gothic Neo"/>
                <a:ea typeface="Apple SD Gothic Neo"/>
                <a:cs typeface="Apple SD Gothic Neo"/>
              </a:defRPr>
            </a:pPr>
            <a:r>
              <a:rPr sz="1575" b="1">
                <a:solidFill>
                  <a:srgbClr val="18232E"/>
                </a:solidFill>
                <a:latin typeface="Apple SD Gothic Neo"/>
                <a:ea typeface="Apple SD Gothic Neo"/>
                <a:cs typeface="Apple SD Gothic Neo"/>
              </a:rPr>
              <a:t>Trade-off</a:t>
            </a:r>
          </a:p>
        </p:txBody>
      </p:sp>
      <p:sp>
        <p:nvSpPr>
          <p:cNvPr id="19" name="dp43-comparison / n18 / path">
            <a:extLst xmlns:a="http://schemas.openxmlformats.org/drawingml/2006/main">
              <a:ext uri="{FF2B5EF4-FFF2-40B4-BE49-F238E27FC236}">
                <a16:creationId xmlns:a16="http://schemas.microsoft.com/office/drawing/2014/main" id="{618D0942-1015-4946-98FF-E1C6B1686C2A}"/>
              </a:ext>
            </a:extLst>
          </p:cNvPr>
          <p:cNvSpPr>
            <a:spLocks xmlns:a="http://schemas.openxmlformats.org/drawingml/2006/main" noGrp="1"/>
          </p:cNvSpPr>
          <p:nvPr/>
        </p:nvSpPr>
        <p:spPr>
          <a:xfrm xmlns:a="http://schemas.openxmlformats.org/drawingml/2006/main">
            <a:off x="1333500" y="1790700"/>
            <a:ext cx="953" cy="8210550"/>
          </a:xfrm>
          <a:custGeom xmlns:a="http://schemas.openxmlformats.org/drawingml/2006/main">
            <a:pathLst>
              <a:path w="953" h="8210550">
                <a:moveTo>
                  <a:pt x="0" y="0"/>
                </a:moveTo>
                <a:lnTo>
                  <a:pt x="0" y="8210550"/>
                </a:lnTo>
              </a:path>
            </a:pathLst>
          </a:custGeom>
          <a:noFill xmlns:a="http://schemas.openxmlformats.org/drawingml/2006/main"/>
          <a:ln xmlns:a="http://schemas.openxmlformats.org/drawingml/2006/main" w="19050">
            <a:solidFill>
              <a:srgbClr val="CDD6DE"/>
            </a:solidFill>
            <a:prstDash val="solid"/>
          </a:ln>
        </p:spPr>
      </p:sp>
      <p:sp>
        <p:nvSpPr>
          <p:cNvPr id="20" name="dp43-comparison / n19 / path">
            <a:extLst xmlns:a="http://schemas.openxmlformats.org/drawingml/2006/main">
              <a:ext uri="{FF2B5EF4-FFF2-40B4-BE49-F238E27FC236}">
                <a16:creationId xmlns:a16="http://schemas.microsoft.com/office/drawing/2014/main" id="{0DE7B190-2392-49C7-9027-4C2E0FDB1C8C}"/>
              </a:ext>
            </a:extLst>
          </p:cNvPr>
          <p:cNvSpPr>
            <a:spLocks xmlns:a="http://schemas.openxmlformats.org/drawingml/2006/main" noGrp="1"/>
          </p:cNvSpPr>
          <p:nvPr/>
        </p:nvSpPr>
        <p:spPr>
          <a:xfrm xmlns:a="http://schemas.openxmlformats.org/drawingml/2006/main">
            <a:off x="9620250" y="1790700"/>
            <a:ext cx="953" cy="8210550"/>
          </a:xfrm>
          <a:custGeom xmlns:a="http://schemas.openxmlformats.org/drawingml/2006/main">
            <a:pathLst>
              <a:path w="953" h="8210550">
                <a:moveTo>
                  <a:pt x="0" y="0"/>
                </a:moveTo>
                <a:lnTo>
                  <a:pt x="0" y="8210550"/>
                </a:lnTo>
              </a:path>
            </a:pathLst>
          </a:custGeom>
          <a:noFill xmlns:a="http://schemas.openxmlformats.org/drawingml/2006/main"/>
          <a:ln xmlns:a="http://schemas.openxmlformats.org/drawingml/2006/main" w="19050">
            <a:solidFill>
              <a:srgbClr val="CDD6DE"/>
            </a:solidFill>
            <a:prstDash val="solid"/>
          </a:ln>
        </p:spPr>
      </p:sp>
      <p:sp>
        <p:nvSpPr>
          <p:cNvPr id="21" name="dp43-comparison / n20 / text 1">
            <a:extLst xmlns:a="http://schemas.openxmlformats.org/drawingml/2006/main">
              <a:ext uri="{FF2B5EF4-FFF2-40B4-BE49-F238E27FC236}">
                <a16:creationId xmlns:a16="http://schemas.microsoft.com/office/drawing/2014/main" id="{72E10A3A-800A-4114-B406-24C3533A1DB3}"/>
              </a:ext>
            </a:extLst>
          </p:cNvPr>
          <p:cNvSpPr>
            <a:spLocks xmlns:a="http://schemas.openxmlformats.org/drawingml/2006/main" noGrp="1"/>
          </p:cNvSpPr>
          <p:nvPr/>
        </p:nvSpPr>
        <p:spPr>
          <a:xfrm xmlns:a="http://schemas.openxmlformats.org/drawingml/2006/main">
            <a:off x="1485900" y="1933575"/>
            <a:ext cx="7981950" cy="3867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A 통합 의미 생산</a:t>
            </a:r>
          </a:p>
        </p:txBody>
      </p:sp>
      <p:sp>
        <p:nvSpPr>
          <p:cNvPr id="22" name="dp43-comparison / n21 / text 1">
            <a:extLst xmlns:a="http://schemas.openxmlformats.org/drawingml/2006/main">
              <a:ext uri="{FF2B5EF4-FFF2-40B4-BE49-F238E27FC236}">
                <a16:creationId xmlns:a16="http://schemas.microsoft.com/office/drawing/2014/main" id="{3C7CB60D-8659-4930-B4E4-91B4257AEF2C}"/>
              </a:ext>
            </a:extLst>
          </p:cNvPr>
          <p:cNvSpPr>
            <a:spLocks xmlns:a="http://schemas.openxmlformats.org/drawingml/2006/main" noGrp="1"/>
          </p:cNvSpPr>
          <p:nvPr/>
        </p:nvSpPr>
        <p:spPr>
          <a:xfrm xmlns:a="http://schemas.openxmlformats.org/drawingml/2006/main">
            <a:off x="1504950" y="7696200"/>
            <a:ext cx="79629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 관련 의미의 공동 판단으로 정확 처리율 94% (기능 정확성 ↑)</a:t>
            </a:r>
          </a:p>
        </p:txBody>
      </p:sp>
      <p:sp>
        <p:nvSpPr>
          <p:cNvPr id="23" name="dp43-comparison / n22 / text 1">
            <a:extLst xmlns:a="http://schemas.openxmlformats.org/drawingml/2006/main">
              <a:ext uri="{FF2B5EF4-FFF2-40B4-BE49-F238E27FC236}">
                <a16:creationId xmlns:a16="http://schemas.microsoft.com/office/drawing/2014/main" id="{C4924AE7-F39F-485F-AF73-4CCC0208EDE5}"/>
              </a:ext>
            </a:extLst>
          </p:cNvPr>
          <p:cNvSpPr>
            <a:spLocks xmlns:a="http://schemas.openxmlformats.org/drawingml/2006/main" noGrp="1"/>
          </p:cNvSpPr>
          <p:nvPr/>
        </p:nvSpPr>
        <p:spPr>
          <a:xfrm xmlns:a="http://schemas.openxmlformats.org/drawingml/2006/main">
            <a:off x="1504950" y="7972425"/>
            <a:ext cx="79629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 부분 제안 간 교환 축소로 평균 VIA 처리시간 5.5 s (요청 완료 신속성 ↑)</a:t>
            </a:r>
          </a:p>
        </p:txBody>
      </p:sp>
      <p:sp>
        <p:nvSpPr>
          <p:cNvPr id="24" name="dp43-comparison / n23 / text 1">
            <a:extLst xmlns:a="http://schemas.openxmlformats.org/drawingml/2006/main">
              <a:ext uri="{FF2B5EF4-FFF2-40B4-BE49-F238E27FC236}">
                <a16:creationId xmlns:a16="http://schemas.microsoft.com/office/drawing/2014/main" id="{8C87F833-8327-4A09-9B32-04CB385E68A7}"/>
              </a:ext>
            </a:extLst>
          </p:cNvPr>
          <p:cNvSpPr>
            <a:spLocks xmlns:a="http://schemas.openxmlformats.org/drawingml/2006/main" noGrp="1"/>
          </p:cNvSpPr>
          <p:nvPr/>
        </p:nvSpPr>
        <p:spPr>
          <a:xfrm xmlns:a="http://schemas.openxmlformats.org/drawingml/2006/main">
            <a:off x="1504950" y="8458200"/>
            <a:ext cx="79629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 통합 의미 생산 계약의 변경 전파, 평균 4.0개 (변경 용이성 ↓)</a:t>
            </a:r>
          </a:p>
        </p:txBody>
      </p:sp>
      <p:sp>
        <p:nvSpPr>
          <p:cNvPr id="25" name="dp43-comparison / n24 / text 1">
            <a:extLst xmlns:a="http://schemas.openxmlformats.org/drawingml/2006/main">
              <a:ext uri="{FF2B5EF4-FFF2-40B4-BE49-F238E27FC236}">
                <a16:creationId xmlns:a16="http://schemas.microsoft.com/office/drawing/2014/main" id="{ABCCB5C1-C3C3-4EF5-971A-FE21EEF7AE14}"/>
              </a:ext>
            </a:extLst>
          </p:cNvPr>
          <p:cNvSpPr>
            <a:spLocks xmlns:a="http://schemas.openxmlformats.org/drawingml/2006/main" noGrp="1"/>
          </p:cNvSpPr>
          <p:nvPr/>
        </p:nvSpPr>
        <p:spPr>
          <a:xfrm xmlns:a="http://schemas.openxmlformats.org/drawingml/2006/main">
            <a:off x="1504950" y="9182100"/>
            <a:ext cx="3190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V-01 기능 정확성</a:t>
            </a:r>
          </a:p>
        </p:txBody>
      </p:sp>
      <p:sp>
        <p:nvSpPr>
          <p:cNvPr id="26" name="dp43-comparison / n25 / text 1">
            <a:extLst xmlns:a="http://schemas.openxmlformats.org/drawingml/2006/main">
              <a:ext uri="{FF2B5EF4-FFF2-40B4-BE49-F238E27FC236}">
                <a16:creationId xmlns:a16="http://schemas.microsoft.com/office/drawing/2014/main" id="{4482D985-A034-41E9-AAC0-C94F236F5BEF}"/>
              </a:ext>
            </a:extLst>
          </p:cNvPr>
          <p:cNvSpPr>
            <a:spLocks xmlns:a="http://schemas.openxmlformats.org/drawingml/2006/main" noGrp="1"/>
          </p:cNvSpPr>
          <p:nvPr/>
        </p:nvSpPr>
        <p:spPr>
          <a:xfrm xmlns:a="http://schemas.openxmlformats.org/drawingml/2006/main">
            <a:off x="4905375" y="9172575"/>
            <a:ext cx="106680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18232E"/>
                </a:solidFill>
                <a:latin typeface="Apple SD Gothic Neo"/>
                <a:ea typeface="Apple SD Gothic Neo"/>
                <a:cs typeface="Apple SD Gothic Neo"/>
              </a:defRPr>
            </a:pPr>
            <a:r>
              <a:rPr sz="1725" b="0">
                <a:solidFill>
                  <a:srgbClr val="18232E"/>
                </a:solidFill>
                <a:latin typeface="Apple SD Gothic Neo"/>
                <a:ea typeface="Apple SD Gothic Neo"/>
                <a:cs typeface="Apple SD Gothic Neo"/>
              </a:rPr>
              <a:t>●●●</a:t>
            </a:r>
          </a:p>
        </p:txBody>
      </p:sp>
      <p:sp>
        <p:nvSpPr>
          <p:cNvPr id="27" name="dp43-comparison / n26 / text 1">
            <a:extLst xmlns:a="http://schemas.openxmlformats.org/drawingml/2006/main">
              <a:ext uri="{FF2B5EF4-FFF2-40B4-BE49-F238E27FC236}">
                <a16:creationId xmlns:a16="http://schemas.microsoft.com/office/drawing/2014/main" id="{4B0D876F-6220-43B9-9B1B-70758487E0F9}"/>
              </a:ext>
            </a:extLst>
          </p:cNvPr>
          <p:cNvSpPr>
            <a:spLocks xmlns:a="http://schemas.openxmlformats.org/drawingml/2006/main" noGrp="1"/>
          </p:cNvSpPr>
          <p:nvPr/>
        </p:nvSpPr>
        <p:spPr>
          <a:xfrm xmlns:a="http://schemas.openxmlformats.org/drawingml/2006/main">
            <a:off x="6124575" y="9182100"/>
            <a:ext cx="13335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18232E"/>
                </a:solidFill>
                <a:latin typeface="Apple SD Gothic Neo"/>
                <a:ea typeface="Apple SD Gothic Neo"/>
                <a:cs typeface="Apple SD Gothic Neo"/>
              </a:defRPr>
            </a:pPr>
            <a:r>
              <a:rPr sz="1575" b="1">
                <a:solidFill>
                  <a:srgbClr val="18232E"/>
                </a:solidFill>
                <a:latin typeface="Apple SD Gothic Neo"/>
                <a:ea typeface="Apple SD Gothic Neo"/>
                <a:cs typeface="Apple SD Gothic Neo"/>
              </a:rPr>
              <a:t>94%</a:t>
            </a:r>
          </a:p>
        </p:txBody>
      </p:sp>
      <p:sp>
        <p:nvSpPr>
          <p:cNvPr id="28" name="dp43-comparison / n27 / text 1">
            <a:extLst xmlns:a="http://schemas.openxmlformats.org/drawingml/2006/main">
              <a:ext uri="{FF2B5EF4-FFF2-40B4-BE49-F238E27FC236}">
                <a16:creationId xmlns:a16="http://schemas.microsoft.com/office/drawing/2014/main" id="{F627ACF7-FCB7-45F0-BB7F-F1923D5C40CF}"/>
              </a:ext>
            </a:extLst>
          </p:cNvPr>
          <p:cNvSpPr>
            <a:spLocks xmlns:a="http://schemas.openxmlformats.org/drawingml/2006/main" noGrp="1"/>
          </p:cNvSpPr>
          <p:nvPr/>
        </p:nvSpPr>
        <p:spPr>
          <a:xfrm xmlns:a="http://schemas.openxmlformats.org/drawingml/2006/main">
            <a:off x="7543800" y="9201150"/>
            <a:ext cx="19621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정확 처리율 ↑</a:t>
            </a:r>
          </a:p>
        </p:txBody>
      </p:sp>
      <p:sp>
        <p:nvSpPr>
          <p:cNvPr id="29" name="dp43-comparison / n28 / text 1">
            <a:extLst xmlns:a="http://schemas.openxmlformats.org/drawingml/2006/main">
              <a:ext uri="{FF2B5EF4-FFF2-40B4-BE49-F238E27FC236}">
                <a16:creationId xmlns:a16="http://schemas.microsoft.com/office/drawing/2014/main" id="{3E7ABA87-B396-4182-930A-9EC07AD15345}"/>
              </a:ext>
            </a:extLst>
          </p:cNvPr>
          <p:cNvSpPr>
            <a:spLocks xmlns:a="http://schemas.openxmlformats.org/drawingml/2006/main" noGrp="1"/>
          </p:cNvSpPr>
          <p:nvPr/>
        </p:nvSpPr>
        <p:spPr>
          <a:xfrm xmlns:a="http://schemas.openxmlformats.org/drawingml/2006/main">
            <a:off x="1504950" y="9439275"/>
            <a:ext cx="3190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V-05 요청 완료 신속성</a:t>
            </a:r>
          </a:p>
        </p:txBody>
      </p:sp>
      <p:sp>
        <p:nvSpPr>
          <p:cNvPr id="30" name="dp43-comparison / n29 / text 1">
            <a:extLst xmlns:a="http://schemas.openxmlformats.org/drawingml/2006/main">
              <a:ext uri="{FF2B5EF4-FFF2-40B4-BE49-F238E27FC236}">
                <a16:creationId xmlns:a16="http://schemas.microsoft.com/office/drawing/2014/main" id="{8DBE83C3-68E7-456B-B58F-AFF33E2C7257}"/>
              </a:ext>
            </a:extLst>
          </p:cNvPr>
          <p:cNvSpPr>
            <a:spLocks xmlns:a="http://schemas.openxmlformats.org/drawingml/2006/main" noGrp="1"/>
          </p:cNvSpPr>
          <p:nvPr/>
        </p:nvSpPr>
        <p:spPr>
          <a:xfrm xmlns:a="http://schemas.openxmlformats.org/drawingml/2006/main">
            <a:off x="4905375" y="9429750"/>
            <a:ext cx="106680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18232E"/>
                </a:solidFill>
                <a:latin typeface="Apple SD Gothic Neo"/>
                <a:ea typeface="Apple SD Gothic Neo"/>
                <a:cs typeface="Apple SD Gothic Neo"/>
              </a:defRPr>
            </a:pPr>
            <a:r>
              <a:rPr sz="1725" b="0">
                <a:solidFill>
                  <a:srgbClr val="18232E"/>
                </a:solidFill>
                <a:latin typeface="Apple SD Gothic Neo"/>
                <a:ea typeface="Apple SD Gothic Neo"/>
                <a:cs typeface="Apple SD Gothic Neo"/>
              </a:rPr>
              <a:t>●●●</a:t>
            </a:r>
          </a:p>
        </p:txBody>
      </p:sp>
      <p:sp>
        <p:nvSpPr>
          <p:cNvPr id="31" name="dp43-comparison / n30 / text 1">
            <a:extLst xmlns:a="http://schemas.openxmlformats.org/drawingml/2006/main">
              <a:ext uri="{FF2B5EF4-FFF2-40B4-BE49-F238E27FC236}">
                <a16:creationId xmlns:a16="http://schemas.microsoft.com/office/drawing/2014/main" id="{D90E4027-DBC7-4E92-9B48-FFA1E7D292EE}"/>
              </a:ext>
            </a:extLst>
          </p:cNvPr>
          <p:cNvSpPr>
            <a:spLocks xmlns:a="http://schemas.openxmlformats.org/drawingml/2006/main" noGrp="1"/>
          </p:cNvSpPr>
          <p:nvPr/>
        </p:nvSpPr>
        <p:spPr>
          <a:xfrm xmlns:a="http://schemas.openxmlformats.org/drawingml/2006/main">
            <a:off x="6124575" y="9439275"/>
            <a:ext cx="13335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18232E"/>
                </a:solidFill>
                <a:latin typeface="Apple SD Gothic Neo"/>
                <a:ea typeface="Apple SD Gothic Neo"/>
                <a:cs typeface="Apple SD Gothic Neo"/>
              </a:defRPr>
            </a:pPr>
            <a:r>
              <a:rPr sz="1575" b="1">
                <a:solidFill>
                  <a:srgbClr val="18232E"/>
                </a:solidFill>
                <a:latin typeface="Apple SD Gothic Neo"/>
                <a:ea typeface="Apple SD Gothic Neo"/>
                <a:cs typeface="Apple SD Gothic Neo"/>
              </a:rPr>
              <a:t>5.5 s</a:t>
            </a:r>
          </a:p>
        </p:txBody>
      </p:sp>
      <p:sp>
        <p:nvSpPr>
          <p:cNvPr id="32" name="dp43-comparison / n31 / text 1">
            <a:extLst xmlns:a="http://schemas.openxmlformats.org/drawingml/2006/main">
              <a:ext uri="{FF2B5EF4-FFF2-40B4-BE49-F238E27FC236}">
                <a16:creationId xmlns:a16="http://schemas.microsoft.com/office/drawing/2014/main" id="{73B4F518-4BD4-48BC-89AB-F429F9E68D53}"/>
              </a:ext>
            </a:extLst>
          </p:cNvPr>
          <p:cNvSpPr>
            <a:spLocks xmlns:a="http://schemas.openxmlformats.org/drawingml/2006/main" noGrp="1"/>
          </p:cNvSpPr>
          <p:nvPr/>
        </p:nvSpPr>
        <p:spPr>
          <a:xfrm xmlns:a="http://schemas.openxmlformats.org/drawingml/2006/main">
            <a:off x="7543800" y="9458325"/>
            <a:ext cx="19621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평균 VIA 처리시간 ↓</a:t>
            </a:r>
          </a:p>
        </p:txBody>
      </p:sp>
      <p:sp>
        <p:nvSpPr>
          <p:cNvPr id="33" name="dp43-comparison / n32 / text 1">
            <a:extLst xmlns:a="http://schemas.openxmlformats.org/drawingml/2006/main">
              <a:ext uri="{FF2B5EF4-FFF2-40B4-BE49-F238E27FC236}">
                <a16:creationId xmlns:a16="http://schemas.microsoft.com/office/drawing/2014/main" id="{F335998E-1FFA-4BBE-9763-C0B307D57408}"/>
              </a:ext>
            </a:extLst>
          </p:cNvPr>
          <p:cNvSpPr>
            <a:spLocks xmlns:a="http://schemas.openxmlformats.org/drawingml/2006/main" noGrp="1"/>
          </p:cNvSpPr>
          <p:nvPr/>
        </p:nvSpPr>
        <p:spPr>
          <a:xfrm xmlns:a="http://schemas.openxmlformats.org/drawingml/2006/main">
            <a:off x="1504950" y="9696450"/>
            <a:ext cx="3190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V-08 변경 용이성</a:t>
            </a:r>
          </a:p>
        </p:txBody>
      </p:sp>
      <p:sp>
        <p:nvSpPr>
          <p:cNvPr id="34" name="dp43-comparison / n33 / text 1">
            <a:extLst xmlns:a="http://schemas.openxmlformats.org/drawingml/2006/main">
              <a:ext uri="{FF2B5EF4-FFF2-40B4-BE49-F238E27FC236}">
                <a16:creationId xmlns:a16="http://schemas.microsoft.com/office/drawing/2014/main" id="{5643F7D8-9B5B-4D45-8E65-0CAE1A8C4B14}"/>
              </a:ext>
            </a:extLst>
          </p:cNvPr>
          <p:cNvSpPr>
            <a:spLocks xmlns:a="http://schemas.openxmlformats.org/drawingml/2006/main" noGrp="1"/>
          </p:cNvSpPr>
          <p:nvPr/>
        </p:nvSpPr>
        <p:spPr>
          <a:xfrm xmlns:a="http://schemas.openxmlformats.org/drawingml/2006/main">
            <a:off x="4905375" y="9686925"/>
            <a:ext cx="106680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18232E"/>
                </a:solidFill>
                <a:latin typeface="Apple SD Gothic Neo"/>
                <a:ea typeface="Apple SD Gothic Neo"/>
                <a:cs typeface="Apple SD Gothic Neo"/>
              </a:defRPr>
            </a:pPr>
            <a:r>
              <a:rPr sz="1725" b="0">
                <a:solidFill>
                  <a:srgbClr val="18232E"/>
                </a:solidFill>
                <a:latin typeface="Apple SD Gothic Neo"/>
                <a:ea typeface="Apple SD Gothic Neo"/>
                <a:cs typeface="Apple SD Gothic Neo"/>
              </a:rPr>
              <a:t>●○○</a:t>
            </a:r>
          </a:p>
        </p:txBody>
      </p:sp>
      <p:sp>
        <p:nvSpPr>
          <p:cNvPr id="35" name="dp43-comparison / n34 / text 1">
            <a:extLst xmlns:a="http://schemas.openxmlformats.org/drawingml/2006/main">
              <a:ext uri="{FF2B5EF4-FFF2-40B4-BE49-F238E27FC236}">
                <a16:creationId xmlns:a16="http://schemas.microsoft.com/office/drawing/2014/main" id="{4BE5EBE4-E3A5-47AE-A573-89096B8F996C}"/>
              </a:ext>
            </a:extLst>
          </p:cNvPr>
          <p:cNvSpPr>
            <a:spLocks xmlns:a="http://schemas.openxmlformats.org/drawingml/2006/main" noGrp="1"/>
          </p:cNvSpPr>
          <p:nvPr/>
        </p:nvSpPr>
        <p:spPr>
          <a:xfrm xmlns:a="http://schemas.openxmlformats.org/drawingml/2006/main">
            <a:off x="6124575" y="9696450"/>
            <a:ext cx="13335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18232E"/>
                </a:solidFill>
                <a:latin typeface="Apple SD Gothic Neo"/>
                <a:ea typeface="Apple SD Gothic Neo"/>
                <a:cs typeface="Apple SD Gothic Neo"/>
              </a:defRPr>
            </a:pPr>
            <a:r>
              <a:rPr sz="1575" b="1">
                <a:solidFill>
                  <a:srgbClr val="18232E"/>
                </a:solidFill>
                <a:latin typeface="Apple SD Gothic Neo"/>
                <a:ea typeface="Apple SD Gothic Neo"/>
                <a:cs typeface="Apple SD Gothic Neo"/>
              </a:rPr>
              <a:t>4.0개</a:t>
            </a:r>
          </a:p>
        </p:txBody>
      </p:sp>
      <p:sp>
        <p:nvSpPr>
          <p:cNvPr id="36" name="dp43-comparison / n35 / text 1">
            <a:extLst xmlns:a="http://schemas.openxmlformats.org/drawingml/2006/main">
              <a:ext uri="{FF2B5EF4-FFF2-40B4-BE49-F238E27FC236}">
                <a16:creationId xmlns:a16="http://schemas.microsoft.com/office/drawing/2014/main" id="{4CC890DA-792F-40FC-A40C-5F0FC4C5BC60}"/>
              </a:ext>
            </a:extLst>
          </p:cNvPr>
          <p:cNvSpPr>
            <a:spLocks xmlns:a="http://schemas.openxmlformats.org/drawingml/2006/main" noGrp="1"/>
          </p:cNvSpPr>
          <p:nvPr/>
        </p:nvSpPr>
        <p:spPr>
          <a:xfrm xmlns:a="http://schemas.openxmlformats.org/drawingml/2006/main">
            <a:off x="7543800" y="9715500"/>
            <a:ext cx="19621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평균 변경 요소 수 ↓</a:t>
            </a:r>
          </a:p>
        </p:txBody>
      </p:sp>
      <p:sp>
        <p:nvSpPr>
          <p:cNvPr id="37" name="dp43-comparison / n36 / text 1">
            <a:extLst xmlns:a="http://schemas.openxmlformats.org/drawingml/2006/main">
              <a:ext uri="{FF2B5EF4-FFF2-40B4-BE49-F238E27FC236}">
                <a16:creationId xmlns:a16="http://schemas.microsoft.com/office/drawing/2014/main" id="{F626A3EC-17AB-430F-A688-A0152E4A4C3A}"/>
              </a:ext>
            </a:extLst>
          </p:cNvPr>
          <p:cNvSpPr>
            <a:spLocks xmlns:a="http://schemas.openxmlformats.org/drawingml/2006/main" noGrp="1"/>
          </p:cNvSpPr>
          <p:nvPr/>
        </p:nvSpPr>
        <p:spPr>
          <a:xfrm xmlns:a="http://schemas.openxmlformats.org/drawingml/2006/main">
            <a:off x="9772650" y="1933575"/>
            <a:ext cx="7981950" cy="3867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C 기능별 의미 생산과 코드 조정</a:t>
            </a:r>
          </a:p>
        </p:txBody>
      </p:sp>
      <p:sp>
        <p:nvSpPr>
          <p:cNvPr id="38" name="dp43-comparison / n37 / text 1">
            <a:extLst xmlns:a="http://schemas.openxmlformats.org/drawingml/2006/main">
              <a:ext uri="{FF2B5EF4-FFF2-40B4-BE49-F238E27FC236}">
                <a16:creationId xmlns:a16="http://schemas.microsoft.com/office/drawing/2014/main" id="{BEAE2B34-1652-49A6-9AC1-01E2C7125B79}"/>
              </a:ext>
            </a:extLst>
          </p:cNvPr>
          <p:cNvSpPr>
            <a:spLocks xmlns:a="http://schemas.openxmlformats.org/drawingml/2006/main" noGrp="1"/>
          </p:cNvSpPr>
          <p:nvPr/>
        </p:nvSpPr>
        <p:spPr>
          <a:xfrm xmlns:a="http://schemas.openxmlformats.org/drawingml/2006/main">
            <a:off x="9791700" y="7696200"/>
            <a:ext cx="79629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 특정 기능의 생산 책임 분리로 변경 평균 2.0개 (변경 용이성 ↑)</a:t>
            </a:r>
          </a:p>
        </p:txBody>
      </p:sp>
      <p:sp>
        <p:nvSpPr>
          <p:cNvPr id="39" name="dp43-comparison / n38 / text 1">
            <a:extLst xmlns:a="http://schemas.openxmlformats.org/drawingml/2006/main">
              <a:ext uri="{FF2B5EF4-FFF2-40B4-BE49-F238E27FC236}">
                <a16:creationId xmlns:a16="http://schemas.microsoft.com/office/drawing/2014/main" id="{43E9D56D-11AB-4D63-9BDB-85159A2E394C}"/>
              </a:ext>
            </a:extLst>
          </p:cNvPr>
          <p:cNvSpPr>
            <a:spLocks xmlns:a="http://schemas.openxmlformats.org/drawingml/2006/main" noGrp="1"/>
          </p:cNvSpPr>
          <p:nvPr/>
        </p:nvSpPr>
        <p:spPr>
          <a:xfrm xmlns:a="http://schemas.openxmlformats.org/drawingml/2006/main">
            <a:off x="9791700" y="8458200"/>
            <a:ext cx="79629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 부분 의미 불일치와 오류 전파로 정확 처리율 91% (기능 정확성 ↓)</a:t>
            </a:r>
          </a:p>
        </p:txBody>
      </p:sp>
      <p:sp>
        <p:nvSpPr>
          <p:cNvPr id="40" name="dp43-comparison / n39 / text 1">
            <a:extLst xmlns:a="http://schemas.openxmlformats.org/drawingml/2006/main">
              <a:ext uri="{FF2B5EF4-FFF2-40B4-BE49-F238E27FC236}">
                <a16:creationId xmlns:a16="http://schemas.microsoft.com/office/drawing/2014/main" id="{8FA81610-BF6D-40E3-9333-D39D1E88BB51}"/>
              </a:ext>
            </a:extLst>
          </p:cNvPr>
          <p:cNvSpPr>
            <a:spLocks xmlns:a="http://schemas.openxmlformats.org/drawingml/2006/main" noGrp="1"/>
          </p:cNvSpPr>
          <p:nvPr/>
        </p:nvSpPr>
        <p:spPr>
          <a:xfrm xmlns:a="http://schemas.openxmlformats.org/drawingml/2006/main">
            <a:off x="9791700" y="8734425"/>
            <a:ext cx="79629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 제안 교환과 재판단으로 평균 VIA 처리시간 7.2 s (요청 완료 신속성 ↓)</a:t>
            </a:r>
          </a:p>
        </p:txBody>
      </p:sp>
      <p:sp>
        <p:nvSpPr>
          <p:cNvPr id="41" name="dp43-comparison / n40 / text 1">
            <a:extLst xmlns:a="http://schemas.openxmlformats.org/drawingml/2006/main">
              <a:ext uri="{FF2B5EF4-FFF2-40B4-BE49-F238E27FC236}">
                <a16:creationId xmlns:a16="http://schemas.microsoft.com/office/drawing/2014/main" id="{5D291DC6-94F8-4DE6-BD3E-90302E836848}"/>
              </a:ext>
            </a:extLst>
          </p:cNvPr>
          <p:cNvSpPr>
            <a:spLocks xmlns:a="http://schemas.openxmlformats.org/drawingml/2006/main" noGrp="1"/>
          </p:cNvSpPr>
          <p:nvPr/>
        </p:nvSpPr>
        <p:spPr>
          <a:xfrm xmlns:a="http://schemas.openxmlformats.org/drawingml/2006/main">
            <a:off x="9791700" y="9182100"/>
            <a:ext cx="3190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V-01 기능 정확성</a:t>
            </a:r>
          </a:p>
        </p:txBody>
      </p:sp>
      <p:sp>
        <p:nvSpPr>
          <p:cNvPr id="42" name="dp43-comparison / n41 / text 1">
            <a:extLst xmlns:a="http://schemas.openxmlformats.org/drawingml/2006/main">
              <a:ext uri="{FF2B5EF4-FFF2-40B4-BE49-F238E27FC236}">
                <a16:creationId xmlns:a16="http://schemas.microsoft.com/office/drawing/2014/main" id="{1DF387DD-4DF1-42DD-B5CA-AC5F27AF3714}"/>
              </a:ext>
            </a:extLst>
          </p:cNvPr>
          <p:cNvSpPr>
            <a:spLocks xmlns:a="http://schemas.openxmlformats.org/drawingml/2006/main" noGrp="1"/>
          </p:cNvSpPr>
          <p:nvPr/>
        </p:nvSpPr>
        <p:spPr>
          <a:xfrm xmlns:a="http://schemas.openxmlformats.org/drawingml/2006/main">
            <a:off x="13192125" y="9172575"/>
            <a:ext cx="106680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18232E"/>
                </a:solidFill>
                <a:latin typeface="Apple SD Gothic Neo"/>
                <a:ea typeface="Apple SD Gothic Neo"/>
                <a:cs typeface="Apple SD Gothic Neo"/>
              </a:defRPr>
            </a:pPr>
            <a:r>
              <a:rPr sz="1725" b="0">
                <a:solidFill>
                  <a:srgbClr val="18232E"/>
                </a:solidFill>
                <a:latin typeface="Apple SD Gothic Neo"/>
                <a:ea typeface="Apple SD Gothic Neo"/>
                <a:cs typeface="Apple SD Gothic Neo"/>
              </a:rPr>
              <a:t>●●○</a:t>
            </a:r>
          </a:p>
        </p:txBody>
      </p:sp>
      <p:sp>
        <p:nvSpPr>
          <p:cNvPr id="43" name="dp43-comparison / n42 / text 1">
            <a:extLst xmlns:a="http://schemas.openxmlformats.org/drawingml/2006/main">
              <a:ext uri="{FF2B5EF4-FFF2-40B4-BE49-F238E27FC236}">
                <a16:creationId xmlns:a16="http://schemas.microsoft.com/office/drawing/2014/main" id="{A966638B-4EA2-40DB-9B19-27B995B9D069}"/>
              </a:ext>
            </a:extLst>
          </p:cNvPr>
          <p:cNvSpPr>
            <a:spLocks xmlns:a="http://schemas.openxmlformats.org/drawingml/2006/main" noGrp="1"/>
          </p:cNvSpPr>
          <p:nvPr/>
        </p:nvSpPr>
        <p:spPr>
          <a:xfrm xmlns:a="http://schemas.openxmlformats.org/drawingml/2006/main">
            <a:off x="14411325" y="9182100"/>
            <a:ext cx="13335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18232E"/>
                </a:solidFill>
                <a:latin typeface="Apple SD Gothic Neo"/>
                <a:ea typeface="Apple SD Gothic Neo"/>
                <a:cs typeface="Apple SD Gothic Neo"/>
              </a:defRPr>
            </a:pPr>
            <a:r>
              <a:rPr sz="1575" b="1">
                <a:solidFill>
                  <a:srgbClr val="18232E"/>
                </a:solidFill>
                <a:latin typeface="Apple SD Gothic Neo"/>
                <a:ea typeface="Apple SD Gothic Neo"/>
                <a:cs typeface="Apple SD Gothic Neo"/>
              </a:rPr>
              <a:t>91%</a:t>
            </a:r>
          </a:p>
        </p:txBody>
      </p:sp>
      <p:sp>
        <p:nvSpPr>
          <p:cNvPr id="44" name="dp43-comparison / n43 / text 1">
            <a:extLst xmlns:a="http://schemas.openxmlformats.org/drawingml/2006/main">
              <a:ext uri="{FF2B5EF4-FFF2-40B4-BE49-F238E27FC236}">
                <a16:creationId xmlns:a16="http://schemas.microsoft.com/office/drawing/2014/main" id="{9FFE1D00-2F6A-4FE8-A2BB-0E2FCC6E365D}"/>
              </a:ext>
            </a:extLst>
          </p:cNvPr>
          <p:cNvSpPr>
            <a:spLocks xmlns:a="http://schemas.openxmlformats.org/drawingml/2006/main" noGrp="1"/>
          </p:cNvSpPr>
          <p:nvPr/>
        </p:nvSpPr>
        <p:spPr>
          <a:xfrm xmlns:a="http://schemas.openxmlformats.org/drawingml/2006/main">
            <a:off x="15830550" y="9201150"/>
            <a:ext cx="19621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정확 처리율 ↑</a:t>
            </a:r>
          </a:p>
        </p:txBody>
      </p:sp>
      <p:sp>
        <p:nvSpPr>
          <p:cNvPr id="45" name="dp43-comparison / n44 / text 1">
            <a:extLst xmlns:a="http://schemas.openxmlformats.org/drawingml/2006/main">
              <a:ext uri="{FF2B5EF4-FFF2-40B4-BE49-F238E27FC236}">
                <a16:creationId xmlns:a16="http://schemas.microsoft.com/office/drawing/2014/main" id="{5E1959AE-BE3A-4BBA-81F4-BD55185B71F9}"/>
              </a:ext>
            </a:extLst>
          </p:cNvPr>
          <p:cNvSpPr>
            <a:spLocks xmlns:a="http://schemas.openxmlformats.org/drawingml/2006/main" noGrp="1"/>
          </p:cNvSpPr>
          <p:nvPr/>
        </p:nvSpPr>
        <p:spPr>
          <a:xfrm xmlns:a="http://schemas.openxmlformats.org/drawingml/2006/main">
            <a:off x="9791700" y="9439275"/>
            <a:ext cx="3190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V-05 요청 완료 신속성</a:t>
            </a:r>
          </a:p>
        </p:txBody>
      </p:sp>
      <p:sp>
        <p:nvSpPr>
          <p:cNvPr id="46" name="dp43-comparison / n45 / text 1">
            <a:extLst xmlns:a="http://schemas.openxmlformats.org/drawingml/2006/main">
              <a:ext uri="{FF2B5EF4-FFF2-40B4-BE49-F238E27FC236}">
                <a16:creationId xmlns:a16="http://schemas.microsoft.com/office/drawing/2014/main" id="{BFFB8B84-F29A-434C-BB33-6C5BA65DDF61}"/>
              </a:ext>
            </a:extLst>
          </p:cNvPr>
          <p:cNvSpPr>
            <a:spLocks xmlns:a="http://schemas.openxmlformats.org/drawingml/2006/main" noGrp="1"/>
          </p:cNvSpPr>
          <p:nvPr/>
        </p:nvSpPr>
        <p:spPr>
          <a:xfrm xmlns:a="http://schemas.openxmlformats.org/drawingml/2006/main">
            <a:off x="13192125" y="9429750"/>
            <a:ext cx="106680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18232E"/>
                </a:solidFill>
                <a:latin typeface="Apple SD Gothic Neo"/>
                <a:ea typeface="Apple SD Gothic Neo"/>
                <a:cs typeface="Apple SD Gothic Neo"/>
              </a:defRPr>
            </a:pPr>
            <a:r>
              <a:rPr sz="1725" b="0">
                <a:solidFill>
                  <a:srgbClr val="18232E"/>
                </a:solidFill>
                <a:latin typeface="Apple SD Gothic Neo"/>
                <a:ea typeface="Apple SD Gothic Neo"/>
                <a:cs typeface="Apple SD Gothic Neo"/>
              </a:rPr>
              <a:t>●●○</a:t>
            </a:r>
          </a:p>
        </p:txBody>
      </p:sp>
      <p:sp>
        <p:nvSpPr>
          <p:cNvPr id="47" name="dp43-comparison / n46 / text 1">
            <a:extLst xmlns:a="http://schemas.openxmlformats.org/drawingml/2006/main">
              <a:ext uri="{FF2B5EF4-FFF2-40B4-BE49-F238E27FC236}">
                <a16:creationId xmlns:a16="http://schemas.microsoft.com/office/drawing/2014/main" id="{FC2AA897-7E0F-4F9B-8A15-950A9A2D3603}"/>
              </a:ext>
            </a:extLst>
          </p:cNvPr>
          <p:cNvSpPr>
            <a:spLocks xmlns:a="http://schemas.openxmlformats.org/drawingml/2006/main" noGrp="1"/>
          </p:cNvSpPr>
          <p:nvPr/>
        </p:nvSpPr>
        <p:spPr>
          <a:xfrm xmlns:a="http://schemas.openxmlformats.org/drawingml/2006/main">
            <a:off x="14411325" y="9439275"/>
            <a:ext cx="13335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18232E"/>
                </a:solidFill>
                <a:latin typeface="Apple SD Gothic Neo"/>
                <a:ea typeface="Apple SD Gothic Neo"/>
                <a:cs typeface="Apple SD Gothic Neo"/>
              </a:defRPr>
            </a:pPr>
            <a:r>
              <a:rPr sz="1575" b="1">
                <a:solidFill>
                  <a:srgbClr val="18232E"/>
                </a:solidFill>
                <a:latin typeface="Apple SD Gothic Neo"/>
                <a:ea typeface="Apple SD Gothic Neo"/>
                <a:cs typeface="Apple SD Gothic Neo"/>
              </a:rPr>
              <a:t>7.2 s</a:t>
            </a:r>
          </a:p>
        </p:txBody>
      </p:sp>
      <p:sp>
        <p:nvSpPr>
          <p:cNvPr id="48" name="dp43-comparison / n47 / text 1">
            <a:extLst xmlns:a="http://schemas.openxmlformats.org/drawingml/2006/main">
              <a:ext uri="{FF2B5EF4-FFF2-40B4-BE49-F238E27FC236}">
                <a16:creationId xmlns:a16="http://schemas.microsoft.com/office/drawing/2014/main" id="{2128D152-A142-439B-9A07-721C1CB55829}"/>
              </a:ext>
            </a:extLst>
          </p:cNvPr>
          <p:cNvSpPr>
            <a:spLocks xmlns:a="http://schemas.openxmlformats.org/drawingml/2006/main" noGrp="1"/>
          </p:cNvSpPr>
          <p:nvPr/>
        </p:nvSpPr>
        <p:spPr>
          <a:xfrm xmlns:a="http://schemas.openxmlformats.org/drawingml/2006/main">
            <a:off x="15830550" y="9458325"/>
            <a:ext cx="19621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평균 VIA 처리시간 ↓</a:t>
            </a:r>
          </a:p>
        </p:txBody>
      </p:sp>
      <p:sp>
        <p:nvSpPr>
          <p:cNvPr id="49" name="dp43-comparison / n48 / text 1">
            <a:extLst xmlns:a="http://schemas.openxmlformats.org/drawingml/2006/main">
              <a:ext uri="{FF2B5EF4-FFF2-40B4-BE49-F238E27FC236}">
                <a16:creationId xmlns:a16="http://schemas.microsoft.com/office/drawing/2014/main" id="{465C21C3-3CC0-48B0-981A-02EE588441FF}"/>
              </a:ext>
            </a:extLst>
          </p:cNvPr>
          <p:cNvSpPr>
            <a:spLocks xmlns:a="http://schemas.openxmlformats.org/drawingml/2006/main" noGrp="1"/>
          </p:cNvSpPr>
          <p:nvPr/>
        </p:nvSpPr>
        <p:spPr>
          <a:xfrm xmlns:a="http://schemas.openxmlformats.org/drawingml/2006/main">
            <a:off x="9791700" y="9696450"/>
            <a:ext cx="3190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V-08 변경 용이성</a:t>
            </a:r>
          </a:p>
        </p:txBody>
      </p:sp>
      <p:sp>
        <p:nvSpPr>
          <p:cNvPr id="50" name="dp43-comparison / n49 / text 1">
            <a:extLst xmlns:a="http://schemas.openxmlformats.org/drawingml/2006/main">
              <a:ext uri="{FF2B5EF4-FFF2-40B4-BE49-F238E27FC236}">
                <a16:creationId xmlns:a16="http://schemas.microsoft.com/office/drawing/2014/main" id="{AC73B9C0-1C29-4138-AC5F-3F05941BF0BC}"/>
              </a:ext>
            </a:extLst>
          </p:cNvPr>
          <p:cNvSpPr>
            <a:spLocks xmlns:a="http://schemas.openxmlformats.org/drawingml/2006/main" noGrp="1"/>
          </p:cNvSpPr>
          <p:nvPr/>
        </p:nvSpPr>
        <p:spPr>
          <a:xfrm xmlns:a="http://schemas.openxmlformats.org/drawingml/2006/main">
            <a:off x="13192125" y="9686925"/>
            <a:ext cx="106680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18232E"/>
                </a:solidFill>
                <a:latin typeface="Apple SD Gothic Neo"/>
                <a:ea typeface="Apple SD Gothic Neo"/>
                <a:cs typeface="Apple SD Gothic Neo"/>
              </a:defRPr>
            </a:pPr>
            <a:r>
              <a:rPr sz="1725" b="0">
                <a:solidFill>
                  <a:srgbClr val="18232E"/>
                </a:solidFill>
                <a:latin typeface="Apple SD Gothic Neo"/>
                <a:ea typeface="Apple SD Gothic Neo"/>
                <a:cs typeface="Apple SD Gothic Neo"/>
              </a:rPr>
              <a:t>●●●</a:t>
            </a:r>
          </a:p>
        </p:txBody>
      </p:sp>
      <p:sp>
        <p:nvSpPr>
          <p:cNvPr id="51" name="dp43-comparison / n50 / text 1">
            <a:extLst xmlns:a="http://schemas.openxmlformats.org/drawingml/2006/main">
              <a:ext uri="{FF2B5EF4-FFF2-40B4-BE49-F238E27FC236}">
                <a16:creationId xmlns:a16="http://schemas.microsoft.com/office/drawing/2014/main" id="{55AD4F62-19E0-4047-A358-AD578781746A}"/>
              </a:ext>
            </a:extLst>
          </p:cNvPr>
          <p:cNvSpPr>
            <a:spLocks xmlns:a="http://schemas.openxmlformats.org/drawingml/2006/main" noGrp="1"/>
          </p:cNvSpPr>
          <p:nvPr/>
        </p:nvSpPr>
        <p:spPr>
          <a:xfrm xmlns:a="http://schemas.openxmlformats.org/drawingml/2006/main">
            <a:off x="14411325" y="9696450"/>
            <a:ext cx="13335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18232E"/>
                </a:solidFill>
                <a:latin typeface="Apple SD Gothic Neo"/>
                <a:ea typeface="Apple SD Gothic Neo"/>
                <a:cs typeface="Apple SD Gothic Neo"/>
              </a:defRPr>
            </a:pPr>
            <a:r>
              <a:rPr sz="1575" b="1">
                <a:solidFill>
                  <a:srgbClr val="18232E"/>
                </a:solidFill>
                <a:latin typeface="Apple SD Gothic Neo"/>
                <a:ea typeface="Apple SD Gothic Neo"/>
                <a:cs typeface="Apple SD Gothic Neo"/>
              </a:rPr>
              <a:t>2.0개</a:t>
            </a:r>
          </a:p>
        </p:txBody>
      </p:sp>
      <p:sp>
        <p:nvSpPr>
          <p:cNvPr id="52" name="dp43-comparison / n51 / text 1">
            <a:extLst xmlns:a="http://schemas.openxmlformats.org/drawingml/2006/main">
              <a:ext uri="{FF2B5EF4-FFF2-40B4-BE49-F238E27FC236}">
                <a16:creationId xmlns:a16="http://schemas.microsoft.com/office/drawing/2014/main" id="{DAD9C242-C87A-4DE6-8EDC-956B40C2EDE8}"/>
              </a:ext>
            </a:extLst>
          </p:cNvPr>
          <p:cNvSpPr>
            <a:spLocks xmlns:a="http://schemas.openxmlformats.org/drawingml/2006/main" noGrp="1"/>
          </p:cNvSpPr>
          <p:nvPr/>
        </p:nvSpPr>
        <p:spPr>
          <a:xfrm xmlns:a="http://schemas.openxmlformats.org/drawingml/2006/main">
            <a:off x="15830550" y="9715500"/>
            <a:ext cx="19621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평균 변경 요소 수 ↓</a:t>
            </a:r>
          </a:p>
        </p:txBody>
      </p:sp>
      <p:sp>
        <p:nvSpPr>
          <p:cNvPr id="53" name="dp43-comparison / n52 / text 1">
            <a:extLst xmlns:a="http://schemas.openxmlformats.org/drawingml/2006/main">
              <a:ext uri="{FF2B5EF4-FFF2-40B4-BE49-F238E27FC236}">
                <a16:creationId xmlns:a16="http://schemas.microsoft.com/office/drawing/2014/main" id="{C1E1B04D-5EAF-455C-B326-D9F4D76AF1FA}"/>
              </a:ext>
            </a:extLst>
          </p:cNvPr>
          <p:cNvSpPr>
            <a:spLocks xmlns:a="http://schemas.openxmlformats.org/drawingml/2006/main" noGrp="1"/>
          </p:cNvSpPr>
          <p:nvPr/>
        </p:nvSpPr>
        <p:spPr>
          <a:xfrm xmlns:a="http://schemas.openxmlformats.org/drawingml/2006/main">
            <a:off x="381000" y="10067925"/>
            <a:ext cx="144780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비교 예시 조건: 교차 의미 정정 / 특정 지칭 기능의 독립 변경 / 동일한 공유 Omni</a:t>
            </a:r>
          </a:p>
        </p:txBody>
      </p:sp>
      <p:sp>
        <p:nvSpPr>
          <p:cNvPr id="54" name="dp43-comparison / n53 / text 1">
            <a:extLst xmlns:a="http://schemas.openxmlformats.org/drawingml/2006/main">
              <a:ext uri="{FF2B5EF4-FFF2-40B4-BE49-F238E27FC236}">
                <a16:creationId xmlns:a16="http://schemas.microsoft.com/office/drawing/2014/main" id="{94FFAE1F-5A13-43C6-8D8C-9ABF78E16D93}"/>
              </a:ext>
            </a:extLst>
          </p:cNvPr>
          <p:cNvSpPr>
            <a:spLocks xmlns:a="http://schemas.openxmlformats.org/drawingml/2006/main" noGrp="1"/>
          </p:cNvSpPr>
          <p:nvPr/>
        </p:nvSpPr>
        <p:spPr>
          <a:xfrm xmlns:a="http://schemas.openxmlformats.org/drawingml/2006/main">
            <a:off x="14906625" y="10067925"/>
            <a:ext cx="300037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 많을수록 우수 / 미측정</a:t>
            </a:r>
          </a:p>
        </p:txBody>
      </p:sp>
      <p:sp>
        <p:nvSpPr>
          <p:cNvPr id="55" name="dp43-comparison / n54">
            <a:extLst xmlns:a="http://schemas.openxmlformats.org/drawingml/2006/main">
              <a:ext uri="{FF2B5EF4-FFF2-40B4-BE49-F238E27FC236}">
                <a16:creationId xmlns:a16="http://schemas.microsoft.com/office/drawing/2014/main" id="{5688087B-97B8-425C-BBC8-035FC392044A}"/>
              </a:ext>
            </a:extLst>
          </p:cNvPr>
          <p:cNvSpPr>
            <a:spLocks xmlns:a="http://schemas.openxmlformats.org/drawingml/2006/main" noGrp="1"/>
          </p:cNvSpPr>
          <p:nvPr/>
        </p:nvSpPr>
        <p:spPr>
          <a:xfrm xmlns:a="http://schemas.openxmlformats.org/drawingml/2006/main">
            <a:off x="1571625" y="2676525"/>
            <a:ext cx="2333625" cy="361950"/>
          </a:xfrm>
          <a:prstGeom xmlns:a="http://schemas.openxmlformats.org/drawingml/2006/main" prst="rect">
            <a:avLst/>
          </a:prstGeom>
          <a:solidFill xmlns:a="http://schemas.openxmlformats.org/drawingml/2006/main">
            <a:srgbClr val="FFFFFF"/>
          </a:solidFill>
          <a:ln xmlns:a="http://schemas.openxmlformats.org/drawingml/2006/main" w="16193">
            <a:solidFill>
              <a:srgbClr val="18232E"/>
            </a:solidFill>
            <a:prstDash val="solid"/>
          </a:ln>
        </p:spPr>
      </p:sp>
      <p:sp>
        <p:nvSpPr>
          <p:cNvPr id="56" name="dp43-comparison / n55 / text 1">
            <a:extLst xmlns:a="http://schemas.openxmlformats.org/drawingml/2006/main">
              <a:ext uri="{FF2B5EF4-FFF2-40B4-BE49-F238E27FC236}">
                <a16:creationId xmlns:a16="http://schemas.microsoft.com/office/drawing/2014/main" id="{51F407B3-4F26-4C1A-A329-7AA2EC07B9C0}"/>
              </a:ext>
            </a:extLst>
          </p:cNvPr>
          <p:cNvSpPr>
            <a:spLocks xmlns:a="http://schemas.openxmlformats.org/drawingml/2006/main" noGrp="1"/>
          </p:cNvSpPr>
          <p:nvPr/>
        </p:nvSpPr>
        <p:spPr>
          <a:xfrm xmlns:a="http://schemas.openxmlformats.org/drawingml/2006/main">
            <a:off x="1657350" y="2746058"/>
            <a:ext cx="216217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18232E"/>
                </a:solidFill>
                <a:latin typeface="Apple SD Gothic Neo"/>
                <a:ea typeface="Apple SD Gothic Neo"/>
                <a:cs typeface="Apple SD Gothic Neo"/>
              </a:defRPr>
            </a:pPr>
            <a:r>
              <a:rPr sz="1350" b="1">
                <a:solidFill>
                  <a:srgbClr val="18232E"/>
                </a:solidFill>
                <a:latin typeface="Apple SD Gothic Neo"/>
                <a:ea typeface="Apple SD Gothic Neo"/>
                <a:cs typeface="Apple SD Gothic Neo"/>
              </a:rPr>
              <a:t>Interaction Manager</a:t>
            </a:r>
          </a:p>
        </p:txBody>
      </p:sp>
      <p:sp>
        <p:nvSpPr>
          <p:cNvPr id="57" name="dp43-comparison / n56">
            <a:extLst xmlns:a="http://schemas.openxmlformats.org/drawingml/2006/main">
              <a:ext uri="{FF2B5EF4-FFF2-40B4-BE49-F238E27FC236}">
                <a16:creationId xmlns:a16="http://schemas.microsoft.com/office/drawing/2014/main" id="{32549CE1-57EC-4256-91D1-985861AE7570}"/>
              </a:ext>
            </a:extLst>
          </p:cNvPr>
          <p:cNvSpPr>
            <a:spLocks xmlns:a="http://schemas.openxmlformats.org/drawingml/2006/main" noGrp="1"/>
          </p:cNvSpPr>
          <p:nvPr/>
        </p:nvSpPr>
        <p:spPr>
          <a:xfrm xmlns:a="http://schemas.openxmlformats.org/drawingml/2006/main">
            <a:off x="4543425" y="2676525"/>
            <a:ext cx="2190750" cy="361950"/>
          </a:xfrm>
          <a:prstGeom xmlns:a="http://schemas.openxmlformats.org/drawingml/2006/main" prst="rect">
            <a:avLst/>
          </a:prstGeom>
          <a:solidFill xmlns:a="http://schemas.openxmlformats.org/drawingml/2006/main">
            <a:srgbClr val="FFFFFF"/>
          </a:solidFill>
          <a:ln xmlns:a="http://schemas.openxmlformats.org/drawingml/2006/main" w="16193">
            <a:solidFill>
              <a:srgbClr val="18232E"/>
            </a:solidFill>
            <a:prstDash val="solid"/>
          </a:ln>
        </p:spPr>
      </p:sp>
      <p:sp>
        <p:nvSpPr>
          <p:cNvPr id="58" name="dp43-comparison / n57 / text 1">
            <a:extLst xmlns:a="http://schemas.openxmlformats.org/drawingml/2006/main">
              <a:ext uri="{FF2B5EF4-FFF2-40B4-BE49-F238E27FC236}">
                <a16:creationId xmlns:a16="http://schemas.microsoft.com/office/drawing/2014/main" id="{42F4BFFF-47AD-4BB3-A53F-4534E0B310A6}"/>
              </a:ext>
            </a:extLst>
          </p:cNvPr>
          <p:cNvSpPr>
            <a:spLocks xmlns:a="http://schemas.openxmlformats.org/drawingml/2006/main" noGrp="1"/>
          </p:cNvSpPr>
          <p:nvPr/>
        </p:nvSpPr>
        <p:spPr>
          <a:xfrm xmlns:a="http://schemas.openxmlformats.org/drawingml/2006/main">
            <a:off x="4629150" y="2746058"/>
            <a:ext cx="20193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18232E"/>
                </a:solidFill>
                <a:latin typeface="Apple SD Gothic Neo"/>
                <a:ea typeface="Apple SD Gothic Neo"/>
                <a:cs typeface="Apple SD Gothic Neo"/>
              </a:defRPr>
            </a:pPr>
            <a:r>
              <a:rPr sz="1350" b="1">
                <a:solidFill>
                  <a:srgbClr val="18232E"/>
                </a:solidFill>
                <a:latin typeface="Apple SD Gothic Neo"/>
                <a:ea typeface="Apple SD Gothic Neo"/>
                <a:cs typeface="Apple SD Gothic Neo"/>
              </a:rPr>
              <a:t>Request Controller</a:t>
            </a:r>
          </a:p>
        </p:txBody>
      </p:sp>
      <p:sp>
        <p:nvSpPr>
          <p:cNvPr id="59" name="dp43-comparison / n58">
            <a:extLst xmlns:a="http://schemas.openxmlformats.org/drawingml/2006/main">
              <a:ext uri="{FF2B5EF4-FFF2-40B4-BE49-F238E27FC236}">
                <a16:creationId xmlns:a16="http://schemas.microsoft.com/office/drawing/2014/main" id="{F143FCE3-B8B2-438A-809C-0725171DDEED}"/>
              </a:ext>
            </a:extLst>
          </p:cNvPr>
          <p:cNvSpPr>
            <a:spLocks xmlns:a="http://schemas.openxmlformats.org/drawingml/2006/main" noGrp="1"/>
          </p:cNvSpPr>
          <p:nvPr/>
        </p:nvSpPr>
        <p:spPr>
          <a:xfrm xmlns:a="http://schemas.openxmlformats.org/drawingml/2006/main">
            <a:off x="7419975" y="2676525"/>
            <a:ext cx="1962150" cy="361950"/>
          </a:xfrm>
          <a:prstGeom xmlns:a="http://schemas.openxmlformats.org/drawingml/2006/main" prst="rect">
            <a:avLst/>
          </a:prstGeom>
          <a:solidFill xmlns:a="http://schemas.openxmlformats.org/drawingml/2006/main">
            <a:srgbClr val="FFFFFF"/>
          </a:solidFill>
          <a:ln xmlns:a="http://schemas.openxmlformats.org/drawingml/2006/main" w="16193">
            <a:solidFill>
              <a:srgbClr val="18232E"/>
            </a:solidFill>
            <a:prstDash val="solid"/>
          </a:ln>
        </p:spPr>
      </p:sp>
      <p:sp>
        <p:nvSpPr>
          <p:cNvPr id="60" name="dp43-comparison / n59 / text 1">
            <a:extLst xmlns:a="http://schemas.openxmlformats.org/drawingml/2006/main">
              <a:ext uri="{FF2B5EF4-FFF2-40B4-BE49-F238E27FC236}">
                <a16:creationId xmlns:a16="http://schemas.microsoft.com/office/drawing/2014/main" id="{967CA26D-16EA-4499-88D5-556AD057BEB1}"/>
              </a:ext>
            </a:extLst>
          </p:cNvPr>
          <p:cNvSpPr>
            <a:spLocks xmlns:a="http://schemas.openxmlformats.org/drawingml/2006/main" noGrp="1"/>
          </p:cNvSpPr>
          <p:nvPr/>
        </p:nvSpPr>
        <p:spPr>
          <a:xfrm xmlns:a="http://schemas.openxmlformats.org/drawingml/2006/main">
            <a:off x="7505700" y="2746058"/>
            <a:ext cx="17907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18232E"/>
                </a:solidFill>
                <a:latin typeface="Apple SD Gothic Neo"/>
                <a:ea typeface="Apple SD Gothic Neo"/>
                <a:cs typeface="Apple SD Gothic Neo"/>
              </a:defRPr>
            </a:pPr>
            <a:r>
              <a:rPr sz="1350" b="1">
                <a:solidFill>
                  <a:srgbClr val="18232E"/>
                </a:solidFill>
                <a:latin typeface="Apple SD Gothic Neo"/>
                <a:ea typeface="Apple SD Gothic Neo"/>
                <a:cs typeface="Apple SD Gothic Neo"/>
              </a:rPr>
              <a:t>Model Access</a:t>
            </a:r>
          </a:p>
        </p:txBody>
      </p:sp>
      <p:sp>
        <p:nvSpPr>
          <p:cNvPr id="61" name="dp43-comparison / n64 / path">
            <a:extLst xmlns:a="http://schemas.openxmlformats.org/drawingml/2006/main">
              <a:ext uri="{FF2B5EF4-FFF2-40B4-BE49-F238E27FC236}">
                <a16:creationId xmlns:a16="http://schemas.microsoft.com/office/drawing/2014/main" id="{84C52DA1-2B62-44D7-9A6F-8999A06F84B5}"/>
              </a:ext>
            </a:extLst>
          </p:cNvPr>
          <p:cNvSpPr>
            <a:spLocks xmlns:a="http://schemas.openxmlformats.org/drawingml/2006/main" noGrp="1"/>
          </p:cNvSpPr>
          <p:nvPr/>
        </p:nvSpPr>
        <p:spPr>
          <a:xfrm xmlns:a="http://schemas.openxmlformats.org/drawingml/2006/main">
            <a:off x="3905250" y="2857500"/>
            <a:ext cx="638175" cy="953"/>
          </a:xfrm>
          <a:custGeom xmlns:a="http://schemas.openxmlformats.org/drawingml/2006/main">
            <a:pathLst>
              <a:path w="638175" h="953">
                <a:moveTo>
                  <a:pt x="0" y="0"/>
                </a:moveTo>
                <a:lnTo>
                  <a:pt x="638175" y="0"/>
                </a:lnTo>
              </a:path>
            </a:pathLst>
          </a:custGeom>
          <a:noFill xmlns:a="http://schemas.openxmlformats.org/drawingml/2006/main"/>
          <a:ln xmlns:a="http://schemas.openxmlformats.org/drawingml/2006/main" w="19050">
            <a:solidFill>
              <a:srgbClr val="2858A5"/>
            </a:solidFill>
            <a:prstDash val="solid"/>
          </a:ln>
        </p:spPr>
      </p:sp>
      <p:sp>
        <p:nvSpPr>
          <p:cNvPr id="62" name="dp43-comparison / n64 / arrow">
            <a:extLst xmlns:a="http://schemas.openxmlformats.org/drawingml/2006/main">
              <a:ext uri="{FF2B5EF4-FFF2-40B4-BE49-F238E27FC236}">
                <a16:creationId xmlns:a16="http://schemas.microsoft.com/office/drawing/2014/main" id="{1F7FBB5F-9348-49E4-AE38-3FDDD87F5321}"/>
              </a:ext>
            </a:extLst>
          </p:cNvPr>
          <p:cNvSpPr>
            <a:spLocks xmlns:a="http://schemas.openxmlformats.org/drawingml/2006/main" noGrp="1"/>
          </p:cNvSpPr>
          <p:nvPr/>
        </p:nvSpPr>
        <p:spPr>
          <a:xfrm xmlns:a="http://schemas.openxmlformats.org/drawingml/2006/main">
            <a:off x="4421505" y="2796540"/>
            <a:ext cx="121920" cy="121920"/>
          </a:xfrm>
          <a:custGeom xmlns:a="http://schemas.openxmlformats.org/drawingml/2006/main">
            <a:pathLst>
              <a:path w="121920" h="121920">
                <a:moveTo>
                  <a:pt x="0" y="121920"/>
                </a:moveTo>
                <a:lnTo>
                  <a:pt x="121920" y="60960"/>
                </a:lnTo>
                <a:lnTo>
                  <a:pt x="0" y="0"/>
                </a:lnTo>
              </a:path>
            </a:pathLst>
          </a:custGeom>
          <a:noFill xmlns:a="http://schemas.openxmlformats.org/drawingml/2006/main"/>
          <a:ln xmlns:a="http://schemas.openxmlformats.org/drawingml/2006/main" w="24384">
            <a:solidFill>
              <a:srgbClr val="2858A5"/>
            </a:solidFill>
            <a:prstDash val="solid"/>
          </a:ln>
        </p:spPr>
      </p:sp>
      <p:sp>
        <p:nvSpPr>
          <p:cNvPr id="63" name="dp43-comparison / n69">
            <a:extLst xmlns:a="http://schemas.openxmlformats.org/drawingml/2006/main">
              <a:ext uri="{FF2B5EF4-FFF2-40B4-BE49-F238E27FC236}">
                <a16:creationId xmlns:a16="http://schemas.microsoft.com/office/drawing/2014/main" id="{7B58EFA8-DAD1-49FF-ACDE-37CCB183ECBC}"/>
              </a:ext>
            </a:extLst>
          </p:cNvPr>
          <p:cNvSpPr>
            <a:spLocks xmlns:a="http://schemas.openxmlformats.org/drawingml/2006/main" noGrp="1"/>
          </p:cNvSpPr>
          <p:nvPr/>
        </p:nvSpPr>
        <p:spPr>
          <a:xfrm xmlns:a="http://schemas.openxmlformats.org/drawingml/2006/main">
            <a:off x="1562100" y="3409950"/>
            <a:ext cx="7820025" cy="2533650"/>
          </a:xfrm>
          <a:prstGeom xmlns:a="http://schemas.openxmlformats.org/drawingml/2006/main" prst="rect">
            <a:avLst/>
          </a:prstGeom>
          <a:solidFill xmlns:a="http://schemas.openxmlformats.org/drawingml/2006/main">
            <a:srgbClr val="FAFBFC"/>
          </a:solidFill>
          <a:ln xmlns:a="http://schemas.openxmlformats.org/drawingml/2006/main" w="16193">
            <a:solidFill>
              <a:srgbClr val="2858A5"/>
            </a:solidFill>
            <a:prstDash val="solid"/>
          </a:ln>
        </p:spPr>
      </p:sp>
      <p:sp>
        <p:nvSpPr>
          <p:cNvPr id="64" name="dp43-comparison / n70 / text 1">
            <a:extLst xmlns:a="http://schemas.openxmlformats.org/drawingml/2006/main">
              <a:ext uri="{FF2B5EF4-FFF2-40B4-BE49-F238E27FC236}">
                <a16:creationId xmlns:a16="http://schemas.microsoft.com/office/drawing/2014/main" id="{A588F682-0AB5-42AF-9020-8EA359062700}"/>
              </a:ext>
            </a:extLst>
          </p:cNvPr>
          <p:cNvSpPr>
            <a:spLocks xmlns:a="http://schemas.openxmlformats.org/drawingml/2006/main" noGrp="1"/>
          </p:cNvSpPr>
          <p:nvPr/>
        </p:nvSpPr>
        <p:spPr>
          <a:xfrm xmlns:a="http://schemas.openxmlformats.org/drawingml/2006/main">
            <a:off x="1685925" y="3505200"/>
            <a:ext cx="757237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2858A5"/>
                </a:solidFill>
                <a:latin typeface="Apple SD Gothic Neo"/>
                <a:ea typeface="Apple SD Gothic Neo"/>
                <a:cs typeface="Apple SD Gothic Neo"/>
              </a:defRPr>
            </a:pPr>
            <a:r>
              <a:rPr sz="1575" b="1">
                <a:solidFill>
                  <a:srgbClr val="2858A5"/>
                </a:solidFill>
                <a:latin typeface="Apple SD Gothic Neo"/>
                <a:ea typeface="Apple SD Gothic Neo"/>
                <a:cs typeface="Apple SD Gothic Neo"/>
              </a:rPr>
              <a:t>Request Interpreter</a:t>
            </a:r>
          </a:p>
        </p:txBody>
      </p:sp>
      <p:sp>
        <p:nvSpPr>
          <p:cNvPr id="65" name="dp43-comparison / n71">
            <a:extLst xmlns:a="http://schemas.openxmlformats.org/drawingml/2006/main">
              <a:ext uri="{FF2B5EF4-FFF2-40B4-BE49-F238E27FC236}">
                <a16:creationId xmlns:a16="http://schemas.microsoft.com/office/drawing/2014/main" id="{DC9F725E-6BA5-463B-AB3F-36A9138B17CB}"/>
              </a:ext>
            </a:extLst>
          </p:cNvPr>
          <p:cNvSpPr>
            <a:spLocks xmlns:a="http://schemas.openxmlformats.org/drawingml/2006/main" noGrp="1"/>
          </p:cNvSpPr>
          <p:nvPr/>
        </p:nvSpPr>
        <p:spPr>
          <a:xfrm xmlns:a="http://schemas.openxmlformats.org/drawingml/2006/main">
            <a:off x="2819400" y="3914775"/>
            <a:ext cx="5276850" cy="457200"/>
          </a:xfrm>
          <a:prstGeom xmlns:a="http://schemas.openxmlformats.org/drawingml/2006/main" prst="rect">
            <a:avLst/>
          </a:prstGeom>
          <a:solidFill xmlns:a="http://schemas.openxmlformats.org/drawingml/2006/main">
            <a:srgbClr val="FFFFFF"/>
          </a:solidFill>
          <a:ln xmlns:a="http://schemas.openxmlformats.org/drawingml/2006/main" w="16193">
            <a:solidFill>
              <a:srgbClr val="2858A5"/>
            </a:solidFill>
            <a:prstDash val="solid"/>
          </a:ln>
        </p:spPr>
      </p:sp>
      <p:sp>
        <p:nvSpPr>
          <p:cNvPr id="66" name="dp43-comparison / n72 / text 1">
            <a:extLst xmlns:a="http://schemas.openxmlformats.org/drawingml/2006/main">
              <a:ext uri="{FF2B5EF4-FFF2-40B4-BE49-F238E27FC236}">
                <a16:creationId xmlns:a16="http://schemas.microsoft.com/office/drawing/2014/main" id="{0DAF9F56-0CC6-4F49-B7BD-7EDBF53C99AF}"/>
              </a:ext>
            </a:extLst>
          </p:cNvPr>
          <p:cNvSpPr>
            <a:spLocks xmlns:a="http://schemas.openxmlformats.org/drawingml/2006/main" noGrp="1"/>
          </p:cNvSpPr>
          <p:nvPr/>
        </p:nvSpPr>
        <p:spPr>
          <a:xfrm xmlns:a="http://schemas.openxmlformats.org/drawingml/2006/main">
            <a:off x="2905125" y="4013359"/>
            <a:ext cx="51054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75" b="1">
                <a:solidFill>
                  <a:srgbClr val="2858A5"/>
                </a:solidFill>
                <a:latin typeface="Apple SD Gothic Neo"/>
                <a:ea typeface="Apple SD Gothic Neo"/>
                <a:cs typeface="Apple SD Gothic Neo"/>
              </a:defRPr>
            </a:pPr>
            <a:r>
              <a:rPr sz="1575" b="1">
                <a:solidFill>
                  <a:srgbClr val="2858A5"/>
                </a:solidFill>
                <a:latin typeface="Apple SD Gothic Neo"/>
                <a:ea typeface="Apple SD Gothic Neo"/>
                <a:cs typeface="Apple SD Gothic Neo"/>
              </a:rPr>
              <a:t>Integrated Semantic Interpreter</a:t>
            </a:r>
          </a:p>
        </p:txBody>
      </p:sp>
      <p:sp>
        <p:nvSpPr>
          <p:cNvPr id="67" name="dp43-comparison / n73">
            <a:extLst xmlns:a="http://schemas.openxmlformats.org/drawingml/2006/main">
              <a:ext uri="{FF2B5EF4-FFF2-40B4-BE49-F238E27FC236}">
                <a16:creationId xmlns:a16="http://schemas.microsoft.com/office/drawing/2014/main" id="{B94D9ECF-FA1E-4C33-9F52-A09FA6243068}"/>
              </a:ext>
            </a:extLst>
          </p:cNvPr>
          <p:cNvSpPr>
            <a:spLocks xmlns:a="http://schemas.openxmlformats.org/drawingml/2006/main" noGrp="1"/>
          </p:cNvSpPr>
          <p:nvPr/>
        </p:nvSpPr>
        <p:spPr>
          <a:xfrm xmlns:a="http://schemas.openxmlformats.org/drawingml/2006/main">
            <a:off x="3886200" y="5095875"/>
            <a:ext cx="3124200" cy="504825"/>
          </a:xfrm>
          <a:prstGeom xmlns:a="http://schemas.openxmlformats.org/drawingml/2006/main" prst="can">
            <a:avLst>
              <a:gd name="adj" fmla="val 20000"/>
            </a:avLst>
          </a:prstGeom>
          <a:solidFill xmlns:a="http://schemas.openxmlformats.org/drawingml/2006/main">
            <a:srgbClr val="FFF7DE"/>
          </a:solidFill>
          <a:ln xmlns:a="http://schemas.openxmlformats.org/drawingml/2006/main" w="16193">
            <a:solidFill>
              <a:srgbClr val="5F6B77"/>
            </a:solidFill>
            <a:prstDash val="solid"/>
          </a:ln>
        </p:spPr>
      </p:sp>
      <p:sp>
        <p:nvSpPr>
          <p:cNvPr id="68" name="dp43-comparison / n74 / text 1">
            <a:extLst xmlns:a="http://schemas.openxmlformats.org/drawingml/2006/main">
              <a:ext uri="{FF2B5EF4-FFF2-40B4-BE49-F238E27FC236}">
                <a16:creationId xmlns:a16="http://schemas.microsoft.com/office/drawing/2014/main" id="{7C181668-739E-4EED-A68D-9B9A12C6541A}"/>
              </a:ext>
            </a:extLst>
          </p:cNvPr>
          <p:cNvSpPr>
            <a:spLocks xmlns:a="http://schemas.openxmlformats.org/drawingml/2006/main" noGrp="1"/>
          </p:cNvSpPr>
          <p:nvPr/>
        </p:nvSpPr>
        <p:spPr>
          <a:xfrm xmlns:a="http://schemas.openxmlformats.org/drawingml/2006/main">
            <a:off x="3971925" y="5257800"/>
            <a:ext cx="295275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0">
                <a:solidFill>
                  <a:srgbClr val="18232E"/>
                </a:solidFill>
                <a:latin typeface="Apple SD Gothic Neo"/>
                <a:ea typeface="Apple SD Gothic Neo"/>
                <a:cs typeface="Apple SD Gothic Neo"/>
              </a:defRPr>
            </a:pPr>
            <a:r>
              <a:rPr sz="1350" b="0">
                <a:solidFill>
                  <a:srgbClr val="18232E"/>
                </a:solidFill>
                <a:latin typeface="Apple SD Gothic Neo"/>
                <a:ea typeface="Apple SD Gothic Neo"/>
                <a:cs typeface="Apple SD Gothic Neo"/>
              </a:rPr>
              <a:t>Interpretation Attempt State</a:t>
            </a:r>
          </a:p>
        </p:txBody>
      </p:sp>
      <p:sp>
        <p:nvSpPr>
          <p:cNvPr id="69" name="dp43-comparison / n75 / path">
            <a:extLst xmlns:a="http://schemas.openxmlformats.org/drawingml/2006/main">
              <a:ext uri="{FF2B5EF4-FFF2-40B4-BE49-F238E27FC236}">
                <a16:creationId xmlns:a16="http://schemas.microsoft.com/office/drawing/2014/main" id="{5EF9B40D-C619-4D7B-A3FB-B630B4431367}"/>
              </a:ext>
            </a:extLst>
          </p:cNvPr>
          <p:cNvSpPr>
            <a:spLocks xmlns:a="http://schemas.openxmlformats.org/drawingml/2006/main" noGrp="1"/>
          </p:cNvSpPr>
          <p:nvPr/>
        </p:nvSpPr>
        <p:spPr>
          <a:xfrm xmlns:a="http://schemas.openxmlformats.org/drawingml/2006/main">
            <a:off x="5457825" y="3038475"/>
            <a:ext cx="1133475" cy="876300"/>
          </a:xfrm>
          <a:custGeom xmlns:a="http://schemas.openxmlformats.org/drawingml/2006/main">
            <a:pathLst>
              <a:path w="1133475" h="876300">
                <a:moveTo>
                  <a:pt x="1133475" y="0"/>
                </a:moveTo>
                <a:lnTo>
                  <a:pt x="1133475" y="266700"/>
                </a:lnTo>
                <a:lnTo>
                  <a:pt x="0" y="266700"/>
                </a:lnTo>
                <a:lnTo>
                  <a:pt x="0" y="876300"/>
                </a:lnTo>
              </a:path>
            </a:pathLst>
          </a:custGeom>
          <a:noFill xmlns:a="http://schemas.openxmlformats.org/drawingml/2006/main"/>
          <a:ln xmlns:a="http://schemas.openxmlformats.org/drawingml/2006/main" w="19050">
            <a:solidFill>
              <a:srgbClr val="2858A5"/>
            </a:solidFill>
            <a:prstDash val="solid"/>
          </a:ln>
        </p:spPr>
      </p:sp>
      <p:sp>
        <p:nvSpPr>
          <p:cNvPr id="70" name="dp43-comparison / n75 / arrow">
            <a:extLst xmlns:a="http://schemas.openxmlformats.org/drawingml/2006/main">
              <a:ext uri="{FF2B5EF4-FFF2-40B4-BE49-F238E27FC236}">
                <a16:creationId xmlns:a16="http://schemas.microsoft.com/office/drawing/2014/main" id="{0D7203BD-175F-4499-A897-2E925EF3D532}"/>
              </a:ext>
            </a:extLst>
          </p:cNvPr>
          <p:cNvSpPr>
            <a:spLocks xmlns:a="http://schemas.openxmlformats.org/drawingml/2006/main" noGrp="1"/>
          </p:cNvSpPr>
          <p:nvPr/>
        </p:nvSpPr>
        <p:spPr>
          <a:xfrm xmlns:a="http://schemas.openxmlformats.org/drawingml/2006/main">
            <a:off x="5396865" y="3792855"/>
            <a:ext cx="121920" cy="121920"/>
          </a:xfrm>
          <a:custGeom xmlns:a="http://schemas.openxmlformats.org/drawingml/2006/main">
            <a:pathLst>
              <a:path w="121920" h="121920">
                <a:moveTo>
                  <a:pt x="0" y="0"/>
                </a:moveTo>
                <a:lnTo>
                  <a:pt x="60960" y="121920"/>
                </a:lnTo>
                <a:lnTo>
                  <a:pt x="121920" y="0"/>
                </a:lnTo>
              </a:path>
            </a:pathLst>
          </a:custGeom>
          <a:noFill xmlns:a="http://schemas.openxmlformats.org/drawingml/2006/main"/>
          <a:ln xmlns:a="http://schemas.openxmlformats.org/drawingml/2006/main" w="24384">
            <a:solidFill>
              <a:srgbClr val="2858A5"/>
            </a:solidFill>
            <a:prstDash val="solid"/>
          </a:ln>
        </p:spPr>
      </p:sp>
      <p:sp>
        <p:nvSpPr>
          <p:cNvPr id="71" name="dp43-comparison / n80 / path">
            <a:extLst xmlns:a="http://schemas.openxmlformats.org/drawingml/2006/main">
              <a:ext uri="{FF2B5EF4-FFF2-40B4-BE49-F238E27FC236}">
                <a16:creationId xmlns:a16="http://schemas.microsoft.com/office/drawing/2014/main" id="{C1A749B3-C100-472B-AB08-51B841D0C420}"/>
              </a:ext>
            </a:extLst>
          </p:cNvPr>
          <p:cNvSpPr>
            <a:spLocks xmlns:a="http://schemas.openxmlformats.org/drawingml/2006/main" noGrp="1"/>
          </p:cNvSpPr>
          <p:nvPr/>
        </p:nvSpPr>
        <p:spPr>
          <a:xfrm xmlns:a="http://schemas.openxmlformats.org/drawingml/2006/main">
            <a:off x="5448300" y="4371975"/>
            <a:ext cx="9525" cy="723900"/>
          </a:xfrm>
          <a:custGeom xmlns:a="http://schemas.openxmlformats.org/drawingml/2006/main">
            <a:pathLst>
              <a:path w="9525" h="723900">
                <a:moveTo>
                  <a:pt x="9525" y="0"/>
                </a:moveTo>
                <a:lnTo>
                  <a:pt x="0" y="723900"/>
                </a:lnTo>
              </a:path>
            </a:pathLst>
          </a:custGeom>
          <a:noFill xmlns:a="http://schemas.openxmlformats.org/drawingml/2006/main"/>
          <a:ln xmlns:a="http://schemas.openxmlformats.org/drawingml/2006/main" w="19050">
            <a:solidFill>
              <a:srgbClr val="2858A5"/>
            </a:solidFill>
            <a:prstDash val="solid"/>
          </a:ln>
        </p:spPr>
      </p:sp>
      <p:sp>
        <p:nvSpPr>
          <p:cNvPr id="72" name="dp43-comparison / n80 / arrow">
            <a:extLst xmlns:a="http://schemas.openxmlformats.org/drawingml/2006/main">
              <a:ext uri="{FF2B5EF4-FFF2-40B4-BE49-F238E27FC236}">
                <a16:creationId xmlns:a16="http://schemas.microsoft.com/office/drawing/2014/main" id="{622F17F0-C5E2-474C-9B47-85DB6BE151F1}"/>
              </a:ext>
            </a:extLst>
          </p:cNvPr>
          <p:cNvSpPr>
            <a:spLocks xmlns:a="http://schemas.openxmlformats.org/drawingml/2006/main" noGrp="1"/>
          </p:cNvSpPr>
          <p:nvPr/>
        </p:nvSpPr>
        <p:spPr>
          <a:xfrm xmlns:a="http://schemas.openxmlformats.org/drawingml/2006/main">
            <a:off x="5388949" y="4973164"/>
            <a:ext cx="121909" cy="122711"/>
          </a:xfrm>
          <a:custGeom xmlns:a="http://schemas.openxmlformats.org/drawingml/2006/main">
            <a:pathLst>
              <a:path w="121909" h="122711">
                <a:moveTo>
                  <a:pt x="0" y="0"/>
                </a:moveTo>
                <a:lnTo>
                  <a:pt x="59351" y="122711"/>
                </a:lnTo>
                <a:lnTo>
                  <a:pt x="121909" y="1604"/>
                </a:lnTo>
              </a:path>
            </a:pathLst>
          </a:custGeom>
          <a:noFill xmlns:a="http://schemas.openxmlformats.org/drawingml/2006/main"/>
          <a:ln xmlns:a="http://schemas.openxmlformats.org/drawingml/2006/main" w="24384">
            <a:solidFill>
              <a:srgbClr val="2858A5"/>
            </a:solidFill>
            <a:prstDash val="solid"/>
          </a:ln>
        </p:spPr>
      </p:sp>
      <p:sp>
        <p:nvSpPr>
          <p:cNvPr id="73" name="dp43-comparison / n81 / path">
            <a:extLst xmlns:a="http://schemas.openxmlformats.org/drawingml/2006/main">
              <a:ext uri="{FF2B5EF4-FFF2-40B4-BE49-F238E27FC236}">
                <a16:creationId xmlns:a16="http://schemas.microsoft.com/office/drawing/2014/main" id="{BF64A209-217F-4631-8613-FBB4F4B3419E}"/>
              </a:ext>
            </a:extLst>
          </p:cNvPr>
          <p:cNvSpPr>
            <a:spLocks xmlns:a="http://schemas.openxmlformats.org/drawingml/2006/main" noGrp="1"/>
          </p:cNvSpPr>
          <p:nvPr/>
        </p:nvSpPr>
        <p:spPr>
          <a:xfrm xmlns:a="http://schemas.openxmlformats.org/drawingml/2006/main">
            <a:off x="2619375" y="4143375"/>
            <a:ext cx="1266825" cy="1209675"/>
          </a:xfrm>
          <a:custGeom xmlns:a="http://schemas.openxmlformats.org/drawingml/2006/main">
            <a:pathLst>
              <a:path w="1266825" h="1209675">
                <a:moveTo>
                  <a:pt x="1266825" y="1204913"/>
                </a:moveTo>
                <a:lnTo>
                  <a:pt x="0" y="1209675"/>
                </a:lnTo>
                <a:lnTo>
                  <a:pt x="0" y="0"/>
                </a:lnTo>
                <a:lnTo>
                  <a:pt x="200025" y="0"/>
                </a:lnTo>
              </a:path>
            </a:pathLst>
          </a:custGeom>
          <a:noFill xmlns:a="http://schemas.openxmlformats.org/drawingml/2006/main"/>
          <a:ln xmlns:a="http://schemas.openxmlformats.org/drawingml/2006/main" w="19050">
            <a:solidFill>
              <a:srgbClr val="2858A5"/>
            </a:solidFill>
            <a:prstDash val="dash"/>
          </a:ln>
        </p:spPr>
      </p:sp>
      <p:sp>
        <p:nvSpPr>
          <p:cNvPr id="74" name="dp43-comparison / n81 / arrow">
            <a:extLst xmlns:a="http://schemas.openxmlformats.org/drawingml/2006/main">
              <a:ext uri="{FF2B5EF4-FFF2-40B4-BE49-F238E27FC236}">
                <a16:creationId xmlns:a16="http://schemas.microsoft.com/office/drawing/2014/main" id="{6DD28D1D-0224-4411-946F-5F1B647B8345}"/>
              </a:ext>
            </a:extLst>
          </p:cNvPr>
          <p:cNvSpPr>
            <a:spLocks xmlns:a="http://schemas.openxmlformats.org/drawingml/2006/main" noGrp="1"/>
          </p:cNvSpPr>
          <p:nvPr/>
        </p:nvSpPr>
        <p:spPr>
          <a:xfrm xmlns:a="http://schemas.openxmlformats.org/drawingml/2006/main">
            <a:off x="2697480" y="4082415"/>
            <a:ext cx="121920" cy="121920"/>
          </a:xfrm>
          <a:custGeom xmlns:a="http://schemas.openxmlformats.org/drawingml/2006/main">
            <a:pathLst>
              <a:path w="121920" h="121920">
                <a:moveTo>
                  <a:pt x="0" y="121920"/>
                </a:moveTo>
                <a:lnTo>
                  <a:pt x="121920" y="60960"/>
                </a:lnTo>
                <a:lnTo>
                  <a:pt x="0" y="0"/>
                </a:lnTo>
              </a:path>
            </a:pathLst>
          </a:custGeom>
          <a:noFill xmlns:a="http://schemas.openxmlformats.org/drawingml/2006/main"/>
          <a:ln xmlns:a="http://schemas.openxmlformats.org/drawingml/2006/main" w="24384">
            <a:solidFill>
              <a:srgbClr val="2858A5"/>
            </a:solidFill>
            <a:prstDash val="solid"/>
          </a:ln>
        </p:spPr>
      </p:sp>
      <p:sp>
        <p:nvSpPr>
          <p:cNvPr id="75" name="dp43-comparison / n84 / path">
            <a:extLst xmlns:a="http://schemas.openxmlformats.org/drawingml/2006/main">
              <a:ext uri="{FF2B5EF4-FFF2-40B4-BE49-F238E27FC236}">
                <a16:creationId xmlns:a16="http://schemas.microsoft.com/office/drawing/2014/main" id="{747D1825-368E-4818-8C8C-48C9C702CD05}"/>
              </a:ext>
            </a:extLst>
          </p:cNvPr>
          <p:cNvSpPr>
            <a:spLocks xmlns:a="http://schemas.openxmlformats.org/drawingml/2006/main" noGrp="1"/>
          </p:cNvSpPr>
          <p:nvPr/>
        </p:nvSpPr>
        <p:spPr>
          <a:xfrm xmlns:a="http://schemas.openxmlformats.org/drawingml/2006/main">
            <a:off x="8096250" y="3038475"/>
            <a:ext cx="1114425" cy="1104900"/>
          </a:xfrm>
          <a:custGeom xmlns:a="http://schemas.openxmlformats.org/drawingml/2006/main">
            <a:pathLst>
              <a:path w="1114425" h="1104900">
                <a:moveTo>
                  <a:pt x="0" y="1104900"/>
                </a:moveTo>
                <a:lnTo>
                  <a:pt x="1114425" y="1104900"/>
                </a:lnTo>
                <a:lnTo>
                  <a:pt x="1114425" y="266700"/>
                </a:lnTo>
                <a:lnTo>
                  <a:pt x="304800" y="266700"/>
                </a:lnTo>
                <a:lnTo>
                  <a:pt x="304800" y="0"/>
                </a:lnTo>
              </a:path>
            </a:pathLst>
          </a:custGeom>
          <a:noFill xmlns:a="http://schemas.openxmlformats.org/drawingml/2006/main"/>
          <a:ln xmlns:a="http://schemas.openxmlformats.org/drawingml/2006/main" w="19050">
            <a:solidFill>
              <a:srgbClr val="5F6B77"/>
            </a:solidFill>
            <a:prstDash val="dash"/>
          </a:ln>
        </p:spPr>
      </p:sp>
      <p:sp>
        <p:nvSpPr>
          <p:cNvPr id="76" name="dp43-comparison / n84 / arrow">
            <a:extLst xmlns:a="http://schemas.openxmlformats.org/drawingml/2006/main">
              <a:ext uri="{FF2B5EF4-FFF2-40B4-BE49-F238E27FC236}">
                <a16:creationId xmlns:a16="http://schemas.microsoft.com/office/drawing/2014/main" id="{906F6B28-ED4D-4879-84B7-BA72B6F78C38}"/>
              </a:ext>
            </a:extLst>
          </p:cNvPr>
          <p:cNvSpPr>
            <a:spLocks xmlns:a="http://schemas.openxmlformats.org/drawingml/2006/main" noGrp="1"/>
          </p:cNvSpPr>
          <p:nvPr/>
        </p:nvSpPr>
        <p:spPr>
          <a:xfrm xmlns:a="http://schemas.openxmlformats.org/drawingml/2006/main">
            <a:off x="8340090" y="3038475"/>
            <a:ext cx="121920" cy="121920"/>
          </a:xfrm>
          <a:custGeom xmlns:a="http://schemas.openxmlformats.org/drawingml/2006/main">
            <a:pathLst>
              <a:path w="121920" h="121920">
                <a:moveTo>
                  <a:pt x="121920" y="121920"/>
                </a:moveTo>
                <a:lnTo>
                  <a:pt x="60960" y="0"/>
                </a:lnTo>
                <a:lnTo>
                  <a:pt x="0" y="121920"/>
                </a:lnTo>
              </a:path>
            </a:pathLst>
          </a:custGeom>
          <a:noFill xmlns:a="http://schemas.openxmlformats.org/drawingml/2006/main"/>
          <a:ln xmlns:a="http://schemas.openxmlformats.org/drawingml/2006/main" w="24384">
            <a:solidFill>
              <a:srgbClr val="5F6B77"/>
            </a:solidFill>
            <a:prstDash val="solid"/>
          </a:ln>
        </p:spPr>
      </p:sp>
      <p:sp>
        <p:nvSpPr>
          <p:cNvPr id="77" name="dp43-comparison / n87">
            <a:extLst xmlns:a="http://schemas.openxmlformats.org/drawingml/2006/main">
              <a:ext uri="{FF2B5EF4-FFF2-40B4-BE49-F238E27FC236}">
                <a16:creationId xmlns:a16="http://schemas.microsoft.com/office/drawing/2014/main" id="{BA295497-A19C-4E37-A676-E8CD44D3D222}"/>
              </a:ext>
            </a:extLst>
          </p:cNvPr>
          <p:cNvSpPr>
            <a:spLocks xmlns:a="http://schemas.openxmlformats.org/drawingml/2006/main" noGrp="1"/>
          </p:cNvSpPr>
          <p:nvPr/>
        </p:nvSpPr>
        <p:spPr>
          <a:xfrm xmlns:a="http://schemas.openxmlformats.org/drawingml/2006/main">
            <a:off x="1619250" y="6524625"/>
            <a:ext cx="2381250" cy="371475"/>
          </a:xfrm>
          <a:prstGeom xmlns:a="http://schemas.openxmlformats.org/drawingml/2006/main" prst="rect">
            <a:avLst/>
          </a:prstGeom>
          <a:solidFill xmlns:a="http://schemas.openxmlformats.org/drawingml/2006/main">
            <a:srgbClr val="FFFFFF"/>
          </a:solidFill>
          <a:ln xmlns:a="http://schemas.openxmlformats.org/drawingml/2006/main" w="16193">
            <a:solidFill>
              <a:srgbClr val="18232E"/>
            </a:solidFill>
            <a:prstDash val="solid"/>
          </a:ln>
        </p:spPr>
      </p:sp>
      <p:sp>
        <p:nvSpPr>
          <p:cNvPr id="78" name="dp43-comparison / n88 / text 1">
            <a:extLst xmlns:a="http://schemas.openxmlformats.org/drawingml/2006/main">
              <a:ext uri="{FF2B5EF4-FFF2-40B4-BE49-F238E27FC236}">
                <a16:creationId xmlns:a16="http://schemas.microsoft.com/office/drawing/2014/main" id="{0361C634-3C2A-40F9-8E68-8288E6D277DB}"/>
              </a:ext>
            </a:extLst>
          </p:cNvPr>
          <p:cNvSpPr>
            <a:spLocks xmlns:a="http://schemas.openxmlformats.org/drawingml/2006/main" noGrp="1"/>
          </p:cNvSpPr>
          <p:nvPr/>
        </p:nvSpPr>
        <p:spPr>
          <a:xfrm xmlns:a="http://schemas.openxmlformats.org/drawingml/2006/main">
            <a:off x="1704975" y="6598920"/>
            <a:ext cx="22098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18232E"/>
                </a:solidFill>
                <a:latin typeface="Apple SD Gothic Neo"/>
                <a:ea typeface="Apple SD Gothic Neo"/>
                <a:cs typeface="Apple SD Gothic Neo"/>
              </a:defRPr>
            </a:pPr>
            <a:r>
              <a:rPr sz="1350" b="1">
                <a:solidFill>
                  <a:srgbClr val="18232E"/>
                </a:solidFill>
                <a:latin typeface="Apple SD Gothic Neo"/>
                <a:ea typeface="Apple SD Gothic Neo"/>
                <a:cs typeface="Apple SD Gothic Neo"/>
              </a:rPr>
              <a:t>Request Controller</a:t>
            </a:r>
          </a:p>
        </p:txBody>
      </p:sp>
      <p:sp>
        <p:nvSpPr>
          <p:cNvPr id="79" name="dp43-comparison / n89">
            <a:extLst xmlns:a="http://schemas.openxmlformats.org/drawingml/2006/main">
              <a:ext uri="{FF2B5EF4-FFF2-40B4-BE49-F238E27FC236}">
                <a16:creationId xmlns:a16="http://schemas.microsoft.com/office/drawing/2014/main" id="{BA7E949E-1BF8-4CC5-BD4C-A4DE5BD2BEA0}"/>
              </a:ext>
            </a:extLst>
          </p:cNvPr>
          <p:cNvSpPr>
            <a:spLocks xmlns:a="http://schemas.openxmlformats.org/drawingml/2006/main" noGrp="1"/>
          </p:cNvSpPr>
          <p:nvPr/>
        </p:nvSpPr>
        <p:spPr>
          <a:xfrm xmlns:a="http://schemas.openxmlformats.org/drawingml/2006/main">
            <a:off x="4619625" y="6505575"/>
            <a:ext cx="2190750" cy="409575"/>
          </a:xfrm>
          <a:prstGeom xmlns:a="http://schemas.openxmlformats.org/drawingml/2006/main" prst="can">
            <a:avLst>
              <a:gd name="adj" fmla="val 20000"/>
            </a:avLst>
          </a:prstGeom>
          <a:solidFill xmlns:a="http://schemas.openxmlformats.org/drawingml/2006/main">
            <a:srgbClr val="FFF7DE"/>
          </a:solidFill>
          <a:ln xmlns:a="http://schemas.openxmlformats.org/drawingml/2006/main" w="16193">
            <a:solidFill>
              <a:srgbClr val="5F6B77"/>
            </a:solidFill>
            <a:prstDash val="solid"/>
          </a:ln>
        </p:spPr>
      </p:sp>
      <p:sp>
        <p:nvSpPr>
          <p:cNvPr id="80" name="dp43-comparison / n90 / text 1">
            <a:extLst xmlns:a="http://schemas.openxmlformats.org/drawingml/2006/main">
              <a:ext uri="{FF2B5EF4-FFF2-40B4-BE49-F238E27FC236}">
                <a16:creationId xmlns:a16="http://schemas.microsoft.com/office/drawing/2014/main" id="{FC66E178-C469-438D-8AFC-2F26EDE2029B}"/>
              </a:ext>
            </a:extLst>
          </p:cNvPr>
          <p:cNvSpPr>
            <a:spLocks xmlns:a="http://schemas.openxmlformats.org/drawingml/2006/main" noGrp="1"/>
          </p:cNvSpPr>
          <p:nvPr/>
        </p:nvSpPr>
        <p:spPr>
          <a:xfrm xmlns:a="http://schemas.openxmlformats.org/drawingml/2006/main">
            <a:off x="4705350" y="6667500"/>
            <a:ext cx="2019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State Store</a:t>
            </a:r>
          </a:p>
        </p:txBody>
      </p:sp>
      <p:sp>
        <p:nvSpPr>
          <p:cNvPr id="81" name="dp43-comparison / n91">
            <a:extLst xmlns:a="http://schemas.openxmlformats.org/drawingml/2006/main">
              <a:ext uri="{FF2B5EF4-FFF2-40B4-BE49-F238E27FC236}">
                <a16:creationId xmlns:a16="http://schemas.microsoft.com/office/drawing/2014/main" id="{53E8D436-1DEB-4C7D-B575-45CD0FBE5EAE}"/>
              </a:ext>
            </a:extLst>
          </p:cNvPr>
          <p:cNvSpPr>
            <a:spLocks xmlns:a="http://schemas.openxmlformats.org/drawingml/2006/main" noGrp="1"/>
          </p:cNvSpPr>
          <p:nvPr/>
        </p:nvSpPr>
        <p:spPr>
          <a:xfrm xmlns:a="http://schemas.openxmlformats.org/drawingml/2006/main">
            <a:off x="7381875" y="6524625"/>
            <a:ext cx="1981200" cy="371475"/>
          </a:xfrm>
          <a:prstGeom xmlns:a="http://schemas.openxmlformats.org/drawingml/2006/main" prst="rect">
            <a:avLst/>
          </a:prstGeom>
          <a:solidFill xmlns:a="http://schemas.openxmlformats.org/drawingml/2006/main">
            <a:srgbClr val="FFFFFF"/>
          </a:solidFill>
          <a:ln xmlns:a="http://schemas.openxmlformats.org/drawingml/2006/main" w="16193">
            <a:solidFill>
              <a:srgbClr val="18232E"/>
            </a:solidFill>
            <a:prstDash val="solid"/>
          </a:ln>
        </p:spPr>
      </p:sp>
      <p:sp>
        <p:nvSpPr>
          <p:cNvPr id="82" name="dp43-comparison / n92 / text 1">
            <a:extLst xmlns:a="http://schemas.openxmlformats.org/drawingml/2006/main">
              <a:ext uri="{FF2B5EF4-FFF2-40B4-BE49-F238E27FC236}">
                <a16:creationId xmlns:a16="http://schemas.microsoft.com/office/drawing/2014/main" id="{6D28A8D6-69D8-4C55-8018-BD3E67EFBACE}"/>
              </a:ext>
            </a:extLst>
          </p:cNvPr>
          <p:cNvSpPr>
            <a:spLocks xmlns:a="http://schemas.openxmlformats.org/drawingml/2006/main" noGrp="1"/>
          </p:cNvSpPr>
          <p:nvPr/>
        </p:nvSpPr>
        <p:spPr>
          <a:xfrm xmlns:a="http://schemas.openxmlformats.org/drawingml/2006/main">
            <a:off x="7467600" y="6598920"/>
            <a:ext cx="180975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18232E"/>
                </a:solidFill>
                <a:latin typeface="Apple SD Gothic Neo"/>
                <a:ea typeface="Apple SD Gothic Neo"/>
                <a:cs typeface="Apple SD Gothic Neo"/>
              </a:defRPr>
            </a:pPr>
            <a:r>
              <a:rPr sz="1350" b="1">
                <a:solidFill>
                  <a:srgbClr val="18232E"/>
                </a:solidFill>
                <a:latin typeface="Apple SD Gothic Neo"/>
                <a:ea typeface="Apple SD Gothic Neo"/>
                <a:cs typeface="Apple SD Gothic Neo"/>
              </a:rPr>
              <a:t>Policy Manager</a:t>
            </a:r>
          </a:p>
        </p:txBody>
      </p:sp>
      <p:sp>
        <p:nvSpPr>
          <p:cNvPr id="83" name="dp43-comparison / n93 / path">
            <a:extLst xmlns:a="http://schemas.openxmlformats.org/drawingml/2006/main">
              <a:ext uri="{FF2B5EF4-FFF2-40B4-BE49-F238E27FC236}">
                <a16:creationId xmlns:a16="http://schemas.microsoft.com/office/drawing/2014/main" id="{AA713E6C-1E8E-419E-9F0A-305448B0965E}"/>
              </a:ext>
            </a:extLst>
          </p:cNvPr>
          <p:cNvSpPr>
            <a:spLocks xmlns:a="http://schemas.openxmlformats.org/drawingml/2006/main" noGrp="1"/>
          </p:cNvSpPr>
          <p:nvPr/>
        </p:nvSpPr>
        <p:spPr>
          <a:xfrm xmlns:a="http://schemas.openxmlformats.org/drawingml/2006/main">
            <a:off x="2809875" y="5600700"/>
            <a:ext cx="2638425" cy="923925"/>
          </a:xfrm>
          <a:custGeom xmlns:a="http://schemas.openxmlformats.org/drawingml/2006/main">
            <a:pathLst>
              <a:path w="2638425" h="923925">
                <a:moveTo>
                  <a:pt x="2638425" y="0"/>
                </a:moveTo>
                <a:lnTo>
                  <a:pt x="2638425" y="857250"/>
                </a:lnTo>
                <a:lnTo>
                  <a:pt x="0" y="857250"/>
                </a:lnTo>
                <a:lnTo>
                  <a:pt x="0" y="923925"/>
                </a:lnTo>
              </a:path>
            </a:pathLst>
          </a:custGeom>
          <a:noFill xmlns:a="http://schemas.openxmlformats.org/drawingml/2006/main"/>
          <a:ln xmlns:a="http://schemas.openxmlformats.org/drawingml/2006/main" w="19050">
            <a:solidFill>
              <a:srgbClr val="2858A5"/>
            </a:solidFill>
            <a:prstDash val="solid"/>
          </a:ln>
        </p:spPr>
      </p:sp>
      <p:sp>
        <p:nvSpPr>
          <p:cNvPr id="84" name="dp43-comparison / n93 / arrow">
            <a:extLst xmlns:a="http://schemas.openxmlformats.org/drawingml/2006/main">
              <a:ext uri="{FF2B5EF4-FFF2-40B4-BE49-F238E27FC236}">
                <a16:creationId xmlns:a16="http://schemas.microsoft.com/office/drawing/2014/main" id="{0E2123E8-2C07-4E22-9815-8E01340FCC8A}"/>
              </a:ext>
            </a:extLst>
          </p:cNvPr>
          <p:cNvSpPr>
            <a:spLocks xmlns:a="http://schemas.openxmlformats.org/drawingml/2006/main" noGrp="1"/>
          </p:cNvSpPr>
          <p:nvPr/>
        </p:nvSpPr>
        <p:spPr>
          <a:xfrm xmlns:a="http://schemas.openxmlformats.org/drawingml/2006/main">
            <a:off x="2748915" y="6402705"/>
            <a:ext cx="121920" cy="121920"/>
          </a:xfrm>
          <a:custGeom xmlns:a="http://schemas.openxmlformats.org/drawingml/2006/main">
            <a:pathLst>
              <a:path w="121920" h="121920">
                <a:moveTo>
                  <a:pt x="0" y="0"/>
                </a:moveTo>
                <a:lnTo>
                  <a:pt x="60960" y="121920"/>
                </a:lnTo>
                <a:lnTo>
                  <a:pt x="121920" y="0"/>
                </a:lnTo>
              </a:path>
            </a:pathLst>
          </a:custGeom>
          <a:noFill xmlns:a="http://schemas.openxmlformats.org/drawingml/2006/main"/>
          <a:ln xmlns:a="http://schemas.openxmlformats.org/drawingml/2006/main" w="24384">
            <a:solidFill>
              <a:srgbClr val="2858A5"/>
            </a:solidFill>
            <a:prstDash val="solid"/>
          </a:ln>
        </p:spPr>
      </p:sp>
      <p:sp>
        <p:nvSpPr>
          <p:cNvPr id="85" name="dp43-comparison / n94 / path">
            <a:extLst xmlns:a="http://schemas.openxmlformats.org/drawingml/2006/main">
              <a:ext uri="{FF2B5EF4-FFF2-40B4-BE49-F238E27FC236}">
                <a16:creationId xmlns:a16="http://schemas.microsoft.com/office/drawing/2014/main" id="{16D009AB-D524-4CF9-AE23-C2F9F44FF0AF}"/>
              </a:ext>
            </a:extLst>
          </p:cNvPr>
          <p:cNvSpPr>
            <a:spLocks xmlns:a="http://schemas.openxmlformats.org/drawingml/2006/main" noGrp="1"/>
          </p:cNvSpPr>
          <p:nvPr/>
        </p:nvSpPr>
        <p:spPr>
          <a:xfrm xmlns:a="http://schemas.openxmlformats.org/drawingml/2006/main">
            <a:off x="4000500" y="6448425"/>
            <a:ext cx="3381375" cy="261938"/>
          </a:xfrm>
          <a:custGeom xmlns:a="http://schemas.openxmlformats.org/drawingml/2006/main">
            <a:pathLst>
              <a:path w="3381375" h="261938">
                <a:moveTo>
                  <a:pt x="3381375" y="261938"/>
                </a:moveTo>
                <a:lnTo>
                  <a:pt x="3181350" y="257175"/>
                </a:lnTo>
                <a:lnTo>
                  <a:pt x="3181350" y="0"/>
                </a:lnTo>
                <a:lnTo>
                  <a:pt x="180975" y="0"/>
                </a:lnTo>
                <a:lnTo>
                  <a:pt x="180975" y="257175"/>
                </a:lnTo>
                <a:lnTo>
                  <a:pt x="0" y="261938"/>
                </a:lnTo>
              </a:path>
            </a:pathLst>
          </a:custGeom>
          <a:noFill xmlns:a="http://schemas.openxmlformats.org/drawingml/2006/main"/>
          <a:ln xmlns:a="http://schemas.openxmlformats.org/drawingml/2006/main" w="19050">
            <a:solidFill>
              <a:srgbClr val="5F6B77"/>
            </a:solidFill>
            <a:prstDash val="dash"/>
          </a:ln>
        </p:spPr>
      </p:sp>
      <p:sp>
        <p:nvSpPr>
          <p:cNvPr id="86" name="dp43-comparison / n94 / arrow">
            <a:extLst xmlns:a="http://schemas.openxmlformats.org/drawingml/2006/main">
              <a:ext uri="{FF2B5EF4-FFF2-40B4-BE49-F238E27FC236}">
                <a16:creationId xmlns:a16="http://schemas.microsoft.com/office/drawing/2014/main" id="{F56BA3FA-863D-4E4F-8EA9-4712405A85B6}"/>
              </a:ext>
            </a:extLst>
          </p:cNvPr>
          <p:cNvSpPr>
            <a:spLocks xmlns:a="http://schemas.openxmlformats.org/drawingml/2006/main" noGrp="1"/>
          </p:cNvSpPr>
          <p:nvPr/>
        </p:nvSpPr>
        <p:spPr>
          <a:xfrm xmlns:a="http://schemas.openxmlformats.org/drawingml/2006/main">
            <a:off x="4000500" y="6646216"/>
            <a:ext cx="123481" cy="121878"/>
          </a:xfrm>
          <a:custGeom xmlns:a="http://schemas.openxmlformats.org/drawingml/2006/main">
            <a:pathLst>
              <a:path w="123481" h="121878">
                <a:moveTo>
                  <a:pt x="120274" y="0"/>
                </a:moveTo>
                <a:lnTo>
                  <a:pt x="0" y="64146"/>
                </a:lnTo>
                <a:lnTo>
                  <a:pt x="123481" y="121878"/>
                </a:lnTo>
              </a:path>
            </a:pathLst>
          </a:custGeom>
          <a:noFill xmlns:a="http://schemas.openxmlformats.org/drawingml/2006/main"/>
          <a:ln xmlns:a="http://schemas.openxmlformats.org/drawingml/2006/main" w="24384">
            <a:solidFill>
              <a:srgbClr val="5F6B77"/>
            </a:solidFill>
            <a:prstDash val="solid"/>
          </a:ln>
        </p:spPr>
      </p:sp>
      <p:sp>
        <p:nvSpPr>
          <p:cNvPr id="87" name="dp43-comparison / n95 / path">
            <a:extLst xmlns:a="http://schemas.openxmlformats.org/drawingml/2006/main">
              <a:ext uri="{FF2B5EF4-FFF2-40B4-BE49-F238E27FC236}">
                <a16:creationId xmlns:a16="http://schemas.microsoft.com/office/drawing/2014/main" id="{6D4D73E9-3EE2-4C5F-9E27-4B0D41F2BFC1}"/>
              </a:ext>
            </a:extLst>
          </p:cNvPr>
          <p:cNvSpPr>
            <a:spLocks xmlns:a="http://schemas.openxmlformats.org/drawingml/2006/main" noGrp="1"/>
          </p:cNvSpPr>
          <p:nvPr/>
        </p:nvSpPr>
        <p:spPr>
          <a:xfrm xmlns:a="http://schemas.openxmlformats.org/drawingml/2006/main">
            <a:off x="4000500" y="6710363"/>
            <a:ext cx="619125" cy="953"/>
          </a:xfrm>
          <a:custGeom xmlns:a="http://schemas.openxmlformats.org/drawingml/2006/main">
            <a:pathLst>
              <a:path w="619125" h="953">
                <a:moveTo>
                  <a:pt x="0" y="0"/>
                </a:moveTo>
                <a:lnTo>
                  <a:pt x="619125" y="0"/>
                </a:lnTo>
              </a:path>
            </a:pathLst>
          </a:custGeom>
          <a:noFill xmlns:a="http://schemas.openxmlformats.org/drawingml/2006/main"/>
          <a:ln xmlns:a="http://schemas.openxmlformats.org/drawingml/2006/main" w="19050">
            <a:solidFill>
              <a:srgbClr val="2858A5"/>
            </a:solidFill>
            <a:prstDash val="solid"/>
          </a:ln>
        </p:spPr>
      </p:sp>
      <p:sp>
        <p:nvSpPr>
          <p:cNvPr id="88" name="dp43-comparison / n95 / arrow">
            <a:extLst xmlns:a="http://schemas.openxmlformats.org/drawingml/2006/main">
              <a:ext uri="{FF2B5EF4-FFF2-40B4-BE49-F238E27FC236}">
                <a16:creationId xmlns:a16="http://schemas.microsoft.com/office/drawing/2014/main" id="{5B032A44-F1E2-4ECF-89A1-913D99241F6E}"/>
              </a:ext>
            </a:extLst>
          </p:cNvPr>
          <p:cNvSpPr>
            <a:spLocks xmlns:a="http://schemas.openxmlformats.org/drawingml/2006/main" noGrp="1"/>
          </p:cNvSpPr>
          <p:nvPr/>
        </p:nvSpPr>
        <p:spPr>
          <a:xfrm xmlns:a="http://schemas.openxmlformats.org/drawingml/2006/main">
            <a:off x="4497705" y="6649403"/>
            <a:ext cx="121920" cy="121920"/>
          </a:xfrm>
          <a:custGeom xmlns:a="http://schemas.openxmlformats.org/drawingml/2006/main">
            <a:pathLst>
              <a:path w="121920" h="121920">
                <a:moveTo>
                  <a:pt x="0" y="121920"/>
                </a:moveTo>
                <a:lnTo>
                  <a:pt x="121920" y="60960"/>
                </a:lnTo>
                <a:lnTo>
                  <a:pt x="0" y="0"/>
                </a:lnTo>
              </a:path>
            </a:pathLst>
          </a:custGeom>
          <a:noFill xmlns:a="http://schemas.openxmlformats.org/drawingml/2006/main"/>
          <a:ln xmlns:a="http://schemas.openxmlformats.org/drawingml/2006/main" w="24384">
            <a:solidFill>
              <a:srgbClr val="2858A5"/>
            </a:solidFill>
            <a:prstDash val="solid"/>
          </a:ln>
        </p:spPr>
      </p:sp>
      <p:sp>
        <p:nvSpPr>
          <p:cNvPr id="89" name="dp43-comparison / n60">
            <a:extLst xmlns:a="http://schemas.openxmlformats.org/drawingml/2006/main">
              <a:ext uri="{FF2B5EF4-FFF2-40B4-BE49-F238E27FC236}">
                <a16:creationId xmlns:a16="http://schemas.microsoft.com/office/drawing/2014/main" id="{6E10ED2B-713C-4A1B-8440-D07F7C6FE6D0}"/>
              </a:ext>
            </a:extLst>
          </p:cNvPr>
          <p:cNvSpPr>
            <a:spLocks xmlns:a="http://schemas.openxmlformats.org/drawingml/2006/main" noGrp="1"/>
          </p:cNvSpPr>
          <p:nvPr/>
        </p:nvSpPr>
        <p:spPr>
          <a:xfrm xmlns:a="http://schemas.openxmlformats.org/drawingml/2006/main">
            <a:off x="1581150" y="2400300"/>
            <a:ext cx="2534222" cy="2133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90" name="dp43-comparison / n61 / text 1">
            <a:extLst xmlns:a="http://schemas.openxmlformats.org/drawingml/2006/main">
              <a:ext uri="{FF2B5EF4-FFF2-40B4-BE49-F238E27FC236}">
                <a16:creationId xmlns:a16="http://schemas.microsoft.com/office/drawing/2014/main" id="{E59AB8CF-6311-4FC5-BE18-DD7292EB427D}"/>
              </a:ext>
            </a:extLst>
          </p:cNvPr>
          <p:cNvSpPr>
            <a:spLocks xmlns:a="http://schemas.openxmlformats.org/drawingml/2006/main" noGrp="1"/>
          </p:cNvSpPr>
          <p:nvPr/>
        </p:nvSpPr>
        <p:spPr>
          <a:xfrm xmlns:a="http://schemas.openxmlformats.org/drawingml/2006/main">
            <a:off x="1600200" y="2409825"/>
            <a:ext cx="2667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확정 User Turn / 새 Request</a:t>
            </a:r>
          </a:p>
        </p:txBody>
      </p:sp>
      <p:sp>
        <p:nvSpPr>
          <p:cNvPr id="91" name="dp43-comparison / n62">
            <a:extLst xmlns:a="http://schemas.openxmlformats.org/drawingml/2006/main">
              <a:ext uri="{FF2B5EF4-FFF2-40B4-BE49-F238E27FC236}">
                <a16:creationId xmlns:a16="http://schemas.microsoft.com/office/drawing/2014/main" id="{12747DD7-69C9-4DD6-8A6A-7B01A1ABDB52}"/>
              </a:ext>
            </a:extLst>
          </p:cNvPr>
          <p:cNvSpPr>
            <a:spLocks xmlns:a="http://schemas.openxmlformats.org/drawingml/2006/main" noGrp="1"/>
          </p:cNvSpPr>
          <p:nvPr/>
        </p:nvSpPr>
        <p:spPr>
          <a:xfrm xmlns:a="http://schemas.openxmlformats.org/drawingml/2006/main">
            <a:off x="7391400" y="3076575"/>
            <a:ext cx="2038350" cy="2019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92" name="dp43-comparison / n63 / text 1">
            <a:extLst xmlns:a="http://schemas.openxmlformats.org/drawingml/2006/main">
              <a:ext uri="{FF2B5EF4-FFF2-40B4-BE49-F238E27FC236}">
                <a16:creationId xmlns:a16="http://schemas.microsoft.com/office/drawing/2014/main" id="{E66E1991-1B9B-402E-9DE6-053C5BEE412C}"/>
              </a:ext>
            </a:extLst>
          </p:cNvPr>
          <p:cNvSpPr>
            <a:spLocks xmlns:a="http://schemas.openxmlformats.org/drawingml/2006/main" noGrp="1"/>
          </p:cNvSpPr>
          <p:nvPr/>
        </p:nvSpPr>
        <p:spPr>
          <a:xfrm xmlns:a="http://schemas.openxmlformats.org/drawingml/2006/main">
            <a:off x="7410450" y="3086100"/>
            <a:ext cx="20002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공유 Omni 1벌 / 역할별 KV</a:t>
            </a:r>
          </a:p>
        </p:txBody>
      </p:sp>
      <p:sp>
        <p:nvSpPr>
          <p:cNvPr id="93" name="dp43-comparison / n65">
            <a:extLst xmlns:a="http://schemas.openxmlformats.org/drawingml/2006/main">
              <a:ext uri="{FF2B5EF4-FFF2-40B4-BE49-F238E27FC236}">
                <a16:creationId xmlns:a16="http://schemas.microsoft.com/office/drawing/2014/main" id="{375A72A0-F4B7-4A8A-AA8E-5D82EE5362BF}"/>
              </a:ext>
            </a:extLst>
          </p:cNvPr>
          <p:cNvSpPr>
            <a:spLocks xmlns:a="http://schemas.openxmlformats.org/drawingml/2006/main" noGrp="1"/>
          </p:cNvSpPr>
          <p:nvPr/>
        </p:nvSpPr>
        <p:spPr>
          <a:xfrm xmlns:a="http://schemas.openxmlformats.org/drawingml/2006/main">
            <a:off x="3952875" y="2438400"/>
            <a:ext cx="381000" cy="2019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94" name="dp43-comparison / n66 / text 1">
            <a:extLst xmlns:a="http://schemas.openxmlformats.org/drawingml/2006/main">
              <a:ext uri="{FF2B5EF4-FFF2-40B4-BE49-F238E27FC236}">
                <a16:creationId xmlns:a16="http://schemas.microsoft.com/office/drawing/2014/main" id="{62C492AD-90E4-4630-87BF-D131E0C7DF0B}"/>
              </a:ext>
            </a:extLst>
          </p:cNvPr>
          <p:cNvSpPr>
            <a:spLocks xmlns:a="http://schemas.openxmlformats.org/drawingml/2006/main" noGrp="1"/>
          </p:cNvSpPr>
          <p:nvPr/>
        </p:nvSpPr>
        <p:spPr>
          <a:xfrm xmlns:a="http://schemas.openxmlformats.org/drawingml/2006/main">
            <a:off x="3971925" y="2447925"/>
            <a:ext cx="12382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원문</a:t>
            </a:r>
          </a:p>
        </p:txBody>
      </p:sp>
      <p:sp>
        <p:nvSpPr>
          <p:cNvPr id="95" name="dp43-comparison / n67">
            <a:extLst xmlns:a="http://schemas.openxmlformats.org/drawingml/2006/main">
              <a:ext uri="{FF2B5EF4-FFF2-40B4-BE49-F238E27FC236}">
                <a16:creationId xmlns:a16="http://schemas.microsoft.com/office/drawing/2014/main" id="{7CCB18E2-C0B2-44E2-900D-28C46D9D1F85}"/>
              </a:ext>
            </a:extLst>
          </p:cNvPr>
          <p:cNvSpPr>
            <a:spLocks xmlns:a="http://schemas.openxmlformats.org/drawingml/2006/main" noGrp="1"/>
          </p:cNvSpPr>
          <p:nvPr/>
        </p:nvSpPr>
        <p:spPr>
          <a:xfrm xmlns:a="http://schemas.openxmlformats.org/drawingml/2006/main">
            <a:off x="1552575" y="3095625"/>
            <a:ext cx="4983480" cy="2019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96" name="dp43-comparison / n68 / text 1">
            <a:extLst xmlns:a="http://schemas.openxmlformats.org/drawingml/2006/main">
              <a:ext uri="{FF2B5EF4-FFF2-40B4-BE49-F238E27FC236}">
                <a16:creationId xmlns:a16="http://schemas.microsoft.com/office/drawing/2014/main" id="{D4347CD6-A305-4752-A65F-3137AE4FBF29}"/>
              </a:ext>
            </a:extLst>
          </p:cNvPr>
          <p:cNvSpPr>
            <a:spLocks xmlns:a="http://schemas.openxmlformats.org/drawingml/2006/main" noGrp="1"/>
          </p:cNvSpPr>
          <p:nvPr/>
        </p:nvSpPr>
        <p:spPr>
          <a:xfrm xmlns:a="http://schemas.openxmlformats.org/drawingml/2006/main">
            <a:off x="1571625" y="3105150"/>
            <a:ext cx="53340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공통 읽기: Context Manager 정보 / Task Manager의 Task 후보</a:t>
            </a:r>
          </a:p>
        </p:txBody>
      </p:sp>
      <p:sp>
        <p:nvSpPr>
          <p:cNvPr id="97" name="dp43-comparison / n76">
            <a:extLst xmlns:a="http://schemas.openxmlformats.org/drawingml/2006/main">
              <a:ext uri="{FF2B5EF4-FFF2-40B4-BE49-F238E27FC236}">
                <a16:creationId xmlns:a16="http://schemas.microsoft.com/office/drawing/2014/main" id="{C53D9399-6E45-4A38-B9FC-7675B1E75509}"/>
              </a:ext>
            </a:extLst>
          </p:cNvPr>
          <p:cNvSpPr>
            <a:spLocks xmlns:a="http://schemas.openxmlformats.org/drawingml/2006/main" noGrp="1"/>
          </p:cNvSpPr>
          <p:nvPr/>
        </p:nvSpPr>
        <p:spPr>
          <a:xfrm xmlns:a="http://schemas.openxmlformats.org/drawingml/2006/main">
            <a:off x="1781175" y="4467225"/>
            <a:ext cx="4531805" cy="23622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98" name="dp43-comparison / n77 / text 1">
            <a:extLst xmlns:a="http://schemas.openxmlformats.org/drawingml/2006/main">
              <a:ext uri="{FF2B5EF4-FFF2-40B4-BE49-F238E27FC236}">
                <a16:creationId xmlns:a16="http://schemas.microsoft.com/office/drawing/2014/main" id="{51448E2F-5DA0-43DA-8997-34973CB9CC75}"/>
              </a:ext>
            </a:extLst>
          </p:cNvPr>
          <p:cNvSpPr>
            <a:spLocks xmlns:a="http://schemas.openxmlformats.org/drawingml/2006/main" noGrp="1"/>
          </p:cNvSpPr>
          <p:nvPr/>
        </p:nvSpPr>
        <p:spPr>
          <a:xfrm xmlns:a="http://schemas.openxmlformats.org/drawingml/2006/main">
            <a:off x="1800225" y="4476750"/>
            <a:ext cx="7153275"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2858A5"/>
                </a:solidFill>
                <a:latin typeface="Apple SD Gothic Neo"/>
                <a:ea typeface="Apple SD Gothic Neo"/>
                <a:cs typeface="Apple SD Gothic Neo"/>
              </a:defRPr>
            </a:pPr>
            <a:r>
              <a:rPr sz="1425" b="0">
                <a:solidFill>
                  <a:srgbClr val="2858A5"/>
                </a:solidFill>
                <a:latin typeface="Apple SD Gothic Neo"/>
                <a:ea typeface="Apple SD Gothic Neo"/>
                <a:cs typeface="Apple SD Gothic Neo"/>
              </a:rPr>
              <a:t>F1 의도 / F2 Referent / F3 Task Association</a:t>
            </a:r>
          </a:p>
        </p:txBody>
      </p:sp>
      <p:sp>
        <p:nvSpPr>
          <p:cNvPr id="99" name="dp43-comparison / n78">
            <a:extLst xmlns:a="http://schemas.openxmlformats.org/drawingml/2006/main">
              <a:ext uri="{FF2B5EF4-FFF2-40B4-BE49-F238E27FC236}">
                <a16:creationId xmlns:a16="http://schemas.microsoft.com/office/drawing/2014/main" id="{ADCA5E2E-C132-47C4-AC96-3251D61785D1}"/>
              </a:ext>
            </a:extLst>
          </p:cNvPr>
          <p:cNvSpPr>
            <a:spLocks xmlns:a="http://schemas.openxmlformats.org/drawingml/2006/main" noGrp="1"/>
          </p:cNvSpPr>
          <p:nvPr/>
        </p:nvSpPr>
        <p:spPr>
          <a:xfrm xmlns:a="http://schemas.openxmlformats.org/drawingml/2006/main">
            <a:off x="1781175" y="4724400"/>
            <a:ext cx="4510088" cy="23622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00" name="dp43-comparison / n79 / text 1">
            <a:extLst xmlns:a="http://schemas.openxmlformats.org/drawingml/2006/main">
              <a:ext uri="{FF2B5EF4-FFF2-40B4-BE49-F238E27FC236}">
                <a16:creationId xmlns:a16="http://schemas.microsoft.com/office/drawing/2014/main" id="{F96F4D17-E887-4B41-B7CF-4CC586CCF3EF}"/>
              </a:ext>
            </a:extLst>
          </p:cNvPr>
          <p:cNvSpPr>
            <a:spLocks xmlns:a="http://schemas.openxmlformats.org/drawingml/2006/main" noGrp="1"/>
          </p:cNvSpPr>
          <p:nvPr/>
        </p:nvSpPr>
        <p:spPr>
          <a:xfrm xmlns:a="http://schemas.openxmlformats.org/drawingml/2006/main">
            <a:off x="1800225" y="4733925"/>
            <a:ext cx="7153275"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2858A5"/>
                </a:solidFill>
                <a:latin typeface="Apple SD Gothic Neo"/>
                <a:ea typeface="Apple SD Gothic Neo"/>
                <a:cs typeface="Apple SD Gothic Neo"/>
              </a:defRPr>
            </a:pPr>
            <a:r>
              <a:rPr sz="1425" b="0">
                <a:solidFill>
                  <a:srgbClr val="2858A5"/>
                </a:solidFill>
                <a:latin typeface="Apple SD Gothic Neo"/>
                <a:ea typeface="Apple SD Gothic Neo"/>
                <a:cs typeface="Apple SD Gothic Neo"/>
              </a:rPr>
              <a:t>F4 Request 관계 / F5 정정 범위 / F6 처리 방향</a:t>
            </a:r>
          </a:p>
        </p:txBody>
      </p:sp>
      <p:sp>
        <p:nvSpPr>
          <p:cNvPr id="101" name="dp43-comparison / n82">
            <a:extLst xmlns:a="http://schemas.openxmlformats.org/drawingml/2006/main">
              <a:ext uri="{FF2B5EF4-FFF2-40B4-BE49-F238E27FC236}">
                <a16:creationId xmlns:a16="http://schemas.microsoft.com/office/drawing/2014/main" id="{3C2CC1F4-7988-4CB1-B057-ABCF8D24E9EE}"/>
              </a:ext>
            </a:extLst>
          </p:cNvPr>
          <p:cNvSpPr>
            <a:spLocks xmlns:a="http://schemas.openxmlformats.org/drawingml/2006/main" noGrp="1"/>
          </p:cNvSpPr>
          <p:nvPr/>
        </p:nvSpPr>
        <p:spPr>
          <a:xfrm xmlns:a="http://schemas.openxmlformats.org/drawingml/2006/main">
            <a:off x="1743075" y="5676900"/>
            <a:ext cx="4253865" cy="2133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02" name="dp43-comparison / n83 / text 1">
            <a:extLst xmlns:a="http://schemas.openxmlformats.org/drawingml/2006/main">
              <a:ext uri="{FF2B5EF4-FFF2-40B4-BE49-F238E27FC236}">
                <a16:creationId xmlns:a16="http://schemas.microsoft.com/office/drawing/2014/main" id="{F5D64343-752D-4F70-AD5B-76CEAE79DC70}"/>
              </a:ext>
            </a:extLst>
          </p:cNvPr>
          <p:cNvSpPr>
            <a:spLocks xmlns:a="http://schemas.openxmlformats.org/drawingml/2006/main" noGrp="1"/>
          </p:cNvSpPr>
          <p:nvPr/>
        </p:nvSpPr>
        <p:spPr>
          <a:xfrm xmlns:a="http://schemas.openxmlformats.org/drawingml/2006/main">
            <a:off x="1762125" y="5686425"/>
            <a:ext cx="74104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이전 조건 유지와 부분 갱신 / 검색과 전문 보조 허용</a:t>
            </a:r>
          </a:p>
        </p:txBody>
      </p:sp>
      <p:sp>
        <p:nvSpPr>
          <p:cNvPr id="103" name="dp43-comparison / n85">
            <a:extLst xmlns:a="http://schemas.openxmlformats.org/drawingml/2006/main">
              <a:ext uri="{FF2B5EF4-FFF2-40B4-BE49-F238E27FC236}">
                <a16:creationId xmlns:a16="http://schemas.microsoft.com/office/drawing/2014/main" id="{77C8035F-808F-476A-86D8-AA6EFF3D1246}"/>
              </a:ext>
            </a:extLst>
          </p:cNvPr>
          <p:cNvSpPr>
            <a:spLocks xmlns:a="http://schemas.openxmlformats.org/drawingml/2006/main" noGrp="1"/>
          </p:cNvSpPr>
          <p:nvPr/>
        </p:nvSpPr>
        <p:spPr>
          <a:xfrm xmlns:a="http://schemas.openxmlformats.org/drawingml/2006/main">
            <a:off x="1609725" y="6000750"/>
            <a:ext cx="6465760" cy="2133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04" name="dp43-comparison / n86 / text 1">
            <a:extLst xmlns:a="http://schemas.openxmlformats.org/drawingml/2006/main">
              <a:ext uri="{FF2B5EF4-FFF2-40B4-BE49-F238E27FC236}">
                <a16:creationId xmlns:a16="http://schemas.microsoft.com/office/drawing/2014/main" id="{7A73ACAA-A1A8-4795-9560-866D2F84A4D6}"/>
              </a:ext>
            </a:extLst>
          </p:cNvPr>
          <p:cNvSpPr>
            <a:spLocks xmlns:a="http://schemas.openxmlformats.org/drawingml/2006/main" noGrp="1"/>
          </p:cNvSpPr>
          <p:nvPr/>
        </p:nvSpPr>
        <p:spPr>
          <a:xfrm xmlns:a="http://schemas.openxmlformats.org/drawingml/2006/main">
            <a:off x="1628775" y="6010275"/>
            <a:ext cx="77152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2858A5"/>
                </a:solidFill>
                <a:latin typeface="Apple SD Gothic Neo"/>
                <a:ea typeface="Apple SD Gothic Neo"/>
                <a:cs typeface="Apple SD Gothic Neo"/>
              </a:defRPr>
            </a:pPr>
            <a:r>
              <a:rPr sz="1275" b="0">
                <a:solidFill>
                  <a:srgbClr val="2858A5"/>
                </a:solidFill>
                <a:latin typeface="Apple SD Gothic Neo"/>
                <a:ea typeface="Apple SD Gothic Neo"/>
                <a:cs typeface="Apple SD Gothic Neo"/>
              </a:rPr>
              <a:t>정정: F2와 F5 재판단 → F4 갱신 / Task Association은 입력 전제가 아닌 결과</a:t>
            </a:r>
          </a:p>
        </p:txBody>
      </p:sp>
      <p:sp>
        <p:nvSpPr>
          <p:cNvPr id="105" name="dp43-comparison / n96">
            <a:extLst xmlns:a="http://schemas.openxmlformats.org/drawingml/2006/main">
              <a:ext uri="{FF2B5EF4-FFF2-40B4-BE49-F238E27FC236}">
                <a16:creationId xmlns:a16="http://schemas.microsoft.com/office/drawing/2014/main" id="{47716AE6-3CB2-448D-B99E-226B9C1D1E3B}"/>
              </a:ext>
            </a:extLst>
          </p:cNvPr>
          <p:cNvSpPr>
            <a:spLocks xmlns:a="http://schemas.openxmlformats.org/drawingml/2006/main" noGrp="1"/>
          </p:cNvSpPr>
          <p:nvPr/>
        </p:nvSpPr>
        <p:spPr>
          <a:xfrm xmlns:a="http://schemas.openxmlformats.org/drawingml/2006/main">
            <a:off x="4219575" y="6200775"/>
            <a:ext cx="3584448" cy="2019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06" name="dp43-comparison / n97 / text 1">
            <a:extLst xmlns:a="http://schemas.openxmlformats.org/drawingml/2006/main">
              <a:ext uri="{FF2B5EF4-FFF2-40B4-BE49-F238E27FC236}">
                <a16:creationId xmlns:a16="http://schemas.microsoft.com/office/drawing/2014/main" id="{2F291518-7AA9-42AA-A1BE-F9CDAD46FB0F}"/>
              </a:ext>
            </a:extLst>
          </p:cNvPr>
          <p:cNvSpPr>
            <a:spLocks xmlns:a="http://schemas.openxmlformats.org/drawingml/2006/main" noGrp="1"/>
          </p:cNvSpPr>
          <p:nvPr/>
        </p:nvSpPr>
        <p:spPr>
          <a:xfrm xmlns:a="http://schemas.openxmlformats.org/drawingml/2006/main">
            <a:off x="4238625" y="6210300"/>
            <a:ext cx="50292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현재 검사: 입력 / 정보 / Task / 질문 / 권한</a:t>
            </a:r>
          </a:p>
        </p:txBody>
      </p:sp>
      <p:sp>
        <p:nvSpPr>
          <p:cNvPr id="107" name="dp43-comparison / n98">
            <a:extLst xmlns:a="http://schemas.openxmlformats.org/drawingml/2006/main">
              <a:ext uri="{FF2B5EF4-FFF2-40B4-BE49-F238E27FC236}">
                <a16:creationId xmlns:a16="http://schemas.microsoft.com/office/drawing/2014/main" id="{21B23380-A54F-412C-938C-2093BD70ECE5}"/>
              </a:ext>
            </a:extLst>
          </p:cNvPr>
          <p:cNvSpPr>
            <a:spLocks xmlns:a="http://schemas.openxmlformats.org/drawingml/2006/main" noGrp="1"/>
          </p:cNvSpPr>
          <p:nvPr/>
        </p:nvSpPr>
        <p:spPr>
          <a:xfrm xmlns:a="http://schemas.openxmlformats.org/drawingml/2006/main">
            <a:off x="4695825" y="6981825"/>
            <a:ext cx="3221736" cy="2019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08" name="dp43-comparison / n99 / text 1">
            <a:extLst xmlns:a="http://schemas.openxmlformats.org/drawingml/2006/main">
              <a:ext uri="{FF2B5EF4-FFF2-40B4-BE49-F238E27FC236}">
                <a16:creationId xmlns:a16="http://schemas.microsoft.com/office/drawing/2014/main" id="{F7667E42-2585-40B7-8079-0238E50014F0}"/>
              </a:ext>
            </a:extLst>
          </p:cNvPr>
          <p:cNvSpPr>
            <a:spLocks xmlns:a="http://schemas.openxmlformats.org/drawingml/2006/main" noGrp="1"/>
          </p:cNvSpPr>
          <p:nvPr/>
        </p:nvSpPr>
        <p:spPr>
          <a:xfrm xmlns:a="http://schemas.openxmlformats.org/drawingml/2006/main">
            <a:off x="4714875" y="6991350"/>
            <a:ext cx="44005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채택 의미와 질문 / 임시 해석 상태와 별도</a:t>
            </a:r>
          </a:p>
        </p:txBody>
      </p:sp>
      <p:sp>
        <p:nvSpPr>
          <p:cNvPr id="109" name="dp43-comparison / n100">
            <a:extLst xmlns:a="http://schemas.openxmlformats.org/drawingml/2006/main">
              <a:ext uri="{FF2B5EF4-FFF2-40B4-BE49-F238E27FC236}">
                <a16:creationId xmlns:a16="http://schemas.microsoft.com/office/drawing/2014/main" id="{A70D7046-3003-4914-9839-FC32016F5771}"/>
              </a:ext>
            </a:extLst>
          </p:cNvPr>
          <p:cNvSpPr>
            <a:spLocks xmlns:a="http://schemas.openxmlformats.org/drawingml/2006/main" noGrp="1"/>
          </p:cNvSpPr>
          <p:nvPr/>
        </p:nvSpPr>
        <p:spPr>
          <a:xfrm xmlns:a="http://schemas.openxmlformats.org/drawingml/2006/main">
            <a:off x="1600200" y="7200900"/>
            <a:ext cx="7323963" cy="2133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10" name="dp43-comparison / n101 / text 1">
            <a:extLst xmlns:a="http://schemas.openxmlformats.org/drawingml/2006/main">
              <a:ext uri="{FF2B5EF4-FFF2-40B4-BE49-F238E27FC236}">
                <a16:creationId xmlns:a16="http://schemas.microsoft.com/office/drawing/2014/main" id="{CC998A12-D534-4DAD-A7B7-EDA8DFDFC7CE}"/>
              </a:ext>
            </a:extLst>
          </p:cNvPr>
          <p:cNvSpPr>
            <a:spLocks xmlns:a="http://schemas.openxmlformats.org/drawingml/2006/main" noGrp="1"/>
          </p:cNvSpPr>
          <p:nvPr/>
        </p:nvSpPr>
        <p:spPr>
          <a:xfrm xmlns:a="http://schemas.openxmlformats.org/drawingml/2006/main">
            <a:off x="1619250" y="7210425"/>
            <a:ext cx="76962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채택 후: Response Manager → Interaction Manager / Task Manager → Agent Gateway</a:t>
            </a:r>
          </a:p>
        </p:txBody>
      </p:sp>
      <p:sp>
        <p:nvSpPr>
          <p:cNvPr id="111" name="dp43-comparison / n102">
            <a:extLst xmlns:a="http://schemas.openxmlformats.org/drawingml/2006/main">
              <a:ext uri="{FF2B5EF4-FFF2-40B4-BE49-F238E27FC236}">
                <a16:creationId xmlns:a16="http://schemas.microsoft.com/office/drawing/2014/main" id="{769CE3B4-EAEE-4B86-84B6-E71314A8E4D6}"/>
              </a:ext>
            </a:extLst>
          </p:cNvPr>
          <p:cNvSpPr>
            <a:spLocks xmlns:a="http://schemas.openxmlformats.org/drawingml/2006/main" noGrp="1"/>
          </p:cNvSpPr>
          <p:nvPr/>
        </p:nvSpPr>
        <p:spPr>
          <a:xfrm xmlns:a="http://schemas.openxmlformats.org/drawingml/2006/main">
            <a:off x="1600200" y="7391400"/>
            <a:ext cx="6056376" cy="1714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12" name="dp43-comparison / n103 / text 1">
            <a:extLst xmlns:a="http://schemas.openxmlformats.org/drawingml/2006/main">
              <a:ext uri="{FF2B5EF4-FFF2-40B4-BE49-F238E27FC236}">
                <a16:creationId xmlns:a16="http://schemas.microsoft.com/office/drawing/2014/main" id="{BFA1D431-3BD1-4762-BBC1-68EAFE98335E}"/>
              </a:ext>
            </a:extLst>
          </p:cNvPr>
          <p:cNvSpPr>
            <a:spLocks xmlns:a="http://schemas.openxmlformats.org/drawingml/2006/main" noGrp="1"/>
          </p:cNvSpPr>
          <p:nvPr/>
        </p:nvSpPr>
        <p:spPr>
          <a:xfrm xmlns:a="http://schemas.openxmlformats.org/drawingml/2006/main">
            <a:off x="1619250" y="7400925"/>
            <a:ext cx="76962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확인 질문의 실제 전달과 새 답변 / Downstream Agent 접수와 결과의 별도 확인</a:t>
            </a:r>
          </a:p>
        </p:txBody>
      </p:sp>
      <p:sp>
        <p:nvSpPr>
          <p:cNvPr id="113" name="dp43-comparison / n104">
            <a:extLst xmlns:a="http://schemas.openxmlformats.org/drawingml/2006/main">
              <a:ext uri="{FF2B5EF4-FFF2-40B4-BE49-F238E27FC236}">
                <a16:creationId xmlns:a16="http://schemas.microsoft.com/office/drawing/2014/main" id="{9C9D2335-9DCF-46C6-80EA-23B2405BFAD8}"/>
              </a:ext>
            </a:extLst>
          </p:cNvPr>
          <p:cNvSpPr>
            <a:spLocks xmlns:a="http://schemas.openxmlformats.org/drawingml/2006/main" noGrp="1"/>
          </p:cNvSpPr>
          <p:nvPr/>
        </p:nvSpPr>
        <p:spPr>
          <a:xfrm xmlns:a="http://schemas.openxmlformats.org/drawingml/2006/main">
            <a:off x="9858375" y="2676525"/>
            <a:ext cx="2333625" cy="361950"/>
          </a:xfrm>
          <a:prstGeom xmlns:a="http://schemas.openxmlformats.org/drawingml/2006/main" prst="rect">
            <a:avLst/>
          </a:prstGeom>
          <a:solidFill xmlns:a="http://schemas.openxmlformats.org/drawingml/2006/main">
            <a:srgbClr val="FFFFFF"/>
          </a:solidFill>
          <a:ln xmlns:a="http://schemas.openxmlformats.org/drawingml/2006/main" w="16193">
            <a:solidFill>
              <a:srgbClr val="18232E"/>
            </a:solidFill>
            <a:prstDash val="solid"/>
          </a:ln>
        </p:spPr>
      </p:sp>
      <p:sp>
        <p:nvSpPr>
          <p:cNvPr id="114" name="dp43-comparison / n105 / text 1">
            <a:extLst xmlns:a="http://schemas.openxmlformats.org/drawingml/2006/main">
              <a:ext uri="{FF2B5EF4-FFF2-40B4-BE49-F238E27FC236}">
                <a16:creationId xmlns:a16="http://schemas.microsoft.com/office/drawing/2014/main" id="{0A1D2E1E-35F0-4A9F-A413-A2EBB893B7DB}"/>
              </a:ext>
            </a:extLst>
          </p:cNvPr>
          <p:cNvSpPr>
            <a:spLocks xmlns:a="http://schemas.openxmlformats.org/drawingml/2006/main" noGrp="1"/>
          </p:cNvSpPr>
          <p:nvPr/>
        </p:nvSpPr>
        <p:spPr>
          <a:xfrm xmlns:a="http://schemas.openxmlformats.org/drawingml/2006/main">
            <a:off x="9944100" y="2746058"/>
            <a:ext cx="216217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18232E"/>
                </a:solidFill>
                <a:latin typeface="Apple SD Gothic Neo"/>
                <a:ea typeface="Apple SD Gothic Neo"/>
                <a:cs typeface="Apple SD Gothic Neo"/>
              </a:defRPr>
            </a:pPr>
            <a:r>
              <a:rPr sz="1350" b="1">
                <a:solidFill>
                  <a:srgbClr val="18232E"/>
                </a:solidFill>
                <a:latin typeface="Apple SD Gothic Neo"/>
                <a:ea typeface="Apple SD Gothic Neo"/>
                <a:cs typeface="Apple SD Gothic Neo"/>
              </a:rPr>
              <a:t>Interaction Manager</a:t>
            </a:r>
          </a:p>
        </p:txBody>
      </p:sp>
      <p:sp>
        <p:nvSpPr>
          <p:cNvPr id="115" name="dp43-comparison / n106">
            <a:extLst xmlns:a="http://schemas.openxmlformats.org/drawingml/2006/main">
              <a:ext uri="{FF2B5EF4-FFF2-40B4-BE49-F238E27FC236}">
                <a16:creationId xmlns:a16="http://schemas.microsoft.com/office/drawing/2014/main" id="{600F5067-FD89-498D-825B-31FBA86064AB}"/>
              </a:ext>
            </a:extLst>
          </p:cNvPr>
          <p:cNvSpPr>
            <a:spLocks xmlns:a="http://schemas.openxmlformats.org/drawingml/2006/main" noGrp="1"/>
          </p:cNvSpPr>
          <p:nvPr/>
        </p:nvSpPr>
        <p:spPr>
          <a:xfrm xmlns:a="http://schemas.openxmlformats.org/drawingml/2006/main">
            <a:off x="12830175" y="2676525"/>
            <a:ext cx="2190750" cy="361950"/>
          </a:xfrm>
          <a:prstGeom xmlns:a="http://schemas.openxmlformats.org/drawingml/2006/main" prst="rect">
            <a:avLst/>
          </a:prstGeom>
          <a:solidFill xmlns:a="http://schemas.openxmlformats.org/drawingml/2006/main">
            <a:srgbClr val="FFFFFF"/>
          </a:solidFill>
          <a:ln xmlns:a="http://schemas.openxmlformats.org/drawingml/2006/main" w="16193">
            <a:solidFill>
              <a:srgbClr val="18232E"/>
            </a:solidFill>
            <a:prstDash val="solid"/>
          </a:ln>
        </p:spPr>
      </p:sp>
      <p:sp>
        <p:nvSpPr>
          <p:cNvPr id="116" name="dp43-comparison / n107 / text 1">
            <a:extLst xmlns:a="http://schemas.openxmlformats.org/drawingml/2006/main">
              <a:ext uri="{FF2B5EF4-FFF2-40B4-BE49-F238E27FC236}">
                <a16:creationId xmlns:a16="http://schemas.microsoft.com/office/drawing/2014/main" id="{7DFDAC06-D9CC-4613-8037-C969721ADECE}"/>
              </a:ext>
            </a:extLst>
          </p:cNvPr>
          <p:cNvSpPr>
            <a:spLocks xmlns:a="http://schemas.openxmlformats.org/drawingml/2006/main" noGrp="1"/>
          </p:cNvSpPr>
          <p:nvPr/>
        </p:nvSpPr>
        <p:spPr>
          <a:xfrm xmlns:a="http://schemas.openxmlformats.org/drawingml/2006/main">
            <a:off x="12915900" y="2746058"/>
            <a:ext cx="20193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18232E"/>
                </a:solidFill>
                <a:latin typeface="Apple SD Gothic Neo"/>
                <a:ea typeface="Apple SD Gothic Neo"/>
                <a:cs typeface="Apple SD Gothic Neo"/>
              </a:defRPr>
            </a:pPr>
            <a:r>
              <a:rPr sz="1350" b="1">
                <a:solidFill>
                  <a:srgbClr val="18232E"/>
                </a:solidFill>
                <a:latin typeface="Apple SD Gothic Neo"/>
                <a:ea typeface="Apple SD Gothic Neo"/>
                <a:cs typeface="Apple SD Gothic Neo"/>
              </a:rPr>
              <a:t>Request Controller</a:t>
            </a:r>
          </a:p>
        </p:txBody>
      </p:sp>
      <p:sp>
        <p:nvSpPr>
          <p:cNvPr id="117" name="dp43-comparison / n108">
            <a:extLst xmlns:a="http://schemas.openxmlformats.org/drawingml/2006/main">
              <a:ext uri="{FF2B5EF4-FFF2-40B4-BE49-F238E27FC236}">
                <a16:creationId xmlns:a16="http://schemas.microsoft.com/office/drawing/2014/main" id="{1FF22B66-F179-4C13-8360-81ED116E5D8D}"/>
              </a:ext>
            </a:extLst>
          </p:cNvPr>
          <p:cNvSpPr>
            <a:spLocks xmlns:a="http://schemas.openxmlformats.org/drawingml/2006/main" noGrp="1"/>
          </p:cNvSpPr>
          <p:nvPr/>
        </p:nvSpPr>
        <p:spPr>
          <a:xfrm xmlns:a="http://schemas.openxmlformats.org/drawingml/2006/main">
            <a:off x="15706725" y="2676525"/>
            <a:ext cx="1962150" cy="361950"/>
          </a:xfrm>
          <a:prstGeom xmlns:a="http://schemas.openxmlformats.org/drawingml/2006/main" prst="rect">
            <a:avLst/>
          </a:prstGeom>
          <a:solidFill xmlns:a="http://schemas.openxmlformats.org/drawingml/2006/main">
            <a:srgbClr val="FFFFFF"/>
          </a:solidFill>
          <a:ln xmlns:a="http://schemas.openxmlformats.org/drawingml/2006/main" w="16193">
            <a:solidFill>
              <a:srgbClr val="18232E"/>
            </a:solidFill>
            <a:prstDash val="solid"/>
          </a:ln>
        </p:spPr>
      </p:sp>
      <p:sp>
        <p:nvSpPr>
          <p:cNvPr id="118" name="dp43-comparison / n109 / text 1">
            <a:extLst xmlns:a="http://schemas.openxmlformats.org/drawingml/2006/main">
              <a:ext uri="{FF2B5EF4-FFF2-40B4-BE49-F238E27FC236}">
                <a16:creationId xmlns:a16="http://schemas.microsoft.com/office/drawing/2014/main" id="{94613178-2B12-48D1-AA92-A6E9C6577503}"/>
              </a:ext>
            </a:extLst>
          </p:cNvPr>
          <p:cNvSpPr>
            <a:spLocks xmlns:a="http://schemas.openxmlformats.org/drawingml/2006/main" noGrp="1"/>
          </p:cNvSpPr>
          <p:nvPr/>
        </p:nvSpPr>
        <p:spPr>
          <a:xfrm xmlns:a="http://schemas.openxmlformats.org/drawingml/2006/main">
            <a:off x="15792450" y="2746058"/>
            <a:ext cx="17907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18232E"/>
                </a:solidFill>
                <a:latin typeface="Apple SD Gothic Neo"/>
                <a:ea typeface="Apple SD Gothic Neo"/>
                <a:cs typeface="Apple SD Gothic Neo"/>
              </a:defRPr>
            </a:pPr>
            <a:r>
              <a:rPr sz="1350" b="1">
                <a:solidFill>
                  <a:srgbClr val="18232E"/>
                </a:solidFill>
                <a:latin typeface="Apple SD Gothic Neo"/>
                <a:ea typeface="Apple SD Gothic Neo"/>
                <a:cs typeface="Apple SD Gothic Neo"/>
              </a:rPr>
              <a:t>Model Access</a:t>
            </a:r>
          </a:p>
        </p:txBody>
      </p:sp>
      <p:sp>
        <p:nvSpPr>
          <p:cNvPr id="119" name="dp43-comparison / n114 / path">
            <a:extLst xmlns:a="http://schemas.openxmlformats.org/drawingml/2006/main">
              <a:ext uri="{FF2B5EF4-FFF2-40B4-BE49-F238E27FC236}">
                <a16:creationId xmlns:a16="http://schemas.microsoft.com/office/drawing/2014/main" id="{83934ECB-7D77-440A-848C-40F6A66EC161}"/>
              </a:ext>
            </a:extLst>
          </p:cNvPr>
          <p:cNvSpPr>
            <a:spLocks xmlns:a="http://schemas.openxmlformats.org/drawingml/2006/main" noGrp="1"/>
          </p:cNvSpPr>
          <p:nvPr/>
        </p:nvSpPr>
        <p:spPr>
          <a:xfrm xmlns:a="http://schemas.openxmlformats.org/drawingml/2006/main">
            <a:off x="12192000" y="2857500"/>
            <a:ext cx="638175" cy="953"/>
          </a:xfrm>
          <a:custGeom xmlns:a="http://schemas.openxmlformats.org/drawingml/2006/main">
            <a:pathLst>
              <a:path w="638175" h="953">
                <a:moveTo>
                  <a:pt x="0" y="0"/>
                </a:moveTo>
                <a:lnTo>
                  <a:pt x="638175" y="0"/>
                </a:lnTo>
              </a:path>
            </a:pathLst>
          </a:custGeom>
          <a:noFill xmlns:a="http://schemas.openxmlformats.org/drawingml/2006/main"/>
          <a:ln xmlns:a="http://schemas.openxmlformats.org/drawingml/2006/main" w="19050">
            <a:solidFill>
              <a:srgbClr val="7155A4"/>
            </a:solidFill>
            <a:prstDash val="solid"/>
          </a:ln>
        </p:spPr>
      </p:sp>
      <p:sp>
        <p:nvSpPr>
          <p:cNvPr id="120" name="dp43-comparison / n114 / arrow">
            <a:extLst xmlns:a="http://schemas.openxmlformats.org/drawingml/2006/main">
              <a:ext uri="{FF2B5EF4-FFF2-40B4-BE49-F238E27FC236}">
                <a16:creationId xmlns:a16="http://schemas.microsoft.com/office/drawing/2014/main" id="{60B8A4A2-6091-4EEE-A1E3-DD5ABACB9172}"/>
              </a:ext>
            </a:extLst>
          </p:cNvPr>
          <p:cNvSpPr>
            <a:spLocks xmlns:a="http://schemas.openxmlformats.org/drawingml/2006/main" noGrp="1"/>
          </p:cNvSpPr>
          <p:nvPr/>
        </p:nvSpPr>
        <p:spPr>
          <a:xfrm xmlns:a="http://schemas.openxmlformats.org/drawingml/2006/main">
            <a:off x="12708255" y="2796540"/>
            <a:ext cx="121920" cy="121920"/>
          </a:xfrm>
          <a:custGeom xmlns:a="http://schemas.openxmlformats.org/drawingml/2006/main">
            <a:pathLst>
              <a:path w="121920" h="121920">
                <a:moveTo>
                  <a:pt x="0" y="121920"/>
                </a:moveTo>
                <a:lnTo>
                  <a:pt x="121920" y="60960"/>
                </a:lnTo>
                <a:lnTo>
                  <a:pt x="0" y="0"/>
                </a:lnTo>
              </a:path>
            </a:pathLst>
          </a:custGeom>
          <a:noFill xmlns:a="http://schemas.openxmlformats.org/drawingml/2006/main"/>
          <a:ln xmlns:a="http://schemas.openxmlformats.org/drawingml/2006/main" w="24384">
            <a:solidFill>
              <a:srgbClr val="7155A4"/>
            </a:solidFill>
            <a:prstDash val="solid"/>
          </a:ln>
        </p:spPr>
      </p:sp>
      <p:sp>
        <p:nvSpPr>
          <p:cNvPr id="121" name="dp43-comparison / n119">
            <a:extLst xmlns:a="http://schemas.openxmlformats.org/drawingml/2006/main">
              <a:ext uri="{FF2B5EF4-FFF2-40B4-BE49-F238E27FC236}">
                <a16:creationId xmlns:a16="http://schemas.microsoft.com/office/drawing/2014/main" id="{B0E8E0EE-5A4F-4FDF-BA14-8D124AEC6361}"/>
              </a:ext>
            </a:extLst>
          </p:cNvPr>
          <p:cNvSpPr>
            <a:spLocks xmlns:a="http://schemas.openxmlformats.org/drawingml/2006/main" noGrp="1"/>
          </p:cNvSpPr>
          <p:nvPr/>
        </p:nvSpPr>
        <p:spPr>
          <a:xfrm xmlns:a="http://schemas.openxmlformats.org/drawingml/2006/main">
            <a:off x="9848850" y="3409950"/>
            <a:ext cx="7820025" cy="2533650"/>
          </a:xfrm>
          <a:prstGeom xmlns:a="http://schemas.openxmlformats.org/drawingml/2006/main" prst="rect">
            <a:avLst/>
          </a:prstGeom>
          <a:solidFill xmlns:a="http://schemas.openxmlformats.org/drawingml/2006/main">
            <a:srgbClr val="FAFBFC"/>
          </a:solidFill>
          <a:ln xmlns:a="http://schemas.openxmlformats.org/drawingml/2006/main" w="16193">
            <a:solidFill>
              <a:srgbClr val="7155A4"/>
            </a:solidFill>
            <a:prstDash val="solid"/>
          </a:ln>
        </p:spPr>
      </p:sp>
      <p:sp>
        <p:nvSpPr>
          <p:cNvPr id="122" name="dp43-comparison / n120 / text 1">
            <a:extLst xmlns:a="http://schemas.openxmlformats.org/drawingml/2006/main">
              <a:ext uri="{FF2B5EF4-FFF2-40B4-BE49-F238E27FC236}">
                <a16:creationId xmlns:a16="http://schemas.microsoft.com/office/drawing/2014/main" id="{B138BBE4-B747-44E3-AD19-79265BAB13FD}"/>
              </a:ext>
            </a:extLst>
          </p:cNvPr>
          <p:cNvSpPr>
            <a:spLocks xmlns:a="http://schemas.openxmlformats.org/drawingml/2006/main" noGrp="1"/>
          </p:cNvSpPr>
          <p:nvPr/>
        </p:nvSpPr>
        <p:spPr>
          <a:xfrm xmlns:a="http://schemas.openxmlformats.org/drawingml/2006/main">
            <a:off x="9972675" y="3505200"/>
            <a:ext cx="757237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7155A4"/>
                </a:solidFill>
                <a:latin typeface="Apple SD Gothic Neo"/>
                <a:ea typeface="Apple SD Gothic Neo"/>
                <a:cs typeface="Apple SD Gothic Neo"/>
              </a:defRPr>
            </a:pPr>
            <a:r>
              <a:rPr sz="1575" b="1">
                <a:solidFill>
                  <a:srgbClr val="7155A4"/>
                </a:solidFill>
                <a:latin typeface="Apple SD Gothic Neo"/>
                <a:ea typeface="Apple SD Gothic Neo"/>
                <a:cs typeface="Apple SD Gothic Neo"/>
              </a:rPr>
              <a:t>Request Interpreter</a:t>
            </a:r>
          </a:p>
        </p:txBody>
      </p:sp>
      <p:sp>
        <p:nvSpPr>
          <p:cNvPr id="123" name="dp43-comparison / n121">
            <a:extLst xmlns:a="http://schemas.openxmlformats.org/drawingml/2006/main">
              <a:ext uri="{FF2B5EF4-FFF2-40B4-BE49-F238E27FC236}">
                <a16:creationId xmlns:a16="http://schemas.microsoft.com/office/drawing/2014/main" id="{FF075346-A894-4BC3-833B-8FC70A1975A4}"/>
              </a:ext>
            </a:extLst>
          </p:cNvPr>
          <p:cNvSpPr>
            <a:spLocks xmlns:a="http://schemas.openxmlformats.org/drawingml/2006/main" noGrp="1"/>
          </p:cNvSpPr>
          <p:nvPr/>
        </p:nvSpPr>
        <p:spPr>
          <a:xfrm xmlns:a="http://schemas.openxmlformats.org/drawingml/2006/main">
            <a:off x="12630150" y="3867150"/>
            <a:ext cx="2286000" cy="1419225"/>
          </a:xfrm>
          <a:prstGeom xmlns:a="http://schemas.openxmlformats.org/drawingml/2006/main" prst="rect">
            <a:avLst/>
          </a:prstGeom>
          <a:solidFill xmlns:a="http://schemas.openxmlformats.org/drawingml/2006/main">
            <a:srgbClr val="FFFFFF"/>
          </a:solidFill>
          <a:ln xmlns:a="http://schemas.openxmlformats.org/drawingml/2006/main" w="16193">
            <a:solidFill>
              <a:srgbClr val="18232E"/>
            </a:solidFill>
            <a:prstDash val="solid"/>
          </a:ln>
        </p:spPr>
      </p:sp>
      <p:sp>
        <p:nvSpPr>
          <p:cNvPr id="124" name="dp43-comparison / n122 / text 1">
            <a:extLst xmlns:a="http://schemas.openxmlformats.org/drawingml/2006/main">
              <a:ext uri="{FF2B5EF4-FFF2-40B4-BE49-F238E27FC236}">
                <a16:creationId xmlns:a16="http://schemas.microsoft.com/office/drawing/2014/main" id="{11C730C5-3EFB-4B89-9933-1D023335E44B}"/>
              </a:ext>
            </a:extLst>
          </p:cNvPr>
          <p:cNvSpPr>
            <a:spLocks xmlns:a="http://schemas.openxmlformats.org/drawingml/2006/main" noGrp="1"/>
          </p:cNvSpPr>
          <p:nvPr/>
        </p:nvSpPr>
        <p:spPr>
          <a:xfrm xmlns:a="http://schemas.openxmlformats.org/drawingml/2006/main">
            <a:off x="12715875" y="4329113"/>
            <a:ext cx="21145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Interpretation</a:t>
            </a:r>
          </a:p>
        </p:txBody>
      </p:sp>
      <p:sp>
        <p:nvSpPr>
          <p:cNvPr id="125" name="dp43-comparison / n122 / text 2">
            <a:extLst xmlns:a="http://schemas.openxmlformats.org/drawingml/2006/main">
              <a:ext uri="{FF2B5EF4-FFF2-40B4-BE49-F238E27FC236}">
                <a16:creationId xmlns:a16="http://schemas.microsoft.com/office/drawing/2014/main" id="{CA0A428B-4326-4E98-A6A5-394561EECA21}"/>
              </a:ext>
            </a:extLst>
          </p:cNvPr>
          <p:cNvSpPr>
            <a:spLocks xmlns:a="http://schemas.openxmlformats.org/drawingml/2006/main" noGrp="1"/>
          </p:cNvSpPr>
          <p:nvPr/>
        </p:nvSpPr>
        <p:spPr>
          <a:xfrm xmlns:a="http://schemas.openxmlformats.org/drawingml/2006/main">
            <a:off x="12715875" y="4576763"/>
            <a:ext cx="21145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Coordinator</a:t>
            </a:r>
          </a:p>
        </p:txBody>
      </p:sp>
      <p:sp>
        <p:nvSpPr>
          <p:cNvPr id="126" name="dp43-comparison / n123">
            <a:extLst xmlns:a="http://schemas.openxmlformats.org/drawingml/2006/main">
              <a:ext uri="{FF2B5EF4-FFF2-40B4-BE49-F238E27FC236}">
                <a16:creationId xmlns:a16="http://schemas.microsoft.com/office/drawing/2014/main" id="{B96EE867-99B9-4DF0-AA7E-8E58AEAC787B}"/>
              </a:ext>
            </a:extLst>
          </p:cNvPr>
          <p:cNvSpPr>
            <a:spLocks xmlns:a="http://schemas.openxmlformats.org/drawingml/2006/main" noGrp="1"/>
          </p:cNvSpPr>
          <p:nvPr/>
        </p:nvSpPr>
        <p:spPr>
          <a:xfrm xmlns:a="http://schemas.openxmlformats.org/drawingml/2006/main">
            <a:off x="12630150" y="5400675"/>
            <a:ext cx="2286000" cy="409575"/>
          </a:xfrm>
          <a:prstGeom xmlns:a="http://schemas.openxmlformats.org/drawingml/2006/main" prst="can">
            <a:avLst>
              <a:gd name="adj" fmla="val 20000"/>
            </a:avLst>
          </a:prstGeom>
          <a:solidFill xmlns:a="http://schemas.openxmlformats.org/drawingml/2006/main">
            <a:srgbClr val="FFF7DE"/>
          </a:solidFill>
          <a:ln xmlns:a="http://schemas.openxmlformats.org/drawingml/2006/main" w="16193">
            <a:solidFill>
              <a:srgbClr val="5F6B77"/>
            </a:solidFill>
            <a:prstDash val="solid"/>
          </a:ln>
        </p:spPr>
      </p:sp>
      <p:sp>
        <p:nvSpPr>
          <p:cNvPr id="127" name="dp43-comparison / n124 / text 1">
            <a:extLst xmlns:a="http://schemas.openxmlformats.org/drawingml/2006/main">
              <a:ext uri="{FF2B5EF4-FFF2-40B4-BE49-F238E27FC236}">
                <a16:creationId xmlns:a16="http://schemas.microsoft.com/office/drawing/2014/main" id="{136E5748-A19A-4A40-BF51-7D8832CE3F0B}"/>
              </a:ext>
            </a:extLst>
          </p:cNvPr>
          <p:cNvSpPr>
            <a:spLocks xmlns:a="http://schemas.openxmlformats.org/drawingml/2006/main" noGrp="1"/>
          </p:cNvSpPr>
          <p:nvPr/>
        </p:nvSpPr>
        <p:spPr>
          <a:xfrm xmlns:a="http://schemas.openxmlformats.org/drawingml/2006/main">
            <a:off x="12715875" y="5562600"/>
            <a:ext cx="21145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0">
                <a:solidFill>
                  <a:srgbClr val="18232E"/>
                </a:solidFill>
                <a:latin typeface="Apple SD Gothic Neo"/>
                <a:ea typeface="Apple SD Gothic Neo"/>
                <a:cs typeface="Apple SD Gothic Neo"/>
              </a:defRPr>
            </a:pPr>
            <a:r>
              <a:rPr sz="1125" b="0">
                <a:solidFill>
                  <a:srgbClr val="18232E"/>
                </a:solidFill>
                <a:latin typeface="Apple SD Gothic Neo"/>
                <a:ea typeface="Apple SD Gothic Neo"/>
                <a:cs typeface="Apple SD Gothic Neo"/>
              </a:rPr>
              <a:t>Partial Interpretation Ledger</a:t>
            </a:r>
          </a:p>
        </p:txBody>
      </p:sp>
      <p:sp>
        <p:nvSpPr>
          <p:cNvPr id="128" name="dp43-comparison / n125">
            <a:extLst xmlns:a="http://schemas.openxmlformats.org/drawingml/2006/main">
              <a:ext uri="{FF2B5EF4-FFF2-40B4-BE49-F238E27FC236}">
                <a16:creationId xmlns:a16="http://schemas.microsoft.com/office/drawing/2014/main" id="{1883D8C2-9A30-41A1-B391-69A3E7C5D68C}"/>
              </a:ext>
            </a:extLst>
          </p:cNvPr>
          <p:cNvSpPr>
            <a:spLocks xmlns:a="http://schemas.openxmlformats.org/drawingml/2006/main" noGrp="1"/>
          </p:cNvSpPr>
          <p:nvPr/>
        </p:nvSpPr>
        <p:spPr>
          <a:xfrm xmlns:a="http://schemas.openxmlformats.org/drawingml/2006/main">
            <a:off x="10039350" y="3867150"/>
            <a:ext cx="2247900" cy="409575"/>
          </a:xfrm>
          <a:prstGeom xmlns:a="http://schemas.openxmlformats.org/drawingml/2006/main" prst="rect">
            <a:avLst/>
          </a:prstGeom>
          <a:solidFill xmlns:a="http://schemas.openxmlformats.org/drawingml/2006/main">
            <a:srgbClr val="FFFFFF"/>
          </a:solidFill>
          <a:ln xmlns:a="http://schemas.openxmlformats.org/drawingml/2006/main" w="16193">
            <a:solidFill>
              <a:srgbClr val="7155A4"/>
            </a:solidFill>
            <a:prstDash val="solid"/>
          </a:ln>
        </p:spPr>
      </p:sp>
      <p:sp>
        <p:nvSpPr>
          <p:cNvPr id="129" name="dp43-comparison / n126 / text 1">
            <a:extLst xmlns:a="http://schemas.openxmlformats.org/drawingml/2006/main">
              <a:ext uri="{FF2B5EF4-FFF2-40B4-BE49-F238E27FC236}">
                <a16:creationId xmlns:a16="http://schemas.microsoft.com/office/drawing/2014/main" id="{627AE03D-261B-45D3-813E-D5F2DBBFBA73}"/>
              </a:ext>
            </a:extLst>
          </p:cNvPr>
          <p:cNvSpPr>
            <a:spLocks xmlns:a="http://schemas.openxmlformats.org/drawingml/2006/main" noGrp="1"/>
          </p:cNvSpPr>
          <p:nvPr/>
        </p:nvSpPr>
        <p:spPr>
          <a:xfrm xmlns:a="http://schemas.openxmlformats.org/drawingml/2006/main">
            <a:off x="10125075" y="3861435"/>
            <a:ext cx="20764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7155A4"/>
                </a:solidFill>
                <a:latin typeface="Apple SD Gothic Neo"/>
                <a:ea typeface="Apple SD Gothic Neo"/>
                <a:cs typeface="Apple SD Gothic Neo"/>
              </a:defRPr>
            </a:pPr>
            <a:r>
              <a:rPr sz="1275" b="1">
                <a:solidFill>
                  <a:srgbClr val="7155A4"/>
                </a:solidFill>
                <a:latin typeface="Apple SD Gothic Neo"/>
                <a:ea typeface="Apple SD Gothic Neo"/>
                <a:cs typeface="Apple SD Gothic Neo"/>
              </a:rPr>
              <a:t>Request Intent</a:t>
            </a:r>
          </a:p>
        </p:txBody>
      </p:sp>
      <p:sp>
        <p:nvSpPr>
          <p:cNvPr id="130" name="dp43-comparison / n126 / text 2">
            <a:extLst xmlns:a="http://schemas.openxmlformats.org/drawingml/2006/main">
              <a:ext uri="{FF2B5EF4-FFF2-40B4-BE49-F238E27FC236}">
                <a16:creationId xmlns:a16="http://schemas.microsoft.com/office/drawing/2014/main" id="{EABE7F2A-D08D-4BF0-AF77-B7ABB498A377}"/>
              </a:ext>
            </a:extLst>
          </p:cNvPr>
          <p:cNvSpPr>
            <a:spLocks xmlns:a="http://schemas.openxmlformats.org/drawingml/2006/main" noGrp="1"/>
          </p:cNvSpPr>
          <p:nvPr/>
        </p:nvSpPr>
        <p:spPr>
          <a:xfrm xmlns:a="http://schemas.openxmlformats.org/drawingml/2006/main">
            <a:off x="10125075" y="4071938"/>
            <a:ext cx="20764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7155A4"/>
                </a:solidFill>
                <a:latin typeface="Apple SD Gothic Neo"/>
                <a:ea typeface="Apple SD Gothic Neo"/>
                <a:cs typeface="Apple SD Gothic Neo"/>
              </a:defRPr>
            </a:pPr>
            <a:r>
              <a:rPr sz="1275" b="1">
                <a:solidFill>
                  <a:srgbClr val="7155A4"/>
                </a:solidFill>
                <a:latin typeface="Apple SD Gothic Neo"/>
                <a:ea typeface="Apple SD Gothic Neo"/>
                <a:cs typeface="Apple SD Gothic Neo"/>
              </a:rPr>
              <a:t>Interpreter</a:t>
            </a:r>
          </a:p>
        </p:txBody>
      </p:sp>
      <p:sp>
        <p:nvSpPr>
          <p:cNvPr id="131" name="dp43-comparison / n129 / path">
            <a:extLst xmlns:a="http://schemas.openxmlformats.org/drawingml/2006/main">
              <a:ext uri="{FF2B5EF4-FFF2-40B4-BE49-F238E27FC236}">
                <a16:creationId xmlns:a16="http://schemas.microsoft.com/office/drawing/2014/main" id="{B34A68BD-B2EE-4ECC-9D3F-C06BFCBD3FFA}"/>
              </a:ext>
            </a:extLst>
          </p:cNvPr>
          <p:cNvSpPr>
            <a:spLocks xmlns:a="http://schemas.openxmlformats.org/drawingml/2006/main" noGrp="1"/>
          </p:cNvSpPr>
          <p:nvPr/>
        </p:nvSpPr>
        <p:spPr>
          <a:xfrm xmlns:a="http://schemas.openxmlformats.org/drawingml/2006/main">
            <a:off x="12287250" y="3986213"/>
            <a:ext cx="342900" cy="19050"/>
          </a:xfrm>
          <a:custGeom xmlns:a="http://schemas.openxmlformats.org/drawingml/2006/main">
            <a:pathLst>
              <a:path w="342900" h="19050">
                <a:moveTo>
                  <a:pt x="0" y="0"/>
                </a:moveTo>
                <a:lnTo>
                  <a:pt x="342900" y="19050"/>
                </a:lnTo>
              </a:path>
            </a:pathLst>
          </a:custGeom>
          <a:noFill xmlns:a="http://schemas.openxmlformats.org/drawingml/2006/main"/>
          <a:ln xmlns:a="http://schemas.openxmlformats.org/drawingml/2006/main" w="19050">
            <a:solidFill>
              <a:srgbClr val="7155A4"/>
            </a:solidFill>
            <a:prstDash val="solid"/>
          </a:ln>
        </p:spPr>
      </p:sp>
      <p:sp>
        <p:nvSpPr>
          <p:cNvPr id="132" name="dp43-comparison / n129 / arrow">
            <a:extLst xmlns:a="http://schemas.openxmlformats.org/drawingml/2006/main">
              <a:ext uri="{FF2B5EF4-FFF2-40B4-BE49-F238E27FC236}">
                <a16:creationId xmlns:a16="http://schemas.microsoft.com/office/drawing/2014/main" id="{69884A12-213A-4011-8689-8D4C48BEB049}"/>
              </a:ext>
            </a:extLst>
          </p:cNvPr>
          <p:cNvSpPr>
            <a:spLocks xmlns:a="http://schemas.openxmlformats.org/drawingml/2006/main" noGrp="1"/>
          </p:cNvSpPr>
          <p:nvPr/>
        </p:nvSpPr>
        <p:spPr>
          <a:xfrm xmlns:a="http://schemas.openxmlformats.org/drawingml/2006/main">
            <a:off x="12505036" y="3937633"/>
            <a:ext cx="125114" cy="121732"/>
          </a:xfrm>
          <a:custGeom xmlns:a="http://schemas.openxmlformats.org/drawingml/2006/main">
            <a:pathLst>
              <a:path w="125114" h="121732">
                <a:moveTo>
                  <a:pt x="0" y="121732"/>
                </a:moveTo>
                <a:lnTo>
                  <a:pt x="125114" y="67629"/>
                </a:lnTo>
                <a:lnTo>
                  <a:pt x="6763" y="0"/>
                </a:lnTo>
              </a:path>
            </a:pathLst>
          </a:custGeom>
          <a:noFill xmlns:a="http://schemas.openxmlformats.org/drawingml/2006/main"/>
          <a:ln xmlns:a="http://schemas.openxmlformats.org/drawingml/2006/main" w="24384">
            <a:solidFill>
              <a:srgbClr val="7155A4"/>
            </a:solidFill>
            <a:prstDash val="solid"/>
          </a:ln>
        </p:spPr>
      </p:sp>
      <p:sp>
        <p:nvSpPr>
          <p:cNvPr id="133" name="dp43-comparison / n130 / path">
            <a:extLst xmlns:a="http://schemas.openxmlformats.org/drawingml/2006/main">
              <a:ext uri="{FF2B5EF4-FFF2-40B4-BE49-F238E27FC236}">
                <a16:creationId xmlns:a16="http://schemas.microsoft.com/office/drawing/2014/main" id="{813D8099-8D57-4E54-B523-0A8277075F62}"/>
              </a:ext>
            </a:extLst>
          </p:cNvPr>
          <p:cNvSpPr>
            <a:spLocks xmlns:a="http://schemas.openxmlformats.org/drawingml/2006/main" noGrp="1"/>
          </p:cNvSpPr>
          <p:nvPr/>
        </p:nvSpPr>
        <p:spPr>
          <a:xfrm xmlns:a="http://schemas.openxmlformats.org/drawingml/2006/main">
            <a:off x="12287250" y="4157663"/>
            <a:ext cx="342900" cy="19050"/>
          </a:xfrm>
          <a:custGeom xmlns:a="http://schemas.openxmlformats.org/drawingml/2006/main">
            <a:pathLst>
              <a:path w="342900" h="19050">
                <a:moveTo>
                  <a:pt x="342900" y="19050"/>
                </a:moveTo>
                <a:lnTo>
                  <a:pt x="0" y="0"/>
                </a:lnTo>
              </a:path>
            </a:pathLst>
          </a:custGeom>
          <a:noFill xmlns:a="http://schemas.openxmlformats.org/drawingml/2006/main"/>
          <a:ln xmlns:a="http://schemas.openxmlformats.org/drawingml/2006/main" w="19050">
            <a:solidFill>
              <a:srgbClr val="7155A4"/>
            </a:solidFill>
            <a:prstDash val="dash"/>
          </a:ln>
        </p:spPr>
      </p:sp>
      <p:sp>
        <p:nvSpPr>
          <p:cNvPr id="134" name="dp43-comparison / n130 / arrow">
            <a:extLst xmlns:a="http://schemas.openxmlformats.org/drawingml/2006/main">
              <a:ext uri="{FF2B5EF4-FFF2-40B4-BE49-F238E27FC236}">
                <a16:creationId xmlns:a16="http://schemas.microsoft.com/office/drawing/2014/main" id="{0E41E04C-D987-4A7C-A09C-9156A76A26D1}"/>
              </a:ext>
            </a:extLst>
          </p:cNvPr>
          <p:cNvSpPr>
            <a:spLocks xmlns:a="http://schemas.openxmlformats.org/drawingml/2006/main" noGrp="1"/>
          </p:cNvSpPr>
          <p:nvPr/>
        </p:nvSpPr>
        <p:spPr>
          <a:xfrm xmlns:a="http://schemas.openxmlformats.org/drawingml/2006/main">
            <a:off x="12287250" y="4103559"/>
            <a:ext cx="125114" cy="121732"/>
          </a:xfrm>
          <a:custGeom xmlns:a="http://schemas.openxmlformats.org/drawingml/2006/main">
            <a:pathLst>
              <a:path w="125114" h="121732">
                <a:moveTo>
                  <a:pt x="125114" y="0"/>
                </a:moveTo>
                <a:lnTo>
                  <a:pt x="0" y="54103"/>
                </a:lnTo>
                <a:lnTo>
                  <a:pt x="118351" y="121732"/>
                </a:lnTo>
              </a:path>
            </a:pathLst>
          </a:custGeom>
          <a:noFill xmlns:a="http://schemas.openxmlformats.org/drawingml/2006/main"/>
          <a:ln xmlns:a="http://schemas.openxmlformats.org/drawingml/2006/main" w="24384">
            <a:solidFill>
              <a:srgbClr val="7155A4"/>
            </a:solidFill>
            <a:prstDash val="solid"/>
          </a:ln>
        </p:spPr>
      </p:sp>
      <p:sp>
        <p:nvSpPr>
          <p:cNvPr id="135" name="dp43-comparison / n131">
            <a:extLst xmlns:a="http://schemas.openxmlformats.org/drawingml/2006/main">
              <a:ext uri="{FF2B5EF4-FFF2-40B4-BE49-F238E27FC236}">
                <a16:creationId xmlns:a16="http://schemas.microsoft.com/office/drawing/2014/main" id="{3CF00CB7-ED8E-4FC5-955C-CDA134B60312}"/>
              </a:ext>
            </a:extLst>
          </p:cNvPr>
          <p:cNvSpPr>
            <a:spLocks xmlns:a="http://schemas.openxmlformats.org/drawingml/2006/main" noGrp="1"/>
          </p:cNvSpPr>
          <p:nvPr/>
        </p:nvSpPr>
        <p:spPr>
          <a:xfrm xmlns:a="http://schemas.openxmlformats.org/drawingml/2006/main">
            <a:off x="10039350" y="4524375"/>
            <a:ext cx="2247900" cy="409575"/>
          </a:xfrm>
          <a:prstGeom xmlns:a="http://schemas.openxmlformats.org/drawingml/2006/main" prst="rect">
            <a:avLst/>
          </a:prstGeom>
          <a:solidFill xmlns:a="http://schemas.openxmlformats.org/drawingml/2006/main">
            <a:srgbClr val="FFFFFF"/>
          </a:solidFill>
          <a:ln xmlns:a="http://schemas.openxmlformats.org/drawingml/2006/main" w="16193">
            <a:solidFill>
              <a:srgbClr val="7155A4"/>
            </a:solidFill>
            <a:prstDash val="solid"/>
          </a:ln>
        </p:spPr>
      </p:sp>
      <p:sp>
        <p:nvSpPr>
          <p:cNvPr id="136" name="dp43-comparison / n132 / text 1">
            <a:extLst xmlns:a="http://schemas.openxmlformats.org/drawingml/2006/main">
              <a:ext uri="{FF2B5EF4-FFF2-40B4-BE49-F238E27FC236}">
                <a16:creationId xmlns:a16="http://schemas.microsoft.com/office/drawing/2014/main" id="{1AA6F1D5-4611-403E-8B47-BF4255577E97}"/>
              </a:ext>
            </a:extLst>
          </p:cNvPr>
          <p:cNvSpPr>
            <a:spLocks xmlns:a="http://schemas.openxmlformats.org/drawingml/2006/main" noGrp="1"/>
          </p:cNvSpPr>
          <p:nvPr/>
        </p:nvSpPr>
        <p:spPr>
          <a:xfrm xmlns:a="http://schemas.openxmlformats.org/drawingml/2006/main">
            <a:off x="10125075" y="4623911"/>
            <a:ext cx="20764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7155A4"/>
                </a:solidFill>
                <a:latin typeface="Apple SD Gothic Neo"/>
                <a:ea typeface="Apple SD Gothic Neo"/>
                <a:cs typeface="Apple SD Gothic Neo"/>
              </a:defRPr>
            </a:pPr>
            <a:r>
              <a:rPr sz="1275" b="1">
                <a:solidFill>
                  <a:srgbClr val="7155A4"/>
                </a:solidFill>
                <a:latin typeface="Apple SD Gothic Neo"/>
                <a:ea typeface="Apple SD Gothic Neo"/>
                <a:cs typeface="Apple SD Gothic Neo"/>
              </a:rPr>
              <a:t>Referent Resolver</a:t>
            </a:r>
          </a:p>
        </p:txBody>
      </p:sp>
      <p:sp>
        <p:nvSpPr>
          <p:cNvPr id="137" name="dp43-comparison / n135 / path">
            <a:extLst xmlns:a="http://schemas.openxmlformats.org/drawingml/2006/main">
              <a:ext uri="{FF2B5EF4-FFF2-40B4-BE49-F238E27FC236}">
                <a16:creationId xmlns:a16="http://schemas.microsoft.com/office/drawing/2014/main" id="{7727D3AE-16FA-4889-A1CA-31772CECEB13}"/>
              </a:ext>
            </a:extLst>
          </p:cNvPr>
          <p:cNvSpPr>
            <a:spLocks xmlns:a="http://schemas.openxmlformats.org/drawingml/2006/main" noGrp="1"/>
          </p:cNvSpPr>
          <p:nvPr/>
        </p:nvSpPr>
        <p:spPr>
          <a:xfrm xmlns:a="http://schemas.openxmlformats.org/drawingml/2006/main">
            <a:off x="12287250" y="4491038"/>
            <a:ext cx="342900" cy="152400"/>
          </a:xfrm>
          <a:custGeom xmlns:a="http://schemas.openxmlformats.org/drawingml/2006/main">
            <a:pathLst>
              <a:path w="342900" h="152400">
                <a:moveTo>
                  <a:pt x="0" y="152400"/>
                </a:moveTo>
                <a:lnTo>
                  <a:pt x="342900" y="0"/>
                </a:lnTo>
              </a:path>
            </a:pathLst>
          </a:custGeom>
          <a:noFill xmlns:a="http://schemas.openxmlformats.org/drawingml/2006/main"/>
          <a:ln xmlns:a="http://schemas.openxmlformats.org/drawingml/2006/main" w="19050">
            <a:solidFill>
              <a:srgbClr val="7155A4"/>
            </a:solidFill>
            <a:prstDash val="solid"/>
          </a:ln>
        </p:spPr>
      </p:sp>
      <p:sp>
        <p:nvSpPr>
          <p:cNvPr id="138" name="dp43-comparison / n135 / arrow">
            <a:extLst xmlns:a="http://schemas.openxmlformats.org/drawingml/2006/main">
              <a:ext uri="{FF2B5EF4-FFF2-40B4-BE49-F238E27FC236}">
                <a16:creationId xmlns:a16="http://schemas.microsoft.com/office/drawing/2014/main" id="{66BAFDDA-806C-4E51-BFF5-C77660FF528C}"/>
              </a:ext>
            </a:extLst>
          </p:cNvPr>
          <p:cNvSpPr>
            <a:spLocks xmlns:a="http://schemas.openxmlformats.org/drawingml/2006/main" noGrp="1"/>
          </p:cNvSpPr>
          <p:nvPr/>
        </p:nvSpPr>
        <p:spPr>
          <a:xfrm xmlns:a="http://schemas.openxmlformats.org/drawingml/2006/main">
            <a:off x="12493980" y="4484848"/>
            <a:ext cx="136170" cy="111412"/>
          </a:xfrm>
          <a:custGeom xmlns:a="http://schemas.openxmlformats.org/drawingml/2006/main">
            <a:pathLst>
              <a:path w="136170" h="111412">
                <a:moveTo>
                  <a:pt x="49516" y="111412"/>
                </a:moveTo>
                <a:lnTo>
                  <a:pt x="136170" y="6190"/>
                </a:lnTo>
                <a:lnTo>
                  <a:pt x="0" y="0"/>
                </a:lnTo>
              </a:path>
            </a:pathLst>
          </a:custGeom>
          <a:noFill xmlns:a="http://schemas.openxmlformats.org/drawingml/2006/main"/>
          <a:ln xmlns:a="http://schemas.openxmlformats.org/drawingml/2006/main" w="24384">
            <a:solidFill>
              <a:srgbClr val="7155A4"/>
            </a:solidFill>
            <a:prstDash val="solid"/>
          </a:ln>
        </p:spPr>
      </p:sp>
      <p:sp>
        <p:nvSpPr>
          <p:cNvPr id="139" name="dp43-comparison / n136 / path">
            <a:extLst xmlns:a="http://schemas.openxmlformats.org/drawingml/2006/main">
              <a:ext uri="{FF2B5EF4-FFF2-40B4-BE49-F238E27FC236}">
                <a16:creationId xmlns:a16="http://schemas.microsoft.com/office/drawing/2014/main" id="{91F7C9B4-3385-4209-AC72-90CE83E64B53}"/>
              </a:ext>
            </a:extLst>
          </p:cNvPr>
          <p:cNvSpPr>
            <a:spLocks xmlns:a="http://schemas.openxmlformats.org/drawingml/2006/main" noGrp="1"/>
          </p:cNvSpPr>
          <p:nvPr/>
        </p:nvSpPr>
        <p:spPr>
          <a:xfrm xmlns:a="http://schemas.openxmlformats.org/drawingml/2006/main">
            <a:off x="12287250" y="4662488"/>
            <a:ext cx="342900" cy="152400"/>
          </a:xfrm>
          <a:custGeom xmlns:a="http://schemas.openxmlformats.org/drawingml/2006/main">
            <a:pathLst>
              <a:path w="342900" h="152400">
                <a:moveTo>
                  <a:pt x="342900" y="0"/>
                </a:moveTo>
                <a:lnTo>
                  <a:pt x="0" y="152400"/>
                </a:lnTo>
              </a:path>
            </a:pathLst>
          </a:custGeom>
          <a:noFill xmlns:a="http://schemas.openxmlformats.org/drawingml/2006/main"/>
          <a:ln xmlns:a="http://schemas.openxmlformats.org/drawingml/2006/main" w="19050">
            <a:solidFill>
              <a:srgbClr val="7155A4"/>
            </a:solidFill>
            <a:prstDash val="dash"/>
          </a:ln>
        </p:spPr>
      </p:sp>
      <p:sp>
        <p:nvSpPr>
          <p:cNvPr id="140" name="dp43-comparison / n136 / arrow">
            <a:extLst xmlns:a="http://schemas.openxmlformats.org/drawingml/2006/main">
              <a:ext uri="{FF2B5EF4-FFF2-40B4-BE49-F238E27FC236}">
                <a16:creationId xmlns:a16="http://schemas.microsoft.com/office/drawing/2014/main" id="{88B7E6C5-93FC-450C-8CAD-7371EFD5BC3D}"/>
              </a:ext>
            </a:extLst>
          </p:cNvPr>
          <p:cNvSpPr>
            <a:spLocks xmlns:a="http://schemas.openxmlformats.org/drawingml/2006/main" noGrp="1"/>
          </p:cNvSpPr>
          <p:nvPr/>
        </p:nvSpPr>
        <p:spPr>
          <a:xfrm xmlns:a="http://schemas.openxmlformats.org/drawingml/2006/main">
            <a:off x="12287250" y="4709665"/>
            <a:ext cx="136170" cy="111412"/>
          </a:xfrm>
          <a:custGeom xmlns:a="http://schemas.openxmlformats.org/drawingml/2006/main">
            <a:pathLst>
              <a:path w="136170" h="111412">
                <a:moveTo>
                  <a:pt x="86654" y="0"/>
                </a:moveTo>
                <a:lnTo>
                  <a:pt x="0" y="105222"/>
                </a:lnTo>
                <a:lnTo>
                  <a:pt x="136170" y="111412"/>
                </a:lnTo>
              </a:path>
            </a:pathLst>
          </a:custGeom>
          <a:noFill xmlns:a="http://schemas.openxmlformats.org/drawingml/2006/main"/>
          <a:ln xmlns:a="http://schemas.openxmlformats.org/drawingml/2006/main" w="24384">
            <a:solidFill>
              <a:srgbClr val="7155A4"/>
            </a:solidFill>
            <a:prstDash val="solid"/>
          </a:ln>
        </p:spPr>
      </p:sp>
      <p:sp>
        <p:nvSpPr>
          <p:cNvPr id="141" name="dp43-comparison / n137">
            <a:extLst xmlns:a="http://schemas.openxmlformats.org/drawingml/2006/main">
              <a:ext uri="{FF2B5EF4-FFF2-40B4-BE49-F238E27FC236}">
                <a16:creationId xmlns:a16="http://schemas.microsoft.com/office/drawing/2014/main" id="{952EDE3E-0FF6-421F-ABE2-CE22C6DD5F5E}"/>
              </a:ext>
            </a:extLst>
          </p:cNvPr>
          <p:cNvSpPr>
            <a:spLocks xmlns:a="http://schemas.openxmlformats.org/drawingml/2006/main" noGrp="1"/>
          </p:cNvSpPr>
          <p:nvPr/>
        </p:nvSpPr>
        <p:spPr>
          <a:xfrm xmlns:a="http://schemas.openxmlformats.org/drawingml/2006/main">
            <a:off x="10039350" y="5181600"/>
            <a:ext cx="2247900" cy="409575"/>
          </a:xfrm>
          <a:prstGeom xmlns:a="http://schemas.openxmlformats.org/drawingml/2006/main" prst="rect">
            <a:avLst/>
          </a:prstGeom>
          <a:solidFill xmlns:a="http://schemas.openxmlformats.org/drawingml/2006/main">
            <a:srgbClr val="FFFFFF"/>
          </a:solidFill>
          <a:ln xmlns:a="http://schemas.openxmlformats.org/drawingml/2006/main" w="16193">
            <a:solidFill>
              <a:srgbClr val="7155A4"/>
            </a:solidFill>
            <a:prstDash val="solid"/>
          </a:ln>
        </p:spPr>
      </p:sp>
      <p:sp>
        <p:nvSpPr>
          <p:cNvPr id="142" name="dp43-comparison / n138 / text 1">
            <a:extLst xmlns:a="http://schemas.openxmlformats.org/drawingml/2006/main">
              <a:ext uri="{FF2B5EF4-FFF2-40B4-BE49-F238E27FC236}">
                <a16:creationId xmlns:a16="http://schemas.microsoft.com/office/drawing/2014/main" id="{B268FB6C-3FCB-45CF-AC8D-94A94A0EA6FE}"/>
              </a:ext>
            </a:extLst>
          </p:cNvPr>
          <p:cNvSpPr>
            <a:spLocks xmlns:a="http://schemas.openxmlformats.org/drawingml/2006/main" noGrp="1"/>
          </p:cNvSpPr>
          <p:nvPr/>
        </p:nvSpPr>
        <p:spPr>
          <a:xfrm xmlns:a="http://schemas.openxmlformats.org/drawingml/2006/main">
            <a:off x="10125075" y="5175885"/>
            <a:ext cx="20764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7155A4"/>
                </a:solidFill>
                <a:latin typeface="Apple SD Gothic Neo"/>
                <a:ea typeface="Apple SD Gothic Neo"/>
                <a:cs typeface="Apple SD Gothic Neo"/>
              </a:defRPr>
            </a:pPr>
            <a:r>
              <a:rPr sz="1275" b="1">
                <a:solidFill>
                  <a:srgbClr val="7155A4"/>
                </a:solidFill>
                <a:latin typeface="Apple SD Gothic Neo"/>
                <a:ea typeface="Apple SD Gothic Neo"/>
                <a:cs typeface="Apple SD Gothic Neo"/>
              </a:rPr>
              <a:t>Request Association</a:t>
            </a:r>
          </a:p>
        </p:txBody>
      </p:sp>
      <p:sp>
        <p:nvSpPr>
          <p:cNvPr id="143" name="dp43-comparison / n138 / text 2">
            <a:extLst xmlns:a="http://schemas.openxmlformats.org/drawingml/2006/main">
              <a:ext uri="{FF2B5EF4-FFF2-40B4-BE49-F238E27FC236}">
                <a16:creationId xmlns:a16="http://schemas.microsoft.com/office/drawing/2014/main" id="{3C68582E-705B-4D62-A049-F263AAAE82F2}"/>
              </a:ext>
            </a:extLst>
          </p:cNvPr>
          <p:cNvSpPr>
            <a:spLocks xmlns:a="http://schemas.openxmlformats.org/drawingml/2006/main" noGrp="1"/>
          </p:cNvSpPr>
          <p:nvPr/>
        </p:nvSpPr>
        <p:spPr>
          <a:xfrm xmlns:a="http://schemas.openxmlformats.org/drawingml/2006/main">
            <a:off x="10125075" y="5386388"/>
            <a:ext cx="20764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7155A4"/>
                </a:solidFill>
                <a:latin typeface="Apple SD Gothic Neo"/>
                <a:ea typeface="Apple SD Gothic Neo"/>
                <a:cs typeface="Apple SD Gothic Neo"/>
              </a:defRPr>
            </a:pPr>
            <a:r>
              <a:rPr sz="1275" b="1">
                <a:solidFill>
                  <a:srgbClr val="7155A4"/>
                </a:solidFill>
                <a:latin typeface="Apple SD Gothic Neo"/>
                <a:ea typeface="Apple SD Gothic Neo"/>
                <a:cs typeface="Apple SD Gothic Neo"/>
              </a:rPr>
              <a:t>Resolver</a:t>
            </a:r>
          </a:p>
        </p:txBody>
      </p:sp>
      <p:sp>
        <p:nvSpPr>
          <p:cNvPr id="144" name="dp43-comparison / n141 / path">
            <a:extLst xmlns:a="http://schemas.openxmlformats.org/drawingml/2006/main">
              <a:ext uri="{FF2B5EF4-FFF2-40B4-BE49-F238E27FC236}">
                <a16:creationId xmlns:a16="http://schemas.microsoft.com/office/drawing/2014/main" id="{9AC98265-F968-4D04-BDEE-8818809E577A}"/>
              </a:ext>
            </a:extLst>
          </p:cNvPr>
          <p:cNvSpPr>
            <a:spLocks xmlns:a="http://schemas.openxmlformats.org/drawingml/2006/main" noGrp="1"/>
          </p:cNvSpPr>
          <p:nvPr/>
        </p:nvSpPr>
        <p:spPr>
          <a:xfrm xmlns:a="http://schemas.openxmlformats.org/drawingml/2006/main">
            <a:off x="12287250" y="4976813"/>
            <a:ext cx="342900" cy="323850"/>
          </a:xfrm>
          <a:custGeom xmlns:a="http://schemas.openxmlformats.org/drawingml/2006/main">
            <a:pathLst>
              <a:path w="342900" h="323850">
                <a:moveTo>
                  <a:pt x="0" y="323850"/>
                </a:moveTo>
                <a:lnTo>
                  <a:pt x="342900" y="0"/>
                </a:lnTo>
              </a:path>
            </a:pathLst>
          </a:custGeom>
          <a:noFill xmlns:a="http://schemas.openxmlformats.org/drawingml/2006/main"/>
          <a:ln xmlns:a="http://schemas.openxmlformats.org/drawingml/2006/main" w="19050">
            <a:solidFill>
              <a:srgbClr val="7155A4"/>
            </a:solidFill>
            <a:prstDash val="solid"/>
          </a:ln>
        </p:spPr>
      </p:sp>
      <p:sp>
        <p:nvSpPr>
          <p:cNvPr id="145" name="dp43-comparison / n141 / arrow">
            <a:extLst xmlns:a="http://schemas.openxmlformats.org/drawingml/2006/main">
              <a:ext uri="{FF2B5EF4-FFF2-40B4-BE49-F238E27FC236}">
                <a16:creationId xmlns:a16="http://schemas.microsoft.com/office/drawing/2014/main" id="{D7BB7FB8-473D-45D7-9413-23057173EB0A}"/>
              </a:ext>
            </a:extLst>
          </p:cNvPr>
          <p:cNvSpPr>
            <a:spLocks xmlns:a="http://schemas.openxmlformats.org/drawingml/2006/main" noGrp="1"/>
          </p:cNvSpPr>
          <p:nvPr/>
        </p:nvSpPr>
        <p:spPr>
          <a:xfrm xmlns:a="http://schemas.openxmlformats.org/drawingml/2006/main">
            <a:off x="12499656" y="4976813"/>
            <a:ext cx="130494" cy="128032"/>
          </a:xfrm>
          <a:custGeom xmlns:a="http://schemas.openxmlformats.org/drawingml/2006/main">
            <a:pathLst>
              <a:path w="130494" h="128032">
                <a:moveTo>
                  <a:pt x="83713" y="128032"/>
                </a:moveTo>
                <a:lnTo>
                  <a:pt x="130494" y="0"/>
                </a:lnTo>
                <a:lnTo>
                  <a:pt x="0" y="39394"/>
                </a:lnTo>
              </a:path>
            </a:pathLst>
          </a:custGeom>
          <a:noFill xmlns:a="http://schemas.openxmlformats.org/drawingml/2006/main"/>
          <a:ln xmlns:a="http://schemas.openxmlformats.org/drawingml/2006/main" w="24384">
            <a:solidFill>
              <a:srgbClr val="7155A4"/>
            </a:solidFill>
            <a:prstDash val="solid"/>
          </a:ln>
        </p:spPr>
      </p:sp>
      <p:sp>
        <p:nvSpPr>
          <p:cNvPr id="146" name="dp43-comparison / n142 / path">
            <a:extLst xmlns:a="http://schemas.openxmlformats.org/drawingml/2006/main">
              <a:ext uri="{FF2B5EF4-FFF2-40B4-BE49-F238E27FC236}">
                <a16:creationId xmlns:a16="http://schemas.microsoft.com/office/drawing/2014/main" id="{9C9283B9-6190-4971-8D67-F73364B4139C}"/>
              </a:ext>
            </a:extLst>
          </p:cNvPr>
          <p:cNvSpPr>
            <a:spLocks xmlns:a="http://schemas.openxmlformats.org/drawingml/2006/main" noGrp="1"/>
          </p:cNvSpPr>
          <p:nvPr/>
        </p:nvSpPr>
        <p:spPr>
          <a:xfrm xmlns:a="http://schemas.openxmlformats.org/drawingml/2006/main">
            <a:off x="12287250" y="5148263"/>
            <a:ext cx="342900" cy="323850"/>
          </a:xfrm>
          <a:custGeom xmlns:a="http://schemas.openxmlformats.org/drawingml/2006/main">
            <a:pathLst>
              <a:path w="342900" h="323850">
                <a:moveTo>
                  <a:pt x="342900" y="0"/>
                </a:moveTo>
                <a:lnTo>
                  <a:pt x="0" y="323850"/>
                </a:lnTo>
              </a:path>
            </a:pathLst>
          </a:custGeom>
          <a:noFill xmlns:a="http://schemas.openxmlformats.org/drawingml/2006/main"/>
          <a:ln xmlns:a="http://schemas.openxmlformats.org/drawingml/2006/main" w="19050">
            <a:solidFill>
              <a:srgbClr val="7155A4"/>
            </a:solidFill>
            <a:prstDash val="dash"/>
          </a:ln>
        </p:spPr>
      </p:sp>
      <p:sp>
        <p:nvSpPr>
          <p:cNvPr id="147" name="dp43-comparison / n142 / arrow">
            <a:extLst xmlns:a="http://schemas.openxmlformats.org/drawingml/2006/main">
              <a:ext uri="{FF2B5EF4-FFF2-40B4-BE49-F238E27FC236}">
                <a16:creationId xmlns:a16="http://schemas.microsoft.com/office/drawing/2014/main" id="{3C254935-1660-40EA-870F-7E4ACFEC3F23}"/>
              </a:ext>
            </a:extLst>
          </p:cNvPr>
          <p:cNvSpPr>
            <a:spLocks xmlns:a="http://schemas.openxmlformats.org/drawingml/2006/main" noGrp="1"/>
          </p:cNvSpPr>
          <p:nvPr/>
        </p:nvSpPr>
        <p:spPr>
          <a:xfrm xmlns:a="http://schemas.openxmlformats.org/drawingml/2006/main">
            <a:off x="12287250" y="5344081"/>
            <a:ext cx="130494" cy="128032"/>
          </a:xfrm>
          <a:custGeom xmlns:a="http://schemas.openxmlformats.org/drawingml/2006/main">
            <a:pathLst>
              <a:path w="130494" h="128032">
                <a:moveTo>
                  <a:pt x="46781" y="0"/>
                </a:moveTo>
                <a:lnTo>
                  <a:pt x="0" y="128032"/>
                </a:lnTo>
                <a:lnTo>
                  <a:pt x="130494" y="88637"/>
                </a:lnTo>
              </a:path>
            </a:pathLst>
          </a:custGeom>
          <a:noFill xmlns:a="http://schemas.openxmlformats.org/drawingml/2006/main"/>
          <a:ln xmlns:a="http://schemas.openxmlformats.org/drawingml/2006/main" w="24384">
            <a:solidFill>
              <a:srgbClr val="7155A4"/>
            </a:solidFill>
            <a:prstDash val="solid"/>
          </a:ln>
        </p:spPr>
      </p:sp>
      <p:sp>
        <p:nvSpPr>
          <p:cNvPr id="148" name="dp43-comparison / n143">
            <a:extLst xmlns:a="http://schemas.openxmlformats.org/drawingml/2006/main">
              <a:ext uri="{FF2B5EF4-FFF2-40B4-BE49-F238E27FC236}">
                <a16:creationId xmlns:a16="http://schemas.microsoft.com/office/drawing/2014/main" id="{33CEF426-A550-490A-B49A-C16717A9F273}"/>
              </a:ext>
            </a:extLst>
          </p:cNvPr>
          <p:cNvSpPr>
            <a:spLocks xmlns:a="http://schemas.openxmlformats.org/drawingml/2006/main" noGrp="1"/>
          </p:cNvSpPr>
          <p:nvPr/>
        </p:nvSpPr>
        <p:spPr>
          <a:xfrm xmlns:a="http://schemas.openxmlformats.org/drawingml/2006/main">
            <a:off x="15240000" y="3867150"/>
            <a:ext cx="2247900" cy="409575"/>
          </a:xfrm>
          <a:prstGeom xmlns:a="http://schemas.openxmlformats.org/drawingml/2006/main" prst="rect">
            <a:avLst/>
          </a:prstGeom>
          <a:solidFill xmlns:a="http://schemas.openxmlformats.org/drawingml/2006/main">
            <a:srgbClr val="FFFFFF"/>
          </a:solidFill>
          <a:ln xmlns:a="http://schemas.openxmlformats.org/drawingml/2006/main" w="16193">
            <a:solidFill>
              <a:srgbClr val="7155A4"/>
            </a:solidFill>
            <a:prstDash val="solid"/>
          </a:ln>
        </p:spPr>
      </p:sp>
      <p:sp>
        <p:nvSpPr>
          <p:cNvPr id="149" name="dp43-comparison / n144 / text 1">
            <a:extLst xmlns:a="http://schemas.openxmlformats.org/drawingml/2006/main">
              <a:ext uri="{FF2B5EF4-FFF2-40B4-BE49-F238E27FC236}">
                <a16:creationId xmlns:a16="http://schemas.microsoft.com/office/drawing/2014/main" id="{AE05C7F9-AC66-46B0-A683-0EFE56A39F8B}"/>
              </a:ext>
            </a:extLst>
          </p:cNvPr>
          <p:cNvSpPr>
            <a:spLocks xmlns:a="http://schemas.openxmlformats.org/drawingml/2006/main" noGrp="1"/>
          </p:cNvSpPr>
          <p:nvPr/>
        </p:nvSpPr>
        <p:spPr>
          <a:xfrm xmlns:a="http://schemas.openxmlformats.org/drawingml/2006/main">
            <a:off x="15325725" y="3861435"/>
            <a:ext cx="20764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7155A4"/>
                </a:solidFill>
                <a:latin typeface="Apple SD Gothic Neo"/>
                <a:ea typeface="Apple SD Gothic Neo"/>
                <a:cs typeface="Apple SD Gothic Neo"/>
              </a:defRPr>
            </a:pPr>
            <a:r>
              <a:rPr sz="1275" b="1">
                <a:solidFill>
                  <a:srgbClr val="7155A4"/>
                </a:solidFill>
                <a:latin typeface="Apple SD Gothic Neo"/>
                <a:ea typeface="Apple SD Gothic Neo"/>
                <a:cs typeface="Apple SD Gothic Neo"/>
              </a:rPr>
              <a:t>Request Relation</a:t>
            </a:r>
          </a:p>
        </p:txBody>
      </p:sp>
      <p:sp>
        <p:nvSpPr>
          <p:cNvPr id="150" name="dp43-comparison / n144 / text 2">
            <a:extLst xmlns:a="http://schemas.openxmlformats.org/drawingml/2006/main">
              <a:ext uri="{FF2B5EF4-FFF2-40B4-BE49-F238E27FC236}">
                <a16:creationId xmlns:a16="http://schemas.microsoft.com/office/drawing/2014/main" id="{BD515B41-83E1-4733-BFB7-B165C55FCF19}"/>
              </a:ext>
            </a:extLst>
          </p:cNvPr>
          <p:cNvSpPr>
            <a:spLocks xmlns:a="http://schemas.openxmlformats.org/drawingml/2006/main" noGrp="1"/>
          </p:cNvSpPr>
          <p:nvPr/>
        </p:nvSpPr>
        <p:spPr>
          <a:xfrm xmlns:a="http://schemas.openxmlformats.org/drawingml/2006/main">
            <a:off x="15325725" y="4071938"/>
            <a:ext cx="20764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7155A4"/>
                </a:solidFill>
                <a:latin typeface="Apple SD Gothic Neo"/>
                <a:ea typeface="Apple SD Gothic Neo"/>
                <a:cs typeface="Apple SD Gothic Neo"/>
              </a:defRPr>
            </a:pPr>
            <a:r>
              <a:rPr sz="1275" b="1">
                <a:solidFill>
                  <a:srgbClr val="7155A4"/>
                </a:solidFill>
                <a:latin typeface="Apple SD Gothic Neo"/>
                <a:ea typeface="Apple SD Gothic Neo"/>
                <a:cs typeface="Apple SD Gothic Neo"/>
              </a:rPr>
              <a:t>Interpreter</a:t>
            </a:r>
          </a:p>
        </p:txBody>
      </p:sp>
      <p:sp>
        <p:nvSpPr>
          <p:cNvPr id="151" name="dp43-comparison / n147 / path">
            <a:extLst xmlns:a="http://schemas.openxmlformats.org/drawingml/2006/main">
              <a:ext uri="{FF2B5EF4-FFF2-40B4-BE49-F238E27FC236}">
                <a16:creationId xmlns:a16="http://schemas.microsoft.com/office/drawing/2014/main" id="{E77887D6-A8B5-4BA0-BDE0-4CC2A5B99A13}"/>
              </a:ext>
            </a:extLst>
          </p:cNvPr>
          <p:cNvSpPr>
            <a:spLocks xmlns:a="http://schemas.openxmlformats.org/drawingml/2006/main" noGrp="1"/>
          </p:cNvSpPr>
          <p:nvPr/>
        </p:nvSpPr>
        <p:spPr>
          <a:xfrm xmlns:a="http://schemas.openxmlformats.org/drawingml/2006/main">
            <a:off x="14916150" y="3986213"/>
            <a:ext cx="323850" cy="19050"/>
          </a:xfrm>
          <a:custGeom xmlns:a="http://schemas.openxmlformats.org/drawingml/2006/main">
            <a:pathLst>
              <a:path w="323850" h="19050">
                <a:moveTo>
                  <a:pt x="323850" y="0"/>
                </a:moveTo>
                <a:lnTo>
                  <a:pt x="0" y="19050"/>
                </a:lnTo>
              </a:path>
            </a:pathLst>
          </a:custGeom>
          <a:noFill xmlns:a="http://schemas.openxmlformats.org/drawingml/2006/main"/>
          <a:ln xmlns:a="http://schemas.openxmlformats.org/drawingml/2006/main" w="19050">
            <a:solidFill>
              <a:srgbClr val="7155A4"/>
            </a:solidFill>
            <a:prstDash val="solid"/>
          </a:ln>
        </p:spPr>
      </p:sp>
      <p:sp>
        <p:nvSpPr>
          <p:cNvPr id="152" name="dp43-comparison / n147 / arrow">
            <a:extLst xmlns:a="http://schemas.openxmlformats.org/drawingml/2006/main">
              <a:ext uri="{FF2B5EF4-FFF2-40B4-BE49-F238E27FC236}">
                <a16:creationId xmlns:a16="http://schemas.microsoft.com/office/drawing/2014/main" id="{796EF363-7A86-4A61-852B-48FECB621376}"/>
              </a:ext>
            </a:extLst>
          </p:cNvPr>
          <p:cNvSpPr>
            <a:spLocks xmlns:a="http://schemas.openxmlformats.org/drawingml/2006/main" noGrp="1"/>
          </p:cNvSpPr>
          <p:nvPr/>
        </p:nvSpPr>
        <p:spPr>
          <a:xfrm xmlns:a="http://schemas.openxmlformats.org/drawingml/2006/main">
            <a:off x="14916150" y="3937248"/>
            <a:ext cx="125289" cy="121710"/>
          </a:xfrm>
          <a:custGeom xmlns:a="http://schemas.openxmlformats.org/drawingml/2006/main">
            <a:pathLst>
              <a:path w="125289" h="121710">
                <a:moveTo>
                  <a:pt x="118130" y="0"/>
                </a:moveTo>
                <a:lnTo>
                  <a:pt x="0" y="68014"/>
                </a:lnTo>
                <a:lnTo>
                  <a:pt x="125289" y="121710"/>
                </a:lnTo>
              </a:path>
            </a:pathLst>
          </a:custGeom>
          <a:noFill xmlns:a="http://schemas.openxmlformats.org/drawingml/2006/main"/>
          <a:ln xmlns:a="http://schemas.openxmlformats.org/drawingml/2006/main" w="24384">
            <a:solidFill>
              <a:srgbClr val="7155A4"/>
            </a:solidFill>
            <a:prstDash val="solid"/>
          </a:ln>
        </p:spPr>
      </p:sp>
      <p:sp>
        <p:nvSpPr>
          <p:cNvPr id="153" name="dp43-comparison / n148 / path">
            <a:extLst xmlns:a="http://schemas.openxmlformats.org/drawingml/2006/main">
              <a:ext uri="{FF2B5EF4-FFF2-40B4-BE49-F238E27FC236}">
                <a16:creationId xmlns:a16="http://schemas.microsoft.com/office/drawing/2014/main" id="{C2A54A6A-9D42-4FAE-9F10-D67FB8EE691B}"/>
              </a:ext>
            </a:extLst>
          </p:cNvPr>
          <p:cNvSpPr>
            <a:spLocks xmlns:a="http://schemas.openxmlformats.org/drawingml/2006/main" noGrp="1"/>
          </p:cNvSpPr>
          <p:nvPr/>
        </p:nvSpPr>
        <p:spPr>
          <a:xfrm xmlns:a="http://schemas.openxmlformats.org/drawingml/2006/main">
            <a:off x="14916150" y="4157663"/>
            <a:ext cx="323850" cy="19050"/>
          </a:xfrm>
          <a:custGeom xmlns:a="http://schemas.openxmlformats.org/drawingml/2006/main">
            <a:pathLst>
              <a:path w="323850" h="19050">
                <a:moveTo>
                  <a:pt x="0" y="19050"/>
                </a:moveTo>
                <a:lnTo>
                  <a:pt x="323850" y="0"/>
                </a:lnTo>
              </a:path>
            </a:pathLst>
          </a:custGeom>
          <a:noFill xmlns:a="http://schemas.openxmlformats.org/drawingml/2006/main"/>
          <a:ln xmlns:a="http://schemas.openxmlformats.org/drawingml/2006/main" w="19050">
            <a:solidFill>
              <a:srgbClr val="7155A4"/>
            </a:solidFill>
            <a:prstDash val="dash"/>
          </a:ln>
        </p:spPr>
      </p:sp>
      <p:sp>
        <p:nvSpPr>
          <p:cNvPr id="154" name="dp43-comparison / n148 / arrow">
            <a:extLst xmlns:a="http://schemas.openxmlformats.org/drawingml/2006/main">
              <a:ext uri="{FF2B5EF4-FFF2-40B4-BE49-F238E27FC236}">
                <a16:creationId xmlns:a16="http://schemas.microsoft.com/office/drawing/2014/main" id="{0247FA53-886B-49BE-B3CB-3DE2D1411E2C}"/>
              </a:ext>
            </a:extLst>
          </p:cNvPr>
          <p:cNvSpPr>
            <a:spLocks xmlns:a="http://schemas.openxmlformats.org/drawingml/2006/main" noGrp="1"/>
          </p:cNvSpPr>
          <p:nvPr/>
        </p:nvSpPr>
        <p:spPr>
          <a:xfrm xmlns:a="http://schemas.openxmlformats.org/drawingml/2006/main">
            <a:off x="15114711" y="4103967"/>
            <a:ext cx="125289" cy="121710"/>
          </a:xfrm>
          <a:custGeom xmlns:a="http://schemas.openxmlformats.org/drawingml/2006/main">
            <a:pathLst>
              <a:path w="125289" h="121710">
                <a:moveTo>
                  <a:pt x="7159" y="121710"/>
                </a:moveTo>
                <a:lnTo>
                  <a:pt x="125289" y="53695"/>
                </a:lnTo>
                <a:lnTo>
                  <a:pt x="0" y="0"/>
                </a:lnTo>
              </a:path>
            </a:pathLst>
          </a:custGeom>
          <a:noFill xmlns:a="http://schemas.openxmlformats.org/drawingml/2006/main"/>
          <a:ln xmlns:a="http://schemas.openxmlformats.org/drawingml/2006/main" w="24384">
            <a:solidFill>
              <a:srgbClr val="7155A4"/>
            </a:solidFill>
            <a:prstDash val="solid"/>
          </a:ln>
        </p:spPr>
      </p:sp>
      <p:sp>
        <p:nvSpPr>
          <p:cNvPr id="155" name="dp43-comparison / n149">
            <a:extLst xmlns:a="http://schemas.openxmlformats.org/drawingml/2006/main">
              <a:ext uri="{FF2B5EF4-FFF2-40B4-BE49-F238E27FC236}">
                <a16:creationId xmlns:a16="http://schemas.microsoft.com/office/drawing/2014/main" id="{15BB7B21-2A08-4542-AB5D-51654CA3407D}"/>
              </a:ext>
            </a:extLst>
          </p:cNvPr>
          <p:cNvSpPr>
            <a:spLocks xmlns:a="http://schemas.openxmlformats.org/drawingml/2006/main" noGrp="1"/>
          </p:cNvSpPr>
          <p:nvPr/>
        </p:nvSpPr>
        <p:spPr>
          <a:xfrm xmlns:a="http://schemas.openxmlformats.org/drawingml/2006/main">
            <a:off x="15240000" y="4524375"/>
            <a:ext cx="2247900" cy="409575"/>
          </a:xfrm>
          <a:prstGeom xmlns:a="http://schemas.openxmlformats.org/drawingml/2006/main" prst="rect">
            <a:avLst/>
          </a:prstGeom>
          <a:solidFill xmlns:a="http://schemas.openxmlformats.org/drawingml/2006/main">
            <a:srgbClr val="FFFFFF"/>
          </a:solidFill>
          <a:ln xmlns:a="http://schemas.openxmlformats.org/drawingml/2006/main" w="16193">
            <a:solidFill>
              <a:srgbClr val="7155A4"/>
            </a:solidFill>
            <a:prstDash val="solid"/>
          </a:ln>
        </p:spPr>
      </p:sp>
      <p:sp>
        <p:nvSpPr>
          <p:cNvPr id="156" name="dp43-comparison / n150 / text 1">
            <a:extLst xmlns:a="http://schemas.openxmlformats.org/drawingml/2006/main">
              <a:ext uri="{FF2B5EF4-FFF2-40B4-BE49-F238E27FC236}">
                <a16:creationId xmlns:a16="http://schemas.microsoft.com/office/drawing/2014/main" id="{4F88F384-C49A-4627-AFB5-029CBA50BE58}"/>
              </a:ext>
            </a:extLst>
          </p:cNvPr>
          <p:cNvSpPr>
            <a:spLocks xmlns:a="http://schemas.openxmlformats.org/drawingml/2006/main" noGrp="1"/>
          </p:cNvSpPr>
          <p:nvPr/>
        </p:nvSpPr>
        <p:spPr>
          <a:xfrm xmlns:a="http://schemas.openxmlformats.org/drawingml/2006/main">
            <a:off x="15325725" y="4518660"/>
            <a:ext cx="20764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7155A4"/>
                </a:solidFill>
                <a:latin typeface="Apple SD Gothic Neo"/>
                <a:ea typeface="Apple SD Gothic Neo"/>
                <a:cs typeface="Apple SD Gothic Neo"/>
              </a:defRPr>
            </a:pPr>
            <a:r>
              <a:rPr sz="1275" b="1">
                <a:solidFill>
                  <a:srgbClr val="7155A4"/>
                </a:solidFill>
                <a:latin typeface="Apple SD Gothic Neo"/>
                <a:ea typeface="Apple SD Gothic Neo"/>
                <a:cs typeface="Apple SD Gothic Neo"/>
              </a:rPr>
              <a:t>Request Revision</a:t>
            </a:r>
          </a:p>
        </p:txBody>
      </p:sp>
      <p:sp>
        <p:nvSpPr>
          <p:cNvPr id="157" name="dp43-comparison / n150 / text 2">
            <a:extLst xmlns:a="http://schemas.openxmlformats.org/drawingml/2006/main">
              <a:ext uri="{FF2B5EF4-FFF2-40B4-BE49-F238E27FC236}">
                <a16:creationId xmlns:a16="http://schemas.microsoft.com/office/drawing/2014/main" id="{2196D395-C71B-424F-A3B6-B71FB9E99F45}"/>
              </a:ext>
            </a:extLst>
          </p:cNvPr>
          <p:cNvSpPr>
            <a:spLocks xmlns:a="http://schemas.openxmlformats.org/drawingml/2006/main" noGrp="1"/>
          </p:cNvSpPr>
          <p:nvPr/>
        </p:nvSpPr>
        <p:spPr>
          <a:xfrm xmlns:a="http://schemas.openxmlformats.org/drawingml/2006/main">
            <a:off x="15325725" y="4729163"/>
            <a:ext cx="20764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7155A4"/>
                </a:solidFill>
                <a:latin typeface="Apple SD Gothic Neo"/>
                <a:ea typeface="Apple SD Gothic Neo"/>
                <a:cs typeface="Apple SD Gothic Neo"/>
              </a:defRPr>
            </a:pPr>
            <a:r>
              <a:rPr sz="1275" b="1">
                <a:solidFill>
                  <a:srgbClr val="7155A4"/>
                </a:solidFill>
                <a:latin typeface="Apple SD Gothic Neo"/>
                <a:ea typeface="Apple SD Gothic Neo"/>
                <a:cs typeface="Apple SD Gothic Neo"/>
              </a:rPr>
              <a:t>Interpreter</a:t>
            </a:r>
          </a:p>
        </p:txBody>
      </p:sp>
      <p:sp>
        <p:nvSpPr>
          <p:cNvPr id="158" name="dp43-comparison / n153 / path">
            <a:extLst xmlns:a="http://schemas.openxmlformats.org/drawingml/2006/main">
              <a:ext uri="{FF2B5EF4-FFF2-40B4-BE49-F238E27FC236}">
                <a16:creationId xmlns:a16="http://schemas.microsoft.com/office/drawing/2014/main" id="{93BF6DA8-E630-4501-A901-BCDC73A8A860}"/>
              </a:ext>
            </a:extLst>
          </p:cNvPr>
          <p:cNvSpPr>
            <a:spLocks xmlns:a="http://schemas.openxmlformats.org/drawingml/2006/main" noGrp="1"/>
          </p:cNvSpPr>
          <p:nvPr/>
        </p:nvSpPr>
        <p:spPr>
          <a:xfrm xmlns:a="http://schemas.openxmlformats.org/drawingml/2006/main">
            <a:off x="14916150" y="4491038"/>
            <a:ext cx="323850" cy="152400"/>
          </a:xfrm>
          <a:custGeom xmlns:a="http://schemas.openxmlformats.org/drawingml/2006/main">
            <a:pathLst>
              <a:path w="323850" h="152400">
                <a:moveTo>
                  <a:pt x="323850" y="152400"/>
                </a:moveTo>
                <a:lnTo>
                  <a:pt x="0" y="0"/>
                </a:lnTo>
              </a:path>
            </a:pathLst>
          </a:custGeom>
          <a:noFill xmlns:a="http://schemas.openxmlformats.org/drawingml/2006/main"/>
          <a:ln xmlns:a="http://schemas.openxmlformats.org/drawingml/2006/main" w="19050">
            <a:solidFill>
              <a:srgbClr val="7155A4"/>
            </a:solidFill>
            <a:prstDash val="solid"/>
          </a:ln>
        </p:spPr>
      </p:sp>
      <p:sp>
        <p:nvSpPr>
          <p:cNvPr id="159" name="dp43-comparison / n153 / arrow">
            <a:extLst xmlns:a="http://schemas.openxmlformats.org/drawingml/2006/main">
              <a:ext uri="{FF2B5EF4-FFF2-40B4-BE49-F238E27FC236}">
                <a16:creationId xmlns:a16="http://schemas.microsoft.com/office/drawing/2014/main" id="{2A4771B0-B29F-4AEF-9BD3-34FE1F94F9A5}"/>
              </a:ext>
            </a:extLst>
          </p:cNvPr>
          <p:cNvSpPr>
            <a:spLocks xmlns:a="http://schemas.openxmlformats.org/drawingml/2006/main" noGrp="1"/>
          </p:cNvSpPr>
          <p:nvPr/>
        </p:nvSpPr>
        <p:spPr>
          <a:xfrm xmlns:a="http://schemas.openxmlformats.org/drawingml/2006/main">
            <a:off x="14916150" y="4487793"/>
            <a:ext cx="136272" cy="110315"/>
          </a:xfrm>
          <a:custGeom xmlns:a="http://schemas.openxmlformats.org/drawingml/2006/main">
            <a:pathLst>
              <a:path w="136272" h="110315">
                <a:moveTo>
                  <a:pt x="136272" y="0"/>
                </a:moveTo>
                <a:lnTo>
                  <a:pt x="0" y="3245"/>
                </a:lnTo>
                <a:lnTo>
                  <a:pt x="84359" y="110315"/>
                </a:lnTo>
              </a:path>
            </a:pathLst>
          </a:custGeom>
          <a:noFill xmlns:a="http://schemas.openxmlformats.org/drawingml/2006/main"/>
          <a:ln xmlns:a="http://schemas.openxmlformats.org/drawingml/2006/main" w="24384">
            <a:solidFill>
              <a:srgbClr val="7155A4"/>
            </a:solidFill>
            <a:prstDash val="solid"/>
          </a:ln>
        </p:spPr>
      </p:sp>
      <p:sp>
        <p:nvSpPr>
          <p:cNvPr id="160" name="dp43-comparison / n154 / path">
            <a:extLst xmlns:a="http://schemas.openxmlformats.org/drawingml/2006/main">
              <a:ext uri="{FF2B5EF4-FFF2-40B4-BE49-F238E27FC236}">
                <a16:creationId xmlns:a16="http://schemas.microsoft.com/office/drawing/2014/main" id="{41BAF96C-986B-4816-87B5-50F74B94F1C6}"/>
              </a:ext>
            </a:extLst>
          </p:cNvPr>
          <p:cNvSpPr>
            <a:spLocks xmlns:a="http://schemas.openxmlformats.org/drawingml/2006/main" noGrp="1"/>
          </p:cNvSpPr>
          <p:nvPr/>
        </p:nvSpPr>
        <p:spPr>
          <a:xfrm xmlns:a="http://schemas.openxmlformats.org/drawingml/2006/main">
            <a:off x="14916150" y="4662488"/>
            <a:ext cx="323850" cy="152400"/>
          </a:xfrm>
          <a:custGeom xmlns:a="http://schemas.openxmlformats.org/drawingml/2006/main">
            <a:pathLst>
              <a:path w="323850" h="152400">
                <a:moveTo>
                  <a:pt x="0" y="0"/>
                </a:moveTo>
                <a:lnTo>
                  <a:pt x="323850" y="152400"/>
                </a:lnTo>
              </a:path>
            </a:pathLst>
          </a:custGeom>
          <a:noFill xmlns:a="http://schemas.openxmlformats.org/drawingml/2006/main"/>
          <a:ln xmlns:a="http://schemas.openxmlformats.org/drawingml/2006/main" w="19050">
            <a:solidFill>
              <a:srgbClr val="7155A4"/>
            </a:solidFill>
            <a:prstDash val="dash"/>
          </a:ln>
        </p:spPr>
      </p:sp>
      <p:sp>
        <p:nvSpPr>
          <p:cNvPr id="161" name="dp43-comparison / n154 / arrow">
            <a:extLst xmlns:a="http://schemas.openxmlformats.org/drawingml/2006/main">
              <a:ext uri="{FF2B5EF4-FFF2-40B4-BE49-F238E27FC236}">
                <a16:creationId xmlns:a16="http://schemas.microsoft.com/office/drawing/2014/main" id="{C95F8F80-CD0A-40F8-AAE9-BA340B24443B}"/>
              </a:ext>
            </a:extLst>
          </p:cNvPr>
          <p:cNvSpPr>
            <a:spLocks xmlns:a="http://schemas.openxmlformats.org/drawingml/2006/main" noGrp="1"/>
          </p:cNvSpPr>
          <p:nvPr/>
        </p:nvSpPr>
        <p:spPr>
          <a:xfrm xmlns:a="http://schemas.openxmlformats.org/drawingml/2006/main">
            <a:off x="15103728" y="4707817"/>
            <a:ext cx="136272" cy="110315"/>
          </a:xfrm>
          <a:custGeom xmlns:a="http://schemas.openxmlformats.org/drawingml/2006/main">
            <a:pathLst>
              <a:path w="136272" h="110315">
                <a:moveTo>
                  <a:pt x="0" y="110315"/>
                </a:moveTo>
                <a:lnTo>
                  <a:pt x="136272" y="107071"/>
                </a:lnTo>
                <a:lnTo>
                  <a:pt x="51913" y="0"/>
                </a:lnTo>
              </a:path>
            </a:pathLst>
          </a:custGeom>
          <a:noFill xmlns:a="http://schemas.openxmlformats.org/drawingml/2006/main"/>
          <a:ln xmlns:a="http://schemas.openxmlformats.org/drawingml/2006/main" w="24384">
            <a:solidFill>
              <a:srgbClr val="7155A4"/>
            </a:solidFill>
            <a:prstDash val="solid"/>
          </a:ln>
        </p:spPr>
      </p:sp>
      <p:sp>
        <p:nvSpPr>
          <p:cNvPr id="162" name="dp43-comparison / n155">
            <a:extLst xmlns:a="http://schemas.openxmlformats.org/drawingml/2006/main">
              <a:ext uri="{FF2B5EF4-FFF2-40B4-BE49-F238E27FC236}">
                <a16:creationId xmlns:a16="http://schemas.microsoft.com/office/drawing/2014/main" id="{0EC0449E-68D9-40A6-ACF9-8E9BCB19CCF6}"/>
              </a:ext>
            </a:extLst>
          </p:cNvPr>
          <p:cNvSpPr>
            <a:spLocks xmlns:a="http://schemas.openxmlformats.org/drawingml/2006/main" noGrp="1"/>
          </p:cNvSpPr>
          <p:nvPr/>
        </p:nvSpPr>
        <p:spPr>
          <a:xfrm xmlns:a="http://schemas.openxmlformats.org/drawingml/2006/main">
            <a:off x="15240000" y="5181600"/>
            <a:ext cx="2247900" cy="409575"/>
          </a:xfrm>
          <a:prstGeom xmlns:a="http://schemas.openxmlformats.org/drawingml/2006/main" prst="rect">
            <a:avLst/>
          </a:prstGeom>
          <a:solidFill xmlns:a="http://schemas.openxmlformats.org/drawingml/2006/main">
            <a:srgbClr val="FFFFFF"/>
          </a:solidFill>
          <a:ln xmlns:a="http://schemas.openxmlformats.org/drawingml/2006/main" w="16193">
            <a:solidFill>
              <a:srgbClr val="7155A4"/>
            </a:solidFill>
            <a:prstDash val="solid"/>
          </a:ln>
        </p:spPr>
      </p:sp>
      <p:sp>
        <p:nvSpPr>
          <p:cNvPr id="163" name="dp43-comparison / n156 / text 1">
            <a:extLst xmlns:a="http://schemas.openxmlformats.org/drawingml/2006/main">
              <a:ext uri="{FF2B5EF4-FFF2-40B4-BE49-F238E27FC236}">
                <a16:creationId xmlns:a16="http://schemas.microsoft.com/office/drawing/2014/main" id="{6502A7E6-8A8A-4ACF-A7C5-0D28433397E9}"/>
              </a:ext>
            </a:extLst>
          </p:cNvPr>
          <p:cNvSpPr>
            <a:spLocks xmlns:a="http://schemas.openxmlformats.org/drawingml/2006/main" noGrp="1"/>
          </p:cNvSpPr>
          <p:nvPr/>
        </p:nvSpPr>
        <p:spPr>
          <a:xfrm xmlns:a="http://schemas.openxmlformats.org/drawingml/2006/main">
            <a:off x="15325725" y="5175885"/>
            <a:ext cx="20764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7155A4"/>
                </a:solidFill>
                <a:latin typeface="Apple SD Gothic Neo"/>
                <a:ea typeface="Apple SD Gothic Neo"/>
                <a:cs typeface="Apple SD Gothic Neo"/>
              </a:defRPr>
            </a:pPr>
            <a:r>
              <a:rPr sz="1275" b="1">
                <a:solidFill>
                  <a:srgbClr val="7155A4"/>
                </a:solidFill>
                <a:latin typeface="Apple SD Gothic Neo"/>
                <a:ea typeface="Apple SD Gothic Neo"/>
                <a:cs typeface="Apple SD Gothic Neo"/>
              </a:rPr>
              <a:t>Request Handling</a:t>
            </a:r>
          </a:p>
        </p:txBody>
      </p:sp>
      <p:sp>
        <p:nvSpPr>
          <p:cNvPr id="164" name="dp43-comparison / n156 / text 2">
            <a:extLst xmlns:a="http://schemas.openxmlformats.org/drawingml/2006/main">
              <a:ext uri="{FF2B5EF4-FFF2-40B4-BE49-F238E27FC236}">
                <a16:creationId xmlns:a16="http://schemas.microsoft.com/office/drawing/2014/main" id="{B2843BEA-5D02-4E3C-9889-AADE9B46B1DE}"/>
              </a:ext>
            </a:extLst>
          </p:cNvPr>
          <p:cNvSpPr>
            <a:spLocks xmlns:a="http://schemas.openxmlformats.org/drawingml/2006/main" noGrp="1"/>
          </p:cNvSpPr>
          <p:nvPr/>
        </p:nvSpPr>
        <p:spPr>
          <a:xfrm xmlns:a="http://schemas.openxmlformats.org/drawingml/2006/main">
            <a:off x="15325725" y="5386388"/>
            <a:ext cx="20764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7155A4"/>
                </a:solidFill>
                <a:latin typeface="Apple SD Gothic Neo"/>
                <a:ea typeface="Apple SD Gothic Neo"/>
                <a:cs typeface="Apple SD Gothic Neo"/>
              </a:defRPr>
            </a:pPr>
            <a:r>
              <a:rPr sz="1275" b="1">
                <a:solidFill>
                  <a:srgbClr val="7155A4"/>
                </a:solidFill>
                <a:latin typeface="Apple SD Gothic Neo"/>
                <a:ea typeface="Apple SD Gothic Neo"/>
                <a:cs typeface="Apple SD Gothic Neo"/>
              </a:rPr>
              <a:t>Interpreter</a:t>
            </a:r>
          </a:p>
        </p:txBody>
      </p:sp>
      <p:sp>
        <p:nvSpPr>
          <p:cNvPr id="165" name="dp43-comparison / n159 / path">
            <a:extLst xmlns:a="http://schemas.openxmlformats.org/drawingml/2006/main">
              <a:ext uri="{FF2B5EF4-FFF2-40B4-BE49-F238E27FC236}">
                <a16:creationId xmlns:a16="http://schemas.microsoft.com/office/drawing/2014/main" id="{6C5DB757-6F10-41FD-B270-99BED1CA1A37}"/>
              </a:ext>
            </a:extLst>
          </p:cNvPr>
          <p:cNvSpPr>
            <a:spLocks xmlns:a="http://schemas.openxmlformats.org/drawingml/2006/main" noGrp="1"/>
          </p:cNvSpPr>
          <p:nvPr/>
        </p:nvSpPr>
        <p:spPr>
          <a:xfrm xmlns:a="http://schemas.openxmlformats.org/drawingml/2006/main">
            <a:off x="14916150" y="4976813"/>
            <a:ext cx="323850" cy="323850"/>
          </a:xfrm>
          <a:custGeom xmlns:a="http://schemas.openxmlformats.org/drawingml/2006/main">
            <a:pathLst>
              <a:path w="323850" h="323850">
                <a:moveTo>
                  <a:pt x="323850" y="323850"/>
                </a:moveTo>
                <a:lnTo>
                  <a:pt x="0" y="0"/>
                </a:lnTo>
              </a:path>
            </a:pathLst>
          </a:custGeom>
          <a:noFill xmlns:a="http://schemas.openxmlformats.org/drawingml/2006/main"/>
          <a:ln xmlns:a="http://schemas.openxmlformats.org/drawingml/2006/main" w="19050">
            <a:solidFill>
              <a:srgbClr val="7155A4"/>
            </a:solidFill>
            <a:prstDash val="solid"/>
          </a:ln>
        </p:spPr>
      </p:sp>
      <p:sp>
        <p:nvSpPr>
          <p:cNvPr id="166" name="dp43-comparison / n159 / arrow">
            <a:extLst xmlns:a="http://schemas.openxmlformats.org/drawingml/2006/main">
              <a:ext uri="{FF2B5EF4-FFF2-40B4-BE49-F238E27FC236}">
                <a16:creationId xmlns:a16="http://schemas.microsoft.com/office/drawing/2014/main" id="{952540C5-25DB-43C8-B72C-0A10036F4F80}"/>
              </a:ext>
            </a:extLst>
          </p:cNvPr>
          <p:cNvSpPr>
            <a:spLocks xmlns:a="http://schemas.openxmlformats.org/drawingml/2006/main" noGrp="1"/>
          </p:cNvSpPr>
          <p:nvPr/>
        </p:nvSpPr>
        <p:spPr>
          <a:xfrm xmlns:a="http://schemas.openxmlformats.org/drawingml/2006/main">
            <a:off x="14916150" y="4976813"/>
            <a:ext cx="129316" cy="129316"/>
          </a:xfrm>
          <a:custGeom xmlns:a="http://schemas.openxmlformats.org/drawingml/2006/main">
            <a:pathLst>
              <a:path w="129316" h="129316">
                <a:moveTo>
                  <a:pt x="129316" y="43105"/>
                </a:moveTo>
                <a:lnTo>
                  <a:pt x="0" y="0"/>
                </a:lnTo>
                <a:lnTo>
                  <a:pt x="43105" y="129316"/>
                </a:lnTo>
              </a:path>
            </a:pathLst>
          </a:custGeom>
          <a:noFill xmlns:a="http://schemas.openxmlformats.org/drawingml/2006/main"/>
          <a:ln xmlns:a="http://schemas.openxmlformats.org/drawingml/2006/main" w="24384">
            <a:solidFill>
              <a:srgbClr val="7155A4"/>
            </a:solidFill>
            <a:prstDash val="solid"/>
          </a:ln>
        </p:spPr>
      </p:sp>
      <p:sp>
        <p:nvSpPr>
          <p:cNvPr id="167" name="dp43-comparison / n160 / path">
            <a:extLst xmlns:a="http://schemas.openxmlformats.org/drawingml/2006/main">
              <a:ext uri="{FF2B5EF4-FFF2-40B4-BE49-F238E27FC236}">
                <a16:creationId xmlns:a16="http://schemas.microsoft.com/office/drawing/2014/main" id="{4BD65947-07E5-4750-A07D-3DE421A9EEC6}"/>
              </a:ext>
            </a:extLst>
          </p:cNvPr>
          <p:cNvSpPr>
            <a:spLocks xmlns:a="http://schemas.openxmlformats.org/drawingml/2006/main" noGrp="1"/>
          </p:cNvSpPr>
          <p:nvPr/>
        </p:nvSpPr>
        <p:spPr>
          <a:xfrm xmlns:a="http://schemas.openxmlformats.org/drawingml/2006/main">
            <a:off x="14916150" y="5148263"/>
            <a:ext cx="323850" cy="323850"/>
          </a:xfrm>
          <a:custGeom xmlns:a="http://schemas.openxmlformats.org/drawingml/2006/main">
            <a:pathLst>
              <a:path w="323850" h="323850">
                <a:moveTo>
                  <a:pt x="0" y="0"/>
                </a:moveTo>
                <a:lnTo>
                  <a:pt x="323850" y="323850"/>
                </a:lnTo>
              </a:path>
            </a:pathLst>
          </a:custGeom>
          <a:noFill xmlns:a="http://schemas.openxmlformats.org/drawingml/2006/main"/>
          <a:ln xmlns:a="http://schemas.openxmlformats.org/drawingml/2006/main" w="19050">
            <a:solidFill>
              <a:srgbClr val="7155A4"/>
            </a:solidFill>
            <a:prstDash val="dash"/>
          </a:ln>
        </p:spPr>
      </p:sp>
      <p:sp>
        <p:nvSpPr>
          <p:cNvPr id="168" name="dp43-comparison / n160 / arrow">
            <a:extLst xmlns:a="http://schemas.openxmlformats.org/drawingml/2006/main">
              <a:ext uri="{FF2B5EF4-FFF2-40B4-BE49-F238E27FC236}">
                <a16:creationId xmlns:a16="http://schemas.microsoft.com/office/drawing/2014/main" id="{FFD289AF-5B8B-4E69-A974-0B89C6F3654E}"/>
              </a:ext>
            </a:extLst>
          </p:cNvPr>
          <p:cNvSpPr>
            <a:spLocks xmlns:a="http://schemas.openxmlformats.org/drawingml/2006/main" noGrp="1"/>
          </p:cNvSpPr>
          <p:nvPr/>
        </p:nvSpPr>
        <p:spPr>
          <a:xfrm xmlns:a="http://schemas.openxmlformats.org/drawingml/2006/main">
            <a:off x="15110684" y="5342797"/>
            <a:ext cx="129316" cy="129316"/>
          </a:xfrm>
          <a:custGeom xmlns:a="http://schemas.openxmlformats.org/drawingml/2006/main">
            <a:pathLst>
              <a:path w="129316" h="129316">
                <a:moveTo>
                  <a:pt x="0" y="86210"/>
                </a:moveTo>
                <a:lnTo>
                  <a:pt x="129316" y="129316"/>
                </a:lnTo>
                <a:lnTo>
                  <a:pt x="86210" y="0"/>
                </a:lnTo>
              </a:path>
            </a:pathLst>
          </a:custGeom>
          <a:noFill xmlns:a="http://schemas.openxmlformats.org/drawingml/2006/main"/>
          <a:ln xmlns:a="http://schemas.openxmlformats.org/drawingml/2006/main" w="24384">
            <a:solidFill>
              <a:srgbClr val="7155A4"/>
            </a:solidFill>
            <a:prstDash val="solid"/>
          </a:ln>
        </p:spPr>
      </p:sp>
      <p:sp>
        <p:nvSpPr>
          <p:cNvPr id="169" name="dp43-comparison / n161 / path">
            <a:extLst xmlns:a="http://schemas.openxmlformats.org/drawingml/2006/main">
              <a:ext uri="{FF2B5EF4-FFF2-40B4-BE49-F238E27FC236}">
                <a16:creationId xmlns:a16="http://schemas.microsoft.com/office/drawing/2014/main" id="{A8047B0C-0235-48D0-BDC9-442F689E574A}"/>
              </a:ext>
            </a:extLst>
          </p:cNvPr>
          <p:cNvSpPr>
            <a:spLocks xmlns:a="http://schemas.openxmlformats.org/drawingml/2006/main" noGrp="1"/>
          </p:cNvSpPr>
          <p:nvPr/>
        </p:nvSpPr>
        <p:spPr>
          <a:xfrm xmlns:a="http://schemas.openxmlformats.org/drawingml/2006/main">
            <a:off x="13773150" y="3038475"/>
            <a:ext cx="1247775" cy="828675"/>
          </a:xfrm>
          <a:custGeom xmlns:a="http://schemas.openxmlformats.org/drawingml/2006/main">
            <a:pathLst>
              <a:path w="1247775" h="828675">
                <a:moveTo>
                  <a:pt x="1104900" y="0"/>
                </a:moveTo>
                <a:lnTo>
                  <a:pt x="1104900" y="266700"/>
                </a:lnTo>
                <a:lnTo>
                  <a:pt x="1247775" y="266700"/>
                </a:lnTo>
                <a:lnTo>
                  <a:pt x="1247775" y="781050"/>
                </a:lnTo>
                <a:lnTo>
                  <a:pt x="0" y="781050"/>
                </a:lnTo>
                <a:lnTo>
                  <a:pt x="0" y="828675"/>
                </a:lnTo>
              </a:path>
            </a:pathLst>
          </a:custGeom>
          <a:noFill xmlns:a="http://schemas.openxmlformats.org/drawingml/2006/main"/>
          <a:ln xmlns:a="http://schemas.openxmlformats.org/drawingml/2006/main" w="19050">
            <a:solidFill>
              <a:srgbClr val="7155A4"/>
            </a:solidFill>
            <a:prstDash val="solid"/>
          </a:ln>
        </p:spPr>
      </p:sp>
      <p:sp>
        <p:nvSpPr>
          <p:cNvPr id="170" name="dp43-comparison / n161 / arrow">
            <a:extLst xmlns:a="http://schemas.openxmlformats.org/drawingml/2006/main">
              <a:ext uri="{FF2B5EF4-FFF2-40B4-BE49-F238E27FC236}">
                <a16:creationId xmlns:a16="http://schemas.microsoft.com/office/drawing/2014/main" id="{8E3B377A-F05C-4E50-AD2A-B7634AA1E36D}"/>
              </a:ext>
            </a:extLst>
          </p:cNvPr>
          <p:cNvSpPr>
            <a:spLocks xmlns:a="http://schemas.openxmlformats.org/drawingml/2006/main" noGrp="1"/>
          </p:cNvSpPr>
          <p:nvPr/>
        </p:nvSpPr>
        <p:spPr>
          <a:xfrm xmlns:a="http://schemas.openxmlformats.org/drawingml/2006/main">
            <a:off x="13712190" y="3745230"/>
            <a:ext cx="121920" cy="121920"/>
          </a:xfrm>
          <a:custGeom xmlns:a="http://schemas.openxmlformats.org/drawingml/2006/main">
            <a:pathLst>
              <a:path w="121920" h="121920">
                <a:moveTo>
                  <a:pt x="0" y="0"/>
                </a:moveTo>
                <a:lnTo>
                  <a:pt x="60960" y="121920"/>
                </a:lnTo>
                <a:lnTo>
                  <a:pt x="121920" y="0"/>
                </a:lnTo>
              </a:path>
            </a:pathLst>
          </a:custGeom>
          <a:noFill xmlns:a="http://schemas.openxmlformats.org/drawingml/2006/main"/>
          <a:ln xmlns:a="http://schemas.openxmlformats.org/drawingml/2006/main" w="24384">
            <a:solidFill>
              <a:srgbClr val="7155A4"/>
            </a:solidFill>
            <a:prstDash val="solid"/>
          </a:ln>
        </p:spPr>
      </p:sp>
      <p:sp>
        <p:nvSpPr>
          <p:cNvPr id="171" name="dp43-comparison / n162 / path">
            <a:extLst xmlns:a="http://schemas.openxmlformats.org/drawingml/2006/main">
              <a:ext uri="{FF2B5EF4-FFF2-40B4-BE49-F238E27FC236}">
                <a16:creationId xmlns:a16="http://schemas.microsoft.com/office/drawing/2014/main" id="{CB60EB7E-84FA-4AB8-A3F0-B11BB9C72456}"/>
              </a:ext>
            </a:extLst>
          </p:cNvPr>
          <p:cNvSpPr>
            <a:spLocks xmlns:a="http://schemas.openxmlformats.org/drawingml/2006/main" noGrp="1"/>
          </p:cNvSpPr>
          <p:nvPr/>
        </p:nvSpPr>
        <p:spPr>
          <a:xfrm xmlns:a="http://schemas.openxmlformats.org/drawingml/2006/main">
            <a:off x="13773150" y="5286375"/>
            <a:ext cx="953" cy="114300"/>
          </a:xfrm>
          <a:custGeom xmlns:a="http://schemas.openxmlformats.org/drawingml/2006/main">
            <a:pathLst>
              <a:path w="953" h="114300">
                <a:moveTo>
                  <a:pt x="0" y="0"/>
                </a:moveTo>
                <a:lnTo>
                  <a:pt x="0" y="114300"/>
                </a:lnTo>
              </a:path>
            </a:pathLst>
          </a:custGeom>
          <a:noFill xmlns:a="http://schemas.openxmlformats.org/drawingml/2006/main"/>
          <a:ln xmlns:a="http://schemas.openxmlformats.org/drawingml/2006/main" w="19050">
            <a:solidFill>
              <a:srgbClr val="7155A4"/>
            </a:solidFill>
            <a:prstDash val="solid"/>
          </a:ln>
        </p:spPr>
      </p:sp>
      <p:sp>
        <p:nvSpPr>
          <p:cNvPr id="172" name="dp43-comparison / n162 / arrow">
            <a:extLst xmlns:a="http://schemas.openxmlformats.org/drawingml/2006/main">
              <a:ext uri="{FF2B5EF4-FFF2-40B4-BE49-F238E27FC236}">
                <a16:creationId xmlns:a16="http://schemas.microsoft.com/office/drawing/2014/main" id="{30AFB217-110A-443A-8ADB-281319B87699}"/>
              </a:ext>
            </a:extLst>
          </p:cNvPr>
          <p:cNvSpPr>
            <a:spLocks xmlns:a="http://schemas.openxmlformats.org/drawingml/2006/main" noGrp="1"/>
          </p:cNvSpPr>
          <p:nvPr/>
        </p:nvSpPr>
        <p:spPr>
          <a:xfrm xmlns:a="http://schemas.openxmlformats.org/drawingml/2006/main">
            <a:off x="13712190" y="5278755"/>
            <a:ext cx="121920" cy="121920"/>
          </a:xfrm>
          <a:custGeom xmlns:a="http://schemas.openxmlformats.org/drawingml/2006/main">
            <a:pathLst>
              <a:path w="121920" h="121920">
                <a:moveTo>
                  <a:pt x="0" y="0"/>
                </a:moveTo>
                <a:lnTo>
                  <a:pt x="60960" y="121920"/>
                </a:lnTo>
                <a:lnTo>
                  <a:pt x="121920" y="0"/>
                </a:lnTo>
              </a:path>
            </a:pathLst>
          </a:custGeom>
          <a:noFill xmlns:a="http://schemas.openxmlformats.org/drawingml/2006/main"/>
          <a:ln xmlns:a="http://schemas.openxmlformats.org/drawingml/2006/main" w="24384">
            <a:solidFill>
              <a:srgbClr val="7155A4"/>
            </a:solidFill>
            <a:prstDash val="solid"/>
          </a:ln>
        </p:spPr>
      </p:sp>
      <p:sp>
        <p:nvSpPr>
          <p:cNvPr id="173" name="dp43-comparison / n163 / path">
            <a:extLst xmlns:a="http://schemas.openxmlformats.org/drawingml/2006/main">
              <a:ext uri="{FF2B5EF4-FFF2-40B4-BE49-F238E27FC236}">
                <a16:creationId xmlns:a16="http://schemas.microsoft.com/office/drawing/2014/main" id="{4B709071-6841-47FA-93E5-0DB7DA4755D1}"/>
              </a:ext>
            </a:extLst>
          </p:cNvPr>
          <p:cNvSpPr>
            <a:spLocks xmlns:a="http://schemas.openxmlformats.org/drawingml/2006/main" noGrp="1"/>
          </p:cNvSpPr>
          <p:nvPr/>
        </p:nvSpPr>
        <p:spPr>
          <a:xfrm xmlns:a="http://schemas.openxmlformats.org/drawingml/2006/main">
            <a:off x="9944100" y="3038475"/>
            <a:ext cx="7791450" cy="742950"/>
          </a:xfrm>
          <a:custGeom xmlns:a="http://schemas.openxmlformats.org/drawingml/2006/main">
            <a:pathLst>
              <a:path w="7791450" h="742950">
                <a:moveTo>
                  <a:pt x="0" y="742950"/>
                </a:moveTo>
                <a:lnTo>
                  <a:pt x="7791450" y="742950"/>
                </a:lnTo>
                <a:lnTo>
                  <a:pt x="7791450" y="266700"/>
                </a:lnTo>
                <a:lnTo>
                  <a:pt x="6743700" y="266700"/>
                </a:lnTo>
                <a:lnTo>
                  <a:pt x="6743700" y="0"/>
                </a:lnTo>
              </a:path>
            </a:pathLst>
          </a:custGeom>
          <a:noFill xmlns:a="http://schemas.openxmlformats.org/drawingml/2006/main"/>
          <a:ln xmlns:a="http://schemas.openxmlformats.org/drawingml/2006/main" w="19050">
            <a:solidFill>
              <a:srgbClr val="5F6B77"/>
            </a:solidFill>
            <a:prstDash val="dash"/>
          </a:ln>
        </p:spPr>
      </p:sp>
      <p:sp>
        <p:nvSpPr>
          <p:cNvPr id="174" name="dp43-comparison / n163 / arrow">
            <a:extLst xmlns:a="http://schemas.openxmlformats.org/drawingml/2006/main">
              <a:ext uri="{FF2B5EF4-FFF2-40B4-BE49-F238E27FC236}">
                <a16:creationId xmlns:a16="http://schemas.microsoft.com/office/drawing/2014/main" id="{9885B000-F079-461F-8828-357AB5561067}"/>
              </a:ext>
            </a:extLst>
          </p:cNvPr>
          <p:cNvSpPr>
            <a:spLocks xmlns:a="http://schemas.openxmlformats.org/drawingml/2006/main" noGrp="1"/>
          </p:cNvSpPr>
          <p:nvPr/>
        </p:nvSpPr>
        <p:spPr>
          <a:xfrm xmlns:a="http://schemas.openxmlformats.org/drawingml/2006/main">
            <a:off x="16626840" y="3038475"/>
            <a:ext cx="121920" cy="121920"/>
          </a:xfrm>
          <a:custGeom xmlns:a="http://schemas.openxmlformats.org/drawingml/2006/main">
            <a:pathLst>
              <a:path w="121920" h="121920">
                <a:moveTo>
                  <a:pt x="121920" y="121920"/>
                </a:moveTo>
                <a:lnTo>
                  <a:pt x="60960" y="0"/>
                </a:lnTo>
                <a:lnTo>
                  <a:pt x="0" y="121920"/>
                </a:lnTo>
              </a:path>
            </a:pathLst>
          </a:custGeom>
          <a:noFill xmlns:a="http://schemas.openxmlformats.org/drawingml/2006/main"/>
          <a:ln xmlns:a="http://schemas.openxmlformats.org/drawingml/2006/main" w="24384">
            <a:solidFill>
              <a:srgbClr val="5F6B77"/>
            </a:solidFill>
            <a:prstDash val="solid"/>
          </a:ln>
        </p:spPr>
      </p:sp>
      <p:sp>
        <p:nvSpPr>
          <p:cNvPr id="175" name="dp43-comparison / n164 / path">
            <a:extLst xmlns:a="http://schemas.openxmlformats.org/drawingml/2006/main">
              <a:ext uri="{FF2B5EF4-FFF2-40B4-BE49-F238E27FC236}">
                <a16:creationId xmlns:a16="http://schemas.microsoft.com/office/drawing/2014/main" id="{99BED5CE-B02E-4D61-841D-3FCA1C3F0D69}"/>
              </a:ext>
            </a:extLst>
          </p:cNvPr>
          <p:cNvSpPr>
            <a:spLocks xmlns:a="http://schemas.openxmlformats.org/drawingml/2006/main" noGrp="1"/>
          </p:cNvSpPr>
          <p:nvPr/>
        </p:nvSpPr>
        <p:spPr>
          <a:xfrm xmlns:a="http://schemas.openxmlformats.org/drawingml/2006/main">
            <a:off x="9944100" y="3781425"/>
            <a:ext cx="95250" cy="290513"/>
          </a:xfrm>
          <a:custGeom xmlns:a="http://schemas.openxmlformats.org/drawingml/2006/main">
            <a:pathLst>
              <a:path w="95250" h="290513">
                <a:moveTo>
                  <a:pt x="95250" y="290513"/>
                </a:moveTo>
                <a:lnTo>
                  <a:pt x="0" y="290513"/>
                </a:lnTo>
                <a:lnTo>
                  <a:pt x="0" y="0"/>
                </a:lnTo>
              </a:path>
            </a:pathLst>
          </a:custGeom>
          <a:noFill xmlns:a="http://schemas.openxmlformats.org/drawingml/2006/main"/>
          <a:ln xmlns:a="http://schemas.openxmlformats.org/drawingml/2006/main" w="19050">
            <a:solidFill>
              <a:srgbClr val="5F6B77"/>
            </a:solidFill>
            <a:prstDash val="dash"/>
          </a:ln>
        </p:spPr>
      </p:sp>
      <p:sp>
        <p:nvSpPr>
          <p:cNvPr id="176" name="dp43-comparison / n165 / path">
            <a:extLst xmlns:a="http://schemas.openxmlformats.org/drawingml/2006/main">
              <a:ext uri="{FF2B5EF4-FFF2-40B4-BE49-F238E27FC236}">
                <a16:creationId xmlns:a16="http://schemas.microsoft.com/office/drawing/2014/main" id="{A46318C1-90A6-4DDB-A07C-2995691A665B}"/>
              </a:ext>
            </a:extLst>
          </p:cNvPr>
          <p:cNvSpPr>
            <a:spLocks xmlns:a="http://schemas.openxmlformats.org/drawingml/2006/main" noGrp="1"/>
          </p:cNvSpPr>
          <p:nvPr/>
        </p:nvSpPr>
        <p:spPr>
          <a:xfrm xmlns:a="http://schemas.openxmlformats.org/drawingml/2006/main">
            <a:off x="9944100" y="3781425"/>
            <a:ext cx="95250" cy="947738"/>
          </a:xfrm>
          <a:custGeom xmlns:a="http://schemas.openxmlformats.org/drawingml/2006/main">
            <a:pathLst>
              <a:path w="95250" h="947738">
                <a:moveTo>
                  <a:pt x="95250" y="947738"/>
                </a:moveTo>
                <a:lnTo>
                  <a:pt x="0" y="947738"/>
                </a:lnTo>
                <a:lnTo>
                  <a:pt x="0" y="0"/>
                </a:lnTo>
              </a:path>
            </a:pathLst>
          </a:custGeom>
          <a:noFill xmlns:a="http://schemas.openxmlformats.org/drawingml/2006/main"/>
          <a:ln xmlns:a="http://schemas.openxmlformats.org/drawingml/2006/main" w="19050">
            <a:solidFill>
              <a:srgbClr val="5F6B77"/>
            </a:solidFill>
            <a:prstDash val="dash"/>
          </a:ln>
        </p:spPr>
      </p:sp>
      <p:sp>
        <p:nvSpPr>
          <p:cNvPr id="177" name="dp43-comparison / n166 / path">
            <a:extLst xmlns:a="http://schemas.openxmlformats.org/drawingml/2006/main">
              <a:ext uri="{FF2B5EF4-FFF2-40B4-BE49-F238E27FC236}">
                <a16:creationId xmlns:a16="http://schemas.microsoft.com/office/drawing/2014/main" id="{B25EFED7-BC5C-4496-8AFC-474203337656}"/>
              </a:ext>
            </a:extLst>
          </p:cNvPr>
          <p:cNvSpPr>
            <a:spLocks xmlns:a="http://schemas.openxmlformats.org/drawingml/2006/main" noGrp="1"/>
          </p:cNvSpPr>
          <p:nvPr/>
        </p:nvSpPr>
        <p:spPr>
          <a:xfrm xmlns:a="http://schemas.openxmlformats.org/drawingml/2006/main">
            <a:off x="9944100" y="3781425"/>
            <a:ext cx="95250" cy="1604963"/>
          </a:xfrm>
          <a:custGeom xmlns:a="http://schemas.openxmlformats.org/drawingml/2006/main">
            <a:pathLst>
              <a:path w="95250" h="1604963">
                <a:moveTo>
                  <a:pt x="95250" y="1604963"/>
                </a:moveTo>
                <a:lnTo>
                  <a:pt x="0" y="1604963"/>
                </a:lnTo>
                <a:lnTo>
                  <a:pt x="0" y="0"/>
                </a:lnTo>
              </a:path>
            </a:pathLst>
          </a:custGeom>
          <a:noFill xmlns:a="http://schemas.openxmlformats.org/drawingml/2006/main"/>
          <a:ln xmlns:a="http://schemas.openxmlformats.org/drawingml/2006/main" w="19050">
            <a:solidFill>
              <a:srgbClr val="5F6B77"/>
            </a:solidFill>
            <a:prstDash val="dash"/>
          </a:ln>
        </p:spPr>
      </p:sp>
      <p:sp>
        <p:nvSpPr>
          <p:cNvPr id="178" name="dp43-comparison / n167 / path">
            <a:extLst xmlns:a="http://schemas.openxmlformats.org/drawingml/2006/main">
              <a:ext uri="{FF2B5EF4-FFF2-40B4-BE49-F238E27FC236}">
                <a16:creationId xmlns:a16="http://schemas.microsoft.com/office/drawing/2014/main" id="{F4A0C98D-DE60-4B4C-8304-8335C74FBFA1}"/>
              </a:ext>
            </a:extLst>
          </p:cNvPr>
          <p:cNvSpPr>
            <a:spLocks xmlns:a="http://schemas.openxmlformats.org/drawingml/2006/main" noGrp="1"/>
          </p:cNvSpPr>
          <p:nvPr/>
        </p:nvSpPr>
        <p:spPr>
          <a:xfrm xmlns:a="http://schemas.openxmlformats.org/drawingml/2006/main">
            <a:off x="17487900" y="3781425"/>
            <a:ext cx="247650" cy="290513"/>
          </a:xfrm>
          <a:custGeom xmlns:a="http://schemas.openxmlformats.org/drawingml/2006/main">
            <a:pathLst>
              <a:path w="247650" h="290513">
                <a:moveTo>
                  <a:pt x="0" y="290513"/>
                </a:moveTo>
                <a:lnTo>
                  <a:pt x="247650" y="290513"/>
                </a:lnTo>
                <a:lnTo>
                  <a:pt x="247650" y="0"/>
                </a:lnTo>
              </a:path>
            </a:pathLst>
          </a:custGeom>
          <a:noFill xmlns:a="http://schemas.openxmlformats.org/drawingml/2006/main"/>
          <a:ln xmlns:a="http://schemas.openxmlformats.org/drawingml/2006/main" w="19050">
            <a:solidFill>
              <a:srgbClr val="5F6B77"/>
            </a:solidFill>
            <a:prstDash val="dash"/>
          </a:ln>
        </p:spPr>
      </p:sp>
      <p:sp>
        <p:nvSpPr>
          <p:cNvPr id="179" name="dp43-comparison / n168 / path">
            <a:extLst xmlns:a="http://schemas.openxmlformats.org/drawingml/2006/main">
              <a:ext uri="{FF2B5EF4-FFF2-40B4-BE49-F238E27FC236}">
                <a16:creationId xmlns:a16="http://schemas.microsoft.com/office/drawing/2014/main" id="{F6939EA8-03A9-4FD2-8674-4E559F5C9B71}"/>
              </a:ext>
            </a:extLst>
          </p:cNvPr>
          <p:cNvSpPr>
            <a:spLocks xmlns:a="http://schemas.openxmlformats.org/drawingml/2006/main" noGrp="1"/>
          </p:cNvSpPr>
          <p:nvPr/>
        </p:nvSpPr>
        <p:spPr>
          <a:xfrm xmlns:a="http://schemas.openxmlformats.org/drawingml/2006/main">
            <a:off x="17487900" y="3781425"/>
            <a:ext cx="247650" cy="947738"/>
          </a:xfrm>
          <a:custGeom xmlns:a="http://schemas.openxmlformats.org/drawingml/2006/main">
            <a:pathLst>
              <a:path w="247650" h="947738">
                <a:moveTo>
                  <a:pt x="0" y="947738"/>
                </a:moveTo>
                <a:lnTo>
                  <a:pt x="247650" y="947738"/>
                </a:lnTo>
                <a:lnTo>
                  <a:pt x="247650" y="0"/>
                </a:lnTo>
              </a:path>
            </a:pathLst>
          </a:custGeom>
          <a:noFill xmlns:a="http://schemas.openxmlformats.org/drawingml/2006/main"/>
          <a:ln xmlns:a="http://schemas.openxmlformats.org/drawingml/2006/main" w="19050">
            <a:solidFill>
              <a:srgbClr val="5F6B77"/>
            </a:solidFill>
            <a:prstDash val="dash"/>
          </a:ln>
        </p:spPr>
      </p:sp>
      <p:sp>
        <p:nvSpPr>
          <p:cNvPr id="180" name="dp43-comparison / n169 / path">
            <a:extLst xmlns:a="http://schemas.openxmlformats.org/drawingml/2006/main">
              <a:ext uri="{FF2B5EF4-FFF2-40B4-BE49-F238E27FC236}">
                <a16:creationId xmlns:a16="http://schemas.microsoft.com/office/drawing/2014/main" id="{D440C08F-1EF6-4876-A0C3-F376502A2DF9}"/>
              </a:ext>
            </a:extLst>
          </p:cNvPr>
          <p:cNvSpPr>
            <a:spLocks xmlns:a="http://schemas.openxmlformats.org/drawingml/2006/main" noGrp="1"/>
          </p:cNvSpPr>
          <p:nvPr/>
        </p:nvSpPr>
        <p:spPr>
          <a:xfrm xmlns:a="http://schemas.openxmlformats.org/drawingml/2006/main">
            <a:off x="17487900" y="3781425"/>
            <a:ext cx="247650" cy="1604963"/>
          </a:xfrm>
          <a:custGeom xmlns:a="http://schemas.openxmlformats.org/drawingml/2006/main">
            <a:pathLst>
              <a:path w="247650" h="1604963">
                <a:moveTo>
                  <a:pt x="0" y="1604963"/>
                </a:moveTo>
                <a:lnTo>
                  <a:pt x="247650" y="1604963"/>
                </a:lnTo>
                <a:lnTo>
                  <a:pt x="247650" y="0"/>
                </a:lnTo>
              </a:path>
            </a:pathLst>
          </a:custGeom>
          <a:noFill xmlns:a="http://schemas.openxmlformats.org/drawingml/2006/main"/>
          <a:ln xmlns:a="http://schemas.openxmlformats.org/drawingml/2006/main" w="19050">
            <a:solidFill>
              <a:srgbClr val="5F6B77"/>
            </a:solidFill>
            <a:prstDash val="dash"/>
          </a:ln>
        </p:spPr>
      </p:sp>
      <p:sp>
        <p:nvSpPr>
          <p:cNvPr id="181" name="dp43-comparison / n176">
            <a:extLst xmlns:a="http://schemas.openxmlformats.org/drawingml/2006/main">
              <a:ext uri="{FF2B5EF4-FFF2-40B4-BE49-F238E27FC236}">
                <a16:creationId xmlns:a16="http://schemas.microsoft.com/office/drawing/2014/main" id="{013D0395-B7E9-4DE0-AAF5-2164A2E01BA8}"/>
              </a:ext>
            </a:extLst>
          </p:cNvPr>
          <p:cNvSpPr>
            <a:spLocks xmlns:a="http://schemas.openxmlformats.org/drawingml/2006/main" noGrp="1"/>
          </p:cNvSpPr>
          <p:nvPr/>
        </p:nvSpPr>
        <p:spPr>
          <a:xfrm xmlns:a="http://schemas.openxmlformats.org/drawingml/2006/main">
            <a:off x="9906000" y="6524625"/>
            <a:ext cx="2381250" cy="371475"/>
          </a:xfrm>
          <a:prstGeom xmlns:a="http://schemas.openxmlformats.org/drawingml/2006/main" prst="rect">
            <a:avLst/>
          </a:prstGeom>
          <a:solidFill xmlns:a="http://schemas.openxmlformats.org/drawingml/2006/main">
            <a:srgbClr val="FFFFFF"/>
          </a:solidFill>
          <a:ln xmlns:a="http://schemas.openxmlformats.org/drawingml/2006/main" w="16193">
            <a:solidFill>
              <a:srgbClr val="18232E"/>
            </a:solidFill>
            <a:prstDash val="solid"/>
          </a:ln>
        </p:spPr>
      </p:sp>
      <p:sp>
        <p:nvSpPr>
          <p:cNvPr id="182" name="dp43-comparison / n177 / text 1">
            <a:extLst xmlns:a="http://schemas.openxmlformats.org/drawingml/2006/main">
              <a:ext uri="{FF2B5EF4-FFF2-40B4-BE49-F238E27FC236}">
                <a16:creationId xmlns:a16="http://schemas.microsoft.com/office/drawing/2014/main" id="{4F785923-9EBB-45C7-B8F2-52A169FB6FC6}"/>
              </a:ext>
            </a:extLst>
          </p:cNvPr>
          <p:cNvSpPr>
            <a:spLocks xmlns:a="http://schemas.openxmlformats.org/drawingml/2006/main" noGrp="1"/>
          </p:cNvSpPr>
          <p:nvPr/>
        </p:nvSpPr>
        <p:spPr>
          <a:xfrm xmlns:a="http://schemas.openxmlformats.org/drawingml/2006/main">
            <a:off x="9991725" y="6598920"/>
            <a:ext cx="22098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18232E"/>
                </a:solidFill>
                <a:latin typeface="Apple SD Gothic Neo"/>
                <a:ea typeface="Apple SD Gothic Neo"/>
                <a:cs typeface="Apple SD Gothic Neo"/>
              </a:defRPr>
            </a:pPr>
            <a:r>
              <a:rPr sz="1350" b="1">
                <a:solidFill>
                  <a:srgbClr val="18232E"/>
                </a:solidFill>
                <a:latin typeface="Apple SD Gothic Neo"/>
                <a:ea typeface="Apple SD Gothic Neo"/>
                <a:cs typeface="Apple SD Gothic Neo"/>
              </a:rPr>
              <a:t>Request Controller</a:t>
            </a:r>
          </a:p>
        </p:txBody>
      </p:sp>
      <p:sp>
        <p:nvSpPr>
          <p:cNvPr id="183" name="dp43-comparison / n178">
            <a:extLst xmlns:a="http://schemas.openxmlformats.org/drawingml/2006/main">
              <a:ext uri="{FF2B5EF4-FFF2-40B4-BE49-F238E27FC236}">
                <a16:creationId xmlns:a16="http://schemas.microsoft.com/office/drawing/2014/main" id="{1CC840AA-2A96-4D66-BA01-F6D415F39883}"/>
              </a:ext>
            </a:extLst>
          </p:cNvPr>
          <p:cNvSpPr>
            <a:spLocks xmlns:a="http://schemas.openxmlformats.org/drawingml/2006/main" noGrp="1"/>
          </p:cNvSpPr>
          <p:nvPr/>
        </p:nvSpPr>
        <p:spPr>
          <a:xfrm xmlns:a="http://schemas.openxmlformats.org/drawingml/2006/main">
            <a:off x="12906375" y="6505575"/>
            <a:ext cx="2190750" cy="409575"/>
          </a:xfrm>
          <a:prstGeom xmlns:a="http://schemas.openxmlformats.org/drawingml/2006/main" prst="can">
            <a:avLst>
              <a:gd name="adj" fmla="val 20000"/>
            </a:avLst>
          </a:prstGeom>
          <a:solidFill xmlns:a="http://schemas.openxmlformats.org/drawingml/2006/main">
            <a:srgbClr val="FFF7DE"/>
          </a:solidFill>
          <a:ln xmlns:a="http://schemas.openxmlformats.org/drawingml/2006/main" w="16193">
            <a:solidFill>
              <a:srgbClr val="5F6B77"/>
            </a:solidFill>
            <a:prstDash val="solid"/>
          </a:ln>
        </p:spPr>
      </p:sp>
      <p:sp>
        <p:nvSpPr>
          <p:cNvPr id="184" name="dp43-comparison / n179 / text 1">
            <a:extLst xmlns:a="http://schemas.openxmlformats.org/drawingml/2006/main">
              <a:ext uri="{FF2B5EF4-FFF2-40B4-BE49-F238E27FC236}">
                <a16:creationId xmlns:a16="http://schemas.microsoft.com/office/drawing/2014/main" id="{13961A4A-6B08-4DFD-A287-2BCF45CB80E1}"/>
              </a:ext>
            </a:extLst>
          </p:cNvPr>
          <p:cNvSpPr>
            <a:spLocks xmlns:a="http://schemas.openxmlformats.org/drawingml/2006/main" noGrp="1"/>
          </p:cNvSpPr>
          <p:nvPr/>
        </p:nvSpPr>
        <p:spPr>
          <a:xfrm xmlns:a="http://schemas.openxmlformats.org/drawingml/2006/main">
            <a:off x="12992100" y="6667500"/>
            <a:ext cx="2019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State Store</a:t>
            </a:r>
          </a:p>
        </p:txBody>
      </p:sp>
      <p:sp>
        <p:nvSpPr>
          <p:cNvPr id="185" name="dp43-comparison / n180">
            <a:extLst xmlns:a="http://schemas.openxmlformats.org/drawingml/2006/main">
              <a:ext uri="{FF2B5EF4-FFF2-40B4-BE49-F238E27FC236}">
                <a16:creationId xmlns:a16="http://schemas.microsoft.com/office/drawing/2014/main" id="{71E490D8-CA97-4441-AB05-E533D51FF450}"/>
              </a:ext>
            </a:extLst>
          </p:cNvPr>
          <p:cNvSpPr>
            <a:spLocks xmlns:a="http://schemas.openxmlformats.org/drawingml/2006/main" noGrp="1"/>
          </p:cNvSpPr>
          <p:nvPr/>
        </p:nvSpPr>
        <p:spPr>
          <a:xfrm xmlns:a="http://schemas.openxmlformats.org/drawingml/2006/main">
            <a:off x="15668625" y="6524625"/>
            <a:ext cx="1981200" cy="371475"/>
          </a:xfrm>
          <a:prstGeom xmlns:a="http://schemas.openxmlformats.org/drawingml/2006/main" prst="rect">
            <a:avLst/>
          </a:prstGeom>
          <a:solidFill xmlns:a="http://schemas.openxmlformats.org/drawingml/2006/main">
            <a:srgbClr val="FFFFFF"/>
          </a:solidFill>
          <a:ln xmlns:a="http://schemas.openxmlformats.org/drawingml/2006/main" w="16193">
            <a:solidFill>
              <a:srgbClr val="18232E"/>
            </a:solidFill>
            <a:prstDash val="solid"/>
          </a:ln>
        </p:spPr>
      </p:sp>
      <p:sp>
        <p:nvSpPr>
          <p:cNvPr id="186" name="dp43-comparison / n181 / text 1">
            <a:extLst xmlns:a="http://schemas.openxmlformats.org/drawingml/2006/main">
              <a:ext uri="{FF2B5EF4-FFF2-40B4-BE49-F238E27FC236}">
                <a16:creationId xmlns:a16="http://schemas.microsoft.com/office/drawing/2014/main" id="{299151BA-F830-459E-A67B-AAAD86F7E326}"/>
              </a:ext>
            </a:extLst>
          </p:cNvPr>
          <p:cNvSpPr>
            <a:spLocks xmlns:a="http://schemas.openxmlformats.org/drawingml/2006/main" noGrp="1"/>
          </p:cNvSpPr>
          <p:nvPr/>
        </p:nvSpPr>
        <p:spPr>
          <a:xfrm xmlns:a="http://schemas.openxmlformats.org/drawingml/2006/main">
            <a:off x="15754350" y="6598920"/>
            <a:ext cx="180975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18232E"/>
                </a:solidFill>
                <a:latin typeface="Apple SD Gothic Neo"/>
                <a:ea typeface="Apple SD Gothic Neo"/>
                <a:cs typeface="Apple SD Gothic Neo"/>
              </a:defRPr>
            </a:pPr>
            <a:r>
              <a:rPr sz="1350" b="1">
                <a:solidFill>
                  <a:srgbClr val="18232E"/>
                </a:solidFill>
                <a:latin typeface="Apple SD Gothic Neo"/>
                <a:ea typeface="Apple SD Gothic Neo"/>
                <a:cs typeface="Apple SD Gothic Neo"/>
              </a:rPr>
              <a:t>Policy Manager</a:t>
            </a:r>
          </a:p>
        </p:txBody>
      </p:sp>
      <p:sp>
        <p:nvSpPr>
          <p:cNvPr id="187" name="dp43-comparison / n182 / path">
            <a:extLst xmlns:a="http://schemas.openxmlformats.org/drawingml/2006/main">
              <a:ext uri="{FF2B5EF4-FFF2-40B4-BE49-F238E27FC236}">
                <a16:creationId xmlns:a16="http://schemas.microsoft.com/office/drawing/2014/main" id="{256A4B1C-CCDE-4036-B764-506A789A4BC4}"/>
              </a:ext>
            </a:extLst>
          </p:cNvPr>
          <p:cNvSpPr>
            <a:spLocks xmlns:a="http://schemas.openxmlformats.org/drawingml/2006/main" noGrp="1"/>
          </p:cNvSpPr>
          <p:nvPr/>
        </p:nvSpPr>
        <p:spPr>
          <a:xfrm xmlns:a="http://schemas.openxmlformats.org/drawingml/2006/main">
            <a:off x="11096625" y="5810250"/>
            <a:ext cx="2676525" cy="714375"/>
          </a:xfrm>
          <a:custGeom xmlns:a="http://schemas.openxmlformats.org/drawingml/2006/main">
            <a:pathLst>
              <a:path w="2676525" h="714375">
                <a:moveTo>
                  <a:pt x="2676525" y="0"/>
                </a:moveTo>
                <a:lnTo>
                  <a:pt x="2676525" y="647700"/>
                </a:lnTo>
                <a:lnTo>
                  <a:pt x="0" y="647700"/>
                </a:lnTo>
                <a:lnTo>
                  <a:pt x="0" y="714375"/>
                </a:lnTo>
              </a:path>
            </a:pathLst>
          </a:custGeom>
          <a:noFill xmlns:a="http://schemas.openxmlformats.org/drawingml/2006/main"/>
          <a:ln xmlns:a="http://schemas.openxmlformats.org/drawingml/2006/main" w="19050">
            <a:solidFill>
              <a:srgbClr val="7155A4"/>
            </a:solidFill>
            <a:prstDash val="solid"/>
          </a:ln>
        </p:spPr>
      </p:sp>
      <p:sp>
        <p:nvSpPr>
          <p:cNvPr id="188" name="dp43-comparison / n182 / arrow">
            <a:extLst xmlns:a="http://schemas.openxmlformats.org/drawingml/2006/main">
              <a:ext uri="{FF2B5EF4-FFF2-40B4-BE49-F238E27FC236}">
                <a16:creationId xmlns:a16="http://schemas.microsoft.com/office/drawing/2014/main" id="{8DB97C90-0CF1-404C-96D5-E2F82C6A3DBF}"/>
              </a:ext>
            </a:extLst>
          </p:cNvPr>
          <p:cNvSpPr>
            <a:spLocks xmlns:a="http://schemas.openxmlformats.org/drawingml/2006/main" noGrp="1"/>
          </p:cNvSpPr>
          <p:nvPr/>
        </p:nvSpPr>
        <p:spPr>
          <a:xfrm xmlns:a="http://schemas.openxmlformats.org/drawingml/2006/main">
            <a:off x="11035665" y="6402705"/>
            <a:ext cx="121920" cy="121920"/>
          </a:xfrm>
          <a:custGeom xmlns:a="http://schemas.openxmlformats.org/drawingml/2006/main">
            <a:pathLst>
              <a:path w="121920" h="121920">
                <a:moveTo>
                  <a:pt x="0" y="0"/>
                </a:moveTo>
                <a:lnTo>
                  <a:pt x="60960" y="121920"/>
                </a:lnTo>
                <a:lnTo>
                  <a:pt x="121920" y="0"/>
                </a:lnTo>
              </a:path>
            </a:pathLst>
          </a:custGeom>
          <a:noFill xmlns:a="http://schemas.openxmlformats.org/drawingml/2006/main"/>
          <a:ln xmlns:a="http://schemas.openxmlformats.org/drawingml/2006/main" w="24384">
            <a:solidFill>
              <a:srgbClr val="7155A4"/>
            </a:solidFill>
            <a:prstDash val="solid"/>
          </a:ln>
        </p:spPr>
      </p:sp>
      <p:sp>
        <p:nvSpPr>
          <p:cNvPr id="189" name="dp43-comparison / n183 / path">
            <a:extLst xmlns:a="http://schemas.openxmlformats.org/drawingml/2006/main">
              <a:ext uri="{FF2B5EF4-FFF2-40B4-BE49-F238E27FC236}">
                <a16:creationId xmlns:a16="http://schemas.microsoft.com/office/drawing/2014/main" id="{82F1A60D-58BD-481D-B897-392466047E32}"/>
              </a:ext>
            </a:extLst>
          </p:cNvPr>
          <p:cNvSpPr>
            <a:spLocks xmlns:a="http://schemas.openxmlformats.org/drawingml/2006/main" noGrp="1"/>
          </p:cNvSpPr>
          <p:nvPr/>
        </p:nvSpPr>
        <p:spPr>
          <a:xfrm xmlns:a="http://schemas.openxmlformats.org/drawingml/2006/main">
            <a:off x="12287250" y="6448425"/>
            <a:ext cx="3381375" cy="261938"/>
          </a:xfrm>
          <a:custGeom xmlns:a="http://schemas.openxmlformats.org/drawingml/2006/main">
            <a:pathLst>
              <a:path w="3381375" h="261938">
                <a:moveTo>
                  <a:pt x="3381375" y="261938"/>
                </a:moveTo>
                <a:lnTo>
                  <a:pt x="3181350" y="257175"/>
                </a:lnTo>
                <a:lnTo>
                  <a:pt x="3181350" y="0"/>
                </a:lnTo>
                <a:lnTo>
                  <a:pt x="180975" y="0"/>
                </a:lnTo>
                <a:lnTo>
                  <a:pt x="180975" y="257175"/>
                </a:lnTo>
                <a:lnTo>
                  <a:pt x="0" y="261938"/>
                </a:lnTo>
              </a:path>
            </a:pathLst>
          </a:custGeom>
          <a:noFill xmlns:a="http://schemas.openxmlformats.org/drawingml/2006/main"/>
          <a:ln xmlns:a="http://schemas.openxmlformats.org/drawingml/2006/main" w="19050">
            <a:solidFill>
              <a:srgbClr val="5F6B77"/>
            </a:solidFill>
            <a:prstDash val="dash"/>
          </a:ln>
        </p:spPr>
      </p:sp>
      <p:sp>
        <p:nvSpPr>
          <p:cNvPr id="190" name="dp43-comparison / n183 / arrow">
            <a:extLst xmlns:a="http://schemas.openxmlformats.org/drawingml/2006/main">
              <a:ext uri="{FF2B5EF4-FFF2-40B4-BE49-F238E27FC236}">
                <a16:creationId xmlns:a16="http://schemas.microsoft.com/office/drawing/2014/main" id="{9124D4B8-8B55-4EC9-B40D-9C513AB3B907}"/>
              </a:ext>
            </a:extLst>
          </p:cNvPr>
          <p:cNvSpPr>
            <a:spLocks xmlns:a="http://schemas.openxmlformats.org/drawingml/2006/main" noGrp="1"/>
          </p:cNvSpPr>
          <p:nvPr/>
        </p:nvSpPr>
        <p:spPr>
          <a:xfrm xmlns:a="http://schemas.openxmlformats.org/drawingml/2006/main">
            <a:off x="12287250" y="6646216"/>
            <a:ext cx="123481" cy="121878"/>
          </a:xfrm>
          <a:custGeom xmlns:a="http://schemas.openxmlformats.org/drawingml/2006/main">
            <a:pathLst>
              <a:path w="123481" h="121878">
                <a:moveTo>
                  <a:pt x="120274" y="0"/>
                </a:moveTo>
                <a:lnTo>
                  <a:pt x="0" y="64146"/>
                </a:lnTo>
                <a:lnTo>
                  <a:pt x="123481" y="121878"/>
                </a:lnTo>
              </a:path>
            </a:pathLst>
          </a:custGeom>
          <a:noFill xmlns:a="http://schemas.openxmlformats.org/drawingml/2006/main"/>
          <a:ln xmlns:a="http://schemas.openxmlformats.org/drawingml/2006/main" w="24384">
            <a:solidFill>
              <a:srgbClr val="5F6B77"/>
            </a:solidFill>
            <a:prstDash val="solid"/>
          </a:ln>
        </p:spPr>
      </p:sp>
      <p:sp>
        <p:nvSpPr>
          <p:cNvPr id="191" name="dp43-comparison / n184 / path">
            <a:extLst xmlns:a="http://schemas.openxmlformats.org/drawingml/2006/main">
              <a:ext uri="{FF2B5EF4-FFF2-40B4-BE49-F238E27FC236}">
                <a16:creationId xmlns:a16="http://schemas.microsoft.com/office/drawing/2014/main" id="{4688ADCC-F336-47D9-B8C2-6DBB58574CC1}"/>
              </a:ext>
            </a:extLst>
          </p:cNvPr>
          <p:cNvSpPr>
            <a:spLocks xmlns:a="http://schemas.openxmlformats.org/drawingml/2006/main" noGrp="1"/>
          </p:cNvSpPr>
          <p:nvPr/>
        </p:nvSpPr>
        <p:spPr>
          <a:xfrm xmlns:a="http://schemas.openxmlformats.org/drawingml/2006/main">
            <a:off x="12287250" y="6710363"/>
            <a:ext cx="619125" cy="953"/>
          </a:xfrm>
          <a:custGeom xmlns:a="http://schemas.openxmlformats.org/drawingml/2006/main">
            <a:pathLst>
              <a:path w="619125" h="953">
                <a:moveTo>
                  <a:pt x="0" y="0"/>
                </a:moveTo>
                <a:lnTo>
                  <a:pt x="619125" y="0"/>
                </a:lnTo>
              </a:path>
            </a:pathLst>
          </a:custGeom>
          <a:noFill xmlns:a="http://schemas.openxmlformats.org/drawingml/2006/main"/>
          <a:ln xmlns:a="http://schemas.openxmlformats.org/drawingml/2006/main" w="19050">
            <a:solidFill>
              <a:srgbClr val="7155A4"/>
            </a:solidFill>
            <a:prstDash val="solid"/>
          </a:ln>
        </p:spPr>
      </p:sp>
      <p:sp>
        <p:nvSpPr>
          <p:cNvPr id="192" name="dp43-comparison / n184 / arrow">
            <a:extLst xmlns:a="http://schemas.openxmlformats.org/drawingml/2006/main">
              <a:ext uri="{FF2B5EF4-FFF2-40B4-BE49-F238E27FC236}">
                <a16:creationId xmlns:a16="http://schemas.microsoft.com/office/drawing/2014/main" id="{BCA6E32B-847A-4892-900C-F50CC57FF7E8}"/>
              </a:ext>
            </a:extLst>
          </p:cNvPr>
          <p:cNvSpPr>
            <a:spLocks xmlns:a="http://schemas.openxmlformats.org/drawingml/2006/main" noGrp="1"/>
          </p:cNvSpPr>
          <p:nvPr/>
        </p:nvSpPr>
        <p:spPr>
          <a:xfrm xmlns:a="http://schemas.openxmlformats.org/drawingml/2006/main">
            <a:off x="12784455" y="6649403"/>
            <a:ext cx="121920" cy="121920"/>
          </a:xfrm>
          <a:custGeom xmlns:a="http://schemas.openxmlformats.org/drawingml/2006/main">
            <a:pathLst>
              <a:path w="121920" h="121920">
                <a:moveTo>
                  <a:pt x="0" y="121920"/>
                </a:moveTo>
                <a:lnTo>
                  <a:pt x="121920" y="60960"/>
                </a:lnTo>
                <a:lnTo>
                  <a:pt x="0" y="0"/>
                </a:lnTo>
              </a:path>
            </a:pathLst>
          </a:custGeom>
          <a:noFill xmlns:a="http://schemas.openxmlformats.org/drawingml/2006/main"/>
          <a:ln xmlns:a="http://schemas.openxmlformats.org/drawingml/2006/main" w="24384">
            <a:solidFill>
              <a:srgbClr val="7155A4"/>
            </a:solidFill>
            <a:prstDash val="solid"/>
          </a:ln>
        </p:spPr>
      </p:sp>
      <p:sp>
        <p:nvSpPr>
          <p:cNvPr id="193" name="dp43-comparison / n110">
            <a:extLst xmlns:a="http://schemas.openxmlformats.org/drawingml/2006/main">
              <a:ext uri="{FF2B5EF4-FFF2-40B4-BE49-F238E27FC236}">
                <a16:creationId xmlns:a16="http://schemas.microsoft.com/office/drawing/2014/main" id="{4181A5C3-3EBC-4B5E-9BCF-BC4E6E53AEEA}"/>
              </a:ext>
            </a:extLst>
          </p:cNvPr>
          <p:cNvSpPr>
            <a:spLocks xmlns:a="http://schemas.openxmlformats.org/drawingml/2006/main" noGrp="1"/>
          </p:cNvSpPr>
          <p:nvPr/>
        </p:nvSpPr>
        <p:spPr>
          <a:xfrm xmlns:a="http://schemas.openxmlformats.org/drawingml/2006/main">
            <a:off x="9867900" y="2400300"/>
            <a:ext cx="2534222" cy="2133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94" name="dp43-comparison / n111 / text 1">
            <a:extLst xmlns:a="http://schemas.openxmlformats.org/drawingml/2006/main">
              <a:ext uri="{FF2B5EF4-FFF2-40B4-BE49-F238E27FC236}">
                <a16:creationId xmlns:a16="http://schemas.microsoft.com/office/drawing/2014/main" id="{7E9C46C3-F06D-4B92-A607-4174A42F62C4}"/>
              </a:ext>
            </a:extLst>
          </p:cNvPr>
          <p:cNvSpPr>
            <a:spLocks xmlns:a="http://schemas.openxmlformats.org/drawingml/2006/main" noGrp="1"/>
          </p:cNvSpPr>
          <p:nvPr/>
        </p:nvSpPr>
        <p:spPr>
          <a:xfrm xmlns:a="http://schemas.openxmlformats.org/drawingml/2006/main">
            <a:off x="9886950" y="2409825"/>
            <a:ext cx="2667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확정 User Turn / 새 Request</a:t>
            </a:r>
          </a:p>
        </p:txBody>
      </p:sp>
      <p:sp>
        <p:nvSpPr>
          <p:cNvPr id="195" name="dp43-comparison / n112">
            <a:extLst xmlns:a="http://schemas.openxmlformats.org/drawingml/2006/main">
              <a:ext uri="{FF2B5EF4-FFF2-40B4-BE49-F238E27FC236}">
                <a16:creationId xmlns:a16="http://schemas.microsoft.com/office/drawing/2014/main" id="{97765100-4BE0-47F2-9AA7-637FE83F5C7B}"/>
              </a:ext>
            </a:extLst>
          </p:cNvPr>
          <p:cNvSpPr>
            <a:spLocks xmlns:a="http://schemas.openxmlformats.org/drawingml/2006/main" noGrp="1"/>
          </p:cNvSpPr>
          <p:nvPr/>
        </p:nvSpPr>
        <p:spPr>
          <a:xfrm xmlns:a="http://schemas.openxmlformats.org/drawingml/2006/main">
            <a:off x="15678150" y="3076575"/>
            <a:ext cx="2038350" cy="2019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96" name="dp43-comparison / n113 / text 1">
            <a:extLst xmlns:a="http://schemas.openxmlformats.org/drawingml/2006/main">
              <a:ext uri="{FF2B5EF4-FFF2-40B4-BE49-F238E27FC236}">
                <a16:creationId xmlns:a16="http://schemas.microsoft.com/office/drawing/2014/main" id="{C5F44CEB-3C5B-4BB6-B05D-EABEAAA29675}"/>
              </a:ext>
            </a:extLst>
          </p:cNvPr>
          <p:cNvSpPr>
            <a:spLocks xmlns:a="http://schemas.openxmlformats.org/drawingml/2006/main" noGrp="1"/>
          </p:cNvSpPr>
          <p:nvPr/>
        </p:nvSpPr>
        <p:spPr>
          <a:xfrm xmlns:a="http://schemas.openxmlformats.org/drawingml/2006/main">
            <a:off x="15697200" y="3086100"/>
            <a:ext cx="20002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공유 Omni 1벌 / 역할별 KV</a:t>
            </a:r>
          </a:p>
        </p:txBody>
      </p:sp>
      <p:sp>
        <p:nvSpPr>
          <p:cNvPr id="197" name="dp43-comparison / n115">
            <a:extLst xmlns:a="http://schemas.openxmlformats.org/drawingml/2006/main">
              <a:ext uri="{FF2B5EF4-FFF2-40B4-BE49-F238E27FC236}">
                <a16:creationId xmlns:a16="http://schemas.microsoft.com/office/drawing/2014/main" id="{3FC340C3-1DE3-4396-8E59-428EEB5D1CFF}"/>
              </a:ext>
            </a:extLst>
          </p:cNvPr>
          <p:cNvSpPr>
            <a:spLocks xmlns:a="http://schemas.openxmlformats.org/drawingml/2006/main" noGrp="1"/>
          </p:cNvSpPr>
          <p:nvPr/>
        </p:nvSpPr>
        <p:spPr>
          <a:xfrm xmlns:a="http://schemas.openxmlformats.org/drawingml/2006/main">
            <a:off x="12239625" y="2438400"/>
            <a:ext cx="381000" cy="2019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98" name="dp43-comparison / n116 / text 1">
            <a:extLst xmlns:a="http://schemas.openxmlformats.org/drawingml/2006/main">
              <a:ext uri="{FF2B5EF4-FFF2-40B4-BE49-F238E27FC236}">
                <a16:creationId xmlns:a16="http://schemas.microsoft.com/office/drawing/2014/main" id="{55CFA5DA-01BD-461F-9BB2-29240A1F5ED3}"/>
              </a:ext>
            </a:extLst>
          </p:cNvPr>
          <p:cNvSpPr>
            <a:spLocks xmlns:a="http://schemas.openxmlformats.org/drawingml/2006/main" noGrp="1"/>
          </p:cNvSpPr>
          <p:nvPr/>
        </p:nvSpPr>
        <p:spPr>
          <a:xfrm xmlns:a="http://schemas.openxmlformats.org/drawingml/2006/main">
            <a:off x="12258675" y="2447925"/>
            <a:ext cx="12382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원문</a:t>
            </a:r>
          </a:p>
        </p:txBody>
      </p:sp>
      <p:sp>
        <p:nvSpPr>
          <p:cNvPr id="199" name="dp43-comparison / n117">
            <a:extLst xmlns:a="http://schemas.openxmlformats.org/drawingml/2006/main">
              <a:ext uri="{FF2B5EF4-FFF2-40B4-BE49-F238E27FC236}">
                <a16:creationId xmlns:a16="http://schemas.microsoft.com/office/drawing/2014/main" id="{EA8F9E46-FC83-49A6-9F27-083C27AD481E}"/>
              </a:ext>
            </a:extLst>
          </p:cNvPr>
          <p:cNvSpPr>
            <a:spLocks xmlns:a="http://schemas.openxmlformats.org/drawingml/2006/main" noGrp="1"/>
          </p:cNvSpPr>
          <p:nvPr/>
        </p:nvSpPr>
        <p:spPr>
          <a:xfrm xmlns:a="http://schemas.openxmlformats.org/drawingml/2006/main">
            <a:off x="9839325" y="3095625"/>
            <a:ext cx="4983480" cy="2019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00" name="dp43-comparison / n118 / text 1">
            <a:extLst xmlns:a="http://schemas.openxmlformats.org/drawingml/2006/main">
              <a:ext uri="{FF2B5EF4-FFF2-40B4-BE49-F238E27FC236}">
                <a16:creationId xmlns:a16="http://schemas.microsoft.com/office/drawing/2014/main" id="{3C99236A-F6B4-4984-BB7C-264C0F7F0538}"/>
              </a:ext>
            </a:extLst>
          </p:cNvPr>
          <p:cNvSpPr>
            <a:spLocks xmlns:a="http://schemas.openxmlformats.org/drawingml/2006/main" noGrp="1"/>
          </p:cNvSpPr>
          <p:nvPr/>
        </p:nvSpPr>
        <p:spPr>
          <a:xfrm xmlns:a="http://schemas.openxmlformats.org/drawingml/2006/main">
            <a:off x="9858375" y="3105150"/>
            <a:ext cx="53340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공통 읽기: Context Manager 정보 / Task Manager의 Task 후보</a:t>
            </a:r>
          </a:p>
        </p:txBody>
      </p:sp>
      <p:sp>
        <p:nvSpPr>
          <p:cNvPr id="201" name="dp43-comparison / n127">
            <a:extLst xmlns:a="http://schemas.openxmlformats.org/drawingml/2006/main">
              <a:ext uri="{FF2B5EF4-FFF2-40B4-BE49-F238E27FC236}">
                <a16:creationId xmlns:a16="http://schemas.microsoft.com/office/drawing/2014/main" id="{5D9BA927-C8E7-4A78-AEEB-A89AD6B384B9}"/>
              </a:ext>
            </a:extLst>
          </p:cNvPr>
          <p:cNvSpPr>
            <a:spLocks xmlns:a="http://schemas.openxmlformats.org/drawingml/2006/main" noGrp="1"/>
          </p:cNvSpPr>
          <p:nvPr/>
        </p:nvSpPr>
        <p:spPr>
          <a:xfrm xmlns:a="http://schemas.openxmlformats.org/drawingml/2006/main">
            <a:off x="10020300" y="4286250"/>
            <a:ext cx="1490663"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02" name="dp43-comparison / n128 / text 1">
            <a:extLst xmlns:a="http://schemas.openxmlformats.org/drawingml/2006/main">
              <a:ext uri="{FF2B5EF4-FFF2-40B4-BE49-F238E27FC236}">
                <a16:creationId xmlns:a16="http://schemas.microsoft.com/office/drawing/2014/main" id="{2A8BBB86-9F80-41D4-8123-63706539B3CC}"/>
              </a:ext>
            </a:extLst>
          </p:cNvPr>
          <p:cNvSpPr>
            <a:spLocks xmlns:a="http://schemas.openxmlformats.org/drawingml/2006/main" noGrp="1"/>
          </p:cNvSpPr>
          <p:nvPr/>
        </p:nvSpPr>
        <p:spPr>
          <a:xfrm xmlns:a="http://schemas.openxmlformats.org/drawingml/2006/main">
            <a:off x="10039350" y="4295775"/>
            <a:ext cx="2305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7155A4"/>
                </a:solidFill>
                <a:latin typeface="Apple SD Gothic Neo"/>
                <a:ea typeface="Apple SD Gothic Neo"/>
                <a:cs typeface="Apple SD Gothic Neo"/>
              </a:defRPr>
            </a:pPr>
            <a:r>
              <a:rPr sz="1125" b="0">
                <a:solidFill>
                  <a:srgbClr val="7155A4"/>
                </a:solidFill>
                <a:latin typeface="Apple SD Gothic Neo"/>
                <a:ea typeface="Apple SD Gothic Neo"/>
                <a:cs typeface="Apple SD Gothic Neo"/>
              </a:rPr>
              <a:t>F1 목표와 완료 조건</a:t>
            </a:r>
          </a:p>
        </p:txBody>
      </p:sp>
      <p:sp>
        <p:nvSpPr>
          <p:cNvPr id="203" name="dp43-comparison / n133">
            <a:extLst xmlns:a="http://schemas.openxmlformats.org/drawingml/2006/main">
              <a:ext uri="{FF2B5EF4-FFF2-40B4-BE49-F238E27FC236}">
                <a16:creationId xmlns:a16="http://schemas.microsoft.com/office/drawing/2014/main" id="{5A7A953A-81D5-4F77-ACA1-C8EE68F868FA}"/>
              </a:ext>
            </a:extLst>
          </p:cNvPr>
          <p:cNvSpPr>
            <a:spLocks xmlns:a="http://schemas.openxmlformats.org/drawingml/2006/main" noGrp="1"/>
          </p:cNvSpPr>
          <p:nvPr/>
        </p:nvSpPr>
        <p:spPr>
          <a:xfrm xmlns:a="http://schemas.openxmlformats.org/drawingml/2006/main">
            <a:off x="10020300" y="4943475"/>
            <a:ext cx="1490663"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04" name="dp43-comparison / n134 / text 1">
            <a:extLst xmlns:a="http://schemas.openxmlformats.org/drawingml/2006/main">
              <a:ext uri="{FF2B5EF4-FFF2-40B4-BE49-F238E27FC236}">
                <a16:creationId xmlns:a16="http://schemas.microsoft.com/office/drawing/2014/main" id="{447AA3A2-AFA1-42FC-8AD4-2DBA2284FE1C}"/>
              </a:ext>
            </a:extLst>
          </p:cNvPr>
          <p:cNvSpPr>
            <a:spLocks xmlns:a="http://schemas.openxmlformats.org/drawingml/2006/main" noGrp="1"/>
          </p:cNvSpPr>
          <p:nvPr/>
        </p:nvSpPr>
        <p:spPr>
          <a:xfrm xmlns:a="http://schemas.openxmlformats.org/drawingml/2006/main">
            <a:off x="10039350" y="4953000"/>
            <a:ext cx="2305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7155A4"/>
                </a:solidFill>
                <a:latin typeface="Apple SD Gothic Neo"/>
                <a:ea typeface="Apple SD Gothic Neo"/>
                <a:cs typeface="Apple SD Gothic Neo"/>
              </a:defRPr>
            </a:pPr>
            <a:r>
              <a:rPr sz="1125" b="0">
                <a:solidFill>
                  <a:srgbClr val="7155A4"/>
                </a:solidFill>
                <a:latin typeface="Apple SD Gothic Neo"/>
                <a:ea typeface="Apple SD Gothic Neo"/>
                <a:cs typeface="Apple SD Gothic Neo"/>
              </a:rPr>
              <a:t>F2 표와 결론의 범위</a:t>
            </a:r>
          </a:p>
        </p:txBody>
      </p:sp>
      <p:sp>
        <p:nvSpPr>
          <p:cNvPr id="205" name="dp43-comparison / n139">
            <a:extLst xmlns:a="http://schemas.openxmlformats.org/drawingml/2006/main">
              <a:ext uri="{FF2B5EF4-FFF2-40B4-BE49-F238E27FC236}">
                <a16:creationId xmlns:a16="http://schemas.microsoft.com/office/drawing/2014/main" id="{E9ACB78A-61E6-47E2-8D97-E26FD73591C1}"/>
              </a:ext>
            </a:extLst>
          </p:cNvPr>
          <p:cNvSpPr>
            <a:spLocks xmlns:a="http://schemas.openxmlformats.org/drawingml/2006/main" noGrp="1"/>
          </p:cNvSpPr>
          <p:nvPr/>
        </p:nvSpPr>
        <p:spPr>
          <a:xfrm xmlns:a="http://schemas.openxmlformats.org/drawingml/2006/main">
            <a:off x="10020300" y="5600700"/>
            <a:ext cx="2267903"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06" name="dp43-comparison / n140 / text 1">
            <a:extLst xmlns:a="http://schemas.openxmlformats.org/drawingml/2006/main">
              <a:ext uri="{FF2B5EF4-FFF2-40B4-BE49-F238E27FC236}">
                <a16:creationId xmlns:a16="http://schemas.microsoft.com/office/drawing/2014/main" id="{86C8AE52-C44A-48D2-BDC2-57955F4BC89D}"/>
              </a:ext>
            </a:extLst>
          </p:cNvPr>
          <p:cNvSpPr>
            <a:spLocks xmlns:a="http://schemas.openxmlformats.org/drawingml/2006/main" noGrp="1"/>
          </p:cNvSpPr>
          <p:nvPr/>
        </p:nvSpPr>
        <p:spPr>
          <a:xfrm xmlns:a="http://schemas.openxmlformats.org/drawingml/2006/main">
            <a:off x="10039350" y="5610225"/>
            <a:ext cx="2305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7155A4"/>
                </a:solidFill>
                <a:latin typeface="Apple SD Gothic Neo"/>
                <a:ea typeface="Apple SD Gothic Neo"/>
                <a:cs typeface="Apple SD Gothic Neo"/>
              </a:defRPr>
            </a:pPr>
            <a:r>
              <a:rPr sz="1125" b="0">
                <a:solidFill>
                  <a:srgbClr val="7155A4"/>
                </a:solidFill>
                <a:latin typeface="Apple SD Gothic Neo"/>
                <a:ea typeface="Apple SD Gothic Neo"/>
                <a:cs typeface="Apple SD Gothic Neo"/>
              </a:rPr>
              <a:t>F3 Conversation / Task 연결</a:t>
            </a:r>
          </a:p>
        </p:txBody>
      </p:sp>
      <p:sp>
        <p:nvSpPr>
          <p:cNvPr id="207" name="dp43-comparison / n145">
            <a:extLst xmlns:a="http://schemas.openxmlformats.org/drawingml/2006/main">
              <a:ext uri="{FF2B5EF4-FFF2-40B4-BE49-F238E27FC236}">
                <a16:creationId xmlns:a16="http://schemas.microsoft.com/office/drawing/2014/main" id="{C2A9569D-2F7E-4DA7-A358-CFFE0208B742}"/>
              </a:ext>
            </a:extLst>
          </p:cNvPr>
          <p:cNvSpPr>
            <a:spLocks xmlns:a="http://schemas.openxmlformats.org/drawingml/2006/main" noGrp="1"/>
          </p:cNvSpPr>
          <p:nvPr/>
        </p:nvSpPr>
        <p:spPr>
          <a:xfrm xmlns:a="http://schemas.openxmlformats.org/drawingml/2006/main">
            <a:off x="15220950" y="4286250"/>
            <a:ext cx="1490663"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08" name="dp43-comparison / n146 / text 1">
            <a:extLst xmlns:a="http://schemas.openxmlformats.org/drawingml/2006/main">
              <a:ext uri="{FF2B5EF4-FFF2-40B4-BE49-F238E27FC236}">
                <a16:creationId xmlns:a16="http://schemas.microsoft.com/office/drawing/2014/main" id="{505D19AC-66BE-417E-9DBD-C330C5740796}"/>
              </a:ext>
            </a:extLst>
          </p:cNvPr>
          <p:cNvSpPr>
            <a:spLocks xmlns:a="http://schemas.openxmlformats.org/drawingml/2006/main" noGrp="1"/>
          </p:cNvSpPr>
          <p:nvPr/>
        </p:nvSpPr>
        <p:spPr>
          <a:xfrm xmlns:a="http://schemas.openxmlformats.org/drawingml/2006/main">
            <a:off x="15240000" y="4295775"/>
            <a:ext cx="2305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7155A4"/>
                </a:solidFill>
                <a:latin typeface="Apple SD Gothic Neo"/>
                <a:ea typeface="Apple SD Gothic Neo"/>
                <a:cs typeface="Apple SD Gothic Neo"/>
              </a:defRPr>
            </a:pPr>
            <a:r>
              <a:rPr sz="1125" b="0">
                <a:solidFill>
                  <a:srgbClr val="7155A4"/>
                </a:solidFill>
                <a:latin typeface="Apple SD Gothic Neo"/>
                <a:ea typeface="Apple SD Gothic Neo"/>
                <a:cs typeface="Apple SD Gothic Neo"/>
              </a:rPr>
              <a:t>F4 조건과 의존 관계</a:t>
            </a:r>
          </a:p>
        </p:txBody>
      </p:sp>
      <p:sp>
        <p:nvSpPr>
          <p:cNvPr id="209" name="dp43-comparison / n151">
            <a:extLst xmlns:a="http://schemas.openxmlformats.org/drawingml/2006/main">
              <a:ext uri="{FF2B5EF4-FFF2-40B4-BE49-F238E27FC236}">
                <a16:creationId xmlns:a16="http://schemas.microsoft.com/office/drawing/2014/main" id="{60BD6D1B-C2FC-4C8E-BDE0-1435AA7D6AC4}"/>
              </a:ext>
            </a:extLst>
          </p:cNvPr>
          <p:cNvSpPr>
            <a:spLocks xmlns:a="http://schemas.openxmlformats.org/drawingml/2006/main" noGrp="1"/>
          </p:cNvSpPr>
          <p:nvPr/>
        </p:nvSpPr>
        <p:spPr>
          <a:xfrm xmlns:a="http://schemas.openxmlformats.org/drawingml/2006/main">
            <a:off x="15220950" y="4943475"/>
            <a:ext cx="1702118"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10" name="dp43-comparison / n152 / text 1">
            <a:extLst xmlns:a="http://schemas.openxmlformats.org/drawingml/2006/main">
              <a:ext uri="{FF2B5EF4-FFF2-40B4-BE49-F238E27FC236}">
                <a16:creationId xmlns:a16="http://schemas.microsoft.com/office/drawing/2014/main" id="{49785A56-79C0-4F1F-B7E4-BDF90126898F}"/>
              </a:ext>
            </a:extLst>
          </p:cNvPr>
          <p:cNvSpPr>
            <a:spLocks xmlns:a="http://schemas.openxmlformats.org/drawingml/2006/main" noGrp="1"/>
          </p:cNvSpPr>
          <p:nvPr/>
        </p:nvSpPr>
        <p:spPr>
          <a:xfrm xmlns:a="http://schemas.openxmlformats.org/drawingml/2006/main">
            <a:off x="15240000" y="4953000"/>
            <a:ext cx="2305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7155A4"/>
                </a:solidFill>
                <a:latin typeface="Apple SD Gothic Neo"/>
                <a:ea typeface="Apple SD Gothic Neo"/>
                <a:cs typeface="Apple SD Gothic Neo"/>
              </a:defRPr>
            </a:pPr>
            <a:r>
              <a:rPr sz="1125" b="0">
                <a:solidFill>
                  <a:srgbClr val="7155A4"/>
                </a:solidFill>
                <a:latin typeface="Apple SD Gothic Neo"/>
                <a:ea typeface="Apple SD Gothic Neo"/>
                <a:cs typeface="Apple SD Gothic Neo"/>
              </a:rPr>
              <a:t>F5 PDF 유지 / 결론→표</a:t>
            </a:r>
          </a:p>
        </p:txBody>
      </p:sp>
      <p:sp>
        <p:nvSpPr>
          <p:cNvPr id="211" name="dp43-comparison / n157">
            <a:extLst xmlns:a="http://schemas.openxmlformats.org/drawingml/2006/main">
              <a:ext uri="{FF2B5EF4-FFF2-40B4-BE49-F238E27FC236}">
                <a16:creationId xmlns:a16="http://schemas.microsoft.com/office/drawing/2014/main" id="{00A6AC04-02BA-47E5-B5A9-228C738396DA}"/>
              </a:ext>
            </a:extLst>
          </p:cNvPr>
          <p:cNvSpPr>
            <a:spLocks xmlns:a="http://schemas.openxmlformats.org/drawingml/2006/main" noGrp="1"/>
          </p:cNvSpPr>
          <p:nvPr/>
        </p:nvSpPr>
        <p:spPr>
          <a:xfrm xmlns:a="http://schemas.openxmlformats.org/drawingml/2006/main">
            <a:off x="15220950" y="5600700"/>
            <a:ext cx="2222183"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12" name="dp43-comparison / n158 / text 1">
            <a:extLst xmlns:a="http://schemas.openxmlformats.org/drawingml/2006/main">
              <a:ext uri="{FF2B5EF4-FFF2-40B4-BE49-F238E27FC236}">
                <a16:creationId xmlns:a16="http://schemas.microsoft.com/office/drawing/2014/main" id="{C9C06587-84AD-44FA-8B4C-FE6D47C96045}"/>
              </a:ext>
            </a:extLst>
          </p:cNvPr>
          <p:cNvSpPr>
            <a:spLocks xmlns:a="http://schemas.openxmlformats.org/drawingml/2006/main" noGrp="1"/>
          </p:cNvSpPr>
          <p:nvPr/>
        </p:nvSpPr>
        <p:spPr>
          <a:xfrm xmlns:a="http://schemas.openxmlformats.org/drawingml/2006/main">
            <a:off x="15240000" y="5610225"/>
            <a:ext cx="2305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7155A4"/>
                </a:solidFill>
                <a:latin typeface="Apple SD Gothic Neo"/>
                <a:ea typeface="Apple SD Gothic Neo"/>
                <a:cs typeface="Apple SD Gothic Neo"/>
              </a:defRPr>
            </a:pPr>
            <a:r>
              <a:rPr sz="1125" b="0">
                <a:solidFill>
                  <a:srgbClr val="7155A4"/>
                </a:solidFill>
                <a:latin typeface="Apple SD Gothic Neo"/>
                <a:ea typeface="Apple SD Gothic Neo"/>
                <a:cs typeface="Apple SD Gothic Neo"/>
              </a:rPr>
              <a:t>F6 Delegation / 질문 / 대기</a:t>
            </a:r>
          </a:p>
        </p:txBody>
      </p:sp>
      <p:sp>
        <p:nvSpPr>
          <p:cNvPr id="213" name="dp43-comparison / n170">
            <a:extLst xmlns:a="http://schemas.openxmlformats.org/drawingml/2006/main">
              <a:ext uri="{FF2B5EF4-FFF2-40B4-BE49-F238E27FC236}">
                <a16:creationId xmlns:a16="http://schemas.microsoft.com/office/drawing/2014/main" id="{71BD90F2-E5D1-4B26-AC5A-EF3AD94307B7}"/>
              </a:ext>
            </a:extLst>
          </p:cNvPr>
          <p:cNvSpPr>
            <a:spLocks xmlns:a="http://schemas.openxmlformats.org/drawingml/2006/main" noGrp="1"/>
          </p:cNvSpPr>
          <p:nvPr/>
        </p:nvSpPr>
        <p:spPr>
          <a:xfrm xmlns:a="http://schemas.openxmlformats.org/drawingml/2006/main">
            <a:off x="12563475" y="3514725"/>
            <a:ext cx="2642235"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14" name="dp43-comparison / n171 / text 1">
            <a:extLst xmlns:a="http://schemas.openxmlformats.org/drawingml/2006/main">
              <a:ext uri="{FF2B5EF4-FFF2-40B4-BE49-F238E27FC236}">
                <a16:creationId xmlns:a16="http://schemas.microsoft.com/office/drawing/2014/main" id="{520304A8-10BE-4B52-9FB4-5C4943AC556A}"/>
              </a:ext>
            </a:extLst>
          </p:cNvPr>
          <p:cNvSpPr>
            <a:spLocks xmlns:a="http://schemas.openxmlformats.org/drawingml/2006/main" noGrp="1"/>
          </p:cNvSpPr>
          <p:nvPr/>
        </p:nvSpPr>
        <p:spPr>
          <a:xfrm xmlns:a="http://schemas.openxmlformats.org/drawingml/2006/main">
            <a:off x="12582525" y="3524250"/>
            <a:ext cx="49625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F6B77"/>
                </a:solidFill>
                <a:latin typeface="Apple SD Gothic Neo"/>
                <a:ea typeface="Apple SD Gothic Neo"/>
                <a:cs typeface="Apple SD Gothic Neo"/>
              </a:defRPr>
            </a:pPr>
            <a:r>
              <a:rPr sz="1125" b="0">
                <a:solidFill>
                  <a:srgbClr val="5F6B77"/>
                </a:solidFill>
                <a:latin typeface="Apple SD Gothic Neo"/>
                <a:ea typeface="Apple SD Gothic Neo"/>
                <a:cs typeface="Apple SD Gothic Neo"/>
              </a:rPr>
              <a:t>각 F1~F6 생산자의 모델 호출 / 반환</a:t>
            </a:r>
          </a:p>
        </p:txBody>
      </p:sp>
      <p:sp>
        <p:nvSpPr>
          <p:cNvPr id="215" name="dp43-comparison / n172">
            <a:extLst xmlns:a="http://schemas.openxmlformats.org/drawingml/2006/main">
              <a:ext uri="{FF2B5EF4-FFF2-40B4-BE49-F238E27FC236}">
                <a16:creationId xmlns:a16="http://schemas.microsoft.com/office/drawing/2014/main" id="{67A8C5F5-C717-4D3F-BCFC-306904044368}"/>
              </a:ext>
            </a:extLst>
          </p:cNvPr>
          <p:cNvSpPr>
            <a:spLocks xmlns:a="http://schemas.openxmlformats.org/drawingml/2006/main" noGrp="1"/>
          </p:cNvSpPr>
          <p:nvPr/>
        </p:nvSpPr>
        <p:spPr>
          <a:xfrm xmlns:a="http://schemas.openxmlformats.org/drawingml/2006/main">
            <a:off x="10020300" y="5810250"/>
            <a:ext cx="5462016" cy="2019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16" name="dp43-comparison / n173 / text 1">
            <a:extLst xmlns:a="http://schemas.openxmlformats.org/drawingml/2006/main">
              <a:ext uri="{FF2B5EF4-FFF2-40B4-BE49-F238E27FC236}">
                <a16:creationId xmlns:a16="http://schemas.microsoft.com/office/drawing/2014/main" id="{A2E433FB-693C-4C72-8D4B-3239FA3612B7}"/>
              </a:ext>
            </a:extLst>
          </p:cNvPr>
          <p:cNvSpPr>
            <a:spLocks xmlns:a="http://schemas.openxmlformats.org/drawingml/2006/main" noGrp="1"/>
          </p:cNvSpPr>
          <p:nvPr/>
        </p:nvSpPr>
        <p:spPr>
          <a:xfrm xmlns:a="http://schemas.openxmlformats.org/drawingml/2006/main">
            <a:off x="10039350" y="5819775"/>
            <a:ext cx="75057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실선 제안 / 점선 원생산자 재판단 / Coordinator의 의미 덮어쓰기 금지</a:t>
            </a:r>
          </a:p>
        </p:txBody>
      </p:sp>
      <p:sp>
        <p:nvSpPr>
          <p:cNvPr id="217" name="dp43-comparison / n174">
            <a:extLst xmlns:a="http://schemas.openxmlformats.org/drawingml/2006/main">
              <a:ext uri="{FF2B5EF4-FFF2-40B4-BE49-F238E27FC236}">
                <a16:creationId xmlns:a16="http://schemas.microsoft.com/office/drawing/2014/main" id="{3899F3A2-3A85-4C74-AA13-5BDFAAA1DD10}"/>
              </a:ext>
            </a:extLst>
          </p:cNvPr>
          <p:cNvSpPr>
            <a:spLocks xmlns:a="http://schemas.openxmlformats.org/drawingml/2006/main" noGrp="1"/>
          </p:cNvSpPr>
          <p:nvPr/>
        </p:nvSpPr>
        <p:spPr>
          <a:xfrm xmlns:a="http://schemas.openxmlformats.org/drawingml/2006/main">
            <a:off x="9896475" y="6000750"/>
            <a:ext cx="6465760" cy="2133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18" name="dp43-comparison / n175 / text 1">
            <a:extLst xmlns:a="http://schemas.openxmlformats.org/drawingml/2006/main">
              <a:ext uri="{FF2B5EF4-FFF2-40B4-BE49-F238E27FC236}">
                <a16:creationId xmlns:a16="http://schemas.microsoft.com/office/drawing/2014/main" id="{EEC1CFA1-F5C4-47A4-9836-21335FA63FB1}"/>
              </a:ext>
            </a:extLst>
          </p:cNvPr>
          <p:cNvSpPr>
            <a:spLocks xmlns:a="http://schemas.openxmlformats.org/drawingml/2006/main" noGrp="1"/>
          </p:cNvSpPr>
          <p:nvPr/>
        </p:nvSpPr>
        <p:spPr>
          <a:xfrm xmlns:a="http://schemas.openxmlformats.org/drawingml/2006/main">
            <a:off x="9915525" y="6010275"/>
            <a:ext cx="77152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7155A4"/>
                </a:solidFill>
                <a:latin typeface="Apple SD Gothic Neo"/>
                <a:ea typeface="Apple SD Gothic Neo"/>
                <a:cs typeface="Apple SD Gothic Neo"/>
              </a:defRPr>
            </a:pPr>
            <a:r>
              <a:rPr sz="1275" b="0">
                <a:solidFill>
                  <a:srgbClr val="7155A4"/>
                </a:solidFill>
                <a:latin typeface="Apple SD Gothic Neo"/>
                <a:ea typeface="Apple SD Gothic Neo"/>
                <a:cs typeface="Apple SD Gothic Neo"/>
              </a:rPr>
              <a:t>정정: F2와 F5 재판단 → F4 갱신 / Task Association은 입력 전제가 아닌 결과</a:t>
            </a:r>
          </a:p>
        </p:txBody>
      </p:sp>
      <p:sp>
        <p:nvSpPr>
          <p:cNvPr id="219" name="dp43-comparison / n185">
            <a:extLst xmlns:a="http://schemas.openxmlformats.org/drawingml/2006/main">
              <a:ext uri="{FF2B5EF4-FFF2-40B4-BE49-F238E27FC236}">
                <a16:creationId xmlns:a16="http://schemas.microsoft.com/office/drawing/2014/main" id="{5AC9CDA2-E5BB-4E61-A8AC-D5DE8746B10A}"/>
              </a:ext>
            </a:extLst>
          </p:cNvPr>
          <p:cNvSpPr>
            <a:spLocks xmlns:a="http://schemas.openxmlformats.org/drawingml/2006/main" noGrp="1"/>
          </p:cNvSpPr>
          <p:nvPr/>
        </p:nvSpPr>
        <p:spPr>
          <a:xfrm xmlns:a="http://schemas.openxmlformats.org/drawingml/2006/main">
            <a:off x="12506325" y="6200775"/>
            <a:ext cx="3584448" cy="2019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20" name="dp43-comparison / n186 / text 1">
            <a:extLst xmlns:a="http://schemas.openxmlformats.org/drawingml/2006/main">
              <a:ext uri="{FF2B5EF4-FFF2-40B4-BE49-F238E27FC236}">
                <a16:creationId xmlns:a16="http://schemas.microsoft.com/office/drawing/2014/main" id="{5DF7D618-69FD-4311-8776-EFBCB9FDEC0B}"/>
              </a:ext>
            </a:extLst>
          </p:cNvPr>
          <p:cNvSpPr>
            <a:spLocks xmlns:a="http://schemas.openxmlformats.org/drawingml/2006/main" noGrp="1"/>
          </p:cNvSpPr>
          <p:nvPr/>
        </p:nvSpPr>
        <p:spPr>
          <a:xfrm xmlns:a="http://schemas.openxmlformats.org/drawingml/2006/main">
            <a:off x="12525375" y="6210300"/>
            <a:ext cx="50292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현재 검사: 입력 / 정보 / Task / 질문 / 권한</a:t>
            </a:r>
          </a:p>
        </p:txBody>
      </p:sp>
      <p:sp>
        <p:nvSpPr>
          <p:cNvPr id="221" name="dp43-comparison / n187">
            <a:extLst xmlns:a="http://schemas.openxmlformats.org/drawingml/2006/main">
              <a:ext uri="{FF2B5EF4-FFF2-40B4-BE49-F238E27FC236}">
                <a16:creationId xmlns:a16="http://schemas.microsoft.com/office/drawing/2014/main" id="{E89C0477-816A-4A08-9D15-2965AAAC3997}"/>
              </a:ext>
            </a:extLst>
          </p:cNvPr>
          <p:cNvSpPr>
            <a:spLocks xmlns:a="http://schemas.openxmlformats.org/drawingml/2006/main" noGrp="1"/>
          </p:cNvSpPr>
          <p:nvPr/>
        </p:nvSpPr>
        <p:spPr>
          <a:xfrm xmlns:a="http://schemas.openxmlformats.org/drawingml/2006/main">
            <a:off x="12982575" y="6981825"/>
            <a:ext cx="3221736" cy="2019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22" name="dp43-comparison / n188 / text 1">
            <a:extLst xmlns:a="http://schemas.openxmlformats.org/drawingml/2006/main">
              <a:ext uri="{FF2B5EF4-FFF2-40B4-BE49-F238E27FC236}">
                <a16:creationId xmlns:a16="http://schemas.microsoft.com/office/drawing/2014/main" id="{BF754C77-1AD9-425D-B87A-36D3EE1ABC24}"/>
              </a:ext>
            </a:extLst>
          </p:cNvPr>
          <p:cNvSpPr>
            <a:spLocks xmlns:a="http://schemas.openxmlformats.org/drawingml/2006/main" noGrp="1"/>
          </p:cNvSpPr>
          <p:nvPr/>
        </p:nvSpPr>
        <p:spPr>
          <a:xfrm xmlns:a="http://schemas.openxmlformats.org/drawingml/2006/main">
            <a:off x="13001625" y="6991350"/>
            <a:ext cx="44005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채택 의미와 질문 / 임시 해석 상태와 별도</a:t>
            </a:r>
          </a:p>
        </p:txBody>
      </p:sp>
      <p:sp>
        <p:nvSpPr>
          <p:cNvPr id="223" name="dp43-comparison / n189">
            <a:extLst xmlns:a="http://schemas.openxmlformats.org/drawingml/2006/main">
              <a:ext uri="{FF2B5EF4-FFF2-40B4-BE49-F238E27FC236}">
                <a16:creationId xmlns:a16="http://schemas.microsoft.com/office/drawing/2014/main" id="{7DC94E20-4AF0-4A86-A28E-A08C2D64EEC7}"/>
              </a:ext>
            </a:extLst>
          </p:cNvPr>
          <p:cNvSpPr>
            <a:spLocks xmlns:a="http://schemas.openxmlformats.org/drawingml/2006/main" noGrp="1"/>
          </p:cNvSpPr>
          <p:nvPr/>
        </p:nvSpPr>
        <p:spPr>
          <a:xfrm xmlns:a="http://schemas.openxmlformats.org/drawingml/2006/main">
            <a:off x="9886950" y="7200900"/>
            <a:ext cx="7323963" cy="2133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24" name="dp43-comparison / n190 / text 1">
            <a:extLst xmlns:a="http://schemas.openxmlformats.org/drawingml/2006/main">
              <a:ext uri="{FF2B5EF4-FFF2-40B4-BE49-F238E27FC236}">
                <a16:creationId xmlns:a16="http://schemas.microsoft.com/office/drawing/2014/main" id="{0CFD3590-B83F-4F4D-9027-C257EFB2D697}"/>
              </a:ext>
            </a:extLst>
          </p:cNvPr>
          <p:cNvSpPr>
            <a:spLocks xmlns:a="http://schemas.openxmlformats.org/drawingml/2006/main" noGrp="1"/>
          </p:cNvSpPr>
          <p:nvPr/>
        </p:nvSpPr>
        <p:spPr>
          <a:xfrm xmlns:a="http://schemas.openxmlformats.org/drawingml/2006/main">
            <a:off x="9906000" y="7210425"/>
            <a:ext cx="76962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채택 후: Response Manager → Interaction Manager / Task Manager → Agent Gateway</a:t>
            </a:r>
          </a:p>
        </p:txBody>
      </p:sp>
      <p:sp>
        <p:nvSpPr>
          <p:cNvPr id="225" name="dp43-comparison / n191">
            <a:extLst xmlns:a="http://schemas.openxmlformats.org/drawingml/2006/main">
              <a:ext uri="{FF2B5EF4-FFF2-40B4-BE49-F238E27FC236}">
                <a16:creationId xmlns:a16="http://schemas.microsoft.com/office/drawing/2014/main" id="{707BDD6E-C099-4B8B-A8BE-A70382A8C896}"/>
              </a:ext>
            </a:extLst>
          </p:cNvPr>
          <p:cNvSpPr>
            <a:spLocks xmlns:a="http://schemas.openxmlformats.org/drawingml/2006/main" noGrp="1"/>
          </p:cNvSpPr>
          <p:nvPr/>
        </p:nvSpPr>
        <p:spPr>
          <a:xfrm xmlns:a="http://schemas.openxmlformats.org/drawingml/2006/main">
            <a:off x="9886950" y="7391400"/>
            <a:ext cx="6056376" cy="1714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26" name="dp43-comparison / n192 / text 1">
            <a:extLst xmlns:a="http://schemas.openxmlformats.org/drawingml/2006/main">
              <a:ext uri="{FF2B5EF4-FFF2-40B4-BE49-F238E27FC236}">
                <a16:creationId xmlns:a16="http://schemas.microsoft.com/office/drawing/2014/main" id="{E751F4EB-5CAF-47BB-9854-4CB2BCBC6B6C}"/>
              </a:ext>
            </a:extLst>
          </p:cNvPr>
          <p:cNvSpPr>
            <a:spLocks xmlns:a="http://schemas.openxmlformats.org/drawingml/2006/main" noGrp="1"/>
          </p:cNvSpPr>
          <p:nvPr/>
        </p:nvSpPr>
        <p:spPr>
          <a:xfrm xmlns:a="http://schemas.openxmlformats.org/drawingml/2006/main">
            <a:off x="9906000" y="7400925"/>
            <a:ext cx="76962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확인 질문의 실제 전달과 새 답변 / Downstream Agent 접수와 결과의 별도 확인</a:t>
            </a:r>
          </a:p>
        </p:txBody>
      </p:sp>
    </p:spTree>
    <p:extLst>
      <p:ext uri="{BB962C8B-B14F-4D97-AF65-F5344CB8AC3E}">
        <p14:creationId xmlns:p14="http://schemas.microsoft.com/office/powerpoint/2010/main" val="1511185354"/>
      </p:ext>
    </p:extLst>
  </p:cSld>
</p:sld>
</file>

<file path=ppt/slides/slide7.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p:grpSpPr>
      <p:sp>
        <p:nvSpPr>
          <p:cNvPr id="30" name="dp44-background / title / 1">
            <a:extLst>
              <a:ext uri="{FF2B5EF4-FFF2-40B4-BE49-F238E27FC236}">
                <ns2:creationId id="{DA2B697F-DC99-47E2-986D-47A0B289CF12}"/>
              </a:ext>
            </a:extLst>
          </p:cNvPr>
          <p:cNvSpPr>
            <a:spLocks noGrp="1"/>
          </p:cNvSpPr>
          <p:nvPr/>
        </p:nvSpPr>
        <p:spPr>
          <a:xfrm>
            <a:off x="666750" y="495300"/>
            <a:ext cx="16954500" cy="642938"/>
          </a:xfrm>
          <a:prstGeom prst="rect">
            <a:avLst/>
          </a:prstGeom>
          <a:noFill/>
          <a:ln w="0">
            <a:noFill/>
          </a:ln>
        </p:spPr>
        <p:txBody>
          <a:bodyPr wrap="none" lIns="0" tIns="0" rIns="0" bIns="0" anchor="t">
            <a:noAutofit/>
          </a:bodyPr>
          <a:lstStyle/>
          <a:p>
            <a:pPr algn="l">
              <a:defRPr sz="3750" b="1">
                <a:solidFill>
                  <a:srgbClr val="202B30"/>
                </a:solidFill>
                <a:latin typeface="Apple SD Gothic Neo"/>
                <a:ea typeface="Apple SD Gothic Neo"/>
                <a:cs typeface="Apple SD Gothic Neo"/>
              </a:defRPr>
            </a:pPr>
            <a:r>
              <a:rPr sz="3750" b="1">
                <a:solidFill>
                  <a:srgbClr val="202B30"/>
                </a:solidFill>
                <a:latin typeface="Apple SD Gothic Neo"/>
                <a:ea typeface="Apple SD Gothic Neo"/>
                <a:cs typeface="Apple SD Gothic Neo"/>
              </a:rPr>
              <a:t>VIA가 처리하는 동안에도,</a:t>
            </a:r>
          </a:p>
        </p:txBody>
      </p:sp>
      <p:sp>
        <p:nvSpPr>
          <p:cNvPr id="2" name="dp44-background / title / 2">
            <a:extLst>
              <a:ext uri="{FF2B5EF4-FFF2-40B4-BE49-F238E27FC236}">
                <ns2:creationId id="{5D52FB0B-EBB7-4B25-8FB0-96E241606FF3}"/>
              </a:ext>
            </a:extLst>
          </p:cNvPr>
          <p:cNvSpPr>
            <a:spLocks noGrp="1"/>
          </p:cNvSpPr>
          <p:nvPr/>
        </p:nvSpPr>
        <p:spPr>
          <a:xfrm>
            <a:off x="666750" y="1090613"/>
            <a:ext cx="16954500" cy="642938"/>
          </a:xfrm>
          <a:prstGeom prst="rect">
            <a:avLst/>
          </a:prstGeom>
          <a:noFill/>
          <a:ln w="0">
            <a:noFill/>
          </a:ln>
        </p:spPr>
        <p:txBody>
          <a:bodyPr wrap="none" lIns="0" tIns="0" rIns="0" bIns="0" anchor="t">
            <a:noAutofit/>
          </a:bodyPr>
          <a:lstStyle/>
          <a:p>
            <a:pPr algn="l">
              <a:defRPr sz="3750" b="1">
                <a:solidFill>
                  <a:srgbClr val="202B30"/>
                </a:solidFill>
                <a:latin typeface="Apple SD Gothic Neo"/>
                <a:ea typeface="Apple SD Gothic Neo"/>
                <a:cs typeface="Apple SD Gothic Neo"/>
              </a:defRPr>
            </a:pPr>
            <a:r>
              <a:rPr sz="3750" b="1">
                <a:solidFill>
                  <a:srgbClr val="202B30"/>
                </a:solidFill>
                <a:latin typeface="Apple SD Gothic Neo"/>
                <a:ea typeface="Apple SD Gothic Neo"/>
                <a:cs typeface="Apple SD Gothic Neo"/>
              </a:rPr>
              <a:t>새 발화와 Task 결과는 계속 들어옵니다</a:t>
            </a:r>
          </a:p>
        </p:txBody>
      </p:sp>
      <p:sp>
        <p:nvSpPr>
          <p:cNvPr id="3" name="dp44-background / request / 1">
            <a:extLst>
              <a:ext uri="{FF2B5EF4-FFF2-40B4-BE49-F238E27FC236}">
                <ns2:creationId id="{6E3FFBF0-B108-4580-9361-FA1EF95F0152}"/>
              </a:ext>
            </a:extLst>
          </p:cNvPr>
          <p:cNvSpPr>
            <a:spLocks noGrp="1"/>
          </p:cNvSpPr>
          <p:nvPr/>
        </p:nvSpPr>
        <p:spPr>
          <a:xfrm>
            <a:off x="904875" y="1962150"/>
            <a:ext cx="16573500" cy="462915"/>
          </a:xfrm>
          <a:prstGeom prst="rect">
            <a:avLst/>
          </a:prstGeom>
          <a:noFill/>
          <a:ln w="0">
            <a:noFill/>
          </a:ln>
        </p:spPr>
        <p:txBody>
          <a:bodyPr wrap="none" lIns="0" tIns="0" rIns="0" bIns="0" anchor="t">
            <a:noAutofit/>
          </a:bodyPr>
          <a:lstStyle/>
          <a:p>
            <a:pPr algn="l">
              <a:defRPr sz="2700" b="1">
                <a:solidFill>
                  <a:srgbClr val="397C80"/>
                </a:solidFill>
                <a:latin typeface="Apple SD Gothic Neo"/>
                <a:ea typeface="Apple SD Gothic Neo"/>
                <a:cs typeface="Apple SD Gothic Neo"/>
              </a:defRPr>
            </a:pPr>
            <a:r>
              <a:rPr sz="2700" b="1">
                <a:solidFill>
                  <a:srgbClr val="397C80"/>
                </a:solidFill>
                <a:latin typeface="Apple SD Gothic Neo"/>
                <a:ea typeface="Apple SD Gothic Neo"/>
                <a:cs typeface="Apple SD Gothic Neo"/>
              </a:rPr>
              <a:t>“보고서 내용을 설명해주고,</a:t>
            </a:r>
          </a:p>
        </p:txBody>
      </p:sp>
      <p:sp>
        <p:nvSpPr>
          <p:cNvPr id="4" name="dp44-background / request / 2">
            <a:extLst>
              <a:ext uri="{FF2B5EF4-FFF2-40B4-BE49-F238E27FC236}">
                <ns2:creationId id="{3AD6196F-B978-4DD8-B09F-052F293CA923}"/>
              </a:ext>
            </a:extLst>
          </p:cNvPr>
          <p:cNvSpPr>
            <a:spLocks noGrp="1"/>
          </p:cNvSpPr>
          <p:nvPr/>
        </p:nvSpPr>
        <p:spPr>
          <a:xfrm>
            <a:off x="904875" y="2390775"/>
            <a:ext cx="16573500" cy="462915"/>
          </a:xfrm>
          <a:prstGeom prst="rect">
            <a:avLst/>
          </a:prstGeom>
          <a:noFill/>
          <a:ln w="0">
            <a:noFill/>
          </a:ln>
        </p:spPr>
        <p:txBody>
          <a:bodyPr wrap="none" lIns="0" tIns="0" rIns="0" bIns="0" anchor="t">
            <a:noAutofit/>
          </a:bodyPr>
          <a:lstStyle/>
          <a:p>
            <a:pPr algn="l">
              <a:defRPr sz="2700" b="1">
                <a:solidFill>
                  <a:srgbClr val="397C80"/>
                </a:solidFill>
                <a:latin typeface="Apple SD Gothic Neo"/>
                <a:ea typeface="Apple SD Gothic Neo"/>
                <a:cs typeface="Apple SD Gothic Neo"/>
              </a:defRPr>
            </a:pPr>
            <a:r>
              <a:rPr sz="2700" b="1">
                <a:solidFill>
                  <a:srgbClr val="397C80"/>
                </a:solidFill>
                <a:latin typeface="Apple SD Gothic Neo"/>
                <a:ea typeface="Apple SD Gothic Neo"/>
                <a:cs typeface="Apple SD Gothic Neo"/>
              </a:rPr>
              <a:t>내일 팀 회의 안내 메일 초안도 만들어줘.”</a:t>
            </a:r>
          </a:p>
        </p:txBody>
      </p:sp>
      <p:pic>
        <p:nvPicPr>
          <p:cNvPr id="34" name=""/>
          <p:cNvPicPr>
            <a:picLocks noChangeAspect="1"/>
          </p:cNvPicPr>
          <p:nvPr/>
        </p:nvPicPr>
        <p:blipFill>
          <a:blip r:embed="RviaBackgroundImage1"/>
          <a:srcRect l="0" t="10000" r="70000" b="18000"/>
          <a:stretch>
            <a:fillRect l="0" t="0" r="0" b="0"/>
          </a:stretch>
        </p:blipFill>
        <p:spPr>
          <a:xfrm>
            <a:off x="1524000" y="2971800"/>
            <a:ext cx="3238500" cy="2590800"/>
          </a:xfrm>
          <a:prstGeom prst="rect">
            <a:avLst/>
          </a:prstGeom>
        </p:spPr>
      </p:pic>
      <p:pic>
        <p:nvPicPr>
          <p:cNvPr id="35" name=""/>
          <p:cNvPicPr>
            <a:picLocks noChangeAspect="1"/>
          </p:cNvPicPr>
          <p:nvPr/>
        </p:nvPicPr>
        <p:blipFill>
          <a:blip r:embed="RviaBackgroundImage2"/>
          <a:srcRect l="43000" t="18000" r="35000" b="28000"/>
          <a:stretch>
            <a:fillRect l="0" t="0" r="0" b="0"/>
          </a:stretch>
        </p:blipFill>
        <p:spPr>
          <a:xfrm>
            <a:off x="7620000" y="2971800"/>
            <a:ext cx="3143250" cy="2590800"/>
          </a:xfrm>
          <a:prstGeom prst="rect">
            <a:avLst/>
          </a:prstGeom>
        </p:spPr>
      </p:pic>
      <p:pic>
        <p:nvPicPr>
          <p:cNvPr id="36" name=""/>
          <p:cNvPicPr>
            <a:picLocks noChangeAspect="1"/>
          </p:cNvPicPr>
          <p:nvPr/>
        </p:nvPicPr>
        <p:blipFill>
          <a:blip r:embed="RviaBackgroundImage3"/>
          <a:srcRect l="67000" t="13000" r="0" b="21000"/>
          <a:stretch>
            <a:fillRect l="0" t="0" r="0" b="0"/>
          </a:stretch>
        </p:blipFill>
        <p:spPr>
          <a:xfrm>
            <a:off x="13239750" y="2971800"/>
            <a:ext cx="3810000" cy="2590800"/>
          </a:xfrm>
          <a:prstGeom prst="rect">
            <a:avLst/>
          </a:prstGeom>
        </p:spPr>
      </p:pic>
      <p:sp>
        <p:nvSpPr>
          <p:cNvPr id="8" name="dp44-background / participant 0 / 1">
            <a:extLst>
              <a:ext uri="{FF2B5EF4-FFF2-40B4-BE49-F238E27FC236}">
                <ns2:creationId id="{3772244C-10D7-4AC8-9D10-F72959F659B5}"/>
              </a:ext>
            </a:extLst>
          </p:cNvPr>
          <p:cNvSpPr>
            <a:spLocks noGrp="1"/>
          </p:cNvSpPr>
          <p:nvPr/>
        </p:nvSpPr>
        <p:spPr>
          <a:xfrm>
            <a:off x="523875" y="5734050"/>
            <a:ext cx="5238750" cy="437198"/>
          </a:xfrm>
          <a:prstGeom prst="rect">
            <a:avLst/>
          </a:prstGeom>
          <a:noFill/>
          <a:ln w="0">
            <a:noFill/>
          </a:ln>
        </p:spPr>
        <p:txBody>
          <a:bodyPr wrap="none" lIns="0" tIns="0" rIns="0" bIns="0" anchor="t">
            <a:noAutofit/>
          </a:bodyPr>
          <a:lstStyle/>
          <a:p>
            <a:pPr algn="ctr">
              <a:defRPr sz="2550" b="1">
                <a:solidFill>
                  <a:srgbClr val="202B30"/>
                </a:solidFill>
                <a:latin typeface="Apple SD Gothic Neo"/>
                <a:ea typeface="Apple SD Gothic Neo"/>
                <a:cs typeface="Apple SD Gothic Neo"/>
              </a:defRPr>
            </a:pPr>
            <a:r>
              <a:rPr sz="2550" b="1">
                <a:solidFill>
                  <a:srgbClr val="202B30"/>
                </a:solidFill>
                <a:latin typeface="Apple SD Gothic Neo"/>
                <a:ea typeface="Apple SD Gothic Neo"/>
                <a:cs typeface="Apple SD Gothic Neo"/>
              </a:rPr>
              <a:t>새 사용자 발화</a:t>
            </a:r>
          </a:p>
        </p:txBody>
      </p:sp>
      <p:sp>
        <p:nvSpPr>
          <p:cNvPr id="9" name="dp44-background / participant 1 / 1">
            <a:extLst>
              <a:ext uri="{FF2B5EF4-FFF2-40B4-BE49-F238E27FC236}">
                <ns2:creationId id="{01D5DAC9-B45E-448A-8EA8-FF62C4E56954}"/>
              </a:ext>
            </a:extLst>
          </p:cNvPr>
          <p:cNvSpPr>
            <a:spLocks noGrp="1"/>
          </p:cNvSpPr>
          <p:nvPr/>
        </p:nvSpPr>
        <p:spPr>
          <a:xfrm>
            <a:off x="6572250" y="5734050"/>
            <a:ext cx="5238750" cy="437198"/>
          </a:xfrm>
          <a:prstGeom prst="rect">
            <a:avLst/>
          </a:prstGeom>
          <a:noFill/>
          <a:ln w="0">
            <a:noFill/>
          </a:ln>
        </p:spPr>
        <p:txBody>
          <a:bodyPr wrap="none" lIns="0" tIns="0" rIns="0" bIns="0" anchor="t">
            <a:noAutofit/>
          </a:bodyPr>
          <a:lstStyle/>
          <a:p>
            <a:pPr algn="ctr">
              <a:defRPr sz="2550" b="1">
                <a:solidFill>
                  <a:srgbClr val="397C80"/>
                </a:solidFill>
                <a:latin typeface="Apple SD Gothic Neo"/>
                <a:ea typeface="Apple SD Gothic Neo"/>
                <a:cs typeface="Apple SD Gothic Neo"/>
              </a:defRPr>
            </a:pPr>
            <a:r>
              <a:rPr sz="2550" b="1">
                <a:solidFill>
                  <a:srgbClr val="397C80"/>
                </a:solidFill>
                <a:latin typeface="Apple SD Gothic Neo"/>
                <a:ea typeface="Apple SD Gothic Neo"/>
                <a:cs typeface="Apple SD Gothic Neo"/>
              </a:rPr>
              <a:t>VIA의 준비 완료</a:t>
            </a:r>
          </a:p>
        </p:txBody>
      </p:sp>
      <p:sp>
        <p:nvSpPr>
          <p:cNvPr id="10" name="dp44-background / participant 2 / 1">
            <a:extLst>
              <a:ext uri="{FF2B5EF4-FFF2-40B4-BE49-F238E27FC236}">
                <ns2:creationId id="{FB3BDD10-7339-4BFE-B801-C12B17F807AC}"/>
              </a:ext>
            </a:extLst>
          </p:cNvPr>
          <p:cNvSpPr>
            <a:spLocks noGrp="1"/>
          </p:cNvSpPr>
          <p:nvPr/>
        </p:nvSpPr>
        <p:spPr>
          <a:xfrm>
            <a:off x="12525375" y="5734050"/>
            <a:ext cx="5238750" cy="437198"/>
          </a:xfrm>
          <a:prstGeom prst="rect">
            <a:avLst/>
          </a:prstGeom>
          <a:noFill/>
          <a:ln w="0">
            <a:noFill/>
          </a:ln>
        </p:spPr>
        <p:txBody>
          <a:bodyPr wrap="none" lIns="0" tIns="0" rIns="0" bIns="0" anchor="t">
            <a:noAutofit/>
          </a:bodyPr>
          <a:lstStyle/>
          <a:p>
            <a:pPr algn="ctr">
              <a:defRPr sz="2550" b="1">
                <a:solidFill>
                  <a:srgbClr val="202B30"/>
                </a:solidFill>
                <a:latin typeface="Apple SD Gothic Neo"/>
                <a:ea typeface="Apple SD Gothic Neo"/>
                <a:cs typeface="Apple SD Gothic Neo"/>
              </a:defRPr>
            </a:pPr>
            <a:r>
              <a:rPr sz="2550" b="1">
                <a:solidFill>
                  <a:srgbClr val="202B30"/>
                </a:solidFill>
                <a:latin typeface="Apple SD Gothic Neo"/>
                <a:ea typeface="Apple SD Gothic Neo"/>
                <a:cs typeface="Apple SD Gothic Neo"/>
              </a:rPr>
              <a:t>Agent의 질문</a:t>
            </a:r>
          </a:p>
        </p:txBody>
      </p:sp>
      <p:sp>
        <p:nvSpPr>
          <p:cNvPr id="11" name="dp44-background / new-speech / 1">
            <a:extLst>
              <a:ext uri="{FF2B5EF4-FFF2-40B4-BE49-F238E27FC236}">
                <ns2:creationId id="{322FCA41-E1CA-4C7A-B2B2-2C9FBFBB333F}"/>
              </a:ext>
            </a:extLst>
          </p:cNvPr>
          <p:cNvSpPr>
            <a:spLocks noGrp="1"/>
          </p:cNvSpPr>
          <p:nvPr/>
        </p:nvSpPr>
        <p:spPr>
          <a:xfrm>
            <a:off x="523875" y="6400800"/>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“잠깐, 표부터 설명해줘.”</a:t>
            </a:r>
          </a:p>
        </p:txBody>
      </p:sp>
      <p:sp>
        <p:nvSpPr>
          <p:cNvPr id="12" name="dp44-background / late-preparation / 1">
            <a:extLst>
              <a:ext uri="{FF2B5EF4-FFF2-40B4-BE49-F238E27FC236}">
                <ns2:creationId id="{16FBB36C-711D-4EBB-8FB4-E1038FC83BDC}"/>
              </a:ext>
            </a:extLst>
          </p:cNvPr>
          <p:cNvSpPr>
            <a:spLocks noGrp="1"/>
          </p:cNvSpPr>
          <p:nvPr/>
        </p:nvSpPr>
        <p:spPr>
          <a:xfrm>
            <a:off x="6572250" y="6257925"/>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이전 보고서 설명이</a:t>
            </a:r>
          </a:p>
        </p:txBody>
      </p:sp>
      <p:sp>
        <p:nvSpPr>
          <p:cNvPr id="13" name="dp44-background / late-preparation / 2">
            <a:extLst>
              <a:ext uri="{FF2B5EF4-FFF2-40B4-BE49-F238E27FC236}">
                <ns2:creationId id="{E73B662D-02C3-4FFA-AAF0-EBFFAE2AE4F2}"/>
              </a:ext>
            </a:extLst>
          </p:cNvPr>
          <p:cNvSpPr>
            <a:spLocks noGrp="1"/>
          </p:cNvSpPr>
          <p:nvPr/>
        </p:nvSpPr>
        <p:spPr>
          <a:xfrm>
            <a:off x="6572250" y="6603206"/>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늦게 준비됨</a:t>
            </a:r>
          </a:p>
        </p:txBody>
      </p:sp>
      <p:sp>
        <p:nvSpPr>
          <p:cNvPr id="14" name="dp44-background / agent-question / 1">
            <a:extLst>
              <a:ext uri="{FF2B5EF4-FFF2-40B4-BE49-F238E27FC236}">
                <ns2:creationId id="{327519EB-065E-4A27-B540-0478071CD60C}"/>
              </a:ext>
            </a:extLst>
          </p:cNvPr>
          <p:cNvSpPr>
            <a:spLocks noGrp="1"/>
          </p:cNvSpPr>
          <p:nvPr/>
        </p:nvSpPr>
        <p:spPr>
          <a:xfrm>
            <a:off x="12525375" y="6257925"/>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“회의 안내 메일의</a:t>
            </a:r>
          </a:p>
        </p:txBody>
      </p:sp>
      <p:sp>
        <p:nvSpPr>
          <p:cNvPr id="15" name="dp44-background / agent-question / 2">
            <a:extLst>
              <a:ext uri="{FF2B5EF4-FFF2-40B4-BE49-F238E27FC236}">
                <ns2:creationId id="{E3F48536-355E-4E4B-8460-BDA7907BF912}"/>
              </a:ext>
            </a:extLst>
          </p:cNvPr>
          <p:cNvSpPr>
            <a:spLocks noGrp="1"/>
          </p:cNvSpPr>
          <p:nvPr/>
        </p:nvSpPr>
        <p:spPr>
          <a:xfrm>
            <a:off x="12525375" y="6603206"/>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수신자는 누구인가요?”</a:t>
            </a:r>
          </a:p>
        </p:txBody>
      </p:sp>
      <p:sp>
        <p:nvSpPr>
          <p:cNvPr id="16" name="dp44-background / arrival 0">
            <a:extLst>
              <a:ext uri="{FF2B5EF4-FFF2-40B4-BE49-F238E27FC236}">
                <ns2:creationId id="{973B7B3B-5F1E-457A-BEBE-F3C4736CB63D}"/>
              </a:ext>
            </a:extLst>
          </p:cNvPr>
          <p:cNvSpPr>
            <a:spLocks noGrp="1"/>
          </p:cNvSpPr>
          <p:nvPr/>
        </p:nvSpPr>
        <p:spPr>
          <a:xfrm>
            <a:off x="3143250" y="7143750"/>
            <a:ext cx="953" cy="409575"/>
          </a:xfrm>
          <a:custGeom>
            <a:pathLst>
              <a:path w="953" h="409575">
                <a:moveTo>
                  <a:pt x="0" y="0"/>
                </a:moveTo>
                <a:lnTo>
                  <a:pt x="0" y="409575"/>
                </a:lnTo>
              </a:path>
            </a:pathLst>
          </a:custGeom>
          <a:noFill/>
          <a:ln w="19050">
            <a:solidFill>
              <a:srgbClr val="397C80"/>
            </a:solidFill>
            <a:prstDash val="solid"/>
          </a:ln>
        </p:spPr>
      </p:sp>
      <p:sp>
        <p:nvSpPr>
          <p:cNvPr id="17" name="dp44-background / arrival 0 / arrow">
            <a:extLst>
              <a:ext uri="{FF2B5EF4-FFF2-40B4-BE49-F238E27FC236}">
                <ns2:creationId id="{5531EEAA-2579-46A5-A05B-17512F05B4EC}"/>
              </a:ext>
            </a:extLst>
          </p:cNvPr>
          <p:cNvSpPr>
            <a:spLocks noGrp="1"/>
          </p:cNvSpPr>
          <p:nvPr/>
        </p:nvSpPr>
        <p:spPr>
          <a:xfrm>
            <a:off x="3076575" y="7419975"/>
            <a:ext cx="133350" cy="133350"/>
          </a:xfrm>
          <a:custGeom>
            <a:pathLst>
              <a:path w="133350" h="133350">
                <a:moveTo>
                  <a:pt x="0" y="0"/>
                </a:moveTo>
                <a:lnTo>
                  <a:pt x="66675" y="133350"/>
                </a:lnTo>
                <a:lnTo>
                  <a:pt x="133350" y="0"/>
                </a:lnTo>
              </a:path>
            </a:pathLst>
          </a:custGeom>
          <a:noFill/>
          <a:ln w="19050">
            <a:solidFill>
              <a:srgbClr val="397C80"/>
            </a:solidFill>
            <a:prstDash val="solid"/>
          </a:ln>
        </p:spPr>
      </p:sp>
      <p:sp>
        <p:nvSpPr>
          <p:cNvPr id="18" name="dp44-background / arrival 1">
            <a:extLst>
              <a:ext uri="{FF2B5EF4-FFF2-40B4-BE49-F238E27FC236}">
                <ns2:creationId id="{98FC3464-FAD4-444E-8381-B14A675B9246}"/>
              </a:ext>
            </a:extLst>
          </p:cNvPr>
          <p:cNvSpPr>
            <a:spLocks noGrp="1"/>
          </p:cNvSpPr>
          <p:nvPr/>
        </p:nvSpPr>
        <p:spPr>
          <a:xfrm>
            <a:off x="9191625" y="7143750"/>
            <a:ext cx="953" cy="409575"/>
          </a:xfrm>
          <a:custGeom>
            <a:pathLst>
              <a:path w="953" h="409575">
                <a:moveTo>
                  <a:pt x="0" y="0"/>
                </a:moveTo>
                <a:lnTo>
                  <a:pt x="0" y="409575"/>
                </a:lnTo>
              </a:path>
            </a:pathLst>
          </a:custGeom>
          <a:noFill/>
          <a:ln w="19050">
            <a:solidFill>
              <a:srgbClr val="397C80"/>
            </a:solidFill>
            <a:prstDash val="solid"/>
          </a:ln>
        </p:spPr>
      </p:sp>
      <p:sp>
        <p:nvSpPr>
          <p:cNvPr id="19" name="dp44-background / arrival 1 / arrow">
            <a:extLst>
              <a:ext uri="{FF2B5EF4-FFF2-40B4-BE49-F238E27FC236}">
                <ns2:creationId id="{9F43C67E-5DCB-4352-973C-AF53922E7079}"/>
              </a:ext>
            </a:extLst>
          </p:cNvPr>
          <p:cNvSpPr>
            <a:spLocks noGrp="1"/>
          </p:cNvSpPr>
          <p:nvPr/>
        </p:nvSpPr>
        <p:spPr>
          <a:xfrm>
            <a:off x="9124950" y="7419975"/>
            <a:ext cx="133350" cy="133350"/>
          </a:xfrm>
          <a:custGeom>
            <a:pathLst>
              <a:path w="133350" h="133350">
                <a:moveTo>
                  <a:pt x="0" y="0"/>
                </a:moveTo>
                <a:lnTo>
                  <a:pt x="66675" y="133350"/>
                </a:lnTo>
                <a:lnTo>
                  <a:pt x="133350" y="0"/>
                </a:lnTo>
              </a:path>
            </a:pathLst>
          </a:custGeom>
          <a:noFill/>
          <a:ln w="19050">
            <a:solidFill>
              <a:srgbClr val="397C80"/>
            </a:solidFill>
            <a:prstDash val="solid"/>
          </a:ln>
        </p:spPr>
      </p:sp>
      <p:sp>
        <p:nvSpPr>
          <p:cNvPr id="20" name="dp44-background / arrival 2">
            <a:extLst>
              <a:ext uri="{FF2B5EF4-FFF2-40B4-BE49-F238E27FC236}">
                <ns2:creationId id="{E5F60653-439B-4233-8B7F-696F02630FBE}"/>
              </a:ext>
            </a:extLst>
          </p:cNvPr>
          <p:cNvSpPr>
            <a:spLocks noGrp="1"/>
          </p:cNvSpPr>
          <p:nvPr/>
        </p:nvSpPr>
        <p:spPr>
          <a:xfrm>
            <a:off x="15144750" y="7143750"/>
            <a:ext cx="953" cy="409575"/>
          </a:xfrm>
          <a:custGeom>
            <a:pathLst>
              <a:path w="953" h="409575">
                <a:moveTo>
                  <a:pt x="0" y="0"/>
                </a:moveTo>
                <a:lnTo>
                  <a:pt x="0" y="409575"/>
                </a:lnTo>
              </a:path>
            </a:pathLst>
          </a:custGeom>
          <a:noFill/>
          <a:ln w="19050">
            <a:solidFill>
              <a:srgbClr val="A56237"/>
            </a:solidFill>
            <a:prstDash val="solid"/>
          </a:ln>
        </p:spPr>
      </p:sp>
      <p:sp>
        <p:nvSpPr>
          <p:cNvPr id="21" name="dp44-background / arrival 2 / arrow">
            <a:extLst>
              <a:ext uri="{FF2B5EF4-FFF2-40B4-BE49-F238E27FC236}">
                <ns2:creationId id="{18728F62-F117-4FA9-BA73-5068B5EA4F49}"/>
              </a:ext>
            </a:extLst>
          </p:cNvPr>
          <p:cNvSpPr>
            <a:spLocks noGrp="1"/>
          </p:cNvSpPr>
          <p:nvPr/>
        </p:nvSpPr>
        <p:spPr>
          <a:xfrm>
            <a:off x="15078075" y="7419975"/>
            <a:ext cx="133350" cy="133350"/>
          </a:xfrm>
          <a:custGeom>
            <a:pathLst>
              <a:path w="133350" h="133350">
                <a:moveTo>
                  <a:pt x="0" y="0"/>
                </a:moveTo>
                <a:lnTo>
                  <a:pt x="66675" y="133350"/>
                </a:lnTo>
                <a:lnTo>
                  <a:pt x="133350" y="0"/>
                </a:lnTo>
              </a:path>
            </a:pathLst>
          </a:custGeom>
          <a:noFill/>
          <a:ln w="19050">
            <a:solidFill>
              <a:srgbClr val="A56237"/>
            </a:solidFill>
            <a:prstDash val="solid"/>
          </a:ln>
        </p:spPr>
      </p:sp>
      <p:sp>
        <p:nvSpPr>
          <p:cNvPr id="22" name="dp44-background / event-join">
            <a:extLst>
              <a:ext uri="{FF2B5EF4-FFF2-40B4-BE49-F238E27FC236}">
                <ns2:creationId id="{8E579331-1B50-4111-9C5F-64B7DF98FCF3}"/>
              </a:ext>
            </a:extLst>
          </p:cNvPr>
          <p:cNvSpPr>
            <a:spLocks noGrp="1"/>
          </p:cNvSpPr>
          <p:nvPr/>
        </p:nvSpPr>
        <p:spPr>
          <a:xfrm>
            <a:off x="3143250" y="7648575"/>
            <a:ext cx="12001500" cy="953"/>
          </a:xfrm>
          <a:custGeom>
            <a:pathLst>
              <a:path w="12001500" h="953">
                <a:moveTo>
                  <a:pt x="0" y="0"/>
                </a:moveTo>
                <a:lnTo>
                  <a:pt x="12001500" y="0"/>
                </a:lnTo>
              </a:path>
            </a:pathLst>
          </a:custGeom>
          <a:noFill/>
          <a:ln w="17145">
            <a:solidFill>
              <a:srgbClr val="CDD7DA"/>
            </a:solidFill>
            <a:prstDash val="solid"/>
          </a:ln>
        </p:spPr>
      </p:sp>
      <p:sp>
        <p:nvSpPr>
          <p:cNvPr id="23" name="dp44-background / continuation">
            <a:extLst>
              <a:ext uri="{FF2B5EF4-FFF2-40B4-BE49-F238E27FC236}">
                <ns2:creationId id="{33F945B1-4F19-4647-A478-4D945C8F2B07}"/>
              </a:ext>
            </a:extLst>
          </p:cNvPr>
          <p:cNvSpPr>
            <a:spLocks noGrp="1"/>
          </p:cNvSpPr>
          <p:nvPr/>
        </p:nvSpPr>
        <p:spPr>
          <a:xfrm>
            <a:off x="9191625" y="7648575"/>
            <a:ext cx="953" cy="276225"/>
          </a:xfrm>
          <a:custGeom>
            <a:pathLst>
              <a:path w="953" h="276225">
                <a:moveTo>
                  <a:pt x="0" y="0"/>
                </a:moveTo>
                <a:lnTo>
                  <a:pt x="0" y="276225"/>
                </a:lnTo>
              </a:path>
            </a:pathLst>
          </a:custGeom>
          <a:noFill/>
          <a:ln w="19050">
            <a:solidFill>
              <a:srgbClr val="397C80"/>
            </a:solidFill>
            <a:prstDash val="solid"/>
          </a:ln>
        </p:spPr>
      </p:sp>
      <p:sp>
        <p:nvSpPr>
          <p:cNvPr id="24" name="dp44-background / continuation / arrow">
            <a:extLst>
              <a:ext uri="{FF2B5EF4-FFF2-40B4-BE49-F238E27FC236}">
                <ns2:creationId id="{90B815AE-242E-45CC-9592-A067C597918C}"/>
              </a:ext>
            </a:extLst>
          </p:cNvPr>
          <p:cNvSpPr>
            <a:spLocks noGrp="1"/>
          </p:cNvSpPr>
          <p:nvPr/>
        </p:nvSpPr>
        <p:spPr>
          <a:xfrm>
            <a:off x="9124950" y="7791450"/>
            <a:ext cx="133350" cy="133350"/>
          </a:xfrm>
          <a:custGeom>
            <a:pathLst>
              <a:path w="133350" h="133350">
                <a:moveTo>
                  <a:pt x="0" y="0"/>
                </a:moveTo>
                <a:lnTo>
                  <a:pt x="66675" y="133350"/>
                </a:lnTo>
                <a:lnTo>
                  <a:pt x="133350" y="0"/>
                </a:lnTo>
              </a:path>
            </a:pathLst>
          </a:custGeom>
          <a:noFill/>
          <a:ln w="19050">
            <a:solidFill>
              <a:srgbClr val="397C80"/>
            </a:solidFill>
            <a:prstDash val="solid"/>
          </a:ln>
        </p:spPr>
      </p:sp>
      <p:sp>
        <p:nvSpPr>
          <p:cNvPr id="25" name="dp44-background / via-continuation / 1">
            <a:extLst>
              <a:ext uri="{FF2B5EF4-FFF2-40B4-BE49-F238E27FC236}">
                <ns2:creationId id="{A187847D-A833-4A6E-A90D-31372F07963E}"/>
              </a:ext>
            </a:extLst>
          </p:cNvPr>
          <p:cNvSpPr>
            <a:spLocks noGrp="1"/>
          </p:cNvSpPr>
          <p:nvPr/>
        </p:nvSpPr>
        <p:spPr>
          <a:xfrm>
            <a:off x="1714500" y="8020050"/>
            <a:ext cx="14859000" cy="360045"/>
          </a:xfrm>
          <a:prstGeom prst="rect">
            <a:avLst/>
          </a:prstGeom>
          <a:noFill/>
          <a:ln w="0">
            <a:noFill/>
          </a:ln>
        </p:spPr>
        <p:txBody>
          <a:bodyPr wrap="none" lIns="0" tIns="0" rIns="0" bIns="0" anchor="t">
            <a:noAutofit/>
          </a:bodyPr>
          <a:lstStyle/>
          <a:p>
            <a:pPr algn="ctr">
              <a:defRPr sz="2100" b="1">
                <a:solidFill>
                  <a:srgbClr val="202B30"/>
                </a:solidFill>
                <a:latin typeface="Apple SD Gothic Neo"/>
                <a:ea typeface="Apple SD Gothic Neo"/>
                <a:cs typeface="Apple SD Gothic Neo"/>
              </a:defRPr>
            </a:pPr>
            <a:r>
              <a:rPr sz="2100" b="1">
                <a:solidFill>
                  <a:srgbClr val="202B30"/>
                </a:solidFill>
                <a:latin typeface="Apple SD Gothic Neo"/>
                <a:ea typeface="Apple SD Gothic Neo"/>
                <a:cs typeface="Apple SD Gothic Neo"/>
              </a:rPr>
              <a:t>새 입력 처리, 유효한 응답과 질문 연결, 실제 전달 뒤 후속 처리</a:t>
            </a:r>
          </a:p>
        </p:txBody>
      </p:sp>
      <p:sp>
        <p:nvSpPr>
          <p:cNvPr id="26" name="dp44-background / user-benefit / 1">
            <a:extLst>
              <a:ext uri="{FF2B5EF4-FFF2-40B4-BE49-F238E27FC236}">
                <ns2:creationId id="{13D138BA-0848-4A11-8032-491E9345922E}"/>
              </a:ext>
            </a:extLst>
          </p:cNvPr>
          <p:cNvSpPr>
            <a:spLocks noGrp="1"/>
          </p:cNvSpPr>
          <p:nvPr/>
        </p:nvSpPr>
        <p:spPr>
          <a:xfrm>
            <a:off x="904875" y="8562975"/>
            <a:ext cx="16478250" cy="372904"/>
          </a:xfrm>
          <a:prstGeom prst="rect">
            <a:avLst/>
          </a:prstGeom>
          <a:noFill/>
          <a:ln w="0">
            <a:noFill/>
          </a:ln>
        </p:spPr>
        <p:txBody>
          <a:bodyPr wrap="none" lIns="0" tIns="0" rIns="0" bIns="0" anchor="t">
            <a:noAutofit/>
          </a:bodyPr>
          <a:lstStyle/>
          <a:p>
            <a:pPr algn="ctr">
              <a:defRPr sz="2175" b="1">
                <a:solidFill>
                  <a:srgbClr val="202B30"/>
                </a:solidFill>
                <a:latin typeface="Apple SD Gothic Neo"/>
                <a:ea typeface="Apple SD Gothic Neo"/>
                <a:cs typeface="Apple SD Gothic Neo"/>
              </a:defRPr>
            </a:pPr>
            <a:r>
              <a:rPr sz="2175" b="1">
                <a:solidFill>
                  <a:srgbClr val="202B30"/>
                </a:solidFill>
                <a:latin typeface="Apple SD Gothic Neo"/>
                <a:ea typeface="Apple SD Gothic Neo"/>
                <a:cs typeface="Apple SD Gothic Neo"/>
              </a:rPr>
              <a:t>사용자는 말을 이어가고, Task 질문과 결과도 같은 대화에서 받습니다</a:t>
            </a:r>
          </a:p>
        </p:txBody>
      </p:sp>
      <p:sp>
        <p:nvSpPr>
          <p:cNvPr id="27" name="dp44-background / challenge-divider">
            <a:extLst>
              <a:ext uri="{FF2B5EF4-FFF2-40B4-BE49-F238E27FC236}">
                <ns2:creationId id="{A8496255-4DB7-4527-80A6-D64249E88D45}"/>
              </a:ext>
            </a:extLst>
          </p:cNvPr>
          <p:cNvSpPr>
            <a:spLocks noGrp="1"/>
          </p:cNvSpPr>
          <p:nvPr/>
        </p:nvSpPr>
        <p:spPr>
          <a:xfrm>
            <a:off x="904875" y="8943975"/>
            <a:ext cx="16478250" cy="953"/>
          </a:xfrm>
          <a:custGeom>
            <a:pathLst>
              <a:path w="16478250" h="953">
                <a:moveTo>
                  <a:pt x="0" y="0"/>
                </a:moveTo>
                <a:lnTo>
                  <a:pt x="16478250" y="0"/>
                </a:lnTo>
              </a:path>
            </a:pathLst>
          </a:custGeom>
          <a:noFill/>
          <a:ln w="12383">
            <a:solidFill>
              <a:srgbClr val="CDD7DA"/>
            </a:solidFill>
            <a:prstDash val="solid"/>
          </a:ln>
        </p:spPr>
      </p:sp>
      <p:sp>
        <p:nvSpPr>
          <p:cNvPr id="28" name="dp44-background / design-challenge / 1">
            <a:extLst>
              <a:ext uri="{FF2B5EF4-FFF2-40B4-BE49-F238E27FC236}">
                <ns2:creationId id="{418438E4-2BB7-4341-8DB9-69107F369C8D}"/>
              </a:ext>
            </a:extLst>
          </p:cNvPr>
          <p:cNvSpPr>
            <a:spLocks noGrp="1"/>
          </p:cNvSpPr>
          <p:nvPr/>
        </p:nvSpPr>
        <p:spPr>
          <a:xfrm>
            <a:off x="904875" y="9153525"/>
            <a:ext cx="16478250" cy="411480"/>
          </a:xfrm>
          <a:prstGeom prst="rect">
            <a:avLst/>
          </a:prstGeom>
          <a:noFill/>
          <a:ln w="0">
            <a:noFill/>
          </a:ln>
        </p:spPr>
        <p:txBody>
          <a:bodyPr wrap="none" lIns="0" tIns="0" rIns="0" bIns="0" anchor="t">
            <a:noAutofit/>
          </a:bodyPr>
          <a:lstStyle/>
          <a:p>
            <a:pPr algn="ctr">
              <a:defRPr sz="2400" b="1">
                <a:solidFill>
                  <a:srgbClr val="397C80"/>
                </a:solidFill>
                <a:latin typeface="Apple SD Gothic Neo"/>
                <a:ea typeface="Apple SD Gothic Neo"/>
                <a:cs typeface="Apple SD Gothic Neo"/>
              </a:defRPr>
            </a:pPr>
            <a:r>
              <a:rPr sz="2400" b="1">
                <a:solidFill>
                  <a:srgbClr val="397C80"/>
                </a:solidFill>
                <a:latin typeface="Apple SD Gothic Neo"/>
                <a:ea typeface="Apple SD Gothic Neo"/>
                <a:cs typeface="Apple SD Gothic Neo"/>
              </a:rPr>
              <a:t>사용자 입력과 Task 알림, 내부 처리 완료가 서로 다른 시점에 도착해도,</a:t>
            </a:r>
          </a:p>
        </p:txBody>
      </p:sp>
      <p:sp>
        <p:nvSpPr>
          <p:cNvPr id="29" name="dp44-background / design-challenge / 2">
            <a:extLst>
              <a:ext uri="{FF2B5EF4-FFF2-40B4-BE49-F238E27FC236}">
                <ns2:creationId id="{1726AB9C-A113-45ED-B3E6-149F07FE52A4}"/>
              </a:ext>
            </a:extLst>
          </p:cNvPr>
          <p:cNvSpPr>
            <a:spLocks noGrp="1"/>
          </p:cNvSpPr>
          <p:nvPr/>
        </p:nvSpPr>
        <p:spPr>
          <a:xfrm>
            <a:off x="904875" y="9534525"/>
            <a:ext cx="16478250" cy="411480"/>
          </a:xfrm>
          <a:prstGeom prst="rect">
            <a:avLst/>
          </a:prstGeom>
          <a:noFill/>
          <a:ln w="0">
            <a:noFill/>
          </a:ln>
        </p:spPr>
        <p:txBody>
          <a:bodyPr wrap="none" lIns="0" tIns="0" rIns="0" bIns="0" anchor="t">
            <a:noAutofit/>
          </a:bodyPr>
          <a:lstStyle/>
          <a:p>
            <a:pPr algn="ctr">
              <a:defRPr sz="2400" b="1">
                <a:solidFill>
                  <a:srgbClr val="397C80"/>
                </a:solidFill>
                <a:latin typeface="Apple SD Gothic Neo"/>
                <a:ea typeface="Apple SD Gothic Neo"/>
                <a:cs typeface="Apple SD Gothic Neo"/>
              </a:defRPr>
            </a:pPr>
            <a:r>
              <a:rPr sz="2400" b="1">
                <a:solidFill>
                  <a:srgbClr val="397C80"/>
                </a:solidFill>
                <a:latin typeface="Apple SD Gothic Neo"/>
                <a:ea typeface="Apple SD Gothic Neo"/>
                <a:cs typeface="Apple SD Gothic Neo"/>
              </a:rPr>
              <a:t>입력을 계속 받으며 후속 처리와 대기, 응답 전달을 이어가는 실행 구조</a:t>
            </a:r>
          </a:p>
        </p:txBody>
      </p:sp>
    </p:spTree>
    <p:extLst>
      <p:ext uri="{BB962C8B-B14F-4D97-AF65-F5344CB8AC3E}">
        <p14:creationId val="46407737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6" name="dp44-comparison / n1">
            <a:extLst xmlns:a="http://schemas.openxmlformats.org/drawingml/2006/main">
              <a:ext uri="{FF2B5EF4-FFF2-40B4-BE49-F238E27FC236}">
                <a16:creationId xmlns:a16="http://schemas.microsoft.com/office/drawing/2014/main" id="{28EA9F52-1E1E-46B3-AB7E-EA0049CA93CB}"/>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dp44-comparison / n2 / text 1">
            <a:extLst xmlns:a="http://schemas.openxmlformats.org/drawingml/2006/main">
              <a:ext uri="{FF2B5EF4-FFF2-40B4-BE49-F238E27FC236}">
                <a16:creationId xmlns:a16="http://schemas.microsoft.com/office/drawing/2014/main" id="{D8FE90D5-FEBE-43A0-A8D6-1B1E6D9924B8}"/>
              </a:ext>
            </a:extLst>
          </p:cNvPr>
          <p:cNvSpPr>
            <a:spLocks xmlns:a="http://schemas.openxmlformats.org/drawingml/2006/main" noGrp="1"/>
          </p:cNvSpPr>
          <p:nvPr/>
        </p:nvSpPr>
        <p:spPr>
          <a:xfrm xmlns:a="http://schemas.openxmlformats.org/drawingml/2006/main">
            <a:off x="381000" y="209550"/>
            <a:ext cx="123825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087E8B"/>
                </a:solidFill>
                <a:latin typeface="Apple SD Gothic Neo"/>
                <a:ea typeface="Apple SD Gothic Neo"/>
                <a:cs typeface="Apple SD Gothic Neo"/>
              </a:defRPr>
            </a:pPr>
            <a:r>
              <a:rPr sz="1425" b="1">
                <a:solidFill>
                  <a:srgbClr val="087E8B"/>
                </a:solidFill>
                <a:latin typeface="Apple SD Gothic Neo"/>
                <a:ea typeface="Apple SD Gothic Neo"/>
                <a:cs typeface="Apple SD Gothic Neo"/>
              </a:rPr>
              <a:t>VIA SOFTWARE ARCHITECTURE / DP 설계 비교</a:t>
            </a:r>
          </a:p>
        </p:txBody>
      </p:sp>
      <p:sp>
        <p:nvSpPr>
          <p:cNvPr id="3" name="dp44-comparison / n3 / text 1">
            <a:extLst xmlns:a="http://schemas.openxmlformats.org/drawingml/2006/main">
              <a:ext uri="{FF2B5EF4-FFF2-40B4-BE49-F238E27FC236}">
                <a16:creationId xmlns:a16="http://schemas.microsoft.com/office/drawing/2014/main" id="{1C41AC4C-F52E-4EE9-9EB4-133214BE4D1A}"/>
              </a:ext>
            </a:extLst>
          </p:cNvPr>
          <p:cNvSpPr>
            <a:spLocks xmlns:a="http://schemas.openxmlformats.org/drawingml/2006/main" noGrp="1"/>
          </p:cNvSpPr>
          <p:nvPr/>
        </p:nvSpPr>
        <p:spPr>
          <a:xfrm xmlns:a="http://schemas.openxmlformats.org/drawingml/2006/main">
            <a:off x="13620750" y="209550"/>
            <a:ext cx="428625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구조 비교 / 장단점 / QA Trade-off</a:t>
            </a:r>
          </a:p>
        </p:txBody>
      </p:sp>
      <p:sp>
        <p:nvSpPr>
          <p:cNvPr id="4" name="dp44-comparison / n4 / text 1">
            <a:extLst xmlns:a="http://schemas.openxmlformats.org/drawingml/2006/main">
              <a:ext uri="{FF2B5EF4-FFF2-40B4-BE49-F238E27FC236}">
                <a16:creationId xmlns:a16="http://schemas.microsoft.com/office/drawing/2014/main" id="{8932F990-9AB2-45D0-B8D3-109B9F93B08A}"/>
              </a:ext>
            </a:extLst>
          </p:cNvPr>
          <p:cNvSpPr>
            <a:spLocks xmlns:a="http://schemas.openxmlformats.org/drawingml/2006/main" noGrp="1"/>
          </p:cNvSpPr>
          <p:nvPr/>
        </p:nvSpPr>
        <p:spPr>
          <a:xfrm xmlns:a="http://schemas.openxmlformats.org/drawingml/2006/main">
            <a:off x="381000" y="619125"/>
            <a:ext cx="17526000" cy="53863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b="1">
                <a:solidFill>
                  <a:srgbClr val="18232E"/>
                </a:solidFill>
                <a:latin typeface="Apple SD Gothic Neo"/>
                <a:ea typeface="Apple SD Gothic Neo"/>
                <a:cs typeface="Apple SD Gothic Neo"/>
              </a:defRPr>
            </a:pPr>
            <a:r>
              <a:rPr sz="2925" b="1">
                <a:solidFill>
                  <a:srgbClr val="18232E"/>
                </a:solidFill>
                <a:latin typeface="Apple SD Gothic Neo"/>
                <a:ea typeface="Apple SD Gothic Neo"/>
                <a:cs typeface="Apple SD Gothic Neo"/>
              </a:rPr>
              <a:t>04-44. VIA 지속 입력과 Task 알림의 후속 실행 구조</a:t>
            </a:r>
          </a:p>
        </p:txBody>
      </p:sp>
      <p:sp>
        <p:nvSpPr>
          <p:cNvPr id="5" name="dp44-comparison / n5 / path">
            <a:extLst xmlns:a="http://schemas.openxmlformats.org/drawingml/2006/main">
              <a:ext uri="{FF2B5EF4-FFF2-40B4-BE49-F238E27FC236}">
                <a16:creationId xmlns:a16="http://schemas.microsoft.com/office/drawing/2014/main" id="{46EF9FB6-D606-4C34-94ED-835E9D197E22}"/>
              </a:ext>
            </a:extLst>
          </p:cNvPr>
          <p:cNvSpPr>
            <a:spLocks xmlns:a="http://schemas.openxmlformats.org/drawingml/2006/main" noGrp="1"/>
          </p:cNvSpPr>
          <p:nvPr/>
        </p:nvSpPr>
        <p:spPr>
          <a:xfrm xmlns:a="http://schemas.openxmlformats.org/drawingml/2006/main">
            <a:off x="381000" y="115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6" name="dp44-comparison / n6 / text 1">
            <a:extLst xmlns:a="http://schemas.openxmlformats.org/drawingml/2006/main">
              <a:ext uri="{FF2B5EF4-FFF2-40B4-BE49-F238E27FC236}">
                <a16:creationId xmlns:a16="http://schemas.microsoft.com/office/drawing/2014/main" id="{FF0FF530-561E-486A-95FE-1CA2C884B090}"/>
              </a:ext>
            </a:extLst>
          </p:cNvPr>
          <p:cNvSpPr>
            <a:spLocks xmlns:a="http://schemas.openxmlformats.org/drawingml/2006/main" noGrp="1"/>
          </p:cNvSpPr>
          <p:nvPr/>
        </p:nvSpPr>
        <p:spPr>
          <a:xfrm xmlns:a="http://schemas.openxmlformats.org/drawingml/2006/main">
            <a:off x="381000" y="1333500"/>
            <a:ext cx="17526000" cy="3038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8232E"/>
                </a:solidFill>
                <a:latin typeface="Apple SD Gothic Neo"/>
                <a:ea typeface="Apple SD Gothic Neo"/>
                <a:cs typeface="Apple SD Gothic Neo"/>
              </a:defRPr>
            </a:pPr>
            <a:r>
              <a:rPr sz="1650" b="0">
                <a:solidFill>
                  <a:srgbClr val="18232E"/>
                </a:solidFill>
                <a:latin typeface="Apple SD Gothic Neo"/>
                <a:ea typeface="Apple SD Gothic Neo"/>
                <a:cs typeface="Apple SD Gothic Neo"/>
              </a:rPr>
              <a:t>“잠깐, 표부터 설명해줘.” + 메일 수신자 질문 도착 + 이전 응답 준비가 늦게 완료</a:t>
            </a:r>
          </a:p>
        </p:txBody>
      </p:sp>
      <p:sp>
        <p:nvSpPr>
          <p:cNvPr id="7" name="dp44-comparison / n7 / text 1">
            <a:extLst xmlns:a="http://schemas.openxmlformats.org/drawingml/2006/main">
              <a:ext uri="{FF2B5EF4-FFF2-40B4-BE49-F238E27FC236}">
                <a16:creationId xmlns:a16="http://schemas.microsoft.com/office/drawing/2014/main" id="{0FB8BD09-7DD5-4522-86F7-B13B43F20043}"/>
              </a:ext>
            </a:extLst>
          </p:cNvPr>
          <p:cNvSpPr>
            <a:spLocks xmlns:a="http://schemas.openxmlformats.org/drawingml/2006/main" noGrp="1"/>
          </p:cNvSpPr>
          <p:nvPr/>
        </p:nvSpPr>
        <p:spPr>
          <a:xfrm xmlns:a="http://schemas.openxmlformats.org/drawingml/2006/main">
            <a:off x="381000" y="1628775"/>
            <a:ext cx="17526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공통: 계속 입력 수신 / 로컬 VAD와 즉시 음성 중단 / 클라우드 음성 / 의미 모델 / 같은 Request / Task / 실제 전달 원본</a:t>
            </a:r>
          </a:p>
        </p:txBody>
      </p:sp>
      <p:sp>
        <p:nvSpPr>
          <p:cNvPr id="8" name="dp44-comparison / n8">
            <a:extLst xmlns:a="http://schemas.openxmlformats.org/drawingml/2006/main">
              <a:ext uri="{FF2B5EF4-FFF2-40B4-BE49-F238E27FC236}">
                <a16:creationId xmlns:a16="http://schemas.microsoft.com/office/drawing/2014/main" id="{59D7D188-1E9C-462A-82E4-BDC486FC41FE}"/>
              </a:ext>
            </a:extLst>
          </p:cNvPr>
          <p:cNvSpPr>
            <a:spLocks xmlns:a="http://schemas.openxmlformats.org/drawingml/2006/main" noGrp="1"/>
          </p:cNvSpPr>
          <p:nvPr/>
        </p:nvSpPr>
        <p:spPr>
          <a:xfrm xmlns:a="http://schemas.openxmlformats.org/drawingml/2006/main">
            <a:off x="381000" y="1857375"/>
            <a:ext cx="17526000" cy="457200"/>
          </a:xfrm>
          <a:prstGeom xmlns:a="http://schemas.openxmlformats.org/drawingml/2006/main" prst="rect">
            <a:avLst/>
          </a:prstGeom>
          <a:solidFill xmlns:a="http://schemas.openxmlformats.org/drawingml/2006/main">
            <a:srgbClr val="D5E7C7"/>
          </a:solidFill>
          <a:ln xmlns:a="http://schemas.openxmlformats.org/drawingml/2006/main" w="16193">
            <a:solidFill>
              <a:srgbClr val="CDD6DE"/>
            </a:solidFill>
            <a:prstDash val="solid"/>
          </a:ln>
        </p:spPr>
      </p:sp>
      <p:sp>
        <p:nvSpPr>
          <p:cNvPr id="9" name="dp44-comparison / n9 / text 1">
            <a:extLst xmlns:a="http://schemas.openxmlformats.org/drawingml/2006/main">
              <a:ext uri="{FF2B5EF4-FFF2-40B4-BE49-F238E27FC236}">
                <a16:creationId xmlns:a16="http://schemas.microsoft.com/office/drawing/2014/main" id="{B557DF49-F6B9-433D-88E3-5678AE8D8028}"/>
              </a:ext>
            </a:extLst>
          </p:cNvPr>
          <p:cNvSpPr>
            <a:spLocks xmlns:a="http://schemas.openxmlformats.org/drawingml/2006/main" noGrp="1"/>
          </p:cNvSpPr>
          <p:nvPr/>
        </p:nvSpPr>
        <p:spPr>
          <a:xfrm xmlns:a="http://schemas.openxmlformats.org/drawingml/2006/main">
            <a:off x="1485900" y="1962150"/>
            <a:ext cx="798195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A 중앙에서 완료 회수와 다음 실행 지시</a:t>
            </a:r>
          </a:p>
        </p:txBody>
      </p:sp>
      <p:sp>
        <p:nvSpPr>
          <p:cNvPr id="10" name="dp44-comparison / n10 / text 1">
            <a:extLst xmlns:a="http://schemas.openxmlformats.org/drawingml/2006/main">
              <a:ext uri="{FF2B5EF4-FFF2-40B4-BE49-F238E27FC236}">
                <a16:creationId xmlns:a16="http://schemas.microsoft.com/office/drawing/2014/main" id="{1D17C6FE-8EA9-4F9F-BA5C-C24E1924AF99}"/>
              </a:ext>
            </a:extLst>
          </p:cNvPr>
          <p:cNvSpPr>
            <a:spLocks xmlns:a="http://schemas.openxmlformats.org/drawingml/2006/main" noGrp="1"/>
          </p:cNvSpPr>
          <p:nvPr/>
        </p:nvSpPr>
        <p:spPr>
          <a:xfrm xmlns:a="http://schemas.openxmlformats.org/drawingml/2006/main">
            <a:off x="9772650" y="1962150"/>
            <a:ext cx="798195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B 연결된 단계가 입력과 조건으로 실행</a:t>
            </a:r>
          </a:p>
        </p:txBody>
      </p:sp>
      <p:sp>
        <p:nvSpPr>
          <p:cNvPr id="11" name="dp44-comparison / n11 / path">
            <a:extLst xmlns:a="http://schemas.openxmlformats.org/drawingml/2006/main">
              <a:ext uri="{FF2B5EF4-FFF2-40B4-BE49-F238E27FC236}">
                <a16:creationId xmlns:a16="http://schemas.microsoft.com/office/drawing/2014/main" id="{BDEF00E7-944D-428A-84F2-4147DD0FC343}"/>
              </a:ext>
            </a:extLst>
          </p:cNvPr>
          <p:cNvSpPr>
            <a:spLocks xmlns:a="http://schemas.openxmlformats.org/drawingml/2006/main" noGrp="1"/>
          </p:cNvSpPr>
          <p:nvPr/>
        </p:nvSpPr>
        <p:spPr>
          <a:xfrm xmlns:a="http://schemas.openxmlformats.org/drawingml/2006/main">
            <a:off x="9620250" y="1857375"/>
            <a:ext cx="953" cy="5715000"/>
          </a:xfrm>
          <a:custGeom xmlns:a="http://schemas.openxmlformats.org/drawingml/2006/main">
            <a:pathLst>
              <a:path w="953" h="5715000">
                <a:moveTo>
                  <a:pt x="0" y="0"/>
                </a:moveTo>
                <a:lnTo>
                  <a:pt x="0" y="5715000"/>
                </a:lnTo>
              </a:path>
            </a:pathLst>
          </a:custGeom>
          <a:noFill xmlns:a="http://schemas.openxmlformats.org/drawingml/2006/main"/>
          <a:ln xmlns:a="http://schemas.openxmlformats.org/drawingml/2006/main" w="19050">
            <a:solidFill>
              <a:srgbClr val="CDD6DE"/>
            </a:solidFill>
            <a:prstDash val="solid"/>
          </a:ln>
        </p:spPr>
      </p:sp>
      <p:sp>
        <p:nvSpPr>
          <p:cNvPr id="12" name="dp44-comparison / n12 / path">
            <a:extLst xmlns:a="http://schemas.openxmlformats.org/drawingml/2006/main">
              <a:ext uri="{FF2B5EF4-FFF2-40B4-BE49-F238E27FC236}">
                <a16:creationId xmlns:a16="http://schemas.microsoft.com/office/drawing/2014/main" id="{3E982AC4-9CEF-4E3C-A57D-40693AAC36FB}"/>
              </a:ext>
            </a:extLst>
          </p:cNvPr>
          <p:cNvSpPr>
            <a:spLocks xmlns:a="http://schemas.openxmlformats.org/drawingml/2006/main" noGrp="1"/>
          </p:cNvSpPr>
          <p:nvPr/>
        </p:nvSpPr>
        <p:spPr>
          <a:xfrm xmlns:a="http://schemas.openxmlformats.org/drawingml/2006/main">
            <a:off x="381000" y="75723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13" name="dp44-comparison / n13 / text 1">
            <a:extLst xmlns:a="http://schemas.openxmlformats.org/drawingml/2006/main">
              <a:ext uri="{FF2B5EF4-FFF2-40B4-BE49-F238E27FC236}">
                <a16:creationId xmlns:a16="http://schemas.microsoft.com/office/drawing/2014/main" id="{ABEC5052-D556-4564-82A0-32A161408E49}"/>
              </a:ext>
            </a:extLst>
          </p:cNvPr>
          <p:cNvSpPr>
            <a:spLocks xmlns:a="http://schemas.openxmlformats.org/drawingml/2006/main" noGrp="1"/>
          </p:cNvSpPr>
          <p:nvPr/>
        </p:nvSpPr>
        <p:spPr>
          <a:xfrm xmlns:a="http://schemas.openxmlformats.org/drawingml/2006/main">
            <a:off x="400050" y="7724775"/>
            <a:ext cx="17526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공통 후속 처리: source / 권한 / 입력 세대 검사 → Publication Control → Interaction Manager 실제 표시/재생 → receipt</a:t>
            </a:r>
          </a:p>
        </p:txBody>
      </p:sp>
      <p:sp>
        <p:nvSpPr>
          <p:cNvPr id="14" name="dp44-comparison / n14 / text 1">
            <a:extLst xmlns:a="http://schemas.openxmlformats.org/drawingml/2006/main">
              <a:ext uri="{FF2B5EF4-FFF2-40B4-BE49-F238E27FC236}">
                <a16:creationId xmlns:a16="http://schemas.microsoft.com/office/drawing/2014/main" id="{AB311A21-8F6F-4AE6-A0C9-0125B6E13CA3}"/>
              </a:ext>
            </a:extLst>
          </p:cNvPr>
          <p:cNvSpPr>
            <a:spLocks xmlns:a="http://schemas.openxmlformats.org/drawingml/2006/main" noGrp="1"/>
          </p:cNvSpPr>
          <p:nvPr/>
        </p:nvSpPr>
        <p:spPr>
          <a:xfrm xmlns:a="http://schemas.openxmlformats.org/drawingml/2006/main">
            <a:off x="400050" y="8001000"/>
            <a:ext cx="17526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확인 질문은 별도 admission으로 현재 입력 해소를 기다리지 않고 제시 / 발화 시작은 업무 취소 완료가 아님</a:t>
            </a:r>
          </a:p>
        </p:txBody>
      </p:sp>
      <p:sp>
        <p:nvSpPr>
          <p:cNvPr id="267" name="dp44-v4-summary / n1">
            <a:extLst xmlns:a="http://schemas.openxmlformats.org/drawingml/2006/main">
              <a:ext uri="{FF2B5EF4-FFF2-40B4-BE49-F238E27FC236}">
                <a16:creationId xmlns:a16="http://schemas.microsoft.com/office/drawing/2014/main" id="{2648F3FC-B867-4070-B883-E5FDF41BE00C}"/>
              </a:ext>
            </a:extLst>
          </p:cNvPr>
          <p:cNvSpPr>
            <a:spLocks xmlns:a="http://schemas.openxmlformats.org/drawingml/2006/main" noGrp="1"/>
          </p:cNvSpPr>
          <p:nvPr/>
        </p:nvSpPr>
        <p:spPr>
          <a:xfrm xmlns:a="http://schemas.openxmlformats.org/drawingml/2006/main">
            <a:off x="381000" y="82962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268" name="dp44-v4-summary / n2">
            <a:extLst xmlns:a="http://schemas.openxmlformats.org/drawingml/2006/main">
              <a:ext uri="{FF2B5EF4-FFF2-40B4-BE49-F238E27FC236}">
                <a16:creationId xmlns:a16="http://schemas.microsoft.com/office/drawing/2014/main" id="{9B3742D3-A015-4F9C-944E-943C4F2276C7}"/>
              </a:ext>
            </a:extLst>
          </p:cNvPr>
          <p:cNvSpPr>
            <a:spLocks xmlns:a="http://schemas.openxmlformats.org/drawingml/2006/main" noGrp="1"/>
          </p:cNvSpPr>
          <p:nvPr/>
        </p:nvSpPr>
        <p:spPr>
          <a:xfrm xmlns:a="http://schemas.openxmlformats.org/drawingml/2006/main">
            <a:off x="400050" y="8353425"/>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요청 처리 정확성</a:t>
            </a:r>
          </a:p>
        </p:txBody>
      </p:sp>
      <p:sp>
        <p:nvSpPr>
          <p:cNvPr id="269" name="dp44-v4-summary / n3 / circle">
            <a:extLst xmlns:a="http://schemas.openxmlformats.org/drawingml/2006/main">
              <a:ext uri="{FF2B5EF4-FFF2-40B4-BE49-F238E27FC236}">
                <a16:creationId xmlns:a16="http://schemas.microsoft.com/office/drawing/2014/main" id="{30B02E68-CD0E-42F5-9BFB-9C1DC6694519}"/>
              </a:ext>
            </a:extLst>
          </p:cNvPr>
          <p:cNvSpPr>
            <a:spLocks xmlns:a="http://schemas.openxmlformats.org/drawingml/2006/main" noGrp="1"/>
          </p:cNvSpPr>
          <p:nvPr/>
        </p:nvSpPr>
        <p:spPr>
          <a:xfrm xmlns:a="http://schemas.openxmlformats.org/drawingml/2006/main">
            <a:off x="2857500" y="8372475"/>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270" name="dp44-v4-summary / n4 / circle">
            <a:extLst xmlns:a="http://schemas.openxmlformats.org/drawingml/2006/main">
              <a:ext uri="{FF2B5EF4-FFF2-40B4-BE49-F238E27FC236}">
                <a16:creationId xmlns:a16="http://schemas.microsoft.com/office/drawing/2014/main" id="{0E01679F-D200-4DA1-BA29-BB3A2B58BC97}"/>
              </a:ext>
            </a:extLst>
          </p:cNvPr>
          <p:cNvSpPr>
            <a:spLocks xmlns:a="http://schemas.openxmlformats.org/drawingml/2006/main" noGrp="1"/>
          </p:cNvSpPr>
          <p:nvPr/>
        </p:nvSpPr>
        <p:spPr>
          <a:xfrm xmlns:a="http://schemas.openxmlformats.org/drawingml/2006/main">
            <a:off x="3028950" y="8372475"/>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271" name="dp44-v4-summary / n5 / circle">
            <a:extLst xmlns:a="http://schemas.openxmlformats.org/drawingml/2006/main">
              <a:ext uri="{FF2B5EF4-FFF2-40B4-BE49-F238E27FC236}">
                <a16:creationId xmlns:a16="http://schemas.microsoft.com/office/drawing/2014/main" id="{A78E3581-AFFA-4630-BFA2-DD25455907A3}"/>
              </a:ext>
            </a:extLst>
          </p:cNvPr>
          <p:cNvSpPr>
            <a:spLocks xmlns:a="http://schemas.openxmlformats.org/drawingml/2006/main" noGrp="1"/>
          </p:cNvSpPr>
          <p:nvPr/>
        </p:nvSpPr>
        <p:spPr>
          <a:xfrm xmlns:a="http://schemas.openxmlformats.org/drawingml/2006/main">
            <a:off x="3200400" y="8372475"/>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272" name="dp44-v4-summary / n5 / half">
            <a:extLst xmlns:a="http://schemas.openxmlformats.org/drawingml/2006/main">
              <a:ext uri="{FF2B5EF4-FFF2-40B4-BE49-F238E27FC236}">
                <a16:creationId xmlns:a16="http://schemas.microsoft.com/office/drawing/2014/main" id="{952B034E-BC8D-46D4-AB44-80AEC76CA0F9}"/>
              </a:ext>
            </a:extLst>
          </p:cNvPr>
          <p:cNvSpPr>
            <a:spLocks xmlns:a="http://schemas.openxmlformats.org/drawingml/2006/main" noGrp="1"/>
          </p:cNvSpPr>
          <p:nvPr/>
        </p:nvSpPr>
        <p:spPr>
          <a:xfrm xmlns:a="http://schemas.openxmlformats.org/drawingml/2006/main">
            <a:off x="3200400" y="8372475"/>
            <a:ext cx="133350" cy="133350"/>
          </a:xfrm>
          <a:custGeom xmlns:a="http://schemas.openxmlformats.org/drawingml/2006/main">
            <a:pathLst>
              <a:path w="133350" h="133350">
                <a:moveTo>
                  <a:pt x="66675" y="0"/>
                </a:moveTo>
                <a:lnTo>
                  <a:pt x="60140" y="321"/>
                </a:lnTo>
                <a:lnTo>
                  <a:pt x="53667" y="1281"/>
                </a:lnTo>
                <a:lnTo>
                  <a:pt x="47320" y="2871"/>
                </a:lnTo>
                <a:lnTo>
                  <a:pt x="41160" y="5075"/>
                </a:lnTo>
                <a:lnTo>
                  <a:pt x="35245" y="7873"/>
                </a:lnTo>
                <a:lnTo>
                  <a:pt x="29632" y="11237"/>
                </a:lnTo>
                <a:lnTo>
                  <a:pt x="24377" y="15135"/>
                </a:lnTo>
                <a:lnTo>
                  <a:pt x="19529" y="19529"/>
                </a:lnTo>
                <a:lnTo>
                  <a:pt x="15135" y="24377"/>
                </a:lnTo>
                <a:lnTo>
                  <a:pt x="11237" y="29632"/>
                </a:lnTo>
                <a:lnTo>
                  <a:pt x="7873" y="35245"/>
                </a:lnTo>
                <a:lnTo>
                  <a:pt x="5075" y="41160"/>
                </a:lnTo>
                <a:lnTo>
                  <a:pt x="2871" y="47320"/>
                </a:lnTo>
                <a:lnTo>
                  <a:pt x="1281" y="53667"/>
                </a:lnTo>
                <a:lnTo>
                  <a:pt x="321" y="60140"/>
                </a:lnTo>
                <a:lnTo>
                  <a:pt x="0" y="66675"/>
                </a:lnTo>
                <a:lnTo>
                  <a:pt x="321" y="73210"/>
                </a:lnTo>
                <a:lnTo>
                  <a:pt x="1281" y="79683"/>
                </a:lnTo>
                <a:lnTo>
                  <a:pt x="2871" y="86030"/>
                </a:lnTo>
                <a:lnTo>
                  <a:pt x="5075" y="92190"/>
                </a:lnTo>
                <a:lnTo>
                  <a:pt x="7873" y="98105"/>
                </a:lnTo>
                <a:lnTo>
                  <a:pt x="11237" y="103718"/>
                </a:lnTo>
                <a:lnTo>
                  <a:pt x="15135" y="108973"/>
                </a:lnTo>
                <a:lnTo>
                  <a:pt x="19529" y="113821"/>
                </a:lnTo>
                <a:lnTo>
                  <a:pt x="24377" y="118215"/>
                </a:lnTo>
                <a:lnTo>
                  <a:pt x="29632" y="122113"/>
                </a:lnTo>
                <a:lnTo>
                  <a:pt x="35245" y="125477"/>
                </a:lnTo>
                <a:lnTo>
                  <a:pt x="41160" y="128275"/>
                </a:lnTo>
                <a:lnTo>
                  <a:pt x="47320" y="130479"/>
                </a:lnTo>
                <a:lnTo>
                  <a:pt x="53667" y="132069"/>
                </a:lnTo>
                <a:lnTo>
                  <a:pt x="60140" y="133029"/>
                </a:lnTo>
                <a:lnTo>
                  <a:pt x="66675" y="133350"/>
                </a:lnTo>
                <a:close/>
              </a:path>
            </a:pathLst>
          </a:custGeom>
          <a:solidFill xmlns:a="http://schemas.openxmlformats.org/drawingml/2006/main">
            <a:srgbClr val="18232E"/>
          </a:solidFill>
          <a:ln xmlns:a="http://schemas.openxmlformats.org/drawingml/2006/main" w="0">
            <a:noFill/>
          </a:ln>
        </p:spPr>
      </p:sp>
      <p:sp>
        <p:nvSpPr>
          <p:cNvPr id="273" name="dp44-v4-summary / n6">
            <a:extLst xmlns:a="http://schemas.openxmlformats.org/drawingml/2006/main">
              <a:ext uri="{FF2B5EF4-FFF2-40B4-BE49-F238E27FC236}">
                <a16:creationId xmlns:a16="http://schemas.microsoft.com/office/drawing/2014/main" id="{BF905C6D-DCCD-4E29-B88B-4D582C9164CB}"/>
              </a:ext>
            </a:extLst>
          </p:cNvPr>
          <p:cNvSpPr>
            <a:spLocks xmlns:a="http://schemas.openxmlformats.org/drawingml/2006/main" noGrp="1"/>
          </p:cNvSpPr>
          <p:nvPr/>
        </p:nvSpPr>
        <p:spPr>
          <a:xfrm xmlns:a="http://schemas.openxmlformats.org/drawingml/2006/main">
            <a:off x="3371850" y="8353425"/>
            <a:ext cx="6334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5점  99.63%  [같은 의미 판단]</a:t>
            </a:r>
          </a:p>
        </p:txBody>
      </p:sp>
      <p:sp>
        <p:nvSpPr>
          <p:cNvPr id="274" name="dp44-v4-summary / n7 / circle">
            <a:extLst xmlns:a="http://schemas.openxmlformats.org/drawingml/2006/main">
              <a:ext uri="{FF2B5EF4-FFF2-40B4-BE49-F238E27FC236}">
                <a16:creationId xmlns:a16="http://schemas.microsoft.com/office/drawing/2014/main" id="{874CFDE5-60BA-42D9-B231-ACB0FB328FAB}"/>
              </a:ext>
            </a:extLst>
          </p:cNvPr>
          <p:cNvSpPr>
            <a:spLocks xmlns:a="http://schemas.openxmlformats.org/drawingml/2006/main" noGrp="1"/>
          </p:cNvSpPr>
          <p:nvPr/>
        </p:nvSpPr>
        <p:spPr>
          <a:xfrm xmlns:a="http://schemas.openxmlformats.org/drawingml/2006/main">
            <a:off x="10001250" y="8372475"/>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275" name="dp44-v4-summary / n8 / circle">
            <a:extLst xmlns:a="http://schemas.openxmlformats.org/drawingml/2006/main">
              <a:ext uri="{FF2B5EF4-FFF2-40B4-BE49-F238E27FC236}">
                <a16:creationId xmlns:a16="http://schemas.microsoft.com/office/drawing/2014/main" id="{7FD813F0-C8EB-448C-A976-0A8ABA4E239A}"/>
              </a:ext>
            </a:extLst>
          </p:cNvPr>
          <p:cNvSpPr>
            <a:spLocks xmlns:a="http://schemas.openxmlformats.org/drawingml/2006/main" noGrp="1"/>
          </p:cNvSpPr>
          <p:nvPr/>
        </p:nvSpPr>
        <p:spPr>
          <a:xfrm xmlns:a="http://schemas.openxmlformats.org/drawingml/2006/main">
            <a:off x="10172700" y="8372475"/>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276" name="dp44-v4-summary / n9 / circle">
            <a:extLst xmlns:a="http://schemas.openxmlformats.org/drawingml/2006/main">
              <a:ext uri="{FF2B5EF4-FFF2-40B4-BE49-F238E27FC236}">
                <a16:creationId xmlns:a16="http://schemas.microsoft.com/office/drawing/2014/main" id="{A6BE7E02-EB31-446B-B30B-0D87C2D05983}"/>
              </a:ext>
            </a:extLst>
          </p:cNvPr>
          <p:cNvSpPr>
            <a:spLocks xmlns:a="http://schemas.openxmlformats.org/drawingml/2006/main" noGrp="1"/>
          </p:cNvSpPr>
          <p:nvPr/>
        </p:nvSpPr>
        <p:spPr>
          <a:xfrm xmlns:a="http://schemas.openxmlformats.org/drawingml/2006/main">
            <a:off x="10344150" y="8372475"/>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277" name="dp44-v4-summary / n9 / half">
            <a:extLst xmlns:a="http://schemas.openxmlformats.org/drawingml/2006/main">
              <a:ext uri="{FF2B5EF4-FFF2-40B4-BE49-F238E27FC236}">
                <a16:creationId xmlns:a16="http://schemas.microsoft.com/office/drawing/2014/main" id="{1E39EBB6-D29C-4A9E-A4B5-204E7A9D7F5E}"/>
              </a:ext>
            </a:extLst>
          </p:cNvPr>
          <p:cNvSpPr>
            <a:spLocks xmlns:a="http://schemas.openxmlformats.org/drawingml/2006/main" noGrp="1"/>
          </p:cNvSpPr>
          <p:nvPr/>
        </p:nvSpPr>
        <p:spPr>
          <a:xfrm xmlns:a="http://schemas.openxmlformats.org/drawingml/2006/main">
            <a:off x="10344150" y="8372475"/>
            <a:ext cx="133350" cy="133350"/>
          </a:xfrm>
          <a:custGeom xmlns:a="http://schemas.openxmlformats.org/drawingml/2006/main">
            <a:pathLst>
              <a:path w="133350" h="133350">
                <a:moveTo>
                  <a:pt x="66675" y="0"/>
                </a:moveTo>
                <a:lnTo>
                  <a:pt x="60140" y="321"/>
                </a:lnTo>
                <a:lnTo>
                  <a:pt x="53667" y="1281"/>
                </a:lnTo>
                <a:lnTo>
                  <a:pt x="47320" y="2871"/>
                </a:lnTo>
                <a:lnTo>
                  <a:pt x="41160" y="5075"/>
                </a:lnTo>
                <a:lnTo>
                  <a:pt x="35245" y="7873"/>
                </a:lnTo>
                <a:lnTo>
                  <a:pt x="29632" y="11237"/>
                </a:lnTo>
                <a:lnTo>
                  <a:pt x="24377" y="15135"/>
                </a:lnTo>
                <a:lnTo>
                  <a:pt x="19529" y="19529"/>
                </a:lnTo>
                <a:lnTo>
                  <a:pt x="15135" y="24377"/>
                </a:lnTo>
                <a:lnTo>
                  <a:pt x="11237" y="29632"/>
                </a:lnTo>
                <a:lnTo>
                  <a:pt x="7873" y="35245"/>
                </a:lnTo>
                <a:lnTo>
                  <a:pt x="5075" y="41160"/>
                </a:lnTo>
                <a:lnTo>
                  <a:pt x="2871" y="47320"/>
                </a:lnTo>
                <a:lnTo>
                  <a:pt x="1281" y="53667"/>
                </a:lnTo>
                <a:lnTo>
                  <a:pt x="321" y="60140"/>
                </a:lnTo>
                <a:lnTo>
                  <a:pt x="0" y="66675"/>
                </a:lnTo>
                <a:lnTo>
                  <a:pt x="321" y="73210"/>
                </a:lnTo>
                <a:lnTo>
                  <a:pt x="1281" y="79683"/>
                </a:lnTo>
                <a:lnTo>
                  <a:pt x="2871" y="86030"/>
                </a:lnTo>
                <a:lnTo>
                  <a:pt x="5075" y="92190"/>
                </a:lnTo>
                <a:lnTo>
                  <a:pt x="7873" y="98105"/>
                </a:lnTo>
                <a:lnTo>
                  <a:pt x="11237" y="103718"/>
                </a:lnTo>
                <a:lnTo>
                  <a:pt x="15135" y="108973"/>
                </a:lnTo>
                <a:lnTo>
                  <a:pt x="19529" y="113821"/>
                </a:lnTo>
                <a:lnTo>
                  <a:pt x="24377" y="118215"/>
                </a:lnTo>
                <a:lnTo>
                  <a:pt x="29632" y="122113"/>
                </a:lnTo>
                <a:lnTo>
                  <a:pt x="35245" y="125477"/>
                </a:lnTo>
                <a:lnTo>
                  <a:pt x="41160" y="128275"/>
                </a:lnTo>
                <a:lnTo>
                  <a:pt x="47320" y="130479"/>
                </a:lnTo>
                <a:lnTo>
                  <a:pt x="53667" y="132069"/>
                </a:lnTo>
                <a:lnTo>
                  <a:pt x="60140" y="133029"/>
                </a:lnTo>
                <a:lnTo>
                  <a:pt x="66675" y="133350"/>
                </a:lnTo>
                <a:close/>
              </a:path>
            </a:pathLst>
          </a:custGeom>
          <a:solidFill xmlns:a="http://schemas.openxmlformats.org/drawingml/2006/main">
            <a:srgbClr val="18232E"/>
          </a:solidFill>
          <a:ln xmlns:a="http://schemas.openxmlformats.org/drawingml/2006/main" w="0">
            <a:noFill/>
          </a:ln>
        </p:spPr>
      </p:sp>
      <p:sp>
        <p:nvSpPr>
          <p:cNvPr id="278" name="dp44-v4-summary / n10">
            <a:extLst xmlns:a="http://schemas.openxmlformats.org/drawingml/2006/main">
              <a:ext uri="{FF2B5EF4-FFF2-40B4-BE49-F238E27FC236}">
                <a16:creationId xmlns:a16="http://schemas.microsoft.com/office/drawing/2014/main" id="{6D0F2F74-AC6D-4441-B89C-F4C0863249C3}"/>
              </a:ext>
            </a:extLst>
          </p:cNvPr>
          <p:cNvSpPr>
            <a:spLocks xmlns:a="http://schemas.openxmlformats.org/drawingml/2006/main" noGrp="1"/>
          </p:cNvSpPr>
          <p:nvPr/>
        </p:nvSpPr>
        <p:spPr>
          <a:xfrm xmlns:a="http://schemas.openxmlformats.org/drawingml/2006/main">
            <a:off x="10515600" y="8353425"/>
            <a:ext cx="7381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5점  99.63%  [같은 의미 판단]</a:t>
            </a:r>
          </a:p>
        </p:txBody>
      </p:sp>
      <p:sp>
        <p:nvSpPr>
          <p:cNvPr id="279" name="dp44-v4-summary / n11">
            <a:extLst xmlns:a="http://schemas.openxmlformats.org/drawingml/2006/main">
              <a:ext uri="{FF2B5EF4-FFF2-40B4-BE49-F238E27FC236}">
                <a16:creationId xmlns:a16="http://schemas.microsoft.com/office/drawing/2014/main" id="{065C9918-A6E5-47AF-AD84-266BC800BEE2}"/>
              </a:ext>
            </a:extLst>
          </p:cNvPr>
          <p:cNvSpPr>
            <a:spLocks xmlns:a="http://schemas.openxmlformats.org/drawingml/2006/main" noGrp="1"/>
          </p:cNvSpPr>
          <p:nvPr/>
        </p:nvSpPr>
        <p:spPr>
          <a:xfrm xmlns:a="http://schemas.openxmlformats.org/drawingml/2006/main">
            <a:off x="381000" y="85344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280" name="dp44-v4-summary / n12">
            <a:extLst xmlns:a="http://schemas.openxmlformats.org/drawingml/2006/main">
              <a:ext uri="{FF2B5EF4-FFF2-40B4-BE49-F238E27FC236}">
                <a16:creationId xmlns:a16="http://schemas.microsoft.com/office/drawing/2014/main" id="{181AE778-EC7F-465B-854B-EA67B51D204B}"/>
              </a:ext>
            </a:extLst>
          </p:cNvPr>
          <p:cNvSpPr>
            <a:spLocks xmlns:a="http://schemas.openxmlformats.org/drawingml/2006/main" noGrp="1"/>
          </p:cNvSpPr>
          <p:nvPr/>
        </p:nvSpPr>
        <p:spPr>
          <a:xfrm xmlns:a="http://schemas.openxmlformats.org/drawingml/2006/main">
            <a:off x="400050" y="8591550"/>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상호작용 응답시간</a:t>
            </a:r>
          </a:p>
        </p:txBody>
      </p:sp>
      <p:sp>
        <p:nvSpPr>
          <p:cNvPr id="281" name="dp44-v4-summary / n13 / circle">
            <a:extLst xmlns:a="http://schemas.openxmlformats.org/drawingml/2006/main">
              <a:ext uri="{FF2B5EF4-FFF2-40B4-BE49-F238E27FC236}">
                <a16:creationId xmlns:a16="http://schemas.microsoft.com/office/drawing/2014/main" id="{1CF0FADF-0F5F-4806-9640-AA97936D0F7D}"/>
              </a:ext>
            </a:extLst>
          </p:cNvPr>
          <p:cNvSpPr>
            <a:spLocks xmlns:a="http://schemas.openxmlformats.org/drawingml/2006/main" noGrp="1"/>
          </p:cNvSpPr>
          <p:nvPr/>
        </p:nvSpPr>
        <p:spPr>
          <a:xfrm xmlns:a="http://schemas.openxmlformats.org/drawingml/2006/main">
            <a:off x="2857500" y="8610600"/>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282" name="dp44-v4-summary / n14 / circle">
            <a:extLst xmlns:a="http://schemas.openxmlformats.org/drawingml/2006/main">
              <a:ext uri="{FF2B5EF4-FFF2-40B4-BE49-F238E27FC236}">
                <a16:creationId xmlns:a16="http://schemas.microsoft.com/office/drawing/2014/main" id="{BF778D3F-9476-41C4-A79A-6AFA3B095315}"/>
              </a:ext>
            </a:extLst>
          </p:cNvPr>
          <p:cNvSpPr>
            <a:spLocks xmlns:a="http://schemas.openxmlformats.org/drawingml/2006/main" noGrp="1"/>
          </p:cNvSpPr>
          <p:nvPr/>
        </p:nvSpPr>
        <p:spPr>
          <a:xfrm xmlns:a="http://schemas.openxmlformats.org/drawingml/2006/main">
            <a:off x="3028950" y="8610600"/>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283" name="dp44-v4-summary / n15 / circle">
            <a:extLst xmlns:a="http://schemas.openxmlformats.org/drawingml/2006/main">
              <a:ext uri="{FF2B5EF4-FFF2-40B4-BE49-F238E27FC236}">
                <a16:creationId xmlns:a16="http://schemas.microsoft.com/office/drawing/2014/main" id="{212E7ACB-9658-45C5-B532-FCE14952B2CA}"/>
              </a:ext>
            </a:extLst>
          </p:cNvPr>
          <p:cNvSpPr>
            <a:spLocks xmlns:a="http://schemas.openxmlformats.org/drawingml/2006/main" noGrp="1"/>
          </p:cNvSpPr>
          <p:nvPr/>
        </p:nvSpPr>
        <p:spPr>
          <a:xfrm xmlns:a="http://schemas.openxmlformats.org/drawingml/2006/main">
            <a:off x="3200400" y="8610600"/>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284" name="dp44-v4-summary / n16">
            <a:extLst xmlns:a="http://schemas.openxmlformats.org/drawingml/2006/main">
              <a:ext uri="{FF2B5EF4-FFF2-40B4-BE49-F238E27FC236}">
                <a16:creationId xmlns:a16="http://schemas.microsoft.com/office/drawing/2014/main" id="{16368906-EDBC-401E-B34C-A932390F1462}"/>
              </a:ext>
            </a:extLst>
          </p:cNvPr>
          <p:cNvSpPr>
            <a:spLocks xmlns:a="http://schemas.openxmlformats.org/drawingml/2006/main" noGrp="1"/>
          </p:cNvSpPr>
          <p:nvPr/>
        </p:nvSpPr>
        <p:spPr>
          <a:xfrm xmlns:a="http://schemas.openxmlformats.org/drawingml/2006/main">
            <a:off x="3371850" y="8591550"/>
            <a:ext cx="6334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2점  0.818초  [짧은 중앙 지시]</a:t>
            </a:r>
          </a:p>
        </p:txBody>
      </p:sp>
      <p:sp>
        <p:nvSpPr>
          <p:cNvPr id="285" name="dp44-v4-summary / n17 / circle">
            <a:extLst xmlns:a="http://schemas.openxmlformats.org/drawingml/2006/main">
              <a:ext uri="{FF2B5EF4-FFF2-40B4-BE49-F238E27FC236}">
                <a16:creationId xmlns:a16="http://schemas.microsoft.com/office/drawing/2014/main" id="{6F398C07-B202-4138-B46D-A72E33336164}"/>
              </a:ext>
            </a:extLst>
          </p:cNvPr>
          <p:cNvSpPr>
            <a:spLocks xmlns:a="http://schemas.openxmlformats.org/drawingml/2006/main" noGrp="1"/>
          </p:cNvSpPr>
          <p:nvPr/>
        </p:nvSpPr>
        <p:spPr>
          <a:xfrm xmlns:a="http://schemas.openxmlformats.org/drawingml/2006/main">
            <a:off x="10001250" y="8610600"/>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286" name="dp44-v4-summary / n18 / circle">
            <a:extLst xmlns:a="http://schemas.openxmlformats.org/drawingml/2006/main">
              <a:ext uri="{FF2B5EF4-FFF2-40B4-BE49-F238E27FC236}">
                <a16:creationId xmlns:a16="http://schemas.microsoft.com/office/drawing/2014/main" id="{43AFBC9B-6771-4110-8925-0F2689D0B5AA}"/>
              </a:ext>
            </a:extLst>
          </p:cNvPr>
          <p:cNvSpPr>
            <a:spLocks xmlns:a="http://schemas.openxmlformats.org/drawingml/2006/main" noGrp="1"/>
          </p:cNvSpPr>
          <p:nvPr/>
        </p:nvSpPr>
        <p:spPr>
          <a:xfrm xmlns:a="http://schemas.openxmlformats.org/drawingml/2006/main">
            <a:off x="10172700" y="8610600"/>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287" name="dp44-v4-summary / n19 / circle">
            <a:extLst xmlns:a="http://schemas.openxmlformats.org/drawingml/2006/main">
              <a:ext uri="{FF2B5EF4-FFF2-40B4-BE49-F238E27FC236}">
                <a16:creationId xmlns:a16="http://schemas.microsoft.com/office/drawing/2014/main" id="{FDC885B0-8B08-4F40-BC04-045078F1769E}"/>
              </a:ext>
            </a:extLst>
          </p:cNvPr>
          <p:cNvSpPr>
            <a:spLocks xmlns:a="http://schemas.openxmlformats.org/drawingml/2006/main" noGrp="1"/>
          </p:cNvSpPr>
          <p:nvPr/>
        </p:nvSpPr>
        <p:spPr>
          <a:xfrm xmlns:a="http://schemas.openxmlformats.org/drawingml/2006/main">
            <a:off x="10344150" y="8610600"/>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288" name="dp44-v4-summary / n20">
            <a:extLst xmlns:a="http://schemas.openxmlformats.org/drawingml/2006/main">
              <a:ext uri="{FF2B5EF4-FFF2-40B4-BE49-F238E27FC236}">
                <a16:creationId xmlns:a16="http://schemas.microsoft.com/office/drawing/2014/main" id="{CA74903C-FC2B-4810-89E8-82E095ED7B3C}"/>
              </a:ext>
            </a:extLst>
          </p:cNvPr>
          <p:cNvSpPr>
            <a:spLocks xmlns:a="http://schemas.openxmlformats.org/drawingml/2006/main" noGrp="1"/>
          </p:cNvSpPr>
          <p:nvPr/>
        </p:nvSpPr>
        <p:spPr>
          <a:xfrm xmlns:a="http://schemas.openxmlformats.org/drawingml/2006/main">
            <a:off x="10515600" y="8591550"/>
            <a:ext cx="7381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2점  0.816초  [Stage와 Join 대기]</a:t>
            </a:r>
          </a:p>
        </p:txBody>
      </p:sp>
      <p:sp>
        <p:nvSpPr>
          <p:cNvPr id="289" name="dp44-v4-summary / n21">
            <a:extLst xmlns:a="http://schemas.openxmlformats.org/drawingml/2006/main">
              <a:ext uri="{FF2B5EF4-FFF2-40B4-BE49-F238E27FC236}">
                <a16:creationId xmlns:a16="http://schemas.microsoft.com/office/drawing/2014/main" id="{122B6E96-68C3-4788-B9AA-DB18532CD505}"/>
              </a:ext>
            </a:extLst>
          </p:cNvPr>
          <p:cNvSpPr>
            <a:spLocks xmlns:a="http://schemas.openxmlformats.org/drawingml/2006/main" noGrp="1"/>
          </p:cNvSpPr>
          <p:nvPr/>
        </p:nvSpPr>
        <p:spPr>
          <a:xfrm xmlns:a="http://schemas.openxmlformats.org/drawingml/2006/main">
            <a:off x="381000" y="877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290" name="dp44-v4-summary / n22">
            <a:extLst xmlns:a="http://schemas.openxmlformats.org/drawingml/2006/main">
              <a:ext uri="{FF2B5EF4-FFF2-40B4-BE49-F238E27FC236}">
                <a16:creationId xmlns:a16="http://schemas.microsoft.com/office/drawing/2014/main" id="{89629AE0-BA18-4749-ABE8-25D72C1745DC}"/>
              </a:ext>
            </a:extLst>
          </p:cNvPr>
          <p:cNvSpPr>
            <a:spLocks xmlns:a="http://schemas.openxmlformats.org/drawingml/2006/main" noGrp="1"/>
          </p:cNvSpPr>
          <p:nvPr/>
        </p:nvSpPr>
        <p:spPr>
          <a:xfrm xmlns:a="http://schemas.openxmlformats.org/drawingml/2006/main">
            <a:off x="400050" y="8829675"/>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VIA 요청 처리시간</a:t>
            </a:r>
          </a:p>
        </p:txBody>
      </p:sp>
      <p:sp>
        <p:nvSpPr>
          <p:cNvPr id="291" name="dp44-v4-summary / n23 / circle">
            <a:extLst xmlns:a="http://schemas.openxmlformats.org/drawingml/2006/main">
              <a:ext uri="{FF2B5EF4-FFF2-40B4-BE49-F238E27FC236}">
                <a16:creationId xmlns:a16="http://schemas.microsoft.com/office/drawing/2014/main" id="{ABFD647B-C694-42FF-8CC9-D0CE9ED4C725}"/>
              </a:ext>
            </a:extLst>
          </p:cNvPr>
          <p:cNvSpPr>
            <a:spLocks xmlns:a="http://schemas.openxmlformats.org/drawingml/2006/main" noGrp="1"/>
          </p:cNvSpPr>
          <p:nvPr/>
        </p:nvSpPr>
        <p:spPr>
          <a:xfrm xmlns:a="http://schemas.openxmlformats.org/drawingml/2006/main">
            <a:off x="2857500" y="8848725"/>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292" name="dp44-v4-summary / n24 / circle">
            <a:extLst xmlns:a="http://schemas.openxmlformats.org/drawingml/2006/main">
              <a:ext uri="{FF2B5EF4-FFF2-40B4-BE49-F238E27FC236}">
                <a16:creationId xmlns:a16="http://schemas.microsoft.com/office/drawing/2014/main" id="{F3D28B77-1AC3-4CDB-8E32-580697276E1A}"/>
              </a:ext>
            </a:extLst>
          </p:cNvPr>
          <p:cNvSpPr>
            <a:spLocks xmlns:a="http://schemas.openxmlformats.org/drawingml/2006/main" noGrp="1"/>
          </p:cNvSpPr>
          <p:nvPr/>
        </p:nvSpPr>
        <p:spPr>
          <a:xfrm xmlns:a="http://schemas.openxmlformats.org/drawingml/2006/main">
            <a:off x="3028950" y="8848725"/>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293" name="dp44-v4-summary / n24 / half">
            <a:extLst xmlns:a="http://schemas.openxmlformats.org/drawingml/2006/main">
              <a:ext uri="{FF2B5EF4-FFF2-40B4-BE49-F238E27FC236}">
                <a16:creationId xmlns:a16="http://schemas.microsoft.com/office/drawing/2014/main" id="{7DB9D06D-98C4-4971-8478-D1FFD47D0B3D}"/>
              </a:ext>
            </a:extLst>
          </p:cNvPr>
          <p:cNvSpPr>
            <a:spLocks xmlns:a="http://schemas.openxmlformats.org/drawingml/2006/main" noGrp="1"/>
          </p:cNvSpPr>
          <p:nvPr/>
        </p:nvSpPr>
        <p:spPr>
          <a:xfrm xmlns:a="http://schemas.openxmlformats.org/drawingml/2006/main">
            <a:off x="3028950" y="8848725"/>
            <a:ext cx="133350" cy="133350"/>
          </a:xfrm>
          <a:custGeom xmlns:a="http://schemas.openxmlformats.org/drawingml/2006/main">
            <a:pathLst>
              <a:path w="133350" h="133350">
                <a:moveTo>
                  <a:pt x="66675" y="0"/>
                </a:moveTo>
                <a:lnTo>
                  <a:pt x="60140" y="321"/>
                </a:lnTo>
                <a:lnTo>
                  <a:pt x="53667" y="1281"/>
                </a:lnTo>
                <a:lnTo>
                  <a:pt x="47320" y="2871"/>
                </a:lnTo>
                <a:lnTo>
                  <a:pt x="41160" y="5075"/>
                </a:lnTo>
                <a:lnTo>
                  <a:pt x="35245" y="7873"/>
                </a:lnTo>
                <a:lnTo>
                  <a:pt x="29632" y="11237"/>
                </a:lnTo>
                <a:lnTo>
                  <a:pt x="24377" y="15135"/>
                </a:lnTo>
                <a:lnTo>
                  <a:pt x="19529" y="19529"/>
                </a:lnTo>
                <a:lnTo>
                  <a:pt x="15135" y="24377"/>
                </a:lnTo>
                <a:lnTo>
                  <a:pt x="11237" y="29632"/>
                </a:lnTo>
                <a:lnTo>
                  <a:pt x="7873" y="35245"/>
                </a:lnTo>
                <a:lnTo>
                  <a:pt x="5075" y="41160"/>
                </a:lnTo>
                <a:lnTo>
                  <a:pt x="2871" y="47320"/>
                </a:lnTo>
                <a:lnTo>
                  <a:pt x="1281" y="53667"/>
                </a:lnTo>
                <a:lnTo>
                  <a:pt x="321" y="60140"/>
                </a:lnTo>
                <a:lnTo>
                  <a:pt x="0" y="66675"/>
                </a:lnTo>
                <a:lnTo>
                  <a:pt x="321" y="73210"/>
                </a:lnTo>
                <a:lnTo>
                  <a:pt x="1281" y="79683"/>
                </a:lnTo>
                <a:lnTo>
                  <a:pt x="2871" y="86030"/>
                </a:lnTo>
                <a:lnTo>
                  <a:pt x="5075" y="92190"/>
                </a:lnTo>
                <a:lnTo>
                  <a:pt x="7873" y="98105"/>
                </a:lnTo>
                <a:lnTo>
                  <a:pt x="11237" y="103718"/>
                </a:lnTo>
                <a:lnTo>
                  <a:pt x="15135" y="108973"/>
                </a:lnTo>
                <a:lnTo>
                  <a:pt x="19529" y="113821"/>
                </a:lnTo>
                <a:lnTo>
                  <a:pt x="24377" y="118215"/>
                </a:lnTo>
                <a:lnTo>
                  <a:pt x="29632" y="122113"/>
                </a:lnTo>
                <a:lnTo>
                  <a:pt x="35245" y="125477"/>
                </a:lnTo>
                <a:lnTo>
                  <a:pt x="41160" y="128275"/>
                </a:lnTo>
                <a:lnTo>
                  <a:pt x="47320" y="130479"/>
                </a:lnTo>
                <a:lnTo>
                  <a:pt x="53667" y="132069"/>
                </a:lnTo>
                <a:lnTo>
                  <a:pt x="60140" y="133029"/>
                </a:lnTo>
                <a:lnTo>
                  <a:pt x="66675" y="133350"/>
                </a:lnTo>
                <a:close/>
              </a:path>
            </a:pathLst>
          </a:custGeom>
          <a:solidFill xmlns:a="http://schemas.openxmlformats.org/drawingml/2006/main">
            <a:srgbClr val="18232E"/>
          </a:solidFill>
          <a:ln xmlns:a="http://schemas.openxmlformats.org/drawingml/2006/main" w="0">
            <a:noFill/>
          </a:ln>
        </p:spPr>
      </p:sp>
      <p:sp>
        <p:nvSpPr>
          <p:cNvPr id="294" name="dp44-v4-summary / n25 / circle">
            <a:extLst xmlns:a="http://schemas.openxmlformats.org/drawingml/2006/main">
              <a:ext uri="{FF2B5EF4-FFF2-40B4-BE49-F238E27FC236}">
                <a16:creationId xmlns:a16="http://schemas.microsoft.com/office/drawing/2014/main" id="{1A49352B-89DF-4A1D-9484-F17ED4E491BB}"/>
              </a:ext>
            </a:extLst>
          </p:cNvPr>
          <p:cNvSpPr>
            <a:spLocks xmlns:a="http://schemas.openxmlformats.org/drawingml/2006/main" noGrp="1"/>
          </p:cNvSpPr>
          <p:nvPr/>
        </p:nvSpPr>
        <p:spPr>
          <a:xfrm xmlns:a="http://schemas.openxmlformats.org/drawingml/2006/main">
            <a:off x="3200400" y="8848725"/>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295" name="dp44-v4-summary / n26">
            <a:extLst xmlns:a="http://schemas.openxmlformats.org/drawingml/2006/main">
              <a:ext uri="{FF2B5EF4-FFF2-40B4-BE49-F238E27FC236}">
                <a16:creationId xmlns:a16="http://schemas.microsoft.com/office/drawing/2014/main" id="{BFA817F6-9FE8-4ACB-968B-3E5C30A628DF}"/>
              </a:ext>
            </a:extLst>
          </p:cNvPr>
          <p:cNvSpPr>
            <a:spLocks xmlns:a="http://schemas.openxmlformats.org/drawingml/2006/main" noGrp="1"/>
          </p:cNvSpPr>
          <p:nvPr/>
        </p:nvSpPr>
        <p:spPr>
          <a:xfrm xmlns:a="http://schemas.openxmlformats.org/drawingml/2006/main">
            <a:off x="3371850" y="8829675"/>
            <a:ext cx="6334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3점  5.600초  [전이 6회 / 0.060초]</a:t>
            </a:r>
          </a:p>
        </p:txBody>
      </p:sp>
      <p:sp>
        <p:nvSpPr>
          <p:cNvPr id="296" name="dp44-v4-summary / n27 / circle">
            <a:extLst xmlns:a="http://schemas.openxmlformats.org/drawingml/2006/main">
              <a:ext uri="{FF2B5EF4-FFF2-40B4-BE49-F238E27FC236}">
                <a16:creationId xmlns:a16="http://schemas.microsoft.com/office/drawing/2014/main" id="{0B4D35F8-F549-49DC-B82D-E19EB058873C}"/>
              </a:ext>
            </a:extLst>
          </p:cNvPr>
          <p:cNvSpPr>
            <a:spLocks xmlns:a="http://schemas.openxmlformats.org/drawingml/2006/main" noGrp="1"/>
          </p:cNvSpPr>
          <p:nvPr/>
        </p:nvSpPr>
        <p:spPr>
          <a:xfrm xmlns:a="http://schemas.openxmlformats.org/drawingml/2006/main">
            <a:off x="10001250" y="8848725"/>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297" name="dp44-v4-summary / n28 / circle">
            <a:extLst xmlns:a="http://schemas.openxmlformats.org/drawingml/2006/main">
              <a:ext uri="{FF2B5EF4-FFF2-40B4-BE49-F238E27FC236}">
                <a16:creationId xmlns:a16="http://schemas.microsoft.com/office/drawing/2014/main" id="{3F93DC55-D1B2-438F-8426-B247AC4D1832}"/>
              </a:ext>
            </a:extLst>
          </p:cNvPr>
          <p:cNvSpPr>
            <a:spLocks xmlns:a="http://schemas.openxmlformats.org/drawingml/2006/main" noGrp="1"/>
          </p:cNvSpPr>
          <p:nvPr/>
        </p:nvSpPr>
        <p:spPr>
          <a:xfrm xmlns:a="http://schemas.openxmlformats.org/drawingml/2006/main">
            <a:off x="10172700" y="8848725"/>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298" name="dp44-v4-summary / n28 / half">
            <a:extLst xmlns:a="http://schemas.openxmlformats.org/drawingml/2006/main">
              <a:ext uri="{FF2B5EF4-FFF2-40B4-BE49-F238E27FC236}">
                <a16:creationId xmlns:a16="http://schemas.microsoft.com/office/drawing/2014/main" id="{E5F77713-2A9A-4820-A624-646DAA0CF59E}"/>
              </a:ext>
            </a:extLst>
          </p:cNvPr>
          <p:cNvSpPr>
            <a:spLocks xmlns:a="http://schemas.openxmlformats.org/drawingml/2006/main" noGrp="1"/>
          </p:cNvSpPr>
          <p:nvPr/>
        </p:nvSpPr>
        <p:spPr>
          <a:xfrm xmlns:a="http://schemas.openxmlformats.org/drawingml/2006/main">
            <a:off x="10172700" y="8848725"/>
            <a:ext cx="133350" cy="133350"/>
          </a:xfrm>
          <a:custGeom xmlns:a="http://schemas.openxmlformats.org/drawingml/2006/main">
            <a:pathLst>
              <a:path w="133350" h="133350">
                <a:moveTo>
                  <a:pt x="66675" y="0"/>
                </a:moveTo>
                <a:lnTo>
                  <a:pt x="60140" y="321"/>
                </a:lnTo>
                <a:lnTo>
                  <a:pt x="53667" y="1281"/>
                </a:lnTo>
                <a:lnTo>
                  <a:pt x="47320" y="2871"/>
                </a:lnTo>
                <a:lnTo>
                  <a:pt x="41160" y="5075"/>
                </a:lnTo>
                <a:lnTo>
                  <a:pt x="35245" y="7873"/>
                </a:lnTo>
                <a:lnTo>
                  <a:pt x="29632" y="11237"/>
                </a:lnTo>
                <a:lnTo>
                  <a:pt x="24377" y="15135"/>
                </a:lnTo>
                <a:lnTo>
                  <a:pt x="19529" y="19529"/>
                </a:lnTo>
                <a:lnTo>
                  <a:pt x="15135" y="24377"/>
                </a:lnTo>
                <a:lnTo>
                  <a:pt x="11237" y="29632"/>
                </a:lnTo>
                <a:lnTo>
                  <a:pt x="7873" y="35245"/>
                </a:lnTo>
                <a:lnTo>
                  <a:pt x="5075" y="41160"/>
                </a:lnTo>
                <a:lnTo>
                  <a:pt x="2871" y="47320"/>
                </a:lnTo>
                <a:lnTo>
                  <a:pt x="1281" y="53667"/>
                </a:lnTo>
                <a:lnTo>
                  <a:pt x="321" y="60140"/>
                </a:lnTo>
                <a:lnTo>
                  <a:pt x="0" y="66675"/>
                </a:lnTo>
                <a:lnTo>
                  <a:pt x="321" y="73210"/>
                </a:lnTo>
                <a:lnTo>
                  <a:pt x="1281" y="79683"/>
                </a:lnTo>
                <a:lnTo>
                  <a:pt x="2871" y="86030"/>
                </a:lnTo>
                <a:lnTo>
                  <a:pt x="5075" y="92190"/>
                </a:lnTo>
                <a:lnTo>
                  <a:pt x="7873" y="98105"/>
                </a:lnTo>
                <a:lnTo>
                  <a:pt x="11237" y="103718"/>
                </a:lnTo>
                <a:lnTo>
                  <a:pt x="15135" y="108973"/>
                </a:lnTo>
                <a:lnTo>
                  <a:pt x="19529" y="113821"/>
                </a:lnTo>
                <a:lnTo>
                  <a:pt x="24377" y="118215"/>
                </a:lnTo>
                <a:lnTo>
                  <a:pt x="29632" y="122113"/>
                </a:lnTo>
                <a:lnTo>
                  <a:pt x="35245" y="125477"/>
                </a:lnTo>
                <a:lnTo>
                  <a:pt x="41160" y="128275"/>
                </a:lnTo>
                <a:lnTo>
                  <a:pt x="47320" y="130479"/>
                </a:lnTo>
                <a:lnTo>
                  <a:pt x="53667" y="132069"/>
                </a:lnTo>
                <a:lnTo>
                  <a:pt x="60140" y="133029"/>
                </a:lnTo>
                <a:lnTo>
                  <a:pt x="66675" y="133350"/>
                </a:lnTo>
                <a:close/>
              </a:path>
            </a:pathLst>
          </a:custGeom>
          <a:solidFill xmlns:a="http://schemas.openxmlformats.org/drawingml/2006/main">
            <a:srgbClr val="18232E"/>
          </a:solidFill>
          <a:ln xmlns:a="http://schemas.openxmlformats.org/drawingml/2006/main" w="0">
            <a:noFill/>
          </a:ln>
        </p:spPr>
      </p:sp>
      <p:sp>
        <p:nvSpPr>
          <p:cNvPr id="299" name="dp44-v4-summary / n29 / circle">
            <a:extLst xmlns:a="http://schemas.openxmlformats.org/drawingml/2006/main">
              <a:ext uri="{FF2B5EF4-FFF2-40B4-BE49-F238E27FC236}">
                <a16:creationId xmlns:a16="http://schemas.microsoft.com/office/drawing/2014/main" id="{586758E4-937A-4E89-9F7F-41447983F3BD}"/>
              </a:ext>
            </a:extLst>
          </p:cNvPr>
          <p:cNvSpPr>
            <a:spLocks xmlns:a="http://schemas.openxmlformats.org/drawingml/2006/main" noGrp="1"/>
          </p:cNvSpPr>
          <p:nvPr/>
        </p:nvSpPr>
        <p:spPr>
          <a:xfrm xmlns:a="http://schemas.openxmlformats.org/drawingml/2006/main">
            <a:off x="10344150" y="8848725"/>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00" name="dp44-v4-summary / n30">
            <a:extLst xmlns:a="http://schemas.openxmlformats.org/drawingml/2006/main">
              <a:ext uri="{FF2B5EF4-FFF2-40B4-BE49-F238E27FC236}">
                <a16:creationId xmlns:a16="http://schemas.microsoft.com/office/drawing/2014/main" id="{5D9A490B-F8ED-41AD-A0A4-EBFCFFD0C4EF}"/>
              </a:ext>
            </a:extLst>
          </p:cNvPr>
          <p:cNvSpPr>
            <a:spLocks xmlns:a="http://schemas.openxmlformats.org/drawingml/2006/main" noGrp="1"/>
          </p:cNvSpPr>
          <p:nvPr/>
        </p:nvSpPr>
        <p:spPr>
          <a:xfrm xmlns:a="http://schemas.openxmlformats.org/drawingml/2006/main">
            <a:off x="10515600" y="8829675"/>
            <a:ext cx="7381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3점  5.590초  [전이와 Join / 0.050초]</a:t>
            </a:r>
          </a:p>
        </p:txBody>
      </p:sp>
      <p:sp>
        <p:nvSpPr>
          <p:cNvPr id="301" name="dp44-v4-summary / n31">
            <a:extLst xmlns:a="http://schemas.openxmlformats.org/drawingml/2006/main">
              <a:ext uri="{FF2B5EF4-FFF2-40B4-BE49-F238E27FC236}">
                <a16:creationId xmlns:a16="http://schemas.microsoft.com/office/drawing/2014/main" id="{0CC647E0-9A06-44EB-8F7D-189B20A8B3C2}"/>
              </a:ext>
            </a:extLst>
          </p:cNvPr>
          <p:cNvSpPr>
            <a:spLocks xmlns:a="http://schemas.openxmlformats.org/drawingml/2006/main" noGrp="1"/>
          </p:cNvSpPr>
          <p:nvPr/>
        </p:nvSpPr>
        <p:spPr>
          <a:xfrm xmlns:a="http://schemas.openxmlformats.org/drawingml/2006/main">
            <a:off x="381000" y="90106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02" name="dp44-v4-summary / n32">
            <a:extLst xmlns:a="http://schemas.openxmlformats.org/drawingml/2006/main">
              <a:ext uri="{FF2B5EF4-FFF2-40B4-BE49-F238E27FC236}">
                <a16:creationId xmlns:a16="http://schemas.microsoft.com/office/drawing/2014/main" id="{979B2E08-9033-47ED-9D41-751912A913D8}"/>
              </a:ext>
            </a:extLst>
          </p:cNvPr>
          <p:cNvSpPr>
            <a:spLocks xmlns:a="http://schemas.openxmlformats.org/drawingml/2006/main" noGrp="1"/>
          </p:cNvSpPr>
          <p:nvPr/>
        </p:nvSpPr>
        <p:spPr>
          <a:xfrm xmlns:a="http://schemas.openxmlformats.org/drawingml/2006/main">
            <a:off x="400050" y="9067800"/>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VIA 모델 사용 비용</a:t>
            </a:r>
          </a:p>
        </p:txBody>
      </p:sp>
      <p:sp>
        <p:nvSpPr>
          <p:cNvPr id="303" name="dp44-v4-summary / n33 / circle">
            <a:extLst xmlns:a="http://schemas.openxmlformats.org/drawingml/2006/main">
              <a:ext uri="{FF2B5EF4-FFF2-40B4-BE49-F238E27FC236}">
                <a16:creationId xmlns:a16="http://schemas.microsoft.com/office/drawing/2014/main" id="{99532EFC-5BDA-4C0C-90F5-4E7E8E953F0E}"/>
              </a:ext>
            </a:extLst>
          </p:cNvPr>
          <p:cNvSpPr>
            <a:spLocks xmlns:a="http://schemas.openxmlformats.org/drawingml/2006/main" noGrp="1"/>
          </p:cNvSpPr>
          <p:nvPr/>
        </p:nvSpPr>
        <p:spPr>
          <a:xfrm xmlns:a="http://schemas.openxmlformats.org/drawingml/2006/main">
            <a:off x="2857500" y="9086850"/>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04" name="dp44-v4-summary / n34 / circle">
            <a:extLst xmlns:a="http://schemas.openxmlformats.org/drawingml/2006/main">
              <a:ext uri="{FF2B5EF4-FFF2-40B4-BE49-F238E27FC236}">
                <a16:creationId xmlns:a16="http://schemas.microsoft.com/office/drawing/2014/main" id="{B617D3C5-5A80-45DB-980E-6A2334CE3BA0}"/>
              </a:ext>
            </a:extLst>
          </p:cNvPr>
          <p:cNvSpPr>
            <a:spLocks xmlns:a="http://schemas.openxmlformats.org/drawingml/2006/main" noGrp="1"/>
          </p:cNvSpPr>
          <p:nvPr/>
        </p:nvSpPr>
        <p:spPr>
          <a:xfrm xmlns:a="http://schemas.openxmlformats.org/drawingml/2006/main">
            <a:off x="3028950" y="9086850"/>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05" name="dp44-v4-summary / n35 / circle">
            <a:extLst xmlns:a="http://schemas.openxmlformats.org/drawingml/2006/main">
              <a:ext uri="{FF2B5EF4-FFF2-40B4-BE49-F238E27FC236}">
                <a16:creationId xmlns:a16="http://schemas.microsoft.com/office/drawing/2014/main" id="{C4C29AAC-B15F-46EF-9EA5-10701EE7340B}"/>
              </a:ext>
            </a:extLst>
          </p:cNvPr>
          <p:cNvSpPr>
            <a:spLocks xmlns:a="http://schemas.openxmlformats.org/drawingml/2006/main" noGrp="1"/>
          </p:cNvSpPr>
          <p:nvPr/>
        </p:nvSpPr>
        <p:spPr>
          <a:xfrm xmlns:a="http://schemas.openxmlformats.org/drawingml/2006/main">
            <a:off x="3200400" y="9086850"/>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06" name="dp44-v4-summary / n36">
            <a:extLst xmlns:a="http://schemas.openxmlformats.org/drawingml/2006/main">
              <a:ext uri="{FF2B5EF4-FFF2-40B4-BE49-F238E27FC236}">
                <a16:creationId xmlns:a16="http://schemas.microsoft.com/office/drawing/2014/main" id="{7B88A044-3A89-4BC4-AE84-7475DBA2DE87}"/>
              </a:ext>
            </a:extLst>
          </p:cNvPr>
          <p:cNvSpPr>
            <a:spLocks xmlns:a="http://schemas.openxmlformats.org/drawingml/2006/main" noGrp="1"/>
          </p:cNvSpPr>
          <p:nvPr/>
        </p:nvSpPr>
        <p:spPr>
          <a:xfrm xmlns:a="http://schemas.openxmlformats.org/drawingml/2006/main">
            <a:off x="3371850" y="9067800"/>
            <a:ext cx="6334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2점  $1.1867  [같은 모델 작업]</a:t>
            </a:r>
          </a:p>
        </p:txBody>
      </p:sp>
      <p:sp>
        <p:nvSpPr>
          <p:cNvPr id="307" name="dp44-v4-summary / n37 / circle">
            <a:extLst xmlns:a="http://schemas.openxmlformats.org/drawingml/2006/main">
              <a:ext uri="{FF2B5EF4-FFF2-40B4-BE49-F238E27FC236}">
                <a16:creationId xmlns:a16="http://schemas.microsoft.com/office/drawing/2014/main" id="{50D95D80-CC3A-4F5B-A5FA-374DCE1DA0C1}"/>
              </a:ext>
            </a:extLst>
          </p:cNvPr>
          <p:cNvSpPr>
            <a:spLocks xmlns:a="http://schemas.openxmlformats.org/drawingml/2006/main" noGrp="1"/>
          </p:cNvSpPr>
          <p:nvPr/>
        </p:nvSpPr>
        <p:spPr>
          <a:xfrm xmlns:a="http://schemas.openxmlformats.org/drawingml/2006/main">
            <a:off x="10001250" y="9086850"/>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08" name="dp44-v4-summary / n38 / circle">
            <a:extLst xmlns:a="http://schemas.openxmlformats.org/drawingml/2006/main">
              <a:ext uri="{FF2B5EF4-FFF2-40B4-BE49-F238E27FC236}">
                <a16:creationId xmlns:a16="http://schemas.microsoft.com/office/drawing/2014/main" id="{F7115333-6C13-430C-8699-A406363F7AB8}"/>
              </a:ext>
            </a:extLst>
          </p:cNvPr>
          <p:cNvSpPr>
            <a:spLocks xmlns:a="http://schemas.openxmlformats.org/drawingml/2006/main" noGrp="1"/>
          </p:cNvSpPr>
          <p:nvPr/>
        </p:nvSpPr>
        <p:spPr>
          <a:xfrm xmlns:a="http://schemas.openxmlformats.org/drawingml/2006/main">
            <a:off x="10172700" y="9086850"/>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09" name="dp44-v4-summary / n39 / circle">
            <a:extLst xmlns:a="http://schemas.openxmlformats.org/drawingml/2006/main">
              <a:ext uri="{FF2B5EF4-FFF2-40B4-BE49-F238E27FC236}">
                <a16:creationId xmlns:a16="http://schemas.microsoft.com/office/drawing/2014/main" id="{1D0B0048-9F5C-4963-91D7-7E13C6AD0B67}"/>
              </a:ext>
            </a:extLst>
          </p:cNvPr>
          <p:cNvSpPr>
            <a:spLocks xmlns:a="http://schemas.openxmlformats.org/drawingml/2006/main" noGrp="1"/>
          </p:cNvSpPr>
          <p:nvPr/>
        </p:nvSpPr>
        <p:spPr>
          <a:xfrm xmlns:a="http://schemas.openxmlformats.org/drawingml/2006/main">
            <a:off x="10344150" y="9086850"/>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10" name="dp44-v4-summary / n40">
            <a:extLst xmlns:a="http://schemas.openxmlformats.org/drawingml/2006/main">
              <a:ext uri="{FF2B5EF4-FFF2-40B4-BE49-F238E27FC236}">
                <a16:creationId xmlns:a16="http://schemas.microsoft.com/office/drawing/2014/main" id="{B7B4C094-D414-4419-9411-9C38A664FEEB}"/>
              </a:ext>
            </a:extLst>
          </p:cNvPr>
          <p:cNvSpPr>
            <a:spLocks xmlns:a="http://schemas.openxmlformats.org/drawingml/2006/main" noGrp="1"/>
          </p:cNvSpPr>
          <p:nvPr/>
        </p:nvSpPr>
        <p:spPr>
          <a:xfrm xmlns:a="http://schemas.openxmlformats.org/drawingml/2006/main">
            <a:off x="10515600" y="9067800"/>
            <a:ext cx="7381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2점  $1.1867  [같은 모델 작업]</a:t>
            </a:r>
          </a:p>
        </p:txBody>
      </p:sp>
      <p:sp>
        <p:nvSpPr>
          <p:cNvPr id="311" name="dp44-v4-summary / n41">
            <a:extLst xmlns:a="http://schemas.openxmlformats.org/drawingml/2006/main">
              <a:ext uri="{FF2B5EF4-FFF2-40B4-BE49-F238E27FC236}">
                <a16:creationId xmlns:a16="http://schemas.microsoft.com/office/drawing/2014/main" id="{0AF5D264-C4B9-4E71-BC85-44733B43EA69}"/>
              </a:ext>
            </a:extLst>
          </p:cNvPr>
          <p:cNvSpPr>
            <a:spLocks xmlns:a="http://schemas.openxmlformats.org/drawingml/2006/main" noGrp="1"/>
          </p:cNvSpPr>
          <p:nvPr/>
        </p:nvSpPr>
        <p:spPr>
          <a:xfrm xmlns:a="http://schemas.openxmlformats.org/drawingml/2006/main">
            <a:off x="381000" y="92487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12" name="dp44-v4-summary / n42">
            <a:extLst xmlns:a="http://schemas.openxmlformats.org/drawingml/2006/main">
              <a:ext uri="{FF2B5EF4-FFF2-40B4-BE49-F238E27FC236}">
                <a16:creationId xmlns:a16="http://schemas.microsoft.com/office/drawing/2014/main" id="{8AC2C3EF-22DF-49E5-8084-36F8264FBF63}"/>
              </a:ext>
            </a:extLst>
          </p:cNvPr>
          <p:cNvSpPr>
            <a:spLocks xmlns:a="http://schemas.openxmlformats.org/drawingml/2006/main" noGrp="1"/>
          </p:cNvSpPr>
          <p:nvPr/>
        </p:nvSpPr>
        <p:spPr>
          <a:xfrm xmlns:a="http://schemas.openxmlformats.org/drawingml/2006/main">
            <a:off x="400050" y="9305925"/>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VIA 변경 용이성</a:t>
            </a:r>
          </a:p>
        </p:txBody>
      </p:sp>
      <p:sp>
        <p:nvSpPr>
          <p:cNvPr id="313" name="dp44-v4-summary / n43 / circle">
            <a:extLst xmlns:a="http://schemas.openxmlformats.org/drawingml/2006/main">
              <a:ext uri="{FF2B5EF4-FFF2-40B4-BE49-F238E27FC236}">
                <a16:creationId xmlns:a16="http://schemas.microsoft.com/office/drawing/2014/main" id="{177FAF63-B03F-4E1B-B704-D3121E093BFC}"/>
              </a:ext>
            </a:extLst>
          </p:cNvPr>
          <p:cNvSpPr>
            <a:spLocks xmlns:a="http://schemas.openxmlformats.org/drawingml/2006/main" noGrp="1"/>
          </p:cNvSpPr>
          <p:nvPr/>
        </p:nvSpPr>
        <p:spPr>
          <a:xfrm xmlns:a="http://schemas.openxmlformats.org/drawingml/2006/main">
            <a:off x="2857500" y="9324975"/>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14" name="dp44-v4-summary / n44 / circle">
            <a:extLst xmlns:a="http://schemas.openxmlformats.org/drawingml/2006/main">
              <a:ext uri="{FF2B5EF4-FFF2-40B4-BE49-F238E27FC236}">
                <a16:creationId xmlns:a16="http://schemas.microsoft.com/office/drawing/2014/main" id="{3FB51212-C40B-42CA-8E93-3FE12E5404C5}"/>
              </a:ext>
            </a:extLst>
          </p:cNvPr>
          <p:cNvSpPr>
            <a:spLocks xmlns:a="http://schemas.openxmlformats.org/drawingml/2006/main" noGrp="1"/>
          </p:cNvSpPr>
          <p:nvPr/>
        </p:nvSpPr>
        <p:spPr>
          <a:xfrm xmlns:a="http://schemas.openxmlformats.org/drawingml/2006/main">
            <a:off x="3028950" y="9324975"/>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15" name="dp44-v4-summary / n44 / half">
            <a:extLst xmlns:a="http://schemas.openxmlformats.org/drawingml/2006/main">
              <a:ext uri="{FF2B5EF4-FFF2-40B4-BE49-F238E27FC236}">
                <a16:creationId xmlns:a16="http://schemas.microsoft.com/office/drawing/2014/main" id="{BDB5E64C-814C-4BD5-9615-D2857D3ECC39}"/>
              </a:ext>
            </a:extLst>
          </p:cNvPr>
          <p:cNvSpPr>
            <a:spLocks xmlns:a="http://schemas.openxmlformats.org/drawingml/2006/main" noGrp="1"/>
          </p:cNvSpPr>
          <p:nvPr/>
        </p:nvSpPr>
        <p:spPr>
          <a:xfrm xmlns:a="http://schemas.openxmlformats.org/drawingml/2006/main">
            <a:off x="3028950" y="9324975"/>
            <a:ext cx="133350" cy="133350"/>
          </a:xfrm>
          <a:custGeom xmlns:a="http://schemas.openxmlformats.org/drawingml/2006/main">
            <a:pathLst>
              <a:path w="133350" h="133350">
                <a:moveTo>
                  <a:pt x="66675" y="0"/>
                </a:moveTo>
                <a:lnTo>
                  <a:pt x="60140" y="321"/>
                </a:lnTo>
                <a:lnTo>
                  <a:pt x="53667" y="1281"/>
                </a:lnTo>
                <a:lnTo>
                  <a:pt x="47320" y="2871"/>
                </a:lnTo>
                <a:lnTo>
                  <a:pt x="41160" y="5075"/>
                </a:lnTo>
                <a:lnTo>
                  <a:pt x="35245" y="7873"/>
                </a:lnTo>
                <a:lnTo>
                  <a:pt x="29632" y="11237"/>
                </a:lnTo>
                <a:lnTo>
                  <a:pt x="24377" y="15135"/>
                </a:lnTo>
                <a:lnTo>
                  <a:pt x="19529" y="19529"/>
                </a:lnTo>
                <a:lnTo>
                  <a:pt x="15135" y="24377"/>
                </a:lnTo>
                <a:lnTo>
                  <a:pt x="11237" y="29632"/>
                </a:lnTo>
                <a:lnTo>
                  <a:pt x="7873" y="35245"/>
                </a:lnTo>
                <a:lnTo>
                  <a:pt x="5075" y="41160"/>
                </a:lnTo>
                <a:lnTo>
                  <a:pt x="2871" y="47320"/>
                </a:lnTo>
                <a:lnTo>
                  <a:pt x="1281" y="53667"/>
                </a:lnTo>
                <a:lnTo>
                  <a:pt x="321" y="60140"/>
                </a:lnTo>
                <a:lnTo>
                  <a:pt x="0" y="66675"/>
                </a:lnTo>
                <a:lnTo>
                  <a:pt x="321" y="73210"/>
                </a:lnTo>
                <a:lnTo>
                  <a:pt x="1281" y="79683"/>
                </a:lnTo>
                <a:lnTo>
                  <a:pt x="2871" y="86030"/>
                </a:lnTo>
                <a:lnTo>
                  <a:pt x="5075" y="92190"/>
                </a:lnTo>
                <a:lnTo>
                  <a:pt x="7873" y="98105"/>
                </a:lnTo>
                <a:lnTo>
                  <a:pt x="11237" y="103718"/>
                </a:lnTo>
                <a:lnTo>
                  <a:pt x="15135" y="108973"/>
                </a:lnTo>
                <a:lnTo>
                  <a:pt x="19529" y="113821"/>
                </a:lnTo>
                <a:lnTo>
                  <a:pt x="24377" y="118215"/>
                </a:lnTo>
                <a:lnTo>
                  <a:pt x="29632" y="122113"/>
                </a:lnTo>
                <a:lnTo>
                  <a:pt x="35245" y="125477"/>
                </a:lnTo>
                <a:lnTo>
                  <a:pt x="41160" y="128275"/>
                </a:lnTo>
                <a:lnTo>
                  <a:pt x="47320" y="130479"/>
                </a:lnTo>
                <a:lnTo>
                  <a:pt x="53667" y="132069"/>
                </a:lnTo>
                <a:lnTo>
                  <a:pt x="60140" y="133029"/>
                </a:lnTo>
                <a:lnTo>
                  <a:pt x="66675" y="133350"/>
                </a:lnTo>
                <a:close/>
              </a:path>
            </a:pathLst>
          </a:custGeom>
          <a:solidFill xmlns:a="http://schemas.openxmlformats.org/drawingml/2006/main">
            <a:srgbClr val="18232E"/>
          </a:solidFill>
          <a:ln xmlns:a="http://schemas.openxmlformats.org/drawingml/2006/main" w="0">
            <a:noFill/>
          </a:ln>
        </p:spPr>
      </p:sp>
      <p:sp>
        <p:nvSpPr>
          <p:cNvPr id="316" name="dp44-v4-summary / n45 / circle">
            <a:extLst xmlns:a="http://schemas.openxmlformats.org/drawingml/2006/main">
              <a:ext uri="{FF2B5EF4-FFF2-40B4-BE49-F238E27FC236}">
                <a16:creationId xmlns:a16="http://schemas.microsoft.com/office/drawing/2014/main" id="{8990D58C-C3E8-4311-A5F0-08BFC55B71C6}"/>
              </a:ext>
            </a:extLst>
          </p:cNvPr>
          <p:cNvSpPr>
            <a:spLocks xmlns:a="http://schemas.openxmlformats.org/drawingml/2006/main" noGrp="1"/>
          </p:cNvSpPr>
          <p:nvPr/>
        </p:nvSpPr>
        <p:spPr>
          <a:xfrm xmlns:a="http://schemas.openxmlformats.org/drawingml/2006/main">
            <a:off x="3200400" y="9324975"/>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17" name="dp44-v4-summary / n46">
            <a:extLst xmlns:a="http://schemas.openxmlformats.org/drawingml/2006/main">
              <a:ext uri="{FF2B5EF4-FFF2-40B4-BE49-F238E27FC236}">
                <a16:creationId xmlns:a16="http://schemas.microsoft.com/office/drawing/2014/main" id="{366141A6-80E9-4EB3-BCA2-EA58C0DA8C7B}"/>
              </a:ext>
            </a:extLst>
          </p:cNvPr>
          <p:cNvSpPr>
            <a:spLocks xmlns:a="http://schemas.openxmlformats.org/drawingml/2006/main" noGrp="1"/>
          </p:cNvSpPr>
          <p:nvPr/>
        </p:nvSpPr>
        <p:spPr>
          <a:xfrm xmlns:a="http://schemas.openxmlformats.org/drawingml/2006/main">
            <a:off x="3371850" y="9305925"/>
            <a:ext cx="6334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3점  2.167개  [후속 규칙의 내부 변경]</a:t>
            </a:r>
          </a:p>
        </p:txBody>
      </p:sp>
      <p:sp>
        <p:nvSpPr>
          <p:cNvPr id="318" name="dp44-v4-summary / n47 / circle">
            <a:extLst xmlns:a="http://schemas.openxmlformats.org/drawingml/2006/main">
              <a:ext uri="{FF2B5EF4-FFF2-40B4-BE49-F238E27FC236}">
                <a16:creationId xmlns:a16="http://schemas.microsoft.com/office/drawing/2014/main" id="{90CC1C77-B46A-464B-9EF9-DE8A06C2E273}"/>
              </a:ext>
            </a:extLst>
          </p:cNvPr>
          <p:cNvSpPr>
            <a:spLocks xmlns:a="http://schemas.openxmlformats.org/drawingml/2006/main" noGrp="1"/>
          </p:cNvSpPr>
          <p:nvPr/>
        </p:nvSpPr>
        <p:spPr>
          <a:xfrm xmlns:a="http://schemas.openxmlformats.org/drawingml/2006/main">
            <a:off x="10001250" y="9324975"/>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19" name="dp44-v4-summary / n48 / circle">
            <a:extLst xmlns:a="http://schemas.openxmlformats.org/drawingml/2006/main">
              <a:ext uri="{FF2B5EF4-FFF2-40B4-BE49-F238E27FC236}">
                <a16:creationId xmlns:a16="http://schemas.microsoft.com/office/drawing/2014/main" id="{A820ECE8-7223-4198-BAE3-3D865A384B90}"/>
              </a:ext>
            </a:extLst>
          </p:cNvPr>
          <p:cNvSpPr>
            <a:spLocks xmlns:a="http://schemas.openxmlformats.org/drawingml/2006/main" noGrp="1"/>
          </p:cNvSpPr>
          <p:nvPr/>
        </p:nvSpPr>
        <p:spPr>
          <a:xfrm xmlns:a="http://schemas.openxmlformats.org/drawingml/2006/main">
            <a:off x="10172700" y="9324975"/>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20" name="dp44-v4-summary / n48 / half">
            <a:extLst xmlns:a="http://schemas.openxmlformats.org/drawingml/2006/main">
              <a:ext uri="{FF2B5EF4-FFF2-40B4-BE49-F238E27FC236}">
                <a16:creationId xmlns:a16="http://schemas.microsoft.com/office/drawing/2014/main" id="{9F3AEFBB-D3CE-48C9-88FE-2E1D09EE18FC}"/>
              </a:ext>
            </a:extLst>
          </p:cNvPr>
          <p:cNvSpPr>
            <a:spLocks xmlns:a="http://schemas.openxmlformats.org/drawingml/2006/main" noGrp="1"/>
          </p:cNvSpPr>
          <p:nvPr/>
        </p:nvSpPr>
        <p:spPr>
          <a:xfrm xmlns:a="http://schemas.openxmlformats.org/drawingml/2006/main">
            <a:off x="10172700" y="9324975"/>
            <a:ext cx="133350" cy="133350"/>
          </a:xfrm>
          <a:custGeom xmlns:a="http://schemas.openxmlformats.org/drawingml/2006/main">
            <a:pathLst>
              <a:path w="133350" h="133350">
                <a:moveTo>
                  <a:pt x="66675" y="0"/>
                </a:moveTo>
                <a:lnTo>
                  <a:pt x="60140" y="321"/>
                </a:lnTo>
                <a:lnTo>
                  <a:pt x="53667" y="1281"/>
                </a:lnTo>
                <a:lnTo>
                  <a:pt x="47320" y="2871"/>
                </a:lnTo>
                <a:lnTo>
                  <a:pt x="41160" y="5075"/>
                </a:lnTo>
                <a:lnTo>
                  <a:pt x="35245" y="7873"/>
                </a:lnTo>
                <a:lnTo>
                  <a:pt x="29632" y="11237"/>
                </a:lnTo>
                <a:lnTo>
                  <a:pt x="24377" y="15135"/>
                </a:lnTo>
                <a:lnTo>
                  <a:pt x="19529" y="19529"/>
                </a:lnTo>
                <a:lnTo>
                  <a:pt x="15135" y="24377"/>
                </a:lnTo>
                <a:lnTo>
                  <a:pt x="11237" y="29632"/>
                </a:lnTo>
                <a:lnTo>
                  <a:pt x="7873" y="35245"/>
                </a:lnTo>
                <a:lnTo>
                  <a:pt x="5075" y="41160"/>
                </a:lnTo>
                <a:lnTo>
                  <a:pt x="2871" y="47320"/>
                </a:lnTo>
                <a:lnTo>
                  <a:pt x="1281" y="53667"/>
                </a:lnTo>
                <a:lnTo>
                  <a:pt x="321" y="60140"/>
                </a:lnTo>
                <a:lnTo>
                  <a:pt x="0" y="66675"/>
                </a:lnTo>
                <a:lnTo>
                  <a:pt x="321" y="73210"/>
                </a:lnTo>
                <a:lnTo>
                  <a:pt x="1281" y="79683"/>
                </a:lnTo>
                <a:lnTo>
                  <a:pt x="2871" y="86030"/>
                </a:lnTo>
                <a:lnTo>
                  <a:pt x="5075" y="92190"/>
                </a:lnTo>
                <a:lnTo>
                  <a:pt x="7873" y="98105"/>
                </a:lnTo>
                <a:lnTo>
                  <a:pt x="11237" y="103718"/>
                </a:lnTo>
                <a:lnTo>
                  <a:pt x="15135" y="108973"/>
                </a:lnTo>
                <a:lnTo>
                  <a:pt x="19529" y="113821"/>
                </a:lnTo>
                <a:lnTo>
                  <a:pt x="24377" y="118215"/>
                </a:lnTo>
                <a:lnTo>
                  <a:pt x="29632" y="122113"/>
                </a:lnTo>
                <a:lnTo>
                  <a:pt x="35245" y="125477"/>
                </a:lnTo>
                <a:lnTo>
                  <a:pt x="41160" y="128275"/>
                </a:lnTo>
                <a:lnTo>
                  <a:pt x="47320" y="130479"/>
                </a:lnTo>
                <a:lnTo>
                  <a:pt x="53667" y="132069"/>
                </a:lnTo>
                <a:lnTo>
                  <a:pt x="60140" y="133029"/>
                </a:lnTo>
                <a:lnTo>
                  <a:pt x="66675" y="133350"/>
                </a:lnTo>
                <a:close/>
              </a:path>
            </a:pathLst>
          </a:custGeom>
          <a:solidFill xmlns:a="http://schemas.openxmlformats.org/drawingml/2006/main">
            <a:srgbClr val="18232E"/>
          </a:solidFill>
          <a:ln xmlns:a="http://schemas.openxmlformats.org/drawingml/2006/main" w="0">
            <a:noFill/>
          </a:ln>
        </p:spPr>
      </p:sp>
      <p:sp>
        <p:nvSpPr>
          <p:cNvPr id="321" name="dp44-v4-summary / n49 / circle">
            <a:extLst xmlns:a="http://schemas.openxmlformats.org/drawingml/2006/main">
              <a:ext uri="{FF2B5EF4-FFF2-40B4-BE49-F238E27FC236}">
                <a16:creationId xmlns:a16="http://schemas.microsoft.com/office/drawing/2014/main" id="{476805B6-E182-4810-964A-F3AA67B704DA}"/>
              </a:ext>
            </a:extLst>
          </p:cNvPr>
          <p:cNvSpPr>
            <a:spLocks xmlns:a="http://schemas.openxmlformats.org/drawingml/2006/main" noGrp="1"/>
          </p:cNvSpPr>
          <p:nvPr/>
        </p:nvSpPr>
        <p:spPr>
          <a:xfrm xmlns:a="http://schemas.openxmlformats.org/drawingml/2006/main">
            <a:off x="10344150" y="9324975"/>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22" name="dp44-v4-summary / n50">
            <a:extLst xmlns:a="http://schemas.openxmlformats.org/drawingml/2006/main">
              <a:ext uri="{FF2B5EF4-FFF2-40B4-BE49-F238E27FC236}">
                <a16:creationId xmlns:a16="http://schemas.microsoft.com/office/drawing/2014/main" id="{3CF72B5E-D9A3-47EB-BA3F-5B93B5592801}"/>
              </a:ext>
            </a:extLst>
          </p:cNvPr>
          <p:cNvSpPr>
            <a:spLocks xmlns:a="http://schemas.openxmlformats.org/drawingml/2006/main" noGrp="1"/>
          </p:cNvSpPr>
          <p:nvPr/>
        </p:nvSpPr>
        <p:spPr>
          <a:xfrm xmlns:a="http://schemas.openxmlformats.org/drawingml/2006/main">
            <a:off x="10515600" y="9305925"/>
            <a:ext cx="7381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3점  2.167개  [안정된 단계 계약 유지]</a:t>
            </a:r>
          </a:p>
        </p:txBody>
      </p:sp>
      <p:sp>
        <p:nvSpPr>
          <p:cNvPr id="323" name="dp44-v4-summary / n51">
            <a:extLst xmlns:a="http://schemas.openxmlformats.org/drawingml/2006/main">
              <a:ext uri="{FF2B5EF4-FFF2-40B4-BE49-F238E27FC236}">
                <a16:creationId xmlns:a16="http://schemas.microsoft.com/office/drawing/2014/main" id="{46A81CFB-A933-47EB-83F6-C2FB55E62228}"/>
              </a:ext>
            </a:extLst>
          </p:cNvPr>
          <p:cNvSpPr>
            <a:spLocks xmlns:a="http://schemas.openxmlformats.org/drawingml/2006/main" noGrp="1"/>
          </p:cNvSpPr>
          <p:nvPr/>
        </p:nvSpPr>
        <p:spPr>
          <a:xfrm xmlns:a="http://schemas.openxmlformats.org/drawingml/2006/main">
            <a:off x="381000" y="94869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24" name="dp44-v4-summary / n52">
            <a:extLst xmlns:a="http://schemas.openxmlformats.org/drawingml/2006/main">
              <a:ext uri="{FF2B5EF4-FFF2-40B4-BE49-F238E27FC236}">
                <a16:creationId xmlns:a16="http://schemas.microsoft.com/office/drawing/2014/main" id="{3987862B-DA94-4304-AFC0-0C0A511C5F71}"/>
              </a:ext>
            </a:extLst>
          </p:cNvPr>
          <p:cNvSpPr>
            <a:spLocks xmlns:a="http://schemas.openxmlformats.org/drawingml/2006/main" noGrp="1"/>
          </p:cNvSpPr>
          <p:nvPr/>
        </p:nvSpPr>
        <p:spPr>
          <a:xfrm xmlns:a="http://schemas.openxmlformats.org/drawingml/2006/main">
            <a:off x="400050" y="9544050"/>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로컬 VIA 메모리 사용량</a:t>
            </a:r>
          </a:p>
        </p:txBody>
      </p:sp>
      <p:sp>
        <p:nvSpPr>
          <p:cNvPr id="325" name="dp44-v4-summary / n53 / circle">
            <a:extLst xmlns:a="http://schemas.openxmlformats.org/drawingml/2006/main">
              <a:ext uri="{FF2B5EF4-FFF2-40B4-BE49-F238E27FC236}">
                <a16:creationId xmlns:a16="http://schemas.microsoft.com/office/drawing/2014/main" id="{F17C2B25-F872-4B47-B995-138EE2BBEA4F}"/>
              </a:ext>
            </a:extLst>
          </p:cNvPr>
          <p:cNvSpPr>
            <a:spLocks xmlns:a="http://schemas.openxmlformats.org/drawingml/2006/main" noGrp="1"/>
          </p:cNvSpPr>
          <p:nvPr/>
        </p:nvSpPr>
        <p:spPr>
          <a:xfrm xmlns:a="http://schemas.openxmlformats.org/drawingml/2006/main">
            <a:off x="2857500" y="9563100"/>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26" name="dp44-v4-summary / n54 / circle">
            <a:extLst xmlns:a="http://schemas.openxmlformats.org/drawingml/2006/main">
              <a:ext uri="{FF2B5EF4-FFF2-40B4-BE49-F238E27FC236}">
                <a16:creationId xmlns:a16="http://schemas.microsoft.com/office/drawing/2014/main" id="{E0A1A246-7339-44C2-A8C1-81720379EA5E}"/>
              </a:ext>
            </a:extLst>
          </p:cNvPr>
          <p:cNvSpPr>
            <a:spLocks xmlns:a="http://schemas.openxmlformats.org/drawingml/2006/main" noGrp="1"/>
          </p:cNvSpPr>
          <p:nvPr/>
        </p:nvSpPr>
        <p:spPr>
          <a:xfrm xmlns:a="http://schemas.openxmlformats.org/drawingml/2006/main">
            <a:off x="3028950" y="9563100"/>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27" name="dp44-v4-summary / n55 / circle">
            <a:extLst xmlns:a="http://schemas.openxmlformats.org/drawingml/2006/main">
              <a:ext uri="{FF2B5EF4-FFF2-40B4-BE49-F238E27FC236}">
                <a16:creationId xmlns:a16="http://schemas.microsoft.com/office/drawing/2014/main" id="{78E9593F-12B3-4E12-A7B5-B50D7AC448F6}"/>
              </a:ext>
            </a:extLst>
          </p:cNvPr>
          <p:cNvSpPr>
            <a:spLocks xmlns:a="http://schemas.openxmlformats.org/drawingml/2006/main" noGrp="1"/>
          </p:cNvSpPr>
          <p:nvPr/>
        </p:nvSpPr>
        <p:spPr>
          <a:xfrm xmlns:a="http://schemas.openxmlformats.org/drawingml/2006/main">
            <a:off x="3200400" y="9563100"/>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28" name="dp44-v4-summary / n56">
            <a:extLst xmlns:a="http://schemas.openxmlformats.org/drawingml/2006/main">
              <a:ext uri="{FF2B5EF4-FFF2-40B4-BE49-F238E27FC236}">
                <a16:creationId xmlns:a16="http://schemas.microsoft.com/office/drawing/2014/main" id="{B5F7EA6C-6ECD-4B7B-8F8E-F5E9057104B5}"/>
              </a:ext>
            </a:extLst>
          </p:cNvPr>
          <p:cNvSpPr>
            <a:spLocks xmlns:a="http://schemas.openxmlformats.org/drawingml/2006/main" noGrp="1"/>
          </p:cNvSpPr>
          <p:nvPr/>
        </p:nvSpPr>
        <p:spPr>
          <a:xfrm xmlns:a="http://schemas.openxmlformats.org/drawingml/2006/main">
            <a:off x="3371850" y="9544050"/>
            <a:ext cx="6334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4점  1,792MiB  [중앙 상태와 대기열]</a:t>
            </a:r>
          </a:p>
        </p:txBody>
      </p:sp>
      <p:sp>
        <p:nvSpPr>
          <p:cNvPr id="329" name="dp44-v4-summary / n57 / circle">
            <a:extLst xmlns:a="http://schemas.openxmlformats.org/drawingml/2006/main">
              <a:ext uri="{FF2B5EF4-FFF2-40B4-BE49-F238E27FC236}">
                <a16:creationId xmlns:a16="http://schemas.microsoft.com/office/drawing/2014/main" id="{7B6ED375-2EE7-455A-A76D-BA5F742E59CA}"/>
              </a:ext>
            </a:extLst>
          </p:cNvPr>
          <p:cNvSpPr>
            <a:spLocks xmlns:a="http://schemas.openxmlformats.org/drawingml/2006/main" noGrp="1"/>
          </p:cNvSpPr>
          <p:nvPr/>
        </p:nvSpPr>
        <p:spPr>
          <a:xfrm xmlns:a="http://schemas.openxmlformats.org/drawingml/2006/main">
            <a:off x="10001250" y="9563100"/>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30" name="dp44-v4-summary / n58 / circle">
            <a:extLst xmlns:a="http://schemas.openxmlformats.org/drawingml/2006/main">
              <a:ext uri="{FF2B5EF4-FFF2-40B4-BE49-F238E27FC236}">
                <a16:creationId xmlns:a16="http://schemas.microsoft.com/office/drawing/2014/main" id="{98DD14BF-4C65-48A0-8769-248AA3BD3863}"/>
              </a:ext>
            </a:extLst>
          </p:cNvPr>
          <p:cNvSpPr>
            <a:spLocks xmlns:a="http://schemas.openxmlformats.org/drawingml/2006/main" noGrp="1"/>
          </p:cNvSpPr>
          <p:nvPr/>
        </p:nvSpPr>
        <p:spPr>
          <a:xfrm xmlns:a="http://schemas.openxmlformats.org/drawingml/2006/main">
            <a:off x="10172700" y="9563100"/>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31" name="dp44-v4-summary / n59 / circle">
            <a:extLst xmlns:a="http://schemas.openxmlformats.org/drawingml/2006/main">
              <a:ext uri="{FF2B5EF4-FFF2-40B4-BE49-F238E27FC236}">
                <a16:creationId xmlns:a16="http://schemas.microsoft.com/office/drawing/2014/main" id="{332F49DA-3EC8-45DF-B1B6-403DD6C444C1}"/>
              </a:ext>
            </a:extLst>
          </p:cNvPr>
          <p:cNvSpPr>
            <a:spLocks xmlns:a="http://schemas.openxmlformats.org/drawingml/2006/main" noGrp="1"/>
          </p:cNvSpPr>
          <p:nvPr/>
        </p:nvSpPr>
        <p:spPr>
          <a:xfrm xmlns:a="http://schemas.openxmlformats.org/drawingml/2006/main">
            <a:off x="10344150" y="9563100"/>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32" name="dp44-v4-summary / n60">
            <a:extLst xmlns:a="http://schemas.openxmlformats.org/drawingml/2006/main">
              <a:ext uri="{FF2B5EF4-FFF2-40B4-BE49-F238E27FC236}">
                <a16:creationId xmlns:a16="http://schemas.microsoft.com/office/drawing/2014/main" id="{FECA673C-9C22-4FD7-955C-FD50F80F1FB4}"/>
              </a:ext>
            </a:extLst>
          </p:cNvPr>
          <p:cNvSpPr>
            <a:spLocks xmlns:a="http://schemas.openxmlformats.org/drawingml/2006/main" noGrp="1"/>
          </p:cNvSpPr>
          <p:nvPr/>
        </p:nvSpPr>
        <p:spPr>
          <a:xfrm xmlns:a="http://schemas.openxmlformats.org/drawingml/2006/main">
            <a:off x="10515600" y="9544050"/>
            <a:ext cx="7381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4점  1,840MiB  [Window와 채널 +48MiB]</a:t>
            </a:r>
          </a:p>
        </p:txBody>
      </p:sp>
      <p:sp>
        <p:nvSpPr>
          <p:cNvPr id="333" name="dp44-v4-summary / n61">
            <a:extLst xmlns:a="http://schemas.openxmlformats.org/drawingml/2006/main">
              <a:ext uri="{FF2B5EF4-FFF2-40B4-BE49-F238E27FC236}">
                <a16:creationId xmlns:a16="http://schemas.microsoft.com/office/drawing/2014/main" id="{4F4F1D90-AC4C-48F9-AF7F-E0043083B340}"/>
              </a:ext>
            </a:extLst>
          </p:cNvPr>
          <p:cNvSpPr>
            <a:spLocks xmlns:a="http://schemas.openxmlformats.org/drawingml/2006/main" noGrp="1"/>
          </p:cNvSpPr>
          <p:nvPr/>
        </p:nvSpPr>
        <p:spPr>
          <a:xfrm xmlns:a="http://schemas.openxmlformats.org/drawingml/2006/main">
            <a:off x="381000" y="9810750"/>
            <a:ext cx="17526000"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F6B77"/>
                </a:solidFill>
                <a:latin typeface="Apple SD Gothic Neo"/>
                <a:ea typeface="Apple SD Gothic Neo"/>
                <a:cs typeface="Apple SD Gothic Neo"/>
              </a:defRPr>
            </a:pPr>
            <a:r>
              <a:rPr sz="1125" b="0">
                <a:solidFill>
                  <a:srgbClr val="5F6B77"/>
                </a:solidFill>
                <a:latin typeface="Apple SD Gothic Neo"/>
                <a:ea typeface="Apple SD Gothic Neo"/>
                <a:cs typeface="Apple SD Gothic Neo"/>
              </a:rPr>
              <a:t>양안 모두 비동기와 병렬 실행 / 짧은 전이 비용의 기본 상황</a:t>
            </a:r>
          </a:p>
        </p:txBody>
      </p:sp>
      <p:sp>
        <p:nvSpPr>
          <p:cNvPr id="334" name="dp44-v4-summary / n62">
            <a:extLst xmlns:a="http://schemas.openxmlformats.org/drawingml/2006/main">
              <a:ext uri="{FF2B5EF4-FFF2-40B4-BE49-F238E27FC236}">
                <a16:creationId xmlns:a16="http://schemas.microsoft.com/office/drawing/2014/main" id="{AC31381F-1E1B-4BA8-A59B-19CC52E1D73A}"/>
              </a:ext>
            </a:extLst>
          </p:cNvPr>
          <p:cNvSpPr>
            <a:spLocks xmlns:a="http://schemas.openxmlformats.org/drawingml/2006/main" noGrp="1"/>
          </p:cNvSpPr>
          <p:nvPr/>
        </p:nvSpPr>
        <p:spPr>
          <a:xfrm xmlns:a="http://schemas.openxmlformats.org/drawingml/2006/main">
            <a:off x="381000" y="10067925"/>
            <a:ext cx="175260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5F6B77"/>
                </a:solidFill>
                <a:latin typeface="Apple SD Gothic Neo"/>
                <a:ea typeface="Apple SD Gothic Neo"/>
                <a:cs typeface="Apple SD Gothic Neo"/>
              </a:defRPr>
            </a:pPr>
            <a:r>
              <a:rPr sz="1050" b="0">
                <a:solidFill>
                  <a:srgbClr val="5F6B77"/>
                </a:solidFill>
                <a:latin typeface="Apple SD Gothic Neo"/>
                <a:ea typeface="Apple SD Gothic Neo"/>
                <a:cs typeface="Apple SD Gothic Neo"/>
              </a:rPr>
              <a:t>사고 실험 가정값 / ASR-QA-v5 기준 / 실제 측정 전 / 보호 조건 별도 / 상세 비교 다음 장</a:t>
            </a:r>
          </a:p>
        </p:txBody>
      </p:sp>
      <p:sp>
        <p:nvSpPr>
          <p:cNvPr id="41" name="dp44-comparison / legend_continuation_0">
            <a:extLst xmlns:a="http://schemas.openxmlformats.org/drawingml/2006/main">
              <a:ext uri="{FF2B5EF4-FFF2-40B4-BE49-F238E27FC236}">
                <a16:creationId xmlns:a16="http://schemas.microsoft.com/office/drawing/2014/main" id="{15518DFA-8989-4E95-ACD7-FA670AC3ED65}"/>
              </a:ext>
            </a:extLst>
          </p:cNvPr>
          <p:cNvSpPr>
            <a:spLocks xmlns:a="http://schemas.openxmlformats.org/drawingml/2006/main" noGrp="1"/>
          </p:cNvSpPr>
          <p:nvPr/>
        </p:nvSpPr>
        <p:spPr>
          <a:xfrm xmlns:a="http://schemas.openxmlformats.org/drawingml/2006/main">
            <a:off x="447675" y="3257550"/>
            <a:ext cx="819150" cy="42005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42" name="dp44-comparison / legend_continuation_1 / text 1">
            <a:extLst xmlns:a="http://schemas.openxmlformats.org/drawingml/2006/main">
              <a:ext uri="{FF2B5EF4-FFF2-40B4-BE49-F238E27FC236}">
                <a16:creationId xmlns:a16="http://schemas.microsoft.com/office/drawing/2014/main" id="{A2AD2E74-D43F-4EDB-AE67-0DC05EDD76D9}"/>
              </a:ext>
            </a:extLst>
          </p:cNvPr>
          <p:cNvSpPr>
            <a:spLocks xmlns:a="http://schemas.openxmlformats.org/drawingml/2006/main" noGrp="1"/>
          </p:cNvSpPr>
          <p:nvPr/>
        </p:nvSpPr>
        <p:spPr>
          <a:xfrm xmlns:a="http://schemas.openxmlformats.org/drawingml/2006/main">
            <a:off x="466725" y="3329559"/>
            <a:ext cx="781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Legend</a:t>
            </a:r>
          </a:p>
        </p:txBody>
      </p:sp>
      <p:sp>
        <p:nvSpPr>
          <p:cNvPr id="43" name="dp44-comparison / legend_continuation_2">
            <a:extLst xmlns:a="http://schemas.openxmlformats.org/drawingml/2006/main">
              <a:ext uri="{FF2B5EF4-FFF2-40B4-BE49-F238E27FC236}">
                <a16:creationId xmlns:a16="http://schemas.microsoft.com/office/drawing/2014/main" id="{0A5C9E66-6249-4AE1-8A11-8B38E5D503A4}"/>
              </a:ext>
            </a:extLst>
          </p:cNvPr>
          <p:cNvSpPr>
            <a:spLocks xmlns:a="http://schemas.openxmlformats.org/drawingml/2006/main" noGrp="1"/>
          </p:cNvSpPr>
          <p:nvPr/>
        </p:nvSpPr>
        <p:spPr>
          <a:xfrm xmlns:a="http://schemas.openxmlformats.org/drawingml/2006/main">
            <a:off x="504825" y="3553587"/>
            <a:ext cx="704850" cy="216027"/>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44" name="dp44-comparison / legend_continuation_3 / text 1">
            <a:extLst xmlns:a="http://schemas.openxmlformats.org/drawingml/2006/main">
              <a:ext uri="{FF2B5EF4-FFF2-40B4-BE49-F238E27FC236}">
                <a16:creationId xmlns:a16="http://schemas.microsoft.com/office/drawing/2014/main" id="{7128053D-304D-45CC-80A4-929726EFD944}"/>
              </a:ext>
            </a:extLst>
          </p:cNvPr>
          <p:cNvSpPr>
            <a:spLocks xmlns:a="http://schemas.openxmlformats.org/drawingml/2006/main" noGrp="1"/>
          </p:cNvSpPr>
          <p:nvPr/>
        </p:nvSpPr>
        <p:spPr>
          <a:xfrm xmlns:a="http://schemas.openxmlformats.org/drawingml/2006/main">
            <a:off x="590550" y="3609594"/>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Component</a:t>
            </a:r>
          </a:p>
        </p:txBody>
      </p:sp>
      <p:sp>
        <p:nvSpPr>
          <p:cNvPr id="45" name="dp44-comparison / legend_continuation_4 / text 1">
            <a:extLst xmlns:a="http://schemas.openxmlformats.org/drawingml/2006/main">
              <a:ext uri="{FF2B5EF4-FFF2-40B4-BE49-F238E27FC236}">
                <a16:creationId xmlns:a16="http://schemas.microsoft.com/office/drawing/2014/main" id="{CA8EE084-F777-4C1D-8293-DF70087184AB}"/>
              </a:ext>
            </a:extLst>
          </p:cNvPr>
          <p:cNvSpPr>
            <a:spLocks xmlns:a="http://schemas.openxmlformats.org/drawingml/2006/main" noGrp="1"/>
          </p:cNvSpPr>
          <p:nvPr/>
        </p:nvSpPr>
        <p:spPr>
          <a:xfrm xmlns:a="http://schemas.openxmlformats.org/drawingml/2006/main">
            <a:off x="514350" y="3793617"/>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논리 책임</a:t>
            </a:r>
          </a:p>
        </p:txBody>
      </p:sp>
      <p:sp>
        <p:nvSpPr>
          <p:cNvPr id="46" name="dp44-comparison / legend_continuation_5">
            <a:extLst xmlns:a="http://schemas.openxmlformats.org/drawingml/2006/main">
              <a:ext uri="{FF2B5EF4-FFF2-40B4-BE49-F238E27FC236}">
                <a16:creationId xmlns:a16="http://schemas.microsoft.com/office/drawing/2014/main" id="{D34AA399-BC8E-4FEB-B95E-60B49EC43882}"/>
              </a:ext>
            </a:extLst>
          </p:cNvPr>
          <p:cNvSpPr>
            <a:spLocks xmlns:a="http://schemas.openxmlformats.org/drawingml/2006/main" noGrp="1"/>
          </p:cNvSpPr>
          <p:nvPr/>
        </p:nvSpPr>
        <p:spPr>
          <a:xfrm xmlns:a="http://schemas.openxmlformats.org/drawingml/2006/main">
            <a:off x="504825" y="4025646"/>
            <a:ext cx="704850" cy="216027"/>
          </a:xfrm>
          <a:prstGeom xmlns:a="http://schemas.openxmlformats.org/drawingml/2006/main" prst="roundRect">
            <a:avLst>
              <a:gd name="adj" fmla="val 35273"/>
            </a:avLst>
          </a:prstGeom>
          <a:solidFill xmlns:a="http://schemas.openxmlformats.org/drawingml/2006/main">
            <a:srgbClr val="FFFFFF"/>
          </a:solidFill>
          <a:ln xmlns:a="http://schemas.openxmlformats.org/drawingml/2006/main" w="9525">
            <a:solidFill>
              <a:srgbClr val="000000"/>
            </a:solidFill>
            <a:prstDash val="solid"/>
          </a:ln>
        </p:spPr>
      </p:sp>
      <p:sp>
        <p:nvSpPr>
          <p:cNvPr id="47" name="dp44-comparison / legend_continuation_6 / text 1">
            <a:extLst xmlns:a="http://schemas.openxmlformats.org/drawingml/2006/main">
              <a:ext uri="{FF2B5EF4-FFF2-40B4-BE49-F238E27FC236}">
                <a16:creationId xmlns:a16="http://schemas.microsoft.com/office/drawing/2014/main" id="{8126E048-00C7-4B07-A982-6D22A4800066}"/>
              </a:ext>
            </a:extLst>
          </p:cNvPr>
          <p:cNvSpPr>
            <a:spLocks xmlns:a="http://schemas.openxmlformats.org/drawingml/2006/main" noGrp="1"/>
          </p:cNvSpPr>
          <p:nvPr/>
        </p:nvSpPr>
        <p:spPr>
          <a:xfrm xmlns:a="http://schemas.openxmlformats.org/drawingml/2006/main">
            <a:off x="590550" y="4081653"/>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Module</a:t>
            </a:r>
          </a:p>
        </p:txBody>
      </p:sp>
      <p:sp>
        <p:nvSpPr>
          <p:cNvPr id="48" name="dp44-comparison / legend_continuation_7 / text 1">
            <a:extLst xmlns:a="http://schemas.openxmlformats.org/drawingml/2006/main">
              <a:ext uri="{FF2B5EF4-FFF2-40B4-BE49-F238E27FC236}">
                <a16:creationId xmlns:a16="http://schemas.microsoft.com/office/drawing/2014/main" id="{ECDAB91D-4AAC-40C5-8FD5-D938F1F55F49}"/>
              </a:ext>
            </a:extLst>
          </p:cNvPr>
          <p:cNvSpPr>
            <a:spLocks xmlns:a="http://schemas.openxmlformats.org/drawingml/2006/main" noGrp="1"/>
          </p:cNvSpPr>
          <p:nvPr/>
        </p:nvSpPr>
        <p:spPr>
          <a:xfrm xmlns:a="http://schemas.openxmlformats.org/drawingml/2006/main">
            <a:off x="514350" y="4265676"/>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내부 구현</a:t>
            </a:r>
          </a:p>
        </p:txBody>
      </p:sp>
      <p:sp>
        <p:nvSpPr>
          <p:cNvPr id="49" name="dp44-comparison / legend_continuation_8">
            <a:extLst xmlns:a="http://schemas.openxmlformats.org/drawingml/2006/main">
              <a:ext uri="{FF2B5EF4-FFF2-40B4-BE49-F238E27FC236}">
                <a16:creationId xmlns:a16="http://schemas.microsoft.com/office/drawing/2014/main" id="{438E98DD-94EB-44B0-9E55-EE593CE4AD8A}"/>
              </a:ext>
            </a:extLst>
          </p:cNvPr>
          <p:cNvSpPr>
            <a:spLocks xmlns:a="http://schemas.openxmlformats.org/drawingml/2006/main" noGrp="1"/>
          </p:cNvSpPr>
          <p:nvPr/>
        </p:nvSpPr>
        <p:spPr>
          <a:xfrm xmlns:a="http://schemas.openxmlformats.org/drawingml/2006/main">
            <a:off x="504825" y="4497705"/>
            <a:ext cx="704850" cy="216027"/>
          </a:xfrm>
          <a:custGeom xmlns:a="http://schemas.openxmlformats.org/drawingml/2006/main">
            <a:pathLst>
              <a:path w="704850" h="216027">
                <a:moveTo>
                  <a:pt x="0" y="0"/>
                </a:moveTo>
                <a:lnTo>
                  <a:pt x="533400" y="0"/>
                </a:lnTo>
                <a:lnTo>
                  <a:pt x="704850" y="171450"/>
                </a:lnTo>
                <a:lnTo>
                  <a:pt x="704850" y="216027"/>
                </a:lnTo>
                <a:lnTo>
                  <a:pt x="0" y="216027"/>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50" name="dp44-comparison / legend_continuation_8 / fold">
            <a:extLst xmlns:a="http://schemas.openxmlformats.org/drawingml/2006/main">
              <a:ext uri="{FF2B5EF4-FFF2-40B4-BE49-F238E27FC236}">
                <a16:creationId xmlns:a16="http://schemas.microsoft.com/office/drawing/2014/main" id="{F84461E6-D200-4A60-8714-46C3134BBA7E}"/>
              </a:ext>
            </a:extLst>
          </p:cNvPr>
          <p:cNvSpPr>
            <a:spLocks xmlns:a="http://schemas.openxmlformats.org/drawingml/2006/main" noGrp="1"/>
          </p:cNvSpPr>
          <p:nvPr/>
        </p:nvSpPr>
        <p:spPr>
          <a:xfrm xmlns:a="http://schemas.openxmlformats.org/drawingml/2006/main">
            <a:off x="1038225" y="449770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51" name="dp44-comparison / legend_continuation_9 / text 1">
            <a:extLst xmlns:a="http://schemas.openxmlformats.org/drawingml/2006/main">
              <a:ext uri="{FF2B5EF4-FFF2-40B4-BE49-F238E27FC236}">
                <a16:creationId xmlns:a16="http://schemas.microsoft.com/office/drawing/2014/main" id="{D2B1EA49-6512-4CA4-8FE9-A769E1493DC6}"/>
              </a:ext>
            </a:extLst>
          </p:cNvPr>
          <p:cNvSpPr>
            <a:spLocks xmlns:a="http://schemas.openxmlformats.org/drawingml/2006/main" noGrp="1"/>
          </p:cNvSpPr>
          <p:nvPr/>
        </p:nvSpPr>
        <p:spPr>
          <a:xfrm xmlns:a="http://schemas.openxmlformats.org/drawingml/2006/main">
            <a:off x="523875" y="4553712"/>
            <a:ext cx="666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Data</a:t>
            </a:r>
          </a:p>
        </p:txBody>
      </p:sp>
      <p:sp>
        <p:nvSpPr>
          <p:cNvPr id="52" name="dp44-comparison / legend_continuation_10 / text 1">
            <a:extLst xmlns:a="http://schemas.openxmlformats.org/drawingml/2006/main">
              <a:ext uri="{FF2B5EF4-FFF2-40B4-BE49-F238E27FC236}">
                <a16:creationId xmlns:a16="http://schemas.microsoft.com/office/drawing/2014/main" id="{D634E017-610B-425F-8A14-D30740FF057A}"/>
              </a:ext>
            </a:extLst>
          </p:cNvPr>
          <p:cNvSpPr>
            <a:spLocks xmlns:a="http://schemas.openxmlformats.org/drawingml/2006/main" noGrp="1"/>
          </p:cNvSpPr>
          <p:nvPr/>
        </p:nvSpPr>
        <p:spPr>
          <a:xfrm xmlns:a="http://schemas.openxmlformats.org/drawingml/2006/main">
            <a:off x="514350" y="4737735"/>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교환 예시</a:t>
            </a:r>
          </a:p>
        </p:txBody>
      </p:sp>
      <p:sp>
        <p:nvSpPr>
          <p:cNvPr id="53" name="dp44-comparison / legend_continuation_11">
            <a:extLst xmlns:a="http://schemas.openxmlformats.org/drawingml/2006/main">
              <a:ext uri="{FF2B5EF4-FFF2-40B4-BE49-F238E27FC236}">
                <a16:creationId xmlns:a16="http://schemas.microsoft.com/office/drawing/2014/main" id="{903B6DB6-67FE-4876-88BB-DDF616AED52F}"/>
              </a:ext>
            </a:extLst>
          </p:cNvPr>
          <p:cNvSpPr>
            <a:spLocks xmlns:a="http://schemas.openxmlformats.org/drawingml/2006/main" noGrp="1"/>
          </p:cNvSpPr>
          <p:nvPr/>
        </p:nvSpPr>
        <p:spPr>
          <a:xfrm xmlns:a="http://schemas.openxmlformats.org/drawingml/2006/main">
            <a:off x="504825" y="4961763"/>
            <a:ext cx="704850" cy="216027"/>
          </a:xfrm>
          <a:prstGeom xmlns:a="http://schemas.openxmlformats.org/drawingml/2006/main" prst="hexagon">
            <a:avLst/>
          </a:prstGeom>
          <a:solidFill xmlns:a="http://schemas.openxmlformats.org/drawingml/2006/main">
            <a:srgbClr val="FFFFFF"/>
          </a:solidFill>
          <a:ln xmlns:a="http://schemas.openxmlformats.org/drawingml/2006/main" w="9525">
            <a:solidFill>
              <a:srgbClr val="000000"/>
            </a:solidFill>
            <a:prstDash val="solid"/>
          </a:ln>
        </p:spPr>
      </p:sp>
      <p:sp>
        <p:nvSpPr>
          <p:cNvPr id="54" name="dp44-comparison / legend_continuation_12 / text 1">
            <a:extLst xmlns:a="http://schemas.openxmlformats.org/drawingml/2006/main">
              <a:ext uri="{FF2B5EF4-FFF2-40B4-BE49-F238E27FC236}">
                <a16:creationId xmlns:a16="http://schemas.microsoft.com/office/drawing/2014/main" id="{43764D8F-AD59-4304-ABA6-8915776F373A}"/>
              </a:ext>
            </a:extLst>
          </p:cNvPr>
          <p:cNvSpPr>
            <a:spLocks xmlns:a="http://schemas.openxmlformats.org/drawingml/2006/main" noGrp="1"/>
          </p:cNvSpPr>
          <p:nvPr/>
        </p:nvSpPr>
        <p:spPr>
          <a:xfrm xmlns:a="http://schemas.openxmlformats.org/drawingml/2006/main">
            <a:off x="590550" y="5017770"/>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LLM</a:t>
            </a:r>
          </a:p>
        </p:txBody>
      </p:sp>
      <p:sp>
        <p:nvSpPr>
          <p:cNvPr id="55" name="dp44-comparison / legend_continuation_13 / text 1">
            <a:extLst xmlns:a="http://schemas.openxmlformats.org/drawingml/2006/main">
              <a:ext uri="{FF2B5EF4-FFF2-40B4-BE49-F238E27FC236}">
                <a16:creationId xmlns:a16="http://schemas.microsoft.com/office/drawing/2014/main" id="{084FDD09-734F-4646-89BB-F4B14541FC2D}"/>
              </a:ext>
            </a:extLst>
          </p:cNvPr>
          <p:cNvSpPr>
            <a:spLocks xmlns:a="http://schemas.openxmlformats.org/drawingml/2006/main" noGrp="1"/>
          </p:cNvSpPr>
          <p:nvPr/>
        </p:nvSpPr>
        <p:spPr>
          <a:xfrm xmlns:a="http://schemas.openxmlformats.org/drawingml/2006/main">
            <a:off x="514350" y="5201793"/>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외부 모델</a:t>
            </a:r>
          </a:p>
        </p:txBody>
      </p:sp>
      <p:sp>
        <p:nvSpPr>
          <p:cNvPr id="56" name="dp44-comparison / legend_continuation_14">
            <a:extLst xmlns:a="http://schemas.openxmlformats.org/drawingml/2006/main">
              <a:ext uri="{FF2B5EF4-FFF2-40B4-BE49-F238E27FC236}">
                <a16:creationId xmlns:a16="http://schemas.microsoft.com/office/drawing/2014/main" id="{33FF9B74-108E-47BC-AD9D-BEE0A0BC183A}"/>
              </a:ext>
            </a:extLst>
          </p:cNvPr>
          <p:cNvSpPr>
            <a:spLocks xmlns:a="http://schemas.openxmlformats.org/drawingml/2006/main" noGrp="1"/>
          </p:cNvSpPr>
          <p:nvPr/>
        </p:nvSpPr>
        <p:spPr>
          <a:xfrm xmlns:a="http://schemas.openxmlformats.org/drawingml/2006/main">
            <a:off x="504825" y="5433822"/>
            <a:ext cx="704850" cy="216027"/>
          </a:xfrm>
          <a:prstGeom xmlns:a="http://schemas.openxmlformats.org/drawingml/2006/main" prst="roundRect">
            <a:avLst>
              <a:gd name="adj" fmla="val 35273"/>
            </a:avLst>
          </a:prstGeom>
          <a:solidFill xmlns:a="http://schemas.openxmlformats.org/drawingml/2006/main">
            <a:srgbClr val="FFF0DD"/>
          </a:solidFill>
          <a:ln xmlns:a="http://schemas.openxmlformats.org/drawingml/2006/main" w="9525">
            <a:solidFill>
              <a:srgbClr val="B8753F"/>
            </a:solidFill>
            <a:prstDash val="solid"/>
          </a:ln>
        </p:spPr>
      </p:sp>
      <p:sp>
        <p:nvSpPr>
          <p:cNvPr id="57" name="dp44-comparison / legend_continuation_15 / text 1">
            <a:extLst xmlns:a="http://schemas.openxmlformats.org/drawingml/2006/main">
              <a:ext uri="{FF2B5EF4-FFF2-40B4-BE49-F238E27FC236}">
                <a16:creationId xmlns:a16="http://schemas.microsoft.com/office/drawing/2014/main" id="{CC9282DD-6B08-4D10-AF07-2FA44B600146}"/>
              </a:ext>
            </a:extLst>
          </p:cNvPr>
          <p:cNvSpPr>
            <a:spLocks xmlns:a="http://schemas.openxmlformats.org/drawingml/2006/main" noGrp="1"/>
          </p:cNvSpPr>
          <p:nvPr/>
        </p:nvSpPr>
        <p:spPr>
          <a:xfrm xmlns:a="http://schemas.openxmlformats.org/drawingml/2006/main">
            <a:off x="590550" y="5489829"/>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Module</a:t>
            </a:r>
          </a:p>
        </p:txBody>
      </p:sp>
      <p:sp>
        <p:nvSpPr>
          <p:cNvPr id="58" name="dp44-comparison / legend_continuation_16 / text 1">
            <a:extLst xmlns:a="http://schemas.openxmlformats.org/drawingml/2006/main">
              <a:ext uri="{FF2B5EF4-FFF2-40B4-BE49-F238E27FC236}">
                <a16:creationId xmlns:a16="http://schemas.microsoft.com/office/drawing/2014/main" id="{FDE4FBF0-3595-446B-84E9-11FDB9A40673}"/>
              </a:ext>
            </a:extLst>
          </p:cNvPr>
          <p:cNvSpPr>
            <a:spLocks xmlns:a="http://schemas.openxmlformats.org/drawingml/2006/main" noGrp="1"/>
          </p:cNvSpPr>
          <p:nvPr/>
        </p:nvSpPr>
        <p:spPr>
          <a:xfrm xmlns:a="http://schemas.openxmlformats.org/drawingml/2006/main">
            <a:off x="514350" y="5673852"/>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차이: 살구색</a:t>
            </a:r>
          </a:p>
        </p:txBody>
      </p:sp>
      <p:sp>
        <p:nvSpPr>
          <p:cNvPr id="59" name="dp44-comparison / legend_continuation_17">
            <a:extLst xmlns:a="http://schemas.openxmlformats.org/drawingml/2006/main">
              <a:ext uri="{FF2B5EF4-FFF2-40B4-BE49-F238E27FC236}">
                <a16:creationId xmlns:a16="http://schemas.microsoft.com/office/drawing/2014/main" id="{B8041E81-84D4-4B87-B90D-702B33C0FF6A}"/>
              </a:ext>
            </a:extLst>
          </p:cNvPr>
          <p:cNvSpPr>
            <a:spLocks xmlns:a="http://schemas.openxmlformats.org/drawingml/2006/main" noGrp="1"/>
          </p:cNvSpPr>
          <p:nvPr/>
        </p:nvSpPr>
        <p:spPr>
          <a:xfrm xmlns:a="http://schemas.openxmlformats.org/drawingml/2006/main">
            <a:off x="504825" y="5865876"/>
            <a:ext cx="704850" cy="216027"/>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60" name="dp44-comparison / legend_continuation_18 / text 1">
            <a:extLst xmlns:a="http://schemas.openxmlformats.org/drawingml/2006/main">
              <a:ext uri="{FF2B5EF4-FFF2-40B4-BE49-F238E27FC236}">
                <a16:creationId xmlns:a16="http://schemas.microsoft.com/office/drawing/2014/main" id="{658917A0-4F25-4726-89A1-B17AEEE6F7B2}"/>
              </a:ext>
            </a:extLst>
          </p:cNvPr>
          <p:cNvSpPr>
            <a:spLocks xmlns:a="http://schemas.openxmlformats.org/drawingml/2006/main" noGrp="1"/>
          </p:cNvSpPr>
          <p:nvPr/>
        </p:nvSpPr>
        <p:spPr>
          <a:xfrm xmlns:a="http://schemas.openxmlformats.org/drawingml/2006/main">
            <a:off x="590550" y="5961888"/>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18232E"/>
                </a:solidFill>
                <a:latin typeface="Apple SD Gothic Neo"/>
                <a:ea typeface="Apple SD Gothic Neo"/>
                <a:cs typeface="Apple SD Gothic Neo"/>
              </a:defRPr>
            </a:pPr>
            <a:r>
              <a:rPr sz="750" b="0">
                <a:solidFill>
                  <a:srgbClr val="18232E"/>
                </a:solidFill>
                <a:latin typeface="Apple SD Gothic Neo"/>
                <a:ea typeface="Apple SD Gothic Neo"/>
                <a:cs typeface="Apple SD Gothic Neo"/>
              </a:rPr>
              <a:t>State</a:t>
            </a:r>
          </a:p>
        </p:txBody>
      </p:sp>
      <p:sp>
        <p:nvSpPr>
          <p:cNvPr id="61" name="dp44-comparison / legend_continuation_19 / text 1">
            <a:extLst xmlns:a="http://schemas.openxmlformats.org/drawingml/2006/main">
              <a:ext uri="{FF2B5EF4-FFF2-40B4-BE49-F238E27FC236}">
                <a16:creationId xmlns:a16="http://schemas.microsoft.com/office/drawing/2014/main" id="{919316E0-F80B-4AA9-ABE1-9B7EF13B8539}"/>
              </a:ext>
            </a:extLst>
          </p:cNvPr>
          <p:cNvSpPr>
            <a:spLocks xmlns:a="http://schemas.openxmlformats.org/drawingml/2006/main" noGrp="1"/>
          </p:cNvSpPr>
          <p:nvPr/>
        </p:nvSpPr>
        <p:spPr>
          <a:xfrm xmlns:a="http://schemas.openxmlformats.org/drawingml/2006/main">
            <a:off x="514350" y="6113907"/>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소유 상태</a:t>
            </a:r>
          </a:p>
        </p:txBody>
      </p:sp>
      <p:sp>
        <p:nvSpPr>
          <p:cNvPr id="62" name="dp44-comparison / legend_continuation_20 / path">
            <a:extLst xmlns:a="http://schemas.openxmlformats.org/drawingml/2006/main">
              <a:ext uri="{FF2B5EF4-FFF2-40B4-BE49-F238E27FC236}">
                <a16:creationId xmlns:a16="http://schemas.microsoft.com/office/drawing/2014/main" id="{D7C812E8-69C3-4102-AD7D-6A92B940D2B5}"/>
              </a:ext>
            </a:extLst>
          </p:cNvPr>
          <p:cNvSpPr>
            <a:spLocks xmlns:a="http://schemas.openxmlformats.org/drawingml/2006/main" noGrp="1"/>
          </p:cNvSpPr>
          <p:nvPr/>
        </p:nvSpPr>
        <p:spPr>
          <a:xfrm xmlns:a="http://schemas.openxmlformats.org/drawingml/2006/main">
            <a:off x="514350" y="6345936"/>
            <a:ext cx="390525" cy="953"/>
          </a:xfrm>
          <a:custGeom xmlns:a="http://schemas.openxmlformats.org/drawingml/2006/main">
            <a:pathLst>
              <a:path w="390525" h="953">
                <a:moveTo>
                  <a:pt x="0" y="0"/>
                </a:moveTo>
                <a:lnTo>
                  <a:pt x="390525" y="0"/>
                </a:lnTo>
              </a:path>
            </a:pathLst>
          </a:custGeom>
          <a:noFill xmlns:a="http://schemas.openxmlformats.org/drawingml/2006/main"/>
          <a:ln xmlns:a="http://schemas.openxmlformats.org/drawingml/2006/main" w="10478">
            <a:solidFill>
              <a:srgbClr val="000000"/>
            </a:solidFill>
            <a:prstDash val="solid"/>
          </a:ln>
        </p:spPr>
      </p:sp>
      <p:sp>
        <p:nvSpPr>
          <p:cNvPr id="63" name="dp44-comparison / legend_continuation_20 / arrow">
            <a:extLst xmlns:a="http://schemas.openxmlformats.org/drawingml/2006/main">
              <a:ext uri="{FF2B5EF4-FFF2-40B4-BE49-F238E27FC236}">
                <a16:creationId xmlns:a16="http://schemas.microsoft.com/office/drawing/2014/main" id="{F8DA7D5F-1087-4D5D-95FC-9F8A69B48A96}"/>
              </a:ext>
            </a:extLst>
          </p:cNvPr>
          <p:cNvSpPr>
            <a:spLocks xmlns:a="http://schemas.openxmlformats.org/drawingml/2006/main" noGrp="1"/>
          </p:cNvSpPr>
          <p:nvPr/>
        </p:nvSpPr>
        <p:spPr>
          <a:xfrm xmlns:a="http://schemas.openxmlformats.org/drawingml/2006/main">
            <a:off x="837819" y="6312408"/>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64" name="dp44-comparison / legend_continuation_21 / text 1">
            <a:extLst xmlns:a="http://schemas.openxmlformats.org/drawingml/2006/main">
              <a:ext uri="{FF2B5EF4-FFF2-40B4-BE49-F238E27FC236}">
                <a16:creationId xmlns:a16="http://schemas.microsoft.com/office/drawing/2014/main" id="{9637013E-01DD-4E27-AF3E-0155ABA8BA8C}"/>
              </a:ext>
            </a:extLst>
          </p:cNvPr>
          <p:cNvSpPr>
            <a:spLocks xmlns:a="http://schemas.openxmlformats.org/drawingml/2006/main" noGrp="1"/>
          </p:cNvSpPr>
          <p:nvPr/>
        </p:nvSpPr>
        <p:spPr>
          <a:xfrm xmlns:a="http://schemas.openxmlformats.org/drawingml/2006/main">
            <a:off x="962025" y="6289929"/>
            <a:ext cx="285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요청</a:t>
            </a:r>
          </a:p>
        </p:txBody>
      </p:sp>
      <p:sp>
        <p:nvSpPr>
          <p:cNvPr id="65" name="dp44-comparison / legend_continuation_22 / path">
            <a:extLst xmlns:a="http://schemas.openxmlformats.org/drawingml/2006/main">
              <a:ext uri="{FF2B5EF4-FFF2-40B4-BE49-F238E27FC236}">
                <a16:creationId xmlns:a16="http://schemas.microsoft.com/office/drawing/2014/main" id="{CC57AA60-8A84-4140-943C-CD1DF2831337}"/>
              </a:ext>
            </a:extLst>
          </p:cNvPr>
          <p:cNvSpPr>
            <a:spLocks xmlns:a="http://schemas.openxmlformats.org/drawingml/2006/main" noGrp="1"/>
          </p:cNvSpPr>
          <p:nvPr/>
        </p:nvSpPr>
        <p:spPr>
          <a:xfrm xmlns:a="http://schemas.openxmlformats.org/drawingml/2006/main">
            <a:off x="514350" y="6513957"/>
            <a:ext cx="390525" cy="953"/>
          </a:xfrm>
          <a:custGeom xmlns:a="http://schemas.openxmlformats.org/drawingml/2006/main">
            <a:pathLst>
              <a:path w="390525" h="953">
                <a:moveTo>
                  <a:pt x="0" y="0"/>
                </a:moveTo>
                <a:lnTo>
                  <a:pt x="390525" y="0"/>
                </a:lnTo>
              </a:path>
            </a:pathLst>
          </a:custGeom>
          <a:noFill xmlns:a="http://schemas.openxmlformats.org/drawingml/2006/main"/>
          <a:ln xmlns:a="http://schemas.openxmlformats.org/drawingml/2006/main" w="10478">
            <a:solidFill>
              <a:srgbClr val="000000"/>
            </a:solidFill>
            <a:prstDash val="dash"/>
          </a:ln>
        </p:spPr>
      </p:sp>
      <p:sp>
        <p:nvSpPr>
          <p:cNvPr id="66" name="dp44-comparison / legend_continuation_22 / arrow">
            <a:extLst xmlns:a="http://schemas.openxmlformats.org/drawingml/2006/main">
              <a:ext uri="{FF2B5EF4-FFF2-40B4-BE49-F238E27FC236}">
                <a16:creationId xmlns:a16="http://schemas.microsoft.com/office/drawing/2014/main" id="{AD92B89A-6528-4A5B-960E-C8F47D433398}"/>
              </a:ext>
            </a:extLst>
          </p:cNvPr>
          <p:cNvSpPr>
            <a:spLocks xmlns:a="http://schemas.openxmlformats.org/drawingml/2006/main" noGrp="1"/>
          </p:cNvSpPr>
          <p:nvPr/>
        </p:nvSpPr>
        <p:spPr>
          <a:xfrm xmlns:a="http://schemas.openxmlformats.org/drawingml/2006/main">
            <a:off x="837819" y="6480429"/>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67" name="dp44-comparison / legend_continuation_23 / text 1">
            <a:extLst xmlns:a="http://schemas.openxmlformats.org/drawingml/2006/main">
              <a:ext uri="{FF2B5EF4-FFF2-40B4-BE49-F238E27FC236}">
                <a16:creationId xmlns:a16="http://schemas.microsoft.com/office/drawing/2014/main" id="{E4D1A82C-9758-48C3-ADC4-6EDA6F97AF5D}"/>
              </a:ext>
            </a:extLst>
          </p:cNvPr>
          <p:cNvSpPr>
            <a:spLocks xmlns:a="http://schemas.openxmlformats.org/drawingml/2006/main" noGrp="1"/>
          </p:cNvSpPr>
          <p:nvPr/>
        </p:nvSpPr>
        <p:spPr>
          <a:xfrm xmlns:a="http://schemas.openxmlformats.org/drawingml/2006/main">
            <a:off x="962025" y="6457950"/>
            <a:ext cx="285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반환</a:t>
            </a:r>
          </a:p>
        </p:txBody>
      </p:sp>
      <p:sp>
        <p:nvSpPr>
          <p:cNvPr id="68" name="dp44-comparison / legend_continuation_24 / text 1">
            <a:extLst xmlns:a="http://schemas.openxmlformats.org/drawingml/2006/main">
              <a:ext uri="{FF2B5EF4-FFF2-40B4-BE49-F238E27FC236}">
                <a16:creationId xmlns:a16="http://schemas.microsoft.com/office/drawing/2014/main" id="{E124DF9F-5502-411F-AE6F-690045D3CA5F}"/>
              </a:ext>
            </a:extLst>
          </p:cNvPr>
          <p:cNvSpPr>
            <a:spLocks xmlns:a="http://schemas.openxmlformats.org/drawingml/2006/main" noGrp="1"/>
          </p:cNvSpPr>
          <p:nvPr/>
        </p:nvSpPr>
        <p:spPr>
          <a:xfrm xmlns:a="http://schemas.openxmlformats.org/drawingml/2006/main">
            <a:off x="514350" y="6721983"/>
            <a:ext cx="7239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아래: 순서도</a:t>
            </a:r>
          </a:p>
        </p:txBody>
      </p:sp>
      <p:sp>
        <p:nvSpPr>
          <p:cNvPr id="69" name="dp44-comparison / legend_continuation_25">
            <a:extLst xmlns:a="http://schemas.openxmlformats.org/drawingml/2006/main">
              <a:ext uri="{FF2B5EF4-FFF2-40B4-BE49-F238E27FC236}">
                <a16:creationId xmlns:a16="http://schemas.microsoft.com/office/drawing/2014/main" id="{5F835607-3428-49A4-BE9E-FBF70BCD1B3B}"/>
              </a:ext>
            </a:extLst>
          </p:cNvPr>
          <p:cNvSpPr>
            <a:spLocks xmlns:a="http://schemas.openxmlformats.org/drawingml/2006/main" noGrp="1"/>
          </p:cNvSpPr>
          <p:nvPr/>
        </p:nvSpPr>
        <p:spPr>
          <a:xfrm xmlns:a="http://schemas.openxmlformats.org/drawingml/2006/main">
            <a:off x="504825" y="6898005"/>
            <a:ext cx="285750" cy="144018"/>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70" name="dp44-comparison / legend_continuation_26 / text 1">
            <a:extLst xmlns:a="http://schemas.openxmlformats.org/drawingml/2006/main">
              <a:ext uri="{FF2B5EF4-FFF2-40B4-BE49-F238E27FC236}">
                <a16:creationId xmlns:a16="http://schemas.microsoft.com/office/drawing/2014/main" id="{92B16CEF-4312-4E20-9A47-3568BF907C49}"/>
              </a:ext>
            </a:extLst>
          </p:cNvPr>
          <p:cNvSpPr>
            <a:spLocks xmlns:a="http://schemas.openxmlformats.org/drawingml/2006/main" noGrp="1"/>
          </p:cNvSpPr>
          <p:nvPr/>
        </p:nvSpPr>
        <p:spPr>
          <a:xfrm xmlns:a="http://schemas.openxmlformats.org/drawingml/2006/main">
            <a:off x="590550" y="6918008"/>
            <a:ext cx="1143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r>
              <a:t/>
            </a:r>
          </a:p>
        </p:txBody>
      </p:sp>
      <p:sp>
        <p:nvSpPr>
          <p:cNvPr id="71" name="dp44-comparison / legend_continuation_27 / text 1">
            <a:extLst xmlns:a="http://schemas.openxmlformats.org/drawingml/2006/main">
              <a:ext uri="{FF2B5EF4-FFF2-40B4-BE49-F238E27FC236}">
                <a16:creationId xmlns:a16="http://schemas.microsoft.com/office/drawing/2014/main" id="{33F3E6A8-C1BD-4D9A-B822-B10C6C431234}"/>
              </a:ext>
            </a:extLst>
          </p:cNvPr>
          <p:cNvSpPr>
            <a:spLocks xmlns:a="http://schemas.openxmlformats.org/drawingml/2006/main" noGrp="1"/>
          </p:cNvSpPr>
          <p:nvPr/>
        </p:nvSpPr>
        <p:spPr>
          <a:xfrm xmlns:a="http://schemas.openxmlformats.org/drawingml/2006/main">
            <a:off x="847725" y="6922008"/>
            <a:ext cx="3333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동작</a:t>
            </a:r>
          </a:p>
        </p:txBody>
      </p:sp>
      <p:sp>
        <p:nvSpPr>
          <p:cNvPr id="72" name="dp44-comparison / legend_continuation_28">
            <a:extLst xmlns:a="http://schemas.openxmlformats.org/drawingml/2006/main">
              <a:ext uri="{FF2B5EF4-FFF2-40B4-BE49-F238E27FC236}">
                <a16:creationId xmlns:a16="http://schemas.microsoft.com/office/drawing/2014/main" id="{2843F478-94FA-4799-9136-7837D847BF8A}"/>
              </a:ext>
            </a:extLst>
          </p:cNvPr>
          <p:cNvSpPr>
            <a:spLocks xmlns:a="http://schemas.openxmlformats.org/drawingml/2006/main" noGrp="1"/>
          </p:cNvSpPr>
          <p:nvPr/>
        </p:nvSpPr>
        <p:spPr>
          <a:xfrm xmlns:a="http://schemas.openxmlformats.org/drawingml/2006/main">
            <a:off x="504825" y="7162038"/>
            <a:ext cx="285750" cy="144018"/>
          </a:xfrm>
          <a:prstGeom xmlns:a="http://schemas.openxmlformats.org/drawingml/2006/main" prst="diamond">
            <a:avLst/>
          </a:prstGeom>
          <a:solidFill xmlns:a="http://schemas.openxmlformats.org/drawingml/2006/main">
            <a:srgbClr val="FFFFFF"/>
          </a:solidFill>
          <a:ln xmlns:a="http://schemas.openxmlformats.org/drawingml/2006/main" w="9525">
            <a:solidFill>
              <a:srgbClr val="000000"/>
            </a:solidFill>
            <a:prstDash val="solid"/>
          </a:ln>
        </p:spPr>
      </p:sp>
      <p:sp>
        <p:nvSpPr>
          <p:cNvPr id="73" name="dp44-comparison / legend_continuation_29 / text 1">
            <a:extLst xmlns:a="http://schemas.openxmlformats.org/drawingml/2006/main">
              <a:ext uri="{FF2B5EF4-FFF2-40B4-BE49-F238E27FC236}">
                <a16:creationId xmlns:a16="http://schemas.microsoft.com/office/drawing/2014/main" id="{C49D5525-4FC1-4DE7-99D4-30EDAC8DE74D}"/>
              </a:ext>
            </a:extLst>
          </p:cNvPr>
          <p:cNvSpPr>
            <a:spLocks xmlns:a="http://schemas.openxmlformats.org/drawingml/2006/main" noGrp="1"/>
          </p:cNvSpPr>
          <p:nvPr/>
        </p:nvSpPr>
        <p:spPr>
          <a:xfrm xmlns:a="http://schemas.openxmlformats.org/drawingml/2006/main">
            <a:off x="590550" y="7182041"/>
            <a:ext cx="1143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r>
              <a:t/>
            </a:r>
          </a:p>
        </p:txBody>
      </p:sp>
      <p:sp>
        <p:nvSpPr>
          <p:cNvPr id="74" name="dp44-comparison / legend_continuation_30 / text 1">
            <a:extLst xmlns:a="http://schemas.openxmlformats.org/drawingml/2006/main">
              <a:ext uri="{FF2B5EF4-FFF2-40B4-BE49-F238E27FC236}">
                <a16:creationId xmlns:a16="http://schemas.microsoft.com/office/drawing/2014/main" id="{AABA1A0F-D519-4E2E-B22E-AA08E5FCDA2E}"/>
              </a:ext>
            </a:extLst>
          </p:cNvPr>
          <p:cNvSpPr>
            <a:spLocks xmlns:a="http://schemas.openxmlformats.org/drawingml/2006/main" noGrp="1"/>
          </p:cNvSpPr>
          <p:nvPr/>
        </p:nvSpPr>
        <p:spPr>
          <a:xfrm xmlns:a="http://schemas.openxmlformats.org/drawingml/2006/main">
            <a:off x="847725" y="7186041"/>
            <a:ext cx="3333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분기</a:t>
            </a:r>
          </a:p>
        </p:txBody>
      </p:sp>
      <p:sp>
        <p:nvSpPr>
          <p:cNvPr id="75" name="dp44-comparison / n72">
            <a:extLst xmlns:a="http://schemas.openxmlformats.org/drawingml/2006/main">
              <a:ext uri="{FF2B5EF4-FFF2-40B4-BE49-F238E27FC236}">
                <a16:creationId xmlns:a16="http://schemas.microsoft.com/office/drawing/2014/main" id="{15DFDBDB-FF71-4311-AD1F-65DFCD8A5E75}"/>
              </a:ext>
            </a:extLst>
          </p:cNvPr>
          <p:cNvSpPr>
            <a:spLocks xmlns:a="http://schemas.openxmlformats.org/drawingml/2006/main" noGrp="1"/>
          </p:cNvSpPr>
          <p:nvPr/>
        </p:nvSpPr>
        <p:spPr>
          <a:xfrm xmlns:a="http://schemas.openxmlformats.org/drawingml/2006/main">
            <a:off x="1666875" y="2409825"/>
            <a:ext cx="25717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76" name="dp44-comparison / n73 / text 1">
            <a:extLst xmlns:a="http://schemas.openxmlformats.org/drawingml/2006/main">
              <a:ext uri="{FF2B5EF4-FFF2-40B4-BE49-F238E27FC236}">
                <a16:creationId xmlns:a16="http://schemas.microsoft.com/office/drawing/2014/main" id="{2F190DAF-6B0A-4B34-9427-52BE7BEACCB1}"/>
              </a:ext>
            </a:extLst>
          </p:cNvPr>
          <p:cNvSpPr>
            <a:spLocks xmlns:a="http://schemas.openxmlformats.org/drawingml/2006/main" noGrp="1"/>
          </p:cNvSpPr>
          <p:nvPr/>
        </p:nvSpPr>
        <p:spPr>
          <a:xfrm xmlns:a="http://schemas.openxmlformats.org/drawingml/2006/main">
            <a:off x="1752600" y="2460308"/>
            <a:ext cx="24003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Interaction Manager</a:t>
            </a:r>
          </a:p>
        </p:txBody>
      </p:sp>
      <p:sp>
        <p:nvSpPr>
          <p:cNvPr id="77" name="dp44-comparison / n74">
            <a:extLst xmlns:a="http://schemas.openxmlformats.org/drawingml/2006/main">
              <a:ext uri="{FF2B5EF4-FFF2-40B4-BE49-F238E27FC236}">
                <a16:creationId xmlns:a16="http://schemas.microsoft.com/office/drawing/2014/main" id="{2C93C853-1843-4B3B-B318-DFB0E3980FE3}"/>
              </a:ext>
            </a:extLst>
          </p:cNvPr>
          <p:cNvSpPr>
            <a:spLocks xmlns:a="http://schemas.openxmlformats.org/drawingml/2006/main" noGrp="1"/>
          </p:cNvSpPr>
          <p:nvPr/>
        </p:nvSpPr>
        <p:spPr>
          <a:xfrm xmlns:a="http://schemas.openxmlformats.org/drawingml/2006/main">
            <a:off x="6334125" y="2409825"/>
            <a:ext cx="285750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78" name="dp44-comparison / n75 / text 1">
            <a:extLst xmlns:a="http://schemas.openxmlformats.org/drawingml/2006/main">
              <a:ext uri="{FF2B5EF4-FFF2-40B4-BE49-F238E27FC236}">
                <a16:creationId xmlns:a16="http://schemas.microsoft.com/office/drawing/2014/main" id="{235B6575-472A-4A77-B69C-A503E39069EB}"/>
              </a:ext>
            </a:extLst>
          </p:cNvPr>
          <p:cNvSpPr>
            <a:spLocks xmlns:a="http://schemas.openxmlformats.org/drawingml/2006/main" noGrp="1"/>
          </p:cNvSpPr>
          <p:nvPr/>
        </p:nvSpPr>
        <p:spPr>
          <a:xfrm xmlns:a="http://schemas.openxmlformats.org/drawingml/2006/main">
            <a:off x="6419850" y="2460308"/>
            <a:ext cx="268605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Task Manager</a:t>
            </a:r>
          </a:p>
        </p:txBody>
      </p:sp>
      <p:sp>
        <p:nvSpPr>
          <p:cNvPr id="79" name="dp44-comparison / n80">
            <a:extLst xmlns:a="http://schemas.openxmlformats.org/drawingml/2006/main">
              <a:ext uri="{FF2B5EF4-FFF2-40B4-BE49-F238E27FC236}">
                <a16:creationId xmlns:a16="http://schemas.microsoft.com/office/drawing/2014/main" id="{3D540F2A-75F3-4E38-A0C2-84C80D780642}"/>
              </a:ext>
            </a:extLst>
          </p:cNvPr>
          <p:cNvSpPr>
            <a:spLocks xmlns:a="http://schemas.openxmlformats.org/drawingml/2006/main" noGrp="1"/>
          </p:cNvSpPr>
          <p:nvPr/>
        </p:nvSpPr>
        <p:spPr>
          <a:xfrm xmlns:a="http://schemas.openxmlformats.org/drawingml/2006/main">
            <a:off x="1571625" y="3076575"/>
            <a:ext cx="7715250" cy="14097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80" name="dp44-comparison / n81 / text 1">
            <a:extLst xmlns:a="http://schemas.openxmlformats.org/drawingml/2006/main">
              <a:ext uri="{FF2B5EF4-FFF2-40B4-BE49-F238E27FC236}">
                <a16:creationId xmlns:a16="http://schemas.microsoft.com/office/drawing/2014/main" id="{01D5FA91-287A-4F05-A72B-759DA489634A}"/>
              </a:ext>
            </a:extLst>
          </p:cNvPr>
          <p:cNvSpPr>
            <a:spLocks xmlns:a="http://schemas.openxmlformats.org/drawingml/2006/main" noGrp="1"/>
          </p:cNvSpPr>
          <p:nvPr/>
        </p:nvSpPr>
        <p:spPr>
          <a:xfrm xmlns:a="http://schemas.openxmlformats.org/drawingml/2006/main">
            <a:off x="1695450" y="3171825"/>
            <a:ext cx="74676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Request Controller</a:t>
            </a:r>
          </a:p>
        </p:txBody>
      </p:sp>
      <p:sp>
        <p:nvSpPr>
          <p:cNvPr id="81" name="dp44-comparison / n82">
            <a:extLst xmlns:a="http://schemas.openxmlformats.org/drawingml/2006/main">
              <a:ext uri="{FF2B5EF4-FFF2-40B4-BE49-F238E27FC236}">
                <a16:creationId xmlns:a16="http://schemas.microsoft.com/office/drawing/2014/main" id="{F20EB0F5-E85D-47BB-8E78-10CCF7857C3C}"/>
              </a:ext>
            </a:extLst>
          </p:cNvPr>
          <p:cNvSpPr>
            <a:spLocks xmlns:a="http://schemas.openxmlformats.org/drawingml/2006/main" noGrp="1"/>
          </p:cNvSpPr>
          <p:nvPr/>
        </p:nvSpPr>
        <p:spPr>
          <a:xfrm xmlns:a="http://schemas.openxmlformats.org/drawingml/2006/main">
            <a:off x="1857375" y="3476625"/>
            <a:ext cx="2714625" cy="381000"/>
          </a:xfrm>
          <a:prstGeom xmlns:a="http://schemas.openxmlformats.org/drawingml/2006/main" prst="roundRect">
            <a:avLst>
              <a:gd name="adj" fmla="val 20000"/>
            </a:avLst>
          </a:prstGeom>
          <a:solidFill xmlns:a="http://schemas.openxmlformats.org/drawingml/2006/main">
            <a:srgbClr val="FFF0DD"/>
          </a:solidFill>
          <a:ln xmlns:a="http://schemas.openxmlformats.org/drawingml/2006/main" w="17145">
            <a:solidFill>
              <a:srgbClr val="B8753F"/>
            </a:solidFill>
            <a:prstDash val="solid"/>
          </a:ln>
        </p:spPr>
      </p:sp>
      <p:sp>
        <p:nvSpPr>
          <p:cNvPr id="82" name="dp44-comparison / n83 / text 1">
            <a:extLst xmlns:a="http://schemas.openxmlformats.org/drawingml/2006/main">
              <a:ext uri="{FF2B5EF4-FFF2-40B4-BE49-F238E27FC236}">
                <a16:creationId xmlns:a16="http://schemas.microsoft.com/office/drawing/2014/main" id="{C5C8012C-670F-45E7-A1CC-0EC842913CC8}"/>
              </a:ext>
            </a:extLst>
          </p:cNvPr>
          <p:cNvSpPr>
            <a:spLocks xmlns:a="http://schemas.openxmlformats.org/drawingml/2006/main" noGrp="1"/>
          </p:cNvSpPr>
          <p:nvPr/>
        </p:nvSpPr>
        <p:spPr>
          <a:xfrm xmlns:a="http://schemas.openxmlformats.org/drawingml/2006/main">
            <a:off x="1943100" y="3549491"/>
            <a:ext cx="2543175"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25" b="1">
                <a:solidFill>
                  <a:srgbClr val="000000"/>
                </a:solidFill>
                <a:latin typeface="Apple SD Gothic Neo"/>
                <a:ea typeface="Apple SD Gothic Neo"/>
                <a:cs typeface="Apple SD Gothic Neo"/>
              </a:defRPr>
            </a:pPr>
            <a:r>
              <a:rPr sz="1425" b="1">
                <a:solidFill>
                  <a:srgbClr val="000000"/>
                </a:solidFill>
                <a:latin typeface="Apple SD Gothic Neo"/>
                <a:ea typeface="Apple SD Gothic Neo"/>
                <a:cs typeface="Apple SD Gothic Neo"/>
              </a:rPr>
              <a:t>Dialogue Dispatcher</a:t>
            </a:r>
          </a:p>
        </p:txBody>
      </p:sp>
      <p:sp>
        <p:nvSpPr>
          <p:cNvPr id="83" name="dp44-comparison / n84">
            <a:extLst xmlns:a="http://schemas.openxmlformats.org/drawingml/2006/main">
              <a:ext uri="{FF2B5EF4-FFF2-40B4-BE49-F238E27FC236}">
                <a16:creationId xmlns:a16="http://schemas.microsoft.com/office/drawing/2014/main" id="{56EE499D-8F51-4DA4-B83E-C982B71E8D78}"/>
              </a:ext>
            </a:extLst>
          </p:cNvPr>
          <p:cNvSpPr>
            <a:spLocks xmlns:a="http://schemas.openxmlformats.org/drawingml/2006/main" noGrp="1"/>
          </p:cNvSpPr>
          <p:nvPr/>
        </p:nvSpPr>
        <p:spPr>
          <a:xfrm xmlns:a="http://schemas.openxmlformats.org/drawingml/2006/main">
            <a:off x="5857875" y="3476625"/>
            <a:ext cx="3095625" cy="381000"/>
          </a:xfrm>
          <a:prstGeom xmlns:a="http://schemas.openxmlformats.org/drawingml/2006/main" prst="can">
            <a:avLst>
              <a:gd name="adj" fmla="val 20000"/>
            </a:avLst>
          </a:prstGeom>
          <a:solidFill xmlns:a="http://schemas.openxmlformats.org/drawingml/2006/main">
            <a:srgbClr val="FFF0DD"/>
          </a:solidFill>
          <a:ln xmlns:a="http://schemas.openxmlformats.org/drawingml/2006/main" w="9525">
            <a:solidFill>
              <a:srgbClr val="B8753F"/>
            </a:solidFill>
            <a:prstDash val="solid"/>
          </a:ln>
        </p:spPr>
      </p:sp>
      <p:sp>
        <p:nvSpPr>
          <p:cNvPr id="84" name="dp44-comparison / n85 / text 1">
            <a:extLst xmlns:a="http://schemas.openxmlformats.org/drawingml/2006/main">
              <a:ext uri="{FF2B5EF4-FFF2-40B4-BE49-F238E27FC236}">
                <a16:creationId xmlns:a16="http://schemas.microsoft.com/office/drawing/2014/main" id="{D0F33FB9-F249-481A-9AA4-2B5D38963EA6}"/>
              </a:ext>
            </a:extLst>
          </p:cNvPr>
          <p:cNvSpPr>
            <a:spLocks xmlns:a="http://schemas.openxmlformats.org/drawingml/2006/main" noGrp="1"/>
          </p:cNvSpPr>
          <p:nvPr/>
        </p:nvSpPr>
        <p:spPr>
          <a:xfrm xmlns:a="http://schemas.openxmlformats.org/drawingml/2006/main">
            <a:off x="5943600" y="3569970"/>
            <a:ext cx="2924175"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Dialogue Progress State</a:t>
            </a:r>
          </a:p>
        </p:txBody>
      </p:sp>
      <p:sp>
        <p:nvSpPr>
          <p:cNvPr id="85" name="dp44-comparison / n86 / path">
            <a:extLst xmlns:a="http://schemas.openxmlformats.org/drawingml/2006/main">
              <a:ext uri="{FF2B5EF4-FFF2-40B4-BE49-F238E27FC236}">
                <a16:creationId xmlns:a16="http://schemas.microsoft.com/office/drawing/2014/main" id="{07AFC67B-CD7C-456D-86C2-5B784396ADBD}"/>
              </a:ext>
            </a:extLst>
          </p:cNvPr>
          <p:cNvSpPr>
            <a:spLocks xmlns:a="http://schemas.openxmlformats.org/drawingml/2006/main" noGrp="1"/>
          </p:cNvSpPr>
          <p:nvPr/>
        </p:nvSpPr>
        <p:spPr>
          <a:xfrm xmlns:a="http://schemas.openxmlformats.org/drawingml/2006/main">
            <a:off x="2952750" y="2733675"/>
            <a:ext cx="261938" cy="742950"/>
          </a:xfrm>
          <a:custGeom xmlns:a="http://schemas.openxmlformats.org/drawingml/2006/main">
            <a:pathLst>
              <a:path w="261938" h="742950">
                <a:moveTo>
                  <a:pt x="0" y="0"/>
                </a:moveTo>
                <a:lnTo>
                  <a:pt x="0" y="257175"/>
                </a:lnTo>
                <a:lnTo>
                  <a:pt x="261938" y="257175"/>
                </a:lnTo>
                <a:lnTo>
                  <a:pt x="261938" y="742950"/>
                </a:lnTo>
              </a:path>
            </a:pathLst>
          </a:custGeom>
          <a:noFill xmlns:a="http://schemas.openxmlformats.org/drawingml/2006/main"/>
          <a:ln xmlns:a="http://schemas.openxmlformats.org/drawingml/2006/main" w="10478">
            <a:solidFill>
              <a:srgbClr val="000000"/>
            </a:solidFill>
            <a:prstDash val="solid"/>
          </a:ln>
        </p:spPr>
      </p:sp>
      <p:sp>
        <p:nvSpPr>
          <p:cNvPr id="86" name="dp44-comparison / n86 / arrow">
            <a:extLst xmlns:a="http://schemas.openxmlformats.org/drawingml/2006/main">
              <a:ext uri="{FF2B5EF4-FFF2-40B4-BE49-F238E27FC236}">
                <a16:creationId xmlns:a16="http://schemas.microsoft.com/office/drawing/2014/main" id="{5A4DE3A8-A2B5-4A5A-A30D-48A7CC34DE06}"/>
              </a:ext>
            </a:extLst>
          </p:cNvPr>
          <p:cNvSpPr>
            <a:spLocks xmlns:a="http://schemas.openxmlformats.org/drawingml/2006/main" noGrp="1"/>
          </p:cNvSpPr>
          <p:nvPr/>
        </p:nvSpPr>
        <p:spPr>
          <a:xfrm xmlns:a="http://schemas.openxmlformats.org/drawingml/2006/main">
            <a:off x="3181160" y="34095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87" name="dp44-comparison / n87 / path">
            <a:extLst xmlns:a="http://schemas.openxmlformats.org/drawingml/2006/main">
              <a:ext uri="{FF2B5EF4-FFF2-40B4-BE49-F238E27FC236}">
                <a16:creationId xmlns:a16="http://schemas.microsoft.com/office/drawing/2014/main" id="{63F4EB99-3D39-45EC-A14A-7BBE2859924C}"/>
              </a:ext>
            </a:extLst>
          </p:cNvPr>
          <p:cNvSpPr>
            <a:spLocks xmlns:a="http://schemas.openxmlformats.org/drawingml/2006/main" noGrp="1"/>
          </p:cNvSpPr>
          <p:nvPr/>
        </p:nvSpPr>
        <p:spPr>
          <a:xfrm xmlns:a="http://schemas.openxmlformats.org/drawingml/2006/main">
            <a:off x="4071938" y="2733675"/>
            <a:ext cx="3690938" cy="742950"/>
          </a:xfrm>
          <a:custGeom xmlns:a="http://schemas.openxmlformats.org/drawingml/2006/main">
            <a:pathLst>
              <a:path w="3690938" h="742950">
                <a:moveTo>
                  <a:pt x="3690938" y="0"/>
                </a:moveTo>
                <a:lnTo>
                  <a:pt x="3690938" y="228600"/>
                </a:lnTo>
                <a:lnTo>
                  <a:pt x="0" y="228600"/>
                </a:lnTo>
                <a:lnTo>
                  <a:pt x="0" y="742950"/>
                </a:lnTo>
              </a:path>
            </a:pathLst>
          </a:custGeom>
          <a:noFill xmlns:a="http://schemas.openxmlformats.org/drawingml/2006/main"/>
          <a:ln xmlns:a="http://schemas.openxmlformats.org/drawingml/2006/main" w="10478">
            <a:solidFill>
              <a:srgbClr val="000000"/>
            </a:solidFill>
            <a:prstDash val="solid"/>
          </a:ln>
        </p:spPr>
      </p:sp>
      <p:sp>
        <p:nvSpPr>
          <p:cNvPr id="88" name="dp44-comparison / n87 / arrow">
            <a:extLst xmlns:a="http://schemas.openxmlformats.org/drawingml/2006/main">
              <a:ext uri="{FF2B5EF4-FFF2-40B4-BE49-F238E27FC236}">
                <a16:creationId xmlns:a16="http://schemas.microsoft.com/office/drawing/2014/main" id="{4D07F4BC-5AA8-46D4-B983-BB6D37DF0D8C}"/>
              </a:ext>
            </a:extLst>
          </p:cNvPr>
          <p:cNvSpPr>
            <a:spLocks xmlns:a="http://schemas.openxmlformats.org/drawingml/2006/main" noGrp="1"/>
          </p:cNvSpPr>
          <p:nvPr/>
        </p:nvSpPr>
        <p:spPr>
          <a:xfrm xmlns:a="http://schemas.openxmlformats.org/drawingml/2006/main">
            <a:off x="4038410" y="34095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89" name="dp44-comparison / n88 / path">
            <a:extLst xmlns:a="http://schemas.openxmlformats.org/drawingml/2006/main">
              <a:ext uri="{FF2B5EF4-FFF2-40B4-BE49-F238E27FC236}">
                <a16:creationId xmlns:a16="http://schemas.microsoft.com/office/drawing/2014/main" id="{C238EB93-2C45-473B-AF59-C72BAA63D014}"/>
              </a:ext>
            </a:extLst>
          </p:cNvPr>
          <p:cNvSpPr>
            <a:spLocks xmlns:a="http://schemas.openxmlformats.org/drawingml/2006/main" noGrp="1"/>
          </p:cNvSpPr>
          <p:nvPr/>
        </p:nvSpPr>
        <p:spPr>
          <a:xfrm xmlns:a="http://schemas.openxmlformats.org/drawingml/2006/main">
            <a:off x="4572000" y="3667125"/>
            <a:ext cx="1285875" cy="953"/>
          </a:xfrm>
          <a:custGeom xmlns:a="http://schemas.openxmlformats.org/drawingml/2006/main">
            <a:pathLst>
              <a:path w="1285875" h="953">
                <a:moveTo>
                  <a:pt x="0" y="0"/>
                </a:moveTo>
                <a:lnTo>
                  <a:pt x="1285875" y="0"/>
                </a:lnTo>
              </a:path>
            </a:pathLst>
          </a:custGeom>
          <a:noFill xmlns:a="http://schemas.openxmlformats.org/drawingml/2006/main"/>
          <a:ln xmlns:a="http://schemas.openxmlformats.org/drawingml/2006/main" w="10478">
            <a:solidFill>
              <a:srgbClr val="B8753F"/>
            </a:solidFill>
            <a:prstDash val="solid"/>
          </a:ln>
        </p:spPr>
      </p:sp>
      <p:sp>
        <p:nvSpPr>
          <p:cNvPr id="90" name="dp44-comparison / n88 / arrow">
            <a:extLst xmlns:a="http://schemas.openxmlformats.org/drawingml/2006/main">
              <a:ext uri="{FF2B5EF4-FFF2-40B4-BE49-F238E27FC236}">
                <a16:creationId xmlns:a16="http://schemas.microsoft.com/office/drawing/2014/main" id="{DC168270-9152-4F6F-BF66-E96CCFB84225}"/>
              </a:ext>
            </a:extLst>
          </p:cNvPr>
          <p:cNvSpPr>
            <a:spLocks xmlns:a="http://schemas.openxmlformats.org/drawingml/2006/main" noGrp="1"/>
          </p:cNvSpPr>
          <p:nvPr/>
        </p:nvSpPr>
        <p:spPr>
          <a:xfrm xmlns:a="http://schemas.openxmlformats.org/drawingml/2006/main">
            <a:off x="5790819" y="36335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91" name="dp44-comparison / n89 / path">
            <a:extLst xmlns:a="http://schemas.openxmlformats.org/drawingml/2006/main">
              <a:ext uri="{FF2B5EF4-FFF2-40B4-BE49-F238E27FC236}">
                <a16:creationId xmlns:a16="http://schemas.microsoft.com/office/drawing/2014/main" id="{5C8E9CDD-8B3B-4395-95CC-7FBD6F82A3B2}"/>
              </a:ext>
            </a:extLst>
          </p:cNvPr>
          <p:cNvSpPr>
            <a:spLocks xmlns:a="http://schemas.openxmlformats.org/drawingml/2006/main" noGrp="1"/>
          </p:cNvSpPr>
          <p:nvPr/>
        </p:nvSpPr>
        <p:spPr>
          <a:xfrm xmlns:a="http://schemas.openxmlformats.org/drawingml/2006/main">
            <a:off x="4572000" y="3752850"/>
            <a:ext cx="1285875" cy="180975"/>
          </a:xfrm>
          <a:custGeom xmlns:a="http://schemas.openxmlformats.org/drawingml/2006/main">
            <a:pathLst>
              <a:path w="1285875" h="180975">
                <a:moveTo>
                  <a:pt x="1285875" y="0"/>
                </a:moveTo>
                <a:lnTo>
                  <a:pt x="1123950" y="0"/>
                </a:lnTo>
                <a:lnTo>
                  <a:pt x="1123950" y="180975"/>
                </a:lnTo>
                <a:lnTo>
                  <a:pt x="152400" y="180975"/>
                </a:lnTo>
                <a:lnTo>
                  <a:pt x="152400" y="0"/>
                </a:lnTo>
                <a:lnTo>
                  <a:pt x="0" y="0"/>
                </a:lnTo>
              </a:path>
            </a:pathLst>
          </a:custGeom>
          <a:noFill xmlns:a="http://schemas.openxmlformats.org/drawingml/2006/main"/>
          <a:ln xmlns:a="http://schemas.openxmlformats.org/drawingml/2006/main" w="10478">
            <a:solidFill>
              <a:srgbClr val="B8753F"/>
            </a:solidFill>
            <a:prstDash val="dash"/>
          </a:ln>
        </p:spPr>
      </p:sp>
      <p:sp>
        <p:nvSpPr>
          <p:cNvPr id="92" name="dp44-comparison / n89 / arrow">
            <a:extLst xmlns:a="http://schemas.openxmlformats.org/drawingml/2006/main">
              <a:ext uri="{FF2B5EF4-FFF2-40B4-BE49-F238E27FC236}">
                <a16:creationId xmlns:a16="http://schemas.microsoft.com/office/drawing/2014/main" id="{1540F4A0-5C77-40C6-9433-AA99D37B0B18}"/>
              </a:ext>
            </a:extLst>
          </p:cNvPr>
          <p:cNvSpPr>
            <a:spLocks xmlns:a="http://schemas.openxmlformats.org/drawingml/2006/main" noGrp="1"/>
          </p:cNvSpPr>
          <p:nvPr/>
        </p:nvSpPr>
        <p:spPr>
          <a:xfrm xmlns:a="http://schemas.openxmlformats.org/drawingml/2006/main">
            <a:off x="4572000" y="371932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B8753F"/>
            </a:solidFill>
            <a:prstDash val="solid"/>
          </a:ln>
        </p:spPr>
      </p:sp>
      <p:sp>
        <p:nvSpPr>
          <p:cNvPr id="93" name="dp44-comparison / n94">
            <a:extLst xmlns:a="http://schemas.openxmlformats.org/drawingml/2006/main">
              <a:ext uri="{FF2B5EF4-FFF2-40B4-BE49-F238E27FC236}">
                <a16:creationId xmlns:a16="http://schemas.microsoft.com/office/drawing/2014/main" id="{E5DAFD93-0FA4-496F-9B48-A4A6264B080B}"/>
              </a:ext>
            </a:extLst>
          </p:cNvPr>
          <p:cNvSpPr>
            <a:spLocks xmlns:a="http://schemas.openxmlformats.org/drawingml/2006/main" noGrp="1"/>
          </p:cNvSpPr>
          <p:nvPr/>
        </p:nvSpPr>
        <p:spPr>
          <a:xfrm xmlns:a="http://schemas.openxmlformats.org/drawingml/2006/main">
            <a:off x="1666875" y="4762500"/>
            <a:ext cx="2238375" cy="3143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94" name="dp44-comparison / n95 / text 1">
            <a:extLst xmlns:a="http://schemas.openxmlformats.org/drawingml/2006/main">
              <a:ext uri="{FF2B5EF4-FFF2-40B4-BE49-F238E27FC236}">
                <a16:creationId xmlns:a16="http://schemas.microsoft.com/office/drawing/2014/main" id="{6EAF981D-4755-4BB9-B7B8-027CD40082C4}"/>
              </a:ext>
            </a:extLst>
          </p:cNvPr>
          <p:cNvSpPr>
            <a:spLocks xmlns:a="http://schemas.openxmlformats.org/drawingml/2006/main" noGrp="1"/>
          </p:cNvSpPr>
          <p:nvPr/>
        </p:nvSpPr>
        <p:spPr>
          <a:xfrm xmlns:a="http://schemas.openxmlformats.org/drawingml/2006/main">
            <a:off x="1752600" y="4814411"/>
            <a:ext cx="2066925"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Request Interpreter</a:t>
            </a:r>
          </a:p>
        </p:txBody>
      </p:sp>
      <p:sp>
        <p:nvSpPr>
          <p:cNvPr id="95" name="dp44-comparison / n96">
            <a:extLst xmlns:a="http://schemas.openxmlformats.org/drawingml/2006/main">
              <a:ext uri="{FF2B5EF4-FFF2-40B4-BE49-F238E27FC236}">
                <a16:creationId xmlns:a16="http://schemas.microsoft.com/office/drawing/2014/main" id="{54085AE1-FC2B-440C-B60D-ED95F7FED801}"/>
              </a:ext>
            </a:extLst>
          </p:cNvPr>
          <p:cNvSpPr>
            <a:spLocks xmlns:a="http://schemas.openxmlformats.org/drawingml/2006/main" noGrp="1"/>
          </p:cNvSpPr>
          <p:nvPr/>
        </p:nvSpPr>
        <p:spPr>
          <a:xfrm xmlns:a="http://schemas.openxmlformats.org/drawingml/2006/main">
            <a:off x="4286250" y="4705350"/>
            <a:ext cx="5000625" cy="14954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96" name="dp44-comparison / n97 / text 1">
            <a:extLst xmlns:a="http://schemas.openxmlformats.org/drawingml/2006/main">
              <a:ext uri="{FF2B5EF4-FFF2-40B4-BE49-F238E27FC236}">
                <a16:creationId xmlns:a16="http://schemas.microsoft.com/office/drawing/2014/main" id="{5E08C237-38F5-4D7A-B5CD-7635868B5818}"/>
              </a:ext>
            </a:extLst>
          </p:cNvPr>
          <p:cNvSpPr>
            <a:spLocks xmlns:a="http://schemas.openxmlformats.org/drawingml/2006/main" noGrp="1"/>
          </p:cNvSpPr>
          <p:nvPr/>
        </p:nvSpPr>
        <p:spPr>
          <a:xfrm xmlns:a="http://schemas.openxmlformats.org/drawingml/2006/main">
            <a:off x="4410075" y="4800600"/>
            <a:ext cx="475297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Response Manager</a:t>
            </a:r>
          </a:p>
        </p:txBody>
      </p:sp>
      <p:sp>
        <p:nvSpPr>
          <p:cNvPr id="97" name="dp44-comparison / n98">
            <a:extLst xmlns:a="http://schemas.openxmlformats.org/drawingml/2006/main">
              <a:ext uri="{FF2B5EF4-FFF2-40B4-BE49-F238E27FC236}">
                <a16:creationId xmlns:a16="http://schemas.microsoft.com/office/drawing/2014/main" id="{59FE2CBD-1A5D-4257-AD12-DA22793CBA62}"/>
              </a:ext>
            </a:extLst>
          </p:cNvPr>
          <p:cNvSpPr>
            <a:spLocks xmlns:a="http://schemas.openxmlformats.org/drawingml/2006/main" noGrp="1"/>
          </p:cNvSpPr>
          <p:nvPr/>
        </p:nvSpPr>
        <p:spPr>
          <a:xfrm xmlns:a="http://schemas.openxmlformats.org/drawingml/2006/main">
            <a:off x="4476750" y="5095875"/>
            <a:ext cx="2190750" cy="314325"/>
          </a:xfrm>
          <a:prstGeom xmlns:a="http://schemas.openxmlformats.org/drawingml/2006/main" prst="roundRect">
            <a:avLst>
              <a:gd name="adj" fmla="val 24242"/>
            </a:avLst>
          </a:prstGeom>
          <a:solidFill xmlns:a="http://schemas.openxmlformats.org/drawingml/2006/main">
            <a:srgbClr val="FFFFFF"/>
          </a:solidFill>
          <a:ln xmlns:a="http://schemas.openxmlformats.org/drawingml/2006/main" w="9525">
            <a:solidFill>
              <a:srgbClr val="000000"/>
            </a:solidFill>
            <a:prstDash val="solid"/>
          </a:ln>
        </p:spPr>
      </p:sp>
      <p:sp>
        <p:nvSpPr>
          <p:cNvPr id="98" name="dp44-comparison / n99 / text 1">
            <a:extLst xmlns:a="http://schemas.openxmlformats.org/drawingml/2006/main">
              <a:ext uri="{FF2B5EF4-FFF2-40B4-BE49-F238E27FC236}">
                <a16:creationId xmlns:a16="http://schemas.microsoft.com/office/drawing/2014/main" id="{76DC92B9-77E4-4D02-968F-BD984E92B6B6}"/>
              </a:ext>
            </a:extLst>
          </p:cNvPr>
          <p:cNvSpPr>
            <a:spLocks xmlns:a="http://schemas.openxmlformats.org/drawingml/2006/main" noGrp="1"/>
          </p:cNvSpPr>
          <p:nvPr/>
        </p:nvSpPr>
        <p:spPr>
          <a:xfrm xmlns:a="http://schemas.openxmlformats.org/drawingml/2006/main">
            <a:off x="4562475" y="5147786"/>
            <a:ext cx="2019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Response Composer</a:t>
            </a:r>
          </a:p>
        </p:txBody>
      </p:sp>
      <p:sp>
        <p:nvSpPr>
          <p:cNvPr id="99" name="dp44-comparison / n100 / path">
            <a:extLst xmlns:a="http://schemas.openxmlformats.org/drawingml/2006/main">
              <a:ext uri="{FF2B5EF4-FFF2-40B4-BE49-F238E27FC236}">
                <a16:creationId xmlns:a16="http://schemas.microsoft.com/office/drawing/2014/main" id="{E5C6F2DD-756D-445D-8078-056AC5072494}"/>
              </a:ext>
            </a:extLst>
          </p:cNvPr>
          <p:cNvSpPr>
            <a:spLocks xmlns:a="http://schemas.openxmlformats.org/drawingml/2006/main" noGrp="1"/>
          </p:cNvSpPr>
          <p:nvPr/>
        </p:nvSpPr>
        <p:spPr>
          <a:xfrm xmlns:a="http://schemas.openxmlformats.org/drawingml/2006/main">
            <a:off x="1571625" y="3667125"/>
            <a:ext cx="1214438" cy="1095375"/>
          </a:xfrm>
          <a:custGeom xmlns:a="http://schemas.openxmlformats.org/drawingml/2006/main">
            <a:pathLst>
              <a:path w="1214438" h="1095375">
                <a:moveTo>
                  <a:pt x="285750" y="0"/>
                </a:moveTo>
                <a:lnTo>
                  <a:pt x="0" y="0"/>
                </a:lnTo>
                <a:lnTo>
                  <a:pt x="0" y="981075"/>
                </a:lnTo>
                <a:lnTo>
                  <a:pt x="1214438" y="981075"/>
                </a:lnTo>
                <a:lnTo>
                  <a:pt x="1214438" y="1095375"/>
                </a:lnTo>
              </a:path>
            </a:pathLst>
          </a:custGeom>
          <a:noFill xmlns:a="http://schemas.openxmlformats.org/drawingml/2006/main"/>
          <a:ln xmlns:a="http://schemas.openxmlformats.org/drawingml/2006/main" w="10478">
            <a:solidFill>
              <a:srgbClr val="000000"/>
            </a:solidFill>
            <a:prstDash val="solid"/>
          </a:ln>
        </p:spPr>
      </p:sp>
      <p:sp>
        <p:nvSpPr>
          <p:cNvPr id="100" name="dp44-comparison / n100 / arrow">
            <a:extLst xmlns:a="http://schemas.openxmlformats.org/drawingml/2006/main">
              <a:ext uri="{FF2B5EF4-FFF2-40B4-BE49-F238E27FC236}">
                <a16:creationId xmlns:a16="http://schemas.microsoft.com/office/drawing/2014/main" id="{3ABF2A07-00CC-481D-8BCC-6E82F83081F2}"/>
              </a:ext>
            </a:extLst>
          </p:cNvPr>
          <p:cNvSpPr>
            <a:spLocks xmlns:a="http://schemas.openxmlformats.org/drawingml/2006/main" noGrp="1"/>
          </p:cNvSpPr>
          <p:nvPr/>
        </p:nvSpPr>
        <p:spPr>
          <a:xfrm xmlns:a="http://schemas.openxmlformats.org/drawingml/2006/main">
            <a:off x="2752535" y="46954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01" name="dp44-comparison / n101 / path">
            <a:extLst xmlns:a="http://schemas.openxmlformats.org/drawingml/2006/main">
              <a:ext uri="{FF2B5EF4-FFF2-40B4-BE49-F238E27FC236}">
                <a16:creationId xmlns:a16="http://schemas.microsoft.com/office/drawing/2014/main" id="{9757DFEA-F21A-4D57-814A-A4625B70FBCC}"/>
              </a:ext>
            </a:extLst>
          </p:cNvPr>
          <p:cNvSpPr>
            <a:spLocks xmlns:a="http://schemas.openxmlformats.org/drawingml/2006/main" noGrp="1"/>
          </p:cNvSpPr>
          <p:nvPr/>
        </p:nvSpPr>
        <p:spPr>
          <a:xfrm xmlns:a="http://schemas.openxmlformats.org/drawingml/2006/main">
            <a:off x="1476375" y="3762375"/>
            <a:ext cx="381000" cy="1157288"/>
          </a:xfrm>
          <a:custGeom xmlns:a="http://schemas.openxmlformats.org/drawingml/2006/main">
            <a:pathLst>
              <a:path w="381000" h="1157288">
                <a:moveTo>
                  <a:pt x="190500" y="1157288"/>
                </a:moveTo>
                <a:lnTo>
                  <a:pt x="0" y="1157288"/>
                </a:lnTo>
                <a:lnTo>
                  <a:pt x="0" y="0"/>
                </a:lnTo>
                <a:lnTo>
                  <a:pt x="381000" y="0"/>
                </a:lnTo>
              </a:path>
            </a:pathLst>
          </a:custGeom>
          <a:noFill xmlns:a="http://schemas.openxmlformats.org/drawingml/2006/main"/>
          <a:ln xmlns:a="http://schemas.openxmlformats.org/drawingml/2006/main" w="10478">
            <a:solidFill>
              <a:srgbClr val="B8753F"/>
            </a:solidFill>
            <a:prstDash val="dash"/>
          </a:ln>
        </p:spPr>
      </p:sp>
      <p:sp>
        <p:nvSpPr>
          <p:cNvPr id="102" name="dp44-comparison / n101 / arrow">
            <a:extLst xmlns:a="http://schemas.openxmlformats.org/drawingml/2006/main">
              <a:ext uri="{FF2B5EF4-FFF2-40B4-BE49-F238E27FC236}">
                <a16:creationId xmlns:a16="http://schemas.microsoft.com/office/drawing/2014/main" id="{87674683-6381-472B-A80F-1FD63153DCFD}"/>
              </a:ext>
            </a:extLst>
          </p:cNvPr>
          <p:cNvSpPr>
            <a:spLocks xmlns:a="http://schemas.openxmlformats.org/drawingml/2006/main" noGrp="1"/>
          </p:cNvSpPr>
          <p:nvPr/>
        </p:nvSpPr>
        <p:spPr>
          <a:xfrm xmlns:a="http://schemas.openxmlformats.org/drawingml/2006/main">
            <a:off x="1790319" y="37288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03" name="dp44-comparison / n104">
            <a:extLst xmlns:a="http://schemas.openxmlformats.org/drawingml/2006/main">
              <a:ext uri="{FF2B5EF4-FFF2-40B4-BE49-F238E27FC236}">
                <a16:creationId xmlns:a16="http://schemas.microsoft.com/office/drawing/2014/main" id="{C74FF008-02F7-4AFC-9DEE-7E98EC4DAED0}"/>
              </a:ext>
            </a:extLst>
          </p:cNvPr>
          <p:cNvSpPr>
            <a:spLocks xmlns:a="http://schemas.openxmlformats.org/drawingml/2006/main" noGrp="1"/>
          </p:cNvSpPr>
          <p:nvPr/>
        </p:nvSpPr>
        <p:spPr>
          <a:xfrm xmlns:a="http://schemas.openxmlformats.org/drawingml/2006/main">
            <a:off x="7000875" y="5095875"/>
            <a:ext cx="2095500" cy="314325"/>
          </a:xfrm>
          <a:prstGeom xmlns:a="http://schemas.openxmlformats.org/drawingml/2006/main" prst="roundRect">
            <a:avLst>
              <a:gd name="adj" fmla="val 24242"/>
            </a:avLst>
          </a:prstGeom>
          <a:solidFill xmlns:a="http://schemas.openxmlformats.org/drawingml/2006/main">
            <a:srgbClr val="FFFFFF"/>
          </a:solidFill>
          <a:ln xmlns:a="http://schemas.openxmlformats.org/drawingml/2006/main" w="9525">
            <a:solidFill>
              <a:srgbClr val="000000"/>
            </a:solidFill>
            <a:prstDash val="solid"/>
          </a:ln>
        </p:spPr>
      </p:sp>
      <p:sp>
        <p:nvSpPr>
          <p:cNvPr id="104" name="dp44-comparison / n105 / text 1">
            <a:extLst xmlns:a="http://schemas.openxmlformats.org/drawingml/2006/main">
              <a:ext uri="{FF2B5EF4-FFF2-40B4-BE49-F238E27FC236}">
                <a16:creationId xmlns:a16="http://schemas.microsoft.com/office/drawing/2014/main" id="{549C54A7-3FB1-4240-B804-7E2598C917AD}"/>
              </a:ext>
            </a:extLst>
          </p:cNvPr>
          <p:cNvSpPr>
            <a:spLocks xmlns:a="http://schemas.openxmlformats.org/drawingml/2006/main" noGrp="1"/>
          </p:cNvSpPr>
          <p:nvPr/>
        </p:nvSpPr>
        <p:spPr>
          <a:xfrm xmlns:a="http://schemas.openxmlformats.org/drawingml/2006/main">
            <a:off x="7086600" y="5153978"/>
            <a:ext cx="19240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1">
                <a:solidFill>
                  <a:srgbClr val="000000"/>
                </a:solidFill>
                <a:latin typeface="Apple SD Gothic Neo"/>
                <a:ea typeface="Apple SD Gothic Neo"/>
                <a:cs typeface="Apple SD Gothic Neo"/>
              </a:defRPr>
            </a:pPr>
            <a:r>
              <a:rPr sz="1200" b="1">
                <a:solidFill>
                  <a:srgbClr val="000000"/>
                </a:solidFill>
                <a:latin typeface="Apple SD Gothic Neo"/>
                <a:ea typeface="Apple SD Gothic Neo"/>
                <a:cs typeface="Apple SD Gothic Neo"/>
              </a:rPr>
              <a:t>Publication Control</a:t>
            </a:r>
          </a:p>
        </p:txBody>
      </p:sp>
      <p:sp>
        <p:nvSpPr>
          <p:cNvPr id="105" name="dp44-comparison / n106 / path">
            <a:extLst xmlns:a="http://schemas.openxmlformats.org/drawingml/2006/main">
              <a:ext uri="{FF2B5EF4-FFF2-40B4-BE49-F238E27FC236}">
                <a16:creationId xmlns:a16="http://schemas.microsoft.com/office/drawing/2014/main" id="{E20959EE-0C9C-4A08-B184-FCA63409EF06}"/>
              </a:ext>
            </a:extLst>
          </p:cNvPr>
          <p:cNvSpPr>
            <a:spLocks xmlns:a="http://schemas.openxmlformats.org/drawingml/2006/main" noGrp="1"/>
          </p:cNvSpPr>
          <p:nvPr/>
        </p:nvSpPr>
        <p:spPr>
          <a:xfrm xmlns:a="http://schemas.openxmlformats.org/drawingml/2006/main">
            <a:off x="3405188" y="3857625"/>
            <a:ext cx="2166938" cy="1238250"/>
          </a:xfrm>
          <a:custGeom xmlns:a="http://schemas.openxmlformats.org/drawingml/2006/main">
            <a:pathLst>
              <a:path w="2166938" h="1238250">
                <a:moveTo>
                  <a:pt x="0" y="0"/>
                </a:moveTo>
                <a:lnTo>
                  <a:pt x="0" y="704850"/>
                </a:lnTo>
                <a:lnTo>
                  <a:pt x="2166938" y="704850"/>
                </a:lnTo>
                <a:lnTo>
                  <a:pt x="2166938" y="1238250"/>
                </a:lnTo>
              </a:path>
            </a:pathLst>
          </a:custGeom>
          <a:noFill xmlns:a="http://schemas.openxmlformats.org/drawingml/2006/main"/>
          <a:ln xmlns:a="http://schemas.openxmlformats.org/drawingml/2006/main" w="10478">
            <a:solidFill>
              <a:srgbClr val="B8753F"/>
            </a:solidFill>
            <a:prstDash val="solid"/>
          </a:ln>
        </p:spPr>
      </p:sp>
      <p:sp>
        <p:nvSpPr>
          <p:cNvPr id="106" name="dp44-comparison / n106 / arrow">
            <a:extLst xmlns:a="http://schemas.openxmlformats.org/drawingml/2006/main">
              <a:ext uri="{FF2B5EF4-FFF2-40B4-BE49-F238E27FC236}">
                <a16:creationId xmlns:a16="http://schemas.microsoft.com/office/drawing/2014/main" id="{1019EB6F-C1C7-4AB2-B1FB-D2D4F53941B6}"/>
              </a:ext>
            </a:extLst>
          </p:cNvPr>
          <p:cNvSpPr>
            <a:spLocks xmlns:a="http://schemas.openxmlformats.org/drawingml/2006/main" noGrp="1"/>
          </p:cNvSpPr>
          <p:nvPr/>
        </p:nvSpPr>
        <p:spPr>
          <a:xfrm xmlns:a="http://schemas.openxmlformats.org/drawingml/2006/main">
            <a:off x="5538597" y="502881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107" name="dp44-comparison / n107 / path">
            <a:extLst xmlns:a="http://schemas.openxmlformats.org/drawingml/2006/main">
              <a:ext uri="{FF2B5EF4-FFF2-40B4-BE49-F238E27FC236}">
                <a16:creationId xmlns:a16="http://schemas.microsoft.com/office/drawing/2014/main" id="{2D8A9412-4A3F-4B57-812E-1AD2B04A4E78}"/>
              </a:ext>
            </a:extLst>
          </p:cNvPr>
          <p:cNvSpPr>
            <a:spLocks xmlns:a="http://schemas.openxmlformats.org/drawingml/2006/main" noGrp="1"/>
          </p:cNvSpPr>
          <p:nvPr/>
        </p:nvSpPr>
        <p:spPr>
          <a:xfrm xmlns:a="http://schemas.openxmlformats.org/drawingml/2006/main">
            <a:off x="4572000" y="3752850"/>
            <a:ext cx="1333500" cy="1343025"/>
          </a:xfrm>
          <a:custGeom xmlns:a="http://schemas.openxmlformats.org/drawingml/2006/main">
            <a:pathLst>
              <a:path w="1333500" h="1343025">
                <a:moveTo>
                  <a:pt x="1333500" y="1343025"/>
                </a:moveTo>
                <a:lnTo>
                  <a:pt x="1333500" y="857250"/>
                </a:lnTo>
                <a:lnTo>
                  <a:pt x="95250" y="857250"/>
                </a:lnTo>
                <a:lnTo>
                  <a:pt x="95250" y="0"/>
                </a:lnTo>
                <a:lnTo>
                  <a:pt x="0" y="0"/>
                </a:lnTo>
              </a:path>
            </a:pathLst>
          </a:custGeom>
          <a:noFill xmlns:a="http://schemas.openxmlformats.org/drawingml/2006/main"/>
          <a:ln xmlns:a="http://schemas.openxmlformats.org/drawingml/2006/main" w="10478">
            <a:solidFill>
              <a:srgbClr val="B8753F"/>
            </a:solidFill>
            <a:prstDash val="dash"/>
          </a:ln>
        </p:spPr>
      </p:sp>
      <p:sp>
        <p:nvSpPr>
          <p:cNvPr id="108" name="dp44-comparison / n107 / arrow">
            <a:extLst xmlns:a="http://schemas.openxmlformats.org/drawingml/2006/main">
              <a:ext uri="{FF2B5EF4-FFF2-40B4-BE49-F238E27FC236}">
                <a16:creationId xmlns:a16="http://schemas.microsoft.com/office/drawing/2014/main" id="{F9A5F577-B303-4D27-9B4E-B918813A9931}"/>
              </a:ext>
            </a:extLst>
          </p:cNvPr>
          <p:cNvSpPr>
            <a:spLocks xmlns:a="http://schemas.openxmlformats.org/drawingml/2006/main" noGrp="1"/>
          </p:cNvSpPr>
          <p:nvPr/>
        </p:nvSpPr>
        <p:spPr>
          <a:xfrm xmlns:a="http://schemas.openxmlformats.org/drawingml/2006/main">
            <a:off x="4572000" y="371932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B8753F"/>
            </a:solidFill>
            <a:prstDash val="solid"/>
          </a:ln>
        </p:spPr>
      </p:sp>
      <p:sp>
        <p:nvSpPr>
          <p:cNvPr id="109" name="dp44-comparison / n108 / path">
            <a:extLst xmlns:a="http://schemas.openxmlformats.org/drawingml/2006/main">
              <a:ext uri="{FF2B5EF4-FFF2-40B4-BE49-F238E27FC236}">
                <a16:creationId xmlns:a16="http://schemas.microsoft.com/office/drawing/2014/main" id="{1D48D584-2428-4EC8-950A-A3744CC88274}"/>
              </a:ext>
            </a:extLst>
          </p:cNvPr>
          <p:cNvSpPr>
            <a:spLocks xmlns:a="http://schemas.openxmlformats.org/drawingml/2006/main" noGrp="1"/>
          </p:cNvSpPr>
          <p:nvPr/>
        </p:nvSpPr>
        <p:spPr>
          <a:xfrm xmlns:a="http://schemas.openxmlformats.org/drawingml/2006/main">
            <a:off x="4572000" y="3600450"/>
            <a:ext cx="3476625" cy="1495425"/>
          </a:xfrm>
          <a:custGeom xmlns:a="http://schemas.openxmlformats.org/drawingml/2006/main">
            <a:pathLst>
              <a:path w="3476625" h="1495425">
                <a:moveTo>
                  <a:pt x="0" y="0"/>
                </a:moveTo>
                <a:lnTo>
                  <a:pt x="238125" y="0"/>
                </a:lnTo>
                <a:lnTo>
                  <a:pt x="238125" y="923925"/>
                </a:lnTo>
                <a:lnTo>
                  <a:pt x="3476625" y="923925"/>
                </a:lnTo>
                <a:lnTo>
                  <a:pt x="3476625" y="1495425"/>
                </a:lnTo>
              </a:path>
            </a:pathLst>
          </a:custGeom>
          <a:noFill xmlns:a="http://schemas.openxmlformats.org/drawingml/2006/main"/>
          <a:ln xmlns:a="http://schemas.openxmlformats.org/drawingml/2006/main" w="10478">
            <a:solidFill>
              <a:srgbClr val="B8753F"/>
            </a:solidFill>
            <a:prstDash val="solid"/>
          </a:ln>
        </p:spPr>
      </p:sp>
      <p:sp>
        <p:nvSpPr>
          <p:cNvPr id="110" name="dp44-comparison / n108 / arrow">
            <a:extLst xmlns:a="http://schemas.openxmlformats.org/drawingml/2006/main">
              <a:ext uri="{FF2B5EF4-FFF2-40B4-BE49-F238E27FC236}">
                <a16:creationId xmlns:a16="http://schemas.microsoft.com/office/drawing/2014/main" id="{20BA9F2C-98EF-41B3-90B2-59E001380CFC}"/>
              </a:ext>
            </a:extLst>
          </p:cNvPr>
          <p:cNvSpPr>
            <a:spLocks xmlns:a="http://schemas.openxmlformats.org/drawingml/2006/main" noGrp="1"/>
          </p:cNvSpPr>
          <p:nvPr/>
        </p:nvSpPr>
        <p:spPr>
          <a:xfrm xmlns:a="http://schemas.openxmlformats.org/drawingml/2006/main">
            <a:off x="8015097" y="502881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111" name="dp44-comparison / n117 / path">
            <a:extLst xmlns:a="http://schemas.openxmlformats.org/drawingml/2006/main">
              <a:ext uri="{FF2B5EF4-FFF2-40B4-BE49-F238E27FC236}">
                <a16:creationId xmlns:a16="http://schemas.microsoft.com/office/drawing/2014/main" id="{4AA20794-7287-4648-8ACA-94577A24582B}"/>
              </a:ext>
            </a:extLst>
          </p:cNvPr>
          <p:cNvSpPr>
            <a:spLocks xmlns:a="http://schemas.openxmlformats.org/drawingml/2006/main" noGrp="1"/>
          </p:cNvSpPr>
          <p:nvPr/>
        </p:nvSpPr>
        <p:spPr>
          <a:xfrm xmlns:a="http://schemas.openxmlformats.org/drawingml/2006/main">
            <a:off x="1571625" y="6334125"/>
            <a:ext cx="7715250" cy="953"/>
          </a:xfrm>
          <a:custGeom xmlns:a="http://schemas.openxmlformats.org/drawingml/2006/main">
            <a:pathLst>
              <a:path w="7715250" h="953">
                <a:moveTo>
                  <a:pt x="0" y="0"/>
                </a:moveTo>
                <a:lnTo>
                  <a:pt x="7715250" y="0"/>
                </a:lnTo>
              </a:path>
            </a:pathLst>
          </a:custGeom>
          <a:noFill xmlns:a="http://schemas.openxmlformats.org/drawingml/2006/main"/>
          <a:ln xmlns:a="http://schemas.openxmlformats.org/drawingml/2006/main" w="10478">
            <a:solidFill>
              <a:srgbClr val="000000"/>
            </a:solidFill>
            <a:prstDash val="solid"/>
          </a:ln>
        </p:spPr>
      </p:sp>
      <p:sp>
        <p:nvSpPr>
          <p:cNvPr id="112" name="dp44-comparison / n120">
            <a:extLst xmlns:a="http://schemas.openxmlformats.org/drawingml/2006/main">
              <a:ext uri="{FF2B5EF4-FFF2-40B4-BE49-F238E27FC236}">
                <a16:creationId xmlns:a16="http://schemas.microsoft.com/office/drawing/2014/main" id="{2A73AE59-2365-483A-85A4-F4F989DF678C}"/>
              </a:ext>
            </a:extLst>
          </p:cNvPr>
          <p:cNvSpPr>
            <a:spLocks xmlns:a="http://schemas.openxmlformats.org/drawingml/2006/main" noGrp="1"/>
          </p:cNvSpPr>
          <p:nvPr/>
        </p:nvSpPr>
        <p:spPr>
          <a:xfrm xmlns:a="http://schemas.openxmlformats.org/drawingml/2006/main">
            <a:off x="1666875" y="661987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13" name="dp44-comparison / n121 / text 1">
            <a:extLst xmlns:a="http://schemas.openxmlformats.org/drawingml/2006/main">
              <a:ext uri="{FF2B5EF4-FFF2-40B4-BE49-F238E27FC236}">
                <a16:creationId xmlns:a16="http://schemas.microsoft.com/office/drawing/2014/main" id="{9324B292-3506-4B5D-B5EF-4FD4CCCF5A8F}"/>
              </a:ext>
            </a:extLst>
          </p:cNvPr>
          <p:cNvSpPr>
            <a:spLocks xmlns:a="http://schemas.openxmlformats.org/drawingml/2006/main" noGrp="1"/>
          </p:cNvSpPr>
          <p:nvPr/>
        </p:nvSpPr>
        <p:spPr>
          <a:xfrm xmlns:a="http://schemas.openxmlformats.org/drawingml/2006/main">
            <a:off x="1752600" y="665559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Meaning1 완료</a:t>
            </a:r>
          </a:p>
        </p:txBody>
      </p:sp>
      <p:sp>
        <p:nvSpPr>
          <p:cNvPr id="114" name="dp44-comparison / n122">
            <a:extLst xmlns:a="http://schemas.openxmlformats.org/drawingml/2006/main">
              <a:ext uri="{FF2B5EF4-FFF2-40B4-BE49-F238E27FC236}">
                <a16:creationId xmlns:a16="http://schemas.microsoft.com/office/drawing/2014/main" id="{A5BDFA0E-7F1C-4659-8C72-2F51CD3625E4}"/>
              </a:ext>
            </a:extLst>
          </p:cNvPr>
          <p:cNvSpPr>
            <a:spLocks xmlns:a="http://schemas.openxmlformats.org/drawingml/2006/main" noGrp="1"/>
          </p:cNvSpPr>
          <p:nvPr/>
        </p:nvSpPr>
        <p:spPr>
          <a:xfrm xmlns:a="http://schemas.openxmlformats.org/drawingml/2006/main">
            <a:off x="4333875" y="661987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15" name="dp44-comparison / n123 / text 1">
            <a:extLst xmlns:a="http://schemas.openxmlformats.org/drawingml/2006/main">
              <a:ext uri="{FF2B5EF4-FFF2-40B4-BE49-F238E27FC236}">
                <a16:creationId xmlns:a16="http://schemas.microsoft.com/office/drawing/2014/main" id="{7A83E60D-B824-4351-8ACB-B39AFAED12CE}"/>
              </a:ext>
            </a:extLst>
          </p:cNvPr>
          <p:cNvSpPr>
            <a:spLocks xmlns:a="http://schemas.openxmlformats.org/drawingml/2006/main" noGrp="1"/>
          </p:cNvSpPr>
          <p:nvPr/>
        </p:nvSpPr>
        <p:spPr>
          <a:xfrm xmlns:a="http://schemas.openxmlformats.org/drawingml/2006/main">
            <a:off x="4419600" y="665559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Dispatcher: 준비 지시</a:t>
            </a:r>
          </a:p>
        </p:txBody>
      </p:sp>
      <p:sp>
        <p:nvSpPr>
          <p:cNvPr id="116" name="dp44-comparison / n124 / path">
            <a:extLst xmlns:a="http://schemas.openxmlformats.org/drawingml/2006/main">
              <a:ext uri="{FF2B5EF4-FFF2-40B4-BE49-F238E27FC236}">
                <a16:creationId xmlns:a16="http://schemas.microsoft.com/office/drawing/2014/main" id="{BEB0450F-B375-4293-BAB3-85B0EFCCD3A7}"/>
              </a:ext>
            </a:extLst>
          </p:cNvPr>
          <p:cNvSpPr>
            <a:spLocks xmlns:a="http://schemas.openxmlformats.org/drawingml/2006/main" noGrp="1"/>
          </p:cNvSpPr>
          <p:nvPr/>
        </p:nvSpPr>
        <p:spPr>
          <a:xfrm xmlns:a="http://schemas.openxmlformats.org/drawingml/2006/main">
            <a:off x="3905250" y="674846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117" name="dp44-comparison / n124 / arrow">
            <a:extLst xmlns:a="http://schemas.openxmlformats.org/drawingml/2006/main">
              <a:ext uri="{FF2B5EF4-FFF2-40B4-BE49-F238E27FC236}">
                <a16:creationId xmlns:a16="http://schemas.microsoft.com/office/drawing/2014/main" id="{689AA964-C0A8-422B-A032-23A0640C0443}"/>
              </a:ext>
            </a:extLst>
          </p:cNvPr>
          <p:cNvSpPr>
            <a:spLocks xmlns:a="http://schemas.openxmlformats.org/drawingml/2006/main" noGrp="1"/>
          </p:cNvSpPr>
          <p:nvPr/>
        </p:nvSpPr>
        <p:spPr>
          <a:xfrm xmlns:a="http://schemas.openxmlformats.org/drawingml/2006/main">
            <a:off x="4266819" y="671493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18" name="dp44-comparison / n125">
            <a:extLst xmlns:a="http://schemas.openxmlformats.org/drawingml/2006/main">
              <a:ext uri="{FF2B5EF4-FFF2-40B4-BE49-F238E27FC236}">
                <a16:creationId xmlns:a16="http://schemas.microsoft.com/office/drawing/2014/main" id="{255D470D-4BB1-4866-BB60-90E42B5C841E}"/>
              </a:ext>
            </a:extLst>
          </p:cNvPr>
          <p:cNvSpPr>
            <a:spLocks xmlns:a="http://schemas.openxmlformats.org/drawingml/2006/main" noGrp="1"/>
          </p:cNvSpPr>
          <p:nvPr/>
        </p:nvSpPr>
        <p:spPr>
          <a:xfrm xmlns:a="http://schemas.openxmlformats.org/drawingml/2006/main">
            <a:off x="7000875" y="6619875"/>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19" name="dp44-comparison / n126 / text 1">
            <a:extLst xmlns:a="http://schemas.openxmlformats.org/drawingml/2006/main">
              <a:ext uri="{FF2B5EF4-FFF2-40B4-BE49-F238E27FC236}">
                <a16:creationId xmlns:a16="http://schemas.microsoft.com/office/drawing/2014/main" id="{75550A39-1F58-48DC-98F0-FF08CD824B3D}"/>
              </a:ext>
            </a:extLst>
          </p:cNvPr>
          <p:cNvSpPr>
            <a:spLocks xmlns:a="http://schemas.openxmlformats.org/drawingml/2006/main" noGrp="1"/>
          </p:cNvSpPr>
          <p:nvPr/>
        </p:nvSpPr>
        <p:spPr>
          <a:xfrm xmlns:a="http://schemas.openxmlformats.org/drawingml/2006/main">
            <a:off x="7086600" y="6655594"/>
            <a:ext cx="2019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Composer: 후보 반환</a:t>
            </a:r>
          </a:p>
        </p:txBody>
      </p:sp>
      <p:sp>
        <p:nvSpPr>
          <p:cNvPr id="120" name="dp44-comparison / n127 / path">
            <a:extLst xmlns:a="http://schemas.openxmlformats.org/drawingml/2006/main">
              <a:ext uri="{FF2B5EF4-FFF2-40B4-BE49-F238E27FC236}">
                <a16:creationId xmlns:a16="http://schemas.microsoft.com/office/drawing/2014/main" id="{600AFC5A-8581-4044-9392-4CDFCACB1714}"/>
              </a:ext>
            </a:extLst>
          </p:cNvPr>
          <p:cNvSpPr>
            <a:spLocks xmlns:a="http://schemas.openxmlformats.org/drawingml/2006/main" noGrp="1"/>
          </p:cNvSpPr>
          <p:nvPr/>
        </p:nvSpPr>
        <p:spPr>
          <a:xfrm xmlns:a="http://schemas.openxmlformats.org/drawingml/2006/main">
            <a:off x="6572250" y="674846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121" name="dp44-comparison / n127 / arrow">
            <a:extLst xmlns:a="http://schemas.openxmlformats.org/drawingml/2006/main">
              <a:ext uri="{FF2B5EF4-FFF2-40B4-BE49-F238E27FC236}">
                <a16:creationId xmlns:a16="http://schemas.microsoft.com/office/drawing/2014/main" id="{1716F717-241B-4169-860D-949C09339B74}"/>
              </a:ext>
            </a:extLst>
          </p:cNvPr>
          <p:cNvSpPr>
            <a:spLocks xmlns:a="http://schemas.openxmlformats.org/drawingml/2006/main" noGrp="1"/>
          </p:cNvSpPr>
          <p:nvPr/>
        </p:nvSpPr>
        <p:spPr>
          <a:xfrm xmlns:a="http://schemas.openxmlformats.org/drawingml/2006/main">
            <a:off x="6933819" y="671493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22" name="dp44-comparison / n128 / path">
            <a:extLst xmlns:a="http://schemas.openxmlformats.org/drawingml/2006/main">
              <a:ext uri="{FF2B5EF4-FFF2-40B4-BE49-F238E27FC236}">
                <a16:creationId xmlns:a16="http://schemas.microsoft.com/office/drawing/2014/main" id="{FCE4A217-CEF3-488B-9F63-F25770D2DBDA}"/>
              </a:ext>
            </a:extLst>
          </p:cNvPr>
          <p:cNvSpPr>
            <a:spLocks xmlns:a="http://schemas.openxmlformats.org/drawingml/2006/main" noGrp="1"/>
          </p:cNvSpPr>
          <p:nvPr/>
        </p:nvSpPr>
        <p:spPr>
          <a:xfrm xmlns:a="http://schemas.openxmlformats.org/drawingml/2006/main">
            <a:off x="5453063" y="6877050"/>
            <a:ext cx="2643188" cy="133350"/>
          </a:xfrm>
          <a:custGeom xmlns:a="http://schemas.openxmlformats.org/drawingml/2006/main">
            <a:pathLst>
              <a:path w="2643188" h="133350">
                <a:moveTo>
                  <a:pt x="2643188" y="0"/>
                </a:moveTo>
                <a:lnTo>
                  <a:pt x="2643188" y="133350"/>
                </a:lnTo>
                <a:lnTo>
                  <a:pt x="0" y="133350"/>
                </a:lnTo>
                <a:lnTo>
                  <a:pt x="0" y="0"/>
                </a:lnTo>
              </a:path>
            </a:pathLst>
          </a:custGeom>
          <a:noFill xmlns:a="http://schemas.openxmlformats.org/drawingml/2006/main"/>
          <a:ln xmlns:a="http://schemas.openxmlformats.org/drawingml/2006/main" w="10478">
            <a:solidFill>
              <a:srgbClr val="B8753F"/>
            </a:solidFill>
            <a:prstDash val="dash"/>
          </a:ln>
        </p:spPr>
      </p:sp>
      <p:sp>
        <p:nvSpPr>
          <p:cNvPr id="123" name="dp44-comparison / n128 / arrow">
            <a:extLst xmlns:a="http://schemas.openxmlformats.org/drawingml/2006/main">
              <a:ext uri="{FF2B5EF4-FFF2-40B4-BE49-F238E27FC236}">
                <a16:creationId xmlns:a16="http://schemas.microsoft.com/office/drawing/2014/main" id="{CAC2C121-5ADB-4BA1-974A-6DB137034128}"/>
              </a:ext>
            </a:extLst>
          </p:cNvPr>
          <p:cNvSpPr>
            <a:spLocks xmlns:a="http://schemas.openxmlformats.org/drawingml/2006/main" noGrp="1"/>
          </p:cNvSpPr>
          <p:nvPr/>
        </p:nvSpPr>
        <p:spPr>
          <a:xfrm xmlns:a="http://schemas.openxmlformats.org/drawingml/2006/main">
            <a:off x="5419535" y="6877050"/>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B8753F"/>
            </a:solidFill>
            <a:prstDash val="solid"/>
          </a:ln>
        </p:spPr>
      </p:sp>
      <p:sp>
        <p:nvSpPr>
          <p:cNvPr id="124" name="dp44-comparison / n133">
            <a:extLst xmlns:a="http://schemas.openxmlformats.org/drawingml/2006/main">
              <a:ext uri="{FF2B5EF4-FFF2-40B4-BE49-F238E27FC236}">
                <a16:creationId xmlns:a16="http://schemas.microsoft.com/office/drawing/2014/main" id="{9FA6D584-48AD-45EA-AB31-2E20B68A3660}"/>
              </a:ext>
            </a:extLst>
          </p:cNvPr>
          <p:cNvSpPr>
            <a:spLocks xmlns:a="http://schemas.openxmlformats.org/drawingml/2006/main" noGrp="1"/>
          </p:cNvSpPr>
          <p:nvPr/>
        </p:nvSpPr>
        <p:spPr>
          <a:xfrm xmlns:a="http://schemas.openxmlformats.org/drawingml/2006/main">
            <a:off x="1666875" y="7286625"/>
            <a:ext cx="2238375" cy="2476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25" name="dp44-comparison / n134 / text 1">
            <a:extLst xmlns:a="http://schemas.openxmlformats.org/drawingml/2006/main">
              <a:ext uri="{FF2B5EF4-FFF2-40B4-BE49-F238E27FC236}">
                <a16:creationId xmlns:a16="http://schemas.microsoft.com/office/drawing/2014/main" id="{5D6B766A-BFE6-45EF-948A-39BA09C6E8AF}"/>
              </a:ext>
            </a:extLst>
          </p:cNvPr>
          <p:cNvSpPr>
            <a:spLocks xmlns:a="http://schemas.openxmlformats.org/drawingml/2006/main" noGrp="1"/>
          </p:cNvSpPr>
          <p:nvPr/>
        </p:nvSpPr>
        <p:spPr>
          <a:xfrm xmlns:a="http://schemas.openxmlformats.org/drawingml/2006/main">
            <a:off x="1752600" y="7317581"/>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옛 응답 준비 완료</a:t>
            </a:r>
          </a:p>
        </p:txBody>
      </p:sp>
      <p:sp>
        <p:nvSpPr>
          <p:cNvPr id="126" name="dp44-comparison / n135">
            <a:extLst xmlns:a="http://schemas.openxmlformats.org/drawingml/2006/main">
              <a:ext uri="{FF2B5EF4-FFF2-40B4-BE49-F238E27FC236}">
                <a16:creationId xmlns:a16="http://schemas.microsoft.com/office/drawing/2014/main" id="{076BA1D1-CF14-4AF9-AFA9-7FE81F39DEB4}"/>
              </a:ext>
            </a:extLst>
          </p:cNvPr>
          <p:cNvSpPr>
            <a:spLocks xmlns:a="http://schemas.openxmlformats.org/drawingml/2006/main" noGrp="1"/>
          </p:cNvSpPr>
          <p:nvPr/>
        </p:nvSpPr>
        <p:spPr>
          <a:xfrm xmlns:a="http://schemas.openxmlformats.org/drawingml/2006/main">
            <a:off x="4333875" y="7286625"/>
            <a:ext cx="2238375" cy="2476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27" name="dp44-comparison / n136 / text 1">
            <a:extLst xmlns:a="http://schemas.openxmlformats.org/drawingml/2006/main">
              <a:ext uri="{FF2B5EF4-FFF2-40B4-BE49-F238E27FC236}">
                <a16:creationId xmlns:a16="http://schemas.microsoft.com/office/drawing/2014/main" id="{68093A64-A595-4B36-ABB9-3AB956308C36}"/>
              </a:ext>
            </a:extLst>
          </p:cNvPr>
          <p:cNvSpPr>
            <a:spLocks xmlns:a="http://schemas.openxmlformats.org/drawingml/2006/main" noGrp="1"/>
          </p:cNvSpPr>
          <p:nvPr/>
        </p:nvSpPr>
        <p:spPr>
          <a:xfrm xmlns:a="http://schemas.openxmlformats.org/drawingml/2006/main">
            <a:off x="4419600" y="7317581"/>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Dispatcher: 현재성 검사</a:t>
            </a:r>
          </a:p>
        </p:txBody>
      </p:sp>
      <p:sp>
        <p:nvSpPr>
          <p:cNvPr id="128" name="dp44-comparison / n137 / path">
            <a:extLst xmlns:a="http://schemas.openxmlformats.org/drawingml/2006/main">
              <a:ext uri="{FF2B5EF4-FFF2-40B4-BE49-F238E27FC236}">
                <a16:creationId xmlns:a16="http://schemas.microsoft.com/office/drawing/2014/main" id="{51CEE340-B020-45CA-BFE4-455A61A79743}"/>
              </a:ext>
            </a:extLst>
          </p:cNvPr>
          <p:cNvSpPr>
            <a:spLocks xmlns:a="http://schemas.openxmlformats.org/drawingml/2006/main" noGrp="1"/>
          </p:cNvSpPr>
          <p:nvPr/>
        </p:nvSpPr>
        <p:spPr>
          <a:xfrm xmlns:a="http://schemas.openxmlformats.org/drawingml/2006/main">
            <a:off x="3905250" y="7410450"/>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129" name="dp44-comparison / n137 / arrow">
            <a:extLst xmlns:a="http://schemas.openxmlformats.org/drawingml/2006/main">
              <a:ext uri="{FF2B5EF4-FFF2-40B4-BE49-F238E27FC236}">
                <a16:creationId xmlns:a16="http://schemas.microsoft.com/office/drawing/2014/main" id="{EDE2A47F-CCE5-4453-8A83-B6E51DD17396}"/>
              </a:ext>
            </a:extLst>
          </p:cNvPr>
          <p:cNvSpPr>
            <a:spLocks xmlns:a="http://schemas.openxmlformats.org/drawingml/2006/main" noGrp="1"/>
          </p:cNvSpPr>
          <p:nvPr/>
        </p:nvSpPr>
        <p:spPr>
          <a:xfrm xmlns:a="http://schemas.openxmlformats.org/drawingml/2006/main">
            <a:off x="4266819" y="737692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30" name="dp44-comparison / n138">
            <a:extLst xmlns:a="http://schemas.openxmlformats.org/drawingml/2006/main">
              <a:ext uri="{FF2B5EF4-FFF2-40B4-BE49-F238E27FC236}">
                <a16:creationId xmlns:a16="http://schemas.microsoft.com/office/drawing/2014/main" id="{81D74A20-6555-4483-861D-B29C1E555AFF}"/>
              </a:ext>
            </a:extLst>
          </p:cNvPr>
          <p:cNvSpPr>
            <a:spLocks xmlns:a="http://schemas.openxmlformats.org/drawingml/2006/main" noGrp="1"/>
          </p:cNvSpPr>
          <p:nvPr/>
        </p:nvSpPr>
        <p:spPr>
          <a:xfrm xmlns:a="http://schemas.openxmlformats.org/drawingml/2006/main">
            <a:off x="7000875" y="7286625"/>
            <a:ext cx="2190750" cy="2476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31" name="dp44-comparison / n139 / text 1">
            <a:extLst xmlns:a="http://schemas.openxmlformats.org/drawingml/2006/main">
              <a:ext uri="{FF2B5EF4-FFF2-40B4-BE49-F238E27FC236}">
                <a16:creationId xmlns:a16="http://schemas.microsoft.com/office/drawing/2014/main" id="{41F9B045-4BF4-48F6-8BB3-7E071A8DE41D}"/>
              </a:ext>
            </a:extLst>
          </p:cNvPr>
          <p:cNvSpPr>
            <a:spLocks xmlns:a="http://schemas.openxmlformats.org/drawingml/2006/main" noGrp="1"/>
          </p:cNvSpPr>
          <p:nvPr/>
        </p:nvSpPr>
        <p:spPr>
          <a:xfrm xmlns:a="http://schemas.openxmlformats.org/drawingml/2006/main">
            <a:off x="7086600" y="7317581"/>
            <a:ext cx="2019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중앙에서 무효 후보 폐기</a:t>
            </a:r>
          </a:p>
        </p:txBody>
      </p:sp>
      <p:sp>
        <p:nvSpPr>
          <p:cNvPr id="132" name="dp44-comparison / n140 / path">
            <a:extLst xmlns:a="http://schemas.openxmlformats.org/drawingml/2006/main">
              <a:ext uri="{FF2B5EF4-FFF2-40B4-BE49-F238E27FC236}">
                <a16:creationId xmlns:a16="http://schemas.microsoft.com/office/drawing/2014/main" id="{0B4E10BF-794E-4D5D-8B25-008EA91BE57F}"/>
              </a:ext>
            </a:extLst>
          </p:cNvPr>
          <p:cNvSpPr>
            <a:spLocks xmlns:a="http://schemas.openxmlformats.org/drawingml/2006/main" noGrp="1"/>
          </p:cNvSpPr>
          <p:nvPr/>
        </p:nvSpPr>
        <p:spPr>
          <a:xfrm xmlns:a="http://schemas.openxmlformats.org/drawingml/2006/main">
            <a:off x="6572250" y="7410450"/>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133" name="dp44-comparison / n140 / arrow">
            <a:extLst xmlns:a="http://schemas.openxmlformats.org/drawingml/2006/main">
              <a:ext uri="{FF2B5EF4-FFF2-40B4-BE49-F238E27FC236}">
                <a16:creationId xmlns:a16="http://schemas.microsoft.com/office/drawing/2014/main" id="{6BA7D571-F631-4604-9368-1E529C4218B1}"/>
              </a:ext>
            </a:extLst>
          </p:cNvPr>
          <p:cNvSpPr>
            <a:spLocks xmlns:a="http://schemas.openxmlformats.org/drawingml/2006/main" noGrp="1"/>
          </p:cNvSpPr>
          <p:nvPr/>
        </p:nvSpPr>
        <p:spPr>
          <a:xfrm xmlns:a="http://schemas.openxmlformats.org/drawingml/2006/main">
            <a:off x="6933819" y="737692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34" name="dp44-comparison / n76">
            <a:extLst xmlns:a="http://schemas.openxmlformats.org/drawingml/2006/main">
              <a:ext uri="{FF2B5EF4-FFF2-40B4-BE49-F238E27FC236}">
                <a16:creationId xmlns:a16="http://schemas.microsoft.com/office/drawing/2014/main" id="{8B96C399-B3AF-448D-A6E6-BA22D366FFF0}"/>
              </a:ext>
            </a:extLst>
          </p:cNvPr>
          <p:cNvSpPr>
            <a:spLocks xmlns:a="http://schemas.openxmlformats.org/drawingml/2006/main" noGrp="1"/>
          </p:cNvSpPr>
          <p:nvPr/>
        </p:nvSpPr>
        <p:spPr>
          <a:xfrm xmlns:a="http://schemas.openxmlformats.org/drawingml/2006/main">
            <a:off x="1647825" y="2771775"/>
            <a:ext cx="2439353"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5" name="dp44-comparison / n77 / text 1">
            <a:extLst xmlns:a="http://schemas.openxmlformats.org/drawingml/2006/main">
              <a:ext uri="{FF2B5EF4-FFF2-40B4-BE49-F238E27FC236}">
                <a16:creationId xmlns:a16="http://schemas.microsoft.com/office/drawing/2014/main" id="{AD7319D6-3D0A-4927-A647-EE963FCF9AE4}"/>
              </a:ext>
            </a:extLst>
          </p:cNvPr>
          <p:cNvSpPr>
            <a:spLocks xmlns:a="http://schemas.openxmlformats.org/drawingml/2006/main" noGrp="1"/>
          </p:cNvSpPr>
          <p:nvPr/>
        </p:nvSpPr>
        <p:spPr>
          <a:xfrm xmlns:a="http://schemas.openxmlformats.org/drawingml/2006/main">
            <a:off x="1666875" y="2781300"/>
            <a:ext cx="39052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000000"/>
                </a:solidFill>
                <a:latin typeface="Apple SD Gothic Neo"/>
                <a:ea typeface="Apple SD Gothic Neo"/>
                <a:cs typeface="Apple SD Gothic Neo"/>
              </a:defRPr>
            </a:pPr>
            <a:r>
              <a:rPr sz="1125" b="0">
                <a:solidFill>
                  <a:srgbClr val="000000"/>
                </a:solidFill>
                <a:latin typeface="Apple SD Gothic Neo"/>
                <a:ea typeface="Apple SD Gothic Neo"/>
                <a:cs typeface="Apple SD Gothic Neo"/>
              </a:rPr>
              <a:t>Input1: “잠깐, 표부터 설명해줘”</a:t>
            </a:r>
          </a:p>
        </p:txBody>
      </p:sp>
      <p:sp>
        <p:nvSpPr>
          <p:cNvPr id="136" name="dp44-comparison / n78">
            <a:extLst xmlns:a="http://schemas.openxmlformats.org/drawingml/2006/main">
              <a:ext uri="{FF2B5EF4-FFF2-40B4-BE49-F238E27FC236}">
                <a16:creationId xmlns:a16="http://schemas.microsoft.com/office/drawing/2014/main" id="{6DF8254E-063B-4B42-A9E7-A2E1E6F46805}"/>
              </a:ext>
            </a:extLst>
          </p:cNvPr>
          <p:cNvSpPr>
            <a:spLocks xmlns:a="http://schemas.openxmlformats.org/drawingml/2006/main" noGrp="1"/>
          </p:cNvSpPr>
          <p:nvPr/>
        </p:nvSpPr>
        <p:spPr>
          <a:xfrm xmlns:a="http://schemas.openxmlformats.org/drawingml/2006/main">
            <a:off x="6315075" y="2771775"/>
            <a:ext cx="2556510"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7" name="dp44-comparison / n79 / text 1">
            <a:extLst xmlns:a="http://schemas.openxmlformats.org/drawingml/2006/main">
              <a:ext uri="{FF2B5EF4-FFF2-40B4-BE49-F238E27FC236}">
                <a16:creationId xmlns:a16="http://schemas.microsoft.com/office/drawing/2014/main" id="{342B9FCD-BFA7-481C-9452-4310E887930F}"/>
              </a:ext>
            </a:extLst>
          </p:cNvPr>
          <p:cNvSpPr>
            <a:spLocks xmlns:a="http://schemas.openxmlformats.org/drawingml/2006/main" noGrp="1"/>
          </p:cNvSpPr>
          <p:nvPr/>
        </p:nvSpPr>
        <p:spPr>
          <a:xfrm xmlns:a="http://schemas.openxmlformats.org/drawingml/2006/main">
            <a:off x="6334125" y="2781300"/>
            <a:ext cx="30480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Task1 메일 / Question1 수신자 질문</a:t>
            </a:r>
          </a:p>
        </p:txBody>
      </p:sp>
      <p:sp>
        <p:nvSpPr>
          <p:cNvPr id="138" name="dp44-comparison / n90">
            <a:extLst xmlns:a="http://schemas.openxmlformats.org/drawingml/2006/main">
              <a:ext uri="{FF2B5EF4-FFF2-40B4-BE49-F238E27FC236}">
                <a16:creationId xmlns:a16="http://schemas.microsoft.com/office/drawing/2014/main" id="{4762F7B9-81FD-466D-AE39-F3FD734B52B3}"/>
              </a:ext>
            </a:extLst>
          </p:cNvPr>
          <p:cNvSpPr>
            <a:spLocks xmlns:a="http://schemas.openxmlformats.org/drawingml/2006/main" noGrp="1"/>
          </p:cNvSpPr>
          <p:nvPr/>
        </p:nvSpPr>
        <p:spPr>
          <a:xfrm xmlns:a="http://schemas.openxmlformats.org/drawingml/2006/main">
            <a:off x="1838325" y="4038600"/>
            <a:ext cx="2650808" cy="2133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9" name="dp44-comparison / n91 / text 1">
            <a:extLst xmlns:a="http://schemas.openxmlformats.org/drawingml/2006/main">
              <a:ext uri="{FF2B5EF4-FFF2-40B4-BE49-F238E27FC236}">
                <a16:creationId xmlns:a16="http://schemas.microsoft.com/office/drawing/2014/main" id="{01964BD2-84F8-4D2B-8A6A-6E4337A34722}"/>
              </a:ext>
            </a:extLst>
          </p:cNvPr>
          <p:cNvSpPr>
            <a:spLocks xmlns:a="http://schemas.openxmlformats.org/drawingml/2006/main" noGrp="1"/>
          </p:cNvSpPr>
          <p:nvPr/>
        </p:nvSpPr>
        <p:spPr>
          <a:xfrm xmlns:a="http://schemas.openxmlformats.org/drawingml/2006/main">
            <a:off x="1857375" y="4048125"/>
            <a:ext cx="37147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000000"/>
                </a:solidFill>
                <a:latin typeface="Apple SD Gothic Neo"/>
                <a:ea typeface="Apple SD Gothic Neo"/>
                <a:cs typeface="Apple SD Gothic Neo"/>
              </a:defRPr>
            </a:pPr>
            <a:r>
              <a:rPr sz="1275" b="0">
                <a:solidFill>
                  <a:srgbClr val="000000"/>
                </a:solidFill>
                <a:latin typeface="Apple SD Gothic Neo"/>
                <a:ea typeface="Apple SD Gothic Neo"/>
                <a:cs typeface="Apple SD Gothic Neo"/>
              </a:rPr>
              <a:t>다음 실행 지시와 완료 결과 회수</a:t>
            </a:r>
          </a:p>
        </p:txBody>
      </p:sp>
      <p:sp>
        <p:nvSpPr>
          <p:cNvPr id="140" name="dp44-comparison / n92">
            <a:extLst xmlns:a="http://schemas.openxmlformats.org/drawingml/2006/main">
              <a:ext uri="{FF2B5EF4-FFF2-40B4-BE49-F238E27FC236}">
                <a16:creationId xmlns:a16="http://schemas.microsoft.com/office/drawing/2014/main" id="{6F1F653B-5442-48E7-871E-C2EC626FAEE5}"/>
              </a:ext>
            </a:extLst>
          </p:cNvPr>
          <p:cNvSpPr>
            <a:spLocks xmlns:a="http://schemas.openxmlformats.org/drawingml/2006/main" noGrp="1"/>
          </p:cNvSpPr>
          <p:nvPr/>
        </p:nvSpPr>
        <p:spPr>
          <a:xfrm xmlns:a="http://schemas.openxmlformats.org/drawingml/2006/main">
            <a:off x="5857875" y="3943350"/>
            <a:ext cx="3095625" cy="438150"/>
          </a:xfrm>
          <a:custGeom xmlns:a="http://schemas.openxmlformats.org/drawingml/2006/main">
            <a:pathLst>
              <a:path w="3095625" h="438150">
                <a:moveTo>
                  <a:pt x="0" y="0"/>
                </a:moveTo>
                <a:lnTo>
                  <a:pt x="2924175" y="0"/>
                </a:lnTo>
                <a:lnTo>
                  <a:pt x="3095625" y="171450"/>
                </a:lnTo>
                <a:lnTo>
                  <a:pt x="3095625" y="438150"/>
                </a:lnTo>
                <a:lnTo>
                  <a:pt x="0" y="43815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41" name="dp44-comparison / n92 / fold">
            <a:extLst xmlns:a="http://schemas.openxmlformats.org/drawingml/2006/main">
              <a:ext uri="{FF2B5EF4-FFF2-40B4-BE49-F238E27FC236}">
                <a16:creationId xmlns:a16="http://schemas.microsoft.com/office/drawing/2014/main" id="{5BB8092B-9AA2-4760-A347-C74047F9161A}"/>
              </a:ext>
            </a:extLst>
          </p:cNvPr>
          <p:cNvSpPr>
            <a:spLocks xmlns:a="http://schemas.openxmlformats.org/drawingml/2006/main" noGrp="1"/>
          </p:cNvSpPr>
          <p:nvPr/>
        </p:nvSpPr>
        <p:spPr>
          <a:xfrm xmlns:a="http://schemas.openxmlformats.org/drawingml/2006/main">
            <a:off x="8782050" y="394335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42" name="dp44-comparison / n93 / text 1">
            <a:extLst xmlns:a="http://schemas.openxmlformats.org/drawingml/2006/main">
              <a:ext uri="{FF2B5EF4-FFF2-40B4-BE49-F238E27FC236}">
                <a16:creationId xmlns:a16="http://schemas.microsoft.com/office/drawing/2014/main" id="{B7B5A5E4-AA30-4460-9C90-1EE6844E0924}"/>
              </a:ext>
            </a:extLst>
          </p:cNvPr>
          <p:cNvSpPr>
            <a:spLocks xmlns:a="http://schemas.openxmlformats.org/drawingml/2006/main" noGrp="1"/>
          </p:cNvSpPr>
          <p:nvPr/>
        </p:nvSpPr>
        <p:spPr>
          <a:xfrm xmlns:a="http://schemas.openxmlformats.org/drawingml/2006/main">
            <a:off x="5953125" y="4000500"/>
            <a:ext cx="2828925"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Input1 / Job1: 표 설명 준비</a:t>
            </a:r>
          </a:p>
        </p:txBody>
      </p:sp>
      <p:sp>
        <p:nvSpPr>
          <p:cNvPr id="143" name="dp44-comparison / n93 / text 2">
            <a:extLst xmlns:a="http://schemas.openxmlformats.org/drawingml/2006/main">
              <a:ext uri="{FF2B5EF4-FFF2-40B4-BE49-F238E27FC236}">
                <a16:creationId xmlns:a16="http://schemas.microsoft.com/office/drawing/2014/main" id="{DF43B1D7-0819-4611-8C9C-2464592CD208}"/>
              </a:ext>
            </a:extLst>
          </p:cNvPr>
          <p:cNvSpPr>
            <a:spLocks xmlns:a="http://schemas.openxmlformats.org/drawingml/2006/main" noGrp="1"/>
          </p:cNvSpPr>
          <p:nvPr/>
        </p:nvSpPr>
        <p:spPr>
          <a:xfrm xmlns:a="http://schemas.openxmlformats.org/drawingml/2006/main">
            <a:off x="5953125" y="4120515"/>
            <a:ext cx="2828925"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next:PREPARE_RESPONSE / waiting:Meaning1</a:t>
            </a:r>
          </a:p>
        </p:txBody>
      </p:sp>
      <p:sp>
        <p:nvSpPr>
          <p:cNvPr id="144" name="dp44-comparison / n93 / text 3">
            <a:extLst xmlns:a="http://schemas.openxmlformats.org/drawingml/2006/main">
              <a:ext uri="{FF2B5EF4-FFF2-40B4-BE49-F238E27FC236}">
                <a16:creationId xmlns:a16="http://schemas.microsoft.com/office/drawing/2014/main" id="{F389071F-1D48-4C62-A97C-3DE1A4C8E72D}"/>
              </a:ext>
            </a:extLst>
          </p:cNvPr>
          <p:cNvSpPr>
            <a:spLocks xmlns:a="http://schemas.openxmlformats.org/drawingml/2006/main" noGrp="1"/>
          </p:cNvSpPr>
          <p:nvPr/>
        </p:nvSpPr>
        <p:spPr>
          <a:xfrm xmlns:a="http://schemas.openxmlformats.org/drawingml/2006/main">
            <a:off x="5953125" y="4240530"/>
            <a:ext cx="2828925"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이전 Input0의 Candidate0: 무효</a:t>
            </a:r>
          </a:p>
        </p:txBody>
      </p:sp>
      <p:sp>
        <p:nvSpPr>
          <p:cNvPr id="145" name="dp44-comparison / n102">
            <a:extLst xmlns:a="http://schemas.openxmlformats.org/drawingml/2006/main">
              <a:ext uri="{FF2B5EF4-FFF2-40B4-BE49-F238E27FC236}">
                <a16:creationId xmlns:a16="http://schemas.microsoft.com/office/drawing/2014/main" id="{4DEA1FCC-E3E6-452E-B9E1-8734FA5BFE54}"/>
              </a:ext>
            </a:extLst>
          </p:cNvPr>
          <p:cNvSpPr>
            <a:spLocks xmlns:a="http://schemas.openxmlformats.org/drawingml/2006/main" noGrp="1"/>
          </p:cNvSpPr>
          <p:nvPr/>
        </p:nvSpPr>
        <p:spPr>
          <a:xfrm xmlns:a="http://schemas.openxmlformats.org/drawingml/2006/main">
            <a:off x="1647825" y="5133975"/>
            <a:ext cx="1505141"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6" name="dp44-comparison / n103 / text 1">
            <a:extLst xmlns:a="http://schemas.openxmlformats.org/drawingml/2006/main">
              <a:ext uri="{FF2B5EF4-FFF2-40B4-BE49-F238E27FC236}">
                <a16:creationId xmlns:a16="http://schemas.microsoft.com/office/drawing/2014/main" id="{AC98AE58-552B-4AF7-948A-56451BB3EBD4}"/>
              </a:ext>
            </a:extLst>
          </p:cNvPr>
          <p:cNvSpPr>
            <a:spLocks xmlns:a="http://schemas.openxmlformats.org/drawingml/2006/main" noGrp="1"/>
          </p:cNvSpPr>
          <p:nvPr/>
        </p:nvSpPr>
        <p:spPr>
          <a:xfrm xmlns:a="http://schemas.openxmlformats.org/drawingml/2006/main">
            <a:off x="1666875" y="5143500"/>
            <a:ext cx="2238375"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① 이해 완료: Meaning1</a:t>
            </a:r>
          </a:p>
        </p:txBody>
      </p:sp>
      <p:sp>
        <p:nvSpPr>
          <p:cNvPr id="147" name="dp44-comparison / n109">
            <a:extLst xmlns:a="http://schemas.openxmlformats.org/drawingml/2006/main">
              <a:ext uri="{FF2B5EF4-FFF2-40B4-BE49-F238E27FC236}">
                <a16:creationId xmlns:a16="http://schemas.microsoft.com/office/drawing/2014/main" id="{4476FF5D-D9FB-4BA8-997C-2C3BC4357EEB}"/>
              </a:ext>
            </a:extLst>
          </p:cNvPr>
          <p:cNvSpPr>
            <a:spLocks xmlns:a="http://schemas.openxmlformats.org/drawingml/2006/main" noGrp="1"/>
          </p:cNvSpPr>
          <p:nvPr/>
        </p:nvSpPr>
        <p:spPr>
          <a:xfrm xmlns:a="http://schemas.openxmlformats.org/drawingml/2006/main">
            <a:off x="5029200" y="4381500"/>
            <a:ext cx="2291334"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8" name="dp44-comparison / n110 / text 1">
            <a:extLst xmlns:a="http://schemas.openxmlformats.org/drawingml/2006/main">
              <a:ext uri="{FF2B5EF4-FFF2-40B4-BE49-F238E27FC236}">
                <a16:creationId xmlns:a16="http://schemas.microsoft.com/office/drawing/2014/main" id="{E1A8C03C-399D-4850-889D-F07D8156409F}"/>
              </a:ext>
            </a:extLst>
          </p:cNvPr>
          <p:cNvSpPr>
            <a:spLocks xmlns:a="http://schemas.openxmlformats.org/drawingml/2006/main" noGrp="1"/>
          </p:cNvSpPr>
          <p:nvPr/>
        </p:nvSpPr>
        <p:spPr>
          <a:xfrm xmlns:a="http://schemas.openxmlformats.org/drawingml/2006/main">
            <a:off x="5048250" y="4391025"/>
            <a:ext cx="39052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② 중앙의 준비 지시 / ③ 준비 결과 회수</a:t>
            </a:r>
          </a:p>
        </p:txBody>
      </p:sp>
      <p:sp>
        <p:nvSpPr>
          <p:cNvPr id="149" name="dp44-comparison / n111">
            <a:extLst xmlns:a="http://schemas.openxmlformats.org/drawingml/2006/main">
              <a:ext uri="{FF2B5EF4-FFF2-40B4-BE49-F238E27FC236}">
                <a16:creationId xmlns:a16="http://schemas.microsoft.com/office/drawing/2014/main" id="{3D943B5B-1165-4EE3-BE10-7259BEA4723C}"/>
              </a:ext>
            </a:extLst>
          </p:cNvPr>
          <p:cNvSpPr>
            <a:spLocks xmlns:a="http://schemas.openxmlformats.org/drawingml/2006/main" noGrp="1"/>
          </p:cNvSpPr>
          <p:nvPr/>
        </p:nvSpPr>
        <p:spPr>
          <a:xfrm xmlns:a="http://schemas.openxmlformats.org/drawingml/2006/main">
            <a:off x="1666875" y="5362575"/>
            <a:ext cx="2238375" cy="685800"/>
          </a:xfrm>
          <a:custGeom xmlns:a="http://schemas.openxmlformats.org/drawingml/2006/main">
            <a:pathLst>
              <a:path w="2238375" h="685800">
                <a:moveTo>
                  <a:pt x="0" y="0"/>
                </a:moveTo>
                <a:lnTo>
                  <a:pt x="2066925" y="0"/>
                </a:lnTo>
                <a:lnTo>
                  <a:pt x="2238375" y="171450"/>
                </a:lnTo>
                <a:lnTo>
                  <a:pt x="2238375" y="685800"/>
                </a:lnTo>
                <a:lnTo>
                  <a:pt x="0" y="6858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50" name="dp44-comparison / n111 / fold">
            <a:extLst xmlns:a="http://schemas.openxmlformats.org/drawingml/2006/main">
              <a:ext uri="{FF2B5EF4-FFF2-40B4-BE49-F238E27FC236}">
                <a16:creationId xmlns:a16="http://schemas.microsoft.com/office/drawing/2014/main" id="{B0B5F7D4-DC4F-4E16-B8AF-A7DCC49904CB}"/>
              </a:ext>
            </a:extLst>
          </p:cNvPr>
          <p:cNvSpPr>
            <a:spLocks xmlns:a="http://schemas.openxmlformats.org/drawingml/2006/main" noGrp="1"/>
          </p:cNvSpPr>
          <p:nvPr/>
        </p:nvSpPr>
        <p:spPr>
          <a:xfrm xmlns:a="http://schemas.openxmlformats.org/drawingml/2006/main">
            <a:off x="3733800" y="536257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51" name="dp44-comparison / n112 / text 1">
            <a:extLst xmlns:a="http://schemas.openxmlformats.org/drawingml/2006/main">
              <a:ext uri="{FF2B5EF4-FFF2-40B4-BE49-F238E27FC236}">
                <a16:creationId xmlns:a16="http://schemas.microsoft.com/office/drawing/2014/main" id="{98B04D6F-9B02-44B5-9692-16FCBDD9FC96}"/>
              </a:ext>
            </a:extLst>
          </p:cNvPr>
          <p:cNvSpPr>
            <a:spLocks xmlns:a="http://schemas.openxmlformats.org/drawingml/2006/main" noGrp="1"/>
          </p:cNvSpPr>
          <p:nvPr/>
        </p:nvSpPr>
        <p:spPr>
          <a:xfrm xmlns:a="http://schemas.openxmlformats.org/drawingml/2006/main">
            <a:off x="1762125" y="5419725"/>
            <a:ext cx="19716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준비 완료: Candidate1</a:t>
            </a:r>
          </a:p>
        </p:txBody>
      </p:sp>
      <p:sp>
        <p:nvSpPr>
          <p:cNvPr id="152" name="dp44-comparison / n112 / text 2">
            <a:extLst xmlns:a="http://schemas.openxmlformats.org/drawingml/2006/main">
              <a:ext uri="{FF2B5EF4-FFF2-40B4-BE49-F238E27FC236}">
                <a16:creationId xmlns:a16="http://schemas.microsoft.com/office/drawing/2014/main" id="{C593192F-F99C-4914-AF69-40457822F16A}"/>
              </a:ext>
            </a:extLst>
          </p:cNvPr>
          <p:cNvSpPr>
            <a:spLocks xmlns:a="http://schemas.openxmlformats.org/drawingml/2006/main" noGrp="1"/>
          </p:cNvSpPr>
          <p:nvPr/>
        </p:nvSpPr>
        <p:spPr>
          <a:xfrm xmlns:a="http://schemas.openxmlformats.org/drawingml/2006/main">
            <a:off x="1762125" y="5545455"/>
            <a:ext cx="19716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input_ref:Input1</a:t>
            </a:r>
          </a:p>
        </p:txBody>
      </p:sp>
      <p:sp>
        <p:nvSpPr>
          <p:cNvPr id="153" name="dp44-comparison / n112 / text 3">
            <a:extLst xmlns:a="http://schemas.openxmlformats.org/drawingml/2006/main">
              <a:ext uri="{FF2B5EF4-FFF2-40B4-BE49-F238E27FC236}">
                <a16:creationId xmlns:a16="http://schemas.microsoft.com/office/drawing/2014/main" id="{B162789D-C675-4450-8042-E4DDA05B60AA}"/>
              </a:ext>
            </a:extLst>
          </p:cNvPr>
          <p:cNvSpPr>
            <a:spLocks xmlns:a="http://schemas.openxmlformats.org/drawingml/2006/main" noGrp="1"/>
          </p:cNvSpPr>
          <p:nvPr/>
        </p:nvSpPr>
        <p:spPr>
          <a:xfrm xmlns:a="http://schemas.openxmlformats.org/drawingml/2006/main">
            <a:off x="1762125" y="5671185"/>
            <a:ext cx="19716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content_ref:표 설명</a:t>
            </a:r>
          </a:p>
        </p:txBody>
      </p:sp>
      <p:sp>
        <p:nvSpPr>
          <p:cNvPr id="154" name="dp44-comparison / n112 / text 4">
            <a:extLst xmlns:a="http://schemas.openxmlformats.org/drawingml/2006/main">
              <a:ext uri="{FF2B5EF4-FFF2-40B4-BE49-F238E27FC236}">
                <a16:creationId xmlns:a16="http://schemas.microsoft.com/office/drawing/2014/main" id="{37902A9A-B9E7-4E92-A8A7-CC14CD17CB79}"/>
              </a:ext>
            </a:extLst>
          </p:cNvPr>
          <p:cNvSpPr>
            <a:spLocks xmlns:a="http://schemas.openxmlformats.org/drawingml/2006/main" noGrp="1"/>
          </p:cNvSpPr>
          <p:nvPr/>
        </p:nvSpPr>
        <p:spPr>
          <a:xfrm xmlns:a="http://schemas.openxmlformats.org/drawingml/2006/main">
            <a:off x="1762125" y="5796915"/>
            <a:ext cx="19716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이 후보도 Dispatcher로 반환</a:t>
            </a:r>
          </a:p>
        </p:txBody>
      </p:sp>
      <p:sp>
        <p:nvSpPr>
          <p:cNvPr id="155" name="dp44-comparison / n113">
            <a:extLst xmlns:a="http://schemas.openxmlformats.org/drawingml/2006/main">
              <a:ext uri="{FF2B5EF4-FFF2-40B4-BE49-F238E27FC236}">
                <a16:creationId xmlns:a16="http://schemas.microsoft.com/office/drawing/2014/main" id="{39C20D61-AEB0-4BC2-A351-D2501F146D2D}"/>
              </a:ext>
            </a:extLst>
          </p:cNvPr>
          <p:cNvSpPr>
            <a:spLocks xmlns:a="http://schemas.openxmlformats.org/drawingml/2006/main" noGrp="1"/>
          </p:cNvSpPr>
          <p:nvPr/>
        </p:nvSpPr>
        <p:spPr>
          <a:xfrm xmlns:a="http://schemas.openxmlformats.org/drawingml/2006/main">
            <a:off x="4600575" y="5610225"/>
            <a:ext cx="2676144" cy="2019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6" name="dp44-comparison / n114 / text 1">
            <a:extLst xmlns:a="http://schemas.openxmlformats.org/drawingml/2006/main">
              <a:ext uri="{FF2B5EF4-FFF2-40B4-BE49-F238E27FC236}">
                <a16:creationId xmlns:a16="http://schemas.microsoft.com/office/drawing/2014/main" id="{6117B7EE-DE99-473B-991E-3398A8DBCB6B}"/>
              </a:ext>
            </a:extLst>
          </p:cNvPr>
          <p:cNvSpPr>
            <a:spLocks xmlns:a="http://schemas.openxmlformats.org/drawingml/2006/main" noGrp="1"/>
          </p:cNvSpPr>
          <p:nvPr/>
        </p:nvSpPr>
        <p:spPr>
          <a:xfrm xmlns:a="http://schemas.openxmlformats.org/drawingml/2006/main">
            <a:off x="4619625" y="5619750"/>
            <a:ext cx="42862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000000"/>
                </a:solidFill>
                <a:latin typeface="Apple SD Gothic Neo"/>
                <a:ea typeface="Apple SD Gothic Neo"/>
                <a:cs typeface="Apple SD Gothic Neo"/>
              </a:defRPr>
            </a:pPr>
            <a:r>
              <a:rPr sz="1200" b="0">
                <a:solidFill>
                  <a:srgbClr val="000000"/>
                </a:solidFill>
                <a:latin typeface="Apple SD Gothic Neo"/>
                <a:ea typeface="Apple SD Gothic Neo"/>
                <a:cs typeface="Apple SD Gothic Neo"/>
              </a:rPr>
              <a:t>④ 현재성 검사 후 중앙의 게시 지시</a:t>
            </a:r>
          </a:p>
        </p:txBody>
      </p:sp>
      <p:sp>
        <p:nvSpPr>
          <p:cNvPr id="157" name="dp44-comparison / n115">
            <a:extLst xmlns:a="http://schemas.openxmlformats.org/drawingml/2006/main">
              <a:ext uri="{FF2B5EF4-FFF2-40B4-BE49-F238E27FC236}">
                <a16:creationId xmlns:a16="http://schemas.microsoft.com/office/drawing/2014/main" id="{A1832BD6-56EC-4054-A329-95BC1D4B395C}"/>
              </a:ext>
            </a:extLst>
          </p:cNvPr>
          <p:cNvSpPr>
            <a:spLocks xmlns:a="http://schemas.openxmlformats.org/drawingml/2006/main" noGrp="1"/>
          </p:cNvSpPr>
          <p:nvPr/>
        </p:nvSpPr>
        <p:spPr>
          <a:xfrm xmlns:a="http://schemas.openxmlformats.org/drawingml/2006/main">
            <a:off x="4600575" y="5876925"/>
            <a:ext cx="2715768" cy="2019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8" name="dp44-comparison / n116 / text 1">
            <a:extLst xmlns:a="http://schemas.openxmlformats.org/drawingml/2006/main">
              <a:ext uri="{FF2B5EF4-FFF2-40B4-BE49-F238E27FC236}">
                <a16:creationId xmlns:a16="http://schemas.microsoft.com/office/drawing/2014/main" id="{A927384E-A576-43D6-973A-823A471424E3}"/>
              </a:ext>
            </a:extLst>
          </p:cNvPr>
          <p:cNvSpPr>
            <a:spLocks xmlns:a="http://schemas.openxmlformats.org/drawingml/2006/main" noGrp="1"/>
          </p:cNvSpPr>
          <p:nvPr/>
        </p:nvSpPr>
        <p:spPr>
          <a:xfrm xmlns:a="http://schemas.openxmlformats.org/drawingml/2006/main">
            <a:off x="4619625" y="5886450"/>
            <a:ext cx="42862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000000"/>
                </a:solidFill>
                <a:latin typeface="Apple SD Gothic Neo"/>
                <a:ea typeface="Apple SD Gothic Neo"/>
                <a:cs typeface="Apple SD Gothic Neo"/>
              </a:defRPr>
            </a:pPr>
            <a:r>
              <a:rPr sz="1200" b="0">
                <a:solidFill>
                  <a:srgbClr val="000000"/>
                </a:solidFill>
                <a:latin typeface="Apple SD Gothic Neo"/>
                <a:ea typeface="Apple SD Gothic Neo"/>
                <a:cs typeface="Apple SD Gothic Neo"/>
              </a:rPr>
              <a:t>완료마다 다음 실행을 중앙에서 결정</a:t>
            </a:r>
          </a:p>
        </p:txBody>
      </p:sp>
      <p:sp>
        <p:nvSpPr>
          <p:cNvPr id="159" name="dp44-comparison / n118">
            <a:extLst xmlns:a="http://schemas.openxmlformats.org/drawingml/2006/main">
              <a:ext uri="{FF2B5EF4-FFF2-40B4-BE49-F238E27FC236}">
                <a16:creationId xmlns:a16="http://schemas.microsoft.com/office/drawing/2014/main" id="{3ADE1531-9C70-444F-BBCC-3517C170832E}"/>
              </a:ext>
            </a:extLst>
          </p:cNvPr>
          <p:cNvSpPr>
            <a:spLocks xmlns:a="http://schemas.openxmlformats.org/drawingml/2006/main" noGrp="1"/>
          </p:cNvSpPr>
          <p:nvPr/>
        </p:nvSpPr>
        <p:spPr>
          <a:xfrm xmlns:a="http://schemas.openxmlformats.org/drawingml/2006/main">
            <a:off x="1647825" y="6381750"/>
            <a:ext cx="2828544"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0" name="dp44-comparison / n119 / text 1">
            <a:extLst xmlns:a="http://schemas.openxmlformats.org/drawingml/2006/main">
              <a:ext uri="{FF2B5EF4-FFF2-40B4-BE49-F238E27FC236}">
                <a16:creationId xmlns:a16="http://schemas.microsoft.com/office/drawing/2014/main" id="{A37D5ABB-6C3E-41D2-A902-F1ADB45A10C5}"/>
              </a:ext>
            </a:extLst>
          </p:cNvPr>
          <p:cNvSpPr>
            <a:spLocks xmlns:a="http://schemas.openxmlformats.org/drawingml/2006/main" noGrp="1"/>
          </p:cNvSpPr>
          <p:nvPr/>
        </p:nvSpPr>
        <p:spPr>
          <a:xfrm xmlns:a="http://schemas.openxmlformats.org/drawingml/2006/main">
            <a:off x="1666875" y="6391275"/>
            <a:ext cx="75247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실행 순서도 / 같은 완료 결과의 다음 처리</a:t>
            </a:r>
          </a:p>
        </p:txBody>
      </p:sp>
      <p:sp>
        <p:nvSpPr>
          <p:cNvPr id="161" name="dp44-comparison / n129">
            <a:extLst xmlns:a="http://schemas.openxmlformats.org/drawingml/2006/main">
              <a:ext uri="{FF2B5EF4-FFF2-40B4-BE49-F238E27FC236}">
                <a16:creationId xmlns:a16="http://schemas.microsoft.com/office/drawing/2014/main" id="{9AA02521-9784-4760-AC8F-446D82A99500}"/>
              </a:ext>
            </a:extLst>
          </p:cNvPr>
          <p:cNvSpPr>
            <a:spLocks xmlns:a="http://schemas.openxmlformats.org/drawingml/2006/main" noGrp="1"/>
          </p:cNvSpPr>
          <p:nvPr/>
        </p:nvSpPr>
        <p:spPr>
          <a:xfrm xmlns:a="http://schemas.openxmlformats.org/drawingml/2006/main">
            <a:off x="5524500" y="6877050"/>
            <a:ext cx="1654112"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2" name="dp44-comparison / n130 / text 1">
            <a:extLst xmlns:a="http://schemas.openxmlformats.org/drawingml/2006/main">
              <a:ext uri="{FF2B5EF4-FFF2-40B4-BE49-F238E27FC236}">
                <a16:creationId xmlns:a16="http://schemas.microsoft.com/office/drawing/2014/main" id="{4FA8D865-3168-49CC-BBC5-DE76E0F0BDC4}"/>
              </a:ext>
            </a:extLst>
          </p:cNvPr>
          <p:cNvSpPr>
            <a:spLocks xmlns:a="http://schemas.openxmlformats.org/drawingml/2006/main" noGrp="1"/>
          </p:cNvSpPr>
          <p:nvPr/>
        </p:nvSpPr>
        <p:spPr>
          <a:xfrm xmlns:a="http://schemas.openxmlformats.org/drawingml/2006/main">
            <a:off x="5543550" y="6886575"/>
            <a:ext cx="3667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중앙 회수 뒤 검사 / 게시 지시</a:t>
            </a:r>
          </a:p>
        </p:txBody>
      </p:sp>
      <p:sp>
        <p:nvSpPr>
          <p:cNvPr id="163" name="dp44-comparison / n131">
            <a:extLst xmlns:a="http://schemas.openxmlformats.org/drawingml/2006/main">
              <a:ext uri="{FF2B5EF4-FFF2-40B4-BE49-F238E27FC236}">
                <a16:creationId xmlns:a16="http://schemas.microsoft.com/office/drawing/2014/main" id="{1DCBA8D2-8090-41B2-B2F3-3FE16F7BD68B}"/>
              </a:ext>
            </a:extLst>
          </p:cNvPr>
          <p:cNvSpPr>
            <a:spLocks xmlns:a="http://schemas.openxmlformats.org/drawingml/2006/main" noGrp="1"/>
          </p:cNvSpPr>
          <p:nvPr/>
        </p:nvSpPr>
        <p:spPr>
          <a:xfrm xmlns:a="http://schemas.openxmlformats.org/drawingml/2006/main">
            <a:off x="1647825" y="7105650"/>
            <a:ext cx="2790444"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4" name="dp44-comparison / n132 / text 1">
            <a:extLst xmlns:a="http://schemas.openxmlformats.org/drawingml/2006/main">
              <a:ext uri="{FF2B5EF4-FFF2-40B4-BE49-F238E27FC236}">
                <a16:creationId xmlns:a16="http://schemas.microsoft.com/office/drawing/2014/main" id="{0976EC3B-2A12-4635-A3AD-9288016C8AF9}"/>
              </a:ext>
            </a:extLst>
          </p:cNvPr>
          <p:cNvSpPr>
            <a:spLocks xmlns:a="http://schemas.openxmlformats.org/drawingml/2006/main" noGrp="1"/>
          </p:cNvSpPr>
          <p:nvPr/>
        </p:nvSpPr>
        <p:spPr>
          <a:xfrm xmlns:a="http://schemas.openxmlformats.org/drawingml/2006/main">
            <a:off x="1666875" y="7115175"/>
            <a:ext cx="75247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늦은 Candidate0 / 이미 새 Input1 처리 중</a:t>
            </a:r>
          </a:p>
        </p:txBody>
      </p:sp>
      <p:sp>
        <p:nvSpPr>
          <p:cNvPr id="165" name="dp44-comparison / n141">
            <a:extLst xmlns:a="http://schemas.openxmlformats.org/drawingml/2006/main">
              <a:ext uri="{FF2B5EF4-FFF2-40B4-BE49-F238E27FC236}">
                <a16:creationId xmlns:a16="http://schemas.microsoft.com/office/drawing/2014/main" id="{4D427726-F38C-4D52-BB91-BC85FB69CCA2}"/>
              </a:ext>
            </a:extLst>
          </p:cNvPr>
          <p:cNvSpPr>
            <a:spLocks xmlns:a="http://schemas.openxmlformats.org/drawingml/2006/main" noGrp="1"/>
          </p:cNvSpPr>
          <p:nvPr/>
        </p:nvSpPr>
        <p:spPr>
          <a:xfrm xmlns:a="http://schemas.openxmlformats.org/drawingml/2006/main">
            <a:off x="9953625" y="2409825"/>
            <a:ext cx="25717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66" name="dp44-comparison / n142 / text 1">
            <a:extLst xmlns:a="http://schemas.openxmlformats.org/drawingml/2006/main">
              <a:ext uri="{FF2B5EF4-FFF2-40B4-BE49-F238E27FC236}">
                <a16:creationId xmlns:a16="http://schemas.microsoft.com/office/drawing/2014/main" id="{6A5544BF-97AD-483C-B98B-562FAF084B94}"/>
              </a:ext>
            </a:extLst>
          </p:cNvPr>
          <p:cNvSpPr>
            <a:spLocks xmlns:a="http://schemas.openxmlformats.org/drawingml/2006/main" noGrp="1"/>
          </p:cNvSpPr>
          <p:nvPr/>
        </p:nvSpPr>
        <p:spPr>
          <a:xfrm xmlns:a="http://schemas.openxmlformats.org/drawingml/2006/main">
            <a:off x="10039350" y="2460308"/>
            <a:ext cx="24003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Interaction Manager</a:t>
            </a:r>
          </a:p>
        </p:txBody>
      </p:sp>
      <p:sp>
        <p:nvSpPr>
          <p:cNvPr id="167" name="dp44-comparison / n143">
            <a:extLst xmlns:a="http://schemas.openxmlformats.org/drawingml/2006/main">
              <a:ext uri="{FF2B5EF4-FFF2-40B4-BE49-F238E27FC236}">
                <a16:creationId xmlns:a16="http://schemas.microsoft.com/office/drawing/2014/main" id="{4BB1BCAB-1653-479A-9C78-4769643B6375}"/>
              </a:ext>
            </a:extLst>
          </p:cNvPr>
          <p:cNvSpPr>
            <a:spLocks xmlns:a="http://schemas.openxmlformats.org/drawingml/2006/main" noGrp="1"/>
          </p:cNvSpPr>
          <p:nvPr/>
        </p:nvSpPr>
        <p:spPr>
          <a:xfrm xmlns:a="http://schemas.openxmlformats.org/drawingml/2006/main">
            <a:off x="14620875" y="2409825"/>
            <a:ext cx="285750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68" name="dp44-comparison / n144 / text 1">
            <a:extLst xmlns:a="http://schemas.openxmlformats.org/drawingml/2006/main">
              <a:ext uri="{FF2B5EF4-FFF2-40B4-BE49-F238E27FC236}">
                <a16:creationId xmlns:a16="http://schemas.microsoft.com/office/drawing/2014/main" id="{E8642A01-C275-43D0-BF1E-4CFCB3246C5C}"/>
              </a:ext>
            </a:extLst>
          </p:cNvPr>
          <p:cNvSpPr>
            <a:spLocks xmlns:a="http://schemas.openxmlformats.org/drawingml/2006/main" noGrp="1"/>
          </p:cNvSpPr>
          <p:nvPr/>
        </p:nvSpPr>
        <p:spPr>
          <a:xfrm xmlns:a="http://schemas.openxmlformats.org/drawingml/2006/main">
            <a:off x="14706600" y="2460308"/>
            <a:ext cx="268605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Task Manager</a:t>
            </a:r>
          </a:p>
        </p:txBody>
      </p:sp>
      <p:sp>
        <p:nvSpPr>
          <p:cNvPr id="169" name="dp44-comparison / n149">
            <a:extLst xmlns:a="http://schemas.openxmlformats.org/drawingml/2006/main">
              <a:ext uri="{FF2B5EF4-FFF2-40B4-BE49-F238E27FC236}">
                <a16:creationId xmlns:a16="http://schemas.microsoft.com/office/drawing/2014/main" id="{CBDA552E-DB0D-4330-A804-00A0B58F822D}"/>
              </a:ext>
            </a:extLst>
          </p:cNvPr>
          <p:cNvSpPr>
            <a:spLocks xmlns:a="http://schemas.openxmlformats.org/drawingml/2006/main" noGrp="1"/>
          </p:cNvSpPr>
          <p:nvPr/>
        </p:nvSpPr>
        <p:spPr>
          <a:xfrm xmlns:a="http://schemas.openxmlformats.org/drawingml/2006/main">
            <a:off x="9858375" y="3076575"/>
            <a:ext cx="7715250" cy="14097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70" name="dp44-comparison / n150 / text 1">
            <a:extLst xmlns:a="http://schemas.openxmlformats.org/drawingml/2006/main">
              <a:ext uri="{FF2B5EF4-FFF2-40B4-BE49-F238E27FC236}">
                <a16:creationId xmlns:a16="http://schemas.microsoft.com/office/drawing/2014/main" id="{285A8F16-A6E4-43DB-8B6A-C42959AFFF1F}"/>
              </a:ext>
            </a:extLst>
          </p:cNvPr>
          <p:cNvSpPr>
            <a:spLocks xmlns:a="http://schemas.openxmlformats.org/drawingml/2006/main" noGrp="1"/>
          </p:cNvSpPr>
          <p:nvPr/>
        </p:nvSpPr>
        <p:spPr>
          <a:xfrm xmlns:a="http://schemas.openxmlformats.org/drawingml/2006/main">
            <a:off x="9982200" y="3171825"/>
            <a:ext cx="74676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Request Controller</a:t>
            </a:r>
          </a:p>
        </p:txBody>
      </p:sp>
      <p:sp>
        <p:nvSpPr>
          <p:cNvPr id="171" name="dp44-comparison / n151">
            <a:extLst xmlns:a="http://schemas.openxmlformats.org/drawingml/2006/main">
              <a:ext uri="{FF2B5EF4-FFF2-40B4-BE49-F238E27FC236}">
                <a16:creationId xmlns:a16="http://schemas.microsoft.com/office/drawing/2014/main" id="{A9381B15-9907-4301-BDD3-7B2715915DF1}"/>
              </a:ext>
            </a:extLst>
          </p:cNvPr>
          <p:cNvSpPr>
            <a:spLocks xmlns:a="http://schemas.openxmlformats.org/drawingml/2006/main" noGrp="1"/>
          </p:cNvSpPr>
          <p:nvPr/>
        </p:nvSpPr>
        <p:spPr>
          <a:xfrm xmlns:a="http://schemas.openxmlformats.org/drawingml/2006/main">
            <a:off x="10144125" y="3476625"/>
            <a:ext cx="2714625" cy="381000"/>
          </a:xfrm>
          <a:prstGeom xmlns:a="http://schemas.openxmlformats.org/drawingml/2006/main" prst="roundRect">
            <a:avLst>
              <a:gd name="adj" fmla="val 20000"/>
            </a:avLst>
          </a:prstGeom>
          <a:solidFill xmlns:a="http://schemas.openxmlformats.org/drawingml/2006/main">
            <a:srgbClr val="FFF0DD"/>
          </a:solidFill>
          <a:ln xmlns:a="http://schemas.openxmlformats.org/drawingml/2006/main" w="17145">
            <a:solidFill>
              <a:srgbClr val="B8753F"/>
            </a:solidFill>
            <a:prstDash val="solid"/>
          </a:ln>
        </p:spPr>
      </p:sp>
      <p:sp>
        <p:nvSpPr>
          <p:cNvPr id="172" name="dp44-comparison / n152 / text 1">
            <a:extLst xmlns:a="http://schemas.openxmlformats.org/drawingml/2006/main">
              <a:ext uri="{FF2B5EF4-FFF2-40B4-BE49-F238E27FC236}">
                <a16:creationId xmlns:a16="http://schemas.microsoft.com/office/drawing/2014/main" id="{747280F2-879E-46DB-A7BE-0296ECDD9BE2}"/>
              </a:ext>
            </a:extLst>
          </p:cNvPr>
          <p:cNvSpPr>
            <a:spLocks xmlns:a="http://schemas.openxmlformats.org/drawingml/2006/main" noGrp="1"/>
          </p:cNvSpPr>
          <p:nvPr/>
        </p:nvSpPr>
        <p:spPr>
          <a:xfrm xmlns:a="http://schemas.openxmlformats.org/drawingml/2006/main">
            <a:off x="10229850" y="3555683"/>
            <a:ext cx="254317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Input Resolution Stage</a:t>
            </a:r>
          </a:p>
        </p:txBody>
      </p:sp>
      <p:sp>
        <p:nvSpPr>
          <p:cNvPr id="173" name="dp44-comparison / n153">
            <a:extLst xmlns:a="http://schemas.openxmlformats.org/drawingml/2006/main">
              <a:ext uri="{FF2B5EF4-FFF2-40B4-BE49-F238E27FC236}">
                <a16:creationId xmlns:a16="http://schemas.microsoft.com/office/drawing/2014/main" id="{66CCBFF4-6922-491F-8360-0AD31E9D7BA9}"/>
              </a:ext>
            </a:extLst>
          </p:cNvPr>
          <p:cNvSpPr>
            <a:spLocks xmlns:a="http://schemas.openxmlformats.org/drawingml/2006/main" noGrp="1"/>
          </p:cNvSpPr>
          <p:nvPr/>
        </p:nvSpPr>
        <p:spPr>
          <a:xfrm xmlns:a="http://schemas.openxmlformats.org/drawingml/2006/main">
            <a:off x="14144625" y="3476625"/>
            <a:ext cx="3095625" cy="381000"/>
          </a:xfrm>
          <a:prstGeom xmlns:a="http://schemas.openxmlformats.org/drawingml/2006/main" prst="roundRect">
            <a:avLst>
              <a:gd name="adj" fmla="val 20000"/>
            </a:avLst>
          </a:prstGeom>
          <a:solidFill xmlns:a="http://schemas.openxmlformats.org/drawingml/2006/main">
            <a:srgbClr val="FFF0DD"/>
          </a:solidFill>
          <a:ln xmlns:a="http://schemas.openxmlformats.org/drawingml/2006/main" w="17145">
            <a:solidFill>
              <a:srgbClr val="B8753F"/>
            </a:solidFill>
            <a:prstDash val="solid"/>
          </a:ln>
        </p:spPr>
      </p:sp>
      <p:sp>
        <p:nvSpPr>
          <p:cNvPr id="174" name="dp44-comparison / n154 / text 1">
            <a:extLst xmlns:a="http://schemas.openxmlformats.org/drawingml/2006/main">
              <a:ext uri="{FF2B5EF4-FFF2-40B4-BE49-F238E27FC236}">
                <a16:creationId xmlns:a16="http://schemas.microsoft.com/office/drawing/2014/main" id="{E421329F-C238-40AC-88EF-A93293C1E1B8}"/>
              </a:ext>
            </a:extLst>
          </p:cNvPr>
          <p:cNvSpPr>
            <a:spLocks xmlns:a="http://schemas.openxmlformats.org/drawingml/2006/main" noGrp="1"/>
          </p:cNvSpPr>
          <p:nvPr/>
        </p:nvSpPr>
        <p:spPr>
          <a:xfrm xmlns:a="http://schemas.openxmlformats.org/drawingml/2006/main">
            <a:off x="14230350" y="3549491"/>
            <a:ext cx="2924175"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25" b="1">
                <a:solidFill>
                  <a:srgbClr val="000000"/>
                </a:solidFill>
                <a:latin typeface="Apple SD Gothic Neo"/>
                <a:ea typeface="Apple SD Gothic Neo"/>
                <a:cs typeface="Apple SD Gothic Neo"/>
              </a:defRPr>
            </a:pPr>
            <a:r>
              <a:rPr sz="1425" b="1">
                <a:solidFill>
                  <a:srgbClr val="000000"/>
                </a:solidFill>
                <a:latin typeface="Apple SD Gothic Neo"/>
                <a:ea typeface="Apple SD Gothic Neo"/>
                <a:cs typeface="Apple SD Gothic Neo"/>
              </a:rPr>
              <a:t>Task Notice Stage</a:t>
            </a:r>
          </a:p>
        </p:txBody>
      </p:sp>
      <p:sp>
        <p:nvSpPr>
          <p:cNvPr id="175" name="dp44-comparison / n155">
            <a:extLst xmlns:a="http://schemas.openxmlformats.org/drawingml/2006/main">
              <a:ext uri="{FF2B5EF4-FFF2-40B4-BE49-F238E27FC236}">
                <a16:creationId xmlns:a16="http://schemas.microsoft.com/office/drawing/2014/main" id="{4B518160-D28E-4B36-952F-097617CC4086}"/>
              </a:ext>
            </a:extLst>
          </p:cNvPr>
          <p:cNvSpPr>
            <a:spLocks xmlns:a="http://schemas.openxmlformats.org/drawingml/2006/main" noGrp="1"/>
          </p:cNvSpPr>
          <p:nvPr/>
        </p:nvSpPr>
        <p:spPr>
          <a:xfrm xmlns:a="http://schemas.openxmlformats.org/drawingml/2006/main">
            <a:off x="10144125" y="4000500"/>
            <a:ext cx="2714625" cy="323850"/>
          </a:xfrm>
          <a:prstGeom xmlns:a="http://schemas.openxmlformats.org/drawingml/2006/main" prst="can">
            <a:avLst>
              <a:gd name="adj" fmla="val 20000"/>
            </a:avLst>
          </a:prstGeom>
          <a:solidFill xmlns:a="http://schemas.openxmlformats.org/drawingml/2006/main">
            <a:srgbClr val="FFF0DD"/>
          </a:solidFill>
          <a:ln xmlns:a="http://schemas.openxmlformats.org/drawingml/2006/main" w="9525">
            <a:solidFill>
              <a:srgbClr val="B8753F"/>
            </a:solidFill>
            <a:prstDash val="solid"/>
          </a:ln>
        </p:spPr>
      </p:sp>
      <p:sp>
        <p:nvSpPr>
          <p:cNvPr id="176" name="dp44-comparison / n156 / text 1">
            <a:extLst xmlns:a="http://schemas.openxmlformats.org/drawingml/2006/main">
              <a:ext uri="{FF2B5EF4-FFF2-40B4-BE49-F238E27FC236}">
                <a16:creationId xmlns:a16="http://schemas.microsoft.com/office/drawing/2014/main" id="{00A12E8E-E4FD-45B1-A3E8-137673F7AA71}"/>
              </a:ext>
            </a:extLst>
          </p:cNvPr>
          <p:cNvSpPr>
            <a:spLocks xmlns:a="http://schemas.openxmlformats.org/drawingml/2006/main" noGrp="1"/>
          </p:cNvSpPr>
          <p:nvPr/>
        </p:nvSpPr>
        <p:spPr>
          <a:xfrm xmlns:a="http://schemas.openxmlformats.org/drawingml/2006/main">
            <a:off x="10229850" y="4070985"/>
            <a:ext cx="254317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Input Window</a:t>
            </a:r>
          </a:p>
        </p:txBody>
      </p:sp>
      <p:sp>
        <p:nvSpPr>
          <p:cNvPr id="177" name="dp44-comparison / n157">
            <a:extLst xmlns:a="http://schemas.openxmlformats.org/drawingml/2006/main">
              <a:ext uri="{FF2B5EF4-FFF2-40B4-BE49-F238E27FC236}">
                <a16:creationId xmlns:a16="http://schemas.microsoft.com/office/drawing/2014/main" id="{91EC9FA7-7426-4DFF-BEB7-F654CCA3DC88}"/>
              </a:ext>
            </a:extLst>
          </p:cNvPr>
          <p:cNvSpPr>
            <a:spLocks xmlns:a="http://schemas.openxmlformats.org/drawingml/2006/main" noGrp="1"/>
          </p:cNvSpPr>
          <p:nvPr/>
        </p:nvSpPr>
        <p:spPr>
          <a:xfrm xmlns:a="http://schemas.openxmlformats.org/drawingml/2006/main">
            <a:off x="14144625" y="4000500"/>
            <a:ext cx="3095625" cy="323850"/>
          </a:xfrm>
          <a:prstGeom xmlns:a="http://schemas.openxmlformats.org/drawingml/2006/main" prst="can">
            <a:avLst>
              <a:gd name="adj" fmla="val 20000"/>
            </a:avLst>
          </a:prstGeom>
          <a:solidFill xmlns:a="http://schemas.openxmlformats.org/drawingml/2006/main">
            <a:srgbClr val="FFF0DD"/>
          </a:solidFill>
          <a:ln xmlns:a="http://schemas.openxmlformats.org/drawingml/2006/main" w="9525">
            <a:solidFill>
              <a:srgbClr val="B8753F"/>
            </a:solidFill>
            <a:prstDash val="solid"/>
          </a:ln>
        </p:spPr>
      </p:sp>
      <p:sp>
        <p:nvSpPr>
          <p:cNvPr id="178" name="dp44-comparison / n158 / text 1">
            <a:extLst xmlns:a="http://schemas.openxmlformats.org/drawingml/2006/main">
              <a:ext uri="{FF2B5EF4-FFF2-40B4-BE49-F238E27FC236}">
                <a16:creationId xmlns:a16="http://schemas.microsoft.com/office/drawing/2014/main" id="{19906768-3893-4697-8E4A-78D84CF78926}"/>
              </a:ext>
            </a:extLst>
          </p:cNvPr>
          <p:cNvSpPr>
            <a:spLocks xmlns:a="http://schemas.openxmlformats.org/drawingml/2006/main" noGrp="1"/>
          </p:cNvSpPr>
          <p:nvPr/>
        </p:nvSpPr>
        <p:spPr>
          <a:xfrm xmlns:a="http://schemas.openxmlformats.org/drawingml/2006/main">
            <a:off x="14230350" y="4070985"/>
            <a:ext cx="292417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Notice Window</a:t>
            </a:r>
          </a:p>
        </p:txBody>
      </p:sp>
      <p:sp>
        <p:nvSpPr>
          <p:cNvPr id="179" name="dp44-comparison / n159 / path">
            <a:extLst xmlns:a="http://schemas.openxmlformats.org/drawingml/2006/main">
              <a:ext uri="{FF2B5EF4-FFF2-40B4-BE49-F238E27FC236}">
                <a16:creationId xmlns:a16="http://schemas.microsoft.com/office/drawing/2014/main" id="{E2CE5732-7492-4381-AB27-32FAD518D416}"/>
              </a:ext>
            </a:extLst>
          </p:cNvPr>
          <p:cNvSpPr>
            <a:spLocks xmlns:a="http://schemas.openxmlformats.org/drawingml/2006/main" noGrp="1"/>
          </p:cNvSpPr>
          <p:nvPr/>
        </p:nvSpPr>
        <p:spPr>
          <a:xfrm xmlns:a="http://schemas.openxmlformats.org/drawingml/2006/main">
            <a:off x="11239500" y="2733675"/>
            <a:ext cx="261938" cy="742950"/>
          </a:xfrm>
          <a:custGeom xmlns:a="http://schemas.openxmlformats.org/drawingml/2006/main">
            <a:pathLst>
              <a:path w="261938" h="742950">
                <a:moveTo>
                  <a:pt x="0" y="0"/>
                </a:moveTo>
                <a:lnTo>
                  <a:pt x="0" y="257175"/>
                </a:lnTo>
                <a:lnTo>
                  <a:pt x="261938" y="257175"/>
                </a:lnTo>
                <a:lnTo>
                  <a:pt x="261938" y="742950"/>
                </a:lnTo>
              </a:path>
            </a:pathLst>
          </a:custGeom>
          <a:noFill xmlns:a="http://schemas.openxmlformats.org/drawingml/2006/main"/>
          <a:ln xmlns:a="http://schemas.openxmlformats.org/drawingml/2006/main" w="10478">
            <a:solidFill>
              <a:srgbClr val="000000"/>
            </a:solidFill>
            <a:prstDash val="solid"/>
          </a:ln>
        </p:spPr>
      </p:sp>
      <p:sp>
        <p:nvSpPr>
          <p:cNvPr id="180" name="dp44-comparison / n159 / arrow">
            <a:extLst xmlns:a="http://schemas.openxmlformats.org/drawingml/2006/main">
              <a:ext uri="{FF2B5EF4-FFF2-40B4-BE49-F238E27FC236}">
                <a16:creationId xmlns:a16="http://schemas.microsoft.com/office/drawing/2014/main" id="{F36D5160-C506-4167-9F2B-4FFC3017E64F}"/>
              </a:ext>
            </a:extLst>
          </p:cNvPr>
          <p:cNvSpPr>
            <a:spLocks xmlns:a="http://schemas.openxmlformats.org/drawingml/2006/main" noGrp="1"/>
          </p:cNvSpPr>
          <p:nvPr/>
        </p:nvSpPr>
        <p:spPr>
          <a:xfrm xmlns:a="http://schemas.openxmlformats.org/drawingml/2006/main">
            <a:off x="11467910" y="34095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81" name="dp44-comparison / n160 / path">
            <a:extLst xmlns:a="http://schemas.openxmlformats.org/drawingml/2006/main">
              <a:ext uri="{FF2B5EF4-FFF2-40B4-BE49-F238E27FC236}">
                <a16:creationId xmlns:a16="http://schemas.microsoft.com/office/drawing/2014/main" id="{65F49B0E-487C-4D93-BB2F-7FF2341DF703}"/>
              </a:ext>
            </a:extLst>
          </p:cNvPr>
          <p:cNvSpPr>
            <a:spLocks xmlns:a="http://schemas.openxmlformats.org/drawingml/2006/main" noGrp="1"/>
          </p:cNvSpPr>
          <p:nvPr/>
        </p:nvSpPr>
        <p:spPr>
          <a:xfrm xmlns:a="http://schemas.openxmlformats.org/drawingml/2006/main">
            <a:off x="15692438" y="2733675"/>
            <a:ext cx="357188" cy="742950"/>
          </a:xfrm>
          <a:custGeom xmlns:a="http://schemas.openxmlformats.org/drawingml/2006/main">
            <a:pathLst>
              <a:path w="357188" h="742950">
                <a:moveTo>
                  <a:pt x="357188" y="0"/>
                </a:moveTo>
                <a:lnTo>
                  <a:pt x="357188" y="257175"/>
                </a:lnTo>
                <a:lnTo>
                  <a:pt x="0" y="257175"/>
                </a:lnTo>
                <a:lnTo>
                  <a:pt x="0" y="742950"/>
                </a:lnTo>
              </a:path>
            </a:pathLst>
          </a:custGeom>
          <a:noFill xmlns:a="http://schemas.openxmlformats.org/drawingml/2006/main"/>
          <a:ln xmlns:a="http://schemas.openxmlformats.org/drawingml/2006/main" w="10478">
            <a:solidFill>
              <a:srgbClr val="000000"/>
            </a:solidFill>
            <a:prstDash val="solid"/>
          </a:ln>
        </p:spPr>
      </p:sp>
      <p:sp>
        <p:nvSpPr>
          <p:cNvPr id="182" name="dp44-comparison / n160 / arrow">
            <a:extLst xmlns:a="http://schemas.openxmlformats.org/drawingml/2006/main">
              <a:ext uri="{FF2B5EF4-FFF2-40B4-BE49-F238E27FC236}">
                <a16:creationId xmlns:a16="http://schemas.microsoft.com/office/drawing/2014/main" id="{FBE2C610-008B-420C-B08D-0AEED44D2DC7}"/>
              </a:ext>
            </a:extLst>
          </p:cNvPr>
          <p:cNvSpPr>
            <a:spLocks xmlns:a="http://schemas.openxmlformats.org/drawingml/2006/main" noGrp="1"/>
          </p:cNvSpPr>
          <p:nvPr/>
        </p:nvSpPr>
        <p:spPr>
          <a:xfrm xmlns:a="http://schemas.openxmlformats.org/drawingml/2006/main">
            <a:off x="15658910" y="34095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83" name="dp44-comparison / n161 / path">
            <a:extLst xmlns:a="http://schemas.openxmlformats.org/drawingml/2006/main">
              <a:ext uri="{FF2B5EF4-FFF2-40B4-BE49-F238E27FC236}">
                <a16:creationId xmlns:a16="http://schemas.microsoft.com/office/drawing/2014/main" id="{D754F83A-1937-48C7-95AE-5A0B6ECF6BB7}"/>
              </a:ext>
            </a:extLst>
          </p:cNvPr>
          <p:cNvSpPr>
            <a:spLocks xmlns:a="http://schemas.openxmlformats.org/drawingml/2006/main" noGrp="1"/>
          </p:cNvSpPr>
          <p:nvPr/>
        </p:nvSpPr>
        <p:spPr>
          <a:xfrm xmlns:a="http://schemas.openxmlformats.org/drawingml/2006/main">
            <a:off x="11501438" y="3857625"/>
            <a:ext cx="953" cy="142875"/>
          </a:xfrm>
          <a:custGeom xmlns:a="http://schemas.openxmlformats.org/drawingml/2006/main">
            <a:pathLst>
              <a:path w="953" h="142875">
                <a:moveTo>
                  <a:pt x="0" y="0"/>
                </a:moveTo>
                <a:lnTo>
                  <a:pt x="0" y="142875"/>
                </a:lnTo>
              </a:path>
            </a:pathLst>
          </a:custGeom>
          <a:noFill xmlns:a="http://schemas.openxmlformats.org/drawingml/2006/main"/>
          <a:ln xmlns:a="http://schemas.openxmlformats.org/drawingml/2006/main" w="10478">
            <a:solidFill>
              <a:srgbClr val="000000"/>
            </a:solidFill>
            <a:prstDash val="solid"/>
          </a:ln>
        </p:spPr>
      </p:sp>
      <p:sp>
        <p:nvSpPr>
          <p:cNvPr id="184" name="dp44-comparison / n161 / arrow">
            <a:extLst xmlns:a="http://schemas.openxmlformats.org/drawingml/2006/main">
              <a:ext uri="{FF2B5EF4-FFF2-40B4-BE49-F238E27FC236}">
                <a16:creationId xmlns:a16="http://schemas.microsoft.com/office/drawing/2014/main" id="{4BA208BB-C3D3-4976-AEF7-3219BD54B3F5}"/>
              </a:ext>
            </a:extLst>
          </p:cNvPr>
          <p:cNvSpPr>
            <a:spLocks xmlns:a="http://schemas.openxmlformats.org/drawingml/2006/main" noGrp="1"/>
          </p:cNvSpPr>
          <p:nvPr/>
        </p:nvSpPr>
        <p:spPr>
          <a:xfrm xmlns:a="http://schemas.openxmlformats.org/drawingml/2006/main">
            <a:off x="11467910" y="39334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85" name="dp44-comparison / n162 / path">
            <a:extLst xmlns:a="http://schemas.openxmlformats.org/drawingml/2006/main">
              <a:ext uri="{FF2B5EF4-FFF2-40B4-BE49-F238E27FC236}">
                <a16:creationId xmlns:a16="http://schemas.microsoft.com/office/drawing/2014/main" id="{D126C24B-4439-4751-A410-33751667877C}"/>
              </a:ext>
            </a:extLst>
          </p:cNvPr>
          <p:cNvSpPr>
            <a:spLocks xmlns:a="http://schemas.openxmlformats.org/drawingml/2006/main" noGrp="1"/>
          </p:cNvSpPr>
          <p:nvPr/>
        </p:nvSpPr>
        <p:spPr>
          <a:xfrm xmlns:a="http://schemas.openxmlformats.org/drawingml/2006/main">
            <a:off x="15692438" y="3857625"/>
            <a:ext cx="953" cy="142875"/>
          </a:xfrm>
          <a:custGeom xmlns:a="http://schemas.openxmlformats.org/drawingml/2006/main">
            <a:pathLst>
              <a:path w="953" h="142875">
                <a:moveTo>
                  <a:pt x="0" y="0"/>
                </a:moveTo>
                <a:lnTo>
                  <a:pt x="0" y="142875"/>
                </a:lnTo>
              </a:path>
            </a:pathLst>
          </a:custGeom>
          <a:noFill xmlns:a="http://schemas.openxmlformats.org/drawingml/2006/main"/>
          <a:ln xmlns:a="http://schemas.openxmlformats.org/drawingml/2006/main" w="10478">
            <a:solidFill>
              <a:srgbClr val="000000"/>
            </a:solidFill>
            <a:prstDash val="solid"/>
          </a:ln>
        </p:spPr>
      </p:sp>
      <p:sp>
        <p:nvSpPr>
          <p:cNvPr id="186" name="dp44-comparison / n162 / arrow">
            <a:extLst xmlns:a="http://schemas.openxmlformats.org/drawingml/2006/main">
              <a:ext uri="{FF2B5EF4-FFF2-40B4-BE49-F238E27FC236}">
                <a16:creationId xmlns:a16="http://schemas.microsoft.com/office/drawing/2014/main" id="{114B9279-324E-4559-9F65-55D459E60374}"/>
              </a:ext>
            </a:extLst>
          </p:cNvPr>
          <p:cNvSpPr>
            <a:spLocks xmlns:a="http://schemas.openxmlformats.org/drawingml/2006/main" noGrp="1"/>
          </p:cNvSpPr>
          <p:nvPr/>
        </p:nvSpPr>
        <p:spPr>
          <a:xfrm xmlns:a="http://schemas.openxmlformats.org/drawingml/2006/main">
            <a:off x="15658910" y="39334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87" name="dp44-comparison / n167">
            <a:extLst xmlns:a="http://schemas.openxmlformats.org/drawingml/2006/main">
              <a:ext uri="{FF2B5EF4-FFF2-40B4-BE49-F238E27FC236}">
                <a16:creationId xmlns:a16="http://schemas.microsoft.com/office/drawing/2014/main" id="{055145A9-E3D0-4D81-9A9A-5428BE14A0A9}"/>
              </a:ext>
            </a:extLst>
          </p:cNvPr>
          <p:cNvSpPr>
            <a:spLocks xmlns:a="http://schemas.openxmlformats.org/drawingml/2006/main" noGrp="1"/>
          </p:cNvSpPr>
          <p:nvPr/>
        </p:nvSpPr>
        <p:spPr>
          <a:xfrm xmlns:a="http://schemas.openxmlformats.org/drawingml/2006/main">
            <a:off x="9953625" y="4762500"/>
            <a:ext cx="2238375" cy="3143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88" name="dp44-comparison / n168 / text 1">
            <a:extLst xmlns:a="http://schemas.openxmlformats.org/drawingml/2006/main">
              <a:ext uri="{FF2B5EF4-FFF2-40B4-BE49-F238E27FC236}">
                <a16:creationId xmlns:a16="http://schemas.microsoft.com/office/drawing/2014/main" id="{18B233D1-B0D2-411B-A71F-34380506A747}"/>
              </a:ext>
            </a:extLst>
          </p:cNvPr>
          <p:cNvSpPr>
            <a:spLocks xmlns:a="http://schemas.openxmlformats.org/drawingml/2006/main" noGrp="1"/>
          </p:cNvSpPr>
          <p:nvPr/>
        </p:nvSpPr>
        <p:spPr>
          <a:xfrm xmlns:a="http://schemas.openxmlformats.org/drawingml/2006/main">
            <a:off x="10039350" y="4814411"/>
            <a:ext cx="2066925"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Request Interpreter</a:t>
            </a:r>
          </a:p>
        </p:txBody>
      </p:sp>
      <p:sp>
        <p:nvSpPr>
          <p:cNvPr id="189" name="dp44-comparison / n169">
            <a:extLst xmlns:a="http://schemas.openxmlformats.org/drawingml/2006/main">
              <a:ext uri="{FF2B5EF4-FFF2-40B4-BE49-F238E27FC236}">
                <a16:creationId xmlns:a16="http://schemas.microsoft.com/office/drawing/2014/main" id="{36454058-E979-4F12-A86C-3D3875C12E3D}"/>
              </a:ext>
            </a:extLst>
          </p:cNvPr>
          <p:cNvSpPr>
            <a:spLocks xmlns:a="http://schemas.openxmlformats.org/drawingml/2006/main" noGrp="1"/>
          </p:cNvSpPr>
          <p:nvPr/>
        </p:nvSpPr>
        <p:spPr>
          <a:xfrm xmlns:a="http://schemas.openxmlformats.org/drawingml/2006/main">
            <a:off x="12573000" y="4705350"/>
            <a:ext cx="5000625" cy="14954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90" name="dp44-comparison / n170 / text 1">
            <a:extLst xmlns:a="http://schemas.openxmlformats.org/drawingml/2006/main">
              <a:ext uri="{FF2B5EF4-FFF2-40B4-BE49-F238E27FC236}">
                <a16:creationId xmlns:a16="http://schemas.microsoft.com/office/drawing/2014/main" id="{43F90AE8-0DEC-4BA0-986D-1BBD05D2031F}"/>
              </a:ext>
            </a:extLst>
          </p:cNvPr>
          <p:cNvSpPr>
            <a:spLocks xmlns:a="http://schemas.openxmlformats.org/drawingml/2006/main" noGrp="1"/>
          </p:cNvSpPr>
          <p:nvPr/>
        </p:nvSpPr>
        <p:spPr>
          <a:xfrm xmlns:a="http://schemas.openxmlformats.org/drawingml/2006/main">
            <a:off x="12696825" y="4800600"/>
            <a:ext cx="475297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Response Manager</a:t>
            </a:r>
          </a:p>
        </p:txBody>
      </p:sp>
      <p:sp>
        <p:nvSpPr>
          <p:cNvPr id="191" name="dp44-comparison / n171">
            <a:extLst xmlns:a="http://schemas.openxmlformats.org/drawingml/2006/main">
              <a:ext uri="{FF2B5EF4-FFF2-40B4-BE49-F238E27FC236}">
                <a16:creationId xmlns:a16="http://schemas.microsoft.com/office/drawing/2014/main" id="{5E3DAC1D-1470-479A-9E82-703275B87746}"/>
              </a:ext>
            </a:extLst>
          </p:cNvPr>
          <p:cNvSpPr>
            <a:spLocks xmlns:a="http://schemas.openxmlformats.org/drawingml/2006/main" noGrp="1"/>
          </p:cNvSpPr>
          <p:nvPr/>
        </p:nvSpPr>
        <p:spPr>
          <a:xfrm xmlns:a="http://schemas.openxmlformats.org/drawingml/2006/main">
            <a:off x="12763500" y="5095875"/>
            <a:ext cx="2190750" cy="314325"/>
          </a:xfrm>
          <a:prstGeom xmlns:a="http://schemas.openxmlformats.org/drawingml/2006/main" prst="roundRect">
            <a:avLst>
              <a:gd name="adj" fmla="val 24242"/>
            </a:avLst>
          </a:prstGeom>
          <a:solidFill xmlns:a="http://schemas.openxmlformats.org/drawingml/2006/main">
            <a:srgbClr val="FFFFFF"/>
          </a:solidFill>
          <a:ln xmlns:a="http://schemas.openxmlformats.org/drawingml/2006/main" w="9525">
            <a:solidFill>
              <a:srgbClr val="000000"/>
            </a:solidFill>
            <a:prstDash val="solid"/>
          </a:ln>
        </p:spPr>
      </p:sp>
      <p:sp>
        <p:nvSpPr>
          <p:cNvPr id="192" name="dp44-comparison / n172 / text 1">
            <a:extLst xmlns:a="http://schemas.openxmlformats.org/drawingml/2006/main">
              <a:ext uri="{FF2B5EF4-FFF2-40B4-BE49-F238E27FC236}">
                <a16:creationId xmlns:a16="http://schemas.microsoft.com/office/drawing/2014/main" id="{4103D816-EFDC-449A-885A-E043A0806160}"/>
              </a:ext>
            </a:extLst>
          </p:cNvPr>
          <p:cNvSpPr>
            <a:spLocks xmlns:a="http://schemas.openxmlformats.org/drawingml/2006/main" noGrp="1"/>
          </p:cNvSpPr>
          <p:nvPr/>
        </p:nvSpPr>
        <p:spPr>
          <a:xfrm xmlns:a="http://schemas.openxmlformats.org/drawingml/2006/main">
            <a:off x="12849225" y="5147786"/>
            <a:ext cx="2019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Response Composer</a:t>
            </a:r>
          </a:p>
        </p:txBody>
      </p:sp>
      <p:sp>
        <p:nvSpPr>
          <p:cNvPr id="193" name="dp44-comparison / n173 / path">
            <a:extLst xmlns:a="http://schemas.openxmlformats.org/drawingml/2006/main">
              <a:ext uri="{FF2B5EF4-FFF2-40B4-BE49-F238E27FC236}">
                <a16:creationId xmlns:a16="http://schemas.microsoft.com/office/drawing/2014/main" id="{10E3A90F-FBA4-45EF-A2A8-F209E884CAEB}"/>
              </a:ext>
            </a:extLst>
          </p:cNvPr>
          <p:cNvSpPr>
            <a:spLocks xmlns:a="http://schemas.openxmlformats.org/drawingml/2006/main" noGrp="1"/>
          </p:cNvSpPr>
          <p:nvPr/>
        </p:nvSpPr>
        <p:spPr>
          <a:xfrm xmlns:a="http://schemas.openxmlformats.org/drawingml/2006/main">
            <a:off x="9858375" y="3667125"/>
            <a:ext cx="1214438" cy="1095375"/>
          </a:xfrm>
          <a:custGeom xmlns:a="http://schemas.openxmlformats.org/drawingml/2006/main">
            <a:pathLst>
              <a:path w="1214438" h="1095375">
                <a:moveTo>
                  <a:pt x="285750" y="0"/>
                </a:moveTo>
                <a:lnTo>
                  <a:pt x="0" y="0"/>
                </a:lnTo>
                <a:lnTo>
                  <a:pt x="0" y="981075"/>
                </a:lnTo>
                <a:lnTo>
                  <a:pt x="1214438" y="981075"/>
                </a:lnTo>
                <a:lnTo>
                  <a:pt x="1214438" y="1095375"/>
                </a:lnTo>
              </a:path>
            </a:pathLst>
          </a:custGeom>
          <a:noFill xmlns:a="http://schemas.openxmlformats.org/drawingml/2006/main"/>
          <a:ln xmlns:a="http://schemas.openxmlformats.org/drawingml/2006/main" w="10478">
            <a:solidFill>
              <a:srgbClr val="000000"/>
            </a:solidFill>
            <a:prstDash val="solid"/>
          </a:ln>
        </p:spPr>
      </p:sp>
      <p:sp>
        <p:nvSpPr>
          <p:cNvPr id="194" name="dp44-comparison / n173 / arrow">
            <a:extLst xmlns:a="http://schemas.openxmlformats.org/drawingml/2006/main">
              <a:ext uri="{FF2B5EF4-FFF2-40B4-BE49-F238E27FC236}">
                <a16:creationId xmlns:a16="http://schemas.microsoft.com/office/drawing/2014/main" id="{D2D936A9-590E-4619-AA37-D4951550A7A4}"/>
              </a:ext>
            </a:extLst>
          </p:cNvPr>
          <p:cNvSpPr>
            <a:spLocks xmlns:a="http://schemas.openxmlformats.org/drawingml/2006/main" noGrp="1"/>
          </p:cNvSpPr>
          <p:nvPr/>
        </p:nvSpPr>
        <p:spPr>
          <a:xfrm xmlns:a="http://schemas.openxmlformats.org/drawingml/2006/main">
            <a:off x="11039285" y="46954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95" name="dp44-comparison / n174 / path">
            <a:extLst xmlns:a="http://schemas.openxmlformats.org/drawingml/2006/main">
              <a:ext uri="{FF2B5EF4-FFF2-40B4-BE49-F238E27FC236}">
                <a16:creationId xmlns:a16="http://schemas.microsoft.com/office/drawing/2014/main" id="{1319C798-B255-40C0-A450-1438BDA53B59}"/>
              </a:ext>
            </a:extLst>
          </p:cNvPr>
          <p:cNvSpPr>
            <a:spLocks xmlns:a="http://schemas.openxmlformats.org/drawingml/2006/main" noGrp="1"/>
          </p:cNvSpPr>
          <p:nvPr/>
        </p:nvSpPr>
        <p:spPr>
          <a:xfrm xmlns:a="http://schemas.openxmlformats.org/drawingml/2006/main">
            <a:off x="9763125" y="3762375"/>
            <a:ext cx="381000" cy="1157288"/>
          </a:xfrm>
          <a:custGeom xmlns:a="http://schemas.openxmlformats.org/drawingml/2006/main">
            <a:pathLst>
              <a:path w="381000" h="1157288">
                <a:moveTo>
                  <a:pt x="190500" y="1157288"/>
                </a:moveTo>
                <a:lnTo>
                  <a:pt x="0" y="1157288"/>
                </a:lnTo>
                <a:lnTo>
                  <a:pt x="0" y="0"/>
                </a:lnTo>
                <a:lnTo>
                  <a:pt x="381000" y="0"/>
                </a:lnTo>
              </a:path>
            </a:pathLst>
          </a:custGeom>
          <a:noFill xmlns:a="http://schemas.openxmlformats.org/drawingml/2006/main"/>
          <a:ln xmlns:a="http://schemas.openxmlformats.org/drawingml/2006/main" w="10478">
            <a:solidFill>
              <a:srgbClr val="B8753F"/>
            </a:solidFill>
            <a:prstDash val="dash"/>
          </a:ln>
        </p:spPr>
      </p:sp>
      <p:sp>
        <p:nvSpPr>
          <p:cNvPr id="196" name="dp44-comparison / n174 / arrow">
            <a:extLst xmlns:a="http://schemas.openxmlformats.org/drawingml/2006/main">
              <a:ext uri="{FF2B5EF4-FFF2-40B4-BE49-F238E27FC236}">
                <a16:creationId xmlns:a16="http://schemas.microsoft.com/office/drawing/2014/main" id="{3E925FDF-D2FF-4088-B76A-D438013C8206}"/>
              </a:ext>
            </a:extLst>
          </p:cNvPr>
          <p:cNvSpPr>
            <a:spLocks xmlns:a="http://schemas.openxmlformats.org/drawingml/2006/main" noGrp="1"/>
          </p:cNvSpPr>
          <p:nvPr/>
        </p:nvSpPr>
        <p:spPr>
          <a:xfrm xmlns:a="http://schemas.openxmlformats.org/drawingml/2006/main">
            <a:off x="10077069" y="37288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97" name="dp44-comparison / n177">
            <a:extLst xmlns:a="http://schemas.openxmlformats.org/drawingml/2006/main">
              <a:ext uri="{FF2B5EF4-FFF2-40B4-BE49-F238E27FC236}">
                <a16:creationId xmlns:a16="http://schemas.microsoft.com/office/drawing/2014/main" id="{30366BDF-7D3A-4C91-9D59-0CFDB544F181}"/>
              </a:ext>
            </a:extLst>
          </p:cNvPr>
          <p:cNvSpPr>
            <a:spLocks xmlns:a="http://schemas.openxmlformats.org/drawingml/2006/main" noGrp="1"/>
          </p:cNvSpPr>
          <p:nvPr/>
        </p:nvSpPr>
        <p:spPr>
          <a:xfrm xmlns:a="http://schemas.openxmlformats.org/drawingml/2006/main">
            <a:off x="15287625" y="5095875"/>
            <a:ext cx="2095500" cy="314325"/>
          </a:xfrm>
          <a:prstGeom xmlns:a="http://schemas.openxmlformats.org/drawingml/2006/main" prst="roundRect">
            <a:avLst>
              <a:gd name="adj" fmla="val 24242"/>
            </a:avLst>
          </a:prstGeom>
          <a:solidFill xmlns:a="http://schemas.openxmlformats.org/drawingml/2006/main">
            <a:srgbClr val="FFF0DD"/>
          </a:solidFill>
          <a:ln xmlns:a="http://schemas.openxmlformats.org/drawingml/2006/main" w="17145">
            <a:solidFill>
              <a:srgbClr val="B8753F"/>
            </a:solidFill>
            <a:prstDash val="solid"/>
          </a:ln>
        </p:spPr>
      </p:sp>
      <p:sp>
        <p:nvSpPr>
          <p:cNvPr id="198" name="dp44-comparison / n178 / text 1">
            <a:extLst xmlns:a="http://schemas.openxmlformats.org/drawingml/2006/main">
              <a:ext uri="{FF2B5EF4-FFF2-40B4-BE49-F238E27FC236}">
                <a16:creationId xmlns:a16="http://schemas.microsoft.com/office/drawing/2014/main" id="{EC62D0DC-E885-40E8-B6C2-DED23D29A234}"/>
              </a:ext>
            </a:extLst>
          </p:cNvPr>
          <p:cNvSpPr>
            <a:spLocks xmlns:a="http://schemas.openxmlformats.org/drawingml/2006/main" noGrp="1"/>
          </p:cNvSpPr>
          <p:nvPr/>
        </p:nvSpPr>
        <p:spPr>
          <a:xfrm xmlns:a="http://schemas.openxmlformats.org/drawingml/2006/main">
            <a:off x="15373350" y="5141595"/>
            <a:ext cx="192405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Publication Join</a:t>
            </a:r>
          </a:p>
        </p:txBody>
      </p:sp>
      <p:sp>
        <p:nvSpPr>
          <p:cNvPr id="199" name="dp44-comparison / n179">
            <a:extLst xmlns:a="http://schemas.openxmlformats.org/drawingml/2006/main">
              <a:ext uri="{FF2B5EF4-FFF2-40B4-BE49-F238E27FC236}">
                <a16:creationId xmlns:a16="http://schemas.microsoft.com/office/drawing/2014/main" id="{E8B0C5AA-9214-4188-87AF-7289F1C2D4C2}"/>
              </a:ext>
            </a:extLst>
          </p:cNvPr>
          <p:cNvSpPr>
            <a:spLocks xmlns:a="http://schemas.openxmlformats.org/drawingml/2006/main" noGrp="1"/>
          </p:cNvSpPr>
          <p:nvPr/>
        </p:nvSpPr>
        <p:spPr>
          <a:xfrm xmlns:a="http://schemas.openxmlformats.org/drawingml/2006/main">
            <a:off x="15287625" y="5657850"/>
            <a:ext cx="2095500" cy="361950"/>
          </a:xfrm>
          <a:prstGeom xmlns:a="http://schemas.openxmlformats.org/drawingml/2006/main" prst="can">
            <a:avLst>
              <a:gd name="adj" fmla="val 20000"/>
            </a:avLst>
          </a:prstGeom>
          <a:solidFill xmlns:a="http://schemas.openxmlformats.org/drawingml/2006/main">
            <a:srgbClr val="FFF0DD"/>
          </a:solidFill>
          <a:ln xmlns:a="http://schemas.openxmlformats.org/drawingml/2006/main" w="9525">
            <a:solidFill>
              <a:srgbClr val="B8753F"/>
            </a:solidFill>
            <a:prstDash val="solid"/>
          </a:ln>
        </p:spPr>
      </p:sp>
      <p:sp>
        <p:nvSpPr>
          <p:cNvPr id="200" name="dp44-comparison / n180 / text 1">
            <a:extLst xmlns:a="http://schemas.openxmlformats.org/drawingml/2006/main">
              <a:ext uri="{FF2B5EF4-FFF2-40B4-BE49-F238E27FC236}">
                <a16:creationId xmlns:a16="http://schemas.microsoft.com/office/drawing/2014/main" id="{D4F3B9D6-E6F2-499E-831E-327218B3F5E5}"/>
              </a:ext>
            </a:extLst>
          </p:cNvPr>
          <p:cNvSpPr>
            <a:spLocks xmlns:a="http://schemas.openxmlformats.org/drawingml/2006/main" noGrp="1"/>
          </p:cNvSpPr>
          <p:nvPr/>
        </p:nvSpPr>
        <p:spPr>
          <a:xfrm xmlns:a="http://schemas.openxmlformats.org/drawingml/2006/main">
            <a:off x="15373350" y="5764530"/>
            <a:ext cx="19240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75" b="0">
                <a:solidFill>
                  <a:srgbClr val="18232E"/>
                </a:solidFill>
                <a:latin typeface="Apple SD Gothic Neo"/>
                <a:ea typeface="Apple SD Gothic Neo"/>
                <a:cs typeface="Apple SD Gothic Neo"/>
              </a:defRPr>
            </a:pPr>
            <a:r>
              <a:rPr sz="975" b="0">
                <a:solidFill>
                  <a:srgbClr val="18232E"/>
                </a:solidFill>
                <a:latin typeface="Apple SD Gothic Neo"/>
                <a:ea typeface="Apple SD Gothic Neo"/>
                <a:cs typeface="Apple SD Gothic Neo"/>
              </a:rPr>
              <a:t>Publication Window</a:t>
            </a:r>
          </a:p>
        </p:txBody>
      </p:sp>
      <p:sp>
        <p:nvSpPr>
          <p:cNvPr id="201" name="dp44-comparison / n181">
            <a:extLst xmlns:a="http://schemas.openxmlformats.org/drawingml/2006/main">
              <a:ext uri="{FF2B5EF4-FFF2-40B4-BE49-F238E27FC236}">
                <a16:creationId xmlns:a16="http://schemas.microsoft.com/office/drawing/2014/main" id="{95A0B312-09E6-4834-8E32-A1853138637A}"/>
              </a:ext>
            </a:extLst>
          </p:cNvPr>
          <p:cNvSpPr>
            <a:spLocks xmlns:a="http://schemas.openxmlformats.org/drawingml/2006/main" noGrp="1"/>
          </p:cNvSpPr>
          <p:nvPr/>
        </p:nvSpPr>
        <p:spPr>
          <a:xfrm xmlns:a="http://schemas.openxmlformats.org/drawingml/2006/main">
            <a:off x="12763500" y="5762625"/>
            <a:ext cx="2190750" cy="26670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9525">
            <a:solidFill>
              <a:srgbClr val="000000"/>
            </a:solidFill>
            <a:prstDash val="solid"/>
          </a:ln>
        </p:spPr>
      </p:sp>
      <p:sp>
        <p:nvSpPr>
          <p:cNvPr id="202" name="dp44-comparison / n182 / text 1">
            <a:extLst xmlns:a="http://schemas.openxmlformats.org/drawingml/2006/main">
              <a:ext uri="{FF2B5EF4-FFF2-40B4-BE49-F238E27FC236}">
                <a16:creationId xmlns:a16="http://schemas.microsoft.com/office/drawing/2014/main" id="{2F046F5B-3A7D-4054-919B-1C84A1B3B95D}"/>
              </a:ext>
            </a:extLst>
          </p:cNvPr>
          <p:cNvSpPr>
            <a:spLocks xmlns:a="http://schemas.openxmlformats.org/drawingml/2006/main" noGrp="1"/>
          </p:cNvSpPr>
          <p:nvPr/>
        </p:nvSpPr>
        <p:spPr>
          <a:xfrm xmlns:a="http://schemas.openxmlformats.org/drawingml/2006/main">
            <a:off x="12849225" y="5796915"/>
            <a:ext cx="20193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1">
                <a:solidFill>
                  <a:srgbClr val="000000"/>
                </a:solidFill>
                <a:latin typeface="Apple SD Gothic Neo"/>
                <a:ea typeface="Apple SD Gothic Neo"/>
                <a:cs typeface="Apple SD Gothic Neo"/>
              </a:defRPr>
            </a:pPr>
            <a:r>
              <a:rPr sz="1200" b="1">
                <a:solidFill>
                  <a:srgbClr val="000000"/>
                </a:solidFill>
                <a:latin typeface="Apple SD Gothic Neo"/>
                <a:ea typeface="Apple SD Gothic Neo"/>
                <a:cs typeface="Apple SD Gothic Neo"/>
              </a:rPr>
              <a:t>Publication Control</a:t>
            </a:r>
          </a:p>
        </p:txBody>
      </p:sp>
      <p:sp>
        <p:nvSpPr>
          <p:cNvPr id="203" name="dp44-comparison / n183 / path">
            <a:extLst xmlns:a="http://schemas.openxmlformats.org/drawingml/2006/main">
              <a:ext uri="{FF2B5EF4-FFF2-40B4-BE49-F238E27FC236}">
                <a16:creationId xmlns:a16="http://schemas.microsoft.com/office/drawing/2014/main" id="{02E0F7D3-4D1C-4CE2-8858-AEB66E2135FF}"/>
              </a:ext>
            </a:extLst>
          </p:cNvPr>
          <p:cNvSpPr>
            <a:spLocks xmlns:a="http://schemas.openxmlformats.org/drawingml/2006/main" noGrp="1"/>
          </p:cNvSpPr>
          <p:nvPr/>
        </p:nvSpPr>
        <p:spPr>
          <a:xfrm xmlns:a="http://schemas.openxmlformats.org/drawingml/2006/main">
            <a:off x="12496800" y="3752850"/>
            <a:ext cx="457200" cy="1500188"/>
          </a:xfrm>
          <a:custGeom xmlns:a="http://schemas.openxmlformats.org/drawingml/2006/main">
            <a:pathLst>
              <a:path w="457200" h="1500188">
                <a:moveTo>
                  <a:pt x="361950" y="0"/>
                </a:moveTo>
                <a:lnTo>
                  <a:pt x="457200" y="0"/>
                </a:lnTo>
                <a:lnTo>
                  <a:pt x="457200" y="819150"/>
                </a:lnTo>
                <a:lnTo>
                  <a:pt x="0" y="819150"/>
                </a:lnTo>
                <a:lnTo>
                  <a:pt x="0" y="1500188"/>
                </a:lnTo>
                <a:lnTo>
                  <a:pt x="266700" y="1500188"/>
                </a:lnTo>
              </a:path>
            </a:pathLst>
          </a:custGeom>
          <a:noFill xmlns:a="http://schemas.openxmlformats.org/drawingml/2006/main"/>
          <a:ln xmlns:a="http://schemas.openxmlformats.org/drawingml/2006/main" w="10478">
            <a:solidFill>
              <a:srgbClr val="B8753F"/>
            </a:solidFill>
            <a:prstDash val="solid"/>
          </a:ln>
        </p:spPr>
      </p:sp>
      <p:sp>
        <p:nvSpPr>
          <p:cNvPr id="204" name="dp44-comparison / n183 / arrow">
            <a:extLst xmlns:a="http://schemas.openxmlformats.org/drawingml/2006/main">
              <a:ext uri="{FF2B5EF4-FFF2-40B4-BE49-F238E27FC236}">
                <a16:creationId xmlns:a16="http://schemas.microsoft.com/office/drawing/2014/main" id="{6C0B3E39-CB4A-4736-BDE2-79FCEF2E740B}"/>
              </a:ext>
            </a:extLst>
          </p:cNvPr>
          <p:cNvSpPr>
            <a:spLocks xmlns:a="http://schemas.openxmlformats.org/drawingml/2006/main" noGrp="1"/>
          </p:cNvSpPr>
          <p:nvPr/>
        </p:nvSpPr>
        <p:spPr>
          <a:xfrm xmlns:a="http://schemas.openxmlformats.org/drawingml/2006/main">
            <a:off x="12696444" y="521951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05" name="dp44-comparison / n184 / path">
            <a:extLst xmlns:a="http://schemas.openxmlformats.org/drawingml/2006/main">
              <a:ext uri="{FF2B5EF4-FFF2-40B4-BE49-F238E27FC236}">
                <a16:creationId xmlns:a16="http://schemas.microsoft.com/office/drawing/2014/main" id="{B2EA0316-1E6F-4D98-8367-AF2E16930489}"/>
              </a:ext>
            </a:extLst>
          </p:cNvPr>
          <p:cNvSpPr>
            <a:spLocks xmlns:a="http://schemas.openxmlformats.org/drawingml/2006/main" noGrp="1"/>
          </p:cNvSpPr>
          <p:nvPr/>
        </p:nvSpPr>
        <p:spPr>
          <a:xfrm xmlns:a="http://schemas.openxmlformats.org/drawingml/2006/main">
            <a:off x="14192250" y="3667125"/>
            <a:ext cx="3476625" cy="1428750"/>
          </a:xfrm>
          <a:custGeom xmlns:a="http://schemas.openxmlformats.org/drawingml/2006/main">
            <a:pathLst>
              <a:path w="3476625" h="1428750">
                <a:moveTo>
                  <a:pt x="3048000" y="0"/>
                </a:moveTo>
                <a:lnTo>
                  <a:pt x="3476625" y="0"/>
                </a:lnTo>
                <a:lnTo>
                  <a:pt x="3476625" y="923925"/>
                </a:lnTo>
                <a:lnTo>
                  <a:pt x="0" y="923925"/>
                </a:lnTo>
                <a:lnTo>
                  <a:pt x="0" y="1428750"/>
                </a:lnTo>
              </a:path>
            </a:pathLst>
          </a:custGeom>
          <a:noFill xmlns:a="http://schemas.openxmlformats.org/drawingml/2006/main"/>
          <a:ln xmlns:a="http://schemas.openxmlformats.org/drawingml/2006/main" w="10478">
            <a:solidFill>
              <a:srgbClr val="B8753F"/>
            </a:solidFill>
            <a:prstDash val="solid"/>
          </a:ln>
        </p:spPr>
      </p:sp>
      <p:sp>
        <p:nvSpPr>
          <p:cNvPr id="206" name="dp44-comparison / n184 / arrow">
            <a:extLst xmlns:a="http://schemas.openxmlformats.org/drawingml/2006/main">
              <a:ext uri="{FF2B5EF4-FFF2-40B4-BE49-F238E27FC236}">
                <a16:creationId xmlns:a16="http://schemas.microsoft.com/office/drawing/2014/main" id="{C9A1FC25-71DC-4CC9-B655-82FE7AACD192}"/>
              </a:ext>
            </a:extLst>
          </p:cNvPr>
          <p:cNvSpPr>
            <a:spLocks xmlns:a="http://schemas.openxmlformats.org/drawingml/2006/main" noGrp="1"/>
          </p:cNvSpPr>
          <p:nvPr/>
        </p:nvSpPr>
        <p:spPr>
          <a:xfrm xmlns:a="http://schemas.openxmlformats.org/drawingml/2006/main">
            <a:off x="14158722" y="502881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207" name="dp44-comparison / n185 / path">
            <a:extLst xmlns:a="http://schemas.openxmlformats.org/drawingml/2006/main">
              <a:ext uri="{FF2B5EF4-FFF2-40B4-BE49-F238E27FC236}">
                <a16:creationId xmlns:a16="http://schemas.microsoft.com/office/drawing/2014/main" id="{730868AB-B6EE-4F18-8FD8-7E21C75E4D5A}"/>
              </a:ext>
            </a:extLst>
          </p:cNvPr>
          <p:cNvSpPr>
            <a:spLocks xmlns:a="http://schemas.openxmlformats.org/drawingml/2006/main" noGrp="1"/>
          </p:cNvSpPr>
          <p:nvPr/>
        </p:nvSpPr>
        <p:spPr>
          <a:xfrm xmlns:a="http://schemas.openxmlformats.org/drawingml/2006/main">
            <a:off x="14954250" y="5253038"/>
            <a:ext cx="333375" cy="953"/>
          </a:xfrm>
          <a:custGeom xmlns:a="http://schemas.openxmlformats.org/drawingml/2006/main">
            <a:pathLst>
              <a:path w="333375" h="953">
                <a:moveTo>
                  <a:pt x="0" y="0"/>
                </a:moveTo>
                <a:lnTo>
                  <a:pt x="333375" y="0"/>
                </a:lnTo>
              </a:path>
            </a:pathLst>
          </a:custGeom>
          <a:noFill xmlns:a="http://schemas.openxmlformats.org/drawingml/2006/main"/>
          <a:ln xmlns:a="http://schemas.openxmlformats.org/drawingml/2006/main" w="10478">
            <a:solidFill>
              <a:srgbClr val="B8753F"/>
            </a:solidFill>
            <a:prstDash val="solid"/>
          </a:ln>
        </p:spPr>
      </p:sp>
      <p:sp>
        <p:nvSpPr>
          <p:cNvPr id="208" name="dp44-comparison / n185 / arrow">
            <a:extLst xmlns:a="http://schemas.openxmlformats.org/drawingml/2006/main">
              <a:ext uri="{FF2B5EF4-FFF2-40B4-BE49-F238E27FC236}">
                <a16:creationId xmlns:a16="http://schemas.microsoft.com/office/drawing/2014/main" id="{5DE40595-95C5-45D2-A1A0-B11F0513F305}"/>
              </a:ext>
            </a:extLst>
          </p:cNvPr>
          <p:cNvSpPr>
            <a:spLocks xmlns:a="http://schemas.openxmlformats.org/drawingml/2006/main" noGrp="1"/>
          </p:cNvSpPr>
          <p:nvPr/>
        </p:nvSpPr>
        <p:spPr>
          <a:xfrm xmlns:a="http://schemas.openxmlformats.org/drawingml/2006/main">
            <a:off x="15220569" y="521951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09" name="dp44-comparison / n186 / path">
            <a:extLst xmlns:a="http://schemas.openxmlformats.org/drawingml/2006/main">
              <a:ext uri="{FF2B5EF4-FFF2-40B4-BE49-F238E27FC236}">
                <a16:creationId xmlns:a16="http://schemas.microsoft.com/office/drawing/2014/main" id="{DDF1645D-2EAF-442F-A6DF-75328A3A2973}"/>
              </a:ext>
            </a:extLst>
          </p:cNvPr>
          <p:cNvSpPr>
            <a:spLocks xmlns:a="http://schemas.openxmlformats.org/drawingml/2006/main" noGrp="1"/>
          </p:cNvSpPr>
          <p:nvPr/>
        </p:nvSpPr>
        <p:spPr>
          <a:xfrm xmlns:a="http://schemas.openxmlformats.org/drawingml/2006/main">
            <a:off x="12858750" y="3600450"/>
            <a:ext cx="3476625" cy="1495425"/>
          </a:xfrm>
          <a:custGeom xmlns:a="http://schemas.openxmlformats.org/drawingml/2006/main">
            <a:pathLst>
              <a:path w="3476625" h="1495425">
                <a:moveTo>
                  <a:pt x="0" y="0"/>
                </a:moveTo>
                <a:lnTo>
                  <a:pt x="238125" y="0"/>
                </a:lnTo>
                <a:lnTo>
                  <a:pt x="238125" y="933450"/>
                </a:lnTo>
                <a:lnTo>
                  <a:pt x="3476625" y="933450"/>
                </a:lnTo>
                <a:lnTo>
                  <a:pt x="3476625" y="1495425"/>
                </a:lnTo>
              </a:path>
            </a:pathLst>
          </a:custGeom>
          <a:noFill xmlns:a="http://schemas.openxmlformats.org/drawingml/2006/main"/>
          <a:ln xmlns:a="http://schemas.openxmlformats.org/drawingml/2006/main" w="10478">
            <a:solidFill>
              <a:srgbClr val="B8753F"/>
            </a:solidFill>
            <a:prstDash val="solid"/>
          </a:ln>
        </p:spPr>
      </p:sp>
      <p:sp>
        <p:nvSpPr>
          <p:cNvPr id="210" name="dp44-comparison / n186 / arrow">
            <a:extLst xmlns:a="http://schemas.openxmlformats.org/drawingml/2006/main">
              <a:ext uri="{FF2B5EF4-FFF2-40B4-BE49-F238E27FC236}">
                <a16:creationId xmlns:a16="http://schemas.microsoft.com/office/drawing/2014/main" id="{D31E595D-4307-4302-A1BD-EB1C2B52979F}"/>
              </a:ext>
            </a:extLst>
          </p:cNvPr>
          <p:cNvSpPr>
            <a:spLocks xmlns:a="http://schemas.openxmlformats.org/drawingml/2006/main" noGrp="1"/>
          </p:cNvSpPr>
          <p:nvPr/>
        </p:nvSpPr>
        <p:spPr>
          <a:xfrm xmlns:a="http://schemas.openxmlformats.org/drawingml/2006/main">
            <a:off x="16301847" y="502881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211" name="dp44-comparison / n189 / path">
            <a:extLst xmlns:a="http://schemas.openxmlformats.org/drawingml/2006/main">
              <a:ext uri="{FF2B5EF4-FFF2-40B4-BE49-F238E27FC236}">
                <a16:creationId xmlns:a16="http://schemas.microsoft.com/office/drawing/2014/main" id="{9D91FB67-AEAF-4E15-9718-B0E9E47EFDED}"/>
              </a:ext>
            </a:extLst>
          </p:cNvPr>
          <p:cNvSpPr>
            <a:spLocks xmlns:a="http://schemas.openxmlformats.org/drawingml/2006/main" noGrp="1"/>
          </p:cNvSpPr>
          <p:nvPr/>
        </p:nvSpPr>
        <p:spPr>
          <a:xfrm xmlns:a="http://schemas.openxmlformats.org/drawingml/2006/main">
            <a:off x="16764000" y="5410200"/>
            <a:ext cx="953" cy="247650"/>
          </a:xfrm>
          <a:custGeom xmlns:a="http://schemas.openxmlformats.org/drawingml/2006/main">
            <a:pathLst>
              <a:path w="953" h="247650">
                <a:moveTo>
                  <a:pt x="0" y="0"/>
                </a:moveTo>
                <a:lnTo>
                  <a:pt x="0" y="247650"/>
                </a:lnTo>
              </a:path>
            </a:pathLst>
          </a:custGeom>
          <a:noFill xmlns:a="http://schemas.openxmlformats.org/drawingml/2006/main"/>
          <a:ln xmlns:a="http://schemas.openxmlformats.org/drawingml/2006/main" w="10478">
            <a:solidFill>
              <a:srgbClr val="B8753F"/>
            </a:solidFill>
            <a:prstDash val="solid"/>
          </a:ln>
        </p:spPr>
      </p:sp>
      <p:sp>
        <p:nvSpPr>
          <p:cNvPr id="212" name="dp44-comparison / n189 / arrow">
            <a:extLst xmlns:a="http://schemas.openxmlformats.org/drawingml/2006/main">
              <a:ext uri="{FF2B5EF4-FFF2-40B4-BE49-F238E27FC236}">
                <a16:creationId xmlns:a16="http://schemas.microsoft.com/office/drawing/2014/main" id="{A3954C7E-CAC9-499B-9130-EC2F5DC99685}"/>
              </a:ext>
            </a:extLst>
          </p:cNvPr>
          <p:cNvSpPr>
            <a:spLocks xmlns:a="http://schemas.openxmlformats.org/drawingml/2006/main" noGrp="1"/>
          </p:cNvSpPr>
          <p:nvPr/>
        </p:nvSpPr>
        <p:spPr>
          <a:xfrm xmlns:a="http://schemas.openxmlformats.org/drawingml/2006/main">
            <a:off x="16730472" y="55907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213" name="dp44-comparison / n190 / path">
            <a:extLst xmlns:a="http://schemas.openxmlformats.org/drawingml/2006/main">
              <a:ext uri="{FF2B5EF4-FFF2-40B4-BE49-F238E27FC236}">
                <a16:creationId xmlns:a16="http://schemas.microsoft.com/office/drawing/2014/main" id="{CF9D8F12-64A5-4E33-B112-34444EFC7845}"/>
              </a:ext>
            </a:extLst>
          </p:cNvPr>
          <p:cNvSpPr>
            <a:spLocks xmlns:a="http://schemas.openxmlformats.org/drawingml/2006/main" noGrp="1"/>
          </p:cNvSpPr>
          <p:nvPr/>
        </p:nvSpPr>
        <p:spPr>
          <a:xfrm xmlns:a="http://schemas.openxmlformats.org/drawingml/2006/main">
            <a:off x="13858875" y="5410200"/>
            <a:ext cx="2047875" cy="352425"/>
          </a:xfrm>
          <a:custGeom xmlns:a="http://schemas.openxmlformats.org/drawingml/2006/main">
            <a:pathLst>
              <a:path w="2047875" h="352425">
                <a:moveTo>
                  <a:pt x="2047875" y="0"/>
                </a:moveTo>
                <a:lnTo>
                  <a:pt x="2047875" y="133350"/>
                </a:lnTo>
                <a:lnTo>
                  <a:pt x="0" y="133350"/>
                </a:lnTo>
                <a:lnTo>
                  <a:pt x="0" y="352425"/>
                </a:lnTo>
              </a:path>
            </a:pathLst>
          </a:custGeom>
          <a:noFill xmlns:a="http://schemas.openxmlformats.org/drawingml/2006/main"/>
          <a:ln xmlns:a="http://schemas.openxmlformats.org/drawingml/2006/main" w="10478">
            <a:solidFill>
              <a:srgbClr val="B8753F"/>
            </a:solidFill>
            <a:prstDash val="solid"/>
          </a:ln>
        </p:spPr>
      </p:sp>
      <p:sp>
        <p:nvSpPr>
          <p:cNvPr id="214" name="dp44-comparison / n190 / arrow">
            <a:extLst xmlns:a="http://schemas.openxmlformats.org/drawingml/2006/main">
              <a:ext uri="{FF2B5EF4-FFF2-40B4-BE49-F238E27FC236}">
                <a16:creationId xmlns:a16="http://schemas.microsoft.com/office/drawing/2014/main" id="{D03EF4C5-8D7B-4717-BFEC-D804D86C38D2}"/>
              </a:ext>
            </a:extLst>
          </p:cNvPr>
          <p:cNvSpPr>
            <a:spLocks xmlns:a="http://schemas.openxmlformats.org/drawingml/2006/main" noGrp="1"/>
          </p:cNvSpPr>
          <p:nvPr/>
        </p:nvSpPr>
        <p:spPr>
          <a:xfrm xmlns:a="http://schemas.openxmlformats.org/drawingml/2006/main">
            <a:off x="13825347" y="56955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215" name="dp44-comparison / n199 / path">
            <a:extLst xmlns:a="http://schemas.openxmlformats.org/drawingml/2006/main">
              <a:ext uri="{FF2B5EF4-FFF2-40B4-BE49-F238E27FC236}">
                <a16:creationId xmlns:a16="http://schemas.microsoft.com/office/drawing/2014/main" id="{BFAE381C-3754-45D0-8571-025D26F74FCA}"/>
              </a:ext>
            </a:extLst>
          </p:cNvPr>
          <p:cNvSpPr>
            <a:spLocks xmlns:a="http://schemas.openxmlformats.org/drawingml/2006/main" noGrp="1"/>
          </p:cNvSpPr>
          <p:nvPr/>
        </p:nvSpPr>
        <p:spPr>
          <a:xfrm xmlns:a="http://schemas.openxmlformats.org/drawingml/2006/main">
            <a:off x="9858375" y="6334125"/>
            <a:ext cx="7715250" cy="953"/>
          </a:xfrm>
          <a:custGeom xmlns:a="http://schemas.openxmlformats.org/drawingml/2006/main">
            <a:pathLst>
              <a:path w="7715250" h="953">
                <a:moveTo>
                  <a:pt x="0" y="0"/>
                </a:moveTo>
                <a:lnTo>
                  <a:pt x="7715250" y="0"/>
                </a:lnTo>
              </a:path>
            </a:pathLst>
          </a:custGeom>
          <a:noFill xmlns:a="http://schemas.openxmlformats.org/drawingml/2006/main"/>
          <a:ln xmlns:a="http://schemas.openxmlformats.org/drawingml/2006/main" w="10478">
            <a:solidFill>
              <a:srgbClr val="000000"/>
            </a:solidFill>
            <a:prstDash val="solid"/>
          </a:ln>
        </p:spPr>
      </p:sp>
      <p:sp>
        <p:nvSpPr>
          <p:cNvPr id="216" name="dp44-comparison / n202">
            <a:extLst xmlns:a="http://schemas.openxmlformats.org/drawingml/2006/main">
              <a:ext uri="{FF2B5EF4-FFF2-40B4-BE49-F238E27FC236}">
                <a16:creationId xmlns:a16="http://schemas.microsoft.com/office/drawing/2014/main" id="{390B3CA6-15A8-43D4-A702-33B082A843B6}"/>
              </a:ext>
            </a:extLst>
          </p:cNvPr>
          <p:cNvSpPr>
            <a:spLocks xmlns:a="http://schemas.openxmlformats.org/drawingml/2006/main" noGrp="1"/>
          </p:cNvSpPr>
          <p:nvPr/>
        </p:nvSpPr>
        <p:spPr>
          <a:xfrm xmlns:a="http://schemas.openxmlformats.org/drawingml/2006/main">
            <a:off x="9953625" y="661987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17" name="dp44-comparison / n203 / text 1">
            <a:extLst xmlns:a="http://schemas.openxmlformats.org/drawingml/2006/main">
              <a:ext uri="{FF2B5EF4-FFF2-40B4-BE49-F238E27FC236}">
                <a16:creationId xmlns:a16="http://schemas.microsoft.com/office/drawing/2014/main" id="{85E34A2C-EFF1-4752-8560-015EFC80FECE}"/>
              </a:ext>
            </a:extLst>
          </p:cNvPr>
          <p:cNvSpPr>
            <a:spLocks xmlns:a="http://schemas.openxmlformats.org/drawingml/2006/main" noGrp="1"/>
          </p:cNvSpPr>
          <p:nvPr/>
        </p:nvSpPr>
        <p:spPr>
          <a:xfrm xmlns:a="http://schemas.openxmlformats.org/drawingml/2006/main">
            <a:off x="10039350" y="665559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Meaning1 완료</a:t>
            </a:r>
          </a:p>
        </p:txBody>
      </p:sp>
      <p:sp>
        <p:nvSpPr>
          <p:cNvPr id="218" name="dp44-comparison / n204">
            <a:extLst xmlns:a="http://schemas.openxmlformats.org/drawingml/2006/main">
              <a:ext uri="{FF2B5EF4-FFF2-40B4-BE49-F238E27FC236}">
                <a16:creationId xmlns:a16="http://schemas.microsoft.com/office/drawing/2014/main" id="{48757CEC-27CD-4F5C-845B-8A17A43A07B3}"/>
              </a:ext>
            </a:extLst>
          </p:cNvPr>
          <p:cNvSpPr>
            <a:spLocks xmlns:a="http://schemas.openxmlformats.org/drawingml/2006/main" noGrp="1"/>
          </p:cNvSpPr>
          <p:nvPr/>
        </p:nvSpPr>
        <p:spPr>
          <a:xfrm xmlns:a="http://schemas.openxmlformats.org/drawingml/2006/main">
            <a:off x="12620625" y="661987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19" name="dp44-comparison / n205 / text 1">
            <a:extLst xmlns:a="http://schemas.openxmlformats.org/drawingml/2006/main">
              <a:ext uri="{FF2B5EF4-FFF2-40B4-BE49-F238E27FC236}">
                <a16:creationId xmlns:a16="http://schemas.microsoft.com/office/drawing/2014/main" id="{06A4A7F9-DC6E-4739-86F8-62FA6C6278E5}"/>
              </a:ext>
            </a:extLst>
          </p:cNvPr>
          <p:cNvSpPr>
            <a:spLocks xmlns:a="http://schemas.openxmlformats.org/drawingml/2006/main" noGrp="1"/>
          </p:cNvSpPr>
          <p:nvPr/>
        </p:nvSpPr>
        <p:spPr>
          <a:xfrm xmlns:a="http://schemas.openxmlformats.org/drawingml/2006/main">
            <a:off x="12706350" y="665559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Composer: 후보 생산</a:t>
            </a:r>
          </a:p>
        </p:txBody>
      </p:sp>
      <p:sp>
        <p:nvSpPr>
          <p:cNvPr id="220" name="dp44-comparison / n206 / path">
            <a:extLst xmlns:a="http://schemas.openxmlformats.org/drawingml/2006/main">
              <a:ext uri="{FF2B5EF4-FFF2-40B4-BE49-F238E27FC236}">
                <a16:creationId xmlns:a16="http://schemas.microsoft.com/office/drawing/2014/main" id="{20F8F83E-E357-46F4-9458-D2A63531DEFB}"/>
              </a:ext>
            </a:extLst>
          </p:cNvPr>
          <p:cNvSpPr>
            <a:spLocks xmlns:a="http://schemas.openxmlformats.org/drawingml/2006/main" noGrp="1"/>
          </p:cNvSpPr>
          <p:nvPr/>
        </p:nvSpPr>
        <p:spPr>
          <a:xfrm xmlns:a="http://schemas.openxmlformats.org/drawingml/2006/main">
            <a:off x="12192000" y="674846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21" name="dp44-comparison / n206 / arrow">
            <a:extLst xmlns:a="http://schemas.openxmlformats.org/drawingml/2006/main">
              <a:ext uri="{FF2B5EF4-FFF2-40B4-BE49-F238E27FC236}">
                <a16:creationId xmlns:a16="http://schemas.microsoft.com/office/drawing/2014/main" id="{581184C5-556A-4643-AEB1-A3EFB29DFF44}"/>
              </a:ext>
            </a:extLst>
          </p:cNvPr>
          <p:cNvSpPr>
            <a:spLocks xmlns:a="http://schemas.openxmlformats.org/drawingml/2006/main" noGrp="1"/>
          </p:cNvSpPr>
          <p:nvPr/>
        </p:nvSpPr>
        <p:spPr>
          <a:xfrm xmlns:a="http://schemas.openxmlformats.org/drawingml/2006/main">
            <a:off x="12553569" y="671493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22" name="dp44-comparison / n207">
            <a:extLst xmlns:a="http://schemas.openxmlformats.org/drawingml/2006/main">
              <a:ext uri="{FF2B5EF4-FFF2-40B4-BE49-F238E27FC236}">
                <a16:creationId xmlns:a16="http://schemas.microsoft.com/office/drawing/2014/main" id="{A728C120-4C5F-44E6-AF0B-E7E2FA9215E4}"/>
              </a:ext>
            </a:extLst>
          </p:cNvPr>
          <p:cNvSpPr>
            <a:spLocks xmlns:a="http://schemas.openxmlformats.org/drawingml/2006/main" noGrp="1"/>
          </p:cNvSpPr>
          <p:nvPr/>
        </p:nvSpPr>
        <p:spPr>
          <a:xfrm xmlns:a="http://schemas.openxmlformats.org/drawingml/2006/main">
            <a:off x="15287625" y="6619875"/>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23" name="dp44-comparison / n208 / text 1">
            <a:extLst xmlns:a="http://schemas.openxmlformats.org/drawingml/2006/main">
              <a:ext uri="{FF2B5EF4-FFF2-40B4-BE49-F238E27FC236}">
                <a16:creationId xmlns:a16="http://schemas.microsoft.com/office/drawing/2014/main" id="{4639490A-69C0-4EE4-8572-CEAF7357884E}"/>
              </a:ext>
            </a:extLst>
          </p:cNvPr>
          <p:cNvSpPr>
            <a:spLocks xmlns:a="http://schemas.openxmlformats.org/drawingml/2006/main" noGrp="1"/>
          </p:cNvSpPr>
          <p:nvPr/>
        </p:nvSpPr>
        <p:spPr>
          <a:xfrm xmlns:a="http://schemas.openxmlformats.org/drawingml/2006/main">
            <a:off x="15373350" y="6655594"/>
            <a:ext cx="2019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Join: 조건 검사 후 게시</a:t>
            </a:r>
          </a:p>
        </p:txBody>
      </p:sp>
      <p:sp>
        <p:nvSpPr>
          <p:cNvPr id="224" name="dp44-comparison / n209 / path">
            <a:extLst xmlns:a="http://schemas.openxmlformats.org/drawingml/2006/main">
              <a:ext uri="{FF2B5EF4-FFF2-40B4-BE49-F238E27FC236}">
                <a16:creationId xmlns:a16="http://schemas.microsoft.com/office/drawing/2014/main" id="{4ED6DA26-523D-41B1-8847-E2CB2910618A}"/>
              </a:ext>
            </a:extLst>
          </p:cNvPr>
          <p:cNvSpPr>
            <a:spLocks xmlns:a="http://schemas.openxmlformats.org/drawingml/2006/main" noGrp="1"/>
          </p:cNvSpPr>
          <p:nvPr/>
        </p:nvSpPr>
        <p:spPr>
          <a:xfrm xmlns:a="http://schemas.openxmlformats.org/drawingml/2006/main">
            <a:off x="14859000" y="674846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25" name="dp44-comparison / n209 / arrow">
            <a:extLst xmlns:a="http://schemas.openxmlformats.org/drawingml/2006/main">
              <a:ext uri="{FF2B5EF4-FFF2-40B4-BE49-F238E27FC236}">
                <a16:creationId xmlns:a16="http://schemas.microsoft.com/office/drawing/2014/main" id="{ABF98DF5-A4FE-4A87-AEF8-02D511937857}"/>
              </a:ext>
            </a:extLst>
          </p:cNvPr>
          <p:cNvSpPr>
            <a:spLocks xmlns:a="http://schemas.openxmlformats.org/drawingml/2006/main" noGrp="1"/>
          </p:cNvSpPr>
          <p:nvPr/>
        </p:nvSpPr>
        <p:spPr>
          <a:xfrm xmlns:a="http://schemas.openxmlformats.org/drawingml/2006/main">
            <a:off x="15220569" y="671493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26" name="dp44-comparison / n214">
            <a:extLst xmlns:a="http://schemas.openxmlformats.org/drawingml/2006/main">
              <a:ext uri="{FF2B5EF4-FFF2-40B4-BE49-F238E27FC236}">
                <a16:creationId xmlns:a16="http://schemas.microsoft.com/office/drawing/2014/main" id="{DD08E3B5-C032-4F28-9102-C0576E242A03}"/>
              </a:ext>
            </a:extLst>
          </p:cNvPr>
          <p:cNvSpPr>
            <a:spLocks xmlns:a="http://schemas.openxmlformats.org/drawingml/2006/main" noGrp="1"/>
          </p:cNvSpPr>
          <p:nvPr/>
        </p:nvSpPr>
        <p:spPr>
          <a:xfrm xmlns:a="http://schemas.openxmlformats.org/drawingml/2006/main">
            <a:off x="9953625" y="7286625"/>
            <a:ext cx="2238375" cy="2476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27" name="dp44-comparison / n215 / text 1">
            <a:extLst xmlns:a="http://schemas.openxmlformats.org/drawingml/2006/main">
              <a:ext uri="{FF2B5EF4-FFF2-40B4-BE49-F238E27FC236}">
                <a16:creationId xmlns:a16="http://schemas.microsoft.com/office/drawing/2014/main" id="{15B90F8B-E3DE-4B2F-AC0B-DE585508D256}"/>
              </a:ext>
            </a:extLst>
          </p:cNvPr>
          <p:cNvSpPr>
            <a:spLocks xmlns:a="http://schemas.openxmlformats.org/drawingml/2006/main" noGrp="1"/>
          </p:cNvSpPr>
          <p:nvPr/>
        </p:nvSpPr>
        <p:spPr>
          <a:xfrm xmlns:a="http://schemas.openxmlformats.org/drawingml/2006/main">
            <a:off x="10039350" y="7317581"/>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옛 응답 준비 완료</a:t>
            </a:r>
          </a:p>
        </p:txBody>
      </p:sp>
      <p:sp>
        <p:nvSpPr>
          <p:cNvPr id="228" name="dp44-comparison / n216">
            <a:extLst xmlns:a="http://schemas.openxmlformats.org/drawingml/2006/main">
              <a:ext uri="{FF2B5EF4-FFF2-40B4-BE49-F238E27FC236}">
                <a16:creationId xmlns:a16="http://schemas.microsoft.com/office/drawing/2014/main" id="{4781A5E8-2D59-4D0B-B899-F8DB56BD6AA4}"/>
              </a:ext>
            </a:extLst>
          </p:cNvPr>
          <p:cNvSpPr>
            <a:spLocks xmlns:a="http://schemas.openxmlformats.org/drawingml/2006/main" noGrp="1"/>
          </p:cNvSpPr>
          <p:nvPr/>
        </p:nvSpPr>
        <p:spPr>
          <a:xfrm xmlns:a="http://schemas.openxmlformats.org/drawingml/2006/main">
            <a:off x="12620625" y="7286625"/>
            <a:ext cx="2238375" cy="2476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29" name="dp44-comparison / n217 / text 1">
            <a:extLst xmlns:a="http://schemas.openxmlformats.org/drawingml/2006/main">
              <a:ext uri="{FF2B5EF4-FFF2-40B4-BE49-F238E27FC236}">
                <a16:creationId xmlns:a16="http://schemas.microsoft.com/office/drawing/2014/main" id="{B1284759-8764-40E8-B65A-D14A7FB562FF}"/>
              </a:ext>
            </a:extLst>
          </p:cNvPr>
          <p:cNvSpPr>
            <a:spLocks xmlns:a="http://schemas.openxmlformats.org/drawingml/2006/main" noGrp="1"/>
          </p:cNvSpPr>
          <p:nvPr/>
        </p:nvSpPr>
        <p:spPr>
          <a:xfrm xmlns:a="http://schemas.openxmlformats.org/drawingml/2006/main">
            <a:off x="12706350" y="7317581"/>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Join: 현재 입력 조건 검사</a:t>
            </a:r>
          </a:p>
        </p:txBody>
      </p:sp>
      <p:sp>
        <p:nvSpPr>
          <p:cNvPr id="230" name="dp44-comparison / n218 / path">
            <a:extLst xmlns:a="http://schemas.openxmlformats.org/drawingml/2006/main">
              <a:ext uri="{FF2B5EF4-FFF2-40B4-BE49-F238E27FC236}">
                <a16:creationId xmlns:a16="http://schemas.microsoft.com/office/drawing/2014/main" id="{BC691165-0BB0-4B31-9821-125902DD2D1F}"/>
              </a:ext>
            </a:extLst>
          </p:cNvPr>
          <p:cNvSpPr>
            <a:spLocks xmlns:a="http://schemas.openxmlformats.org/drawingml/2006/main" noGrp="1"/>
          </p:cNvSpPr>
          <p:nvPr/>
        </p:nvSpPr>
        <p:spPr>
          <a:xfrm xmlns:a="http://schemas.openxmlformats.org/drawingml/2006/main">
            <a:off x="12192000" y="7410450"/>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31" name="dp44-comparison / n218 / arrow">
            <a:extLst xmlns:a="http://schemas.openxmlformats.org/drawingml/2006/main">
              <a:ext uri="{FF2B5EF4-FFF2-40B4-BE49-F238E27FC236}">
                <a16:creationId xmlns:a16="http://schemas.microsoft.com/office/drawing/2014/main" id="{94707A04-F833-4D5C-B18F-5D7B90068898}"/>
              </a:ext>
            </a:extLst>
          </p:cNvPr>
          <p:cNvSpPr>
            <a:spLocks xmlns:a="http://schemas.openxmlformats.org/drawingml/2006/main" noGrp="1"/>
          </p:cNvSpPr>
          <p:nvPr/>
        </p:nvSpPr>
        <p:spPr>
          <a:xfrm xmlns:a="http://schemas.openxmlformats.org/drawingml/2006/main">
            <a:off x="12553569" y="737692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32" name="dp44-comparison / n219">
            <a:extLst xmlns:a="http://schemas.openxmlformats.org/drawingml/2006/main">
              <a:ext uri="{FF2B5EF4-FFF2-40B4-BE49-F238E27FC236}">
                <a16:creationId xmlns:a16="http://schemas.microsoft.com/office/drawing/2014/main" id="{FF149AFC-4483-4170-BBE3-769598011F58}"/>
              </a:ext>
            </a:extLst>
          </p:cNvPr>
          <p:cNvSpPr>
            <a:spLocks xmlns:a="http://schemas.openxmlformats.org/drawingml/2006/main" noGrp="1"/>
          </p:cNvSpPr>
          <p:nvPr/>
        </p:nvSpPr>
        <p:spPr>
          <a:xfrm xmlns:a="http://schemas.openxmlformats.org/drawingml/2006/main">
            <a:off x="15287625" y="7286625"/>
            <a:ext cx="2190750" cy="2476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33" name="dp44-comparison / n220 / text 1">
            <a:extLst xmlns:a="http://schemas.openxmlformats.org/drawingml/2006/main">
              <a:ext uri="{FF2B5EF4-FFF2-40B4-BE49-F238E27FC236}">
                <a16:creationId xmlns:a16="http://schemas.microsoft.com/office/drawing/2014/main" id="{6C60BE3A-3F6E-45A1-BAF2-27274773E741}"/>
              </a:ext>
            </a:extLst>
          </p:cNvPr>
          <p:cNvSpPr>
            <a:spLocks xmlns:a="http://schemas.openxmlformats.org/drawingml/2006/main" noGrp="1"/>
          </p:cNvSpPr>
          <p:nvPr/>
        </p:nvSpPr>
        <p:spPr>
          <a:xfrm xmlns:a="http://schemas.openxmlformats.org/drawingml/2006/main">
            <a:off x="15373350" y="7317581"/>
            <a:ext cx="2019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Publication Window에서 폐기</a:t>
            </a:r>
          </a:p>
        </p:txBody>
      </p:sp>
      <p:sp>
        <p:nvSpPr>
          <p:cNvPr id="234" name="dp44-comparison / n221 / path">
            <a:extLst xmlns:a="http://schemas.openxmlformats.org/drawingml/2006/main">
              <a:ext uri="{FF2B5EF4-FFF2-40B4-BE49-F238E27FC236}">
                <a16:creationId xmlns:a16="http://schemas.microsoft.com/office/drawing/2014/main" id="{6DE4F2FD-B8B6-4102-8E28-9CA845C7244F}"/>
              </a:ext>
            </a:extLst>
          </p:cNvPr>
          <p:cNvSpPr>
            <a:spLocks xmlns:a="http://schemas.openxmlformats.org/drawingml/2006/main" noGrp="1"/>
          </p:cNvSpPr>
          <p:nvPr/>
        </p:nvSpPr>
        <p:spPr>
          <a:xfrm xmlns:a="http://schemas.openxmlformats.org/drawingml/2006/main">
            <a:off x="14859000" y="7410450"/>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35" name="dp44-comparison / n221 / arrow">
            <a:extLst xmlns:a="http://schemas.openxmlformats.org/drawingml/2006/main">
              <a:ext uri="{FF2B5EF4-FFF2-40B4-BE49-F238E27FC236}">
                <a16:creationId xmlns:a16="http://schemas.microsoft.com/office/drawing/2014/main" id="{D2D67F8C-C729-469C-9567-DE1B807AD253}"/>
              </a:ext>
            </a:extLst>
          </p:cNvPr>
          <p:cNvSpPr>
            <a:spLocks xmlns:a="http://schemas.openxmlformats.org/drawingml/2006/main" noGrp="1"/>
          </p:cNvSpPr>
          <p:nvPr/>
        </p:nvSpPr>
        <p:spPr>
          <a:xfrm xmlns:a="http://schemas.openxmlformats.org/drawingml/2006/main">
            <a:off x="15220569" y="737692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36" name="dp44-comparison / n145">
            <a:extLst xmlns:a="http://schemas.openxmlformats.org/drawingml/2006/main">
              <a:ext uri="{FF2B5EF4-FFF2-40B4-BE49-F238E27FC236}">
                <a16:creationId xmlns:a16="http://schemas.microsoft.com/office/drawing/2014/main" id="{012AED2C-D09F-468B-A4C0-9CE4B86B47FB}"/>
              </a:ext>
            </a:extLst>
          </p:cNvPr>
          <p:cNvSpPr>
            <a:spLocks xmlns:a="http://schemas.openxmlformats.org/drawingml/2006/main" noGrp="1"/>
          </p:cNvSpPr>
          <p:nvPr/>
        </p:nvSpPr>
        <p:spPr>
          <a:xfrm xmlns:a="http://schemas.openxmlformats.org/drawingml/2006/main">
            <a:off x="9934575" y="2771775"/>
            <a:ext cx="2439353"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37" name="dp44-comparison / n146 / text 1">
            <a:extLst xmlns:a="http://schemas.openxmlformats.org/drawingml/2006/main">
              <a:ext uri="{FF2B5EF4-FFF2-40B4-BE49-F238E27FC236}">
                <a16:creationId xmlns:a16="http://schemas.microsoft.com/office/drawing/2014/main" id="{148079F7-7843-4FD9-9ADE-119B21CAD976}"/>
              </a:ext>
            </a:extLst>
          </p:cNvPr>
          <p:cNvSpPr>
            <a:spLocks xmlns:a="http://schemas.openxmlformats.org/drawingml/2006/main" noGrp="1"/>
          </p:cNvSpPr>
          <p:nvPr/>
        </p:nvSpPr>
        <p:spPr>
          <a:xfrm xmlns:a="http://schemas.openxmlformats.org/drawingml/2006/main">
            <a:off x="9953625" y="2781300"/>
            <a:ext cx="39052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000000"/>
                </a:solidFill>
                <a:latin typeface="Apple SD Gothic Neo"/>
                <a:ea typeface="Apple SD Gothic Neo"/>
                <a:cs typeface="Apple SD Gothic Neo"/>
              </a:defRPr>
            </a:pPr>
            <a:r>
              <a:rPr sz="1125" b="0">
                <a:solidFill>
                  <a:srgbClr val="000000"/>
                </a:solidFill>
                <a:latin typeface="Apple SD Gothic Neo"/>
                <a:ea typeface="Apple SD Gothic Neo"/>
                <a:cs typeface="Apple SD Gothic Neo"/>
              </a:rPr>
              <a:t>Input1: “잠깐, 표부터 설명해줘”</a:t>
            </a:r>
          </a:p>
        </p:txBody>
      </p:sp>
      <p:sp>
        <p:nvSpPr>
          <p:cNvPr id="238" name="dp44-comparison / n147">
            <a:extLst xmlns:a="http://schemas.openxmlformats.org/drawingml/2006/main">
              <a:ext uri="{FF2B5EF4-FFF2-40B4-BE49-F238E27FC236}">
                <a16:creationId xmlns:a16="http://schemas.microsoft.com/office/drawing/2014/main" id="{2B395979-EAB9-4744-878B-2F7AAD7C2BA8}"/>
              </a:ext>
            </a:extLst>
          </p:cNvPr>
          <p:cNvSpPr>
            <a:spLocks xmlns:a="http://schemas.openxmlformats.org/drawingml/2006/main" noGrp="1"/>
          </p:cNvSpPr>
          <p:nvPr/>
        </p:nvSpPr>
        <p:spPr>
          <a:xfrm xmlns:a="http://schemas.openxmlformats.org/drawingml/2006/main">
            <a:off x="14601825" y="2771775"/>
            <a:ext cx="2556510"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39" name="dp44-comparison / n148 / text 1">
            <a:extLst xmlns:a="http://schemas.openxmlformats.org/drawingml/2006/main">
              <a:ext uri="{FF2B5EF4-FFF2-40B4-BE49-F238E27FC236}">
                <a16:creationId xmlns:a16="http://schemas.microsoft.com/office/drawing/2014/main" id="{F4B6459C-C43C-4DB5-A058-7BA13F10DFA0}"/>
              </a:ext>
            </a:extLst>
          </p:cNvPr>
          <p:cNvSpPr>
            <a:spLocks xmlns:a="http://schemas.openxmlformats.org/drawingml/2006/main" noGrp="1"/>
          </p:cNvSpPr>
          <p:nvPr/>
        </p:nvSpPr>
        <p:spPr>
          <a:xfrm xmlns:a="http://schemas.openxmlformats.org/drawingml/2006/main">
            <a:off x="14620875" y="2781300"/>
            <a:ext cx="30480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Task1 메일 / Question1 수신자 질문</a:t>
            </a:r>
          </a:p>
        </p:txBody>
      </p:sp>
      <p:sp>
        <p:nvSpPr>
          <p:cNvPr id="240" name="dp44-comparison / n163">
            <a:extLst xmlns:a="http://schemas.openxmlformats.org/drawingml/2006/main">
              <a:ext uri="{FF2B5EF4-FFF2-40B4-BE49-F238E27FC236}">
                <a16:creationId xmlns:a16="http://schemas.microsoft.com/office/drawing/2014/main" id="{D49FD6C3-6574-4A14-B13C-347B8523F838}"/>
              </a:ext>
            </a:extLst>
          </p:cNvPr>
          <p:cNvSpPr>
            <a:spLocks xmlns:a="http://schemas.openxmlformats.org/drawingml/2006/main" noGrp="1"/>
          </p:cNvSpPr>
          <p:nvPr/>
        </p:nvSpPr>
        <p:spPr>
          <a:xfrm xmlns:a="http://schemas.openxmlformats.org/drawingml/2006/main">
            <a:off x="10125075" y="3886200"/>
            <a:ext cx="1396365"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1" name="dp44-comparison / n164 / text 1">
            <a:extLst xmlns:a="http://schemas.openxmlformats.org/drawingml/2006/main">
              <a:ext uri="{FF2B5EF4-FFF2-40B4-BE49-F238E27FC236}">
                <a16:creationId xmlns:a16="http://schemas.microsoft.com/office/drawing/2014/main" id="{CEAFA764-94B2-40CC-B769-F7008FCB1B25}"/>
              </a:ext>
            </a:extLst>
          </p:cNvPr>
          <p:cNvSpPr>
            <a:spLocks xmlns:a="http://schemas.openxmlformats.org/drawingml/2006/main" noGrp="1"/>
          </p:cNvSpPr>
          <p:nvPr/>
        </p:nvSpPr>
        <p:spPr>
          <a:xfrm xmlns:a="http://schemas.openxmlformats.org/drawingml/2006/main">
            <a:off x="10144125" y="3895725"/>
            <a:ext cx="28575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Input1 / Job1 / 현재 입력</a:t>
            </a:r>
          </a:p>
        </p:txBody>
      </p:sp>
      <p:sp>
        <p:nvSpPr>
          <p:cNvPr id="242" name="dp44-comparison / n165">
            <a:extLst xmlns:a="http://schemas.openxmlformats.org/drawingml/2006/main">
              <a:ext uri="{FF2B5EF4-FFF2-40B4-BE49-F238E27FC236}">
                <a16:creationId xmlns:a16="http://schemas.microsoft.com/office/drawing/2014/main" id="{D4942946-897E-4D93-9B6D-9466942701D8}"/>
              </a:ext>
            </a:extLst>
          </p:cNvPr>
          <p:cNvSpPr>
            <a:spLocks xmlns:a="http://schemas.openxmlformats.org/drawingml/2006/main" noGrp="1"/>
          </p:cNvSpPr>
          <p:nvPr/>
        </p:nvSpPr>
        <p:spPr>
          <a:xfrm xmlns:a="http://schemas.openxmlformats.org/drawingml/2006/main">
            <a:off x="14125575" y="3886200"/>
            <a:ext cx="1863090"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3" name="dp44-comparison / n166 / text 1">
            <a:extLst xmlns:a="http://schemas.openxmlformats.org/drawingml/2006/main">
              <a:ext uri="{FF2B5EF4-FFF2-40B4-BE49-F238E27FC236}">
                <a16:creationId xmlns:a16="http://schemas.microsoft.com/office/drawing/2014/main" id="{861920FC-805A-4892-A369-D5C4AADF2317}"/>
              </a:ext>
            </a:extLst>
          </p:cNvPr>
          <p:cNvSpPr>
            <a:spLocks xmlns:a="http://schemas.openxmlformats.org/drawingml/2006/main" noGrp="1"/>
          </p:cNvSpPr>
          <p:nvPr/>
        </p:nvSpPr>
        <p:spPr>
          <a:xfrm xmlns:a="http://schemas.openxmlformats.org/drawingml/2006/main">
            <a:off x="14144625" y="3895725"/>
            <a:ext cx="30956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Task1 / Question1 / 정보 변경 확인</a:t>
            </a:r>
          </a:p>
        </p:txBody>
      </p:sp>
      <p:sp>
        <p:nvSpPr>
          <p:cNvPr id="244" name="dp44-comparison / n175">
            <a:extLst xmlns:a="http://schemas.openxmlformats.org/drawingml/2006/main">
              <a:ext uri="{FF2B5EF4-FFF2-40B4-BE49-F238E27FC236}">
                <a16:creationId xmlns:a16="http://schemas.microsoft.com/office/drawing/2014/main" id="{3512A24D-C5B2-49FF-B2BC-B62DAD352F8F}"/>
              </a:ext>
            </a:extLst>
          </p:cNvPr>
          <p:cNvSpPr>
            <a:spLocks xmlns:a="http://schemas.openxmlformats.org/drawingml/2006/main" noGrp="1"/>
          </p:cNvSpPr>
          <p:nvPr/>
        </p:nvSpPr>
        <p:spPr>
          <a:xfrm xmlns:a="http://schemas.openxmlformats.org/drawingml/2006/main">
            <a:off x="9934575" y="5133975"/>
            <a:ext cx="1505141"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5" name="dp44-comparison / n176 / text 1">
            <a:extLst xmlns:a="http://schemas.openxmlformats.org/drawingml/2006/main">
              <a:ext uri="{FF2B5EF4-FFF2-40B4-BE49-F238E27FC236}">
                <a16:creationId xmlns:a16="http://schemas.microsoft.com/office/drawing/2014/main" id="{82ED31AD-78BA-42DC-B96E-02B58175F9ED}"/>
              </a:ext>
            </a:extLst>
          </p:cNvPr>
          <p:cNvSpPr>
            <a:spLocks xmlns:a="http://schemas.openxmlformats.org/drawingml/2006/main" noGrp="1"/>
          </p:cNvSpPr>
          <p:nvPr/>
        </p:nvSpPr>
        <p:spPr>
          <a:xfrm xmlns:a="http://schemas.openxmlformats.org/drawingml/2006/main">
            <a:off x="9953625" y="5143500"/>
            <a:ext cx="2238375"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① 이해 완료: Meaning1</a:t>
            </a:r>
          </a:p>
        </p:txBody>
      </p:sp>
      <p:sp>
        <p:nvSpPr>
          <p:cNvPr id="246" name="dp44-comparison / n187">
            <a:extLst xmlns:a="http://schemas.openxmlformats.org/drawingml/2006/main">
              <a:ext uri="{FF2B5EF4-FFF2-40B4-BE49-F238E27FC236}">
                <a16:creationId xmlns:a16="http://schemas.microsoft.com/office/drawing/2014/main" id="{BEE7DB8A-9FE8-4EEC-96D2-119E9A959736}"/>
              </a:ext>
            </a:extLst>
          </p:cNvPr>
          <p:cNvSpPr>
            <a:spLocks xmlns:a="http://schemas.openxmlformats.org/drawingml/2006/main" noGrp="1"/>
          </p:cNvSpPr>
          <p:nvPr/>
        </p:nvSpPr>
        <p:spPr>
          <a:xfrm xmlns:a="http://schemas.openxmlformats.org/drawingml/2006/main">
            <a:off x="13325475" y="4381500"/>
            <a:ext cx="2886266"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7" name="dp44-comparison / n188 / text 1">
            <a:extLst xmlns:a="http://schemas.openxmlformats.org/drawingml/2006/main">
              <a:ext uri="{FF2B5EF4-FFF2-40B4-BE49-F238E27FC236}">
                <a16:creationId xmlns:a16="http://schemas.microsoft.com/office/drawing/2014/main" id="{C4EC1B60-C825-48B7-9773-2238E579ECD0}"/>
              </a:ext>
            </a:extLst>
          </p:cNvPr>
          <p:cNvSpPr>
            <a:spLocks xmlns:a="http://schemas.openxmlformats.org/drawingml/2006/main" noGrp="1"/>
          </p:cNvSpPr>
          <p:nvPr/>
        </p:nvSpPr>
        <p:spPr>
          <a:xfrm xmlns:a="http://schemas.openxmlformats.org/drawingml/2006/main">
            <a:off x="13344525" y="4391025"/>
            <a:ext cx="40862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Meaning1 / NoticeReady / 입력 해소 또는 질문 허용</a:t>
            </a:r>
          </a:p>
        </p:txBody>
      </p:sp>
      <p:sp>
        <p:nvSpPr>
          <p:cNvPr id="248" name="dp44-comparison / n191">
            <a:extLst xmlns:a="http://schemas.openxmlformats.org/drawingml/2006/main">
              <a:ext uri="{FF2B5EF4-FFF2-40B4-BE49-F238E27FC236}">
                <a16:creationId xmlns:a16="http://schemas.microsoft.com/office/drawing/2014/main" id="{394BB0E6-B7D8-4B73-B849-76001E21FD74}"/>
              </a:ext>
            </a:extLst>
          </p:cNvPr>
          <p:cNvSpPr>
            <a:spLocks xmlns:a="http://schemas.openxmlformats.org/drawingml/2006/main" noGrp="1"/>
          </p:cNvSpPr>
          <p:nvPr/>
        </p:nvSpPr>
        <p:spPr>
          <a:xfrm xmlns:a="http://schemas.openxmlformats.org/drawingml/2006/main">
            <a:off x="12934950" y="5448300"/>
            <a:ext cx="73914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9" name="dp44-comparison / n192 / text 1">
            <a:extLst xmlns:a="http://schemas.openxmlformats.org/drawingml/2006/main">
              <a:ext uri="{FF2B5EF4-FFF2-40B4-BE49-F238E27FC236}">
                <a16:creationId xmlns:a16="http://schemas.microsoft.com/office/drawing/2014/main" id="{8BE347DD-DE75-4EFC-B38F-A1D6CB598362}"/>
              </a:ext>
            </a:extLst>
          </p:cNvPr>
          <p:cNvSpPr>
            <a:spLocks xmlns:a="http://schemas.openxmlformats.org/drawingml/2006/main" noGrp="1"/>
          </p:cNvSpPr>
          <p:nvPr/>
        </p:nvSpPr>
        <p:spPr>
          <a:xfrm xmlns:a="http://schemas.openxmlformats.org/drawingml/2006/main">
            <a:off x="12954000" y="5457825"/>
            <a:ext cx="20002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Candidate1</a:t>
            </a:r>
          </a:p>
        </p:txBody>
      </p:sp>
      <p:sp>
        <p:nvSpPr>
          <p:cNvPr id="250" name="dp44-comparison / n193">
            <a:extLst xmlns:a="http://schemas.openxmlformats.org/drawingml/2006/main">
              <a:ext uri="{FF2B5EF4-FFF2-40B4-BE49-F238E27FC236}">
                <a16:creationId xmlns:a16="http://schemas.microsoft.com/office/drawing/2014/main" id="{B176834C-0970-4F45-B001-9A182FD95B92}"/>
              </a:ext>
            </a:extLst>
          </p:cNvPr>
          <p:cNvSpPr>
            <a:spLocks xmlns:a="http://schemas.openxmlformats.org/drawingml/2006/main" noGrp="1"/>
          </p:cNvSpPr>
          <p:nvPr/>
        </p:nvSpPr>
        <p:spPr>
          <a:xfrm xmlns:a="http://schemas.openxmlformats.org/drawingml/2006/main">
            <a:off x="9953625" y="5362575"/>
            <a:ext cx="2238375" cy="685800"/>
          </a:xfrm>
          <a:custGeom xmlns:a="http://schemas.openxmlformats.org/drawingml/2006/main">
            <a:pathLst>
              <a:path w="2238375" h="685800">
                <a:moveTo>
                  <a:pt x="0" y="0"/>
                </a:moveTo>
                <a:lnTo>
                  <a:pt x="2066925" y="0"/>
                </a:lnTo>
                <a:lnTo>
                  <a:pt x="2238375" y="171450"/>
                </a:lnTo>
                <a:lnTo>
                  <a:pt x="2238375" y="685800"/>
                </a:lnTo>
                <a:lnTo>
                  <a:pt x="0" y="6858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251" name="dp44-comparison / n193 / fold">
            <a:extLst xmlns:a="http://schemas.openxmlformats.org/drawingml/2006/main">
              <a:ext uri="{FF2B5EF4-FFF2-40B4-BE49-F238E27FC236}">
                <a16:creationId xmlns:a16="http://schemas.microsoft.com/office/drawing/2014/main" id="{317A893F-A524-4436-B990-28F9066032A4}"/>
              </a:ext>
            </a:extLst>
          </p:cNvPr>
          <p:cNvSpPr>
            <a:spLocks xmlns:a="http://schemas.openxmlformats.org/drawingml/2006/main" noGrp="1"/>
          </p:cNvSpPr>
          <p:nvPr/>
        </p:nvSpPr>
        <p:spPr>
          <a:xfrm xmlns:a="http://schemas.openxmlformats.org/drawingml/2006/main">
            <a:off x="12020550" y="536257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252" name="dp44-comparison / n194 / text 1">
            <a:extLst xmlns:a="http://schemas.openxmlformats.org/drawingml/2006/main">
              <a:ext uri="{FF2B5EF4-FFF2-40B4-BE49-F238E27FC236}">
                <a16:creationId xmlns:a16="http://schemas.microsoft.com/office/drawing/2014/main" id="{A3F4CA02-2EE3-4EB6-AC3B-D0D5DE3D71B6}"/>
              </a:ext>
            </a:extLst>
          </p:cNvPr>
          <p:cNvSpPr>
            <a:spLocks xmlns:a="http://schemas.openxmlformats.org/drawingml/2006/main" noGrp="1"/>
          </p:cNvSpPr>
          <p:nvPr/>
        </p:nvSpPr>
        <p:spPr>
          <a:xfrm xmlns:a="http://schemas.openxmlformats.org/drawingml/2006/main">
            <a:off x="10048875" y="5419725"/>
            <a:ext cx="1971675"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단계 출력: Candidate1</a:t>
            </a:r>
          </a:p>
        </p:txBody>
      </p:sp>
      <p:sp>
        <p:nvSpPr>
          <p:cNvPr id="253" name="dp44-comparison / n194 / text 2">
            <a:extLst xmlns:a="http://schemas.openxmlformats.org/drawingml/2006/main">
              <a:ext uri="{FF2B5EF4-FFF2-40B4-BE49-F238E27FC236}">
                <a16:creationId xmlns:a16="http://schemas.microsoft.com/office/drawing/2014/main" id="{C4F79300-AE3D-4CA3-B038-FFC6A83E3F43}"/>
              </a:ext>
            </a:extLst>
          </p:cNvPr>
          <p:cNvSpPr>
            <a:spLocks xmlns:a="http://schemas.openxmlformats.org/drawingml/2006/main" noGrp="1"/>
          </p:cNvSpPr>
          <p:nvPr/>
        </p:nvSpPr>
        <p:spPr>
          <a:xfrm xmlns:a="http://schemas.openxmlformats.org/drawingml/2006/main">
            <a:off x="10048875" y="5539740"/>
            <a:ext cx="1971675"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input_ref:Input1 / required_refs</a:t>
            </a:r>
          </a:p>
        </p:txBody>
      </p:sp>
      <p:sp>
        <p:nvSpPr>
          <p:cNvPr id="254" name="dp44-comparison / n194 / text 3">
            <a:extLst xmlns:a="http://schemas.openxmlformats.org/drawingml/2006/main">
              <a:ext uri="{FF2B5EF4-FFF2-40B4-BE49-F238E27FC236}">
                <a16:creationId xmlns:a16="http://schemas.microsoft.com/office/drawing/2014/main" id="{1265FED0-0441-418B-BB91-8E1D2AE027F4}"/>
              </a:ext>
            </a:extLst>
          </p:cNvPr>
          <p:cNvSpPr>
            <a:spLocks xmlns:a="http://schemas.openxmlformats.org/drawingml/2006/main" noGrp="1"/>
          </p:cNvSpPr>
          <p:nvPr/>
        </p:nvSpPr>
        <p:spPr>
          <a:xfrm xmlns:a="http://schemas.openxmlformats.org/drawingml/2006/main">
            <a:off x="10048875" y="5659755"/>
            <a:ext cx="1971675"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입력과 정보 조건 충족: ELIGIBLE</a:t>
            </a:r>
          </a:p>
        </p:txBody>
      </p:sp>
      <p:sp>
        <p:nvSpPr>
          <p:cNvPr id="255" name="dp44-comparison / n194 / text 4">
            <a:extLst xmlns:a="http://schemas.openxmlformats.org/drawingml/2006/main">
              <a:ext uri="{FF2B5EF4-FFF2-40B4-BE49-F238E27FC236}">
                <a16:creationId xmlns:a16="http://schemas.microsoft.com/office/drawing/2014/main" id="{34D80C48-E8F0-4A20-939E-8DF05342EEA1}"/>
              </a:ext>
            </a:extLst>
          </p:cNvPr>
          <p:cNvSpPr>
            <a:spLocks xmlns:a="http://schemas.openxmlformats.org/drawingml/2006/main" noGrp="1"/>
          </p:cNvSpPr>
          <p:nvPr/>
        </p:nvSpPr>
        <p:spPr>
          <a:xfrm xmlns:a="http://schemas.openxmlformats.org/drawingml/2006/main">
            <a:off x="10048875" y="5779770"/>
            <a:ext cx="1971675"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부족: 대기 / 옛 후보: DISCARDED</a:t>
            </a:r>
          </a:p>
        </p:txBody>
      </p:sp>
      <p:sp>
        <p:nvSpPr>
          <p:cNvPr id="256" name="dp44-comparison / n195">
            <a:extLst xmlns:a="http://schemas.openxmlformats.org/drawingml/2006/main">
              <a:ext uri="{FF2B5EF4-FFF2-40B4-BE49-F238E27FC236}">
                <a16:creationId xmlns:a16="http://schemas.microsoft.com/office/drawing/2014/main" id="{BE0F721E-237D-4C1D-B07C-EA3FB21D16D1}"/>
              </a:ext>
            </a:extLst>
          </p:cNvPr>
          <p:cNvSpPr>
            <a:spLocks xmlns:a="http://schemas.openxmlformats.org/drawingml/2006/main" noGrp="1"/>
          </p:cNvSpPr>
          <p:nvPr/>
        </p:nvSpPr>
        <p:spPr>
          <a:xfrm xmlns:a="http://schemas.openxmlformats.org/drawingml/2006/main">
            <a:off x="15268575" y="5438775"/>
            <a:ext cx="1826895"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57" name="dp44-comparison / n196 / text 1">
            <a:extLst xmlns:a="http://schemas.openxmlformats.org/drawingml/2006/main">
              <a:ext uri="{FF2B5EF4-FFF2-40B4-BE49-F238E27FC236}">
                <a16:creationId xmlns:a16="http://schemas.microsoft.com/office/drawing/2014/main" id="{17FAEDF0-9901-4925-924A-44A905F1FB57}"/>
              </a:ext>
            </a:extLst>
          </p:cNvPr>
          <p:cNvSpPr>
            <a:spLocks xmlns:a="http://schemas.openxmlformats.org/drawingml/2006/main" noGrp="1"/>
          </p:cNvSpPr>
          <p:nvPr/>
        </p:nvSpPr>
        <p:spPr>
          <a:xfrm xmlns:a="http://schemas.openxmlformats.org/drawingml/2006/main">
            <a:off x="15287625" y="5448300"/>
            <a:ext cx="20955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후보 + 해당 입력 / 정보 / 전달 상태</a:t>
            </a:r>
          </a:p>
        </p:txBody>
      </p:sp>
      <p:sp>
        <p:nvSpPr>
          <p:cNvPr id="258" name="dp44-comparison / n197">
            <a:extLst xmlns:a="http://schemas.openxmlformats.org/drawingml/2006/main">
              <a:ext uri="{FF2B5EF4-FFF2-40B4-BE49-F238E27FC236}">
                <a16:creationId xmlns:a16="http://schemas.microsoft.com/office/drawing/2014/main" id="{43D09EC8-C676-4E00-8EC3-81F64EA6140B}"/>
              </a:ext>
            </a:extLst>
          </p:cNvPr>
          <p:cNvSpPr>
            <a:spLocks xmlns:a="http://schemas.openxmlformats.org/drawingml/2006/main" noGrp="1"/>
          </p:cNvSpPr>
          <p:nvPr/>
        </p:nvSpPr>
        <p:spPr>
          <a:xfrm xmlns:a="http://schemas.openxmlformats.org/drawingml/2006/main">
            <a:off x="12934950" y="6057900"/>
            <a:ext cx="279654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59" name="dp44-comparison / n198 / text 1">
            <a:extLst xmlns:a="http://schemas.openxmlformats.org/drawingml/2006/main">
              <a:ext uri="{FF2B5EF4-FFF2-40B4-BE49-F238E27FC236}">
                <a16:creationId xmlns:a16="http://schemas.microsoft.com/office/drawing/2014/main" id="{5249CB9E-F032-4336-9A21-AA79536FB281}"/>
              </a:ext>
            </a:extLst>
          </p:cNvPr>
          <p:cNvSpPr>
            <a:spLocks xmlns:a="http://schemas.openxmlformats.org/drawingml/2006/main" noGrp="1"/>
          </p:cNvSpPr>
          <p:nvPr/>
        </p:nvSpPr>
        <p:spPr>
          <a:xfrm xmlns:a="http://schemas.openxmlformats.org/drawingml/2006/main">
            <a:off x="12954000" y="6067425"/>
            <a:ext cx="43815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조건 충족 시 게시 단계 활성화 / 중앙 회수 없음</a:t>
            </a:r>
          </a:p>
        </p:txBody>
      </p:sp>
      <p:sp>
        <p:nvSpPr>
          <p:cNvPr id="260" name="dp44-comparison / n200">
            <a:extLst xmlns:a="http://schemas.openxmlformats.org/drawingml/2006/main">
              <a:ext uri="{FF2B5EF4-FFF2-40B4-BE49-F238E27FC236}">
                <a16:creationId xmlns:a16="http://schemas.microsoft.com/office/drawing/2014/main" id="{5D00DB23-85E1-4EDC-BCA4-C02279BBE757}"/>
              </a:ext>
            </a:extLst>
          </p:cNvPr>
          <p:cNvSpPr>
            <a:spLocks xmlns:a="http://schemas.openxmlformats.org/drawingml/2006/main" noGrp="1"/>
          </p:cNvSpPr>
          <p:nvPr/>
        </p:nvSpPr>
        <p:spPr>
          <a:xfrm xmlns:a="http://schemas.openxmlformats.org/drawingml/2006/main">
            <a:off x="9934575" y="6381750"/>
            <a:ext cx="2828544"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1" name="dp44-comparison / n201 / text 1">
            <a:extLst xmlns:a="http://schemas.openxmlformats.org/drawingml/2006/main">
              <a:ext uri="{FF2B5EF4-FFF2-40B4-BE49-F238E27FC236}">
                <a16:creationId xmlns:a16="http://schemas.microsoft.com/office/drawing/2014/main" id="{3E1BE21D-61BC-4D13-B209-4679E3025013}"/>
              </a:ext>
            </a:extLst>
          </p:cNvPr>
          <p:cNvSpPr>
            <a:spLocks xmlns:a="http://schemas.openxmlformats.org/drawingml/2006/main" noGrp="1"/>
          </p:cNvSpPr>
          <p:nvPr/>
        </p:nvSpPr>
        <p:spPr>
          <a:xfrm xmlns:a="http://schemas.openxmlformats.org/drawingml/2006/main">
            <a:off x="9953625" y="6391275"/>
            <a:ext cx="75247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실행 순서도 / 같은 완료 결과의 다음 처리</a:t>
            </a:r>
          </a:p>
        </p:txBody>
      </p:sp>
      <p:sp>
        <p:nvSpPr>
          <p:cNvPr id="262" name="dp44-comparison / n210">
            <a:extLst xmlns:a="http://schemas.openxmlformats.org/drawingml/2006/main">
              <a:ext uri="{FF2B5EF4-FFF2-40B4-BE49-F238E27FC236}">
                <a16:creationId xmlns:a16="http://schemas.microsoft.com/office/drawing/2014/main" id="{0F8FB0C4-6C03-4DAF-8B0C-2358638ED991}"/>
              </a:ext>
            </a:extLst>
          </p:cNvPr>
          <p:cNvSpPr>
            <a:spLocks xmlns:a="http://schemas.openxmlformats.org/drawingml/2006/main" noGrp="1"/>
          </p:cNvSpPr>
          <p:nvPr/>
        </p:nvSpPr>
        <p:spPr>
          <a:xfrm xmlns:a="http://schemas.openxmlformats.org/drawingml/2006/main">
            <a:off x="12649200" y="6924675"/>
            <a:ext cx="2995422"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3" name="dp44-comparison / n211 / text 1">
            <a:extLst xmlns:a="http://schemas.openxmlformats.org/drawingml/2006/main">
              <a:ext uri="{FF2B5EF4-FFF2-40B4-BE49-F238E27FC236}">
                <a16:creationId xmlns:a16="http://schemas.microsoft.com/office/drawing/2014/main" id="{841673A6-CFA6-493B-A404-BEB051204918}"/>
              </a:ext>
            </a:extLst>
          </p:cNvPr>
          <p:cNvSpPr>
            <a:spLocks xmlns:a="http://schemas.openxmlformats.org/drawingml/2006/main" noGrp="1"/>
          </p:cNvSpPr>
          <p:nvPr/>
        </p:nvSpPr>
        <p:spPr>
          <a:xfrm xmlns:a="http://schemas.openxmlformats.org/drawingml/2006/main">
            <a:off x="12668250" y="6934200"/>
            <a:ext cx="47625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알림 후보도 같은 Join으로 연결 / 입력별 상태 유지</a:t>
            </a:r>
          </a:p>
        </p:txBody>
      </p:sp>
      <p:sp>
        <p:nvSpPr>
          <p:cNvPr id="264" name="dp44-comparison / n212">
            <a:extLst xmlns:a="http://schemas.openxmlformats.org/drawingml/2006/main">
              <a:ext uri="{FF2B5EF4-FFF2-40B4-BE49-F238E27FC236}">
                <a16:creationId xmlns:a16="http://schemas.microsoft.com/office/drawing/2014/main" id="{8B309A13-5447-4F81-824C-5AB915CAFFF2}"/>
              </a:ext>
            </a:extLst>
          </p:cNvPr>
          <p:cNvSpPr>
            <a:spLocks xmlns:a="http://schemas.openxmlformats.org/drawingml/2006/main" noGrp="1"/>
          </p:cNvSpPr>
          <p:nvPr/>
        </p:nvSpPr>
        <p:spPr>
          <a:xfrm xmlns:a="http://schemas.openxmlformats.org/drawingml/2006/main">
            <a:off x="9934575" y="7105650"/>
            <a:ext cx="2790444"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5" name="dp44-comparison / n213 / text 1">
            <a:extLst xmlns:a="http://schemas.openxmlformats.org/drawingml/2006/main">
              <a:ext uri="{FF2B5EF4-FFF2-40B4-BE49-F238E27FC236}">
                <a16:creationId xmlns:a16="http://schemas.microsoft.com/office/drawing/2014/main" id="{EB07B714-044F-4872-AFFD-6811839125E5}"/>
              </a:ext>
            </a:extLst>
          </p:cNvPr>
          <p:cNvSpPr>
            <a:spLocks xmlns:a="http://schemas.openxmlformats.org/drawingml/2006/main" noGrp="1"/>
          </p:cNvSpPr>
          <p:nvPr/>
        </p:nvSpPr>
        <p:spPr>
          <a:xfrm xmlns:a="http://schemas.openxmlformats.org/drawingml/2006/main">
            <a:off x="9953625" y="7115175"/>
            <a:ext cx="75247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늦은 Candidate0 / 이미 새 Input1 처리 중</a:t>
            </a:r>
          </a:p>
        </p:txBody>
      </p:sp>
    </p:spTree>
    <p:extLst>
      <p:ext uri="{BB962C8B-B14F-4D97-AF65-F5344CB8AC3E}">
        <p14:creationId xmlns:p14="http://schemas.microsoft.com/office/powerpoint/2010/main" val="663736752"/>
      </p:ext>
    </p:extLst>
  </p:cSld>
</p:sld>
</file>

<file path=ppt/slides/slide9.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p:grpSpPr>
      <p:sp>
        <p:nvSpPr>
          <p:cNvPr id="27" name="dp45-background / title / 1">
            <a:extLst>
              <a:ext uri="{FF2B5EF4-FFF2-40B4-BE49-F238E27FC236}">
                <ns2:creationId id="{2BC78B4B-6818-406C-B813-2C328D735E49}"/>
              </a:ext>
            </a:extLst>
          </p:cNvPr>
          <p:cNvSpPr>
            <a:spLocks noGrp="1"/>
          </p:cNvSpPr>
          <p:nvPr/>
        </p:nvSpPr>
        <p:spPr>
          <a:xfrm>
            <a:off x="666750" y="495300"/>
            <a:ext cx="16954500" cy="642938"/>
          </a:xfrm>
          <a:prstGeom prst="rect">
            <a:avLst/>
          </a:prstGeom>
          <a:noFill/>
          <a:ln w="0">
            <a:noFill/>
          </a:ln>
        </p:spPr>
        <p:txBody>
          <a:bodyPr wrap="none" lIns="0" tIns="0" rIns="0" bIns="0" anchor="t">
            <a:noAutofit/>
          </a:bodyPr>
          <a:lstStyle/>
          <a:p>
            <a:pPr algn="l">
              <a:defRPr sz="3750" b="1">
                <a:solidFill>
                  <a:srgbClr val="202B30"/>
                </a:solidFill>
                <a:latin typeface="Apple SD Gothic Neo"/>
                <a:ea typeface="Apple SD Gothic Neo"/>
                <a:cs typeface="Apple SD Gothic Neo"/>
              </a:defRPr>
            </a:pPr>
            <a:r>
              <a:rPr sz="3750" b="1">
                <a:solidFill>
                  <a:srgbClr val="202B30"/>
                </a:solidFill>
                <a:latin typeface="Apple SD Gothic Neo"/>
                <a:ea typeface="Apple SD Gothic Neo"/>
                <a:cs typeface="Apple SD Gothic Neo"/>
              </a:rPr>
              <a:t>이전 설명과 여러 Agent의 결과를,</a:t>
            </a:r>
          </a:p>
        </p:txBody>
      </p:sp>
      <p:sp>
        <p:nvSpPr>
          <p:cNvPr id="2" name="dp45-background / title / 2">
            <a:extLst>
              <a:ext uri="{FF2B5EF4-FFF2-40B4-BE49-F238E27FC236}">
                <ns2:creationId id="{608853CF-1913-449E-91EF-126B496AD672}"/>
              </a:ext>
            </a:extLst>
          </p:cNvPr>
          <p:cNvSpPr>
            <a:spLocks noGrp="1"/>
          </p:cNvSpPr>
          <p:nvPr/>
        </p:nvSpPr>
        <p:spPr>
          <a:xfrm>
            <a:off x="666750" y="1090613"/>
            <a:ext cx="16954500" cy="642938"/>
          </a:xfrm>
          <a:prstGeom prst="rect">
            <a:avLst/>
          </a:prstGeom>
          <a:noFill/>
          <a:ln w="0">
            <a:noFill/>
          </a:ln>
        </p:spPr>
        <p:txBody>
          <a:bodyPr wrap="none" lIns="0" tIns="0" rIns="0" bIns="0" anchor="t">
            <a:noAutofit/>
          </a:bodyPr>
          <a:lstStyle/>
          <a:p>
            <a:pPr algn="l">
              <a:defRPr sz="3750" b="1">
                <a:solidFill>
                  <a:srgbClr val="202B30"/>
                </a:solidFill>
                <a:latin typeface="Apple SD Gothic Neo"/>
                <a:ea typeface="Apple SD Gothic Neo"/>
                <a:cs typeface="Apple SD Gothic Neo"/>
              </a:defRPr>
            </a:pPr>
            <a:r>
              <a:rPr sz="3750" b="1">
                <a:solidFill>
                  <a:srgbClr val="202B30"/>
                </a:solidFill>
                <a:latin typeface="Apple SD Gothic Neo"/>
                <a:ea typeface="Apple SD Gothic Neo"/>
                <a:cs typeface="Apple SD Gothic Neo"/>
              </a:rPr>
              <a:t>새 Request에 함께 활용하는 VIA</a:t>
            </a:r>
          </a:p>
        </p:txBody>
      </p:sp>
      <p:sp>
        <p:nvSpPr>
          <p:cNvPr id="3" name="dp45-background / request / 1">
            <a:extLst>
              <a:ext uri="{FF2B5EF4-FFF2-40B4-BE49-F238E27FC236}">
                <ns2:creationId id="{A5CF8480-6DE0-4E72-ADF2-DA3DFCD75FFF}"/>
              </a:ext>
            </a:extLst>
          </p:cNvPr>
          <p:cNvSpPr>
            <a:spLocks noGrp="1"/>
          </p:cNvSpPr>
          <p:nvPr/>
        </p:nvSpPr>
        <p:spPr>
          <a:xfrm>
            <a:off x="904875" y="1962150"/>
            <a:ext cx="16573500" cy="450056"/>
          </a:xfrm>
          <a:prstGeom prst="rect">
            <a:avLst/>
          </a:prstGeom>
          <a:noFill/>
          <a:ln w="0">
            <a:noFill/>
          </a:ln>
        </p:spPr>
        <p:txBody>
          <a:bodyPr wrap="none" lIns="0" tIns="0" rIns="0" bIns="0" anchor="t">
            <a:noAutofit/>
          </a:bodyPr>
          <a:lstStyle/>
          <a:p>
            <a:pPr algn="l">
              <a:defRPr sz="2625" b="1">
                <a:solidFill>
                  <a:srgbClr val="397C80"/>
                </a:solidFill>
                <a:latin typeface="Apple SD Gothic Neo"/>
                <a:ea typeface="Apple SD Gothic Neo"/>
                <a:cs typeface="Apple SD Gothic Neo"/>
              </a:defRPr>
            </a:pPr>
            <a:r>
              <a:rPr sz="2625" b="1">
                <a:solidFill>
                  <a:srgbClr val="397C80"/>
                </a:solidFill>
                <a:latin typeface="Apple SD Gothic Neo"/>
                <a:ea typeface="Apple SD Gothic Neo"/>
                <a:cs typeface="Apple SD Gothic Neo"/>
              </a:rPr>
              <a:t>“지난번 네가 설명한 평가 기준으로,</a:t>
            </a:r>
          </a:p>
        </p:txBody>
      </p:sp>
      <p:sp>
        <p:nvSpPr>
          <p:cNvPr id="4" name="dp45-background / request / 2">
            <a:extLst>
              <a:ext uri="{FF2B5EF4-FFF2-40B4-BE49-F238E27FC236}">
                <ns2:creationId id="{E8E5101F-F87B-401C-A461-33BDDCD5CDB2}"/>
              </a:ext>
            </a:extLst>
          </p:cNvPr>
          <p:cNvSpPr>
            <a:spLocks noGrp="1"/>
          </p:cNvSpPr>
          <p:nvPr/>
        </p:nvSpPr>
        <p:spPr>
          <a:xfrm>
            <a:off x="904875" y="2378869"/>
            <a:ext cx="16573500" cy="450056"/>
          </a:xfrm>
          <a:prstGeom prst="rect">
            <a:avLst/>
          </a:prstGeom>
          <a:noFill/>
          <a:ln w="0">
            <a:noFill/>
          </a:ln>
        </p:spPr>
        <p:txBody>
          <a:bodyPr wrap="none" lIns="0" tIns="0" rIns="0" bIns="0" anchor="t">
            <a:noAutofit/>
          </a:bodyPr>
          <a:lstStyle/>
          <a:p>
            <a:pPr algn="l">
              <a:defRPr sz="2625" b="1">
                <a:solidFill>
                  <a:srgbClr val="397C80"/>
                </a:solidFill>
                <a:latin typeface="Apple SD Gothic Neo"/>
                <a:ea typeface="Apple SD Gothic Neo"/>
                <a:cs typeface="Apple SD Gothic Neo"/>
              </a:defRPr>
            </a:pPr>
            <a:r>
              <a:rPr sz="2625" b="1">
                <a:solidFill>
                  <a:srgbClr val="397C80"/>
                </a:solidFill>
                <a:latin typeface="Apple SD Gothic Neo"/>
                <a:ea typeface="Apple SD Gothic Neo"/>
                <a:cs typeface="Apple SD Gothic Neo"/>
              </a:rPr>
              <a:t>제품 비교와 견적 결과를 함께 써서 제안서를 만들어줘.”</a:t>
            </a:r>
          </a:p>
        </p:txBody>
      </p:sp>
      <p:pic>
        <p:nvPicPr>
          <p:cNvPr id="31" name=""/>
          <p:cNvPicPr>
            <a:picLocks noChangeAspect="1"/>
          </p:cNvPicPr>
          <p:nvPr/>
        </p:nvPicPr>
        <p:blipFill>
          <a:blip r:embed="RviaBackgroundImage1"/>
          <a:srcRect l="0" t="11000" r="66000" b="13000"/>
          <a:stretch>
            <a:fillRect l="0" t="0" r="0" b="0"/>
          </a:stretch>
        </p:blipFill>
        <p:spPr>
          <a:xfrm>
            <a:off x="1428750" y="2971800"/>
            <a:ext cx="3429000" cy="2590800"/>
          </a:xfrm>
          <a:prstGeom prst="rect">
            <a:avLst/>
          </a:prstGeom>
        </p:spPr>
      </p:pic>
      <p:pic>
        <p:nvPicPr>
          <p:cNvPr id="32" name=""/>
          <p:cNvPicPr>
            <a:picLocks noChangeAspect="1"/>
          </p:cNvPicPr>
          <p:nvPr/>
        </p:nvPicPr>
        <p:blipFill>
          <a:blip r:embed="RviaBackgroundImage2"/>
          <a:srcRect l="37000" t="11000" r="35000" b="13000"/>
          <a:stretch>
            <a:fillRect l="0" t="0" r="0" b="0"/>
          </a:stretch>
        </p:blipFill>
        <p:spPr>
          <a:xfrm>
            <a:off x="7715250" y="2971800"/>
            <a:ext cx="2952750" cy="2590800"/>
          </a:xfrm>
          <a:prstGeom prst="rect">
            <a:avLst/>
          </a:prstGeom>
        </p:spPr>
      </p:pic>
      <p:pic>
        <p:nvPicPr>
          <p:cNvPr id="33" name=""/>
          <p:cNvPicPr>
            <a:picLocks noChangeAspect="1"/>
          </p:cNvPicPr>
          <p:nvPr/>
        </p:nvPicPr>
        <p:blipFill>
          <a:blip r:embed="RviaBackgroundImage3"/>
          <a:srcRect l="65500" t="10000" r="0" b="12000"/>
          <a:stretch>
            <a:fillRect l="0" t="0" r="0" b="0"/>
          </a:stretch>
        </p:blipFill>
        <p:spPr>
          <a:xfrm>
            <a:off x="13454063" y="2971800"/>
            <a:ext cx="3381375" cy="2590800"/>
          </a:xfrm>
          <a:prstGeom prst="rect">
            <a:avLst/>
          </a:prstGeom>
        </p:spPr>
      </p:pic>
      <p:sp>
        <p:nvSpPr>
          <p:cNvPr id="8" name="dp45-background / participant 0 / 1">
            <a:extLst>
              <a:ext uri="{FF2B5EF4-FFF2-40B4-BE49-F238E27FC236}">
                <ns2:creationId id="{9D45AFCE-0880-4198-A1DA-5D156DBDF7E1}"/>
              </a:ext>
            </a:extLst>
          </p:cNvPr>
          <p:cNvSpPr>
            <a:spLocks noGrp="1"/>
          </p:cNvSpPr>
          <p:nvPr/>
        </p:nvSpPr>
        <p:spPr>
          <a:xfrm>
            <a:off x="523875" y="5734050"/>
            <a:ext cx="5238750" cy="437198"/>
          </a:xfrm>
          <a:prstGeom prst="rect">
            <a:avLst/>
          </a:prstGeom>
          <a:noFill/>
          <a:ln w="0">
            <a:noFill/>
          </a:ln>
        </p:spPr>
        <p:txBody>
          <a:bodyPr wrap="none" lIns="0" tIns="0" rIns="0" bIns="0" anchor="t">
            <a:noAutofit/>
          </a:bodyPr>
          <a:lstStyle/>
          <a:p>
            <a:pPr algn="ctr">
              <a:defRPr sz="2550" b="1">
                <a:solidFill>
                  <a:srgbClr val="202B30"/>
                </a:solidFill>
                <a:latin typeface="Apple SD Gothic Neo"/>
                <a:ea typeface="Apple SD Gothic Neo"/>
                <a:cs typeface="Apple SD Gothic Neo"/>
              </a:defRPr>
            </a:pPr>
            <a:r>
              <a:rPr sz="2550" b="1">
                <a:solidFill>
                  <a:srgbClr val="202B30"/>
                </a:solidFill>
                <a:latin typeface="Apple SD Gothic Neo"/>
                <a:ea typeface="Apple SD Gothic Neo"/>
                <a:cs typeface="Apple SD Gothic Neo"/>
              </a:rPr>
              <a:t>서로 다른 과거 기록</a:t>
            </a:r>
          </a:p>
        </p:txBody>
      </p:sp>
      <p:sp>
        <p:nvSpPr>
          <p:cNvPr id="9" name="dp45-background / participant 1 / 1">
            <a:extLst>
              <a:ext uri="{FF2B5EF4-FFF2-40B4-BE49-F238E27FC236}">
                <ns2:creationId id="{A9CD5550-417B-46E8-B6FA-BA359127B2DA}"/>
              </a:ext>
            </a:extLst>
          </p:cNvPr>
          <p:cNvSpPr>
            <a:spLocks noGrp="1"/>
          </p:cNvSpPr>
          <p:nvPr/>
        </p:nvSpPr>
        <p:spPr>
          <a:xfrm>
            <a:off x="6572250" y="5734050"/>
            <a:ext cx="5238750" cy="437198"/>
          </a:xfrm>
          <a:prstGeom prst="rect">
            <a:avLst/>
          </a:prstGeom>
          <a:noFill/>
          <a:ln w="0">
            <a:noFill/>
          </a:ln>
        </p:spPr>
        <p:txBody>
          <a:bodyPr wrap="none" lIns="0" tIns="0" rIns="0" bIns="0" anchor="t">
            <a:noAutofit/>
          </a:bodyPr>
          <a:lstStyle/>
          <a:p>
            <a:pPr algn="ctr">
              <a:defRPr sz="2550" b="1">
                <a:solidFill>
                  <a:srgbClr val="397C80"/>
                </a:solidFill>
                <a:latin typeface="Apple SD Gothic Neo"/>
                <a:ea typeface="Apple SD Gothic Neo"/>
                <a:cs typeface="Apple SD Gothic Neo"/>
              </a:defRPr>
            </a:pPr>
            <a:r>
              <a:rPr sz="2550" b="1">
                <a:solidFill>
                  <a:srgbClr val="397C80"/>
                </a:solidFill>
                <a:latin typeface="Apple SD Gothic Neo"/>
                <a:ea typeface="Apple SD Gothic Neo"/>
                <a:cs typeface="Apple SD Gothic Neo"/>
              </a:rPr>
              <a:t>VIA의 맥락 연결</a:t>
            </a:r>
          </a:p>
        </p:txBody>
      </p:sp>
      <p:sp>
        <p:nvSpPr>
          <p:cNvPr id="10" name="dp45-background / participant 2 / 1">
            <a:extLst>
              <a:ext uri="{FF2B5EF4-FFF2-40B4-BE49-F238E27FC236}">
                <ns2:creationId id="{E745BF85-A65E-40A7-8F04-722C61B37F50}"/>
              </a:ext>
            </a:extLst>
          </p:cNvPr>
          <p:cNvSpPr>
            <a:spLocks noGrp="1"/>
          </p:cNvSpPr>
          <p:nvPr/>
        </p:nvSpPr>
        <p:spPr>
          <a:xfrm>
            <a:off x="12525375" y="5734050"/>
            <a:ext cx="5238750" cy="437198"/>
          </a:xfrm>
          <a:prstGeom prst="rect">
            <a:avLst/>
          </a:prstGeom>
          <a:noFill/>
          <a:ln w="0">
            <a:noFill/>
          </a:ln>
        </p:spPr>
        <p:txBody>
          <a:bodyPr wrap="none" lIns="0" tIns="0" rIns="0" bIns="0" anchor="t">
            <a:noAutofit/>
          </a:bodyPr>
          <a:lstStyle/>
          <a:p>
            <a:pPr algn="ctr">
              <a:defRPr sz="2550" b="1">
                <a:solidFill>
                  <a:srgbClr val="202B30"/>
                </a:solidFill>
                <a:latin typeface="Apple SD Gothic Neo"/>
                <a:ea typeface="Apple SD Gothic Neo"/>
                <a:cs typeface="Apple SD Gothic Neo"/>
              </a:defRPr>
            </a:pPr>
            <a:r>
              <a:rPr sz="2550" b="1">
                <a:solidFill>
                  <a:srgbClr val="202B30"/>
                </a:solidFill>
                <a:latin typeface="Apple SD Gothic Neo"/>
                <a:ea typeface="Apple SD Gothic Neo"/>
                <a:cs typeface="Apple SD Gothic Neo"/>
              </a:rPr>
              <a:t>새 Task를 수행하는 Agent</a:t>
            </a:r>
          </a:p>
        </p:txBody>
      </p:sp>
      <p:sp>
        <p:nvSpPr>
          <p:cNvPr id="11" name="dp45-background / evidence-to-via">
            <a:extLst>
              <a:ext uri="{FF2B5EF4-FFF2-40B4-BE49-F238E27FC236}">
                <ns2:creationId id="{8CC2C518-0338-4D2F-95A9-EFB8B92058C2}"/>
              </a:ext>
            </a:extLst>
          </p:cNvPr>
          <p:cNvSpPr>
            <a:spLocks noGrp="1"/>
          </p:cNvSpPr>
          <p:nvPr/>
        </p:nvSpPr>
        <p:spPr>
          <a:xfrm>
            <a:off x="5619750" y="6334125"/>
            <a:ext cx="1095375" cy="953"/>
          </a:xfrm>
          <a:custGeom>
            <a:pathLst>
              <a:path w="1095375" h="953">
                <a:moveTo>
                  <a:pt x="0" y="0"/>
                </a:moveTo>
                <a:lnTo>
                  <a:pt x="1095375" y="0"/>
                </a:lnTo>
              </a:path>
            </a:pathLst>
          </a:custGeom>
          <a:noFill/>
          <a:ln w="19050">
            <a:solidFill>
              <a:srgbClr val="397C80"/>
            </a:solidFill>
            <a:prstDash val="solid"/>
          </a:ln>
        </p:spPr>
      </p:sp>
      <p:sp>
        <p:nvSpPr>
          <p:cNvPr id="12" name="dp45-background / evidence-to-via / arrow">
            <a:extLst>
              <a:ext uri="{FF2B5EF4-FFF2-40B4-BE49-F238E27FC236}">
                <ns2:creationId id="{3D046910-4FC4-437B-A3EF-AD8F9A090EBD}"/>
              </a:ext>
            </a:extLst>
          </p:cNvPr>
          <p:cNvSpPr>
            <a:spLocks noGrp="1"/>
          </p:cNvSpPr>
          <p:nvPr/>
        </p:nvSpPr>
        <p:spPr>
          <a:xfrm>
            <a:off x="6581775" y="6267450"/>
            <a:ext cx="133350" cy="133350"/>
          </a:xfrm>
          <a:custGeom>
            <a:pathLst>
              <a:path w="133350" h="133350">
                <a:moveTo>
                  <a:pt x="0" y="133350"/>
                </a:moveTo>
                <a:lnTo>
                  <a:pt x="133350" y="66675"/>
                </a:lnTo>
                <a:lnTo>
                  <a:pt x="0" y="0"/>
                </a:lnTo>
              </a:path>
            </a:pathLst>
          </a:custGeom>
          <a:noFill/>
          <a:ln w="19050">
            <a:solidFill>
              <a:srgbClr val="397C80"/>
            </a:solidFill>
            <a:prstDash val="solid"/>
          </a:ln>
        </p:spPr>
      </p:sp>
      <p:sp>
        <p:nvSpPr>
          <p:cNvPr id="13" name="dp45-background / via-to-agent">
            <a:extLst>
              <a:ext uri="{FF2B5EF4-FFF2-40B4-BE49-F238E27FC236}">
                <ns2:creationId id="{BA721D73-F2F8-42F1-B700-3EE1C0784CE0}"/>
              </a:ext>
            </a:extLst>
          </p:cNvPr>
          <p:cNvSpPr>
            <a:spLocks noGrp="1"/>
          </p:cNvSpPr>
          <p:nvPr/>
        </p:nvSpPr>
        <p:spPr>
          <a:xfrm>
            <a:off x="11668125" y="6334125"/>
            <a:ext cx="1095375" cy="953"/>
          </a:xfrm>
          <a:custGeom>
            <a:pathLst>
              <a:path w="1095375" h="953">
                <a:moveTo>
                  <a:pt x="0" y="0"/>
                </a:moveTo>
                <a:lnTo>
                  <a:pt x="1095375" y="0"/>
                </a:lnTo>
              </a:path>
            </a:pathLst>
          </a:custGeom>
          <a:noFill/>
          <a:ln w="19050">
            <a:solidFill>
              <a:srgbClr val="397C80"/>
            </a:solidFill>
            <a:prstDash val="solid"/>
          </a:ln>
        </p:spPr>
      </p:sp>
      <p:sp>
        <p:nvSpPr>
          <p:cNvPr id="14" name="dp45-background / via-to-agent / arrow">
            <a:extLst>
              <a:ext uri="{FF2B5EF4-FFF2-40B4-BE49-F238E27FC236}">
                <ns2:creationId id="{28E3ABD6-6998-45F8-BF00-81BA209D9C32}"/>
              </a:ext>
            </a:extLst>
          </p:cNvPr>
          <p:cNvSpPr>
            <a:spLocks noGrp="1"/>
          </p:cNvSpPr>
          <p:nvPr/>
        </p:nvSpPr>
        <p:spPr>
          <a:xfrm>
            <a:off x="12630150" y="6267450"/>
            <a:ext cx="133350" cy="133350"/>
          </a:xfrm>
          <a:custGeom>
            <a:pathLst>
              <a:path w="133350" h="133350">
                <a:moveTo>
                  <a:pt x="0" y="133350"/>
                </a:moveTo>
                <a:lnTo>
                  <a:pt x="133350" y="66675"/>
                </a:lnTo>
                <a:lnTo>
                  <a:pt x="0" y="0"/>
                </a:lnTo>
              </a:path>
            </a:pathLst>
          </a:custGeom>
          <a:noFill/>
          <a:ln w="19050">
            <a:solidFill>
              <a:srgbClr val="397C80"/>
            </a:solidFill>
            <a:prstDash val="solid"/>
          </a:ln>
        </p:spPr>
      </p:sp>
      <p:sp>
        <p:nvSpPr>
          <p:cNvPr id="15" name="dp45-background / past-records / 1">
            <a:extLst>
              <a:ext uri="{FF2B5EF4-FFF2-40B4-BE49-F238E27FC236}">
                <ns2:creationId id="{CD3BE1AC-3EEC-4F0C-B767-F971440DA4AF}"/>
              </a:ext>
            </a:extLst>
          </p:cNvPr>
          <p:cNvSpPr>
            <a:spLocks noGrp="1"/>
          </p:cNvSpPr>
          <p:nvPr/>
        </p:nvSpPr>
        <p:spPr>
          <a:xfrm>
            <a:off x="523875" y="6591300"/>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VIA가 설명한 평가 기준</a:t>
            </a:r>
          </a:p>
        </p:txBody>
      </p:sp>
      <p:sp>
        <p:nvSpPr>
          <p:cNvPr id="16" name="dp45-background / past-records / 2">
            <a:extLst>
              <a:ext uri="{FF2B5EF4-FFF2-40B4-BE49-F238E27FC236}">
                <ns2:creationId id="{9F30F7CB-82C1-4593-81C5-2A8B7ACADDF9}"/>
              </a:ext>
            </a:extLst>
          </p:cNvPr>
          <p:cNvSpPr>
            <a:spLocks noGrp="1"/>
          </p:cNvSpPr>
          <p:nvPr/>
        </p:nvSpPr>
        <p:spPr>
          <a:xfrm>
            <a:off x="523875" y="6936581"/>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제품 조사 Agent의 비교 결과</a:t>
            </a:r>
          </a:p>
        </p:txBody>
      </p:sp>
      <p:sp>
        <p:nvSpPr>
          <p:cNvPr id="17" name="dp45-background / past-records / 3">
            <a:extLst>
              <a:ext uri="{FF2B5EF4-FFF2-40B4-BE49-F238E27FC236}">
                <ns2:creationId id="{51DA65E0-C635-402B-8747-93E7C18E7E8A}"/>
              </a:ext>
            </a:extLst>
          </p:cNvPr>
          <p:cNvSpPr>
            <a:spLocks noGrp="1"/>
          </p:cNvSpPr>
          <p:nvPr/>
        </p:nvSpPr>
        <p:spPr>
          <a:xfrm>
            <a:off x="523875" y="7281863"/>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견적 Agent의 견적 결과</a:t>
            </a:r>
          </a:p>
        </p:txBody>
      </p:sp>
      <p:sp>
        <p:nvSpPr>
          <p:cNvPr id="18" name="dp45-background / context / 1">
            <a:extLst>
              <a:ext uri="{FF2B5EF4-FFF2-40B4-BE49-F238E27FC236}">
                <ns2:creationId id="{67E12E21-89B3-4C22-B73D-99AFAAB913C9}"/>
              </a:ext>
            </a:extLst>
          </p:cNvPr>
          <p:cNvSpPr>
            <a:spLocks noGrp="1"/>
          </p:cNvSpPr>
          <p:nvPr/>
        </p:nvSpPr>
        <p:spPr>
          <a:xfrm>
            <a:off x="6572250" y="6591300"/>
            <a:ext cx="5238750" cy="347186"/>
          </a:xfrm>
          <a:prstGeom prst="rect">
            <a:avLst/>
          </a:prstGeom>
          <a:noFill/>
          <a:ln w="0">
            <a:noFill/>
          </a:ln>
        </p:spPr>
        <p:txBody>
          <a:bodyPr wrap="none" lIns="0" tIns="0" rIns="0" bIns="0" anchor="t">
            <a:noAutofit/>
          </a:bodyPr>
          <a:lstStyle/>
          <a:p>
            <a:pPr algn="ctr">
              <a:defRPr sz="2025" b="0">
                <a:solidFill>
                  <a:srgbClr val="202B30"/>
                </a:solidFill>
                <a:latin typeface="Apple SD Gothic Neo"/>
                <a:ea typeface="Apple SD Gothic Neo"/>
                <a:cs typeface="Apple SD Gothic Neo"/>
              </a:defRPr>
            </a:pPr>
            <a:r>
              <a:rPr sz="2025" b="0">
                <a:solidFill>
                  <a:srgbClr val="202B30"/>
                </a:solidFill>
                <a:latin typeface="Apple SD Gothic Neo"/>
                <a:ea typeface="Apple SD Gothic Neo"/>
                <a:cs typeface="Apple SD Gothic Neo"/>
              </a:rPr>
              <a:t>관련 기록, 실제 전달 범위 확인</a:t>
            </a:r>
          </a:p>
        </p:txBody>
      </p:sp>
      <p:sp>
        <p:nvSpPr>
          <p:cNvPr id="19" name="dp45-background / context / 2">
            <a:extLst>
              <a:ext uri="{FF2B5EF4-FFF2-40B4-BE49-F238E27FC236}">
                <ns2:creationId id="{7E757AC0-E8D0-4B7B-AC53-8D9FA7C60634}"/>
              </a:ext>
            </a:extLst>
          </p:cNvPr>
          <p:cNvSpPr>
            <a:spLocks noGrp="1"/>
          </p:cNvSpPr>
          <p:nvPr/>
        </p:nvSpPr>
        <p:spPr>
          <a:xfrm>
            <a:off x="6572250" y="6912769"/>
            <a:ext cx="5238750" cy="347186"/>
          </a:xfrm>
          <a:prstGeom prst="rect">
            <a:avLst/>
          </a:prstGeom>
          <a:noFill/>
          <a:ln w="0">
            <a:noFill/>
          </a:ln>
        </p:spPr>
        <p:txBody>
          <a:bodyPr wrap="none" lIns="0" tIns="0" rIns="0" bIns="0" anchor="t">
            <a:noAutofit/>
          </a:bodyPr>
          <a:lstStyle/>
          <a:p>
            <a:pPr algn="ctr">
              <a:defRPr sz="2025" b="0">
                <a:solidFill>
                  <a:srgbClr val="202B30"/>
                </a:solidFill>
                <a:latin typeface="Apple SD Gothic Neo"/>
                <a:ea typeface="Apple SD Gothic Neo"/>
                <a:cs typeface="Apple SD Gothic Neo"/>
              </a:defRPr>
            </a:pPr>
            <a:r>
              <a:rPr sz="2025" b="0">
                <a:solidFill>
                  <a:srgbClr val="202B30"/>
                </a:solidFill>
                <a:latin typeface="Apple SD Gothic Neo"/>
                <a:ea typeface="Apple SD Gothic Neo"/>
                <a:cs typeface="Apple SD Gothic Neo"/>
              </a:rPr>
              <a:t>필요한 발췌, 결과 참조 연결</a:t>
            </a:r>
          </a:p>
        </p:txBody>
      </p:sp>
      <p:sp>
        <p:nvSpPr>
          <p:cNvPr id="20" name="dp45-background / context / 3">
            <a:extLst>
              <a:ext uri="{FF2B5EF4-FFF2-40B4-BE49-F238E27FC236}">
                <ns2:creationId id="{289FE650-E1A9-4904-A46F-88FF60EE11C1}"/>
              </a:ext>
            </a:extLst>
          </p:cNvPr>
          <p:cNvSpPr>
            <a:spLocks noGrp="1"/>
          </p:cNvSpPr>
          <p:nvPr/>
        </p:nvSpPr>
        <p:spPr>
          <a:xfrm>
            <a:off x="6572250" y="7234238"/>
            <a:ext cx="5238750" cy="347186"/>
          </a:xfrm>
          <a:prstGeom prst="rect">
            <a:avLst/>
          </a:prstGeom>
          <a:noFill/>
          <a:ln w="0">
            <a:noFill/>
          </a:ln>
        </p:spPr>
        <p:txBody>
          <a:bodyPr wrap="none" lIns="0" tIns="0" rIns="0" bIns="0" anchor="t">
            <a:noAutofit/>
          </a:bodyPr>
          <a:lstStyle/>
          <a:p>
            <a:pPr algn="ctr">
              <a:defRPr sz="2025" b="0">
                <a:solidFill>
                  <a:srgbClr val="202B30"/>
                </a:solidFill>
                <a:latin typeface="Apple SD Gothic Neo"/>
                <a:ea typeface="Apple SD Gothic Neo"/>
                <a:cs typeface="Apple SD Gothic Neo"/>
              </a:defRPr>
            </a:pPr>
            <a:r>
              <a:rPr sz="2025" b="0">
                <a:solidFill>
                  <a:srgbClr val="202B30"/>
                </a:solidFill>
                <a:latin typeface="Apple SD Gothic Neo"/>
                <a:ea typeface="Apple SD Gothic Neo"/>
                <a:cs typeface="Apple SD Gothic Neo"/>
              </a:rPr>
              <a:t>이번 Request에 필요한 맥락 제공</a:t>
            </a:r>
          </a:p>
        </p:txBody>
      </p:sp>
      <p:sp>
        <p:nvSpPr>
          <p:cNvPr id="21" name="dp45-background / domain-work / 1">
            <a:extLst>
              <a:ext uri="{FF2B5EF4-FFF2-40B4-BE49-F238E27FC236}">
                <ns2:creationId id="{3ECE4081-3A17-40EF-A93F-793374F0C1D0}"/>
              </a:ext>
            </a:extLst>
          </p:cNvPr>
          <p:cNvSpPr>
            <a:spLocks noGrp="1"/>
          </p:cNvSpPr>
          <p:nvPr/>
        </p:nvSpPr>
        <p:spPr>
          <a:xfrm>
            <a:off x="12525375" y="6591300"/>
            <a:ext cx="5238750" cy="360045"/>
          </a:xfrm>
          <a:prstGeom prst="rect">
            <a:avLst/>
          </a:prstGeom>
          <a:noFill/>
          <a:ln w="0">
            <a:noFill/>
          </a:ln>
        </p:spPr>
        <p:txBody>
          <a:bodyPr wrap="none" lIns="0" tIns="0" rIns="0" bIns="0" anchor="t">
            <a:noAutofit/>
          </a:bodyPr>
          <a:lstStyle/>
          <a:p>
            <a:pPr algn="ctr">
              <a:defRPr sz="2100" b="0">
                <a:solidFill>
                  <a:srgbClr val="202B30"/>
                </a:solidFill>
                <a:latin typeface="Apple SD Gothic Neo"/>
                <a:ea typeface="Apple SD Gothic Neo"/>
                <a:cs typeface="Apple SD Gothic Neo"/>
              </a:defRPr>
            </a:pPr>
            <a:r>
              <a:rPr sz="2100" b="0">
                <a:solidFill>
                  <a:srgbClr val="202B30"/>
                </a:solidFill>
                <a:latin typeface="Apple SD Gothic Neo"/>
                <a:ea typeface="Apple SD Gothic Neo"/>
                <a:cs typeface="Apple SD Gothic Neo"/>
              </a:rPr>
              <a:t>평가 기준을 적용해 자료 분석</a:t>
            </a:r>
          </a:p>
        </p:txBody>
      </p:sp>
      <p:sp>
        <p:nvSpPr>
          <p:cNvPr id="22" name="dp45-background / domain-work / 2">
            <a:extLst>
              <a:ext uri="{FF2B5EF4-FFF2-40B4-BE49-F238E27FC236}">
                <ns2:creationId id="{1D746C4C-8437-472B-9966-0E357A7A46CC}"/>
              </a:ext>
            </a:extLst>
          </p:cNvPr>
          <p:cNvSpPr>
            <a:spLocks noGrp="1"/>
          </p:cNvSpPr>
          <p:nvPr/>
        </p:nvSpPr>
        <p:spPr>
          <a:xfrm>
            <a:off x="12525375" y="6924675"/>
            <a:ext cx="5238750" cy="360045"/>
          </a:xfrm>
          <a:prstGeom prst="rect">
            <a:avLst/>
          </a:prstGeom>
          <a:noFill/>
          <a:ln w="0">
            <a:noFill/>
          </a:ln>
        </p:spPr>
        <p:txBody>
          <a:bodyPr wrap="none" lIns="0" tIns="0" rIns="0" bIns="0" anchor="t">
            <a:noAutofit/>
          </a:bodyPr>
          <a:lstStyle/>
          <a:p>
            <a:pPr algn="ctr">
              <a:defRPr sz="2100" b="0">
                <a:solidFill>
                  <a:srgbClr val="202B30"/>
                </a:solidFill>
                <a:latin typeface="Apple SD Gothic Neo"/>
                <a:ea typeface="Apple SD Gothic Neo"/>
                <a:cs typeface="Apple SD Gothic Neo"/>
              </a:defRPr>
            </a:pPr>
            <a:r>
              <a:rPr sz="2100" b="0">
                <a:solidFill>
                  <a:srgbClr val="202B30"/>
                </a:solidFill>
                <a:latin typeface="Apple SD Gothic Neo"/>
                <a:ea typeface="Apple SD Gothic Neo"/>
                <a:cs typeface="Apple SD Gothic Neo"/>
              </a:rPr>
              <a:t>새 제안서 작성</a:t>
            </a:r>
          </a:p>
        </p:txBody>
      </p:sp>
      <p:sp>
        <p:nvSpPr>
          <p:cNvPr id="23" name="dp45-background / user-benefit / 1">
            <a:extLst>
              <a:ext uri="{FF2B5EF4-FFF2-40B4-BE49-F238E27FC236}">
                <ns2:creationId id="{DF95B438-4532-4305-A56F-56CF60810CCD}"/>
              </a:ext>
            </a:extLst>
          </p:cNvPr>
          <p:cNvSpPr>
            <a:spLocks noGrp="1"/>
          </p:cNvSpPr>
          <p:nvPr/>
        </p:nvSpPr>
        <p:spPr>
          <a:xfrm>
            <a:off x="904875" y="8267700"/>
            <a:ext cx="16478250" cy="372904"/>
          </a:xfrm>
          <a:prstGeom prst="rect">
            <a:avLst/>
          </a:prstGeom>
          <a:noFill/>
          <a:ln w="0">
            <a:noFill/>
          </a:ln>
        </p:spPr>
        <p:txBody>
          <a:bodyPr wrap="none" lIns="0" tIns="0" rIns="0" bIns="0" anchor="t">
            <a:noAutofit/>
          </a:bodyPr>
          <a:lstStyle/>
          <a:p>
            <a:pPr algn="ctr">
              <a:defRPr sz="2175" b="1">
                <a:solidFill>
                  <a:srgbClr val="202B30"/>
                </a:solidFill>
                <a:latin typeface="Apple SD Gothic Neo"/>
                <a:ea typeface="Apple SD Gothic Neo"/>
                <a:cs typeface="Apple SD Gothic Neo"/>
              </a:defRPr>
            </a:pPr>
            <a:r>
              <a:rPr sz="2175" b="1">
                <a:solidFill>
                  <a:srgbClr val="202B30"/>
                </a:solidFill>
                <a:latin typeface="Apple SD Gothic Neo"/>
                <a:ea typeface="Apple SD Gothic Neo"/>
                <a:cs typeface="Apple SD Gothic Neo"/>
              </a:rPr>
              <a:t>사용자는 이전 설명과 여러 Task의 결과를 다시 모아 전달할 필요가 없습니다</a:t>
            </a:r>
          </a:p>
        </p:txBody>
      </p:sp>
      <p:sp>
        <p:nvSpPr>
          <p:cNvPr id="24" name="dp45-background / challenge-divider">
            <a:extLst>
              <a:ext uri="{FF2B5EF4-FFF2-40B4-BE49-F238E27FC236}">
                <ns2:creationId id="{7569077A-DED2-4E7A-B91E-5DEECE68641B}"/>
              </a:ext>
            </a:extLst>
          </p:cNvPr>
          <p:cNvSpPr>
            <a:spLocks noGrp="1"/>
          </p:cNvSpPr>
          <p:nvPr/>
        </p:nvSpPr>
        <p:spPr>
          <a:xfrm>
            <a:off x="904875" y="8943975"/>
            <a:ext cx="16478250" cy="953"/>
          </a:xfrm>
          <a:custGeom>
            <a:pathLst>
              <a:path w="16478250" h="953">
                <a:moveTo>
                  <a:pt x="0" y="0"/>
                </a:moveTo>
                <a:lnTo>
                  <a:pt x="16478250" y="0"/>
                </a:lnTo>
              </a:path>
            </a:pathLst>
          </a:custGeom>
          <a:noFill/>
          <a:ln w="12383">
            <a:solidFill>
              <a:srgbClr val="CDD7DA"/>
            </a:solidFill>
            <a:prstDash val="solid"/>
          </a:ln>
        </p:spPr>
      </p:sp>
      <p:sp>
        <p:nvSpPr>
          <p:cNvPr id="25" name="dp45-background / design-challenge / 1">
            <a:extLst>
              <a:ext uri="{FF2B5EF4-FFF2-40B4-BE49-F238E27FC236}">
                <ns2:creationId id="{DF16BB4B-3C3F-4C79-B52C-C50DE745A0EC}"/>
              </a:ext>
            </a:extLst>
          </p:cNvPr>
          <p:cNvSpPr>
            <a:spLocks noGrp="1"/>
          </p:cNvSpPr>
          <p:nvPr/>
        </p:nvSpPr>
        <p:spPr>
          <a:xfrm>
            <a:off x="904875" y="9153525"/>
            <a:ext cx="16478250" cy="411480"/>
          </a:xfrm>
          <a:prstGeom prst="rect">
            <a:avLst/>
          </a:prstGeom>
          <a:noFill/>
          <a:ln w="0">
            <a:noFill/>
          </a:ln>
        </p:spPr>
        <p:txBody>
          <a:bodyPr wrap="none" lIns="0" tIns="0" rIns="0" bIns="0" anchor="t">
            <a:noAutofit/>
          </a:bodyPr>
          <a:lstStyle/>
          <a:p>
            <a:pPr algn="ctr">
              <a:defRPr sz="2400" b="1">
                <a:solidFill>
                  <a:srgbClr val="397C80"/>
                </a:solidFill>
                <a:latin typeface="Apple SD Gothic Neo"/>
                <a:ea typeface="Apple SD Gothic Neo"/>
                <a:cs typeface="Apple SD Gothic Neo"/>
              </a:defRPr>
            </a:pPr>
            <a:r>
              <a:rPr sz="2400" b="1">
                <a:solidFill>
                  <a:srgbClr val="397C80"/>
                </a:solidFill>
                <a:latin typeface="Apple SD Gothic Neo"/>
                <a:ea typeface="Apple SD Gothic Neo"/>
                <a:cs typeface="Apple SD Gothic Neo"/>
              </a:rPr>
              <a:t>과거 대화와 여러 Task에 흩어진 정보 중 현재 Request에 필요한 내용을 찾아,</a:t>
            </a:r>
          </a:p>
        </p:txBody>
      </p:sp>
      <p:sp>
        <p:nvSpPr>
          <p:cNvPr id="26" name="dp45-background / design-challenge / 2">
            <a:extLst>
              <a:ext uri="{FF2B5EF4-FFF2-40B4-BE49-F238E27FC236}">
                <ns2:creationId id="{2C0BEF4A-3494-4C0B-A5EB-BEAFCD8AE07E}"/>
              </a:ext>
            </a:extLst>
          </p:cNvPr>
          <p:cNvSpPr>
            <a:spLocks noGrp="1"/>
          </p:cNvSpPr>
          <p:nvPr/>
        </p:nvSpPr>
        <p:spPr>
          <a:xfrm>
            <a:off x="904875" y="9534525"/>
            <a:ext cx="16478250" cy="411480"/>
          </a:xfrm>
          <a:prstGeom prst="rect">
            <a:avLst/>
          </a:prstGeom>
          <a:noFill/>
          <a:ln w="0">
            <a:noFill/>
          </a:ln>
        </p:spPr>
        <p:txBody>
          <a:bodyPr wrap="none" lIns="0" tIns="0" rIns="0" bIns="0" anchor="t">
            <a:noAutofit/>
          </a:bodyPr>
          <a:lstStyle/>
          <a:p>
            <a:pPr algn="ctr">
              <a:defRPr sz="2400" b="1">
                <a:solidFill>
                  <a:srgbClr val="397C80"/>
                </a:solidFill>
                <a:latin typeface="Apple SD Gothic Neo"/>
                <a:ea typeface="Apple SD Gothic Neo"/>
                <a:cs typeface="Apple SD Gothic Neo"/>
              </a:defRPr>
            </a:pPr>
            <a:r>
              <a:rPr sz="2400" b="1">
                <a:solidFill>
                  <a:srgbClr val="397C80"/>
                </a:solidFill>
                <a:latin typeface="Apple SD Gothic Neo"/>
                <a:ea typeface="Apple SD Gothic Neo"/>
                <a:cs typeface="Apple SD Gothic Neo"/>
              </a:rPr>
              <a:t>정정 이력과 실제 전달 내용을 반영해 제공하는 맥락 관리 구조</a:t>
            </a:r>
          </a:p>
        </p:txBody>
      </p:sp>
    </p:spTree>
    <p:extLst>
      <p:ext uri="{BB962C8B-B14F-4D97-AF65-F5344CB8AC3E}">
        <p14:creationId val="33194702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4" name="dp45-comparison / n1">
            <a:extLst xmlns:a="http://schemas.openxmlformats.org/drawingml/2006/main">
              <a:ext uri="{FF2B5EF4-FFF2-40B4-BE49-F238E27FC236}">
                <a16:creationId xmlns:a16="http://schemas.microsoft.com/office/drawing/2014/main" id="{E1BCBBC5-DF86-41AD-9756-7530D0E71F55}"/>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dp45-comparison / n2 / text 1">
            <a:extLst xmlns:a="http://schemas.openxmlformats.org/drawingml/2006/main">
              <a:ext uri="{FF2B5EF4-FFF2-40B4-BE49-F238E27FC236}">
                <a16:creationId xmlns:a16="http://schemas.microsoft.com/office/drawing/2014/main" id="{F3820487-2C7E-449E-947A-24FDE7146385}"/>
              </a:ext>
            </a:extLst>
          </p:cNvPr>
          <p:cNvSpPr>
            <a:spLocks xmlns:a="http://schemas.openxmlformats.org/drawingml/2006/main" noGrp="1"/>
          </p:cNvSpPr>
          <p:nvPr/>
        </p:nvSpPr>
        <p:spPr>
          <a:xfrm xmlns:a="http://schemas.openxmlformats.org/drawingml/2006/main">
            <a:off x="381000" y="209550"/>
            <a:ext cx="123825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087E8B"/>
                </a:solidFill>
                <a:latin typeface="Apple SD Gothic Neo"/>
                <a:ea typeface="Apple SD Gothic Neo"/>
                <a:cs typeface="Apple SD Gothic Neo"/>
              </a:defRPr>
            </a:pPr>
            <a:r>
              <a:rPr sz="1425" b="1">
                <a:solidFill>
                  <a:srgbClr val="087E8B"/>
                </a:solidFill>
                <a:latin typeface="Apple SD Gothic Neo"/>
                <a:ea typeface="Apple SD Gothic Neo"/>
                <a:cs typeface="Apple SD Gothic Neo"/>
              </a:rPr>
              <a:t>VIA SOFTWARE ARCHITECTURE / DP 설계 비교</a:t>
            </a:r>
          </a:p>
        </p:txBody>
      </p:sp>
      <p:sp>
        <p:nvSpPr>
          <p:cNvPr id="3" name="dp45-comparison / n3 / text 1">
            <a:extLst xmlns:a="http://schemas.openxmlformats.org/drawingml/2006/main">
              <a:ext uri="{FF2B5EF4-FFF2-40B4-BE49-F238E27FC236}">
                <a16:creationId xmlns:a16="http://schemas.microsoft.com/office/drawing/2014/main" id="{680B980E-0939-4BDB-9098-0C07EFE13A4B}"/>
              </a:ext>
            </a:extLst>
          </p:cNvPr>
          <p:cNvSpPr>
            <a:spLocks xmlns:a="http://schemas.openxmlformats.org/drawingml/2006/main" noGrp="1"/>
          </p:cNvSpPr>
          <p:nvPr/>
        </p:nvSpPr>
        <p:spPr>
          <a:xfrm xmlns:a="http://schemas.openxmlformats.org/drawingml/2006/main">
            <a:off x="13620750" y="209550"/>
            <a:ext cx="428625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구조 비교 / 장단점 / QA Trade-off</a:t>
            </a:r>
          </a:p>
        </p:txBody>
      </p:sp>
      <p:sp>
        <p:nvSpPr>
          <p:cNvPr id="4" name="dp45-comparison / n4 / text 1">
            <a:extLst xmlns:a="http://schemas.openxmlformats.org/drawingml/2006/main">
              <a:ext uri="{FF2B5EF4-FFF2-40B4-BE49-F238E27FC236}">
                <a16:creationId xmlns:a16="http://schemas.microsoft.com/office/drawing/2014/main" id="{DE078271-D5AB-4E3B-9A29-4935B8B3C684}"/>
              </a:ext>
            </a:extLst>
          </p:cNvPr>
          <p:cNvSpPr>
            <a:spLocks xmlns:a="http://schemas.openxmlformats.org/drawingml/2006/main" noGrp="1"/>
          </p:cNvSpPr>
          <p:nvPr/>
        </p:nvSpPr>
        <p:spPr>
          <a:xfrm xmlns:a="http://schemas.openxmlformats.org/drawingml/2006/main">
            <a:off x="381000" y="619125"/>
            <a:ext cx="17526000" cy="53863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b="1">
                <a:solidFill>
                  <a:srgbClr val="18232E"/>
                </a:solidFill>
                <a:latin typeface="Apple SD Gothic Neo"/>
                <a:ea typeface="Apple SD Gothic Neo"/>
                <a:cs typeface="Apple SD Gothic Neo"/>
              </a:defRPr>
            </a:pPr>
            <a:r>
              <a:rPr sz="2925" b="1">
                <a:solidFill>
                  <a:srgbClr val="18232E"/>
                </a:solidFill>
                <a:latin typeface="Apple SD Gothic Neo"/>
                <a:ea typeface="Apple SD Gothic Neo"/>
                <a:cs typeface="Apple SD Gothic Neo"/>
              </a:rPr>
              <a:t>04-45. VIA 과거 정보의 Request별 구성과 공통 생산 및 조회</a:t>
            </a:r>
          </a:p>
        </p:txBody>
      </p:sp>
      <p:sp>
        <p:nvSpPr>
          <p:cNvPr id="5" name="dp45-comparison / n5 / path">
            <a:extLst xmlns:a="http://schemas.openxmlformats.org/drawingml/2006/main">
              <a:ext uri="{FF2B5EF4-FFF2-40B4-BE49-F238E27FC236}">
                <a16:creationId xmlns:a16="http://schemas.microsoft.com/office/drawing/2014/main" id="{4557CE31-8ACB-4E23-A7CA-4E13FC548E2E}"/>
              </a:ext>
            </a:extLst>
          </p:cNvPr>
          <p:cNvSpPr>
            <a:spLocks xmlns:a="http://schemas.openxmlformats.org/drawingml/2006/main" noGrp="1"/>
          </p:cNvSpPr>
          <p:nvPr/>
        </p:nvSpPr>
        <p:spPr>
          <a:xfrm xmlns:a="http://schemas.openxmlformats.org/drawingml/2006/main">
            <a:off x="381000" y="115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6" name="dp45-comparison / n6 / text 1">
            <a:extLst xmlns:a="http://schemas.openxmlformats.org/drawingml/2006/main">
              <a:ext uri="{FF2B5EF4-FFF2-40B4-BE49-F238E27FC236}">
                <a16:creationId xmlns:a16="http://schemas.microsoft.com/office/drawing/2014/main" id="{719D88DA-42F4-4794-9DF4-FC26DF5C25E3}"/>
              </a:ext>
            </a:extLst>
          </p:cNvPr>
          <p:cNvSpPr>
            <a:spLocks xmlns:a="http://schemas.openxmlformats.org/drawingml/2006/main" noGrp="1"/>
          </p:cNvSpPr>
          <p:nvPr/>
        </p:nvSpPr>
        <p:spPr>
          <a:xfrm xmlns:a="http://schemas.openxmlformats.org/drawingml/2006/main">
            <a:off x="381000" y="1304925"/>
            <a:ext cx="175260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“지난번 네가 설명한 평가 기준에 맞춰, 앞서 조사한 제품 비교 결과와 받아둔 견적을 이번 제안서에 반영해줘.”</a:t>
            </a:r>
          </a:p>
        </p:txBody>
      </p:sp>
      <p:sp>
        <p:nvSpPr>
          <p:cNvPr id="7" name="dp45-comparison / n7 / text 1">
            <a:extLst xmlns:a="http://schemas.openxmlformats.org/drawingml/2006/main">
              <a:ext uri="{FF2B5EF4-FFF2-40B4-BE49-F238E27FC236}">
                <a16:creationId xmlns:a16="http://schemas.microsoft.com/office/drawing/2014/main" id="{3FF8F708-7464-4469-86CA-A0587DFE3519}"/>
              </a:ext>
            </a:extLst>
          </p:cNvPr>
          <p:cNvSpPr>
            <a:spLocks xmlns:a="http://schemas.openxmlformats.org/drawingml/2006/main" noGrp="1"/>
          </p:cNvSpPr>
          <p:nvPr/>
        </p:nvSpPr>
        <p:spPr>
          <a:xfrm xmlns:a="http://schemas.openxmlformats.org/drawingml/2006/main">
            <a:off x="381000" y="1600200"/>
            <a:ext cx="17526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공통: VIA가 실제 설명한 내용 + 제품 조사와 견적의 결과 / 현재 제안서 업무 연결은 해석 결과 / 로컬 VIA + 클라우드 모델</a:t>
            </a:r>
          </a:p>
        </p:txBody>
      </p:sp>
      <p:sp>
        <p:nvSpPr>
          <p:cNvPr id="8" name="dp45-comparison / n8">
            <a:extLst xmlns:a="http://schemas.openxmlformats.org/drawingml/2006/main">
              <a:ext uri="{FF2B5EF4-FFF2-40B4-BE49-F238E27FC236}">
                <a16:creationId xmlns:a16="http://schemas.microsoft.com/office/drawing/2014/main" id="{4E1CCC2D-04AF-4B29-B92C-C052344E9A78}"/>
              </a:ext>
            </a:extLst>
          </p:cNvPr>
          <p:cNvSpPr>
            <a:spLocks xmlns:a="http://schemas.openxmlformats.org/drawingml/2006/main" noGrp="1"/>
          </p:cNvSpPr>
          <p:nvPr/>
        </p:nvSpPr>
        <p:spPr>
          <a:xfrm xmlns:a="http://schemas.openxmlformats.org/drawingml/2006/main">
            <a:off x="381000" y="1857375"/>
            <a:ext cx="17526000" cy="457200"/>
          </a:xfrm>
          <a:prstGeom xmlns:a="http://schemas.openxmlformats.org/drawingml/2006/main" prst="rect">
            <a:avLst/>
          </a:prstGeom>
          <a:solidFill xmlns:a="http://schemas.openxmlformats.org/drawingml/2006/main">
            <a:srgbClr val="D5E7C7"/>
          </a:solidFill>
          <a:ln xmlns:a="http://schemas.openxmlformats.org/drawingml/2006/main" w="16193">
            <a:solidFill>
              <a:srgbClr val="CDD6DE"/>
            </a:solidFill>
            <a:prstDash val="solid"/>
          </a:ln>
        </p:spPr>
      </p:sp>
      <p:sp>
        <p:nvSpPr>
          <p:cNvPr id="9" name="dp45-comparison / n9 / text 1">
            <a:extLst xmlns:a="http://schemas.openxmlformats.org/drawingml/2006/main">
              <a:ext uri="{FF2B5EF4-FFF2-40B4-BE49-F238E27FC236}">
                <a16:creationId xmlns:a16="http://schemas.microsoft.com/office/drawing/2014/main" id="{45DC2BF9-3872-4FBF-80D1-CA4E2C022C81}"/>
              </a:ext>
            </a:extLst>
          </p:cNvPr>
          <p:cNvSpPr>
            <a:spLocks xmlns:a="http://schemas.openxmlformats.org/drawingml/2006/main" noGrp="1"/>
          </p:cNvSpPr>
          <p:nvPr/>
        </p:nvSpPr>
        <p:spPr>
          <a:xfrm xmlns:a="http://schemas.openxmlformats.org/drawingml/2006/main">
            <a:off x="1485900" y="1962150"/>
            <a:ext cx="7981950" cy="34528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A 원본 서비스 조합형</a:t>
            </a:r>
          </a:p>
        </p:txBody>
      </p:sp>
      <p:sp>
        <p:nvSpPr>
          <p:cNvPr id="10" name="dp45-comparison / n10 / text 1">
            <a:extLst xmlns:a="http://schemas.openxmlformats.org/drawingml/2006/main">
              <a:ext uri="{FF2B5EF4-FFF2-40B4-BE49-F238E27FC236}">
                <a16:creationId xmlns:a16="http://schemas.microsoft.com/office/drawing/2014/main" id="{8AAC3C03-C7E4-47C8-82A6-D17D48AC8F21}"/>
              </a:ext>
            </a:extLst>
          </p:cNvPr>
          <p:cNvSpPr>
            <a:spLocks xmlns:a="http://schemas.openxmlformats.org/drawingml/2006/main" noGrp="1"/>
          </p:cNvSpPr>
          <p:nvPr/>
        </p:nvSpPr>
        <p:spPr>
          <a:xfrm xmlns:a="http://schemas.openxmlformats.org/drawingml/2006/main">
            <a:off x="9772650" y="1962150"/>
            <a:ext cx="7981950" cy="34528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B 공통 파생 기억 저장소형</a:t>
            </a:r>
          </a:p>
        </p:txBody>
      </p:sp>
      <p:sp>
        <p:nvSpPr>
          <p:cNvPr id="11" name="dp45-comparison / n11 / path">
            <a:extLst xmlns:a="http://schemas.openxmlformats.org/drawingml/2006/main">
              <a:ext uri="{FF2B5EF4-FFF2-40B4-BE49-F238E27FC236}">
                <a16:creationId xmlns:a16="http://schemas.microsoft.com/office/drawing/2014/main" id="{8A6C861D-6F6E-4E41-BE84-4FB30EC9C466}"/>
              </a:ext>
            </a:extLst>
          </p:cNvPr>
          <p:cNvSpPr>
            <a:spLocks xmlns:a="http://schemas.openxmlformats.org/drawingml/2006/main" noGrp="1"/>
          </p:cNvSpPr>
          <p:nvPr/>
        </p:nvSpPr>
        <p:spPr>
          <a:xfrm xmlns:a="http://schemas.openxmlformats.org/drawingml/2006/main">
            <a:off x="9620250" y="1857375"/>
            <a:ext cx="953" cy="5715000"/>
          </a:xfrm>
          <a:custGeom xmlns:a="http://schemas.openxmlformats.org/drawingml/2006/main">
            <a:pathLst>
              <a:path w="953" h="5715000">
                <a:moveTo>
                  <a:pt x="0" y="0"/>
                </a:moveTo>
                <a:lnTo>
                  <a:pt x="0" y="5715000"/>
                </a:lnTo>
              </a:path>
            </a:pathLst>
          </a:custGeom>
          <a:noFill xmlns:a="http://schemas.openxmlformats.org/drawingml/2006/main"/>
          <a:ln xmlns:a="http://schemas.openxmlformats.org/drawingml/2006/main" w="19050">
            <a:solidFill>
              <a:srgbClr val="CDD6DE"/>
            </a:solidFill>
            <a:prstDash val="solid"/>
          </a:ln>
        </p:spPr>
      </p:sp>
      <p:sp>
        <p:nvSpPr>
          <p:cNvPr id="12" name="dp45-comparison / n12 / path">
            <a:extLst xmlns:a="http://schemas.openxmlformats.org/drawingml/2006/main">
              <a:ext uri="{FF2B5EF4-FFF2-40B4-BE49-F238E27FC236}">
                <a16:creationId xmlns:a16="http://schemas.microsoft.com/office/drawing/2014/main" id="{0C14A470-130F-4C02-B0E0-1AEA6F27EDCF}"/>
              </a:ext>
            </a:extLst>
          </p:cNvPr>
          <p:cNvSpPr>
            <a:spLocks xmlns:a="http://schemas.openxmlformats.org/drawingml/2006/main" noGrp="1"/>
          </p:cNvSpPr>
          <p:nvPr/>
        </p:nvSpPr>
        <p:spPr>
          <a:xfrm xmlns:a="http://schemas.openxmlformats.org/drawingml/2006/main">
            <a:off x="381000" y="75723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13" name="dp45-comparison / n13 / text 1">
            <a:extLst xmlns:a="http://schemas.openxmlformats.org/drawingml/2006/main">
              <a:ext uri="{FF2B5EF4-FFF2-40B4-BE49-F238E27FC236}">
                <a16:creationId xmlns:a16="http://schemas.microsoft.com/office/drawing/2014/main" id="{301E5772-F68A-40F3-BEBB-95C20C48137A}"/>
              </a:ext>
            </a:extLst>
          </p:cNvPr>
          <p:cNvSpPr>
            <a:spLocks xmlns:a="http://schemas.openxmlformats.org/drawingml/2006/main" noGrp="1"/>
          </p:cNvSpPr>
          <p:nvPr/>
        </p:nvSpPr>
        <p:spPr>
          <a:xfrm xmlns:a="http://schemas.openxmlformats.org/drawingml/2006/main">
            <a:off x="381000" y="7705725"/>
            <a:ext cx="175260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PARTIAL: 실제 전달한 예외 문구 한 구간과 결과 참조의 예시 / 기준 전체의 완전 추출을 뜻하지 않음 / 과거 게시와 현재 의미 채택은 별개</a:t>
            </a:r>
          </a:p>
        </p:txBody>
      </p:sp>
      <p:sp>
        <p:nvSpPr>
          <p:cNvPr id="14" name="dp45-comparison / n14 / text 1">
            <a:extLst xmlns:a="http://schemas.openxmlformats.org/drawingml/2006/main">
              <a:ext uri="{FF2B5EF4-FFF2-40B4-BE49-F238E27FC236}">
                <a16:creationId xmlns:a16="http://schemas.microsoft.com/office/drawing/2014/main" id="{14AD77A4-F4B7-43BD-B53F-E5AEACB57C5E}"/>
              </a:ext>
            </a:extLst>
          </p:cNvPr>
          <p:cNvSpPr>
            <a:spLocks xmlns:a="http://schemas.openxmlformats.org/drawingml/2006/main" noGrp="1"/>
          </p:cNvSpPr>
          <p:nvPr/>
        </p:nvSpPr>
        <p:spPr>
          <a:xfrm xmlns:a="http://schemas.openxmlformats.org/drawingml/2006/main">
            <a:off x="381000" y="7981950"/>
            <a:ext cx="175260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첫 요청 / 준비된 반복 조회 / 정정 직후 / 표현 밖 관계를 구분. A의 유효 관계 cache와 부분 갱신도 허용한다.</a:t>
            </a:r>
          </a:p>
        </p:txBody>
      </p:sp>
      <p:sp>
        <p:nvSpPr>
          <p:cNvPr id="305" name="dp45-v4-summary / n1">
            <a:extLst xmlns:a="http://schemas.openxmlformats.org/drawingml/2006/main">
              <a:ext uri="{FF2B5EF4-FFF2-40B4-BE49-F238E27FC236}">
                <a16:creationId xmlns:a16="http://schemas.microsoft.com/office/drawing/2014/main" id="{2C61F09B-C7F0-4E9D-8A94-BFE7CDECA6C3}"/>
              </a:ext>
            </a:extLst>
          </p:cNvPr>
          <p:cNvSpPr>
            <a:spLocks xmlns:a="http://schemas.openxmlformats.org/drawingml/2006/main" noGrp="1"/>
          </p:cNvSpPr>
          <p:nvPr/>
        </p:nvSpPr>
        <p:spPr>
          <a:xfrm xmlns:a="http://schemas.openxmlformats.org/drawingml/2006/main">
            <a:off x="381000" y="82962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06" name="dp45-v4-summary / n2">
            <a:extLst xmlns:a="http://schemas.openxmlformats.org/drawingml/2006/main">
              <a:ext uri="{FF2B5EF4-FFF2-40B4-BE49-F238E27FC236}">
                <a16:creationId xmlns:a16="http://schemas.microsoft.com/office/drawing/2014/main" id="{EE46A360-1C1F-4BAF-B212-01224749E72F}"/>
              </a:ext>
            </a:extLst>
          </p:cNvPr>
          <p:cNvSpPr>
            <a:spLocks xmlns:a="http://schemas.openxmlformats.org/drawingml/2006/main" noGrp="1"/>
          </p:cNvSpPr>
          <p:nvPr/>
        </p:nvSpPr>
        <p:spPr>
          <a:xfrm xmlns:a="http://schemas.openxmlformats.org/drawingml/2006/main">
            <a:off x="400050" y="8353425"/>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요청 처리 정확성</a:t>
            </a:r>
          </a:p>
        </p:txBody>
      </p:sp>
      <p:sp>
        <p:nvSpPr>
          <p:cNvPr id="307" name="dp45-v4-summary / n3 / circle">
            <a:extLst xmlns:a="http://schemas.openxmlformats.org/drawingml/2006/main">
              <a:ext uri="{FF2B5EF4-FFF2-40B4-BE49-F238E27FC236}">
                <a16:creationId xmlns:a16="http://schemas.microsoft.com/office/drawing/2014/main" id="{DEC264F1-95AA-469A-87BC-6C767C1EE805}"/>
              </a:ext>
            </a:extLst>
          </p:cNvPr>
          <p:cNvSpPr>
            <a:spLocks xmlns:a="http://schemas.openxmlformats.org/drawingml/2006/main" noGrp="1"/>
          </p:cNvSpPr>
          <p:nvPr/>
        </p:nvSpPr>
        <p:spPr>
          <a:xfrm xmlns:a="http://schemas.openxmlformats.org/drawingml/2006/main">
            <a:off x="2857500" y="8372475"/>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08" name="dp45-v4-summary / n4 / circle">
            <a:extLst xmlns:a="http://schemas.openxmlformats.org/drawingml/2006/main">
              <a:ext uri="{FF2B5EF4-FFF2-40B4-BE49-F238E27FC236}">
                <a16:creationId xmlns:a16="http://schemas.microsoft.com/office/drawing/2014/main" id="{D5CCB89F-8124-41ED-A1BA-36CF79D40C8F}"/>
              </a:ext>
            </a:extLst>
          </p:cNvPr>
          <p:cNvSpPr>
            <a:spLocks xmlns:a="http://schemas.openxmlformats.org/drawingml/2006/main" noGrp="1"/>
          </p:cNvSpPr>
          <p:nvPr/>
        </p:nvSpPr>
        <p:spPr>
          <a:xfrm xmlns:a="http://schemas.openxmlformats.org/drawingml/2006/main">
            <a:off x="3028950" y="8372475"/>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09" name="dp45-v4-summary / n5 / circle">
            <a:extLst xmlns:a="http://schemas.openxmlformats.org/drawingml/2006/main">
              <a:ext uri="{FF2B5EF4-FFF2-40B4-BE49-F238E27FC236}">
                <a16:creationId xmlns:a16="http://schemas.microsoft.com/office/drawing/2014/main" id="{D05CD26D-F029-4E69-9F2D-1BD7E28F8779}"/>
              </a:ext>
            </a:extLst>
          </p:cNvPr>
          <p:cNvSpPr>
            <a:spLocks xmlns:a="http://schemas.openxmlformats.org/drawingml/2006/main" noGrp="1"/>
          </p:cNvSpPr>
          <p:nvPr/>
        </p:nvSpPr>
        <p:spPr>
          <a:xfrm xmlns:a="http://schemas.openxmlformats.org/drawingml/2006/main">
            <a:off x="3200400" y="8372475"/>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10" name="dp45-v4-summary / n5 / half">
            <a:extLst xmlns:a="http://schemas.openxmlformats.org/drawingml/2006/main">
              <a:ext uri="{FF2B5EF4-FFF2-40B4-BE49-F238E27FC236}">
                <a16:creationId xmlns:a16="http://schemas.microsoft.com/office/drawing/2014/main" id="{82E52507-65AE-4073-AD9D-DD2DA53FF1FF}"/>
              </a:ext>
            </a:extLst>
          </p:cNvPr>
          <p:cNvSpPr>
            <a:spLocks xmlns:a="http://schemas.openxmlformats.org/drawingml/2006/main" noGrp="1"/>
          </p:cNvSpPr>
          <p:nvPr/>
        </p:nvSpPr>
        <p:spPr>
          <a:xfrm xmlns:a="http://schemas.openxmlformats.org/drawingml/2006/main">
            <a:off x="3200400" y="8372475"/>
            <a:ext cx="133350" cy="133350"/>
          </a:xfrm>
          <a:custGeom xmlns:a="http://schemas.openxmlformats.org/drawingml/2006/main">
            <a:pathLst>
              <a:path w="133350" h="133350">
                <a:moveTo>
                  <a:pt x="66675" y="0"/>
                </a:moveTo>
                <a:lnTo>
                  <a:pt x="60140" y="321"/>
                </a:lnTo>
                <a:lnTo>
                  <a:pt x="53667" y="1281"/>
                </a:lnTo>
                <a:lnTo>
                  <a:pt x="47320" y="2871"/>
                </a:lnTo>
                <a:lnTo>
                  <a:pt x="41160" y="5075"/>
                </a:lnTo>
                <a:lnTo>
                  <a:pt x="35245" y="7873"/>
                </a:lnTo>
                <a:lnTo>
                  <a:pt x="29632" y="11237"/>
                </a:lnTo>
                <a:lnTo>
                  <a:pt x="24377" y="15135"/>
                </a:lnTo>
                <a:lnTo>
                  <a:pt x="19529" y="19529"/>
                </a:lnTo>
                <a:lnTo>
                  <a:pt x="15135" y="24377"/>
                </a:lnTo>
                <a:lnTo>
                  <a:pt x="11237" y="29632"/>
                </a:lnTo>
                <a:lnTo>
                  <a:pt x="7873" y="35245"/>
                </a:lnTo>
                <a:lnTo>
                  <a:pt x="5075" y="41160"/>
                </a:lnTo>
                <a:lnTo>
                  <a:pt x="2871" y="47320"/>
                </a:lnTo>
                <a:lnTo>
                  <a:pt x="1281" y="53667"/>
                </a:lnTo>
                <a:lnTo>
                  <a:pt x="321" y="60140"/>
                </a:lnTo>
                <a:lnTo>
                  <a:pt x="0" y="66675"/>
                </a:lnTo>
                <a:lnTo>
                  <a:pt x="321" y="73210"/>
                </a:lnTo>
                <a:lnTo>
                  <a:pt x="1281" y="79683"/>
                </a:lnTo>
                <a:lnTo>
                  <a:pt x="2871" y="86030"/>
                </a:lnTo>
                <a:lnTo>
                  <a:pt x="5075" y="92190"/>
                </a:lnTo>
                <a:lnTo>
                  <a:pt x="7873" y="98105"/>
                </a:lnTo>
                <a:lnTo>
                  <a:pt x="11237" y="103718"/>
                </a:lnTo>
                <a:lnTo>
                  <a:pt x="15135" y="108973"/>
                </a:lnTo>
                <a:lnTo>
                  <a:pt x="19529" y="113821"/>
                </a:lnTo>
                <a:lnTo>
                  <a:pt x="24377" y="118215"/>
                </a:lnTo>
                <a:lnTo>
                  <a:pt x="29632" y="122113"/>
                </a:lnTo>
                <a:lnTo>
                  <a:pt x="35245" y="125477"/>
                </a:lnTo>
                <a:lnTo>
                  <a:pt x="41160" y="128275"/>
                </a:lnTo>
                <a:lnTo>
                  <a:pt x="47320" y="130479"/>
                </a:lnTo>
                <a:lnTo>
                  <a:pt x="53667" y="132069"/>
                </a:lnTo>
                <a:lnTo>
                  <a:pt x="60140" y="133029"/>
                </a:lnTo>
                <a:lnTo>
                  <a:pt x="66675" y="133350"/>
                </a:lnTo>
                <a:close/>
              </a:path>
            </a:pathLst>
          </a:custGeom>
          <a:solidFill xmlns:a="http://schemas.openxmlformats.org/drawingml/2006/main">
            <a:srgbClr val="18232E"/>
          </a:solidFill>
          <a:ln xmlns:a="http://schemas.openxmlformats.org/drawingml/2006/main" w="0">
            <a:noFill/>
          </a:ln>
        </p:spPr>
      </p:sp>
      <p:sp>
        <p:nvSpPr>
          <p:cNvPr id="311" name="dp45-v4-summary / n6">
            <a:extLst xmlns:a="http://schemas.openxmlformats.org/drawingml/2006/main">
              <a:ext uri="{FF2B5EF4-FFF2-40B4-BE49-F238E27FC236}">
                <a16:creationId xmlns:a16="http://schemas.microsoft.com/office/drawing/2014/main" id="{C1449BD6-7EDA-4DF6-8384-040E5261F173}"/>
              </a:ext>
            </a:extLst>
          </p:cNvPr>
          <p:cNvSpPr>
            <a:spLocks xmlns:a="http://schemas.openxmlformats.org/drawingml/2006/main" noGrp="1"/>
          </p:cNvSpPr>
          <p:nvPr/>
        </p:nvSpPr>
        <p:spPr>
          <a:xfrm xmlns:a="http://schemas.openxmlformats.org/drawingml/2006/main">
            <a:off x="3371850" y="8353425"/>
            <a:ext cx="6334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5점  99.63%  [오류 2개 가정]</a:t>
            </a:r>
          </a:p>
        </p:txBody>
      </p:sp>
      <p:sp>
        <p:nvSpPr>
          <p:cNvPr id="312" name="dp45-v4-summary / n7 / circle">
            <a:extLst xmlns:a="http://schemas.openxmlformats.org/drawingml/2006/main">
              <a:ext uri="{FF2B5EF4-FFF2-40B4-BE49-F238E27FC236}">
                <a16:creationId xmlns:a16="http://schemas.microsoft.com/office/drawing/2014/main" id="{FCFF563F-6F7B-4590-B63A-E957A08242C7}"/>
              </a:ext>
            </a:extLst>
          </p:cNvPr>
          <p:cNvSpPr>
            <a:spLocks xmlns:a="http://schemas.openxmlformats.org/drawingml/2006/main" noGrp="1"/>
          </p:cNvSpPr>
          <p:nvPr/>
        </p:nvSpPr>
        <p:spPr>
          <a:xfrm xmlns:a="http://schemas.openxmlformats.org/drawingml/2006/main">
            <a:off x="10001250" y="8372475"/>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13" name="dp45-v4-summary / n8 / circle">
            <a:extLst xmlns:a="http://schemas.openxmlformats.org/drawingml/2006/main">
              <a:ext uri="{FF2B5EF4-FFF2-40B4-BE49-F238E27FC236}">
                <a16:creationId xmlns:a16="http://schemas.microsoft.com/office/drawing/2014/main" id="{A1794EE6-78C4-43D2-B9E5-6311DFBAEBB2}"/>
              </a:ext>
            </a:extLst>
          </p:cNvPr>
          <p:cNvSpPr>
            <a:spLocks xmlns:a="http://schemas.openxmlformats.org/drawingml/2006/main" noGrp="1"/>
          </p:cNvSpPr>
          <p:nvPr/>
        </p:nvSpPr>
        <p:spPr>
          <a:xfrm xmlns:a="http://schemas.openxmlformats.org/drawingml/2006/main">
            <a:off x="10172700" y="8372475"/>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14" name="dp45-v4-summary / n9 / circle">
            <a:extLst xmlns:a="http://schemas.openxmlformats.org/drawingml/2006/main">
              <a:ext uri="{FF2B5EF4-FFF2-40B4-BE49-F238E27FC236}">
                <a16:creationId xmlns:a16="http://schemas.microsoft.com/office/drawing/2014/main" id="{D5D3060A-3A99-4438-8AC1-76D32216243D}"/>
              </a:ext>
            </a:extLst>
          </p:cNvPr>
          <p:cNvSpPr>
            <a:spLocks xmlns:a="http://schemas.openxmlformats.org/drawingml/2006/main" noGrp="1"/>
          </p:cNvSpPr>
          <p:nvPr/>
        </p:nvSpPr>
        <p:spPr>
          <a:xfrm xmlns:a="http://schemas.openxmlformats.org/drawingml/2006/main">
            <a:off x="10344150" y="8372475"/>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15" name="dp45-v4-summary / n10">
            <a:extLst xmlns:a="http://schemas.openxmlformats.org/drawingml/2006/main">
              <a:ext uri="{FF2B5EF4-FFF2-40B4-BE49-F238E27FC236}">
                <a16:creationId xmlns:a16="http://schemas.microsoft.com/office/drawing/2014/main" id="{AFD2D291-FBE4-4312-A28E-456F4DC60DF8}"/>
              </a:ext>
            </a:extLst>
          </p:cNvPr>
          <p:cNvSpPr>
            <a:spLocks xmlns:a="http://schemas.openxmlformats.org/drawingml/2006/main" noGrp="1"/>
          </p:cNvSpPr>
          <p:nvPr/>
        </p:nvSpPr>
        <p:spPr>
          <a:xfrm xmlns:a="http://schemas.openxmlformats.org/drawingml/2006/main">
            <a:off x="10515600" y="8353425"/>
            <a:ext cx="7381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2점  98.52%  [오류 8개 가정]</a:t>
            </a:r>
          </a:p>
        </p:txBody>
      </p:sp>
      <p:sp>
        <p:nvSpPr>
          <p:cNvPr id="316" name="dp45-v4-summary / n11">
            <a:extLst xmlns:a="http://schemas.openxmlformats.org/drawingml/2006/main">
              <a:ext uri="{FF2B5EF4-FFF2-40B4-BE49-F238E27FC236}">
                <a16:creationId xmlns:a16="http://schemas.microsoft.com/office/drawing/2014/main" id="{B2939596-4DA3-4201-8B62-48956F52A656}"/>
              </a:ext>
            </a:extLst>
          </p:cNvPr>
          <p:cNvSpPr>
            <a:spLocks xmlns:a="http://schemas.openxmlformats.org/drawingml/2006/main" noGrp="1"/>
          </p:cNvSpPr>
          <p:nvPr/>
        </p:nvSpPr>
        <p:spPr>
          <a:xfrm xmlns:a="http://schemas.openxmlformats.org/drawingml/2006/main">
            <a:off x="381000" y="85344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17" name="dp45-v4-summary / n12">
            <a:extLst xmlns:a="http://schemas.openxmlformats.org/drawingml/2006/main">
              <a:ext uri="{FF2B5EF4-FFF2-40B4-BE49-F238E27FC236}">
                <a16:creationId xmlns:a16="http://schemas.microsoft.com/office/drawing/2014/main" id="{A3F8F4D0-F618-479C-AF53-2E9FDA12116D}"/>
              </a:ext>
            </a:extLst>
          </p:cNvPr>
          <p:cNvSpPr>
            <a:spLocks xmlns:a="http://schemas.openxmlformats.org/drawingml/2006/main" noGrp="1"/>
          </p:cNvSpPr>
          <p:nvPr/>
        </p:nvSpPr>
        <p:spPr>
          <a:xfrm xmlns:a="http://schemas.openxmlformats.org/drawingml/2006/main">
            <a:off x="400050" y="8591550"/>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상호작용 응답시간</a:t>
            </a:r>
          </a:p>
        </p:txBody>
      </p:sp>
      <p:sp>
        <p:nvSpPr>
          <p:cNvPr id="318" name="dp45-v4-summary / n13 / circle">
            <a:extLst xmlns:a="http://schemas.openxmlformats.org/drawingml/2006/main">
              <a:ext uri="{FF2B5EF4-FFF2-40B4-BE49-F238E27FC236}">
                <a16:creationId xmlns:a16="http://schemas.microsoft.com/office/drawing/2014/main" id="{BF77D258-AEB5-4011-843B-B791DE4B8976}"/>
              </a:ext>
            </a:extLst>
          </p:cNvPr>
          <p:cNvSpPr>
            <a:spLocks xmlns:a="http://schemas.openxmlformats.org/drawingml/2006/main" noGrp="1"/>
          </p:cNvSpPr>
          <p:nvPr/>
        </p:nvSpPr>
        <p:spPr>
          <a:xfrm xmlns:a="http://schemas.openxmlformats.org/drawingml/2006/main">
            <a:off x="2857500" y="8610600"/>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19" name="dp45-v4-summary / n14 / circle">
            <a:extLst xmlns:a="http://schemas.openxmlformats.org/drawingml/2006/main">
              <a:ext uri="{FF2B5EF4-FFF2-40B4-BE49-F238E27FC236}">
                <a16:creationId xmlns:a16="http://schemas.microsoft.com/office/drawing/2014/main" id="{0F6C62D3-9075-47B9-B85B-2ADBA2B6ADC2}"/>
              </a:ext>
            </a:extLst>
          </p:cNvPr>
          <p:cNvSpPr>
            <a:spLocks xmlns:a="http://schemas.openxmlformats.org/drawingml/2006/main" noGrp="1"/>
          </p:cNvSpPr>
          <p:nvPr/>
        </p:nvSpPr>
        <p:spPr>
          <a:xfrm xmlns:a="http://schemas.openxmlformats.org/drawingml/2006/main">
            <a:off x="3028950" y="8610600"/>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20" name="dp45-v4-summary / n15 / circle">
            <a:extLst xmlns:a="http://schemas.openxmlformats.org/drawingml/2006/main">
              <a:ext uri="{FF2B5EF4-FFF2-40B4-BE49-F238E27FC236}">
                <a16:creationId xmlns:a16="http://schemas.microsoft.com/office/drawing/2014/main" id="{E6CA56EE-263F-4A2F-8435-04C3536D81CD}"/>
              </a:ext>
            </a:extLst>
          </p:cNvPr>
          <p:cNvSpPr>
            <a:spLocks xmlns:a="http://schemas.openxmlformats.org/drawingml/2006/main" noGrp="1"/>
          </p:cNvSpPr>
          <p:nvPr/>
        </p:nvSpPr>
        <p:spPr>
          <a:xfrm xmlns:a="http://schemas.openxmlformats.org/drawingml/2006/main">
            <a:off x="3200400" y="8610600"/>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21" name="dp45-v4-summary / n16">
            <a:extLst xmlns:a="http://schemas.openxmlformats.org/drawingml/2006/main">
              <a:ext uri="{FF2B5EF4-FFF2-40B4-BE49-F238E27FC236}">
                <a16:creationId xmlns:a16="http://schemas.microsoft.com/office/drawing/2014/main" id="{16648905-69B3-4B9C-B0C6-2119C3572679}"/>
              </a:ext>
            </a:extLst>
          </p:cNvPr>
          <p:cNvSpPr>
            <a:spLocks xmlns:a="http://schemas.openxmlformats.org/drawingml/2006/main" noGrp="1"/>
          </p:cNvSpPr>
          <p:nvPr/>
        </p:nvSpPr>
        <p:spPr>
          <a:xfrm xmlns:a="http://schemas.openxmlformats.org/drawingml/2006/main">
            <a:off x="3371850" y="8591550"/>
            <a:ext cx="6334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2점  0.818초  [지정 반응의 조회 비용]</a:t>
            </a:r>
          </a:p>
        </p:txBody>
      </p:sp>
      <p:sp>
        <p:nvSpPr>
          <p:cNvPr id="322" name="dp45-v4-summary / n17 / circle">
            <a:extLst xmlns:a="http://schemas.openxmlformats.org/drawingml/2006/main">
              <a:ext uri="{FF2B5EF4-FFF2-40B4-BE49-F238E27FC236}">
                <a16:creationId xmlns:a16="http://schemas.microsoft.com/office/drawing/2014/main" id="{7325F423-8C47-44AC-9431-5EB91FF20E0E}"/>
              </a:ext>
            </a:extLst>
          </p:cNvPr>
          <p:cNvSpPr>
            <a:spLocks xmlns:a="http://schemas.openxmlformats.org/drawingml/2006/main" noGrp="1"/>
          </p:cNvSpPr>
          <p:nvPr/>
        </p:nvSpPr>
        <p:spPr>
          <a:xfrm xmlns:a="http://schemas.openxmlformats.org/drawingml/2006/main">
            <a:off x="10001250" y="8610600"/>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23" name="dp45-v4-summary / n18 / circle">
            <a:extLst xmlns:a="http://schemas.openxmlformats.org/drawingml/2006/main">
              <a:ext uri="{FF2B5EF4-FFF2-40B4-BE49-F238E27FC236}">
                <a16:creationId xmlns:a16="http://schemas.microsoft.com/office/drawing/2014/main" id="{0362F841-64E9-4A5F-910B-F807118ACDC2}"/>
              </a:ext>
            </a:extLst>
          </p:cNvPr>
          <p:cNvSpPr>
            <a:spLocks xmlns:a="http://schemas.openxmlformats.org/drawingml/2006/main" noGrp="1"/>
          </p:cNvSpPr>
          <p:nvPr/>
        </p:nvSpPr>
        <p:spPr>
          <a:xfrm xmlns:a="http://schemas.openxmlformats.org/drawingml/2006/main">
            <a:off x="10172700" y="8610600"/>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24" name="dp45-v4-summary / n19 / circle">
            <a:extLst xmlns:a="http://schemas.openxmlformats.org/drawingml/2006/main">
              <a:ext uri="{FF2B5EF4-FFF2-40B4-BE49-F238E27FC236}">
                <a16:creationId xmlns:a16="http://schemas.microsoft.com/office/drawing/2014/main" id="{659D41FC-15C4-4892-A974-6171479261CC}"/>
              </a:ext>
            </a:extLst>
          </p:cNvPr>
          <p:cNvSpPr>
            <a:spLocks xmlns:a="http://schemas.openxmlformats.org/drawingml/2006/main" noGrp="1"/>
          </p:cNvSpPr>
          <p:nvPr/>
        </p:nvSpPr>
        <p:spPr>
          <a:xfrm xmlns:a="http://schemas.openxmlformats.org/drawingml/2006/main">
            <a:off x="10344150" y="8610600"/>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25" name="dp45-v4-summary / n20">
            <a:extLst xmlns:a="http://schemas.openxmlformats.org/drawingml/2006/main">
              <a:ext uri="{FF2B5EF4-FFF2-40B4-BE49-F238E27FC236}">
                <a16:creationId xmlns:a16="http://schemas.microsoft.com/office/drawing/2014/main" id="{59FDBE5E-0805-45BF-84E4-D21E3759126F}"/>
              </a:ext>
            </a:extLst>
          </p:cNvPr>
          <p:cNvSpPr>
            <a:spLocks xmlns:a="http://schemas.openxmlformats.org/drawingml/2006/main" noGrp="1"/>
          </p:cNvSpPr>
          <p:nvPr/>
        </p:nvSpPr>
        <p:spPr>
          <a:xfrm xmlns:a="http://schemas.openxmlformats.org/drawingml/2006/main">
            <a:off x="10515600" y="8591550"/>
            <a:ext cx="7381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2점  0.818초  [지정 사례에서 이익 작음]</a:t>
            </a:r>
          </a:p>
        </p:txBody>
      </p:sp>
      <p:sp>
        <p:nvSpPr>
          <p:cNvPr id="326" name="dp45-v4-summary / n21">
            <a:extLst xmlns:a="http://schemas.openxmlformats.org/drawingml/2006/main">
              <a:ext uri="{FF2B5EF4-FFF2-40B4-BE49-F238E27FC236}">
                <a16:creationId xmlns:a16="http://schemas.microsoft.com/office/drawing/2014/main" id="{2B7C6258-CC9B-4340-B0A7-07060C6882EE}"/>
              </a:ext>
            </a:extLst>
          </p:cNvPr>
          <p:cNvSpPr>
            <a:spLocks xmlns:a="http://schemas.openxmlformats.org/drawingml/2006/main" noGrp="1"/>
          </p:cNvSpPr>
          <p:nvPr/>
        </p:nvSpPr>
        <p:spPr>
          <a:xfrm xmlns:a="http://schemas.openxmlformats.org/drawingml/2006/main">
            <a:off x="381000" y="877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27" name="dp45-v4-summary / n22">
            <a:extLst xmlns:a="http://schemas.openxmlformats.org/drawingml/2006/main">
              <a:ext uri="{FF2B5EF4-FFF2-40B4-BE49-F238E27FC236}">
                <a16:creationId xmlns:a16="http://schemas.microsoft.com/office/drawing/2014/main" id="{82A59530-40EC-4AD6-B3A9-0DDF54D281AB}"/>
              </a:ext>
            </a:extLst>
          </p:cNvPr>
          <p:cNvSpPr>
            <a:spLocks xmlns:a="http://schemas.openxmlformats.org/drawingml/2006/main" noGrp="1"/>
          </p:cNvSpPr>
          <p:nvPr/>
        </p:nvSpPr>
        <p:spPr>
          <a:xfrm xmlns:a="http://schemas.openxmlformats.org/drawingml/2006/main">
            <a:off x="400050" y="8829675"/>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VIA 요청 처리시간</a:t>
            </a:r>
          </a:p>
        </p:txBody>
      </p:sp>
      <p:sp>
        <p:nvSpPr>
          <p:cNvPr id="328" name="dp45-v4-summary / n23 / circle">
            <a:extLst xmlns:a="http://schemas.openxmlformats.org/drawingml/2006/main">
              <a:ext uri="{FF2B5EF4-FFF2-40B4-BE49-F238E27FC236}">
                <a16:creationId xmlns:a16="http://schemas.microsoft.com/office/drawing/2014/main" id="{31D1E16D-3FD4-459D-9997-978A39150189}"/>
              </a:ext>
            </a:extLst>
          </p:cNvPr>
          <p:cNvSpPr>
            <a:spLocks xmlns:a="http://schemas.openxmlformats.org/drawingml/2006/main" noGrp="1"/>
          </p:cNvSpPr>
          <p:nvPr/>
        </p:nvSpPr>
        <p:spPr>
          <a:xfrm xmlns:a="http://schemas.openxmlformats.org/drawingml/2006/main">
            <a:off x="2857500" y="8848725"/>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29" name="dp45-v4-summary / n24 / circle">
            <a:extLst xmlns:a="http://schemas.openxmlformats.org/drawingml/2006/main">
              <a:ext uri="{FF2B5EF4-FFF2-40B4-BE49-F238E27FC236}">
                <a16:creationId xmlns:a16="http://schemas.microsoft.com/office/drawing/2014/main" id="{7E90E431-ED88-4D62-999D-7FE57E40199A}"/>
              </a:ext>
            </a:extLst>
          </p:cNvPr>
          <p:cNvSpPr>
            <a:spLocks xmlns:a="http://schemas.openxmlformats.org/drawingml/2006/main" noGrp="1"/>
          </p:cNvSpPr>
          <p:nvPr/>
        </p:nvSpPr>
        <p:spPr>
          <a:xfrm xmlns:a="http://schemas.openxmlformats.org/drawingml/2006/main">
            <a:off x="3028950" y="8848725"/>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30" name="dp45-v4-summary / n24 / half">
            <a:extLst xmlns:a="http://schemas.openxmlformats.org/drawingml/2006/main">
              <a:ext uri="{FF2B5EF4-FFF2-40B4-BE49-F238E27FC236}">
                <a16:creationId xmlns:a16="http://schemas.microsoft.com/office/drawing/2014/main" id="{64C97F20-8B83-4AE9-AF0A-467CEC64F56A}"/>
              </a:ext>
            </a:extLst>
          </p:cNvPr>
          <p:cNvSpPr>
            <a:spLocks xmlns:a="http://schemas.openxmlformats.org/drawingml/2006/main" noGrp="1"/>
          </p:cNvSpPr>
          <p:nvPr/>
        </p:nvSpPr>
        <p:spPr>
          <a:xfrm xmlns:a="http://schemas.openxmlformats.org/drawingml/2006/main">
            <a:off x="3028950" y="8848725"/>
            <a:ext cx="133350" cy="133350"/>
          </a:xfrm>
          <a:custGeom xmlns:a="http://schemas.openxmlformats.org/drawingml/2006/main">
            <a:pathLst>
              <a:path w="133350" h="133350">
                <a:moveTo>
                  <a:pt x="66675" y="0"/>
                </a:moveTo>
                <a:lnTo>
                  <a:pt x="60140" y="321"/>
                </a:lnTo>
                <a:lnTo>
                  <a:pt x="53667" y="1281"/>
                </a:lnTo>
                <a:lnTo>
                  <a:pt x="47320" y="2871"/>
                </a:lnTo>
                <a:lnTo>
                  <a:pt x="41160" y="5075"/>
                </a:lnTo>
                <a:lnTo>
                  <a:pt x="35245" y="7873"/>
                </a:lnTo>
                <a:lnTo>
                  <a:pt x="29632" y="11237"/>
                </a:lnTo>
                <a:lnTo>
                  <a:pt x="24377" y="15135"/>
                </a:lnTo>
                <a:lnTo>
                  <a:pt x="19529" y="19529"/>
                </a:lnTo>
                <a:lnTo>
                  <a:pt x="15135" y="24377"/>
                </a:lnTo>
                <a:lnTo>
                  <a:pt x="11237" y="29632"/>
                </a:lnTo>
                <a:lnTo>
                  <a:pt x="7873" y="35245"/>
                </a:lnTo>
                <a:lnTo>
                  <a:pt x="5075" y="41160"/>
                </a:lnTo>
                <a:lnTo>
                  <a:pt x="2871" y="47320"/>
                </a:lnTo>
                <a:lnTo>
                  <a:pt x="1281" y="53667"/>
                </a:lnTo>
                <a:lnTo>
                  <a:pt x="321" y="60140"/>
                </a:lnTo>
                <a:lnTo>
                  <a:pt x="0" y="66675"/>
                </a:lnTo>
                <a:lnTo>
                  <a:pt x="321" y="73210"/>
                </a:lnTo>
                <a:lnTo>
                  <a:pt x="1281" y="79683"/>
                </a:lnTo>
                <a:lnTo>
                  <a:pt x="2871" y="86030"/>
                </a:lnTo>
                <a:lnTo>
                  <a:pt x="5075" y="92190"/>
                </a:lnTo>
                <a:lnTo>
                  <a:pt x="7873" y="98105"/>
                </a:lnTo>
                <a:lnTo>
                  <a:pt x="11237" y="103718"/>
                </a:lnTo>
                <a:lnTo>
                  <a:pt x="15135" y="108973"/>
                </a:lnTo>
                <a:lnTo>
                  <a:pt x="19529" y="113821"/>
                </a:lnTo>
                <a:lnTo>
                  <a:pt x="24377" y="118215"/>
                </a:lnTo>
                <a:lnTo>
                  <a:pt x="29632" y="122113"/>
                </a:lnTo>
                <a:lnTo>
                  <a:pt x="35245" y="125477"/>
                </a:lnTo>
                <a:lnTo>
                  <a:pt x="41160" y="128275"/>
                </a:lnTo>
                <a:lnTo>
                  <a:pt x="47320" y="130479"/>
                </a:lnTo>
                <a:lnTo>
                  <a:pt x="53667" y="132069"/>
                </a:lnTo>
                <a:lnTo>
                  <a:pt x="60140" y="133029"/>
                </a:lnTo>
                <a:lnTo>
                  <a:pt x="66675" y="133350"/>
                </a:lnTo>
                <a:close/>
              </a:path>
            </a:pathLst>
          </a:custGeom>
          <a:solidFill xmlns:a="http://schemas.openxmlformats.org/drawingml/2006/main">
            <a:srgbClr val="18232E"/>
          </a:solidFill>
          <a:ln xmlns:a="http://schemas.openxmlformats.org/drawingml/2006/main" w="0">
            <a:noFill/>
          </a:ln>
        </p:spPr>
      </p:sp>
      <p:sp>
        <p:nvSpPr>
          <p:cNvPr id="331" name="dp45-v4-summary / n25 / circle">
            <a:extLst xmlns:a="http://schemas.openxmlformats.org/drawingml/2006/main">
              <a:ext uri="{FF2B5EF4-FFF2-40B4-BE49-F238E27FC236}">
                <a16:creationId xmlns:a16="http://schemas.microsoft.com/office/drawing/2014/main" id="{68A475E2-1326-4D7E-A54F-BFFC92D1861C}"/>
              </a:ext>
            </a:extLst>
          </p:cNvPr>
          <p:cNvSpPr>
            <a:spLocks xmlns:a="http://schemas.openxmlformats.org/drawingml/2006/main" noGrp="1"/>
          </p:cNvSpPr>
          <p:nvPr/>
        </p:nvSpPr>
        <p:spPr>
          <a:xfrm xmlns:a="http://schemas.openxmlformats.org/drawingml/2006/main">
            <a:off x="3200400" y="8848725"/>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32" name="dp45-v4-summary / n26">
            <a:extLst xmlns:a="http://schemas.openxmlformats.org/drawingml/2006/main">
              <a:ext uri="{FF2B5EF4-FFF2-40B4-BE49-F238E27FC236}">
                <a16:creationId xmlns:a16="http://schemas.microsoft.com/office/drawing/2014/main" id="{85B091E5-2EA6-4F0A-8E73-DF23B03FE811}"/>
              </a:ext>
            </a:extLst>
          </p:cNvPr>
          <p:cNvSpPr>
            <a:spLocks xmlns:a="http://schemas.openxmlformats.org/drawingml/2006/main" noGrp="1"/>
          </p:cNvSpPr>
          <p:nvPr/>
        </p:nvSpPr>
        <p:spPr>
          <a:xfrm xmlns:a="http://schemas.openxmlformats.org/drawingml/2006/main">
            <a:off x="3371850" y="8829675"/>
            <a:ext cx="6334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3점  5.600초  [현재 목적의 원본 조합]</a:t>
            </a:r>
          </a:p>
        </p:txBody>
      </p:sp>
      <p:sp>
        <p:nvSpPr>
          <p:cNvPr id="333" name="dp45-v4-summary / n27 / circle">
            <a:extLst xmlns:a="http://schemas.openxmlformats.org/drawingml/2006/main">
              <a:ext uri="{FF2B5EF4-FFF2-40B4-BE49-F238E27FC236}">
                <a16:creationId xmlns:a16="http://schemas.microsoft.com/office/drawing/2014/main" id="{16217A0B-2B20-4196-BC40-3DBB84DB16C0}"/>
              </a:ext>
            </a:extLst>
          </p:cNvPr>
          <p:cNvSpPr>
            <a:spLocks xmlns:a="http://schemas.openxmlformats.org/drawingml/2006/main" noGrp="1"/>
          </p:cNvSpPr>
          <p:nvPr/>
        </p:nvSpPr>
        <p:spPr>
          <a:xfrm xmlns:a="http://schemas.openxmlformats.org/drawingml/2006/main">
            <a:off x="10001250" y="8848725"/>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34" name="dp45-v4-summary / n28 / circle">
            <a:extLst xmlns:a="http://schemas.openxmlformats.org/drawingml/2006/main">
              <a:ext uri="{FF2B5EF4-FFF2-40B4-BE49-F238E27FC236}">
                <a16:creationId xmlns:a16="http://schemas.microsoft.com/office/drawing/2014/main" id="{5979BED7-B2D0-4F3F-A3DD-EB1645622823}"/>
              </a:ext>
            </a:extLst>
          </p:cNvPr>
          <p:cNvSpPr>
            <a:spLocks xmlns:a="http://schemas.openxmlformats.org/drawingml/2006/main" noGrp="1"/>
          </p:cNvSpPr>
          <p:nvPr/>
        </p:nvSpPr>
        <p:spPr>
          <a:xfrm xmlns:a="http://schemas.openxmlformats.org/drawingml/2006/main">
            <a:off x="10172700" y="8848725"/>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35" name="dp45-v4-summary / n28 / half">
            <a:extLst xmlns:a="http://schemas.openxmlformats.org/drawingml/2006/main">
              <a:ext uri="{FF2B5EF4-FFF2-40B4-BE49-F238E27FC236}">
                <a16:creationId xmlns:a16="http://schemas.microsoft.com/office/drawing/2014/main" id="{B20B18BC-7E7F-4498-9D1F-D7874C5FCA8B}"/>
              </a:ext>
            </a:extLst>
          </p:cNvPr>
          <p:cNvSpPr>
            <a:spLocks xmlns:a="http://schemas.openxmlformats.org/drawingml/2006/main" noGrp="1"/>
          </p:cNvSpPr>
          <p:nvPr/>
        </p:nvSpPr>
        <p:spPr>
          <a:xfrm xmlns:a="http://schemas.openxmlformats.org/drawingml/2006/main">
            <a:off x="10172700" y="8848725"/>
            <a:ext cx="133350" cy="133350"/>
          </a:xfrm>
          <a:custGeom xmlns:a="http://schemas.openxmlformats.org/drawingml/2006/main">
            <a:pathLst>
              <a:path w="133350" h="133350">
                <a:moveTo>
                  <a:pt x="66675" y="0"/>
                </a:moveTo>
                <a:lnTo>
                  <a:pt x="60140" y="321"/>
                </a:lnTo>
                <a:lnTo>
                  <a:pt x="53667" y="1281"/>
                </a:lnTo>
                <a:lnTo>
                  <a:pt x="47320" y="2871"/>
                </a:lnTo>
                <a:lnTo>
                  <a:pt x="41160" y="5075"/>
                </a:lnTo>
                <a:lnTo>
                  <a:pt x="35245" y="7873"/>
                </a:lnTo>
                <a:lnTo>
                  <a:pt x="29632" y="11237"/>
                </a:lnTo>
                <a:lnTo>
                  <a:pt x="24377" y="15135"/>
                </a:lnTo>
                <a:lnTo>
                  <a:pt x="19529" y="19529"/>
                </a:lnTo>
                <a:lnTo>
                  <a:pt x="15135" y="24377"/>
                </a:lnTo>
                <a:lnTo>
                  <a:pt x="11237" y="29632"/>
                </a:lnTo>
                <a:lnTo>
                  <a:pt x="7873" y="35245"/>
                </a:lnTo>
                <a:lnTo>
                  <a:pt x="5075" y="41160"/>
                </a:lnTo>
                <a:lnTo>
                  <a:pt x="2871" y="47320"/>
                </a:lnTo>
                <a:lnTo>
                  <a:pt x="1281" y="53667"/>
                </a:lnTo>
                <a:lnTo>
                  <a:pt x="321" y="60140"/>
                </a:lnTo>
                <a:lnTo>
                  <a:pt x="0" y="66675"/>
                </a:lnTo>
                <a:lnTo>
                  <a:pt x="321" y="73210"/>
                </a:lnTo>
                <a:lnTo>
                  <a:pt x="1281" y="79683"/>
                </a:lnTo>
                <a:lnTo>
                  <a:pt x="2871" y="86030"/>
                </a:lnTo>
                <a:lnTo>
                  <a:pt x="5075" y="92190"/>
                </a:lnTo>
                <a:lnTo>
                  <a:pt x="7873" y="98105"/>
                </a:lnTo>
                <a:lnTo>
                  <a:pt x="11237" y="103718"/>
                </a:lnTo>
                <a:lnTo>
                  <a:pt x="15135" y="108973"/>
                </a:lnTo>
                <a:lnTo>
                  <a:pt x="19529" y="113821"/>
                </a:lnTo>
                <a:lnTo>
                  <a:pt x="24377" y="118215"/>
                </a:lnTo>
                <a:lnTo>
                  <a:pt x="29632" y="122113"/>
                </a:lnTo>
                <a:lnTo>
                  <a:pt x="35245" y="125477"/>
                </a:lnTo>
                <a:lnTo>
                  <a:pt x="41160" y="128275"/>
                </a:lnTo>
                <a:lnTo>
                  <a:pt x="47320" y="130479"/>
                </a:lnTo>
                <a:lnTo>
                  <a:pt x="53667" y="132069"/>
                </a:lnTo>
                <a:lnTo>
                  <a:pt x="60140" y="133029"/>
                </a:lnTo>
                <a:lnTo>
                  <a:pt x="66675" y="133350"/>
                </a:lnTo>
                <a:close/>
              </a:path>
            </a:pathLst>
          </a:custGeom>
          <a:solidFill xmlns:a="http://schemas.openxmlformats.org/drawingml/2006/main">
            <a:srgbClr val="18232E"/>
          </a:solidFill>
          <a:ln xmlns:a="http://schemas.openxmlformats.org/drawingml/2006/main" w="0">
            <a:noFill/>
          </a:ln>
        </p:spPr>
      </p:sp>
      <p:sp>
        <p:nvSpPr>
          <p:cNvPr id="336" name="dp45-v4-summary / n29 / circle">
            <a:extLst xmlns:a="http://schemas.openxmlformats.org/drawingml/2006/main">
              <a:ext uri="{FF2B5EF4-FFF2-40B4-BE49-F238E27FC236}">
                <a16:creationId xmlns:a16="http://schemas.microsoft.com/office/drawing/2014/main" id="{D5EB9933-ECA5-4341-B592-4E868C429114}"/>
              </a:ext>
            </a:extLst>
          </p:cNvPr>
          <p:cNvSpPr>
            <a:spLocks xmlns:a="http://schemas.openxmlformats.org/drawingml/2006/main" noGrp="1"/>
          </p:cNvSpPr>
          <p:nvPr/>
        </p:nvSpPr>
        <p:spPr>
          <a:xfrm xmlns:a="http://schemas.openxmlformats.org/drawingml/2006/main">
            <a:off x="10344150" y="8848725"/>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37" name="dp45-v4-summary / n30">
            <a:extLst xmlns:a="http://schemas.openxmlformats.org/drawingml/2006/main">
              <a:ext uri="{FF2B5EF4-FFF2-40B4-BE49-F238E27FC236}">
                <a16:creationId xmlns:a16="http://schemas.microsoft.com/office/drawing/2014/main" id="{AA4CB5D3-0B5A-46A0-886F-C45A4903FED2}"/>
              </a:ext>
            </a:extLst>
          </p:cNvPr>
          <p:cNvSpPr>
            <a:spLocks xmlns:a="http://schemas.openxmlformats.org/drawingml/2006/main" noGrp="1"/>
          </p:cNvSpPr>
          <p:nvPr/>
        </p:nvSpPr>
        <p:spPr>
          <a:xfrm xmlns:a="http://schemas.openxmlformats.org/drawingml/2006/main">
            <a:off x="10515600" y="8829675"/>
            <a:ext cx="7381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3점  5.420초  [한 사이클 1.08초 단축]</a:t>
            </a:r>
          </a:p>
        </p:txBody>
      </p:sp>
      <p:sp>
        <p:nvSpPr>
          <p:cNvPr id="338" name="dp45-v4-summary / n31">
            <a:extLst xmlns:a="http://schemas.openxmlformats.org/drawingml/2006/main">
              <a:ext uri="{FF2B5EF4-FFF2-40B4-BE49-F238E27FC236}">
                <a16:creationId xmlns:a16="http://schemas.microsoft.com/office/drawing/2014/main" id="{20C9D685-E155-42E7-934A-45A92A6F9CD2}"/>
              </a:ext>
            </a:extLst>
          </p:cNvPr>
          <p:cNvSpPr>
            <a:spLocks xmlns:a="http://schemas.openxmlformats.org/drawingml/2006/main" noGrp="1"/>
          </p:cNvSpPr>
          <p:nvPr/>
        </p:nvSpPr>
        <p:spPr>
          <a:xfrm xmlns:a="http://schemas.openxmlformats.org/drawingml/2006/main">
            <a:off x="381000" y="90106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39" name="dp45-v4-summary / n32">
            <a:extLst xmlns:a="http://schemas.openxmlformats.org/drawingml/2006/main">
              <a:ext uri="{FF2B5EF4-FFF2-40B4-BE49-F238E27FC236}">
                <a16:creationId xmlns:a16="http://schemas.microsoft.com/office/drawing/2014/main" id="{01B3B6C3-7580-4D56-922C-42C5AFEE4132}"/>
              </a:ext>
            </a:extLst>
          </p:cNvPr>
          <p:cNvSpPr>
            <a:spLocks xmlns:a="http://schemas.openxmlformats.org/drawingml/2006/main" noGrp="1"/>
          </p:cNvSpPr>
          <p:nvPr/>
        </p:nvSpPr>
        <p:spPr>
          <a:xfrm xmlns:a="http://schemas.openxmlformats.org/drawingml/2006/main">
            <a:off x="400050" y="9067800"/>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VIA 모델 사용 비용</a:t>
            </a:r>
          </a:p>
        </p:txBody>
      </p:sp>
      <p:sp>
        <p:nvSpPr>
          <p:cNvPr id="340" name="dp45-v4-summary / n33 / circle">
            <a:extLst xmlns:a="http://schemas.openxmlformats.org/drawingml/2006/main">
              <a:ext uri="{FF2B5EF4-FFF2-40B4-BE49-F238E27FC236}">
                <a16:creationId xmlns:a16="http://schemas.microsoft.com/office/drawing/2014/main" id="{8748C6E2-18A9-452D-A6A9-9DAB7D4226E4}"/>
              </a:ext>
            </a:extLst>
          </p:cNvPr>
          <p:cNvSpPr>
            <a:spLocks xmlns:a="http://schemas.openxmlformats.org/drawingml/2006/main" noGrp="1"/>
          </p:cNvSpPr>
          <p:nvPr/>
        </p:nvSpPr>
        <p:spPr>
          <a:xfrm xmlns:a="http://schemas.openxmlformats.org/drawingml/2006/main">
            <a:off x="2857500" y="9086850"/>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41" name="dp45-v4-summary / n34 / circle">
            <a:extLst xmlns:a="http://schemas.openxmlformats.org/drawingml/2006/main">
              <a:ext uri="{FF2B5EF4-FFF2-40B4-BE49-F238E27FC236}">
                <a16:creationId xmlns:a16="http://schemas.microsoft.com/office/drawing/2014/main" id="{47BB570E-BC4B-4D17-9760-7F7CBC162BBD}"/>
              </a:ext>
            </a:extLst>
          </p:cNvPr>
          <p:cNvSpPr>
            <a:spLocks xmlns:a="http://schemas.openxmlformats.org/drawingml/2006/main" noGrp="1"/>
          </p:cNvSpPr>
          <p:nvPr/>
        </p:nvSpPr>
        <p:spPr>
          <a:xfrm xmlns:a="http://schemas.openxmlformats.org/drawingml/2006/main">
            <a:off x="3028950" y="9086850"/>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42" name="dp45-v4-summary / n35 / circle">
            <a:extLst xmlns:a="http://schemas.openxmlformats.org/drawingml/2006/main">
              <a:ext uri="{FF2B5EF4-FFF2-40B4-BE49-F238E27FC236}">
                <a16:creationId xmlns:a16="http://schemas.microsoft.com/office/drawing/2014/main" id="{C2470956-4E6E-46A0-9279-2FFF65F52355}"/>
              </a:ext>
            </a:extLst>
          </p:cNvPr>
          <p:cNvSpPr>
            <a:spLocks xmlns:a="http://schemas.openxmlformats.org/drawingml/2006/main" noGrp="1"/>
          </p:cNvSpPr>
          <p:nvPr/>
        </p:nvSpPr>
        <p:spPr>
          <a:xfrm xmlns:a="http://schemas.openxmlformats.org/drawingml/2006/main">
            <a:off x="3200400" y="9086850"/>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43" name="dp45-v4-summary / n36">
            <a:extLst xmlns:a="http://schemas.openxmlformats.org/drawingml/2006/main">
              <a:ext uri="{FF2B5EF4-FFF2-40B4-BE49-F238E27FC236}">
                <a16:creationId xmlns:a16="http://schemas.microsoft.com/office/drawing/2014/main" id="{41B6CDDA-B25A-4891-AF17-1142996C27BD}"/>
              </a:ext>
            </a:extLst>
          </p:cNvPr>
          <p:cNvSpPr>
            <a:spLocks xmlns:a="http://schemas.openxmlformats.org/drawingml/2006/main" noGrp="1"/>
          </p:cNvSpPr>
          <p:nvPr/>
        </p:nvSpPr>
        <p:spPr>
          <a:xfrm xmlns:a="http://schemas.openxmlformats.org/drawingml/2006/main">
            <a:off x="3371850" y="9067800"/>
            <a:ext cx="6334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2점  $1.1867  [cache miss 40회]</a:t>
            </a:r>
          </a:p>
        </p:txBody>
      </p:sp>
      <p:sp>
        <p:nvSpPr>
          <p:cNvPr id="344" name="dp45-v4-summary / n37 / circle">
            <a:extLst xmlns:a="http://schemas.openxmlformats.org/drawingml/2006/main">
              <a:ext uri="{FF2B5EF4-FFF2-40B4-BE49-F238E27FC236}">
                <a16:creationId xmlns:a16="http://schemas.microsoft.com/office/drawing/2014/main" id="{1F5AE078-04F9-4992-8386-F6893882BD47}"/>
              </a:ext>
            </a:extLst>
          </p:cNvPr>
          <p:cNvSpPr>
            <a:spLocks xmlns:a="http://schemas.openxmlformats.org/drawingml/2006/main" noGrp="1"/>
          </p:cNvSpPr>
          <p:nvPr/>
        </p:nvSpPr>
        <p:spPr>
          <a:xfrm xmlns:a="http://schemas.openxmlformats.org/drawingml/2006/main">
            <a:off x="10001250" y="9086850"/>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45" name="dp45-v4-summary / n38 / circle">
            <a:extLst xmlns:a="http://schemas.openxmlformats.org/drawingml/2006/main">
              <a:ext uri="{FF2B5EF4-FFF2-40B4-BE49-F238E27FC236}">
                <a16:creationId xmlns:a16="http://schemas.microsoft.com/office/drawing/2014/main" id="{2A48BDBE-0EA7-4C85-9528-FD89DB899F51}"/>
              </a:ext>
            </a:extLst>
          </p:cNvPr>
          <p:cNvSpPr>
            <a:spLocks xmlns:a="http://schemas.openxmlformats.org/drawingml/2006/main" noGrp="1"/>
          </p:cNvSpPr>
          <p:nvPr/>
        </p:nvSpPr>
        <p:spPr>
          <a:xfrm xmlns:a="http://schemas.openxmlformats.org/drawingml/2006/main">
            <a:off x="10172700" y="9086850"/>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46" name="dp45-v4-summary / n39 / circle">
            <a:extLst xmlns:a="http://schemas.openxmlformats.org/drawingml/2006/main">
              <a:ext uri="{FF2B5EF4-FFF2-40B4-BE49-F238E27FC236}">
                <a16:creationId xmlns:a16="http://schemas.microsoft.com/office/drawing/2014/main" id="{D291041D-A4CB-49D2-88BC-79B19A2948D0}"/>
              </a:ext>
            </a:extLst>
          </p:cNvPr>
          <p:cNvSpPr>
            <a:spLocks xmlns:a="http://schemas.openxmlformats.org/drawingml/2006/main" noGrp="1"/>
          </p:cNvSpPr>
          <p:nvPr/>
        </p:nvSpPr>
        <p:spPr>
          <a:xfrm xmlns:a="http://schemas.openxmlformats.org/drawingml/2006/main">
            <a:off x="10344150" y="9086850"/>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47" name="dp45-v4-summary / n40">
            <a:extLst xmlns:a="http://schemas.openxmlformats.org/drawingml/2006/main">
              <a:ext uri="{FF2B5EF4-FFF2-40B4-BE49-F238E27FC236}">
                <a16:creationId xmlns:a16="http://schemas.microsoft.com/office/drawing/2014/main" id="{B0D60564-5F8D-4544-B440-5501DD802344}"/>
              </a:ext>
            </a:extLst>
          </p:cNvPr>
          <p:cNvSpPr>
            <a:spLocks xmlns:a="http://schemas.openxmlformats.org/drawingml/2006/main" noGrp="1"/>
          </p:cNvSpPr>
          <p:nvPr/>
        </p:nvSpPr>
        <p:spPr>
          <a:xfrm xmlns:a="http://schemas.openxmlformats.org/drawingml/2006/main">
            <a:off x="10515600" y="9067800"/>
            <a:ext cx="7381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2점  $1.1547  [초기와 갱신 생산 20회]</a:t>
            </a:r>
          </a:p>
        </p:txBody>
      </p:sp>
      <p:sp>
        <p:nvSpPr>
          <p:cNvPr id="348" name="dp45-v4-summary / n41">
            <a:extLst xmlns:a="http://schemas.openxmlformats.org/drawingml/2006/main">
              <a:ext uri="{FF2B5EF4-FFF2-40B4-BE49-F238E27FC236}">
                <a16:creationId xmlns:a16="http://schemas.microsoft.com/office/drawing/2014/main" id="{E3A646F8-6C29-44C2-9337-3AEABFD6E44F}"/>
              </a:ext>
            </a:extLst>
          </p:cNvPr>
          <p:cNvSpPr>
            <a:spLocks xmlns:a="http://schemas.openxmlformats.org/drawingml/2006/main" noGrp="1"/>
          </p:cNvSpPr>
          <p:nvPr/>
        </p:nvSpPr>
        <p:spPr>
          <a:xfrm xmlns:a="http://schemas.openxmlformats.org/drawingml/2006/main">
            <a:off x="381000" y="92487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49" name="dp45-v4-summary / n42">
            <a:extLst xmlns:a="http://schemas.openxmlformats.org/drawingml/2006/main">
              <a:ext uri="{FF2B5EF4-FFF2-40B4-BE49-F238E27FC236}">
                <a16:creationId xmlns:a16="http://schemas.microsoft.com/office/drawing/2014/main" id="{A1974704-1F74-482E-AD9B-8B8DA403A800}"/>
              </a:ext>
            </a:extLst>
          </p:cNvPr>
          <p:cNvSpPr>
            <a:spLocks xmlns:a="http://schemas.openxmlformats.org/drawingml/2006/main" noGrp="1"/>
          </p:cNvSpPr>
          <p:nvPr/>
        </p:nvSpPr>
        <p:spPr>
          <a:xfrm xmlns:a="http://schemas.openxmlformats.org/drawingml/2006/main">
            <a:off x="400050" y="9305925"/>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VIA 변경 용이성</a:t>
            </a:r>
          </a:p>
        </p:txBody>
      </p:sp>
      <p:sp>
        <p:nvSpPr>
          <p:cNvPr id="350" name="dp45-v4-summary / n43 / circle">
            <a:extLst xmlns:a="http://schemas.openxmlformats.org/drawingml/2006/main">
              <a:ext uri="{FF2B5EF4-FFF2-40B4-BE49-F238E27FC236}">
                <a16:creationId xmlns:a16="http://schemas.microsoft.com/office/drawing/2014/main" id="{1909BAAD-F127-4CCB-B0F9-1376F6D67754}"/>
              </a:ext>
            </a:extLst>
          </p:cNvPr>
          <p:cNvSpPr>
            <a:spLocks xmlns:a="http://schemas.openxmlformats.org/drawingml/2006/main" noGrp="1"/>
          </p:cNvSpPr>
          <p:nvPr/>
        </p:nvSpPr>
        <p:spPr>
          <a:xfrm xmlns:a="http://schemas.openxmlformats.org/drawingml/2006/main">
            <a:off x="2857500" y="9324975"/>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51" name="dp45-v4-summary / n44 / circle">
            <a:extLst xmlns:a="http://schemas.openxmlformats.org/drawingml/2006/main">
              <a:ext uri="{FF2B5EF4-FFF2-40B4-BE49-F238E27FC236}">
                <a16:creationId xmlns:a16="http://schemas.microsoft.com/office/drawing/2014/main" id="{4855AA81-03D9-451E-952A-B50DC4FCD4CE}"/>
              </a:ext>
            </a:extLst>
          </p:cNvPr>
          <p:cNvSpPr>
            <a:spLocks xmlns:a="http://schemas.openxmlformats.org/drawingml/2006/main" noGrp="1"/>
          </p:cNvSpPr>
          <p:nvPr/>
        </p:nvSpPr>
        <p:spPr>
          <a:xfrm xmlns:a="http://schemas.openxmlformats.org/drawingml/2006/main">
            <a:off x="3028950" y="9324975"/>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52" name="dp45-v4-summary / n44 / half">
            <a:extLst xmlns:a="http://schemas.openxmlformats.org/drawingml/2006/main">
              <a:ext uri="{FF2B5EF4-FFF2-40B4-BE49-F238E27FC236}">
                <a16:creationId xmlns:a16="http://schemas.microsoft.com/office/drawing/2014/main" id="{94192BFA-7A6C-4A57-AD2E-1ED6884435CF}"/>
              </a:ext>
            </a:extLst>
          </p:cNvPr>
          <p:cNvSpPr>
            <a:spLocks xmlns:a="http://schemas.openxmlformats.org/drawingml/2006/main" noGrp="1"/>
          </p:cNvSpPr>
          <p:nvPr/>
        </p:nvSpPr>
        <p:spPr>
          <a:xfrm xmlns:a="http://schemas.openxmlformats.org/drawingml/2006/main">
            <a:off x="3028950" y="9324975"/>
            <a:ext cx="133350" cy="133350"/>
          </a:xfrm>
          <a:custGeom xmlns:a="http://schemas.openxmlformats.org/drawingml/2006/main">
            <a:pathLst>
              <a:path w="133350" h="133350">
                <a:moveTo>
                  <a:pt x="66675" y="0"/>
                </a:moveTo>
                <a:lnTo>
                  <a:pt x="60140" y="321"/>
                </a:lnTo>
                <a:lnTo>
                  <a:pt x="53667" y="1281"/>
                </a:lnTo>
                <a:lnTo>
                  <a:pt x="47320" y="2871"/>
                </a:lnTo>
                <a:lnTo>
                  <a:pt x="41160" y="5075"/>
                </a:lnTo>
                <a:lnTo>
                  <a:pt x="35245" y="7873"/>
                </a:lnTo>
                <a:lnTo>
                  <a:pt x="29632" y="11237"/>
                </a:lnTo>
                <a:lnTo>
                  <a:pt x="24377" y="15135"/>
                </a:lnTo>
                <a:lnTo>
                  <a:pt x="19529" y="19529"/>
                </a:lnTo>
                <a:lnTo>
                  <a:pt x="15135" y="24377"/>
                </a:lnTo>
                <a:lnTo>
                  <a:pt x="11237" y="29632"/>
                </a:lnTo>
                <a:lnTo>
                  <a:pt x="7873" y="35245"/>
                </a:lnTo>
                <a:lnTo>
                  <a:pt x="5075" y="41160"/>
                </a:lnTo>
                <a:lnTo>
                  <a:pt x="2871" y="47320"/>
                </a:lnTo>
                <a:lnTo>
                  <a:pt x="1281" y="53667"/>
                </a:lnTo>
                <a:lnTo>
                  <a:pt x="321" y="60140"/>
                </a:lnTo>
                <a:lnTo>
                  <a:pt x="0" y="66675"/>
                </a:lnTo>
                <a:lnTo>
                  <a:pt x="321" y="73210"/>
                </a:lnTo>
                <a:lnTo>
                  <a:pt x="1281" y="79683"/>
                </a:lnTo>
                <a:lnTo>
                  <a:pt x="2871" y="86030"/>
                </a:lnTo>
                <a:lnTo>
                  <a:pt x="5075" y="92190"/>
                </a:lnTo>
                <a:lnTo>
                  <a:pt x="7873" y="98105"/>
                </a:lnTo>
                <a:lnTo>
                  <a:pt x="11237" y="103718"/>
                </a:lnTo>
                <a:lnTo>
                  <a:pt x="15135" y="108973"/>
                </a:lnTo>
                <a:lnTo>
                  <a:pt x="19529" y="113821"/>
                </a:lnTo>
                <a:lnTo>
                  <a:pt x="24377" y="118215"/>
                </a:lnTo>
                <a:lnTo>
                  <a:pt x="29632" y="122113"/>
                </a:lnTo>
                <a:lnTo>
                  <a:pt x="35245" y="125477"/>
                </a:lnTo>
                <a:lnTo>
                  <a:pt x="41160" y="128275"/>
                </a:lnTo>
                <a:lnTo>
                  <a:pt x="47320" y="130479"/>
                </a:lnTo>
                <a:lnTo>
                  <a:pt x="53667" y="132069"/>
                </a:lnTo>
                <a:lnTo>
                  <a:pt x="60140" y="133029"/>
                </a:lnTo>
                <a:lnTo>
                  <a:pt x="66675" y="133350"/>
                </a:lnTo>
                <a:close/>
              </a:path>
            </a:pathLst>
          </a:custGeom>
          <a:solidFill xmlns:a="http://schemas.openxmlformats.org/drawingml/2006/main">
            <a:srgbClr val="18232E"/>
          </a:solidFill>
          <a:ln xmlns:a="http://schemas.openxmlformats.org/drawingml/2006/main" w="0">
            <a:noFill/>
          </a:ln>
        </p:spPr>
      </p:sp>
      <p:sp>
        <p:nvSpPr>
          <p:cNvPr id="353" name="dp45-v4-summary / n45 / circle">
            <a:extLst xmlns:a="http://schemas.openxmlformats.org/drawingml/2006/main">
              <a:ext uri="{FF2B5EF4-FFF2-40B4-BE49-F238E27FC236}">
                <a16:creationId xmlns:a16="http://schemas.microsoft.com/office/drawing/2014/main" id="{11AC6B9D-9227-4048-B95B-85EEF06E29C2}"/>
              </a:ext>
            </a:extLst>
          </p:cNvPr>
          <p:cNvSpPr>
            <a:spLocks xmlns:a="http://schemas.openxmlformats.org/drawingml/2006/main" noGrp="1"/>
          </p:cNvSpPr>
          <p:nvPr/>
        </p:nvSpPr>
        <p:spPr>
          <a:xfrm xmlns:a="http://schemas.openxmlformats.org/drawingml/2006/main">
            <a:off x="3200400" y="9324975"/>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54" name="dp45-v4-summary / n46">
            <a:extLst xmlns:a="http://schemas.openxmlformats.org/drawingml/2006/main">
              <a:ext uri="{FF2B5EF4-FFF2-40B4-BE49-F238E27FC236}">
                <a16:creationId xmlns:a16="http://schemas.microsoft.com/office/drawing/2014/main" id="{883292BC-8794-4516-9657-843AACD08765}"/>
              </a:ext>
            </a:extLst>
          </p:cNvPr>
          <p:cNvSpPr>
            <a:spLocks xmlns:a="http://schemas.openxmlformats.org/drawingml/2006/main" noGrp="1"/>
          </p:cNvSpPr>
          <p:nvPr/>
        </p:nvSpPr>
        <p:spPr>
          <a:xfrm xmlns:a="http://schemas.openxmlformats.org/drawingml/2006/main">
            <a:off x="3371850" y="9305925"/>
            <a:ext cx="6334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3점  2.167개  [조합과 cache 수정]</a:t>
            </a:r>
          </a:p>
        </p:txBody>
      </p:sp>
      <p:sp>
        <p:nvSpPr>
          <p:cNvPr id="355" name="dp45-v4-summary / n47 / circle">
            <a:extLst xmlns:a="http://schemas.openxmlformats.org/drawingml/2006/main">
              <a:ext uri="{FF2B5EF4-FFF2-40B4-BE49-F238E27FC236}">
                <a16:creationId xmlns:a16="http://schemas.microsoft.com/office/drawing/2014/main" id="{A2B043C0-3258-4B4B-B3DE-A2684D1211CB}"/>
              </a:ext>
            </a:extLst>
          </p:cNvPr>
          <p:cNvSpPr>
            <a:spLocks xmlns:a="http://schemas.openxmlformats.org/drawingml/2006/main" noGrp="1"/>
          </p:cNvSpPr>
          <p:nvPr/>
        </p:nvSpPr>
        <p:spPr>
          <a:xfrm xmlns:a="http://schemas.openxmlformats.org/drawingml/2006/main">
            <a:off x="10001250" y="9324975"/>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56" name="dp45-v4-summary / n48 / circle">
            <a:extLst xmlns:a="http://schemas.openxmlformats.org/drawingml/2006/main">
              <a:ext uri="{FF2B5EF4-FFF2-40B4-BE49-F238E27FC236}">
                <a16:creationId xmlns:a16="http://schemas.microsoft.com/office/drawing/2014/main" id="{59186B82-02F6-4622-8A12-14F686916B6B}"/>
              </a:ext>
            </a:extLst>
          </p:cNvPr>
          <p:cNvSpPr>
            <a:spLocks xmlns:a="http://schemas.openxmlformats.org/drawingml/2006/main" noGrp="1"/>
          </p:cNvSpPr>
          <p:nvPr/>
        </p:nvSpPr>
        <p:spPr>
          <a:xfrm xmlns:a="http://schemas.openxmlformats.org/drawingml/2006/main">
            <a:off x="10172700" y="9324975"/>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57" name="dp45-v4-summary / n49 / circle">
            <a:extLst xmlns:a="http://schemas.openxmlformats.org/drawingml/2006/main">
              <a:ext uri="{FF2B5EF4-FFF2-40B4-BE49-F238E27FC236}">
                <a16:creationId xmlns:a16="http://schemas.microsoft.com/office/drawing/2014/main" id="{374E2DB3-00CE-44CB-83F7-52A0E84E80A6}"/>
              </a:ext>
            </a:extLst>
          </p:cNvPr>
          <p:cNvSpPr>
            <a:spLocks xmlns:a="http://schemas.openxmlformats.org/drawingml/2006/main" noGrp="1"/>
          </p:cNvSpPr>
          <p:nvPr/>
        </p:nvSpPr>
        <p:spPr>
          <a:xfrm xmlns:a="http://schemas.openxmlformats.org/drawingml/2006/main">
            <a:off x="10344150" y="9324975"/>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58" name="dp45-v4-summary / n50">
            <a:extLst xmlns:a="http://schemas.openxmlformats.org/drawingml/2006/main">
              <a:ext uri="{FF2B5EF4-FFF2-40B4-BE49-F238E27FC236}">
                <a16:creationId xmlns:a16="http://schemas.microsoft.com/office/drawing/2014/main" id="{F3C84674-5186-4D19-9EF2-44FF6548F7ED}"/>
              </a:ext>
            </a:extLst>
          </p:cNvPr>
          <p:cNvSpPr>
            <a:spLocks xmlns:a="http://schemas.openxmlformats.org/drawingml/2006/main" noGrp="1"/>
          </p:cNvSpPr>
          <p:nvPr/>
        </p:nvSpPr>
        <p:spPr>
          <a:xfrm xmlns:a="http://schemas.openxmlformats.org/drawingml/2006/main">
            <a:off x="10515600" y="9305925"/>
            <a:ext cx="7381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2점  2.333개  [생산자와 조회자 수정]</a:t>
            </a:r>
          </a:p>
        </p:txBody>
      </p:sp>
      <p:sp>
        <p:nvSpPr>
          <p:cNvPr id="359" name="dp45-v4-summary / n51">
            <a:extLst xmlns:a="http://schemas.openxmlformats.org/drawingml/2006/main">
              <a:ext uri="{FF2B5EF4-FFF2-40B4-BE49-F238E27FC236}">
                <a16:creationId xmlns:a16="http://schemas.microsoft.com/office/drawing/2014/main" id="{789EDF8A-1A77-4DF7-B804-B3F2A360E719}"/>
              </a:ext>
            </a:extLst>
          </p:cNvPr>
          <p:cNvSpPr>
            <a:spLocks xmlns:a="http://schemas.openxmlformats.org/drawingml/2006/main" noGrp="1"/>
          </p:cNvSpPr>
          <p:nvPr/>
        </p:nvSpPr>
        <p:spPr>
          <a:xfrm xmlns:a="http://schemas.openxmlformats.org/drawingml/2006/main">
            <a:off x="381000" y="94869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60" name="dp45-v4-summary / n52">
            <a:extLst xmlns:a="http://schemas.openxmlformats.org/drawingml/2006/main">
              <a:ext uri="{FF2B5EF4-FFF2-40B4-BE49-F238E27FC236}">
                <a16:creationId xmlns:a16="http://schemas.microsoft.com/office/drawing/2014/main" id="{BE172647-C139-4ABE-8F0F-754FE5A854E2}"/>
              </a:ext>
            </a:extLst>
          </p:cNvPr>
          <p:cNvSpPr>
            <a:spLocks xmlns:a="http://schemas.openxmlformats.org/drawingml/2006/main" noGrp="1"/>
          </p:cNvSpPr>
          <p:nvPr/>
        </p:nvSpPr>
        <p:spPr>
          <a:xfrm xmlns:a="http://schemas.openxmlformats.org/drawingml/2006/main">
            <a:off x="400050" y="9544050"/>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로컬 VIA 메모리 사용량</a:t>
            </a:r>
          </a:p>
        </p:txBody>
      </p:sp>
      <p:sp>
        <p:nvSpPr>
          <p:cNvPr id="361" name="dp45-v4-summary / n53 / circle">
            <a:extLst xmlns:a="http://schemas.openxmlformats.org/drawingml/2006/main">
              <a:ext uri="{FF2B5EF4-FFF2-40B4-BE49-F238E27FC236}">
                <a16:creationId xmlns:a16="http://schemas.microsoft.com/office/drawing/2014/main" id="{93CA2B23-A652-47B1-B687-B19D0A6A0779}"/>
              </a:ext>
            </a:extLst>
          </p:cNvPr>
          <p:cNvSpPr>
            <a:spLocks xmlns:a="http://schemas.openxmlformats.org/drawingml/2006/main" noGrp="1"/>
          </p:cNvSpPr>
          <p:nvPr/>
        </p:nvSpPr>
        <p:spPr>
          <a:xfrm xmlns:a="http://schemas.openxmlformats.org/drawingml/2006/main">
            <a:off x="2857500" y="9563100"/>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62" name="dp45-v4-summary / n54 / circle">
            <a:extLst xmlns:a="http://schemas.openxmlformats.org/drawingml/2006/main">
              <a:ext uri="{FF2B5EF4-FFF2-40B4-BE49-F238E27FC236}">
                <a16:creationId xmlns:a16="http://schemas.microsoft.com/office/drawing/2014/main" id="{4E274891-C859-4E05-8AB0-A16B8A4D111D}"/>
              </a:ext>
            </a:extLst>
          </p:cNvPr>
          <p:cNvSpPr>
            <a:spLocks xmlns:a="http://schemas.openxmlformats.org/drawingml/2006/main" noGrp="1"/>
          </p:cNvSpPr>
          <p:nvPr/>
        </p:nvSpPr>
        <p:spPr>
          <a:xfrm xmlns:a="http://schemas.openxmlformats.org/drawingml/2006/main">
            <a:off x="3028950" y="9563100"/>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63" name="dp45-v4-summary / n55 / circle">
            <a:extLst xmlns:a="http://schemas.openxmlformats.org/drawingml/2006/main">
              <a:ext uri="{FF2B5EF4-FFF2-40B4-BE49-F238E27FC236}">
                <a16:creationId xmlns:a16="http://schemas.microsoft.com/office/drawing/2014/main" id="{42C89934-40BD-4BFC-8CF3-C041929872F5}"/>
              </a:ext>
            </a:extLst>
          </p:cNvPr>
          <p:cNvSpPr>
            <a:spLocks xmlns:a="http://schemas.openxmlformats.org/drawingml/2006/main" noGrp="1"/>
          </p:cNvSpPr>
          <p:nvPr/>
        </p:nvSpPr>
        <p:spPr>
          <a:xfrm xmlns:a="http://schemas.openxmlformats.org/drawingml/2006/main">
            <a:off x="3200400" y="9563100"/>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64" name="dp45-v4-summary / n56">
            <a:extLst xmlns:a="http://schemas.openxmlformats.org/drawingml/2006/main">
              <a:ext uri="{FF2B5EF4-FFF2-40B4-BE49-F238E27FC236}">
                <a16:creationId xmlns:a16="http://schemas.microsoft.com/office/drawing/2014/main" id="{A3E2DABC-A431-4A9E-B7EB-7F30FE6FA687}"/>
              </a:ext>
            </a:extLst>
          </p:cNvPr>
          <p:cNvSpPr>
            <a:spLocks xmlns:a="http://schemas.openxmlformats.org/drawingml/2006/main" noGrp="1"/>
          </p:cNvSpPr>
          <p:nvPr/>
        </p:nvSpPr>
        <p:spPr>
          <a:xfrm xmlns:a="http://schemas.openxmlformats.org/drawingml/2006/main">
            <a:off x="3371850" y="9544050"/>
            <a:ext cx="6334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4점  1,792MiB  [원문과 선택 cache]</a:t>
            </a:r>
          </a:p>
        </p:txBody>
      </p:sp>
      <p:sp>
        <p:nvSpPr>
          <p:cNvPr id="365" name="dp45-v4-summary / n57 / circle">
            <a:extLst xmlns:a="http://schemas.openxmlformats.org/drawingml/2006/main">
              <a:ext uri="{FF2B5EF4-FFF2-40B4-BE49-F238E27FC236}">
                <a16:creationId xmlns:a16="http://schemas.microsoft.com/office/drawing/2014/main" id="{5E60A8D6-95CB-4630-BC72-279142211DA1}"/>
              </a:ext>
            </a:extLst>
          </p:cNvPr>
          <p:cNvSpPr>
            <a:spLocks xmlns:a="http://schemas.openxmlformats.org/drawingml/2006/main" noGrp="1"/>
          </p:cNvSpPr>
          <p:nvPr/>
        </p:nvSpPr>
        <p:spPr>
          <a:xfrm xmlns:a="http://schemas.openxmlformats.org/drawingml/2006/main">
            <a:off x="10001250" y="9563100"/>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66" name="dp45-v4-summary / n58 / circle">
            <a:extLst xmlns:a="http://schemas.openxmlformats.org/drawingml/2006/main">
              <a:ext uri="{FF2B5EF4-FFF2-40B4-BE49-F238E27FC236}">
                <a16:creationId xmlns:a16="http://schemas.microsoft.com/office/drawing/2014/main" id="{4C7B4C80-F7A2-411A-BCAE-2D533BD0D4F2}"/>
              </a:ext>
            </a:extLst>
          </p:cNvPr>
          <p:cNvSpPr>
            <a:spLocks xmlns:a="http://schemas.openxmlformats.org/drawingml/2006/main" noGrp="1"/>
          </p:cNvSpPr>
          <p:nvPr/>
        </p:nvSpPr>
        <p:spPr>
          <a:xfrm xmlns:a="http://schemas.openxmlformats.org/drawingml/2006/main">
            <a:off x="10172700" y="9563100"/>
            <a:ext cx="133350" cy="1333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367" name="dp45-v4-summary / n59 / circle">
            <a:extLst xmlns:a="http://schemas.openxmlformats.org/drawingml/2006/main">
              <a:ext uri="{FF2B5EF4-FFF2-40B4-BE49-F238E27FC236}">
                <a16:creationId xmlns:a16="http://schemas.microsoft.com/office/drawing/2014/main" id="{4FD79EB3-12D5-4944-9E45-9D362F2328A1}"/>
              </a:ext>
            </a:extLst>
          </p:cNvPr>
          <p:cNvSpPr>
            <a:spLocks xmlns:a="http://schemas.openxmlformats.org/drawingml/2006/main" noGrp="1"/>
          </p:cNvSpPr>
          <p:nvPr/>
        </p:nvSpPr>
        <p:spPr>
          <a:xfrm xmlns:a="http://schemas.openxmlformats.org/drawingml/2006/main">
            <a:off x="10344150" y="9563100"/>
            <a:ext cx="133350" cy="1333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68" name="dp45-v4-summary / n60">
            <a:extLst xmlns:a="http://schemas.openxmlformats.org/drawingml/2006/main">
              <a:ext uri="{FF2B5EF4-FFF2-40B4-BE49-F238E27FC236}">
                <a16:creationId xmlns:a16="http://schemas.microsoft.com/office/drawing/2014/main" id="{AF3281BC-313E-445A-BCF6-09A0C808005D}"/>
              </a:ext>
            </a:extLst>
          </p:cNvPr>
          <p:cNvSpPr>
            <a:spLocks xmlns:a="http://schemas.openxmlformats.org/drawingml/2006/main" noGrp="1"/>
          </p:cNvSpPr>
          <p:nvPr/>
        </p:nvSpPr>
        <p:spPr>
          <a:xfrm xmlns:a="http://schemas.openxmlformats.org/drawingml/2006/main">
            <a:off x="10515600" y="9544050"/>
            <a:ext cx="7381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4점  1,920MiB  [게시와 생산 상태 +128MiB]</a:t>
            </a:r>
          </a:p>
        </p:txBody>
      </p:sp>
      <p:sp>
        <p:nvSpPr>
          <p:cNvPr id="369" name="dp45-v4-summary / n61">
            <a:extLst xmlns:a="http://schemas.openxmlformats.org/drawingml/2006/main">
              <a:ext uri="{FF2B5EF4-FFF2-40B4-BE49-F238E27FC236}">
                <a16:creationId xmlns:a16="http://schemas.microsoft.com/office/drawing/2014/main" id="{322C0FF6-E80E-4419-8369-09F07F3FC96C}"/>
              </a:ext>
            </a:extLst>
          </p:cNvPr>
          <p:cNvSpPr>
            <a:spLocks xmlns:a="http://schemas.openxmlformats.org/drawingml/2006/main" noGrp="1"/>
          </p:cNvSpPr>
          <p:nvPr/>
        </p:nvSpPr>
        <p:spPr>
          <a:xfrm xmlns:a="http://schemas.openxmlformats.org/drawingml/2006/main">
            <a:off x="381000" y="9810750"/>
            <a:ext cx="17526000"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F6B77"/>
                </a:solidFill>
                <a:latin typeface="Apple SD Gothic Neo"/>
                <a:ea typeface="Apple SD Gothic Neo"/>
                <a:cs typeface="Apple SD Gothic Neo"/>
              </a:defRPr>
            </a:pPr>
            <a:r>
              <a:rPr sz="1125" b="0">
                <a:solidFill>
                  <a:srgbClr val="5F6B77"/>
                </a:solidFill>
                <a:latin typeface="Apple SD Gothic Neo"/>
                <a:ea typeface="Apple SD Gothic Neo"/>
                <a:cs typeface="Apple SD Gothic Neo"/>
              </a:rPr>
              <a:t>A cache 허용 / B 초기 생산과 갱신 비용 포함 / 준비된 정보 재사용</a:t>
            </a:r>
          </a:p>
        </p:txBody>
      </p:sp>
      <p:sp>
        <p:nvSpPr>
          <p:cNvPr id="370" name="dp45-v4-summary / n62">
            <a:extLst xmlns:a="http://schemas.openxmlformats.org/drawingml/2006/main">
              <a:ext uri="{FF2B5EF4-FFF2-40B4-BE49-F238E27FC236}">
                <a16:creationId xmlns:a16="http://schemas.microsoft.com/office/drawing/2014/main" id="{09E692FE-5DFA-4AD1-9E10-8A1034126159}"/>
              </a:ext>
            </a:extLst>
          </p:cNvPr>
          <p:cNvSpPr>
            <a:spLocks xmlns:a="http://schemas.openxmlformats.org/drawingml/2006/main" noGrp="1"/>
          </p:cNvSpPr>
          <p:nvPr/>
        </p:nvSpPr>
        <p:spPr>
          <a:xfrm xmlns:a="http://schemas.openxmlformats.org/drawingml/2006/main">
            <a:off x="381000" y="10067925"/>
            <a:ext cx="175260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5F6B77"/>
                </a:solidFill>
                <a:latin typeface="Apple SD Gothic Neo"/>
                <a:ea typeface="Apple SD Gothic Neo"/>
                <a:cs typeface="Apple SD Gothic Neo"/>
              </a:defRPr>
            </a:pPr>
            <a:r>
              <a:rPr sz="1050" b="0">
                <a:solidFill>
                  <a:srgbClr val="5F6B77"/>
                </a:solidFill>
                <a:latin typeface="Apple SD Gothic Neo"/>
                <a:ea typeface="Apple SD Gothic Neo"/>
                <a:cs typeface="Apple SD Gothic Neo"/>
              </a:rPr>
              <a:t>사고 실험 가정값 / ASR-QA-v5 기준 / 실제 측정 전 / 보호 조건 별도 / 상세 비교 다음 장</a:t>
            </a:r>
          </a:p>
        </p:txBody>
      </p:sp>
      <p:sp>
        <p:nvSpPr>
          <p:cNvPr id="41" name="dp45-comparison / legend_continuation_0">
            <a:extLst xmlns:a="http://schemas.openxmlformats.org/drawingml/2006/main">
              <a:ext uri="{FF2B5EF4-FFF2-40B4-BE49-F238E27FC236}">
                <a16:creationId xmlns:a16="http://schemas.microsoft.com/office/drawing/2014/main" id="{9C4B664D-D444-4BC7-B0D6-8AEF8132B3D8}"/>
              </a:ext>
            </a:extLst>
          </p:cNvPr>
          <p:cNvSpPr>
            <a:spLocks xmlns:a="http://schemas.openxmlformats.org/drawingml/2006/main" noGrp="1"/>
          </p:cNvSpPr>
          <p:nvPr/>
        </p:nvSpPr>
        <p:spPr>
          <a:xfrm xmlns:a="http://schemas.openxmlformats.org/drawingml/2006/main">
            <a:off x="447675" y="3257550"/>
            <a:ext cx="819150" cy="42005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42" name="dp45-comparison / legend_continuation_1 / text 1">
            <a:extLst xmlns:a="http://schemas.openxmlformats.org/drawingml/2006/main">
              <a:ext uri="{FF2B5EF4-FFF2-40B4-BE49-F238E27FC236}">
                <a16:creationId xmlns:a16="http://schemas.microsoft.com/office/drawing/2014/main" id="{F6040DA5-6766-46D3-898D-6556F9C25230}"/>
              </a:ext>
            </a:extLst>
          </p:cNvPr>
          <p:cNvSpPr>
            <a:spLocks xmlns:a="http://schemas.openxmlformats.org/drawingml/2006/main" noGrp="1"/>
          </p:cNvSpPr>
          <p:nvPr/>
        </p:nvSpPr>
        <p:spPr>
          <a:xfrm xmlns:a="http://schemas.openxmlformats.org/drawingml/2006/main">
            <a:off x="466725" y="3329559"/>
            <a:ext cx="781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Legend</a:t>
            </a:r>
          </a:p>
        </p:txBody>
      </p:sp>
      <p:sp>
        <p:nvSpPr>
          <p:cNvPr id="43" name="dp45-comparison / legend_continuation_2">
            <a:extLst xmlns:a="http://schemas.openxmlformats.org/drawingml/2006/main">
              <a:ext uri="{FF2B5EF4-FFF2-40B4-BE49-F238E27FC236}">
                <a16:creationId xmlns:a16="http://schemas.microsoft.com/office/drawing/2014/main" id="{6067826F-FC35-41F1-9EEA-16A922316E98}"/>
              </a:ext>
            </a:extLst>
          </p:cNvPr>
          <p:cNvSpPr>
            <a:spLocks xmlns:a="http://schemas.openxmlformats.org/drawingml/2006/main" noGrp="1"/>
          </p:cNvSpPr>
          <p:nvPr/>
        </p:nvSpPr>
        <p:spPr>
          <a:xfrm xmlns:a="http://schemas.openxmlformats.org/drawingml/2006/main">
            <a:off x="504825" y="3553587"/>
            <a:ext cx="704850" cy="216027"/>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44" name="dp45-comparison / legend_continuation_3 / text 1">
            <a:extLst xmlns:a="http://schemas.openxmlformats.org/drawingml/2006/main">
              <a:ext uri="{FF2B5EF4-FFF2-40B4-BE49-F238E27FC236}">
                <a16:creationId xmlns:a16="http://schemas.microsoft.com/office/drawing/2014/main" id="{F940EF61-C6BA-47CD-8349-50C9C6C83F68}"/>
              </a:ext>
            </a:extLst>
          </p:cNvPr>
          <p:cNvSpPr>
            <a:spLocks xmlns:a="http://schemas.openxmlformats.org/drawingml/2006/main" noGrp="1"/>
          </p:cNvSpPr>
          <p:nvPr/>
        </p:nvSpPr>
        <p:spPr>
          <a:xfrm xmlns:a="http://schemas.openxmlformats.org/drawingml/2006/main">
            <a:off x="590550" y="3609594"/>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Component</a:t>
            </a:r>
          </a:p>
        </p:txBody>
      </p:sp>
      <p:sp>
        <p:nvSpPr>
          <p:cNvPr id="45" name="dp45-comparison / legend_continuation_4 / text 1">
            <a:extLst xmlns:a="http://schemas.openxmlformats.org/drawingml/2006/main">
              <a:ext uri="{FF2B5EF4-FFF2-40B4-BE49-F238E27FC236}">
                <a16:creationId xmlns:a16="http://schemas.microsoft.com/office/drawing/2014/main" id="{8459572A-12F2-4B32-B1D4-B70F9F18C56C}"/>
              </a:ext>
            </a:extLst>
          </p:cNvPr>
          <p:cNvSpPr>
            <a:spLocks xmlns:a="http://schemas.openxmlformats.org/drawingml/2006/main" noGrp="1"/>
          </p:cNvSpPr>
          <p:nvPr/>
        </p:nvSpPr>
        <p:spPr>
          <a:xfrm xmlns:a="http://schemas.openxmlformats.org/drawingml/2006/main">
            <a:off x="514350" y="3793617"/>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논리 책임</a:t>
            </a:r>
          </a:p>
        </p:txBody>
      </p:sp>
      <p:sp>
        <p:nvSpPr>
          <p:cNvPr id="46" name="dp45-comparison / legend_continuation_5">
            <a:extLst xmlns:a="http://schemas.openxmlformats.org/drawingml/2006/main">
              <a:ext uri="{FF2B5EF4-FFF2-40B4-BE49-F238E27FC236}">
                <a16:creationId xmlns:a16="http://schemas.microsoft.com/office/drawing/2014/main" id="{9B99842E-F88D-4006-B22B-A57AA5BBC15C}"/>
              </a:ext>
            </a:extLst>
          </p:cNvPr>
          <p:cNvSpPr>
            <a:spLocks xmlns:a="http://schemas.openxmlformats.org/drawingml/2006/main" noGrp="1"/>
          </p:cNvSpPr>
          <p:nvPr/>
        </p:nvSpPr>
        <p:spPr>
          <a:xfrm xmlns:a="http://schemas.openxmlformats.org/drawingml/2006/main">
            <a:off x="504825" y="4025646"/>
            <a:ext cx="704850" cy="216027"/>
          </a:xfrm>
          <a:prstGeom xmlns:a="http://schemas.openxmlformats.org/drawingml/2006/main" prst="roundRect">
            <a:avLst>
              <a:gd name="adj" fmla="val 35273"/>
            </a:avLst>
          </a:prstGeom>
          <a:solidFill xmlns:a="http://schemas.openxmlformats.org/drawingml/2006/main">
            <a:srgbClr val="FFFFFF"/>
          </a:solidFill>
          <a:ln xmlns:a="http://schemas.openxmlformats.org/drawingml/2006/main" w="9525">
            <a:solidFill>
              <a:srgbClr val="000000"/>
            </a:solidFill>
            <a:prstDash val="solid"/>
          </a:ln>
        </p:spPr>
      </p:sp>
      <p:sp>
        <p:nvSpPr>
          <p:cNvPr id="47" name="dp45-comparison / legend_continuation_6 / text 1">
            <a:extLst xmlns:a="http://schemas.openxmlformats.org/drawingml/2006/main">
              <a:ext uri="{FF2B5EF4-FFF2-40B4-BE49-F238E27FC236}">
                <a16:creationId xmlns:a16="http://schemas.microsoft.com/office/drawing/2014/main" id="{749CE019-96E9-433D-8D38-420033E3B35F}"/>
              </a:ext>
            </a:extLst>
          </p:cNvPr>
          <p:cNvSpPr>
            <a:spLocks xmlns:a="http://schemas.openxmlformats.org/drawingml/2006/main" noGrp="1"/>
          </p:cNvSpPr>
          <p:nvPr/>
        </p:nvSpPr>
        <p:spPr>
          <a:xfrm xmlns:a="http://schemas.openxmlformats.org/drawingml/2006/main">
            <a:off x="590550" y="4081653"/>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Module</a:t>
            </a:r>
          </a:p>
        </p:txBody>
      </p:sp>
      <p:sp>
        <p:nvSpPr>
          <p:cNvPr id="48" name="dp45-comparison / legend_continuation_7 / text 1">
            <a:extLst xmlns:a="http://schemas.openxmlformats.org/drawingml/2006/main">
              <a:ext uri="{FF2B5EF4-FFF2-40B4-BE49-F238E27FC236}">
                <a16:creationId xmlns:a16="http://schemas.microsoft.com/office/drawing/2014/main" id="{A26ECB5D-7AE4-42BD-AD5F-DE59151AF709}"/>
              </a:ext>
            </a:extLst>
          </p:cNvPr>
          <p:cNvSpPr>
            <a:spLocks xmlns:a="http://schemas.openxmlformats.org/drawingml/2006/main" noGrp="1"/>
          </p:cNvSpPr>
          <p:nvPr/>
        </p:nvSpPr>
        <p:spPr>
          <a:xfrm xmlns:a="http://schemas.openxmlformats.org/drawingml/2006/main">
            <a:off x="514350" y="4265676"/>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내부 구현</a:t>
            </a:r>
          </a:p>
        </p:txBody>
      </p:sp>
      <p:sp>
        <p:nvSpPr>
          <p:cNvPr id="49" name="dp45-comparison / legend_continuation_8">
            <a:extLst xmlns:a="http://schemas.openxmlformats.org/drawingml/2006/main">
              <a:ext uri="{FF2B5EF4-FFF2-40B4-BE49-F238E27FC236}">
                <a16:creationId xmlns:a16="http://schemas.microsoft.com/office/drawing/2014/main" id="{F9B7818B-B2C9-4F43-A1D9-A345C4E7FB7C}"/>
              </a:ext>
            </a:extLst>
          </p:cNvPr>
          <p:cNvSpPr>
            <a:spLocks xmlns:a="http://schemas.openxmlformats.org/drawingml/2006/main" noGrp="1"/>
          </p:cNvSpPr>
          <p:nvPr/>
        </p:nvSpPr>
        <p:spPr>
          <a:xfrm xmlns:a="http://schemas.openxmlformats.org/drawingml/2006/main">
            <a:off x="504825" y="4497705"/>
            <a:ext cx="704850" cy="216027"/>
          </a:xfrm>
          <a:custGeom xmlns:a="http://schemas.openxmlformats.org/drawingml/2006/main">
            <a:pathLst>
              <a:path w="704850" h="216027">
                <a:moveTo>
                  <a:pt x="0" y="0"/>
                </a:moveTo>
                <a:lnTo>
                  <a:pt x="533400" y="0"/>
                </a:lnTo>
                <a:lnTo>
                  <a:pt x="704850" y="171450"/>
                </a:lnTo>
                <a:lnTo>
                  <a:pt x="704850" y="216027"/>
                </a:lnTo>
                <a:lnTo>
                  <a:pt x="0" y="216027"/>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50" name="dp45-comparison / legend_continuation_8 / fold">
            <a:extLst xmlns:a="http://schemas.openxmlformats.org/drawingml/2006/main">
              <a:ext uri="{FF2B5EF4-FFF2-40B4-BE49-F238E27FC236}">
                <a16:creationId xmlns:a16="http://schemas.microsoft.com/office/drawing/2014/main" id="{6A2DC598-18FE-44D6-826F-E3F32DEE6369}"/>
              </a:ext>
            </a:extLst>
          </p:cNvPr>
          <p:cNvSpPr>
            <a:spLocks xmlns:a="http://schemas.openxmlformats.org/drawingml/2006/main" noGrp="1"/>
          </p:cNvSpPr>
          <p:nvPr/>
        </p:nvSpPr>
        <p:spPr>
          <a:xfrm xmlns:a="http://schemas.openxmlformats.org/drawingml/2006/main">
            <a:off x="1038225" y="449770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51" name="dp45-comparison / legend_continuation_9 / text 1">
            <a:extLst xmlns:a="http://schemas.openxmlformats.org/drawingml/2006/main">
              <a:ext uri="{FF2B5EF4-FFF2-40B4-BE49-F238E27FC236}">
                <a16:creationId xmlns:a16="http://schemas.microsoft.com/office/drawing/2014/main" id="{7C59A7E7-B1D0-4F2F-A8D5-E39CF1C9FCE9}"/>
              </a:ext>
            </a:extLst>
          </p:cNvPr>
          <p:cNvSpPr>
            <a:spLocks xmlns:a="http://schemas.openxmlformats.org/drawingml/2006/main" noGrp="1"/>
          </p:cNvSpPr>
          <p:nvPr/>
        </p:nvSpPr>
        <p:spPr>
          <a:xfrm xmlns:a="http://schemas.openxmlformats.org/drawingml/2006/main">
            <a:off x="523875" y="4553712"/>
            <a:ext cx="666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Data</a:t>
            </a:r>
          </a:p>
        </p:txBody>
      </p:sp>
      <p:sp>
        <p:nvSpPr>
          <p:cNvPr id="52" name="dp45-comparison / legend_continuation_10 / text 1">
            <a:extLst xmlns:a="http://schemas.openxmlformats.org/drawingml/2006/main">
              <a:ext uri="{FF2B5EF4-FFF2-40B4-BE49-F238E27FC236}">
                <a16:creationId xmlns:a16="http://schemas.microsoft.com/office/drawing/2014/main" id="{DF3AD842-9DBB-40B5-8159-7E5CBCF44355}"/>
              </a:ext>
            </a:extLst>
          </p:cNvPr>
          <p:cNvSpPr>
            <a:spLocks xmlns:a="http://schemas.openxmlformats.org/drawingml/2006/main" noGrp="1"/>
          </p:cNvSpPr>
          <p:nvPr/>
        </p:nvSpPr>
        <p:spPr>
          <a:xfrm xmlns:a="http://schemas.openxmlformats.org/drawingml/2006/main">
            <a:off x="514350" y="4737735"/>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교환 예시</a:t>
            </a:r>
          </a:p>
        </p:txBody>
      </p:sp>
      <p:sp>
        <p:nvSpPr>
          <p:cNvPr id="53" name="dp45-comparison / legend_continuation_11">
            <a:extLst xmlns:a="http://schemas.openxmlformats.org/drawingml/2006/main">
              <a:ext uri="{FF2B5EF4-FFF2-40B4-BE49-F238E27FC236}">
                <a16:creationId xmlns:a16="http://schemas.microsoft.com/office/drawing/2014/main" id="{06A3214A-6E8B-4C37-9A5E-54DF4395B3D1}"/>
              </a:ext>
            </a:extLst>
          </p:cNvPr>
          <p:cNvSpPr>
            <a:spLocks xmlns:a="http://schemas.openxmlformats.org/drawingml/2006/main" noGrp="1"/>
          </p:cNvSpPr>
          <p:nvPr/>
        </p:nvSpPr>
        <p:spPr>
          <a:xfrm xmlns:a="http://schemas.openxmlformats.org/drawingml/2006/main">
            <a:off x="504825" y="4961763"/>
            <a:ext cx="704850" cy="216027"/>
          </a:xfrm>
          <a:prstGeom xmlns:a="http://schemas.openxmlformats.org/drawingml/2006/main" prst="hexagon">
            <a:avLst/>
          </a:prstGeom>
          <a:solidFill xmlns:a="http://schemas.openxmlformats.org/drawingml/2006/main">
            <a:srgbClr val="FFFFFF"/>
          </a:solidFill>
          <a:ln xmlns:a="http://schemas.openxmlformats.org/drawingml/2006/main" w="9525">
            <a:solidFill>
              <a:srgbClr val="000000"/>
            </a:solidFill>
            <a:prstDash val="solid"/>
          </a:ln>
        </p:spPr>
      </p:sp>
      <p:sp>
        <p:nvSpPr>
          <p:cNvPr id="54" name="dp45-comparison / legend_continuation_12 / text 1">
            <a:extLst xmlns:a="http://schemas.openxmlformats.org/drawingml/2006/main">
              <a:ext uri="{FF2B5EF4-FFF2-40B4-BE49-F238E27FC236}">
                <a16:creationId xmlns:a16="http://schemas.microsoft.com/office/drawing/2014/main" id="{99A96383-C66B-409B-A0D9-EAE082A889BF}"/>
              </a:ext>
            </a:extLst>
          </p:cNvPr>
          <p:cNvSpPr>
            <a:spLocks xmlns:a="http://schemas.openxmlformats.org/drawingml/2006/main" noGrp="1"/>
          </p:cNvSpPr>
          <p:nvPr/>
        </p:nvSpPr>
        <p:spPr>
          <a:xfrm xmlns:a="http://schemas.openxmlformats.org/drawingml/2006/main">
            <a:off x="590550" y="5017770"/>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LLM</a:t>
            </a:r>
          </a:p>
        </p:txBody>
      </p:sp>
      <p:sp>
        <p:nvSpPr>
          <p:cNvPr id="55" name="dp45-comparison / legend_continuation_13 / text 1">
            <a:extLst xmlns:a="http://schemas.openxmlformats.org/drawingml/2006/main">
              <a:ext uri="{FF2B5EF4-FFF2-40B4-BE49-F238E27FC236}">
                <a16:creationId xmlns:a16="http://schemas.microsoft.com/office/drawing/2014/main" id="{7C0CE6FF-7DCC-48E7-9314-5556A09947E7}"/>
              </a:ext>
            </a:extLst>
          </p:cNvPr>
          <p:cNvSpPr>
            <a:spLocks xmlns:a="http://schemas.openxmlformats.org/drawingml/2006/main" noGrp="1"/>
          </p:cNvSpPr>
          <p:nvPr/>
        </p:nvSpPr>
        <p:spPr>
          <a:xfrm xmlns:a="http://schemas.openxmlformats.org/drawingml/2006/main">
            <a:off x="514350" y="5201793"/>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외부 모델</a:t>
            </a:r>
          </a:p>
        </p:txBody>
      </p:sp>
      <p:sp>
        <p:nvSpPr>
          <p:cNvPr id="56" name="dp45-comparison / legend_continuation_14">
            <a:extLst xmlns:a="http://schemas.openxmlformats.org/drawingml/2006/main">
              <a:ext uri="{FF2B5EF4-FFF2-40B4-BE49-F238E27FC236}">
                <a16:creationId xmlns:a16="http://schemas.microsoft.com/office/drawing/2014/main" id="{A0051BEC-CAD5-416A-B223-2B7ADCE2E507}"/>
              </a:ext>
            </a:extLst>
          </p:cNvPr>
          <p:cNvSpPr>
            <a:spLocks xmlns:a="http://schemas.openxmlformats.org/drawingml/2006/main" noGrp="1"/>
          </p:cNvSpPr>
          <p:nvPr/>
        </p:nvSpPr>
        <p:spPr>
          <a:xfrm xmlns:a="http://schemas.openxmlformats.org/drawingml/2006/main">
            <a:off x="504825" y="5433822"/>
            <a:ext cx="704850" cy="216027"/>
          </a:xfrm>
          <a:prstGeom xmlns:a="http://schemas.openxmlformats.org/drawingml/2006/main" prst="roundRect">
            <a:avLst>
              <a:gd name="adj" fmla="val 35273"/>
            </a:avLst>
          </a:prstGeom>
          <a:solidFill xmlns:a="http://schemas.openxmlformats.org/drawingml/2006/main">
            <a:srgbClr val="FFF0DD"/>
          </a:solidFill>
          <a:ln xmlns:a="http://schemas.openxmlformats.org/drawingml/2006/main" w="9525">
            <a:solidFill>
              <a:srgbClr val="B8753F"/>
            </a:solidFill>
            <a:prstDash val="solid"/>
          </a:ln>
        </p:spPr>
      </p:sp>
      <p:sp>
        <p:nvSpPr>
          <p:cNvPr id="57" name="dp45-comparison / legend_continuation_15 / text 1">
            <a:extLst xmlns:a="http://schemas.openxmlformats.org/drawingml/2006/main">
              <a:ext uri="{FF2B5EF4-FFF2-40B4-BE49-F238E27FC236}">
                <a16:creationId xmlns:a16="http://schemas.microsoft.com/office/drawing/2014/main" id="{B79E5CFA-6773-4595-81EC-D9FF7EF37BC4}"/>
              </a:ext>
            </a:extLst>
          </p:cNvPr>
          <p:cNvSpPr>
            <a:spLocks xmlns:a="http://schemas.openxmlformats.org/drawingml/2006/main" noGrp="1"/>
          </p:cNvSpPr>
          <p:nvPr/>
        </p:nvSpPr>
        <p:spPr>
          <a:xfrm xmlns:a="http://schemas.openxmlformats.org/drawingml/2006/main">
            <a:off x="590550" y="5489829"/>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Module</a:t>
            </a:r>
          </a:p>
        </p:txBody>
      </p:sp>
      <p:sp>
        <p:nvSpPr>
          <p:cNvPr id="58" name="dp45-comparison / legend_continuation_16 / text 1">
            <a:extLst xmlns:a="http://schemas.openxmlformats.org/drawingml/2006/main">
              <a:ext uri="{FF2B5EF4-FFF2-40B4-BE49-F238E27FC236}">
                <a16:creationId xmlns:a16="http://schemas.microsoft.com/office/drawing/2014/main" id="{76959A61-0B29-41A2-99F5-5B12CBAD5C0F}"/>
              </a:ext>
            </a:extLst>
          </p:cNvPr>
          <p:cNvSpPr>
            <a:spLocks xmlns:a="http://schemas.openxmlformats.org/drawingml/2006/main" noGrp="1"/>
          </p:cNvSpPr>
          <p:nvPr/>
        </p:nvSpPr>
        <p:spPr>
          <a:xfrm xmlns:a="http://schemas.openxmlformats.org/drawingml/2006/main">
            <a:off x="514350" y="5673852"/>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차이: 살구색</a:t>
            </a:r>
          </a:p>
        </p:txBody>
      </p:sp>
      <p:sp>
        <p:nvSpPr>
          <p:cNvPr id="59" name="dp45-comparison / legend_continuation_17">
            <a:extLst xmlns:a="http://schemas.openxmlformats.org/drawingml/2006/main">
              <a:ext uri="{FF2B5EF4-FFF2-40B4-BE49-F238E27FC236}">
                <a16:creationId xmlns:a16="http://schemas.microsoft.com/office/drawing/2014/main" id="{AD5825EF-8259-4EFD-908D-D5B57314F3B3}"/>
              </a:ext>
            </a:extLst>
          </p:cNvPr>
          <p:cNvSpPr>
            <a:spLocks xmlns:a="http://schemas.openxmlformats.org/drawingml/2006/main" noGrp="1"/>
          </p:cNvSpPr>
          <p:nvPr/>
        </p:nvSpPr>
        <p:spPr>
          <a:xfrm xmlns:a="http://schemas.openxmlformats.org/drawingml/2006/main">
            <a:off x="504825" y="5865876"/>
            <a:ext cx="704850" cy="216027"/>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60" name="dp45-comparison / legend_continuation_18 / text 1">
            <a:extLst xmlns:a="http://schemas.openxmlformats.org/drawingml/2006/main">
              <a:ext uri="{FF2B5EF4-FFF2-40B4-BE49-F238E27FC236}">
                <a16:creationId xmlns:a16="http://schemas.microsoft.com/office/drawing/2014/main" id="{4BBD1DF9-4F93-4453-A6BA-6DA8846A9CE6}"/>
              </a:ext>
            </a:extLst>
          </p:cNvPr>
          <p:cNvSpPr>
            <a:spLocks xmlns:a="http://schemas.openxmlformats.org/drawingml/2006/main" noGrp="1"/>
          </p:cNvSpPr>
          <p:nvPr/>
        </p:nvSpPr>
        <p:spPr>
          <a:xfrm xmlns:a="http://schemas.openxmlformats.org/drawingml/2006/main">
            <a:off x="590550" y="5961888"/>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18232E"/>
                </a:solidFill>
                <a:latin typeface="Apple SD Gothic Neo"/>
                <a:ea typeface="Apple SD Gothic Neo"/>
                <a:cs typeface="Apple SD Gothic Neo"/>
              </a:defRPr>
            </a:pPr>
            <a:r>
              <a:rPr sz="750" b="0">
                <a:solidFill>
                  <a:srgbClr val="18232E"/>
                </a:solidFill>
                <a:latin typeface="Apple SD Gothic Neo"/>
                <a:ea typeface="Apple SD Gothic Neo"/>
                <a:cs typeface="Apple SD Gothic Neo"/>
              </a:rPr>
              <a:t>State</a:t>
            </a:r>
          </a:p>
        </p:txBody>
      </p:sp>
      <p:sp>
        <p:nvSpPr>
          <p:cNvPr id="61" name="dp45-comparison / legend_continuation_19 / text 1">
            <a:extLst xmlns:a="http://schemas.openxmlformats.org/drawingml/2006/main">
              <a:ext uri="{FF2B5EF4-FFF2-40B4-BE49-F238E27FC236}">
                <a16:creationId xmlns:a16="http://schemas.microsoft.com/office/drawing/2014/main" id="{D9C483BC-6BD6-418C-A531-40016459E995}"/>
              </a:ext>
            </a:extLst>
          </p:cNvPr>
          <p:cNvSpPr>
            <a:spLocks xmlns:a="http://schemas.openxmlformats.org/drawingml/2006/main" noGrp="1"/>
          </p:cNvSpPr>
          <p:nvPr/>
        </p:nvSpPr>
        <p:spPr>
          <a:xfrm xmlns:a="http://schemas.openxmlformats.org/drawingml/2006/main">
            <a:off x="514350" y="6113907"/>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소유 상태</a:t>
            </a:r>
          </a:p>
        </p:txBody>
      </p:sp>
      <p:sp>
        <p:nvSpPr>
          <p:cNvPr id="62" name="dp45-comparison / legend_continuation_20 / path">
            <a:extLst xmlns:a="http://schemas.openxmlformats.org/drawingml/2006/main">
              <a:ext uri="{FF2B5EF4-FFF2-40B4-BE49-F238E27FC236}">
                <a16:creationId xmlns:a16="http://schemas.microsoft.com/office/drawing/2014/main" id="{844F7EA7-2281-4D35-A5BB-1750CE149AE5}"/>
              </a:ext>
            </a:extLst>
          </p:cNvPr>
          <p:cNvSpPr>
            <a:spLocks xmlns:a="http://schemas.openxmlformats.org/drawingml/2006/main" noGrp="1"/>
          </p:cNvSpPr>
          <p:nvPr/>
        </p:nvSpPr>
        <p:spPr>
          <a:xfrm xmlns:a="http://schemas.openxmlformats.org/drawingml/2006/main">
            <a:off x="514350" y="6345936"/>
            <a:ext cx="390525" cy="953"/>
          </a:xfrm>
          <a:custGeom xmlns:a="http://schemas.openxmlformats.org/drawingml/2006/main">
            <a:pathLst>
              <a:path w="390525" h="953">
                <a:moveTo>
                  <a:pt x="0" y="0"/>
                </a:moveTo>
                <a:lnTo>
                  <a:pt x="390525" y="0"/>
                </a:lnTo>
              </a:path>
            </a:pathLst>
          </a:custGeom>
          <a:noFill xmlns:a="http://schemas.openxmlformats.org/drawingml/2006/main"/>
          <a:ln xmlns:a="http://schemas.openxmlformats.org/drawingml/2006/main" w="10478">
            <a:solidFill>
              <a:srgbClr val="000000"/>
            </a:solidFill>
            <a:prstDash val="solid"/>
          </a:ln>
        </p:spPr>
      </p:sp>
      <p:sp>
        <p:nvSpPr>
          <p:cNvPr id="63" name="dp45-comparison / legend_continuation_20 / arrow">
            <a:extLst xmlns:a="http://schemas.openxmlformats.org/drawingml/2006/main">
              <a:ext uri="{FF2B5EF4-FFF2-40B4-BE49-F238E27FC236}">
                <a16:creationId xmlns:a16="http://schemas.microsoft.com/office/drawing/2014/main" id="{446AE336-7F9B-430A-B559-F1D32EDFA2AF}"/>
              </a:ext>
            </a:extLst>
          </p:cNvPr>
          <p:cNvSpPr>
            <a:spLocks xmlns:a="http://schemas.openxmlformats.org/drawingml/2006/main" noGrp="1"/>
          </p:cNvSpPr>
          <p:nvPr/>
        </p:nvSpPr>
        <p:spPr>
          <a:xfrm xmlns:a="http://schemas.openxmlformats.org/drawingml/2006/main">
            <a:off x="837819" y="6312408"/>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64" name="dp45-comparison / legend_continuation_21 / text 1">
            <a:extLst xmlns:a="http://schemas.openxmlformats.org/drawingml/2006/main">
              <a:ext uri="{FF2B5EF4-FFF2-40B4-BE49-F238E27FC236}">
                <a16:creationId xmlns:a16="http://schemas.microsoft.com/office/drawing/2014/main" id="{986E9A34-39D8-4D43-A561-4BAF6C183EAA}"/>
              </a:ext>
            </a:extLst>
          </p:cNvPr>
          <p:cNvSpPr>
            <a:spLocks xmlns:a="http://schemas.openxmlformats.org/drawingml/2006/main" noGrp="1"/>
          </p:cNvSpPr>
          <p:nvPr/>
        </p:nvSpPr>
        <p:spPr>
          <a:xfrm xmlns:a="http://schemas.openxmlformats.org/drawingml/2006/main">
            <a:off x="962025" y="6289929"/>
            <a:ext cx="285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요청</a:t>
            </a:r>
          </a:p>
        </p:txBody>
      </p:sp>
      <p:sp>
        <p:nvSpPr>
          <p:cNvPr id="65" name="dp45-comparison / legend_continuation_22 / path">
            <a:extLst xmlns:a="http://schemas.openxmlformats.org/drawingml/2006/main">
              <a:ext uri="{FF2B5EF4-FFF2-40B4-BE49-F238E27FC236}">
                <a16:creationId xmlns:a16="http://schemas.microsoft.com/office/drawing/2014/main" id="{DF96F52B-4496-4F22-9802-B457657D88D1}"/>
              </a:ext>
            </a:extLst>
          </p:cNvPr>
          <p:cNvSpPr>
            <a:spLocks xmlns:a="http://schemas.openxmlformats.org/drawingml/2006/main" noGrp="1"/>
          </p:cNvSpPr>
          <p:nvPr/>
        </p:nvSpPr>
        <p:spPr>
          <a:xfrm xmlns:a="http://schemas.openxmlformats.org/drawingml/2006/main">
            <a:off x="514350" y="6513957"/>
            <a:ext cx="390525" cy="953"/>
          </a:xfrm>
          <a:custGeom xmlns:a="http://schemas.openxmlformats.org/drawingml/2006/main">
            <a:pathLst>
              <a:path w="390525" h="953">
                <a:moveTo>
                  <a:pt x="0" y="0"/>
                </a:moveTo>
                <a:lnTo>
                  <a:pt x="390525" y="0"/>
                </a:lnTo>
              </a:path>
            </a:pathLst>
          </a:custGeom>
          <a:noFill xmlns:a="http://schemas.openxmlformats.org/drawingml/2006/main"/>
          <a:ln xmlns:a="http://schemas.openxmlformats.org/drawingml/2006/main" w="10478">
            <a:solidFill>
              <a:srgbClr val="000000"/>
            </a:solidFill>
            <a:prstDash val="dash"/>
          </a:ln>
        </p:spPr>
      </p:sp>
      <p:sp>
        <p:nvSpPr>
          <p:cNvPr id="66" name="dp45-comparison / legend_continuation_22 / arrow">
            <a:extLst xmlns:a="http://schemas.openxmlformats.org/drawingml/2006/main">
              <a:ext uri="{FF2B5EF4-FFF2-40B4-BE49-F238E27FC236}">
                <a16:creationId xmlns:a16="http://schemas.microsoft.com/office/drawing/2014/main" id="{3F83018E-A48E-4FF4-BEDE-5BE0A853F241}"/>
              </a:ext>
            </a:extLst>
          </p:cNvPr>
          <p:cNvSpPr>
            <a:spLocks xmlns:a="http://schemas.openxmlformats.org/drawingml/2006/main" noGrp="1"/>
          </p:cNvSpPr>
          <p:nvPr/>
        </p:nvSpPr>
        <p:spPr>
          <a:xfrm xmlns:a="http://schemas.openxmlformats.org/drawingml/2006/main">
            <a:off x="837819" y="6480429"/>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67" name="dp45-comparison / legend_continuation_23 / text 1">
            <a:extLst xmlns:a="http://schemas.openxmlformats.org/drawingml/2006/main">
              <a:ext uri="{FF2B5EF4-FFF2-40B4-BE49-F238E27FC236}">
                <a16:creationId xmlns:a16="http://schemas.microsoft.com/office/drawing/2014/main" id="{F8881E7C-681B-4AA5-9132-86695694CCDE}"/>
              </a:ext>
            </a:extLst>
          </p:cNvPr>
          <p:cNvSpPr>
            <a:spLocks xmlns:a="http://schemas.openxmlformats.org/drawingml/2006/main" noGrp="1"/>
          </p:cNvSpPr>
          <p:nvPr/>
        </p:nvSpPr>
        <p:spPr>
          <a:xfrm xmlns:a="http://schemas.openxmlformats.org/drawingml/2006/main">
            <a:off x="962025" y="6457950"/>
            <a:ext cx="285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반환</a:t>
            </a:r>
          </a:p>
        </p:txBody>
      </p:sp>
      <p:sp>
        <p:nvSpPr>
          <p:cNvPr id="68" name="dp45-comparison / legend_continuation_24 / text 1">
            <a:extLst xmlns:a="http://schemas.openxmlformats.org/drawingml/2006/main">
              <a:ext uri="{FF2B5EF4-FFF2-40B4-BE49-F238E27FC236}">
                <a16:creationId xmlns:a16="http://schemas.microsoft.com/office/drawing/2014/main" id="{336D6C12-8F72-4AF1-8596-EA07E569E44E}"/>
              </a:ext>
            </a:extLst>
          </p:cNvPr>
          <p:cNvSpPr>
            <a:spLocks xmlns:a="http://schemas.openxmlformats.org/drawingml/2006/main" noGrp="1"/>
          </p:cNvSpPr>
          <p:nvPr/>
        </p:nvSpPr>
        <p:spPr>
          <a:xfrm xmlns:a="http://schemas.openxmlformats.org/drawingml/2006/main">
            <a:off x="514350" y="6721983"/>
            <a:ext cx="7239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아래: 순서도</a:t>
            </a:r>
          </a:p>
        </p:txBody>
      </p:sp>
      <p:sp>
        <p:nvSpPr>
          <p:cNvPr id="69" name="dp45-comparison / legend_continuation_25">
            <a:extLst xmlns:a="http://schemas.openxmlformats.org/drawingml/2006/main">
              <a:ext uri="{FF2B5EF4-FFF2-40B4-BE49-F238E27FC236}">
                <a16:creationId xmlns:a16="http://schemas.microsoft.com/office/drawing/2014/main" id="{A1D5678D-835C-4EED-B16E-97D1BE8086FE}"/>
              </a:ext>
            </a:extLst>
          </p:cNvPr>
          <p:cNvSpPr>
            <a:spLocks xmlns:a="http://schemas.openxmlformats.org/drawingml/2006/main" noGrp="1"/>
          </p:cNvSpPr>
          <p:nvPr/>
        </p:nvSpPr>
        <p:spPr>
          <a:xfrm xmlns:a="http://schemas.openxmlformats.org/drawingml/2006/main">
            <a:off x="504825" y="6898005"/>
            <a:ext cx="285750" cy="144018"/>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70" name="dp45-comparison / legend_continuation_26 / text 1">
            <a:extLst xmlns:a="http://schemas.openxmlformats.org/drawingml/2006/main">
              <a:ext uri="{FF2B5EF4-FFF2-40B4-BE49-F238E27FC236}">
                <a16:creationId xmlns:a16="http://schemas.microsoft.com/office/drawing/2014/main" id="{203CC53E-9E99-40E5-8047-1523DE84F0AC}"/>
              </a:ext>
            </a:extLst>
          </p:cNvPr>
          <p:cNvSpPr>
            <a:spLocks xmlns:a="http://schemas.openxmlformats.org/drawingml/2006/main" noGrp="1"/>
          </p:cNvSpPr>
          <p:nvPr/>
        </p:nvSpPr>
        <p:spPr>
          <a:xfrm xmlns:a="http://schemas.openxmlformats.org/drawingml/2006/main">
            <a:off x="590550" y="6918008"/>
            <a:ext cx="1143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r>
              <a:t/>
            </a:r>
          </a:p>
        </p:txBody>
      </p:sp>
      <p:sp>
        <p:nvSpPr>
          <p:cNvPr id="71" name="dp45-comparison / legend_continuation_27 / text 1">
            <a:extLst xmlns:a="http://schemas.openxmlformats.org/drawingml/2006/main">
              <a:ext uri="{FF2B5EF4-FFF2-40B4-BE49-F238E27FC236}">
                <a16:creationId xmlns:a16="http://schemas.microsoft.com/office/drawing/2014/main" id="{D415AF75-1B81-40AB-8226-E2D720C87E9A}"/>
              </a:ext>
            </a:extLst>
          </p:cNvPr>
          <p:cNvSpPr>
            <a:spLocks xmlns:a="http://schemas.openxmlformats.org/drawingml/2006/main" noGrp="1"/>
          </p:cNvSpPr>
          <p:nvPr/>
        </p:nvSpPr>
        <p:spPr>
          <a:xfrm xmlns:a="http://schemas.openxmlformats.org/drawingml/2006/main">
            <a:off x="847725" y="6922008"/>
            <a:ext cx="3333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동작</a:t>
            </a:r>
          </a:p>
        </p:txBody>
      </p:sp>
      <p:sp>
        <p:nvSpPr>
          <p:cNvPr id="72" name="dp45-comparison / legend_continuation_28">
            <a:extLst xmlns:a="http://schemas.openxmlformats.org/drawingml/2006/main">
              <a:ext uri="{FF2B5EF4-FFF2-40B4-BE49-F238E27FC236}">
                <a16:creationId xmlns:a16="http://schemas.microsoft.com/office/drawing/2014/main" id="{BD7E38DE-0267-43B3-B646-2DB1611BF3B8}"/>
              </a:ext>
            </a:extLst>
          </p:cNvPr>
          <p:cNvSpPr>
            <a:spLocks xmlns:a="http://schemas.openxmlformats.org/drawingml/2006/main" noGrp="1"/>
          </p:cNvSpPr>
          <p:nvPr/>
        </p:nvSpPr>
        <p:spPr>
          <a:xfrm xmlns:a="http://schemas.openxmlformats.org/drawingml/2006/main">
            <a:off x="504825" y="7162038"/>
            <a:ext cx="285750" cy="144018"/>
          </a:xfrm>
          <a:prstGeom xmlns:a="http://schemas.openxmlformats.org/drawingml/2006/main" prst="diamond">
            <a:avLst/>
          </a:prstGeom>
          <a:solidFill xmlns:a="http://schemas.openxmlformats.org/drawingml/2006/main">
            <a:srgbClr val="FFFFFF"/>
          </a:solidFill>
          <a:ln xmlns:a="http://schemas.openxmlformats.org/drawingml/2006/main" w="9525">
            <a:solidFill>
              <a:srgbClr val="000000"/>
            </a:solidFill>
            <a:prstDash val="solid"/>
          </a:ln>
        </p:spPr>
      </p:sp>
      <p:sp>
        <p:nvSpPr>
          <p:cNvPr id="73" name="dp45-comparison / legend_continuation_29 / text 1">
            <a:extLst xmlns:a="http://schemas.openxmlformats.org/drawingml/2006/main">
              <a:ext uri="{FF2B5EF4-FFF2-40B4-BE49-F238E27FC236}">
                <a16:creationId xmlns:a16="http://schemas.microsoft.com/office/drawing/2014/main" id="{F564EB89-5B7A-4AAB-B70B-9E44115DABCB}"/>
              </a:ext>
            </a:extLst>
          </p:cNvPr>
          <p:cNvSpPr>
            <a:spLocks xmlns:a="http://schemas.openxmlformats.org/drawingml/2006/main" noGrp="1"/>
          </p:cNvSpPr>
          <p:nvPr/>
        </p:nvSpPr>
        <p:spPr>
          <a:xfrm xmlns:a="http://schemas.openxmlformats.org/drawingml/2006/main">
            <a:off x="590550" y="7182041"/>
            <a:ext cx="1143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r>
              <a:t/>
            </a:r>
          </a:p>
        </p:txBody>
      </p:sp>
      <p:sp>
        <p:nvSpPr>
          <p:cNvPr id="74" name="dp45-comparison / legend_continuation_30 / text 1">
            <a:extLst xmlns:a="http://schemas.openxmlformats.org/drawingml/2006/main">
              <a:ext uri="{FF2B5EF4-FFF2-40B4-BE49-F238E27FC236}">
                <a16:creationId xmlns:a16="http://schemas.microsoft.com/office/drawing/2014/main" id="{37896095-FA61-4971-A7BC-5999024AF08D}"/>
              </a:ext>
            </a:extLst>
          </p:cNvPr>
          <p:cNvSpPr>
            <a:spLocks xmlns:a="http://schemas.openxmlformats.org/drawingml/2006/main" noGrp="1"/>
          </p:cNvSpPr>
          <p:nvPr/>
        </p:nvSpPr>
        <p:spPr>
          <a:xfrm xmlns:a="http://schemas.openxmlformats.org/drawingml/2006/main">
            <a:off x="847725" y="7186041"/>
            <a:ext cx="3333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분기</a:t>
            </a:r>
          </a:p>
        </p:txBody>
      </p:sp>
      <p:sp>
        <p:nvSpPr>
          <p:cNvPr id="75" name="dp45-comparison / n72">
            <a:extLst xmlns:a="http://schemas.openxmlformats.org/drawingml/2006/main">
              <a:ext uri="{FF2B5EF4-FFF2-40B4-BE49-F238E27FC236}">
                <a16:creationId xmlns:a16="http://schemas.microsoft.com/office/drawing/2014/main" id="{EDBB8967-FD66-4E9E-B26E-D21496D69EEA}"/>
              </a:ext>
            </a:extLst>
          </p:cNvPr>
          <p:cNvSpPr>
            <a:spLocks xmlns:a="http://schemas.openxmlformats.org/drawingml/2006/main" noGrp="1"/>
          </p:cNvSpPr>
          <p:nvPr/>
        </p:nvSpPr>
        <p:spPr>
          <a:xfrm xmlns:a="http://schemas.openxmlformats.org/drawingml/2006/main">
            <a:off x="1666875" y="2409825"/>
            <a:ext cx="2381250"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76" name="dp45-comparison / n73 / text 1">
            <a:extLst xmlns:a="http://schemas.openxmlformats.org/drawingml/2006/main">
              <a:ext uri="{FF2B5EF4-FFF2-40B4-BE49-F238E27FC236}">
                <a16:creationId xmlns:a16="http://schemas.microsoft.com/office/drawing/2014/main" id="{6AE6E6EB-6D0E-4FAF-A359-A3E841E45BB8}"/>
              </a:ext>
            </a:extLst>
          </p:cNvPr>
          <p:cNvSpPr>
            <a:spLocks xmlns:a="http://schemas.openxmlformats.org/drawingml/2006/main" noGrp="1"/>
          </p:cNvSpPr>
          <p:nvPr/>
        </p:nvSpPr>
        <p:spPr>
          <a:xfrm xmlns:a="http://schemas.openxmlformats.org/drawingml/2006/main">
            <a:off x="1752600" y="2456974"/>
            <a:ext cx="22098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Request Interpreter</a:t>
            </a:r>
          </a:p>
        </p:txBody>
      </p:sp>
      <p:sp>
        <p:nvSpPr>
          <p:cNvPr id="77" name="dp45-comparison / n74">
            <a:extLst xmlns:a="http://schemas.openxmlformats.org/drawingml/2006/main">
              <a:ext uri="{FF2B5EF4-FFF2-40B4-BE49-F238E27FC236}">
                <a16:creationId xmlns:a16="http://schemas.microsoft.com/office/drawing/2014/main" id="{B881AE6B-F1CC-4C91-81D3-64F8C1002B30}"/>
              </a:ext>
            </a:extLst>
          </p:cNvPr>
          <p:cNvSpPr>
            <a:spLocks xmlns:a="http://schemas.openxmlformats.org/drawingml/2006/main" noGrp="1"/>
          </p:cNvSpPr>
          <p:nvPr/>
        </p:nvSpPr>
        <p:spPr>
          <a:xfrm xmlns:a="http://schemas.openxmlformats.org/drawingml/2006/main">
            <a:off x="4572000" y="2409825"/>
            <a:ext cx="2238375"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78" name="dp45-comparison / n75 / text 1">
            <a:extLst xmlns:a="http://schemas.openxmlformats.org/drawingml/2006/main">
              <a:ext uri="{FF2B5EF4-FFF2-40B4-BE49-F238E27FC236}">
                <a16:creationId xmlns:a16="http://schemas.microsoft.com/office/drawing/2014/main" id="{6F95E305-E8C6-41A9-A268-B0B295869025}"/>
              </a:ext>
            </a:extLst>
          </p:cNvPr>
          <p:cNvSpPr>
            <a:spLocks xmlns:a="http://schemas.openxmlformats.org/drawingml/2006/main" noGrp="1"/>
          </p:cNvSpPr>
          <p:nvPr/>
        </p:nvSpPr>
        <p:spPr>
          <a:xfrm xmlns:a="http://schemas.openxmlformats.org/drawingml/2006/main">
            <a:off x="4657725" y="2456974"/>
            <a:ext cx="2066925"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Response Manager</a:t>
            </a:r>
          </a:p>
        </p:txBody>
      </p:sp>
      <p:sp>
        <p:nvSpPr>
          <p:cNvPr id="79" name="dp45-comparison / n76">
            <a:extLst xmlns:a="http://schemas.openxmlformats.org/drawingml/2006/main">
              <a:ext uri="{FF2B5EF4-FFF2-40B4-BE49-F238E27FC236}">
                <a16:creationId xmlns:a16="http://schemas.microsoft.com/office/drawing/2014/main" id="{29FFA2A9-4E94-4EAA-A7F7-00C06F0CD3A8}"/>
              </a:ext>
            </a:extLst>
          </p:cNvPr>
          <p:cNvSpPr>
            <a:spLocks xmlns:a="http://schemas.openxmlformats.org/drawingml/2006/main" noGrp="1"/>
          </p:cNvSpPr>
          <p:nvPr/>
        </p:nvSpPr>
        <p:spPr>
          <a:xfrm xmlns:a="http://schemas.openxmlformats.org/drawingml/2006/main">
            <a:off x="7096125" y="2409825"/>
            <a:ext cx="2190750"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80" name="dp45-comparison / n77 / text 1">
            <a:extLst xmlns:a="http://schemas.openxmlformats.org/drawingml/2006/main">
              <a:ext uri="{FF2B5EF4-FFF2-40B4-BE49-F238E27FC236}">
                <a16:creationId xmlns:a16="http://schemas.microsoft.com/office/drawing/2014/main" id="{795AA238-0EDD-4DEE-A01C-700065189F3D}"/>
              </a:ext>
            </a:extLst>
          </p:cNvPr>
          <p:cNvSpPr>
            <a:spLocks xmlns:a="http://schemas.openxmlformats.org/drawingml/2006/main" noGrp="1"/>
          </p:cNvSpPr>
          <p:nvPr/>
        </p:nvSpPr>
        <p:spPr>
          <a:xfrm xmlns:a="http://schemas.openxmlformats.org/drawingml/2006/main">
            <a:off x="7181850" y="2450783"/>
            <a:ext cx="20193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Task Manager</a:t>
            </a:r>
          </a:p>
        </p:txBody>
      </p:sp>
      <p:sp>
        <p:nvSpPr>
          <p:cNvPr id="81" name="dp45-comparison / n88">
            <a:extLst xmlns:a="http://schemas.openxmlformats.org/drawingml/2006/main">
              <a:ext uri="{FF2B5EF4-FFF2-40B4-BE49-F238E27FC236}">
                <a16:creationId xmlns:a16="http://schemas.microsoft.com/office/drawing/2014/main" id="{862E52BA-81D8-4D83-849D-7B83456D1F2C}"/>
              </a:ext>
            </a:extLst>
          </p:cNvPr>
          <p:cNvSpPr>
            <a:spLocks xmlns:a="http://schemas.openxmlformats.org/drawingml/2006/main" noGrp="1"/>
          </p:cNvSpPr>
          <p:nvPr/>
        </p:nvSpPr>
        <p:spPr>
          <a:xfrm xmlns:a="http://schemas.openxmlformats.org/drawingml/2006/main">
            <a:off x="1571625" y="3276600"/>
            <a:ext cx="7715250" cy="27051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82" name="dp45-comparison / n89 / text 1">
            <a:extLst xmlns:a="http://schemas.openxmlformats.org/drawingml/2006/main">
              <a:ext uri="{FF2B5EF4-FFF2-40B4-BE49-F238E27FC236}">
                <a16:creationId xmlns:a16="http://schemas.microsoft.com/office/drawing/2014/main" id="{77E66E14-8BEA-4853-860A-FFBDB90BC006}"/>
              </a:ext>
            </a:extLst>
          </p:cNvPr>
          <p:cNvSpPr>
            <a:spLocks xmlns:a="http://schemas.openxmlformats.org/drawingml/2006/main" noGrp="1"/>
          </p:cNvSpPr>
          <p:nvPr/>
        </p:nvSpPr>
        <p:spPr>
          <a:xfrm xmlns:a="http://schemas.openxmlformats.org/drawingml/2006/main">
            <a:off x="1695450" y="3371850"/>
            <a:ext cx="74676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Context Manager</a:t>
            </a:r>
          </a:p>
        </p:txBody>
      </p:sp>
      <p:sp>
        <p:nvSpPr>
          <p:cNvPr id="83" name="dp45-comparison / n90">
            <a:extLst xmlns:a="http://schemas.openxmlformats.org/drawingml/2006/main">
              <a:ext uri="{FF2B5EF4-FFF2-40B4-BE49-F238E27FC236}">
                <a16:creationId xmlns:a16="http://schemas.microsoft.com/office/drawing/2014/main" id="{79DAEF86-897A-4228-8FA2-997CC4CCCAE6}"/>
              </a:ext>
            </a:extLst>
          </p:cNvPr>
          <p:cNvSpPr>
            <a:spLocks xmlns:a="http://schemas.openxmlformats.org/drawingml/2006/main" noGrp="1"/>
          </p:cNvSpPr>
          <p:nvPr/>
        </p:nvSpPr>
        <p:spPr>
          <a:xfrm xmlns:a="http://schemas.openxmlformats.org/drawingml/2006/main">
            <a:off x="1857375" y="3752850"/>
            <a:ext cx="2571750" cy="361950"/>
          </a:xfrm>
          <a:prstGeom xmlns:a="http://schemas.openxmlformats.org/drawingml/2006/main" prst="roundRect">
            <a:avLst>
              <a:gd name="adj" fmla="val 21053"/>
            </a:avLst>
          </a:prstGeom>
          <a:solidFill xmlns:a="http://schemas.openxmlformats.org/drawingml/2006/main">
            <a:srgbClr val="FFF0DD"/>
          </a:solidFill>
          <a:ln xmlns:a="http://schemas.openxmlformats.org/drawingml/2006/main" w="17145">
            <a:solidFill>
              <a:srgbClr val="B8753F"/>
            </a:solidFill>
            <a:prstDash val="solid"/>
          </a:ln>
        </p:spPr>
      </p:sp>
      <p:sp>
        <p:nvSpPr>
          <p:cNvPr id="84" name="dp45-comparison / n91 / text 1">
            <a:extLst xmlns:a="http://schemas.openxmlformats.org/drawingml/2006/main">
              <a:ext uri="{FF2B5EF4-FFF2-40B4-BE49-F238E27FC236}">
                <a16:creationId xmlns:a16="http://schemas.microsoft.com/office/drawing/2014/main" id="{96388BE6-5002-4E1C-BA98-BCAC4860C7DF}"/>
              </a:ext>
            </a:extLst>
          </p:cNvPr>
          <p:cNvSpPr>
            <a:spLocks xmlns:a="http://schemas.openxmlformats.org/drawingml/2006/main" noGrp="1"/>
          </p:cNvSpPr>
          <p:nvPr/>
        </p:nvSpPr>
        <p:spPr>
          <a:xfrm xmlns:a="http://schemas.openxmlformats.org/drawingml/2006/main">
            <a:off x="1943100" y="3816191"/>
            <a:ext cx="24003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25" b="1">
                <a:solidFill>
                  <a:srgbClr val="000000"/>
                </a:solidFill>
                <a:latin typeface="Apple SD Gothic Neo"/>
                <a:ea typeface="Apple SD Gothic Neo"/>
                <a:cs typeface="Apple SD Gothic Neo"/>
              </a:defRPr>
            </a:pPr>
            <a:r>
              <a:rPr sz="1425" b="1">
                <a:solidFill>
                  <a:srgbClr val="000000"/>
                </a:solidFill>
                <a:latin typeface="Apple SD Gothic Neo"/>
                <a:ea typeface="Apple SD Gothic Neo"/>
                <a:cs typeface="Apple SD Gothic Neo"/>
              </a:rPr>
              <a:t>Context Composer</a:t>
            </a:r>
          </a:p>
        </p:txBody>
      </p:sp>
      <p:sp>
        <p:nvSpPr>
          <p:cNvPr id="85" name="dp45-comparison / n92">
            <a:extLst xmlns:a="http://schemas.openxmlformats.org/drawingml/2006/main">
              <a:ext uri="{FF2B5EF4-FFF2-40B4-BE49-F238E27FC236}">
                <a16:creationId xmlns:a16="http://schemas.microsoft.com/office/drawing/2014/main" id="{2F20C446-9F14-48CE-B5A7-DDDCE550DC1D}"/>
              </a:ext>
            </a:extLst>
          </p:cNvPr>
          <p:cNvSpPr>
            <a:spLocks xmlns:a="http://schemas.openxmlformats.org/drawingml/2006/main" noGrp="1"/>
          </p:cNvSpPr>
          <p:nvPr/>
        </p:nvSpPr>
        <p:spPr>
          <a:xfrm xmlns:a="http://schemas.openxmlformats.org/drawingml/2006/main">
            <a:off x="1857375" y="5191125"/>
            <a:ext cx="2571750" cy="381000"/>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86" name="dp45-comparison / n93 / text 1">
            <a:extLst xmlns:a="http://schemas.openxmlformats.org/drawingml/2006/main">
              <a:ext uri="{FF2B5EF4-FFF2-40B4-BE49-F238E27FC236}">
                <a16:creationId xmlns:a16="http://schemas.microsoft.com/office/drawing/2014/main" id="{D10F3AD2-369D-42AA-AB19-EC3AF7BFF682}"/>
              </a:ext>
            </a:extLst>
          </p:cNvPr>
          <p:cNvSpPr>
            <a:spLocks xmlns:a="http://schemas.openxmlformats.org/drawingml/2006/main" noGrp="1"/>
          </p:cNvSpPr>
          <p:nvPr/>
        </p:nvSpPr>
        <p:spPr>
          <a:xfrm xmlns:a="http://schemas.openxmlformats.org/drawingml/2006/main">
            <a:off x="1943100" y="5284470"/>
            <a:ext cx="2400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Source View Cache</a:t>
            </a:r>
          </a:p>
        </p:txBody>
      </p:sp>
      <p:sp>
        <p:nvSpPr>
          <p:cNvPr id="87" name="dp45-comparison / n94">
            <a:extLst xmlns:a="http://schemas.openxmlformats.org/drawingml/2006/main">
              <a:ext uri="{FF2B5EF4-FFF2-40B4-BE49-F238E27FC236}">
                <a16:creationId xmlns:a16="http://schemas.microsoft.com/office/drawing/2014/main" id="{66C9334E-81EC-42D8-A104-C2914EAB28CF}"/>
              </a:ext>
            </a:extLst>
          </p:cNvPr>
          <p:cNvSpPr>
            <a:spLocks xmlns:a="http://schemas.openxmlformats.org/drawingml/2006/main" noGrp="1"/>
          </p:cNvSpPr>
          <p:nvPr/>
        </p:nvSpPr>
        <p:spPr>
          <a:xfrm xmlns:a="http://schemas.openxmlformats.org/drawingml/2006/main">
            <a:off x="5953125" y="5191125"/>
            <a:ext cx="2952750" cy="381000"/>
          </a:xfrm>
          <a:prstGeom xmlns:a="http://schemas.openxmlformats.org/drawingml/2006/main" prst="can">
            <a:avLst>
              <a:gd name="adj" fmla="val 20000"/>
            </a:avLst>
          </a:prstGeom>
          <a:solidFill xmlns:a="http://schemas.openxmlformats.org/drawingml/2006/main">
            <a:srgbClr val="FFF0DD"/>
          </a:solidFill>
          <a:ln xmlns:a="http://schemas.openxmlformats.org/drawingml/2006/main" w="9525">
            <a:solidFill>
              <a:srgbClr val="B8753F"/>
            </a:solidFill>
            <a:prstDash val="solid"/>
          </a:ln>
        </p:spPr>
      </p:sp>
      <p:sp>
        <p:nvSpPr>
          <p:cNvPr id="88" name="dp45-comparison / n95 / text 1">
            <a:extLst xmlns:a="http://schemas.openxmlformats.org/drawingml/2006/main">
              <a:ext uri="{FF2B5EF4-FFF2-40B4-BE49-F238E27FC236}">
                <a16:creationId xmlns:a16="http://schemas.microsoft.com/office/drawing/2014/main" id="{81C4F0A7-8150-497E-9E4E-C95863D3C15D}"/>
              </a:ext>
            </a:extLst>
          </p:cNvPr>
          <p:cNvSpPr>
            <a:spLocks xmlns:a="http://schemas.openxmlformats.org/drawingml/2006/main" noGrp="1"/>
          </p:cNvSpPr>
          <p:nvPr/>
        </p:nvSpPr>
        <p:spPr>
          <a:xfrm xmlns:a="http://schemas.openxmlformats.org/drawingml/2006/main">
            <a:off x="6038850" y="5284470"/>
            <a:ext cx="2781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Request Evidence Set</a:t>
            </a:r>
          </a:p>
        </p:txBody>
      </p:sp>
      <p:sp>
        <p:nvSpPr>
          <p:cNvPr id="89" name="dp45-comparison / n96 / path">
            <a:extLst xmlns:a="http://schemas.openxmlformats.org/drawingml/2006/main">
              <a:ext uri="{FF2B5EF4-FFF2-40B4-BE49-F238E27FC236}">
                <a16:creationId xmlns:a16="http://schemas.microsoft.com/office/drawing/2014/main" id="{D7B359DB-756C-4FCD-8CF3-ECEF169F02EC}"/>
              </a:ext>
            </a:extLst>
          </p:cNvPr>
          <p:cNvSpPr>
            <a:spLocks xmlns:a="http://schemas.openxmlformats.org/drawingml/2006/main" noGrp="1"/>
          </p:cNvSpPr>
          <p:nvPr/>
        </p:nvSpPr>
        <p:spPr>
          <a:xfrm xmlns:a="http://schemas.openxmlformats.org/drawingml/2006/main">
            <a:off x="3905250" y="2714625"/>
            <a:ext cx="2762250" cy="1038225"/>
          </a:xfrm>
          <a:custGeom xmlns:a="http://schemas.openxmlformats.org/drawingml/2006/main">
            <a:pathLst>
              <a:path w="2762250" h="1038225">
                <a:moveTo>
                  <a:pt x="0" y="1038225"/>
                </a:moveTo>
                <a:lnTo>
                  <a:pt x="0" y="419100"/>
                </a:lnTo>
                <a:lnTo>
                  <a:pt x="2762250" y="419100"/>
                </a:lnTo>
                <a:lnTo>
                  <a:pt x="2762250" y="0"/>
                </a:lnTo>
              </a:path>
            </a:pathLst>
          </a:custGeom>
          <a:noFill xmlns:a="http://schemas.openxmlformats.org/drawingml/2006/main"/>
          <a:ln xmlns:a="http://schemas.openxmlformats.org/drawingml/2006/main" w="10478">
            <a:solidFill>
              <a:srgbClr val="000000"/>
            </a:solidFill>
            <a:prstDash val="solid"/>
          </a:ln>
        </p:spPr>
      </p:sp>
      <p:sp>
        <p:nvSpPr>
          <p:cNvPr id="90" name="dp45-comparison / n96 / arrow">
            <a:extLst xmlns:a="http://schemas.openxmlformats.org/drawingml/2006/main">
              <a:ext uri="{FF2B5EF4-FFF2-40B4-BE49-F238E27FC236}">
                <a16:creationId xmlns:a16="http://schemas.microsoft.com/office/drawing/2014/main" id="{040CD6EA-226B-4805-A7D6-6B1BC6FF0AFA}"/>
              </a:ext>
            </a:extLst>
          </p:cNvPr>
          <p:cNvSpPr>
            <a:spLocks xmlns:a="http://schemas.openxmlformats.org/drawingml/2006/main" noGrp="1"/>
          </p:cNvSpPr>
          <p:nvPr/>
        </p:nvSpPr>
        <p:spPr>
          <a:xfrm xmlns:a="http://schemas.openxmlformats.org/drawingml/2006/main">
            <a:off x="6633972" y="2714625"/>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91" name="dp45-comparison / n97 / path">
            <a:extLst xmlns:a="http://schemas.openxmlformats.org/drawingml/2006/main">
              <a:ext uri="{FF2B5EF4-FFF2-40B4-BE49-F238E27FC236}">
                <a16:creationId xmlns:a16="http://schemas.microsoft.com/office/drawing/2014/main" id="{44877ABE-E164-4CC3-912B-E485B03FAEC5}"/>
              </a:ext>
            </a:extLst>
          </p:cNvPr>
          <p:cNvSpPr>
            <a:spLocks xmlns:a="http://schemas.openxmlformats.org/drawingml/2006/main" noGrp="1"/>
          </p:cNvSpPr>
          <p:nvPr/>
        </p:nvSpPr>
        <p:spPr>
          <a:xfrm xmlns:a="http://schemas.openxmlformats.org/drawingml/2006/main">
            <a:off x="3943350" y="2714625"/>
            <a:ext cx="2762250" cy="1038225"/>
          </a:xfrm>
          <a:custGeom xmlns:a="http://schemas.openxmlformats.org/drawingml/2006/main">
            <a:pathLst>
              <a:path w="2762250" h="1038225">
                <a:moveTo>
                  <a:pt x="2762250" y="0"/>
                </a:moveTo>
                <a:lnTo>
                  <a:pt x="2762250" y="495300"/>
                </a:lnTo>
                <a:lnTo>
                  <a:pt x="0" y="495300"/>
                </a:lnTo>
                <a:lnTo>
                  <a:pt x="0" y="1038225"/>
                </a:lnTo>
              </a:path>
            </a:pathLst>
          </a:custGeom>
          <a:noFill xmlns:a="http://schemas.openxmlformats.org/drawingml/2006/main"/>
          <a:ln xmlns:a="http://schemas.openxmlformats.org/drawingml/2006/main" w="10478">
            <a:solidFill>
              <a:srgbClr val="000000"/>
            </a:solidFill>
            <a:prstDash val="dash"/>
          </a:ln>
        </p:spPr>
      </p:sp>
      <p:sp>
        <p:nvSpPr>
          <p:cNvPr id="92" name="dp45-comparison / n97 / arrow">
            <a:extLst xmlns:a="http://schemas.openxmlformats.org/drawingml/2006/main">
              <a:ext uri="{FF2B5EF4-FFF2-40B4-BE49-F238E27FC236}">
                <a16:creationId xmlns:a16="http://schemas.microsoft.com/office/drawing/2014/main" id="{5C6352C2-826B-4565-B6A6-2EFEC030D618}"/>
              </a:ext>
            </a:extLst>
          </p:cNvPr>
          <p:cNvSpPr>
            <a:spLocks xmlns:a="http://schemas.openxmlformats.org/drawingml/2006/main" noGrp="1"/>
          </p:cNvSpPr>
          <p:nvPr/>
        </p:nvSpPr>
        <p:spPr>
          <a:xfrm xmlns:a="http://schemas.openxmlformats.org/drawingml/2006/main">
            <a:off x="3909822" y="36857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93" name="dp45-comparison / n98 / path">
            <a:extLst xmlns:a="http://schemas.openxmlformats.org/drawingml/2006/main">
              <a:ext uri="{FF2B5EF4-FFF2-40B4-BE49-F238E27FC236}">
                <a16:creationId xmlns:a16="http://schemas.microsoft.com/office/drawing/2014/main" id="{6B9219C0-D27F-4A5A-A9CD-027D8471AB13}"/>
              </a:ext>
            </a:extLst>
          </p:cNvPr>
          <p:cNvSpPr>
            <a:spLocks xmlns:a="http://schemas.openxmlformats.org/drawingml/2006/main" noGrp="1"/>
          </p:cNvSpPr>
          <p:nvPr/>
        </p:nvSpPr>
        <p:spPr>
          <a:xfrm xmlns:a="http://schemas.openxmlformats.org/drawingml/2006/main">
            <a:off x="4143375" y="2714625"/>
            <a:ext cx="5048250" cy="1038225"/>
          </a:xfrm>
          <a:custGeom xmlns:a="http://schemas.openxmlformats.org/drawingml/2006/main">
            <a:pathLst>
              <a:path w="5048250" h="1038225">
                <a:moveTo>
                  <a:pt x="0" y="1038225"/>
                </a:moveTo>
                <a:lnTo>
                  <a:pt x="0" y="419100"/>
                </a:lnTo>
                <a:lnTo>
                  <a:pt x="5048250" y="419100"/>
                </a:lnTo>
                <a:lnTo>
                  <a:pt x="5048250" y="0"/>
                </a:lnTo>
              </a:path>
            </a:pathLst>
          </a:custGeom>
          <a:noFill xmlns:a="http://schemas.openxmlformats.org/drawingml/2006/main"/>
          <a:ln xmlns:a="http://schemas.openxmlformats.org/drawingml/2006/main" w="10478">
            <a:solidFill>
              <a:srgbClr val="000000"/>
            </a:solidFill>
            <a:prstDash val="solid"/>
          </a:ln>
        </p:spPr>
      </p:sp>
      <p:sp>
        <p:nvSpPr>
          <p:cNvPr id="94" name="dp45-comparison / n98 / arrow">
            <a:extLst xmlns:a="http://schemas.openxmlformats.org/drawingml/2006/main">
              <a:ext uri="{FF2B5EF4-FFF2-40B4-BE49-F238E27FC236}">
                <a16:creationId xmlns:a16="http://schemas.microsoft.com/office/drawing/2014/main" id="{D6A7B91D-FD3B-4409-B67D-12A586BA9293}"/>
              </a:ext>
            </a:extLst>
          </p:cNvPr>
          <p:cNvSpPr>
            <a:spLocks xmlns:a="http://schemas.openxmlformats.org/drawingml/2006/main" noGrp="1"/>
          </p:cNvSpPr>
          <p:nvPr/>
        </p:nvSpPr>
        <p:spPr>
          <a:xfrm xmlns:a="http://schemas.openxmlformats.org/drawingml/2006/main">
            <a:off x="9158097" y="2714625"/>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95" name="dp45-comparison / n99 / path">
            <a:extLst xmlns:a="http://schemas.openxmlformats.org/drawingml/2006/main">
              <a:ext uri="{FF2B5EF4-FFF2-40B4-BE49-F238E27FC236}">
                <a16:creationId xmlns:a16="http://schemas.microsoft.com/office/drawing/2014/main" id="{6420D9D8-2A99-42A6-9C2F-CA31A1DFDFDC}"/>
              </a:ext>
            </a:extLst>
          </p:cNvPr>
          <p:cNvSpPr>
            <a:spLocks xmlns:a="http://schemas.openxmlformats.org/drawingml/2006/main" noGrp="1"/>
          </p:cNvSpPr>
          <p:nvPr/>
        </p:nvSpPr>
        <p:spPr>
          <a:xfrm xmlns:a="http://schemas.openxmlformats.org/drawingml/2006/main">
            <a:off x="4181475" y="2714625"/>
            <a:ext cx="5048250" cy="1038225"/>
          </a:xfrm>
          <a:custGeom xmlns:a="http://schemas.openxmlformats.org/drawingml/2006/main">
            <a:pathLst>
              <a:path w="5048250" h="1038225">
                <a:moveTo>
                  <a:pt x="5048250" y="0"/>
                </a:moveTo>
                <a:lnTo>
                  <a:pt x="5048250" y="495300"/>
                </a:lnTo>
                <a:lnTo>
                  <a:pt x="0" y="495300"/>
                </a:lnTo>
                <a:lnTo>
                  <a:pt x="0" y="1038225"/>
                </a:lnTo>
              </a:path>
            </a:pathLst>
          </a:custGeom>
          <a:noFill xmlns:a="http://schemas.openxmlformats.org/drawingml/2006/main"/>
          <a:ln xmlns:a="http://schemas.openxmlformats.org/drawingml/2006/main" w="10478">
            <a:solidFill>
              <a:srgbClr val="000000"/>
            </a:solidFill>
            <a:prstDash val="dash"/>
          </a:ln>
        </p:spPr>
      </p:sp>
      <p:sp>
        <p:nvSpPr>
          <p:cNvPr id="96" name="dp45-comparison / n99 / arrow">
            <a:extLst xmlns:a="http://schemas.openxmlformats.org/drawingml/2006/main">
              <a:ext uri="{FF2B5EF4-FFF2-40B4-BE49-F238E27FC236}">
                <a16:creationId xmlns:a16="http://schemas.microsoft.com/office/drawing/2014/main" id="{8768FD56-5C1E-4BC1-853A-01629EF8F678}"/>
              </a:ext>
            </a:extLst>
          </p:cNvPr>
          <p:cNvSpPr>
            <a:spLocks xmlns:a="http://schemas.openxmlformats.org/drawingml/2006/main" noGrp="1"/>
          </p:cNvSpPr>
          <p:nvPr/>
        </p:nvSpPr>
        <p:spPr>
          <a:xfrm xmlns:a="http://schemas.openxmlformats.org/drawingml/2006/main">
            <a:off x="4147947" y="36857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97" name="dp45-comparison / n102 / path">
            <a:extLst xmlns:a="http://schemas.openxmlformats.org/drawingml/2006/main">
              <a:ext uri="{FF2B5EF4-FFF2-40B4-BE49-F238E27FC236}">
                <a16:creationId xmlns:a16="http://schemas.microsoft.com/office/drawing/2014/main" id="{D09D7D16-3F15-4ACF-8E7B-03901D8E0BC7}"/>
              </a:ext>
            </a:extLst>
          </p:cNvPr>
          <p:cNvSpPr>
            <a:spLocks xmlns:a="http://schemas.openxmlformats.org/drawingml/2006/main" noGrp="1"/>
          </p:cNvSpPr>
          <p:nvPr/>
        </p:nvSpPr>
        <p:spPr>
          <a:xfrm xmlns:a="http://schemas.openxmlformats.org/drawingml/2006/main">
            <a:off x="2905125" y="4114800"/>
            <a:ext cx="953" cy="1076325"/>
          </a:xfrm>
          <a:custGeom xmlns:a="http://schemas.openxmlformats.org/drawingml/2006/main">
            <a:pathLst>
              <a:path w="953" h="1076325">
                <a:moveTo>
                  <a:pt x="0" y="0"/>
                </a:moveTo>
                <a:lnTo>
                  <a:pt x="0" y="1076325"/>
                </a:lnTo>
              </a:path>
            </a:pathLst>
          </a:custGeom>
          <a:noFill xmlns:a="http://schemas.openxmlformats.org/drawingml/2006/main"/>
          <a:ln xmlns:a="http://schemas.openxmlformats.org/drawingml/2006/main" w="10478">
            <a:solidFill>
              <a:srgbClr val="000000"/>
            </a:solidFill>
            <a:prstDash val="solid"/>
          </a:ln>
        </p:spPr>
      </p:sp>
      <p:sp>
        <p:nvSpPr>
          <p:cNvPr id="98" name="dp45-comparison / n102 / arrow">
            <a:extLst xmlns:a="http://schemas.openxmlformats.org/drawingml/2006/main">
              <a:ext uri="{FF2B5EF4-FFF2-40B4-BE49-F238E27FC236}">
                <a16:creationId xmlns:a16="http://schemas.microsoft.com/office/drawing/2014/main" id="{176FFC31-762A-4B05-A625-83A58C062811}"/>
              </a:ext>
            </a:extLst>
          </p:cNvPr>
          <p:cNvSpPr>
            <a:spLocks xmlns:a="http://schemas.openxmlformats.org/drawingml/2006/main" noGrp="1"/>
          </p:cNvSpPr>
          <p:nvPr/>
        </p:nvSpPr>
        <p:spPr>
          <a:xfrm xmlns:a="http://schemas.openxmlformats.org/drawingml/2006/main">
            <a:off x="2871597" y="51240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99" name="dp45-comparison / n103 / path">
            <a:extLst xmlns:a="http://schemas.openxmlformats.org/drawingml/2006/main">
              <a:ext uri="{FF2B5EF4-FFF2-40B4-BE49-F238E27FC236}">
                <a16:creationId xmlns:a16="http://schemas.microsoft.com/office/drawing/2014/main" id="{9C710B6D-FE7B-4867-AB9C-99674C47017E}"/>
              </a:ext>
            </a:extLst>
          </p:cNvPr>
          <p:cNvSpPr>
            <a:spLocks xmlns:a="http://schemas.openxmlformats.org/drawingml/2006/main" noGrp="1"/>
          </p:cNvSpPr>
          <p:nvPr/>
        </p:nvSpPr>
        <p:spPr>
          <a:xfrm xmlns:a="http://schemas.openxmlformats.org/drawingml/2006/main">
            <a:off x="3381375" y="4114800"/>
            <a:ext cx="953" cy="1076325"/>
          </a:xfrm>
          <a:custGeom xmlns:a="http://schemas.openxmlformats.org/drawingml/2006/main">
            <a:pathLst>
              <a:path w="953" h="1076325">
                <a:moveTo>
                  <a:pt x="0" y="1076325"/>
                </a:moveTo>
                <a:lnTo>
                  <a:pt x="0" y="0"/>
                </a:lnTo>
              </a:path>
            </a:pathLst>
          </a:custGeom>
          <a:noFill xmlns:a="http://schemas.openxmlformats.org/drawingml/2006/main"/>
          <a:ln xmlns:a="http://schemas.openxmlformats.org/drawingml/2006/main" w="10478">
            <a:solidFill>
              <a:srgbClr val="000000"/>
            </a:solidFill>
            <a:prstDash val="dash"/>
          </a:ln>
        </p:spPr>
      </p:sp>
      <p:sp>
        <p:nvSpPr>
          <p:cNvPr id="100" name="dp45-comparison / n103 / arrow">
            <a:extLst xmlns:a="http://schemas.openxmlformats.org/drawingml/2006/main">
              <a:ext uri="{FF2B5EF4-FFF2-40B4-BE49-F238E27FC236}">
                <a16:creationId xmlns:a16="http://schemas.microsoft.com/office/drawing/2014/main" id="{7A0B15AC-4112-4424-B315-703914DAFC18}"/>
              </a:ext>
            </a:extLst>
          </p:cNvPr>
          <p:cNvSpPr>
            <a:spLocks xmlns:a="http://schemas.openxmlformats.org/drawingml/2006/main" noGrp="1"/>
          </p:cNvSpPr>
          <p:nvPr/>
        </p:nvSpPr>
        <p:spPr>
          <a:xfrm xmlns:a="http://schemas.openxmlformats.org/drawingml/2006/main">
            <a:off x="3347847" y="4114800"/>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101" name="dp45-comparison / n108 / path">
            <a:extLst xmlns:a="http://schemas.openxmlformats.org/drawingml/2006/main">
              <a:ext uri="{FF2B5EF4-FFF2-40B4-BE49-F238E27FC236}">
                <a16:creationId xmlns:a16="http://schemas.microsoft.com/office/drawing/2014/main" id="{F4EC5E1A-2A74-42ED-A4C2-7A3EDF03708C}"/>
              </a:ext>
            </a:extLst>
          </p:cNvPr>
          <p:cNvSpPr>
            <a:spLocks xmlns:a="http://schemas.openxmlformats.org/drawingml/2006/main" noGrp="1"/>
          </p:cNvSpPr>
          <p:nvPr/>
        </p:nvSpPr>
        <p:spPr>
          <a:xfrm xmlns:a="http://schemas.openxmlformats.org/drawingml/2006/main">
            <a:off x="4429125" y="3933825"/>
            <a:ext cx="3000375" cy="1257300"/>
          </a:xfrm>
          <a:custGeom xmlns:a="http://schemas.openxmlformats.org/drawingml/2006/main">
            <a:pathLst>
              <a:path w="3000375" h="1257300">
                <a:moveTo>
                  <a:pt x="0" y="0"/>
                </a:moveTo>
                <a:lnTo>
                  <a:pt x="381000" y="0"/>
                </a:lnTo>
                <a:lnTo>
                  <a:pt x="381000" y="1181100"/>
                </a:lnTo>
                <a:lnTo>
                  <a:pt x="3000375" y="1181100"/>
                </a:lnTo>
                <a:lnTo>
                  <a:pt x="3000375" y="1257300"/>
                </a:lnTo>
              </a:path>
            </a:pathLst>
          </a:custGeom>
          <a:noFill xmlns:a="http://schemas.openxmlformats.org/drawingml/2006/main"/>
          <a:ln xmlns:a="http://schemas.openxmlformats.org/drawingml/2006/main" w="10478">
            <a:solidFill>
              <a:srgbClr val="B8753F"/>
            </a:solidFill>
            <a:prstDash val="solid"/>
          </a:ln>
        </p:spPr>
      </p:sp>
      <p:sp>
        <p:nvSpPr>
          <p:cNvPr id="102" name="dp45-comparison / n108 / arrow">
            <a:extLst xmlns:a="http://schemas.openxmlformats.org/drawingml/2006/main">
              <a:ext uri="{FF2B5EF4-FFF2-40B4-BE49-F238E27FC236}">
                <a16:creationId xmlns:a16="http://schemas.microsoft.com/office/drawing/2014/main" id="{E12143EE-16A5-42C1-9BBB-30992D3FFA4E}"/>
              </a:ext>
            </a:extLst>
          </p:cNvPr>
          <p:cNvSpPr>
            <a:spLocks xmlns:a="http://schemas.openxmlformats.org/drawingml/2006/main" noGrp="1"/>
          </p:cNvSpPr>
          <p:nvPr/>
        </p:nvSpPr>
        <p:spPr>
          <a:xfrm xmlns:a="http://schemas.openxmlformats.org/drawingml/2006/main">
            <a:off x="7395972" y="51240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103" name="dp45-comparison / n109 / path">
            <a:extLst xmlns:a="http://schemas.openxmlformats.org/drawingml/2006/main">
              <a:ext uri="{FF2B5EF4-FFF2-40B4-BE49-F238E27FC236}">
                <a16:creationId xmlns:a16="http://schemas.microsoft.com/office/drawing/2014/main" id="{151130CB-2D1B-4EA1-A1C4-782B311685BE}"/>
              </a:ext>
            </a:extLst>
          </p:cNvPr>
          <p:cNvSpPr>
            <a:spLocks xmlns:a="http://schemas.openxmlformats.org/drawingml/2006/main" noGrp="1"/>
          </p:cNvSpPr>
          <p:nvPr/>
        </p:nvSpPr>
        <p:spPr>
          <a:xfrm xmlns:a="http://schemas.openxmlformats.org/drawingml/2006/main">
            <a:off x="4429125" y="4029075"/>
            <a:ext cx="3143250" cy="1162050"/>
          </a:xfrm>
          <a:custGeom xmlns:a="http://schemas.openxmlformats.org/drawingml/2006/main">
            <a:pathLst>
              <a:path w="3143250" h="1162050">
                <a:moveTo>
                  <a:pt x="3143250" y="1162050"/>
                </a:moveTo>
                <a:lnTo>
                  <a:pt x="3143250" y="1038225"/>
                </a:lnTo>
                <a:lnTo>
                  <a:pt x="476250" y="1038225"/>
                </a:lnTo>
                <a:lnTo>
                  <a:pt x="476250" y="0"/>
                </a:lnTo>
                <a:lnTo>
                  <a:pt x="0" y="0"/>
                </a:lnTo>
              </a:path>
            </a:pathLst>
          </a:custGeom>
          <a:noFill xmlns:a="http://schemas.openxmlformats.org/drawingml/2006/main"/>
          <a:ln xmlns:a="http://schemas.openxmlformats.org/drawingml/2006/main" w="10478">
            <a:solidFill>
              <a:srgbClr val="B8753F"/>
            </a:solidFill>
            <a:prstDash val="dash"/>
          </a:ln>
        </p:spPr>
      </p:sp>
      <p:sp>
        <p:nvSpPr>
          <p:cNvPr id="104" name="dp45-comparison / n109 / arrow">
            <a:extLst xmlns:a="http://schemas.openxmlformats.org/drawingml/2006/main">
              <a:ext uri="{FF2B5EF4-FFF2-40B4-BE49-F238E27FC236}">
                <a16:creationId xmlns:a16="http://schemas.microsoft.com/office/drawing/2014/main" id="{87EFDF25-C509-4CC0-969A-2436C22B7E4E}"/>
              </a:ext>
            </a:extLst>
          </p:cNvPr>
          <p:cNvSpPr>
            <a:spLocks xmlns:a="http://schemas.openxmlformats.org/drawingml/2006/main" noGrp="1"/>
          </p:cNvSpPr>
          <p:nvPr/>
        </p:nvSpPr>
        <p:spPr>
          <a:xfrm xmlns:a="http://schemas.openxmlformats.org/drawingml/2006/main">
            <a:off x="4429125" y="3995547"/>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B8753F"/>
            </a:solidFill>
            <a:prstDash val="solid"/>
          </a:ln>
        </p:spPr>
      </p:sp>
      <p:sp>
        <p:nvSpPr>
          <p:cNvPr id="105" name="dp45-comparison / n116 / path">
            <a:extLst xmlns:a="http://schemas.openxmlformats.org/drawingml/2006/main">
              <a:ext uri="{FF2B5EF4-FFF2-40B4-BE49-F238E27FC236}">
                <a16:creationId xmlns:a16="http://schemas.microsoft.com/office/drawing/2014/main" id="{FF0719B1-BB45-47FB-89B0-8D4854BFB652}"/>
              </a:ext>
            </a:extLst>
          </p:cNvPr>
          <p:cNvSpPr>
            <a:spLocks xmlns:a="http://schemas.openxmlformats.org/drawingml/2006/main" noGrp="1"/>
          </p:cNvSpPr>
          <p:nvPr/>
        </p:nvSpPr>
        <p:spPr>
          <a:xfrm xmlns:a="http://schemas.openxmlformats.org/drawingml/2006/main">
            <a:off x="1447800" y="2562225"/>
            <a:ext cx="409575" cy="1371600"/>
          </a:xfrm>
          <a:custGeom xmlns:a="http://schemas.openxmlformats.org/drawingml/2006/main">
            <a:pathLst>
              <a:path w="409575" h="1371600">
                <a:moveTo>
                  <a:pt x="219075" y="0"/>
                </a:moveTo>
                <a:lnTo>
                  <a:pt x="0" y="0"/>
                </a:lnTo>
                <a:lnTo>
                  <a:pt x="0" y="1371600"/>
                </a:lnTo>
                <a:lnTo>
                  <a:pt x="409575" y="1371600"/>
                </a:lnTo>
              </a:path>
            </a:pathLst>
          </a:custGeom>
          <a:noFill xmlns:a="http://schemas.openxmlformats.org/drawingml/2006/main"/>
          <a:ln xmlns:a="http://schemas.openxmlformats.org/drawingml/2006/main" w="10478">
            <a:solidFill>
              <a:srgbClr val="B8753F"/>
            </a:solidFill>
            <a:prstDash val="solid"/>
          </a:ln>
        </p:spPr>
      </p:sp>
      <p:sp>
        <p:nvSpPr>
          <p:cNvPr id="106" name="dp45-comparison / n116 / arrow">
            <a:extLst xmlns:a="http://schemas.openxmlformats.org/drawingml/2006/main">
              <a:ext uri="{FF2B5EF4-FFF2-40B4-BE49-F238E27FC236}">
                <a16:creationId xmlns:a16="http://schemas.microsoft.com/office/drawing/2014/main" id="{53690F01-1478-4A61-863E-43C72B6D4413}"/>
              </a:ext>
            </a:extLst>
          </p:cNvPr>
          <p:cNvSpPr>
            <a:spLocks xmlns:a="http://schemas.openxmlformats.org/drawingml/2006/main" noGrp="1"/>
          </p:cNvSpPr>
          <p:nvPr/>
        </p:nvSpPr>
        <p:spPr>
          <a:xfrm xmlns:a="http://schemas.openxmlformats.org/drawingml/2006/main">
            <a:off x="1790319" y="39002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07" name="dp45-comparison / n117 / path">
            <a:extLst xmlns:a="http://schemas.openxmlformats.org/drawingml/2006/main">
              <a:ext uri="{FF2B5EF4-FFF2-40B4-BE49-F238E27FC236}">
                <a16:creationId xmlns:a16="http://schemas.microsoft.com/office/drawing/2014/main" id="{4D371327-C6F6-4508-9137-AFE2DBE350BF}"/>
              </a:ext>
            </a:extLst>
          </p:cNvPr>
          <p:cNvSpPr>
            <a:spLocks xmlns:a="http://schemas.openxmlformats.org/drawingml/2006/main" noGrp="1"/>
          </p:cNvSpPr>
          <p:nvPr/>
        </p:nvSpPr>
        <p:spPr>
          <a:xfrm xmlns:a="http://schemas.openxmlformats.org/drawingml/2006/main">
            <a:off x="1524000" y="2638425"/>
            <a:ext cx="333375" cy="1381125"/>
          </a:xfrm>
          <a:custGeom xmlns:a="http://schemas.openxmlformats.org/drawingml/2006/main">
            <a:pathLst>
              <a:path w="333375" h="1381125">
                <a:moveTo>
                  <a:pt x="333375" y="1381125"/>
                </a:moveTo>
                <a:lnTo>
                  <a:pt x="0" y="1381125"/>
                </a:lnTo>
                <a:lnTo>
                  <a:pt x="0" y="0"/>
                </a:lnTo>
                <a:lnTo>
                  <a:pt x="142875" y="0"/>
                </a:lnTo>
              </a:path>
            </a:pathLst>
          </a:custGeom>
          <a:noFill xmlns:a="http://schemas.openxmlformats.org/drawingml/2006/main"/>
          <a:ln xmlns:a="http://schemas.openxmlformats.org/drawingml/2006/main" w="10478">
            <a:solidFill>
              <a:srgbClr val="B8753F"/>
            </a:solidFill>
            <a:prstDash val="dash"/>
          </a:ln>
        </p:spPr>
      </p:sp>
      <p:sp>
        <p:nvSpPr>
          <p:cNvPr id="108" name="dp45-comparison / n117 / arrow">
            <a:extLst xmlns:a="http://schemas.openxmlformats.org/drawingml/2006/main">
              <a:ext uri="{FF2B5EF4-FFF2-40B4-BE49-F238E27FC236}">
                <a16:creationId xmlns:a16="http://schemas.microsoft.com/office/drawing/2014/main" id="{36F7B903-B03F-4E76-9045-B10328BF6E11}"/>
              </a:ext>
            </a:extLst>
          </p:cNvPr>
          <p:cNvSpPr>
            <a:spLocks xmlns:a="http://schemas.openxmlformats.org/drawingml/2006/main" noGrp="1"/>
          </p:cNvSpPr>
          <p:nvPr/>
        </p:nvSpPr>
        <p:spPr>
          <a:xfrm xmlns:a="http://schemas.openxmlformats.org/drawingml/2006/main">
            <a:off x="1599819" y="26048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09" name="dp45-comparison / n120">
            <a:extLst xmlns:a="http://schemas.openxmlformats.org/drawingml/2006/main">
              <a:ext uri="{FF2B5EF4-FFF2-40B4-BE49-F238E27FC236}">
                <a16:creationId xmlns:a16="http://schemas.microsoft.com/office/drawing/2014/main" id="{B4A43EE1-C5F2-42F1-8C78-1899D2B5C494}"/>
              </a:ext>
            </a:extLst>
          </p:cNvPr>
          <p:cNvSpPr>
            <a:spLocks xmlns:a="http://schemas.openxmlformats.org/drawingml/2006/main" noGrp="1"/>
          </p:cNvSpPr>
          <p:nvPr/>
        </p:nvSpPr>
        <p:spPr>
          <a:xfrm xmlns:a="http://schemas.openxmlformats.org/drawingml/2006/main">
            <a:off x="1857375" y="6076950"/>
            <a:ext cx="2571750" cy="2381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10" name="dp45-comparison / n121 / text 1">
            <a:extLst xmlns:a="http://schemas.openxmlformats.org/drawingml/2006/main">
              <a:ext uri="{FF2B5EF4-FFF2-40B4-BE49-F238E27FC236}">
                <a16:creationId xmlns:a16="http://schemas.microsoft.com/office/drawing/2014/main" id="{7A94E2CC-C1EB-4B20-84DB-1B9F27A0ACE8}"/>
              </a:ext>
            </a:extLst>
          </p:cNvPr>
          <p:cNvSpPr>
            <a:spLocks xmlns:a="http://schemas.openxmlformats.org/drawingml/2006/main" noGrp="1"/>
          </p:cNvSpPr>
          <p:nvPr/>
        </p:nvSpPr>
        <p:spPr>
          <a:xfrm xmlns:a="http://schemas.openxmlformats.org/drawingml/2006/main">
            <a:off x="1943100" y="6096953"/>
            <a:ext cx="24003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1">
                <a:solidFill>
                  <a:srgbClr val="000000"/>
                </a:solidFill>
                <a:latin typeface="Apple SD Gothic Neo"/>
                <a:ea typeface="Apple SD Gothic Neo"/>
                <a:cs typeface="Apple SD Gothic Neo"/>
              </a:defRPr>
            </a:pPr>
            <a:r>
              <a:rPr sz="1200" b="1">
                <a:solidFill>
                  <a:srgbClr val="000000"/>
                </a:solidFill>
                <a:latin typeface="Apple SD Gothic Neo"/>
                <a:ea typeface="Apple SD Gothic Neo"/>
                <a:cs typeface="Apple SD Gothic Neo"/>
              </a:rPr>
              <a:t>Model Access</a:t>
            </a:r>
          </a:p>
        </p:txBody>
      </p:sp>
      <p:sp>
        <p:nvSpPr>
          <p:cNvPr id="111" name="dp45-comparison / n122">
            <a:extLst xmlns:a="http://schemas.openxmlformats.org/drawingml/2006/main">
              <a:ext uri="{FF2B5EF4-FFF2-40B4-BE49-F238E27FC236}">
                <a16:creationId xmlns:a16="http://schemas.microsoft.com/office/drawing/2014/main" id="{D6A8F2B5-DA06-478B-8EAC-411EBE14467E}"/>
              </a:ext>
            </a:extLst>
          </p:cNvPr>
          <p:cNvSpPr>
            <a:spLocks xmlns:a="http://schemas.openxmlformats.org/drawingml/2006/main" noGrp="1"/>
          </p:cNvSpPr>
          <p:nvPr/>
        </p:nvSpPr>
        <p:spPr>
          <a:xfrm xmlns:a="http://schemas.openxmlformats.org/drawingml/2006/main">
            <a:off x="6334125" y="6076950"/>
            <a:ext cx="2857500" cy="238125"/>
          </a:xfrm>
          <a:prstGeom xmlns:a="http://schemas.openxmlformats.org/drawingml/2006/main" prst="hexagon">
            <a:avLst/>
          </a:prstGeom>
          <a:solidFill xmlns:a="http://schemas.openxmlformats.org/drawingml/2006/main">
            <a:srgbClr val="FFFFFF"/>
          </a:solidFill>
          <a:ln xmlns:a="http://schemas.openxmlformats.org/drawingml/2006/main" w="9525">
            <a:solidFill>
              <a:srgbClr val="000000"/>
            </a:solidFill>
            <a:prstDash val="solid"/>
          </a:ln>
        </p:spPr>
      </p:sp>
      <p:sp>
        <p:nvSpPr>
          <p:cNvPr id="112" name="dp45-comparison / n123 / text 1">
            <a:extLst xmlns:a="http://schemas.openxmlformats.org/drawingml/2006/main">
              <a:ext uri="{FF2B5EF4-FFF2-40B4-BE49-F238E27FC236}">
                <a16:creationId xmlns:a16="http://schemas.microsoft.com/office/drawing/2014/main" id="{784E6D1E-C5A8-4CC3-A4B7-F269B80E3379}"/>
              </a:ext>
            </a:extLst>
          </p:cNvPr>
          <p:cNvSpPr>
            <a:spLocks xmlns:a="http://schemas.openxmlformats.org/drawingml/2006/main" noGrp="1"/>
          </p:cNvSpPr>
          <p:nvPr/>
        </p:nvSpPr>
        <p:spPr>
          <a:xfrm xmlns:a="http://schemas.openxmlformats.org/drawingml/2006/main">
            <a:off x="6419850" y="6096953"/>
            <a:ext cx="26860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1">
                <a:solidFill>
                  <a:srgbClr val="000000"/>
                </a:solidFill>
                <a:latin typeface="Apple SD Gothic Neo"/>
                <a:ea typeface="Apple SD Gothic Neo"/>
                <a:cs typeface="Apple SD Gothic Neo"/>
              </a:defRPr>
            </a:pPr>
            <a:r>
              <a:rPr sz="1200" b="1">
                <a:solidFill>
                  <a:srgbClr val="000000"/>
                </a:solidFill>
                <a:latin typeface="Apple SD Gothic Neo"/>
                <a:ea typeface="Apple SD Gothic Neo"/>
                <a:cs typeface="Apple SD Gothic Neo"/>
              </a:rPr>
              <a:t>클라우드 의미 LLM</a:t>
            </a:r>
          </a:p>
        </p:txBody>
      </p:sp>
      <p:sp>
        <p:nvSpPr>
          <p:cNvPr id="113" name="dp45-comparison / n124 / path">
            <a:extLst xmlns:a="http://schemas.openxmlformats.org/drawingml/2006/main">
              <a:ext uri="{FF2B5EF4-FFF2-40B4-BE49-F238E27FC236}">
                <a16:creationId xmlns:a16="http://schemas.microsoft.com/office/drawing/2014/main" id="{E3D8BEDD-5129-4F40-BFB2-0E4E662B646B}"/>
              </a:ext>
            </a:extLst>
          </p:cNvPr>
          <p:cNvSpPr>
            <a:spLocks xmlns:a="http://schemas.openxmlformats.org/drawingml/2006/main" noGrp="1"/>
          </p:cNvSpPr>
          <p:nvPr/>
        </p:nvSpPr>
        <p:spPr>
          <a:xfrm xmlns:a="http://schemas.openxmlformats.org/drawingml/2006/main">
            <a:off x="1638300" y="3933825"/>
            <a:ext cx="219075" cy="2262188"/>
          </a:xfrm>
          <a:custGeom xmlns:a="http://schemas.openxmlformats.org/drawingml/2006/main">
            <a:pathLst>
              <a:path w="219075" h="2262188">
                <a:moveTo>
                  <a:pt x="219075" y="0"/>
                </a:moveTo>
                <a:lnTo>
                  <a:pt x="0" y="0"/>
                </a:lnTo>
                <a:lnTo>
                  <a:pt x="0" y="2262188"/>
                </a:lnTo>
                <a:lnTo>
                  <a:pt x="219075" y="2262188"/>
                </a:lnTo>
              </a:path>
            </a:pathLst>
          </a:custGeom>
          <a:noFill xmlns:a="http://schemas.openxmlformats.org/drawingml/2006/main"/>
          <a:ln xmlns:a="http://schemas.openxmlformats.org/drawingml/2006/main" w="10478">
            <a:solidFill>
              <a:srgbClr val="000000"/>
            </a:solidFill>
            <a:prstDash val="solid"/>
          </a:ln>
        </p:spPr>
      </p:sp>
      <p:sp>
        <p:nvSpPr>
          <p:cNvPr id="114" name="dp45-comparison / n124 / arrow">
            <a:extLst xmlns:a="http://schemas.openxmlformats.org/drawingml/2006/main">
              <a:ext uri="{FF2B5EF4-FFF2-40B4-BE49-F238E27FC236}">
                <a16:creationId xmlns:a16="http://schemas.microsoft.com/office/drawing/2014/main" id="{879A7D0F-F6C9-4F53-B2E8-5C1B8D80500C}"/>
              </a:ext>
            </a:extLst>
          </p:cNvPr>
          <p:cNvSpPr>
            <a:spLocks xmlns:a="http://schemas.openxmlformats.org/drawingml/2006/main" noGrp="1"/>
          </p:cNvSpPr>
          <p:nvPr/>
        </p:nvSpPr>
        <p:spPr>
          <a:xfrm xmlns:a="http://schemas.openxmlformats.org/drawingml/2006/main">
            <a:off x="1790319" y="61624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15" name="dp45-comparison / n125 / path">
            <a:extLst xmlns:a="http://schemas.openxmlformats.org/drawingml/2006/main">
              <a:ext uri="{FF2B5EF4-FFF2-40B4-BE49-F238E27FC236}">
                <a16:creationId xmlns:a16="http://schemas.microsoft.com/office/drawing/2014/main" id="{78AA5789-6A21-4255-B8EB-625C964AC4C9}"/>
              </a:ext>
            </a:extLst>
          </p:cNvPr>
          <p:cNvSpPr>
            <a:spLocks xmlns:a="http://schemas.openxmlformats.org/drawingml/2006/main" noGrp="1"/>
          </p:cNvSpPr>
          <p:nvPr/>
        </p:nvSpPr>
        <p:spPr>
          <a:xfrm xmlns:a="http://schemas.openxmlformats.org/drawingml/2006/main">
            <a:off x="1714500" y="4029075"/>
            <a:ext cx="142875" cy="2224088"/>
          </a:xfrm>
          <a:custGeom xmlns:a="http://schemas.openxmlformats.org/drawingml/2006/main">
            <a:pathLst>
              <a:path w="142875" h="2224088">
                <a:moveTo>
                  <a:pt x="142875" y="2224088"/>
                </a:moveTo>
                <a:lnTo>
                  <a:pt x="0" y="2224088"/>
                </a:lnTo>
                <a:lnTo>
                  <a:pt x="0" y="0"/>
                </a:lnTo>
                <a:lnTo>
                  <a:pt x="142875" y="0"/>
                </a:lnTo>
              </a:path>
            </a:pathLst>
          </a:custGeom>
          <a:noFill xmlns:a="http://schemas.openxmlformats.org/drawingml/2006/main"/>
          <a:ln xmlns:a="http://schemas.openxmlformats.org/drawingml/2006/main" w="10478">
            <a:solidFill>
              <a:srgbClr val="000000"/>
            </a:solidFill>
            <a:prstDash val="dash"/>
          </a:ln>
        </p:spPr>
      </p:sp>
      <p:sp>
        <p:nvSpPr>
          <p:cNvPr id="116" name="dp45-comparison / n125 / arrow">
            <a:extLst xmlns:a="http://schemas.openxmlformats.org/drawingml/2006/main">
              <a:ext uri="{FF2B5EF4-FFF2-40B4-BE49-F238E27FC236}">
                <a16:creationId xmlns:a16="http://schemas.microsoft.com/office/drawing/2014/main" id="{9252D5C7-3FAD-44B2-85AE-D5F2D500E7B7}"/>
              </a:ext>
            </a:extLst>
          </p:cNvPr>
          <p:cNvSpPr>
            <a:spLocks xmlns:a="http://schemas.openxmlformats.org/drawingml/2006/main" noGrp="1"/>
          </p:cNvSpPr>
          <p:nvPr/>
        </p:nvSpPr>
        <p:spPr>
          <a:xfrm xmlns:a="http://schemas.openxmlformats.org/drawingml/2006/main">
            <a:off x="1790319" y="39955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17" name="dp45-comparison / n126 / path">
            <a:extLst xmlns:a="http://schemas.openxmlformats.org/drawingml/2006/main">
              <a:ext uri="{FF2B5EF4-FFF2-40B4-BE49-F238E27FC236}">
                <a16:creationId xmlns:a16="http://schemas.microsoft.com/office/drawing/2014/main" id="{8DB03CD2-36B1-4913-9B7F-08F9F61845B3}"/>
              </a:ext>
            </a:extLst>
          </p:cNvPr>
          <p:cNvSpPr>
            <a:spLocks xmlns:a="http://schemas.openxmlformats.org/drawingml/2006/main" noGrp="1"/>
          </p:cNvSpPr>
          <p:nvPr/>
        </p:nvSpPr>
        <p:spPr>
          <a:xfrm xmlns:a="http://schemas.openxmlformats.org/drawingml/2006/main">
            <a:off x="4429125" y="6157913"/>
            <a:ext cx="1905000" cy="953"/>
          </a:xfrm>
          <a:custGeom xmlns:a="http://schemas.openxmlformats.org/drawingml/2006/main">
            <a:pathLst>
              <a:path w="1905000" h="953">
                <a:moveTo>
                  <a:pt x="0" y="0"/>
                </a:moveTo>
                <a:lnTo>
                  <a:pt x="1905000" y="0"/>
                </a:lnTo>
              </a:path>
            </a:pathLst>
          </a:custGeom>
          <a:noFill xmlns:a="http://schemas.openxmlformats.org/drawingml/2006/main"/>
          <a:ln xmlns:a="http://schemas.openxmlformats.org/drawingml/2006/main" w="10478">
            <a:solidFill>
              <a:srgbClr val="000000"/>
            </a:solidFill>
            <a:prstDash val="solid"/>
          </a:ln>
        </p:spPr>
      </p:sp>
      <p:sp>
        <p:nvSpPr>
          <p:cNvPr id="118" name="dp45-comparison / n126 / arrow">
            <a:extLst xmlns:a="http://schemas.openxmlformats.org/drawingml/2006/main">
              <a:ext uri="{FF2B5EF4-FFF2-40B4-BE49-F238E27FC236}">
                <a16:creationId xmlns:a16="http://schemas.microsoft.com/office/drawing/2014/main" id="{41F501EB-D5CB-47AC-A1B2-DEC83D392A58}"/>
              </a:ext>
            </a:extLst>
          </p:cNvPr>
          <p:cNvSpPr>
            <a:spLocks xmlns:a="http://schemas.openxmlformats.org/drawingml/2006/main" noGrp="1"/>
          </p:cNvSpPr>
          <p:nvPr/>
        </p:nvSpPr>
        <p:spPr>
          <a:xfrm xmlns:a="http://schemas.openxmlformats.org/drawingml/2006/main">
            <a:off x="6267069" y="61243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19" name="dp45-comparison / n127 / path">
            <a:extLst xmlns:a="http://schemas.openxmlformats.org/drawingml/2006/main">
              <a:ext uri="{FF2B5EF4-FFF2-40B4-BE49-F238E27FC236}">
                <a16:creationId xmlns:a16="http://schemas.microsoft.com/office/drawing/2014/main" id="{F314221A-781F-47EF-8B76-CE33BF7CFCC5}"/>
              </a:ext>
            </a:extLst>
          </p:cNvPr>
          <p:cNvSpPr>
            <a:spLocks xmlns:a="http://schemas.openxmlformats.org/drawingml/2006/main" noGrp="1"/>
          </p:cNvSpPr>
          <p:nvPr/>
        </p:nvSpPr>
        <p:spPr>
          <a:xfrm xmlns:a="http://schemas.openxmlformats.org/drawingml/2006/main">
            <a:off x="4429125" y="6243638"/>
            <a:ext cx="1905000" cy="953"/>
          </a:xfrm>
          <a:custGeom xmlns:a="http://schemas.openxmlformats.org/drawingml/2006/main">
            <a:pathLst>
              <a:path w="1905000" h="953">
                <a:moveTo>
                  <a:pt x="1905000" y="0"/>
                </a:moveTo>
                <a:lnTo>
                  <a:pt x="0" y="0"/>
                </a:lnTo>
              </a:path>
            </a:pathLst>
          </a:custGeom>
          <a:noFill xmlns:a="http://schemas.openxmlformats.org/drawingml/2006/main"/>
          <a:ln xmlns:a="http://schemas.openxmlformats.org/drawingml/2006/main" w="10478">
            <a:solidFill>
              <a:srgbClr val="000000"/>
            </a:solidFill>
            <a:prstDash val="dash"/>
          </a:ln>
        </p:spPr>
      </p:sp>
      <p:sp>
        <p:nvSpPr>
          <p:cNvPr id="120" name="dp45-comparison / n127 / arrow">
            <a:extLst xmlns:a="http://schemas.openxmlformats.org/drawingml/2006/main">
              <a:ext uri="{FF2B5EF4-FFF2-40B4-BE49-F238E27FC236}">
                <a16:creationId xmlns:a16="http://schemas.microsoft.com/office/drawing/2014/main" id="{56079DA8-0ED8-4C67-8DD7-332EAF0455B5}"/>
              </a:ext>
            </a:extLst>
          </p:cNvPr>
          <p:cNvSpPr>
            <a:spLocks xmlns:a="http://schemas.openxmlformats.org/drawingml/2006/main" noGrp="1"/>
          </p:cNvSpPr>
          <p:nvPr/>
        </p:nvSpPr>
        <p:spPr>
          <a:xfrm xmlns:a="http://schemas.openxmlformats.org/drawingml/2006/main">
            <a:off x="4429125" y="6210110"/>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121" name="dp45-comparison / n130 / path">
            <a:extLst xmlns:a="http://schemas.openxmlformats.org/drawingml/2006/main">
              <a:ext uri="{FF2B5EF4-FFF2-40B4-BE49-F238E27FC236}">
                <a16:creationId xmlns:a16="http://schemas.microsoft.com/office/drawing/2014/main" id="{C874EBF8-D9CB-42D9-ACD7-A1C1641D50D9}"/>
              </a:ext>
            </a:extLst>
          </p:cNvPr>
          <p:cNvSpPr>
            <a:spLocks xmlns:a="http://schemas.openxmlformats.org/drawingml/2006/main" noGrp="1"/>
          </p:cNvSpPr>
          <p:nvPr/>
        </p:nvSpPr>
        <p:spPr>
          <a:xfrm xmlns:a="http://schemas.openxmlformats.org/drawingml/2006/main">
            <a:off x="1571625" y="6448425"/>
            <a:ext cx="7715250" cy="953"/>
          </a:xfrm>
          <a:custGeom xmlns:a="http://schemas.openxmlformats.org/drawingml/2006/main">
            <a:pathLst>
              <a:path w="7715250" h="953">
                <a:moveTo>
                  <a:pt x="0" y="0"/>
                </a:moveTo>
                <a:lnTo>
                  <a:pt x="7715250" y="0"/>
                </a:lnTo>
              </a:path>
            </a:pathLst>
          </a:custGeom>
          <a:noFill xmlns:a="http://schemas.openxmlformats.org/drawingml/2006/main"/>
          <a:ln xmlns:a="http://schemas.openxmlformats.org/drawingml/2006/main" w="10478">
            <a:solidFill>
              <a:srgbClr val="000000"/>
            </a:solidFill>
            <a:prstDash val="solid"/>
          </a:ln>
        </p:spPr>
      </p:sp>
      <p:sp>
        <p:nvSpPr>
          <p:cNvPr id="122" name="dp45-comparison / n133">
            <a:extLst xmlns:a="http://schemas.openxmlformats.org/drawingml/2006/main">
              <a:ext uri="{FF2B5EF4-FFF2-40B4-BE49-F238E27FC236}">
                <a16:creationId xmlns:a16="http://schemas.microsoft.com/office/drawing/2014/main" id="{F0EC092A-497C-480F-96C4-CF3129A6E74F}"/>
              </a:ext>
            </a:extLst>
          </p:cNvPr>
          <p:cNvSpPr>
            <a:spLocks xmlns:a="http://schemas.openxmlformats.org/drawingml/2006/main" noGrp="1"/>
          </p:cNvSpPr>
          <p:nvPr/>
        </p:nvSpPr>
        <p:spPr>
          <a:xfrm xmlns:a="http://schemas.openxmlformats.org/drawingml/2006/main">
            <a:off x="1666875" y="671512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23" name="dp45-comparison / n134 / text 1">
            <a:extLst xmlns:a="http://schemas.openxmlformats.org/drawingml/2006/main">
              <a:ext uri="{FF2B5EF4-FFF2-40B4-BE49-F238E27FC236}">
                <a16:creationId xmlns:a16="http://schemas.microsoft.com/office/drawing/2014/main" id="{37A701A3-DDCC-477D-AC01-6D1E253DC08F}"/>
              </a:ext>
            </a:extLst>
          </p:cNvPr>
          <p:cNvSpPr>
            <a:spLocks xmlns:a="http://schemas.openxmlformats.org/drawingml/2006/main" noGrp="1"/>
          </p:cNvSpPr>
          <p:nvPr/>
        </p:nvSpPr>
        <p:spPr>
          <a:xfrm xmlns:a="http://schemas.openxmlformats.org/drawingml/2006/main">
            <a:off x="1752600" y="675084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현재 Query1 도착</a:t>
            </a:r>
          </a:p>
        </p:txBody>
      </p:sp>
      <p:sp>
        <p:nvSpPr>
          <p:cNvPr id="124" name="dp45-comparison / n135">
            <a:extLst xmlns:a="http://schemas.openxmlformats.org/drawingml/2006/main">
              <a:ext uri="{FF2B5EF4-FFF2-40B4-BE49-F238E27FC236}">
                <a16:creationId xmlns:a16="http://schemas.microsoft.com/office/drawing/2014/main" id="{5D89E3F5-15D9-4A97-A61F-03D6436B7A96}"/>
              </a:ext>
            </a:extLst>
          </p:cNvPr>
          <p:cNvSpPr>
            <a:spLocks xmlns:a="http://schemas.openxmlformats.org/drawingml/2006/main" noGrp="1"/>
          </p:cNvSpPr>
          <p:nvPr/>
        </p:nvSpPr>
        <p:spPr>
          <a:xfrm xmlns:a="http://schemas.openxmlformats.org/drawingml/2006/main">
            <a:off x="4333875" y="671512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25" name="dp45-comparison / n136 / text 1">
            <a:extLst xmlns:a="http://schemas.openxmlformats.org/drawingml/2006/main">
              <a:ext uri="{FF2B5EF4-FFF2-40B4-BE49-F238E27FC236}">
                <a16:creationId xmlns:a16="http://schemas.microsoft.com/office/drawing/2014/main" id="{CBEAB143-237A-4F75-9C91-094BDA851CD2}"/>
              </a:ext>
            </a:extLst>
          </p:cNvPr>
          <p:cNvSpPr>
            <a:spLocks xmlns:a="http://schemas.openxmlformats.org/drawingml/2006/main" noGrp="1"/>
          </p:cNvSpPr>
          <p:nvPr/>
        </p:nvSpPr>
        <p:spPr>
          <a:xfrm xmlns:a="http://schemas.openxmlformats.org/drawingml/2006/main">
            <a:off x="4419600" y="675084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Composer: 원본 조회 / 결합</a:t>
            </a:r>
          </a:p>
        </p:txBody>
      </p:sp>
      <p:sp>
        <p:nvSpPr>
          <p:cNvPr id="126" name="dp45-comparison / n137 / path">
            <a:extLst xmlns:a="http://schemas.openxmlformats.org/drawingml/2006/main">
              <a:ext uri="{FF2B5EF4-FFF2-40B4-BE49-F238E27FC236}">
                <a16:creationId xmlns:a16="http://schemas.microsoft.com/office/drawing/2014/main" id="{007A54D2-DE75-48F8-8EDC-4B383EE2A4C9}"/>
              </a:ext>
            </a:extLst>
          </p:cNvPr>
          <p:cNvSpPr>
            <a:spLocks xmlns:a="http://schemas.openxmlformats.org/drawingml/2006/main" noGrp="1"/>
          </p:cNvSpPr>
          <p:nvPr/>
        </p:nvSpPr>
        <p:spPr>
          <a:xfrm xmlns:a="http://schemas.openxmlformats.org/drawingml/2006/main">
            <a:off x="3905250" y="684371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127" name="dp45-comparison / n137 / arrow">
            <a:extLst xmlns:a="http://schemas.openxmlformats.org/drawingml/2006/main">
              <a:ext uri="{FF2B5EF4-FFF2-40B4-BE49-F238E27FC236}">
                <a16:creationId xmlns:a16="http://schemas.microsoft.com/office/drawing/2014/main" id="{68DDC289-3778-4126-AC58-E276320D10B9}"/>
              </a:ext>
            </a:extLst>
          </p:cNvPr>
          <p:cNvSpPr>
            <a:spLocks xmlns:a="http://schemas.openxmlformats.org/drawingml/2006/main" noGrp="1"/>
          </p:cNvSpPr>
          <p:nvPr/>
        </p:nvSpPr>
        <p:spPr>
          <a:xfrm xmlns:a="http://schemas.openxmlformats.org/drawingml/2006/main">
            <a:off x="4266819" y="68101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28" name="dp45-comparison / n138">
            <a:extLst xmlns:a="http://schemas.openxmlformats.org/drawingml/2006/main">
              <a:ext uri="{FF2B5EF4-FFF2-40B4-BE49-F238E27FC236}">
                <a16:creationId xmlns:a16="http://schemas.microsoft.com/office/drawing/2014/main" id="{4DA388E7-4005-4FFA-BEE5-E30FDAF1AACE}"/>
              </a:ext>
            </a:extLst>
          </p:cNvPr>
          <p:cNvSpPr>
            <a:spLocks xmlns:a="http://schemas.openxmlformats.org/drawingml/2006/main" noGrp="1"/>
          </p:cNvSpPr>
          <p:nvPr/>
        </p:nvSpPr>
        <p:spPr>
          <a:xfrm xmlns:a="http://schemas.openxmlformats.org/drawingml/2006/main">
            <a:off x="7000875" y="6715125"/>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29" name="dp45-comparison / n139 / text 1">
            <a:extLst xmlns:a="http://schemas.openxmlformats.org/drawingml/2006/main">
              <a:ext uri="{FF2B5EF4-FFF2-40B4-BE49-F238E27FC236}">
                <a16:creationId xmlns:a16="http://schemas.microsoft.com/office/drawing/2014/main" id="{D982A7BB-D79A-4239-962D-968190245BB7}"/>
              </a:ext>
            </a:extLst>
          </p:cNvPr>
          <p:cNvSpPr>
            <a:spLocks xmlns:a="http://schemas.openxmlformats.org/drawingml/2006/main" noGrp="1"/>
          </p:cNvSpPr>
          <p:nvPr/>
        </p:nvSpPr>
        <p:spPr>
          <a:xfrm xmlns:a="http://schemas.openxmlformats.org/drawingml/2006/main">
            <a:off x="7086600" y="6750844"/>
            <a:ext cx="2019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Bundle1을 caller에 반환</a:t>
            </a:r>
          </a:p>
        </p:txBody>
      </p:sp>
      <p:sp>
        <p:nvSpPr>
          <p:cNvPr id="130" name="dp45-comparison / n140 / path">
            <a:extLst xmlns:a="http://schemas.openxmlformats.org/drawingml/2006/main">
              <a:ext uri="{FF2B5EF4-FFF2-40B4-BE49-F238E27FC236}">
                <a16:creationId xmlns:a16="http://schemas.microsoft.com/office/drawing/2014/main" id="{F7186A59-D65C-4922-94DD-ABF60E50B024}"/>
              </a:ext>
            </a:extLst>
          </p:cNvPr>
          <p:cNvSpPr>
            <a:spLocks xmlns:a="http://schemas.openxmlformats.org/drawingml/2006/main" noGrp="1"/>
          </p:cNvSpPr>
          <p:nvPr/>
        </p:nvSpPr>
        <p:spPr>
          <a:xfrm xmlns:a="http://schemas.openxmlformats.org/drawingml/2006/main">
            <a:off x="6572250" y="684371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131" name="dp45-comparison / n140 / arrow">
            <a:extLst xmlns:a="http://schemas.openxmlformats.org/drawingml/2006/main">
              <a:ext uri="{FF2B5EF4-FFF2-40B4-BE49-F238E27FC236}">
                <a16:creationId xmlns:a16="http://schemas.microsoft.com/office/drawing/2014/main" id="{3BD6635A-54D6-4D17-AFCF-A447511EB969}"/>
              </a:ext>
            </a:extLst>
          </p:cNvPr>
          <p:cNvSpPr>
            <a:spLocks xmlns:a="http://schemas.openxmlformats.org/drawingml/2006/main" noGrp="1"/>
          </p:cNvSpPr>
          <p:nvPr/>
        </p:nvSpPr>
        <p:spPr>
          <a:xfrm xmlns:a="http://schemas.openxmlformats.org/drawingml/2006/main">
            <a:off x="6933819" y="68101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32" name="dp45-comparison / n141">
            <a:extLst xmlns:a="http://schemas.openxmlformats.org/drawingml/2006/main">
              <a:ext uri="{FF2B5EF4-FFF2-40B4-BE49-F238E27FC236}">
                <a16:creationId xmlns:a16="http://schemas.microsoft.com/office/drawing/2014/main" id="{472CA240-B40A-4429-A613-17D75E69B73A}"/>
              </a:ext>
            </a:extLst>
          </p:cNvPr>
          <p:cNvSpPr>
            <a:spLocks xmlns:a="http://schemas.openxmlformats.org/drawingml/2006/main" noGrp="1"/>
          </p:cNvSpPr>
          <p:nvPr/>
        </p:nvSpPr>
        <p:spPr>
          <a:xfrm xmlns:a="http://schemas.openxmlformats.org/drawingml/2006/main">
            <a:off x="1666875" y="7258050"/>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33" name="dp45-comparison / n142 / text 1">
            <a:extLst xmlns:a="http://schemas.openxmlformats.org/drawingml/2006/main">
              <a:ext uri="{FF2B5EF4-FFF2-40B4-BE49-F238E27FC236}">
                <a16:creationId xmlns:a16="http://schemas.microsoft.com/office/drawing/2014/main" id="{A5382BC6-C601-4799-BCB2-5DFDA78EEA5D}"/>
              </a:ext>
            </a:extLst>
          </p:cNvPr>
          <p:cNvSpPr>
            <a:spLocks xmlns:a="http://schemas.openxmlformats.org/drawingml/2006/main" noGrp="1"/>
          </p:cNvSpPr>
          <p:nvPr/>
        </p:nvSpPr>
        <p:spPr>
          <a:xfrm xmlns:a="http://schemas.openxmlformats.org/drawingml/2006/main">
            <a:off x="1752600" y="7293769"/>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같은 정보 반복 요청</a:t>
            </a:r>
          </a:p>
        </p:txBody>
      </p:sp>
      <p:sp>
        <p:nvSpPr>
          <p:cNvPr id="134" name="dp45-comparison / n143">
            <a:extLst xmlns:a="http://schemas.openxmlformats.org/drawingml/2006/main">
              <a:ext uri="{FF2B5EF4-FFF2-40B4-BE49-F238E27FC236}">
                <a16:creationId xmlns:a16="http://schemas.microsoft.com/office/drawing/2014/main" id="{BB5D0B0C-3040-44CC-B6AD-CD39051F7AC9}"/>
              </a:ext>
            </a:extLst>
          </p:cNvPr>
          <p:cNvSpPr>
            <a:spLocks xmlns:a="http://schemas.openxmlformats.org/drawingml/2006/main" noGrp="1"/>
          </p:cNvSpPr>
          <p:nvPr/>
        </p:nvSpPr>
        <p:spPr>
          <a:xfrm xmlns:a="http://schemas.openxmlformats.org/drawingml/2006/main">
            <a:off x="4333875" y="7258050"/>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35" name="dp45-comparison / n144 / text 1">
            <a:extLst xmlns:a="http://schemas.openxmlformats.org/drawingml/2006/main">
              <a:ext uri="{FF2B5EF4-FFF2-40B4-BE49-F238E27FC236}">
                <a16:creationId xmlns:a16="http://schemas.microsoft.com/office/drawing/2014/main" id="{25BA42F5-904B-43F4-8633-C66B6957F441}"/>
              </a:ext>
            </a:extLst>
          </p:cNvPr>
          <p:cNvSpPr>
            <a:spLocks xmlns:a="http://schemas.openxmlformats.org/drawingml/2006/main" noGrp="1"/>
          </p:cNvSpPr>
          <p:nvPr/>
        </p:nvSpPr>
        <p:spPr>
          <a:xfrm xmlns:a="http://schemas.openxmlformats.org/drawingml/2006/main">
            <a:off x="4419600" y="7293769"/>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유효 cache / 부분 갱신</a:t>
            </a:r>
          </a:p>
        </p:txBody>
      </p:sp>
      <p:sp>
        <p:nvSpPr>
          <p:cNvPr id="136" name="dp45-comparison / n145 / path">
            <a:extLst xmlns:a="http://schemas.openxmlformats.org/drawingml/2006/main">
              <a:ext uri="{FF2B5EF4-FFF2-40B4-BE49-F238E27FC236}">
                <a16:creationId xmlns:a16="http://schemas.microsoft.com/office/drawing/2014/main" id="{EDEE15F6-05C0-49D7-97E5-A938B9B29EA8}"/>
              </a:ext>
            </a:extLst>
          </p:cNvPr>
          <p:cNvSpPr>
            <a:spLocks xmlns:a="http://schemas.openxmlformats.org/drawingml/2006/main" noGrp="1"/>
          </p:cNvSpPr>
          <p:nvPr/>
        </p:nvSpPr>
        <p:spPr>
          <a:xfrm xmlns:a="http://schemas.openxmlformats.org/drawingml/2006/main">
            <a:off x="3905250" y="7386638"/>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137" name="dp45-comparison / n145 / arrow">
            <a:extLst xmlns:a="http://schemas.openxmlformats.org/drawingml/2006/main">
              <a:ext uri="{FF2B5EF4-FFF2-40B4-BE49-F238E27FC236}">
                <a16:creationId xmlns:a16="http://schemas.microsoft.com/office/drawing/2014/main" id="{10E667E3-9D1E-473B-B71F-52A2E433388E}"/>
              </a:ext>
            </a:extLst>
          </p:cNvPr>
          <p:cNvSpPr>
            <a:spLocks xmlns:a="http://schemas.openxmlformats.org/drawingml/2006/main" noGrp="1"/>
          </p:cNvSpPr>
          <p:nvPr/>
        </p:nvSpPr>
        <p:spPr>
          <a:xfrm xmlns:a="http://schemas.openxmlformats.org/drawingml/2006/main">
            <a:off x="4266819" y="735311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38" name="dp45-comparison / n146">
            <a:extLst xmlns:a="http://schemas.openxmlformats.org/drawingml/2006/main">
              <a:ext uri="{FF2B5EF4-FFF2-40B4-BE49-F238E27FC236}">
                <a16:creationId xmlns:a16="http://schemas.microsoft.com/office/drawing/2014/main" id="{FE5EFB4D-1217-460D-B041-1C28BD0BF38D}"/>
              </a:ext>
            </a:extLst>
          </p:cNvPr>
          <p:cNvSpPr>
            <a:spLocks xmlns:a="http://schemas.openxmlformats.org/drawingml/2006/main" noGrp="1"/>
          </p:cNvSpPr>
          <p:nvPr/>
        </p:nvSpPr>
        <p:spPr>
          <a:xfrm xmlns:a="http://schemas.openxmlformats.org/drawingml/2006/main">
            <a:off x="7000875" y="7258050"/>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39" name="dp45-comparison / n147 / text 1">
            <a:extLst xmlns:a="http://schemas.openxmlformats.org/drawingml/2006/main">
              <a:ext uri="{FF2B5EF4-FFF2-40B4-BE49-F238E27FC236}">
                <a16:creationId xmlns:a16="http://schemas.microsoft.com/office/drawing/2014/main" id="{0DB54A58-7804-4EBB-86F0-D8214944BE57}"/>
              </a:ext>
            </a:extLst>
          </p:cNvPr>
          <p:cNvSpPr>
            <a:spLocks xmlns:a="http://schemas.openxmlformats.org/drawingml/2006/main" noGrp="1"/>
          </p:cNvSpPr>
          <p:nvPr/>
        </p:nvSpPr>
        <p:spPr>
          <a:xfrm xmlns:a="http://schemas.openxmlformats.org/drawingml/2006/main">
            <a:off x="7086600" y="7293769"/>
            <a:ext cx="2019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현재 목적의 묶음 구성</a:t>
            </a:r>
          </a:p>
        </p:txBody>
      </p:sp>
      <p:sp>
        <p:nvSpPr>
          <p:cNvPr id="140" name="dp45-comparison / n148 / path">
            <a:extLst xmlns:a="http://schemas.openxmlformats.org/drawingml/2006/main">
              <a:ext uri="{FF2B5EF4-FFF2-40B4-BE49-F238E27FC236}">
                <a16:creationId xmlns:a16="http://schemas.microsoft.com/office/drawing/2014/main" id="{67B105CE-472D-4222-827A-45BD046FA1FA}"/>
              </a:ext>
            </a:extLst>
          </p:cNvPr>
          <p:cNvSpPr>
            <a:spLocks xmlns:a="http://schemas.openxmlformats.org/drawingml/2006/main" noGrp="1"/>
          </p:cNvSpPr>
          <p:nvPr/>
        </p:nvSpPr>
        <p:spPr>
          <a:xfrm xmlns:a="http://schemas.openxmlformats.org/drawingml/2006/main">
            <a:off x="6572250" y="7386638"/>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141" name="dp45-comparison / n148 / arrow">
            <a:extLst xmlns:a="http://schemas.openxmlformats.org/drawingml/2006/main">
              <a:ext uri="{FF2B5EF4-FFF2-40B4-BE49-F238E27FC236}">
                <a16:creationId xmlns:a16="http://schemas.microsoft.com/office/drawing/2014/main" id="{53A64EA1-8751-4888-94BC-61CF49AF359F}"/>
              </a:ext>
            </a:extLst>
          </p:cNvPr>
          <p:cNvSpPr>
            <a:spLocks xmlns:a="http://schemas.openxmlformats.org/drawingml/2006/main" noGrp="1"/>
          </p:cNvSpPr>
          <p:nvPr/>
        </p:nvSpPr>
        <p:spPr>
          <a:xfrm xmlns:a="http://schemas.openxmlformats.org/drawingml/2006/main">
            <a:off x="6933819" y="735311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42" name="dp45-comparison / n78">
            <a:extLst xmlns:a="http://schemas.openxmlformats.org/drawingml/2006/main">
              <a:ext uri="{FF2B5EF4-FFF2-40B4-BE49-F238E27FC236}">
                <a16:creationId xmlns:a16="http://schemas.microsoft.com/office/drawing/2014/main" id="{3E202C2C-1727-4C45-9ED0-F9EC21E9C126}"/>
              </a:ext>
            </a:extLst>
          </p:cNvPr>
          <p:cNvSpPr>
            <a:spLocks xmlns:a="http://schemas.openxmlformats.org/drawingml/2006/main" noGrp="1"/>
          </p:cNvSpPr>
          <p:nvPr/>
        </p:nvSpPr>
        <p:spPr>
          <a:xfrm xmlns:a="http://schemas.openxmlformats.org/drawingml/2006/main">
            <a:off x="1647825" y="2771775"/>
            <a:ext cx="1980629"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3" name="dp45-comparison / n79 / text 1">
            <a:extLst xmlns:a="http://schemas.openxmlformats.org/drawingml/2006/main">
              <a:ext uri="{FF2B5EF4-FFF2-40B4-BE49-F238E27FC236}">
                <a16:creationId xmlns:a16="http://schemas.microsoft.com/office/drawing/2014/main" id="{8BDBB50E-791C-47F4-8C64-1A7043D1FB2B}"/>
              </a:ext>
            </a:extLst>
          </p:cNvPr>
          <p:cNvSpPr>
            <a:spLocks xmlns:a="http://schemas.openxmlformats.org/drawingml/2006/main" noGrp="1"/>
          </p:cNvSpPr>
          <p:nvPr/>
        </p:nvSpPr>
        <p:spPr>
          <a:xfrm xmlns:a="http://schemas.openxmlformats.org/drawingml/2006/main">
            <a:off x="1666875" y="2781300"/>
            <a:ext cx="266700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Query1: 평가 기준과 과거 결과</a:t>
            </a:r>
          </a:p>
        </p:txBody>
      </p:sp>
      <p:sp>
        <p:nvSpPr>
          <p:cNvPr id="144" name="dp45-comparison / n80">
            <a:extLst xmlns:a="http://schemas.openxmlformats.org/drawingml/2006/main">
              <a:ext uri="{FF2B5EF4-FFF2-40B4-BE49-F238E27FC236}">
                <a16:creationId xmlns:a16="http://schemas.microsoft.com/office/drawing/2014/main" id="{9D1277BD-8E23-42AD-9895-EEB3822CA42D}"/>
              </a:ext>
            </a:extLst>
          </p:cNvPr>
          <p:cNvSpPr>
            <a:spLocks xmlns:a="http://schemas.openxmlformats.org/drawingml/2006/main" noGrp="1"/>
          </p:cNvSpPr>
          <p:nvPr/>
        </p:nvSpPr>
        <p:spPr>
          <a:xfrm xmlns:a="http://schemas.openxmlformats.org/drawingml/2006/main">
            <a:off x="4600575" y="2762250"/>
            <a:ext cx="1731264"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5" name="dp45-comparison / n81 / text 1">
            <a:extLst xmlns:a="http://schemas.openxmlformats.org/drawingml/2006/main">
              <a:ext uri="{FF2B5EF4-FFF2-40B4-BE49-F238E27FC236}">
                <a16:creationId xmlns:a16="http://schemas.microsoft.com/office/drawing/2014/main" id="{F8C85EFE-2AEE-4666-BDED-29092DD1EB44}"/>
              </a:ext>
            </a:extLst>
          </p:cNvPr>
          <p:cNvSpPr>
            <a:spLocks xmlns:a="http://schemas.openxmlformats.org/drawingml/2006/main" noGrp="1"/>
          </p:cNvSpPr>
          <p:nvPr/>
        </p:nvSpPr>
        <p:spPr>
          <a:xfrm xmlns:a="http://schemas.openxmlformats.org/drawingml/2006/main">
            <a:off x="4619625" y="2771775"/>
            <a:ext cx="204787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설명 원문 / 실제 전달한 범위</a:t>
            </a:r>
          </a:p>
        </p:txBody>
      </p:sp>
      <p:sp>
        <p:nvSpPr>
          <p:cNvPr id="146" name="dp45-comparison / n82">
            <a:extLst xmlns:a="http://schemas.openxmlformats.org/drawingml/2006/main">
              <a:ext uri="{FF2B5EF4-FFF2-40B4-BE49-F238E27FC236}">
                <a16:creationId xmlns:a16="http://schemas.microsoft.com/office/drawing/2014/main" id="{ED7B4DD0-430C-4752-BC3E-610C3BE1198C}"/>
              </a:ext>
            </a:extLst>
          </p:cNvPr>
          <p:cNvSpPr>
            <a:spLocks xmlns:a="http://schemas.openxmlformats.org/drawingml/2006/main" noGrp="1"/>
          </p:cNvSpPr>
          <p:nvPr/>
        </p:nvSpPr>
        <p:spPr>
          <a:xfrm xmlns:a="http://schemas.openxmlformats.org/drawingml/2006/main">
            <a:off x="7124700" y="2762250"/>
            <a:ext cx="1822704"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7" name="dp45-comparison / n83 / text 1">
            <a:extLst xmlns:a="http://schemas.openxmlformats.org/drawingml/2006/main">
              <a:ext uri="{FF2B5EF4-FFF2-40B4-BE49-F238E27FC236}">
                <a16:creationId xmlns:a16="http://schemas.microsoft.com/office/drawing/2014/main" id="{87132FDA-890C-46F2-BAFC-3257F4F1C8B6}"/>
              </a:ext>
            </a:extLst>
          </p:cNvPr>
          <p:cNvSpPr>
            <a:spLocks xmlns:a="http://schemas.openxmlformats.org/drawingml/2006/main" noGrp="1"/>
          </p:cNvSpPr>
          <p:nvPr/>
        </p:nvSpPr>
        <p:spPr>
          <a:xfrm xmlns:a="http://schemas.openxmlformats.org/drawingml/2006/main">
            <a:off x="7143750" y="2771775"/>
            <a:ext cx="20955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Task1 제품 조사 / Task2 견적</a:t>
            </a:r>
          </a:p>
        </p:txBody>
      </p:sp>
      <p:sp>
        <p:nvSpPr>
          <p:cNvPr id="148" name="dp45-comparison / n84">
            <a:extLst xmlns:a="http://schemas.openxmlformats.org/drawingml/2006/main">
              <a:ext uri="{FF2B5EF4-FFF2-40B4-BE49-F238E27FC236}">
                <a16:creationId xmlns:a16="http://schemas.microsoft.com/office/drawing/2014/main" id="{90041367-3042-4B3F-B375-80A25876DBD5}"/>
              </a:ext>
            </a:extLst>
          </p:cNvPr>
          <p:cNvSpPr>
            <a:spLocks xmlns:a="http://schemas.openxmlformats.org/drawingml/2006/main" noGrp="1"/>
          </p:cNvSpPr>
          <p:nvPr/>
        </p:nvSpPr>
        <p:spPr>
          <a:xfrm xmlns:a="http://schemas.openxmlformats.org/drawingml/2006/main">
            <a:off x="4600575" y="2924175"/>
            <a:ext cx="120777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9" name="dp45-comparison / n85 / text 1">
            <a:extLst xmlns:a="http://schemas.openxmlformats.org/drawingml/2006/main">
              <a:ext uri="{FF2B5EF4-FFF2-40B4-BE49-F238E27FC236}">
                <a16:creationId xmlns:a16="http://schemas.microsoft.com/office/drawing/2014/main" id="{3069C894-36AC-4C3B-A23A-E99D22BE8ECA}"/>
              </a:ext>
            </a:extLst>
          </p:cNvPr>
          <p:cNvSpPr>
            <a:spLocks xmlns:a="http://schemas.openxmlformats.org/drawingml/2006/main" noGrp="1"/>
          </p:cNvSpPr>
          <p:nvPr/>
        </p:nvSpPr>
        <p:spPr>
          <a:xfrm xmlns:a="http://schemas.openxmlformats.org/drawingml/2006/main">
            <a:off x="4619625" y="2933700"/>
            <a:ext cx="204787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“가격이 같은 경우…”</a:t>
            </a:r>
          </a:p>
        </p:txBody>
      </p:sp>
      <p:sp>
        <p:nvSpPr>
          <p:cNvPr id="150" name="dp45-comparison / n86">
            <a:extLst xmlns:a="http://schemas.openxmlformats.org/drawingml/2006/main">
              <a:ext uri="{FF2B5EF4-FFF2-40B4-BE49-F238E27FC236}">
                <a16:creationId xmlns:a16="http://schemas.microsoft.com/office/drawing/2014/main" id="{9ADCD626-953A-4138-972E-4740121D13DE}"/>
              </a:ext>
            </a:extLst>
          </p:cNvPr>
          <p:cNvSpPr>
            <a:spLocks xmlns:a="http://schemas.openxmlformats.org/drawingml/2006/main" noGrp="1"/>
          </p:cNvSpPr>
          <p:nvPr/>
        </p:nvSpPr>
        <p:spPr>
          <a:xfrm xmlns:a="http://schemas.openxmlformats.org/drawingml/2006/main">
            <a:off x="7124700" y="2924175"/>
            <a:ext cx="1731645"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1" name="dp45-comparison / n87 / text 1">
            <a:extLst xmlns:a="http://schemas.openxmlformats.org/drawingml/2006/main">
              <a:ext uri="{FF2B5EF4-FFF2-40B4-BE49-F238E27FC236}">
                <a16:creationId xmlns:a16="http://schemas.microsoft.com/office/drawing/2014/main" id="{959D0887-1517-4890-B298-C959D041F385}"/>
              </a:ext>
            </a:extLst>
          </p:cNvPr>
          <p:cNvSpPr>
            <a:spLocks xmlns:a="http://schemas.openxmlformats.org/drawingml/2006/main" noGrp="1"/>
          </p:cNvSpPr>
          <p:nvPr/>
        </p:nvSpPr>
        <p:spPr>
          <a:xfrm xmlns:a="http://schemas.openxmlformats.org/drawingml/2006/main">
            <a:off x="7143750" y="2933700"/>
            <a:ext cx="209550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제품 결과 개정 2 / 견적 개정 1</a:t>
            </a:r>
          </a:p>
        </p:txBody>
      </p:sp>
      <p:sp>
        <p:nvSpPr>
          <p:cNvPr id="152" name="dp45-comparison / n100">
            <a:extLst xmlns:a="http://schemas.openxmlformats.org/drawingml/2006/main">
              <a:ext uri="{FF2B5EF4-FFF2-40B4-BE49-F238E27FC236}">
                <a16:creationId xmlns:a16="http://schemas.microsoft.com/office/drawing/2014/main" id="{C8658861-1FEF-486D-9A69-FA6BE95BB68F}"/>
              </a:ext>
            </a:extLst>
          </p:cNvPr>
          <p:cNvSpPr>
            <a:spLocks xmlns:a="http://schemas.openxmlformats.org/drawingml/2006/main" noGrp="1"/>
          </p:cNvSpPr>
          <p:nvPr/>
        </p:nvSpPr>
        <p:spPr>
          <a:xfrm xmlns:a="http://schemas.openxmlformats.org/drawingml/2006/main">
            <a:off x="5457825" y="3362325"/>
            <a:ext cx="2281809"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3" name="dp45-comparison / n101 / text 1">
            <a:extLst xmlns:a="http://schemas.openxmlformats.org/drawingml/2006/main">
              <a:ext uri="{FF2B5EF4-FFF2-40B4-BE49-F238E27FC236}">
                <a16:creationId xmlns:a16="http://schemas.microsoft.com/office/drawing/2014/main" id="{0C5B1B96-99F5-45D4-BA3B-C1E88A8D1EC6}"/>
              </a:ext>
            </a:extLst>
          </p:cNvPr>
          <p:cNvSpPr>
            <a:spLocks xmlns:a="http://schemas.openxmlformats.org/drawingml/2006/main" noGrp="1"/>
          </p:cNvSpPr>
          <p:nvPr/>
        </p:nvSpPr>
        <p:spPr>
          <a:xfrm xmlns:a="http://schemas.openxmlformats.org/drawingml/2006/main">
            <a:off x="5476875" y="3371850"/>
            <a:ext cx="35242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② Query에 맞춘 원본 읽기 / 반환</a:t>
            </a:r>
          </a:p>
        </p:txBody>
      </p:sp>
      <p:sp>
        <p:nvSpPr>
          <p:cNvPr id="154" name="dp45-comparison / n104">
            <a:extLst xmlns:a="http://schemas.openxmlformats.org/drawingml/2006/main">
              <a:ext uri="{FF2B5EF4-FFF2-40B4-BE49-F238E27FC236}">
                <a16:creationId xmlns:a16="http://schemas.microsoft.com/office/drawing/2014/main" id="{8CDAC728-89C9-4B2C-8993-6F9B526CB5B0}"/>
              </a:ext>
            </a:extLst>
          </p:cNvPr>
          <p:cNvSpPr>
            <a:spLocks xmlns:a="http://schemas.openxmlformats.org/drawingml/2006/main" noGrp="1"/>
          </p:cNvSpPr>
          <p:nvPr/>
        </p:nvSpPr>
        <p:spPr>
          <a:xfrm xmlns:a="http://schemas.openxmlformats.org/drawingml/2006/main">
            <a:off x="1933575" y="4314825"/>
            <a:ext cx="2124266"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5" name="dp45-comparison / n105 / text 1">
            <a:extLst xmlns:a="http://schemas.openxmlformats.org/drawingml/2006/main">
              <a:ext uri="{FF2B5EF4-FFF2-40B4-BE49-F238E27FC236}">
                <a16:creationId xmlns:a16="http://schemas.microsoft.com/office/drawing/2014/main" id="{7F7E0A97-EA67-45E2-8970-E9F43A846CB5}"/>
              </a:ext>
            </a:extLst>
          </p:cNvPr>
          <p:cNvSpPr>
            <a:spLocks xmlns:a="http://schemas.openxmlformats.org/drawingml/2006/main" noGrp="1"/>
          </p:cNvSpPr>
          <p:nvPr/>
        </p:nvSpPr>
        <p:spPr>
          <a:xfrm xmlns:a="http://schemas.openxmlformats.org/drawingml/2006/main">
            <a:off x="1952625" y="4324350"/>
            <a:ext cx="2524125"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③ 원본 확인 / 유효 cache 재사용</a:t>
            </a:r>
          </a:p>
        </p:txBody>
      </p:sp>
      <p:sp>
        <p:nvSpPr>
          <p:cNvPr id="156" name="dp45-comparison / n106">
            <a:extLst xmlns:a="http://schemas.openxmlformats.org/drawingml/2006/main">
              <a:ext uri="{FF2B5EF4-FFF2-40B4-BE49-F238E27FC236}">
                <a16:creationId xmlns:a16="http://schemas.microsoft.com/office/drawing/2014/main" id="{E8F35412-F623-4314-B063-FA2392D90E8A}"/>
              </a:ext>
            </a:extLst>
          </p:cNvPr>
          <p:cNvSpPr>
            <a:spLocks xmlns:a="http://schemas.openxmlformats.org/drawingml/2006/main" noGrp="1"/>
          </p:cNvSpPr>
          <p:nvPr/>
        </p:nvSpPr>
        <p:spPr>
          <a:xfrm xmlns:a="http://schemas.openxmlformats.org/drawingml/2006/main">
            <a:off x="1933575" y="4533900"/>
            <a:ext cx="2188655"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7" name="dp45-comparison / n107 / text 1">
            <a:extLst xmlns:a="http://schemas.openxmlformats.org/drawingml/2006/main">
              <a:ext uri="{FF2B5EF4-FFF2-40B4-BE49-F238E27FC236}">
                <a16:creationId xmlns:a16="http://schemas.microsoft.com/office/drawing/2014/main" id="{C0E8F7E1-6DB3-43A8-9CD8-8E91E1E3F314}"/>
              </a:ext>
            </a:extLst>
          </p:cNvPr>
          <p:cNvSpPr>
            <a:spLocks xmlns:a="http://schemas.openxmlformats.org/drawingml/2006/main" noGrp="1"/>
          </p:cNvSpPr>
          <p:nvPr/>
        </p:nvSpPr>
        <p:spPr>
          <a:xfrm xmlns:a="http://schemas.openxmlformats.org/drawingml/2006/main">
            <a:off x="1952625" y="4543425"/>
            <a:ext cx="2524125"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필요한 원본 추가 조회 / 부분 갱신</a:t>
            </a:r>
          </a:p>
        </p:txBody>
      </p:sp>
      <p:sp>
        <p:nvSpPr>
          <p:cNvPr id="158" name="dp45-comparison / n110">
            <a:extLst xmlns:a="http://schemas.openxmlformats.org/drawingml/2006/main">
              <a:ext uri="{FF2B5EF4-FFF2-40B4-BE49-F238E27FC236}">
                <a16:creationId xmlns:a16="http://schemas.microsoft.com/office/drawing/2014/main" id="{A7F7F74B-257B-4942-BB25-321DAEF0D63E}"/>
              </a:ext>
            </a:extLst>
          </p:cNvPr>
          <p:cNvSpPr>
            <a:spLocks xmlns:a="http://schemas.openxmlformats.org/drawingml/2006/main" noGrp="1"/>
          </p:cNvSpPr>
          <p:nvPr/>
        </p:nvSpPr>
        <p:spPr>
          <a:xfrm xmlns:a="http://schemas.openxmlformats.org/drawingml/2006/main">
            <a:off x="5191125" y="3752850"/>
            <a:ext cx="3714750" cy="1123950"/>
          </a:xfrm>
          <a:custGeom xmlns:a="http://schemas.openxmlformats.org/drawingml/2006/main">
            <a:pathLst>
              <a:path w="3714750" h="1123950">
                <a:moveTo>
                  <a:pt x="0" y="0"/>
                </a:moveTo>
                <a:lnTo>
                  <a:pt x="3543300" y="0"/>
                </a:lnTo>
                <a:lnTo>
                  <a:pt x="3714750" y="171450"/>
                </a:lnTo>
                <a:lnTo>
                  <a:pt x="3714750" y="1123950"/>
                </a:lnTo>
                <a:lnTo>
                  <a:pt x="0" y="112395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59" name="dp45-comparison / n110 / fold">
            <a:extLst xmlns:a="http://schemas.openxmlformats.org/drawingml/2006/main">
              <a:ext uri="{FF2B5EF4-FFF2-40B4-BE49-F238E27FC236}">
                <a16:creationId xmlns:a16="http://schemas.microsoft.com/office/drawing/2014/main" id="{30ACA1F8-9326-42E4-9E93-704E237D8C54}"/>
              </a:ext>
            </a:extLst>
          </p:cNvPr>
          <p:cNvSpPr>
            <a:spLocks xmlns:a="http://schemas.openxmlformats.org/drawingml/2006/main" noGrp="1"/>
          </p:cNvSpPr>
          <p:nvPr/>
        </p:nvSpPr>
        <p:spPr>
          <a:xfrm xmlns:a="http://schemas.openxmlformats.org/drawingml/2006/main">
            <a:off x="8734425" y="375285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60" name="dp45-comparison / n111 / text 1">
            <a:extLst xmlns:a="http://schemas.openxmlformats.org/drawingml/2006/main">
              <a:ext uri="{FF2B5EF4-FFF2-40B4-BE49-F238E27FC236}">
                <a16:creationId xmlns:a16="http://schemas.microsoft.com/office/drawing/2014/main" id="{3F03EBA6-5E9A-48E2-B7D4-4F1B1D257AF1}"/>
              </a:ext>
            </a:extLst>
          </p:cNvPr>
          <p:cNvSpPr>
            <a:spLocks xmlns:a="http://schemas.openxmlformats.org/drawingml/2006/main" noGrp="1"/>
          </p:cNvSpPr>
          <p:nvPr/>
        </p:nvSpPr>
        <p:spPr>
          <a:xfrm xmlns:a="http://schemas.openxmlformats.org/drawingml/2006/main">
            <a:off x="5286375" y="3810000"/>
            <a:ext cx="34480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이번 Query의 Bundle1 / Receipt1 (필드 축약)</a:t>
            </a:r>
          </a:p>
        </p:txBody>
      </p:sp>
      <p:sp>
        <p:nvSpPr>
          <p:cNvPr id="161" name="dp45-comparison / n111 / text 2">
            <a:extLst xmlns:a="http://schemas.openxmlformats.org/drawingml/2006/main">
              <a:ext uri="{FF2B5EF4-FFF2-40B4-BE49-F238E27FC236}">
                <a16:creationId xmlns:a16="http://schemas.microsoft.com/office/drawing/2014/main" id="{BDA3D480-8086-47FD-B1F0-322427FEA11A}"/>
              </a:ext>
            </a:extLst>
          </p:cNvPr>
          <p:cNvSpPr>
            <a:spLocks xmlns:a="http://schemas.openxmlformats.org/drawingml/2006/main" noGrp="1"/>
          </p:cNvSpPr>
          <p:nvPr/>
        </p:nvSpPr>
        <p:spPr>
          <a:xfrm xmlns:a="http://schemas.openxmlformats.org/drawingml/2006/main">
            <a:off x="5286375" y="3935730"/>
            <a:ext cx="34480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status:PARTIAL / acquisition:OWNER_COMPOSITION</a:t>
            </a:r>
          </a:p>
        </p:txBody>
      </p:sp>
      <p:sp>
        <p:nvSpPr>
          <p:cNvPr id="162" name="dp45-comparison / n111 / text 3">
            <a:extLst xmlns:a="http://schemas.openxmlformats.org/drawingml/2006/main">
              <a:ext uri="{FF2B5EF4-FFF2-40B4-BE49-F238E27FC236}">
                <a16:creationId xmlns:a16="http://schemas.microsoft.com/office/drawing/2014/main" id="{063E124D-2233-4D04-B65A-A1B17DEDEEB7}"/>
              </a:ext>
            </a:extLst>
          </p:cNvPr>
          <p:cNvSpPr>
            <a:spLocks xmlns:a="http://schemas.openxmlformats.org/drawingml/2006/main" noGrp="1"/>
          </p:cNvSpPr>
          <p:nvPr/>
        </p:nvSpPr>
        <p:spPr>
          <a:xfrm xmlns:a="http://schemas.openxmlformats.org/drawingml/2006/main">
            <a:off x="5286375" y="4061460"/>
            <a:ext cx="34480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evidence: 실제 전달한 예외 문구 발췌</a:t>
            </a:r>
          </a:p>
        </p:txBody>
      </p:sp>
      <p:sp>
        <p:nvSpPr>
          <p:cNvPr id="163" name="dp45-comparison / n111 / text 4">
            <a:extLst xmlns:a="http://schemas.openxmlformats.org/drawingml/2006/main">
              <a:ext uri="{FF2B5EF4-FFF2-40B4-BE49-F238E27FC236}">
                <a16:creationId xmlns:a16="http://schemas.microsoft.com/office/drawing/2014/main" id="{1A9725DE-14E6-49A6-828C-8015106471C6}"/>
              </a:ext>
            </a:extLst>
          </p:cNvPr>
          <p:cNvSpPr>
            <a:spLocks xmlns:a="http://schemas.openxmlformats.org/drawingml/2006/main" noGrp="1"/>
          </p:cNvSpPr>
          <p:nvPr/>
        </p:nvSpPr>
        <p:spPr>
          <a:xfrm xmlns:a="http://schemas.openxmlformats.org/drawingml/2006/main">
            <a:off x="5286375" y="4187190"/>
            <a:ext cx="34480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  “가격이 같은 경우 유지보수 기간을 우선합니다.”</a:t>
            </a:r>
          </a:p>
        </p:txBody>
      </p:sp>
      <p:sp>
        <p:nvSpPr>
          <p:cNvPr id="164" name="dp45-comparison / n111 / text 5">
            <a:extLst xmlns:a="http://schemas.openxmlformats.org/drawingml/2006/main">
              <a:ext uri="{FF2B5EF4-FFF2-40B4-BE49-F238E27FC236}">
                <a16:creationId xmlns:a16="http://schemas.microsoft.com/office/drawing/2014/main" id="{7F9E5CA6-C10F-4F9A-9A60-5769FEAC9F0F}"/>
              </a:ext>
            </a:extLst>
          </p:cNvPr>
          <p:cNvSpPr>
            <a:spLocks xmlns:a="http://schemas.openxmlformats.org/drawingml/2006/main" noGrp="1"/>
          </p:cNvSpPr>
          <p:nvPr/>
        </p:nvSpPr>
        <p:spPr>
          <a:xfrm xmlns:a="http://schemas.openxmlformats.org/drawingml/2006/main">
            <a:off x="5286375" y="4312920"/>
            <a:ext cx="34480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  Task1 → 제품 비교 결과 / Task2 → 견적 결과</a:t>
            </a:r>
          </a:p>
        </p:txBody>
      </p:sp>
      <p:sp>
        <p:nvSpPr>
          <p:cNvPr id="165" name="dp45-comparison / n111 / text 6">
            <a:extLst xmlns:a="http://schemas.openxmlformats.org/drawingml/2006/main">
              <a:ext uri="{FF2B5EF4-FFF2-40B4-BE49-F238E27FC236}">
                <a16:creationId xmlns:a16="http://schemas.microsoft.com/office/drawing/2014/main" id="{48F36C0C-EFBA-41AB-8279-2A5D54C400A4}"/>
              </a:ext>
            </a:extLst>
          </p:cNvPr>
          <p:cNvSpPr>
            <a:spLocks xmlns:a="http://schemas.openxmlformats.org/drawingml/2006/main" noGrp="1"/>
          </p:cNvSpPr>
          <p:nvPr/>
        </p:nvSpPr>
        <p:spPr>
          <a:xfrm xmlns:a="http://schemas.openxmlformats.org/drawingml/2006/main">
            <a:off x="5286375" y="4438650"/>
            <a:ext cx="34480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checked_revisions / read_ranges: 원본 확인 범위</a:t>
            </a:r>
          </a:p>
        </p:txBody>
      </p:sp>
      <p:sp>
        <p:nvSpPr>
          <p:cNvPr id="166" name="dp45-comparison / n112">
            <a:extLst xmlns:a="http://schemas.openxmlformats.org/drawingml/2006/main">
              <a:ext uri="{FF2B5EF4-FFF2-40B4-BE49-F238E27FC236}">
                <a16:creationId xmlns:a16="http://schemas.microsoft.com/office/drawing/2014/main" id="{FFF3ABEC-203F-482B-9BE6-1600B3DB6AEB}"/>
              </a:ext>
            </a:extLst>
          </p:cNvPr>
          <p:cNvSpPr>
            <a:spLocks xmlns:a="http://schemas.openxmlformats.org/drawingml/2006/main" noGrp="1"/>
          </p:cNvSpPr>
          <p:nvPr/>
        </p:nvSpPr>
        <p:spPr>
          <a:xfrm xmlns:a="http://schemas.openxmlformats.org/drawingml/2006/main">
            <a:off x="1838325" y="5686425"/>
            <a:ext cx="2437829"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7" name="dp45-comparison / n113 / text 1">
            <a:extLst xmlns:a="http://schemas.openxmlformats.org/drawingml/2006/main">
              <a:ext uri="{FF2B5EF4-FFF2-40B4-BE49-F238E27FC236}">
                <a16:creationId xmlns:a16="http://schemas.microsoft.com/office/drawing/2014/main" id="{95182870-BDF8-40C1-88F2-49DFDCFBB87A}"/>
              </a:ext>
            </a:extLst>
          </p:cNvPr>
          <p:cNvSpPr>
            <a:spLocks xmlns:a="http://schemas.openxmlformats.org/drawingml/2006/main" noGrp="1"/>
          </p:cNvSpPr>
          <p:nvPr/>
        </p:nvSpPr>
        <p:spPr>
          <a:xfrm xmlns:a="http://schemas.openxmlformats.org/drawingml/2006/main">
            <a:off x="1857375" y="5695950"/>
            <a:ext cx="2905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선택 cache는 재사용 / 구성 책임은 이번 조회</a:t>
            </a:r>
          </a:p>
        </p:txBody>
      </p:sp>
      <p:sp>
        <p:nvSpPr>
          <p:cNvPr id="168" name="dp45-comparison / n114">
            <a:extLst xmlns:a="http://schemas.openxmlformats.org/drawingml/2006/main">
              <a:ext uri="{FF2B5EF4-FFF2-40B4-BE49-F238E27FC236}">
                <a16:creationId xmlns:a16="http://schemas.microsoft.com/office/drawing/2014/main" id="{6DC12ECF-98F3-4301-A930-046071AC65B5}"/>
              </a:ext>
            </a:extLst>
          </p:cNvPr>
          <p:cNvSpPr>
            <a:spLocks xmlns:a="http://schemas.openxmlformats.org/drawingml/2006/main" noGrp="1"/>
          </p:cNvSpPr>
          <p:nvPr/>
        </p:nvSpPr>
        <p:spPr>
          <a:xfrm xmlns:a="http://schemas.openxmlformats.org/drawingml/2006/main">
            <a:off x="5934075" y="5686425"/>
            <a:ext cx="211074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9" name="dp45-comparison / n115 / text 1">
            <a:extLst xmlns:a="http://schemas.openxmlformats.org/drawingml/2006/main">
              <a:ext uri="{FF2B5EF4-FFF2-40B4-BE49-F238E27FC236}">
                <a16:creationId xmlns:a16="http://schemas.microsoft.com/office/drawing/2014/main" id="{1C286DD8-8893-4D4F-9585-A23D5DEF9B42}"/>
              </a:ext>
            </a:extLst>
          </p:cNvPr>
          <p:cNvSpPr>
            <a:spLocks xmlns:a="http://schemas.openxmlformats.org/drawingml/2006/main" noGrp="1"/>
          </p:cNvSpPr>
          <p:nvPr/>
        </p:nvSpPr>
        <p:spPr>
          <a:xfrm xmlns:a="http://schemas.openxmlformats.org/drawingml/2006/main">
            <a:off x="5953125" y="5695950"/>
            <a:ext cx="29527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이번 Query 수명의 발췌와 결과 참조</a:t>
            </a:r>
          </a:p>
        </p:txBody>
      </p:sp>
      <p:sp>
        <p:nvSpPr>
          <p:cNvPr id="170" name="dp45-comparison / n118">
            <a:extLst xmlns:a="http://schemas.openxmlformats.org/drawingml/2006/main">
              <a:ext uri="{FF2B5EF4-FFF2-40B4-BE49-F238E27FC236}">
                <a16:creationId xmlns:a16="http://schemas.microsoft.com/office/drawing/2014/main" id="{31185756-7320-416C-8869-E1FA5E1FD6D9}"/>
              </a:ext>
            </a:extLst>
          </p:cNvPr>
          <p:cNvSpPr>
            <a:spLocks xmlns:a="http://schemas.openxmlformats.org/drawingml/2006/main" noGrp="1"/>
          </p:cNvSpPr>
          <p:nvPr/>
        </p:nvSpPr>
        <p:spPr>
          <a:xfrm xmlns:a="http://schemas.openxmlformats.org/drawingml/2006/main">
            <a:off x="1838325" y="3619500"/>
            <a:ext cx="763905"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1" name="dp45-comparison / n119 / text 1">
            <a:extLst xmlns:a="http://schemas.openxmlformats.org/drawingml/2006/main">
              <a:ext uri="{FF2B5EF4-FFF2-40B4-BE49-F238E27FC236}">
                <a16:creationId xmlns:a16="http://schemas.microsoft.com/office/drawing/2014/main" id="{79B79BF2-8639-4B84-808A-80086055857E}"/>
              </a:ext>
            </a:extLst>
          </p:cNvPr>
          <p:cNvSpPr>
            <a:spLocks xmlns:a="http://schemas.openxmlformats.org/drawingml/2006/main" noGrp="1"/>
          </p:cNvSpPr>
          <p:nvPr/>
        </p:nvSpPr>
        <p:spPr>
          <a:xfrm xmlns:a="http://schemas.openxmlformats.org/drawingml/2006/main">
            <a:off x="1857375" y="3629025"/>
            <a:ext cx="28575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① 현재 Query1</a:t>
            </a:r>
          </a:p>
        </p:txBody>
      </p:sp>
      <p:sp>
        <p:nvSpPr>
          <p:cNvPr id="172" name="dp45-comparison / n128">
            <a:extLst xmlns:a="http://schemas.openxmlformats.org/drawingml/2006/main">
              <a:ext uri="{FF2B5EF4-FFF2-40B4-BE49-F238E27FC236}">
                <a16:creationId xmlns:a16="http://schemas.microsoft.com/office/drawing/2014/main" id="{D402C0D0-8B86-4EE8-966A-B1B827101C73}"/>
              </a:ext>
            </a:extLst>
          </p:cNvPr>
          <p:cNvSpPr>
            <a:spLocks xmlns:a="http://schemas.openxmlformats.org/drawingml/2006/main" noGrp="1"/>
          </p:cNvSpPr>
          <p:nvPr/>
        </p:nvSpPr>
        <p:spPr>
          <a:xfrm xmlns:a="http://schemas.openxmlformats.org/drawingml/2006/main">
            <a:off x="4648200" y="6057900"/>
            <a:ext cx="1306258"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3" name="dp45-comparison / n129 / text 1">
            <a:extLst xmlns:a="http://schemas.openxmlformats.org/drawingml/2006/main">
              <a:ext uri="{FF2B5EF4-FFF2-40B4-BE49-F238E27FC236}">
                <a16:creationId xmlns:a16="http://schemas.microsoft.com/office/drawing/2014/main" id="{FB447984-92AA-417F-9BE7-A5146B58BB0C}"/>
              </a:ext>
            </a:extLst>
          </p:cNvPr>
          <p:cNvSpPr>
            <a:spLocks xmlns:a="http://schemas.openxmlformats.org/drawingml/2006/main" noGrp="1"/>
          </p:cNvSpPr>
          <p:nvPr/>
        </p:nvSpPr>
        <p:spPr>
          <a:xfrm xmlns:a="http://schemas.openxmlformats.org/drawingml/2006/main">
            <a:off x="4667250" y="6067425"/>
            <a:ext cx="15716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필요한 과거 의미만 가공</a:t>
            </a:r>
          </a:p>
        </p:txBody>
      </p:sp>
      <p:sp>
        <p:nvSpPr>
          <p:cNvPr id="174" name="dp45-comparison / n131">
            <a:extLst xmlns:a="http://schemas.openxmlformats.org/drawingml/2006/main">
              <a:ext uri="{FF2B5EF4-FFF2-40B4-BE49-F238E27FC236}">
                <a16:creationId xmlns:a16="http://schemas.microsoft.com/office/drawing/2014/main" id="{1E22CE64-775D-40A9-A7ED-6F284180425B}"/>
              </a:ext>
            </a:extLst>
          </p:cNvPr>
          <p:cNvSpPr>
            <a:spLocks xmlns:a="http://schemas.openxmlformats.org/drawingml/2006/main" noGrp="1"/>
          </p:cNvSpPr>
          <p:nvPr/>
        </p:nvSpPr>
        <p:spPr>
          <a:xfrm xmlns:a="http://schemas.openxmlformats.org/drawingml/2006/main">
            <a:off x="1647825" y="6477000"/>
            <a:ext cx="2484501"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5" name="dp45-comparison / n132 / text 1">
            <a:extLst xmlns:a="http://schemas.openxmlformats.org/drawingml/2006/main">
              <a:ext uri="{FF2B5EF4-FFF2-40B4-BE49-F238E27FC236}">
                <a16:creationId xmlns:a16="http://schemas.microsoft.com/office/drawing/2014/main" id="{00FBEE2D-6878-40E3-B236-75D6CE772EB9}"/>
              </a:ext>
            </a:extLst>
          </p:cNvPr>
          <p:cNvSpPr>
            <a:spLocks xmlns:a="http://schemas.openxmlformats.org/drawingml/2006/main" noGrp="1"/>
          </p:cNvSpPr>
          <p:nvPr/>
        </p:nvSpPr>
        <p:spPr>
          <a:xfrm xmlns:a="http://schemas.openxmlformats.org/drawingml/2006/main">
            <a:off x="1666875" y="6486525"/>
            <a:ext cx="75247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실행 순서도 / 생산 시점과 조회 경로</a:t>
            </a:r>
          </a:p>
        </p:txBody>
      </p:sp>
      <p:sp>
        <p:nvSpPr>
          <p:cNvPr id="176" name="dp45-comparison / n149">
            <a:extLst xmlns:a="http://schemas.openxmlformats.org/drawingml/2006/main">
              <a:ext uri="{FF2B5EF4-FFF2-40B4-BE49-F238E27FC236}">
                <a16:creationId xmlns:a16="http://schemas.microsoft.com/office/drawing/2014/main" id="{22FA2199-284A-4516-AE30-652A0C487A6D}"/>
              </a:ext>
            </a:extLst>
          </p:cNvPr>
          <p:cNvSpPr>
            <a:spLocks xmlns:a="http://schemas.openxmlformats.org/drawingml/2006/main" noGrp="1"/>
          </p:cNvSpPr>
          <p:nvPr/>
        </p:nvSpPr>
        <p:spPr>
          <a:xfrm xmlns:a="http://schemas.openxmlformats.org/drawingml/2006/main">
            <a:off x="1647825" y="7058025"/>
            <a:ext cx="2611374"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7" name="dp45-comparison / n150 / text 1">
            <a:extLst xmlns:a="http://schemas.openxmlformats.org/drawingml/2006/main">
              <a:ext uri="{FF2B5EF4-FFF2-40B4-BE49-F238E27FC236}">
                <a16:creationId xmlns:a16="http://schemas.microsoft.com/office/drawing/2014/main" id="{4B4F357C-09DF-47BD-94A7-A3762F6C2C37}"/>
              </a:ext>
            </a:extLst>
          </p:cNvPr>
          <p:cNvSpPr>
            <a:spLocks xmlns:a="http://schemas.openxmlformats.org/drawingml/2006/main" noGrp="1"/>
          </p:cNvSpPr>
          <p:nvPr/>
        </p:nvSpPr>
        <p:spPr>
          <a:xfrm xmlns:a="http://schemas.openxmlformats.org/drawingml/2006/main">
            <a:off x="1666875" y="7067550"/>
            <a:ext cx="75247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A의 cache 허용 / Request별 구성 책임 유지</a:t>
            </a:r>
          </a:p>
        </p:txBody>
      </p:sp>
      <p:sp>
        <p:nvSpPr>
          <p:cNvPr id="178" name="dp45-comparison / n151">
            <a:extLst xmlns:a="http://schemas.openxmlformats.org/drawingml/2006/main">
              <a:ext uri="{FF2B5EF4-FFF2-40B4-BE49-F238E27FC236}">
                <a16:creationId xmlns:a16="http://schemas.microsoft.com/office/drawing/2014/main" id="{3AAC4F77-261A-4D58-8812-4CF4AF6B0631}"/>
              </a:ext>
            </a:extLst>
          </p:cNvPr>
          <p:cNvSpPr>
            <a:spLocks xmlns:a="http://schemas.openxmlformats.org/drawingml/2006/main" noGrp="1"/>
          </p:cNvSpPr>
          <p:nvPr/>
        </p:nvSpPr>
        <p:spPr>
          <a:xfrm xmlns:a="http://schemas.openxmlformats.org/drawingml/2006/main">
            <a:off x="9953625" y="2409825"/>
            <a:ext cx="2381250"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79" name="dp45-comparison / n152 / text 1">
            <a:extLst xmlns:a="http://schemas.openxmlformats.org/drawingml/2006/main">
              <a:ext uri="{FF2B5EF4-FFF2-40B4-BE49-F238E27FC236}">
                <a16:creationId xmlns:a16="http://schemas.microsoft.com/office/drawing/2014/main" id="{1C381424-25F1-49E2-AAB8-BAE1C9229B74}"/>
              </a:ext>
            </a:extLst>
          </p:cNvPr>
          <p:cNvSpPr>
            <a:spLocks xmlns:a="http://schemas.openxmlformats.org/drawingml/2006/main" noGrp="1"/>
          </p:cNvSpPr>
          <p:nvPr/>
        </p:nvSpPr>
        <p:spPr>
          <a:xfrm xmlns:a="http://schemas.openxmlformats.org/drawingml/2006/main">
            <a:off x="10039350" y="2456974"/>
            <a:ext cx="22098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Request Interpreter</a:t>
            </a:r>
          </a:p>
        </p:txBody>
      </p:sp>
      <p:sp>
        <p:nvSpPr>
          <p:cNvPr id="180" name="dp45-comparison / n153">
            <a:extLst xmlns:a="http://schemas.openxmlformats.org/drawingml/2006/main">
              <a:ext uri="{FF2B5EF4-FFF2-40B4-BE49-F238E27FC236}">
                <a16:creationId xmlns:a16="http://schemas.microsoft.com/office/drawing/2014/main" id="{75A275FE-19ED-4794-BD4A-37F6A7D88CB9}"/>
              </a:ext>
            </a:extLst>
          </p:cNvPr>
          <p:cNvSpPr>
            <a:spLocks xmlns:a="http://schemas.openxmlformats.org/drawingml/2006/main" noGrp="1"/>
          </p:cNvSpPr>
          <p:nvPr/>
        </p:nvSpPr>
        <p:spPr>
          <a:xfrm xmlns:a="http://schemas.openxmlformats.org/drawingml/2006/main">
            <a:off x="12858750" y="2409825"/>
            <a:ext cx="2238375"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81" name="dp45-comparison / n154 / text 1">
            <a:extLst xmlns:a="http://schemas.openxmlformats.org/drawingml/2006/main">
              <a:ext uri="{FF2B5EF4-FFF2-40B4-BE49-F238E27FC236}">
                <a16:creationId xmlns:a16="http://schemas.microsoft.com/office/drawing/2014/main" id="{E78C03FF-625D-42AB-9A04-3F5112736B84}"/>
              </a:ext>
            </a:extLst>
          </p:cNvPr>
          <p:cNvSpPr>
            <a:spLocks xmlns:a="http://schemas.openxmlformats.org/drawingml/2006/main" noGrp="1"/>
          </p:cNvSpPr>
          <p:nvPr/>
        </p:nvSpPr>
        <p:spPr>
          <a:xfrm xmlns:a="http://schemas.openxmlformats.org/drawingml/2006/main">
            <a:off x="12944475" y="2456974"/>
            <a:ext cx="2066925"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Response Manager</a:t>
            </a:r>
          </a:p>
        </p:txBody>
      </p:sp>
      <p:sp>
        <p:nvSpPr>
          <p:cNvPr id="182" name="dp45-comparison / n155">
            <a:extLst xmlns:a="http://schemas.openxmlformats.org/drawingml/2006/main">
              <a:ext uri="{FF2B5EF4-FFF2-40B4-BE49-F238E27FC236}">
                <a16:creationId xmlns:a16="http://schemas.microsoft.com/office/drawing/2014/main" id="{D44AAB4E-E63A-4FA9-B9FD-8354C03F2A30}"/>
              </a:ext>
            </a:extLst>
          </p:cNvPr>
          <p:cNvSpPr>
            <a:spLocks xmlns:a="http://schemas.openxmlformats.org/drawingml/2006/main" noGrp="1"/>
          </p:cNvSpPr>
          <p:nvPr/>
        </p:nvSpPr>
        <p:spPr>
          <a:xfrm xmlns:a="http://schemas.openxmlformats.org/drawingml/2006/main">
            <a:off x="15382875" y="2409825"/>
            <a:ext cx="2190750"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83" name="dp45-comparison / n156 / text 1">
            <a:extLst xmlns:a="http://schemas.openxmlformats.org/drawingml/2006/main">
              <a:ext uri="{FF2B5EF4-FFF2-40B4-BE49-F238E27FC236}">
                <a16:creationId xmlns:a16="http://schemas.microsoft.com/office/drawing/2014/main" id="{FC7FFFEA-0A9D-4F4D-9F59-880F78885DE6}"/>
              </a:ext>
            </a:extLst>
          </p:cNvPr>
          <p:cNvSpPr>
            <a:spLocks xmlns:a="http://schemas.openxmlformats.org/drawingml/2006/main" noGrp="1"/>
          </p:cNvSpPr>
          <p:nvPr/>
        </p:nvSpPr>
        <p:spPr>
          <a:xfrm xmlns:a="http://schemas.openxmlformats.org/drawingml/2006/main">
            <a:off x="15468600" y="2450783"/>
            <a:ext cx="20193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Task Manager</a:t>
            </a:r>
          </a:p>
        </p:txBody>
      </p:sp>
      <p:sp>
        <p:nvSpPr>
          <p:cNvPr id="184" name="dp45-comparison / n167">
            <a:extLst xmlns:a="http://schemas.openxmlformats.org/drawingml/2006/main">
              <a:ext uri="{FF2B5EF4-FFF2-40B4-BE49-F238E27FC236}">
                <a16:creationId xmlns:a16="http://schemas.microsoft.com/office/drawing/2014/main" id="{78088C89-2527-4970-A523-D3E9062B679A}"/>
              </a:ext>
            </a:extLst>
          </p:cNvPr>
          <p:cNvSpPr>
            <a:spLocks xmlns:a="http://schemas.openxmlformats.org/drawingml/2006/main" noGrp="1"/>
          </p:cNvSpPr>
          <p:nvPr/>
        </p:nvSpPr>
        <p:spPr>
          <a:xfrm xmlns:a="http://schemas.openxmlformats.org/drawingml/2006/main">
            <a:off x="9858375" y="3276600"/>
            <a:ext cx="7715250" cy="27051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85" name="dp45-comparison / n168 / text 1">
            <a:extLst xmlns:a="http://schemas.openxmlformats.org/drawingml/2006/main">
              <a:ext uri="{FF2B5EF4-FFF2-40B4-BE49-F238E27FC236}">
                <a16:creationId xmlns:a16="http://schemas.microsoft.com/office/drawing/2014/main" id="{40C3921E-E9F6-4AC8-87E6-2495FFE6E9A3}"/>
              </a:ext>
            </a:extLst>
          </p:cNvPr>
          <p:cNvSpPr>
            <a:spLocks xmlns:a="http://schemas.openxmlformats.org/drawingml/2006/main" noGrp="1"/>
          </p:cNvSpPr>
          <p:nvPr/>
        </p:nvSpPr>
        <p:spPr>
          <a:xfrm xmlns:a="http://schemas.openxmlformats.org/drawingml/2006/main">
            <a:off x="9982200" y="3371850"/>
            <a:ext cx="74676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Context Manager</a:t>
            </a:r>
          </a:p>
        </p:txBody>
      </p:sp>
      <p:sp>
        <p:nvSpPr>
          <p:cNvPr id="186" name="dp45-comparison / n169">
            <a:extLst xmlns:a="http://schemas.openxmlformats.org/drawingml/2006/main">
              <a:ext uri="{FF2B5EF4-FFF2-40B4-BE49-F238E27FC236}">
                <a16:creationId xmlns:a16="http://schemas.microsoft.com/office/drawing/2014/main" id="{7FB73FB7-47F8-4E5F-9C68-22AC622AD2BA}"/>
              </a:ext>
            </a:extLst>
          </p:cNvPr>
          <p:cNvSpPr>
            <a:spLocks xmlns:a="http://schemas.openxmlformats.org/drawingml/2006/main" noGrp="1"/>
          </p:cNvSpPr>
          <p:nvPr/>
        </p:nvSpPr>
        <p:spPr>
          <a:xfrm xmlns:a="http://schemas.openxmlformats.org/drawingml/2006/main">
            <a:off x="10144125" y="3752850"/>
            <a:ext cx="2571750" cy="361950"/>
          </a:xfrm>
          <a:prstGeom xmlns:a="http://schemas.openxmlformats.org/drawingml/2006/main" prst="roundRect">
            <a:avLst>
              <a:gd name="adj" fmla="val 21053"/>
            </a:avLst>
          </a:prstGeom>
          <a:solidFill xmlns:a="http://schemas.openxmlformats.org/drawingml/2006/main">
            <a:srgbClr val="FFF0DD"/>
          </a:solidFill>
          <a:ln xmlns:a="http://schemas.openxmlformats.org/drawingml/2006/main" w="17145">
            <a:solidFill>
              <a:srgbClr val="B8753F"/>
            </a:solidFill>
            <a:prstDash val="solid"/>
          </a:ln>
        </p:spPr>
      </p:sp>
      <p:sp>
        <p:nvSpPr>
          <p:cNvPr id="187" name="dp45-comparison / n170 / text 1">
            <a:extLst xmlns:a="http://schemas.openxmlformats.org/drawingml/2006/main">
              <a:ext uri="{FF2B5EF4-FFF2-40B4-BE49-F238E27FC236}">
                <a16:creationId xmlns:a16="http://schemas.microsoft.com/office/drawing/2014/main" id="{E1659267-0448-4A7D-A67F-394489045947}"/>
              </a:ext>
            </a:extLst>
          </p:cNvPr>
          <p:cNvSpPr>
            <a:spLocks xmlns:a="http://schemas.openxmlformats.org/drawingml/2006/main" noGrp="1"/>
          </p:cNvSpPr>
          <p:nvPr/>
        </p:nvSpPr>
        <p:spPr>
          <a:xfrm xmlns:a="http://schemas.openxmlformats.org/drawingml/2006/main">
            <a:off x="10229850" y="3816191"/>
            <a:ext cx="24003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25" b="1">
                <a:solidFill>
                  <a:srgbClr val="000000"/>
                </a:solidFill>
                <a:latin typeface="Apple SD Gothic Neo"/>
                <a:ea typeface="Apple SD Gothic Neo"/>
                <a:cs typeface="Apple SD Gothic Neo"/>
              </a:defRPr>
            </a:pPr>
            <a:r>
              <a:rPr sz="1425" b="1">
                <a:solidFill>
                  <a:srgbClr val="000000"/>
                </a:solidFill>
                <a:latin typeface="Apple SD Gothic Neo"/>
                <a:ea typeface="Apple SD Gothic Neo"/>
                <a:cs typeface="Apple SD Gothic Neo"/>
              </a:rPr>
              <a:t>Memory Publisher</a:t>
            </a:r>
          </a:p>
        </p:txBody>
      </p:sp>
      <p:sp>
        <p:nvSpPr>
          <p:cNvPr id="188" name="dp45-comparison / n171">
            <a:extLst xmlns:a="http://schemas.openxmlformats.org/drawingml/2006/main">
              <a:ext uri="{FF2B5EF4-FFF2-40B4-BE49-F238E27FC236}">
                <a16:creationId xmlns:a16="http://schemas.microsoft.com/office/drawing/2014/main" id="{3630E5B6-A2B6-443B-BD9B-562DB85544C8}"/>
              </a:ext>
            </a:extLst>
          </p:cNvPr>
          <p:cNvSpPr>
            <a:spLocks xmlns:a="http://schemas.openxmlformats.org/drawingml/2006/main" noGrp="1"/>
          </p:cNvSpPr>
          <p:nvPr/>
        </p:nvSpPr>
        <p:spPr>
          <a:xfrm xmlns:a="http://schemas.openxmlformats.org/drawingml/2006/main">
            <a:off x="14239875" y="3752850"/>
            <a:ext cx="2952750" cy="400050"/>
          </a:xfrm>
          <a:prstGeom xmlns:a="http://schemas.openxmlformats.org/drawingml/2006/main" prst="can">
            <a:avLst>
              <a:gd name="adj" fmla="val 20000"/>
            </a:avLst>
          </a:prstGeom>
          <a:solidFill xmlns:a="http://schemas.openxmlformats.org/drawingml/2006/main">
            <a:srgbClr val="FFF0DD"/>
          </a:solidFill>
          <a:ln xmlns:a="http://schemas.openxmlformats.org/drawingml/2006/main" w="9525">
            <a:solidFill>
              <a:srgbClr val="B8753F"/>
            </a:solidFill>
            <a:prstDash val="solid"/>
          </a:ln>
        </p:spPr>
      </p:sp>
      <p:sp>
        <p:nvSpPr>
          <p:cNvPr id="189" name="dp45-comparison / n172 / text 1">
            <a:extLst xmlns:a="http://schemas.openxmlformats.org/drawingml/2006/main">
              <a:ext uri="{FF2B5EF4-FFF2-40B4-BE49-F238E27FC236}">
                <a16:creationId xmlns:a16="http://schemas.microsoft.com/office/drawing/2014/main" id="{08FCD77D-CF25-47AF-ADE4-C4C72C9EEFDC}"/>
              </a:ext>
            </a:extLst>
          </p:cNvPr>
          <p:cNvSpPr>
            <a:spLocks xmlns:a="http://schemas.openxmlformats.org/drawingml/2006/main" noGrp="1"/>
          </p:cNvSpPr>
          <p:nvPr/>
        </p:nvSpPr>
        <p:spPr>
          <a:xfrm xmlns:a="http://schemas.openxmlformats.org/drawingml/2006/main">
            <a:off x="14325600" y="3867150"/>
            <a:ext cx="2781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0">
                <a:solidFill>
                  <a:srgbClr val="18232E"/>
                </a:solidFill>
                <a:latin typeface="Apple SD Gothic Neo"/>
                <a:ea typeface="Apple SD Gothic Neo"/>
                <a:cs typeface="Apple SD Gothic Neo"/>
              </a:defRPr>
            </a:pPr>
            <a:r>
              <a:rPr sz="1125" b="0">
                <a:solidFill>
                  <a:srgbClr val="18232E"/>
                </a:solidFill>
                <a:latin typeface="Apple SD Gothic Neo"/>
                <a:ea typeface="Apple SD Gothic Neo"/>
                <a:cs typeface="Apple SD Gothic Neo"/>
              </a:rPr>
              <a:t>Episodic Memory Repository</a:t>
            </a:r>
          </a:p>
        </p:txBody>
      </p:sp>
      <p:sp>
        <p:nvSpPr>
          <p:cNvPr id="190" name="dp45-comparison / n173">
            <a:extLst xmlns:a="http://schemas.openxmlformats.org/drawingml/2006/main">
              <a:ext uri="{FF2B5EF4-FFF2-40B4-BE49-F238E27FC236}">
                <a16:creationId xmlns:a16="http://schemas.microsoft.com/office/drawing/2014/main" id="{03CB6A18-63F3-4E66-B82E-A8499B0F1A96}"/>
              </a:ext>
            </a:extLst>
          </p:cNvPr>
          <p:cNvSpPr>
            <a:spLocks xmlns:a="http://schemas.openxmlformats.org/drawingml/2006/main" noGrp="1"/>
          </p:cNvSpPr>
          <p:nvPr/>
        </p:nvSpPr>
        <p:spPr>
          <a:xfrm xmlns:a="http://schemas.openxmlformats.org/drawingml/2006/main">
            <a:off x="10144125" y="5219700"/>
            <a:ext cx="2571750" cy="361950"/>
          </a:xfrm>
          <a:prstGeom xmlns:a="http://schemas.openxmlformats.org/drawingml/2006/main" prst="roundRect">
            <a:avLst>
              <a:gd name="adj" fmla="val 21053"/>
            </a:avLst>
          </a:prstGeom>
          <a:solidFill xmlns:a="http://schemas.openxmlformats.org/drawingml/2006/main">
            <a:srgbClr val="FFF0DD"/>
          </a:solidFill>
          <a:ln xmlns:a="http://schemas.openxmlformats.org/drawingml/2006/main" w="17145">
            <a:solidFill>
              <a:srgbClr val="B8753F"/>
            </a:solidFill>
            <a:prstDash val="solid"/>
          </a:ln>
        </p:spPr>
      </p:sp>
      <p:sp>
        <p:nvSpPr>
          <p:cNvPr id="191" name="dp45-comparison / n174 / text 1">
            <a:extLst xmlns:a="http://schemas.openxmlformats.org/drawingml/2006/main">
              <a:ext uri="{FF2B5EF4-FFF2-40B4-BE49-F238E27FC236}">
                <a16:creationId xmlns:a16="http://schemas.microsoft.com/office/drawing/2014/main" id="{3B04A098-87F5-4B44-9516-436D67D98766}"/>
              </a:ext>
            </a:extLst>
          </p:cNvPr>
          <p:cNvSpPr>
            <a:spLocks xmlns:a="http://schemas.openxmlformats.org/drawingml/2006/main" noGrp="1"/>
          </p:cNvSpPr>
          <p:nvPr/>
        </p:nvSpPr>
        <p:spPr>
          <a:xfrm xmlns:a="http://schemas.openxmlformats.org/drawingml/2006/main">
            <a:off x="10229850" y="5283041"/>
            <a:ext cx="24003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25" b="1">
                <a:solidFill>
                  <a:srgbClr val="000000"/>
                </a:solidFill>
                <a:latin typeface="Apple SD Gothic Neo"/>
                <a:ea typeface="Apple SD Gothic Neo"/>
                <a:cs typeface="Apple SD Gothic Neo"/>
              </a:defRPr>
            </a:pPr>
            <a:r>
              <a:rPr sz="1425" b="1">
                <a:solidFill>
                  <a:srgbClr val="000000"/>
                </a:solidFill>
                <a:latin typeface="Apple SD Gothic Neo"/>
                <a:ea typeface="Apple SD Gothic Neo"/>
                <a:cs typeface="Apple SD Gothic Neo"/>
              </a:rPr>
              <a:t>Evidence Reader</a:t>
            </a:r>
          </a:p>
        </p:txBody>
      </p:sp>
      <p:sp>
        <p:nvSpPr>
          <p:cNvPr id="192" name="dp45-comparison / n175">
            <a:extLst xmlns:a="http://schemas.openxmlformats.org/drawingml/2006/main">
              <a:ext uri="{FF2B5EF4-FFF2-40B4-BE49-F238E27FC236}">
                <a16:creationId xmlns:a16="http://schemas.microsoft.com/office/drawing/2014/main" id="{54A14F51-6160-4F8C-B592-50B2C3F40FDA}"/>
              </a:ext>
            </a:extLst>
          </p:cNvPr>
          <p:cNvSpPr>
            <a:spLocks xmlns:a="http://schemas.openxmlformats.org/drawingml/2006/main" noGrp="1"/>
          </p:cNvSpPr>
          <p:nvPr/>
        </p:nvSpPr>
        <p:spPr>
          <a:xfrm xmlns:a="http://schemas.openxmlformats.org/drawingml/2006/main">
            <a:off x="14239875" y="5476875"/>
            <a:ext cx="2952750" cy="314325"/>
          </a:xfrm>
          <a:prstGeom xmlns:a="http://schemas.openxmlformats.org/drawingml/2006/main" prst="can">
            <a:avLst>
              <a:gd name="adj" fmla="val 20000"/>
            </a:avLst>
          </a:prstGeom>
          <a:solidFill xmlns:a="http://schemas.openxmlformats.org/drawingml/2006/main">
            <a:srgbClr val="FFF0DD"/>
          </a:solidFill>
          <a:ln xmlns:a="http://schemas.openxmlformats.org/drawingml/2006/main" w="9525">
            <a:solidFill>
              <a:srgbClr val="B8753F"/>
            </a:solidFill>
            <a:prstDash val="solid"/>
          </a:ln>
        </p:spPr>
      </p:sp>
      <p:sp>
        <p:nvSpPr>
          <p:cNvPr id="193" name="dp45-comparison / n176 / text 1">
            <a:extLst xmlns:a="http://schemas.openxmlformats.org/drawingml/2006/main">
              <a:ext uri="{FF2B5EF4-FFF2-40B4-BE49-F238E27FC236}">
                <a16:creationId xmlns:a16="http://schemas.microsoft.com/office/drawing/2014/main" id="{33385F3A-3232-4C76-89C4-B5410FF7F0E7}"/>
              </a:ext>
            </a:extLst>
          </p:cNvPr>
          <p:cNvSpPr>
            <a:spLocks xmlns:a="http://schemas.openxmlformats.org/drawingml/2006/main" noGrp="1"/>
          </p:cNvSpPr>
          <p:nvPr/>
        </p:nvSpPr>
        <p:spPr>
          <a:xfrm xmlns:a="http://schemas.openxmlformats.org/drawingml/2006/main">
            <a:off x="14325600" y="5542598"/>
            <a:ext cx="27813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Coverage State</a:t>
            </a:r>
          </a:p>
        </p:txBody>
      </p:sp>
      <p:sp>
        <p:nvSpPr>
          <p:cNvPr id="194" name="dp45-comparison / n177 / path">
            <a:extLst xmlns:a="http://schemas.openxmlformats.org/drawingml/2006/main">
              <a:ext uri="{FF2B5EF4-FFF2-40B4-BE49-F238E27FC236}">
                <a16:creationId xmlns:a16="http://schemas.microsoft.com/office/drawing/2014/main" id="{1023F68E-F8F0-4A04-848D-EE39D1D39F9D}"/>
              </a:ext>
            </a:extLst>
          </p:cNvPr>
          <p:cNvSpPr>
            <a:spLocks xmlns:a="http://schemas.openxmlformats.org/drawingml/2006/main" noGrp="1"/>
          </p:cNvSpPr>
          <p:nvPr/>
        </p:nvSpPr>
        <p:spPr>
          <a:xfrm xmlns:a="http://schemas.openxmlformats.org/drawingml/2006/main">
            <a:off x="12115800" y="2714625"/>
            <a:ext cx="2762250" cy="1038225"/>
          </a:xfrm>
          <a:custGeom xmlns:a="http://schemas.openxmlformats.org/drawingml/2006/main">
            <a:pathLst>
              <a:path w="2762250" h="1038225">
                <a:moveTo>
                  <a:pt x="2762250" y="0"/>
                </a:moveTo>
                <a:lnTo>
                  <a:pt x="2762250" y="352425"/>
                </a:lnTo>
                <a:lnTo>
                  <a:pt x="0" y="352425"/>
                </a:lnTo>
                <a:lnTo>
                  <a:pt x="0" y="1038225"/>
                </a:lnTo>
              </a:path>
            </a:pathLst>
          </a:custGeom>
          <a:noFill xmlns:a="http://schemas.openxmlformats.org/drawingml/2006/main"/>
          <a:ln xmlns:a="http://schemas.openxmlformats.org/drawingml/2006/main" w="10478">
            <a:solidFill>
              <a:srgbClr val="B8753F"/>
            </a:solidFill>
            <a:prstDash val="solid"/>
          </a:ln>
        </p:spPr>
      </p:sp>
      <p:sp>
        <p:nvSpPr>
          <p:cNvPr id="195" name="dp45-comparison / n177 / arrow">
            <a:extLst xmlns:a="http://schemas.openxmlformats.org/drawingml/2006/main">
              <a:ext uri="{FF2B5EF4-FFF2-40B4-BE49-F238E27FC236}">
                <a16:creationId xmlns:a16="http://schemas.microsoft.com/office/drawing/2014/main" id="{DBF0F14C-44E3-40B7-8461-8789250D1704}"/>
              </a:ext>
            </a:extLst>
          </p:cNvPr>
          <p:cNvSpPr>
            <a:spLocks xmlns:a="http://schemas.openxmlformats.org/drawingml/2006/main" noGrp="1"/>
          </p:cNvSpPr>
          <p:nvPr/>
        </p:nvSpPr>
        <p:spPr>
          <a:xfrm xmlns:a="http://schemas.openxmlformats.org/drawingml/2006/main">
            <a:off x="12082272" y="36857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196" name="dp45-comparison / n178 / path">
            <a:extLst xmlns:a="http://schemas.openxmlformats.org/drawingml/2006/main">
              <a:ext uri="{FF2B5EF4-FFF2-40B4-BE49-F238E27FC236}">
                <a16:creationId xmlns:a16="http://schemas.microsoft.com/office/drawing/2014/main" id="{F8F96BCD-F5F0-4553-84C4-791A643EF29E}"/>
              </a:ext>
            </a:extLst>
          </p:cNvPr>
          <p:cNvSpPr>
            <a:spLocks xmlns:a="http://schemas.openxmlformats.org/drawingml/2006/main" noGrp="1"/>
          </p:cNvSpPr>
          <p:nvPr/>
        </p:nvSpPr>
        <p:spPr>
          <a:xfrm xmlns:a="http://schemas.openxmlformats.org/drawingml/2006/main">
            <a:off x="12192000" y="2714625"/>
            <a:ext cx="2762250" cy="1038225"/>
          </a:xfrm>
          <a:custGeom xmlns:a="http://schemas.openxmlformats.org/drawingml/2006/main">
            <a:pathLst>
              <a:path w="2762250" h="1038225">
                <a:moveTo>
                  <a:pt x="0" y="1038225"/>
                </a:moveTo>
                <a:lnTo>
                  <a:pt x="0" y="419100"/>
                </a:lnTo>
                <a:lnTo>
                  <a:pt x="2762250" y="419100"/>
                </a:lnTo>
                <a:lnTo>
                  <a:pt x="2762250" y="0"/>
                </a:lnTo>
              </a:path>
            </a:pathLst>
          </a:custGeom>
          <a:noFill xmlns:a="http://schemas.openxmlformats.org/drawingml/2006/main"/>
          <a:ln xmlns:a="http://schemas.openxmlformats.org/drawingml/2006/main" w="10478">
            <a:solidFill>
              <a:srgbClr val="000000"/>
            </a:solidFill>
            <a:prstDash val="solid"/>
          </a:ln>
        </p:spPr>
      </p:sp>
      <p:sp>
        <p:nvSpPr>
          <p:cNvPr id="197" name="dp45-comparison / n178 / arrow">
            <a:extLst xmlns:a="http://schemas.openxmlformats.org/drawingml/2006/main">
              <a:ext uri="{FF2B5EF4-FFF2-40B4-BE49-F238E27FC236}">
                <a16:creationId xmlns:a16="http://schemas.microsoft.com/office/drawing/2014/main" id="{CE3DD192-A4EB-444B-B54C-4C77F7C7508B}"/>
              </a:ext>
            </a:extLst>
          </p:cNvPr>
          <p:cNvSpPr>
            <a:spLocks xmlns:a="http://schemas.openxmlformats.org/drawingml/2006/main" noGrp="1"/>
          </p:cNvSpPr>
          <p:nvPr/>
        </p:nvSpPr>
        <p:spPr>
          <a:xfrm xmlns:a="http://schemas.openxmlformats.org/drawingml/2006/main">
            <a:off x="14920722" y="2714625"/>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198" name="dp45-comparison / n179 / path">
            <a:extLst xmlns:a="http://schemas.openxmlformats.org/drawingml/2006/main">
              <a:ext uri="{FF2B5EF4-FFF2-40B4-BE49-F238E27FC236}">
                <a16:creationId xmlns:a16="http://schemas.microsoft.com/office/drawing/2014/main" id="{35922650-623D-4C26-B281-D2B9CD34DA72}"/>
              </a:ext>
            </a:extLst>
          </p:cNvPr>
          <p:cNvSpPr>
            <a:spLocks xmlns:a="http://schemas.openxmlformats.org/drawingml/2006/main" noGrp="1"/>
          </p:cNvSpPr>
          <p:nvPr/>
        </p:nvSpPr>
        <p:spPr>
          <a:xfrm xmlns:a="http://schemas.openxmlformats.org/drawingml/2006/main">
            <a:off x="12230100" y="2714625"/>
            <a:ext cx="2762250" cy="1038225"/>
          </a:xfrm>
          <a:custGeom xmlns:a="http://schemas.openxmlformats.org/drawingml/2006/main">
            <a:pathLst>
              <a:path w="2762250" h="1038225">
                <a:moveTo>
                  <a:pt x="2762250" y="0"/>
                </a:moveTo>
                <a:lnTo>
                  <a:pt x="2762250" y="495300"/>
                </a:lnTo>
                <a:lnTo>
                  <a:pt x="0" y="495300"/>
                </a:lnTo>
                <a:lnTo>
                  <a:pt x="0" y="1038225"/>
                </a:lnTo>
              </a:path>
            </a:pathLst>
          </a:custGeom>
          <a:noFill xmlns:a="http://schemas.openxmlformats.org/drawingml/2006/main"/>
          <a:ln xmlns:a="http://schemas.openxmlformats.org/drawingml/2006/main" w="10478">
            <a:solidFill>
              <a:srgbClr val="000000"/>
            </a:solidFill>
            <a:prstDash val="dash"/>
          </a:ln>
        </p:spPr>
      </p:sp>
      <p:sp>
        <p:nvSpPr>
          <p:cNvPr id="199" name="dp45-comparison / n179 / arrow">
            <a:extLst xmlns:a="http://schemas.openxmlformats.org/drawingml/2006/main">
              <a:ext uri="{FF2B5EF4-FFF2-40B4-BE49-F238E27FC236}">
                <a16:creationId xmlns:a16="http://schemas.microsoft.com/office/drawing/2014/main" id="{FC8D935E-B63E-456C-84D9-7CE18EE980A6}"/>
              </a:ext>
            </a:extLst>
          </p:cNvPr>
          <p:cNvSpPr>
            <a:spLocks xmlns:a="http://schemas.openxmlformats.org/drawingml/2006/main" noGrp="1"/>
          </p:cNvSpPr>
          <p:nvPr/>
        </p:nvSpPr>
        <p:spPr>
          <a:xfrm xmlns:a="http://schemas.openxmlformats.org/drawingml/2006/main">
            <a:off x="12196572" y="36857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200" name="dp45-comparison / n180 / path">
            <a:extLst xmlns:a="http://schemas.openxmlformats.org/drawingml/2006/main">
              <a:ext uri="{FF2B5EF4-FFF2-40B4-BE49-F238E27FC236}">
                <a16:creationId xmlns:a16="http://schemas.microsoft.com/office/drawing/2014/main" id="{433668F0-8FE9-483F-BA62-63B563293A4D}"/>
              </a:ext>
            </a:extLst>
          </p:cNvPr>
          <p:cNvSpPr>
            <a:spLocks xmlns:a="http://schemas.openxmlformats.org/drawingml/2006/main" noGrp="1"/>
          </p:cNvSpPr>
          <p:nvPr/>
        </p:nvSpPr>
        <p:spPr>
          <a:xfrm xmlns:a="http://schemas.openxmlformats.org/drawingml/2006/main">
            <a:off x="12353925" y="2714625"/>
            <a:ext cx="5048250" cy="1038225"/>
          </a:xfrm>
          <a:custGeom xmlns:a="http://schemas.openxmlformats.org/drawingml/2006/main">
            <a:pathLst>
              <a:path w="5048250" h="1038225">
                <a:moveTo>
                  <a:pt x="5048250" y="0"/>
                </a:moveTo>
                <a:lnTo>
                  <a:pt x="5048250" y="352425"/>
                </a:lnTo>
                <a:lnTo>
                  <a:pt x="0" y="352425"/>
                </a:lnTo>
                <a:lnTo>
                  <a:pt x="0" y="1038225"/>
                </a:lnTo>
              </a:path>
            </a:pathLst>
          </a:custGeom>
          <a:noFill xmlns:a="http://schemas.openxmlformats.org/drawingml/2006/main"/>
          <a:ln xmlns:a="http://schemas.openxmlformats.org/drawingml/2006/main" w="10478">
            <a:solidFill>
              <a:srgbClr val="B8753F"/>
            </a:solidFill>
            <a:prstDash val="solid"/>
          </a:ln>
        </p:spPr>
      </p:sp>
      <p:sp>
        <p:nvSpPr>
          <p:cNvPr id="201" name="dp45-comparison / n180 / arrow">
            <a:extLst xmlns:a="http://schemas.openxmlformats.org/drawingml/2006/main">
              <a:ext uri="{FF2B5EF4-FFF2-40B4-BE49-F238E27FC236}">
                <a16:creationId xmlns:a16="http://schemas.microsoft.com/office/drawing/2014/main" id="{FB81B58B-9E2C-40CC-A1B2-04F1FB89A795}"/>
              </a:ext>
            </a:extLst>
          </p:cNvPr>
          <p:cNvSpPr>
            <a:spLocks xmlns:a="http://schemas.openxmlformats.org/drawingml/2006/main" noGrp="1"/>
          </p:cNvSpPr>
          <p:nvPr/>
        </p:nvSpPr>
        <p:spPr>
          <a:xfrm xmlns:a="http://schemas.openxmlformats.org/drawingml/2006/main">
            <a:off x="12320397" y="36857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202" name="dp45-comparison / n181 / path">
            <a:extLst xmlns:a="http://schemas.openxmlformats.org/drawingml/2006/main">
              <a:ext uri="{FF2B5EF4-FFF2-40B4-BE49-F238E27FC236}">
                <a16:creationId xmlns:a16="http://schemas.microsoft.com/office/drawing/2014/main" id="{BDDA27AE-8311-4B17-879E-8656DC5E8703}"/>
              </a:ext>
            </a:extLst>
          </p:cNvPr>
          <p:cNvSpPr>
            <a:spLocks xmlns:a="http://schemas.openxmlformats.org/drawingml/2006/main" noGrp="1"/>
          </p:cNvSpPr>
          <p:nvPr/>
        </p:nvSpPr>
        <p:spPr>
          <a:xfrm xmlns:a="http://schemas.openxmlformats.org/drawingml/2006/main">
            <a:off x="12430125" y="2714625"/>
            <a:ext cx="5048250" cy="1038225"/>
          </a:xfrm>
          <a:custGeom xmlns:a="http://schemas.openxmlformats.org/drawingml/2006/main">
            <a:pathLst>
              <a:path w="5048250" h="1038225">
                <a:moveTo>
                  <a:pt x="0" y="1038225"/>
                </a:moveTo>
                <a:lnTo>
                  <a:pt x="0" y="419100"/>
                </a:lnTo>
                <a:lnTo>
                  <a:pt x="5048250" y="419100"/>
                </a:lnTo>
                <a:lnTo>
                  <a:pt x="5048250" y="0"/>
                </a:lnTo>
              </a:path>
            </a:pathLst>
          </a:custGeom>
          <a:noFill xmlns:a="http://schemas.openxmlformats.org/drawingml/2006/main"/>
          <a:ln xmlns:a="http://schemas.openxmlformats.org/drawingml/2006/main" w="10478">
            <a:solidFill>
              <a:srgbClr val="000000"/>
            </a:solidFill>
            <a:prstDash val="solid"/>
          </a:ln>
        </p:spPr>
      </p:sp>
      <p:sp>
        <p:nvSpPr>
          <p:cNvPr id="203" name="dp45-comparison / n181 / arrow">
            <a:extLst xmlns:a="http://schemas.openxmlformats.org/drawingml/2006/main">
              <a:ext uri="{FF2B5EF4-FFF2-40B4-BE49-F238E27FC236}">
                <a16:creationId xmlns:a16="http://schemas.microsoft.com/office/drawing/2014/main" id="{736EFD4B-A71E-4795-86FE-1685A0C6AC56}"/>
              </a:ext>
            </a:extLst>
          </p:cNvPr>
          <p:cNvSpPr>
            <a:spLocks xmlns:a="http://schemas.openxmlformats.org/drawingml/2006/main" noGrp="1"/>
          </p:cNvSpPr>
          <p:nvPr/>
        </p:nvSpPr>
        <p:spPr>
          <a:xfrm xmlns:a="http://schemas.openxmlformats.org/drawingml/2006/main">
            <a:off x="17444847" y="2714625"/>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204" name="dp45-comparison / n182 / path">
            <a:extLst xmlns:a="http://schemas.openxmlformats.org/drawingml/2006/main">
              <a:ext uri="{FF2B5EF4-FFF2-40B4-BE49-F238E27FC236}">
                <a16:creationId xmlns:a16="http://schemas.microsoft.com/office/drawing/2014/main" id="{7A761DF2-47B9-407D-B43D-56AF0D7824A7}"/>
              </a:ext>
            </a:extLst>
          </p:cNvPr>
          <p:cNvSpPr>
            <a:spLocks xmlns:a="http://schemas.openxmlformats.org/drawingml/2006/main" noGrp="1"/>
          </p:cNvSpPr>
          <p:nvPr/>
        </p:nvSpPr>
        <p:spPr>
          <a:xfrm xmlns:a="http://schemas.openxmlformats.org/drawingml/2006/main">
            <a:off x="12468225" y="2714625"/>
            <a:ext cx="5048250" cy="1038225"/>
          </a:xfrm>
          <a:custGeom xmlns:a="http://schemas.openxmlformats.org/drawingml/2006/main">
            <a:pathLst>
              <a:path w="5048250" h="1038225">
                <a:moveTo>
                  <a:pt x="5048250" y="0"/>
                </a:moveTo>
                <a:lnTo>
                  <a:pt x="5048250" y="495300"/>
                </a:lnTo>
                <a:lnTo>
                  <a:pt x="0" y="495300"/>
                </a:lnTo>
                <a:lnTo>
                  <a:pt x="0" y="1038225"/>
                </a:lnTo>
              </a:path>
            </a:pathLst>
          </a:custGeom>
          <a:noFill xmlns:a="http://schemas.openxmlformats.org/drawingml/2006/main"/>
          <a:ln xmlns:a="http://schemas.openxmlformats.org/drawingml/2006/main" w="10478">
            <a:solidFill>
              <a:srgbClr val="000000"/>
            </a:solidFill>
            <a:prstDash val="dash"/>
          </a:ln>
        </p:spPr>
      </p:sp>
      <p:sp>
        <p:nvSpPr>
          <p:cNvPr id="205" name="dp45-comparison / n182 / arrow">
            <a:extLst xmlns:a="http://schemas.openxmlformats.org/drawingml/2006/main">
              <a:ext uri="{FF2B5EF4-FFF2-40B4-BE49-F238E27FC236}">
                <a16:creationId xmlns:a16="http://schemas.microsoft.com/office/drawing/2014/main" id="{D8077D7D-3DC6-4CCB-B3A2-D0E862928863}"/>
              </a:ext>
            </a:extLst>
          </p:cNvPr>
          <p:cNvSpPr>
            <a:spLocks xmlns:a="http://schemas.openxmlformats.org/drawingml/2006/main" noGrp="1"/>
          </p:cNvSpPr>
          <p:nvPr/>
        </p:nvSpPr>
        <p:spPr>
          <a:xfrm xmlns:a="http://schemas.openxmlformats.org/drawingml/2006/main">
            <a:off x="12434697" y="36857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206" name="dp45-comparison / n185 / path">
            <a:extLst xmlns:a="http://schemas.openxmlformats.org/drawingml/2006/main">
              <a:ext uri="{FF2B5EF4-FFF2-40B4-BE49-F238E27FC236}">
                <a16:creationId xmlns:a16="http://schemas.microsoft.com/office/drawing/2014/main" id="{A98D6180-5F01-4301-B0AE-5B05C350B0E6}"/>
              </a:ext>
            </a:extLst>
          </p:cNvPr>
          <p:cNvSpPr>
            <a:spLocks xmlns:a="http://schemas.openxmlformats.org/drawingml/2006/main" noGrp="1"/>
          </p:cNvSpPr>
          <p:nvPr/>
        </p:nvSpPr>
        <p:spPr>
          <a:xfrm xmlns:a="http://schemas.openxmlformats.org/drawingml/2006/main">
            <a:off x="12715875" y="3895725"/>
            <a:ext cx="1524000" cy="953"/>
          </a:xfrm>
          <a:custGeom xmlns:a="http://schemas.openxmlformats.org/drawingml/2006/main">
            <a:pathLst>
              <a:path w="1524000" h="953">
                <a:moveTo>
                  <a:pt x="0" y="0"/>
                </a:moveTo>
                <a:lnTo>
                  <a:pt x="1524000" y="0"/>
                </a:lnTo>
              </a:path>
            </a:pathLst>
          </a:custGeom>
          <a:noFill xmlns:a="http://schemas.openxmlformats.org/drawingml/2006/main"/>
          <a:ln xmlns:a="http://schemas.openxmlformats.org/drawingml/2006/main" w="10478">
            <a:solidFill>
              <a:srgbClr val="B8753F"/>
            </a:solidFill>
            <a:prstDash val="solid"/>
          </a:ln>
        </p:spPr>
      </p:sp>
      <p:sp>
        <p:nvSpPr>
          <p:cNvPr id="207" name="dp45-comparison / n185 / arrow">
            <a:extLst xmlns:a="http://schemas.openxmlformats.org/drawingml/2006/main">
              <a:ext uri="{FF2B5EF4-FFF2-40B4-BE49-F238E27FC236}">
                <a16:creationId xmlns:a16="http://schemas.microsoft.com/office/drawing/2014/main" id="{DC8959A3-1C83-4BF7-A83E-E7F5D2111ED4}"/>
              </a:ext>
            </a:extLst>
          </p:cNvPr>
          <p:cNvSpPr>
            <a:spLocks xmlns:a="http://schemas.openxmlformats.org/drawingml/2006/main" noGrp="1"/>
          </p:cNvSpPr>
          <p:nvPr/>
        </p:nvSpPr>
        <p:spPr>
          <a:xfrm xmlns:a="http://schemas.openxmlformats.org/drawingml/2006/main">
            <a:off x="14172819" y="38621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08" name="dp45-comparison / n186 / path">
            <a:extLst xmlns:a="http://schemas.openxmlformats.org/drawingml/2006/main">
              <a:ext uri="{FF2B5EF4-FFF2-40B4-BE49-F238E27FC236}">
                <a16:creationId xmlns:a16="http://schemas.microsoft.com/office/drawing/2014/main" id="{597F743D-9071-4FA4-B9D5-3B1B6EBBD289}"/>
              </a:ext>
            </a:extLst>
          </p:cNvPr>
          <p:cNvSpPr>
            <a:spLocks xmlns:a="http://schemas.openxmlformats.org/drawingml/2006/main" noGrp="1"/>
          </p:cNvSpPr>
          <p:nvPr/>
        </p:nvSpPr>
        <p:spPr>
          <a:xfrm xmlns:a="http://schemas.openxmlformats.org/drawingml/2006/main">
            <a:off x="12715875" y="4029075"/>
            <a:ext cx="1524000" cy="1528763"/>
          </a:xfrm>
          <a:custGeom xmlns:a="http://schemas.openxmlformats.org/drawingml/2006/main">
            <a:pathLst>
              <a:path w="1524000" h="1528763">
                <a:moveTo>
                  <a:pt x="0" y="0"/>
                </a:moveTo>
                <a:lnTo>
                  <a:pt x="1314450" y="0"/>
                </a:lnTo>
                <a:lnTo>
                  <a:pt x="1314450" y="1528763"/>
                </a:lnTo>
                <a:lnTo>
                  <a:pt x="1524000" y="1528763"/>
                </a:lnTo>
              </a:path>
            </a:pathLst>
          </a:custGeom>
          <a:noFill xmlns:a="http://schemas.openxmlformats.org/drawingml/2006/main"/>
          <a:ln xmlns:a="http://schemas.openxmlformats.org/drawingml/2006/main" w="10478">
            <a:solidFill>
              <a:srgbClr val="B8753F"/>
            </a:solidFill>
            <a:prstDash val="solid"/>
          </a:ln>
        </p:spPr>
      </p:sp>
      <p:sp>
        <p:nvSpPr>
          <p:cNvPr id="209" name="dp45-comparison / n186 / arrow">
            <a:extLst xmlns:a="http://schemas.openxmlformats.org/drawingml/2006/main">
              <a:ext uri="{FF2B5EF4-FFF2-40B4-BE49-F238E27FC236}">
                <a16:creationId xmlns:a16="http://schemas.microsoft.com/office/drawing/2014/main" id="{0C3CBCDD-B39F-41F1-8027-79533E3376AD}"/>
              </a:ext>
            </a:extLst>
          </p:cNvPr>
          <p:cNvSpPr>
            <a:spLocks xmlns:a="http://schemas.openxmlformats.org/drawingml/2006/main" noGrp="1"/>
          </p:cNvSpPr>
          <p:nvPr/>
        </p:nvSpPr>
        <p:spPr>
          <a:xfrm xmlns:a="http://schemas.openxmlformats.org/drawingml/2006/main">
            <a:off x="14172819" y="552431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10" name="dp45-comparison / n189 / path">
            <a:extLst xmlns:a="http://schemas.openxmlformats.org/drawingml/2006/main">
              <a:ext uri="{FF2B5EF4-FFF2-40B4-BE49-F238E27FC236}">
                <a16:creationId xmlns:a16="http://schemas.microsoft.com/office/drawing/2014/main" id="{7AA900C7-A8B1-4AD9-9DE9-5EA78540E419}"/>
              </a:ext>
            </a:extLst>
          </p:cNvPr>
          <p:cNvSpPr>
            <a:spLocks xmlns:a="http://schemas.openxmlformats.org/drawingml/2006/main" noGrp="1"/>
          </p:cNvSpPr>
          <p:nvPr/>
        </p:nvSpPr>
        <p:spPr>
          <a:xfrm xmlns:a="http://schemas.openxmlformats.org/drawingml/2006/main">
            <a:off x="12715875" y="4152900"/>
            <a:ext cx="3000375" cy="1171575"/>
          </a:xfrm>
          <a:custGeom xmlns:a="http://schemas.openxmlformats.org/drawingml/2006/main">
            <a:pathLst>
              <a:path w="3000375" h="1171575">
                <a:moveTo>
                  <a:pt x="0" y="1171575"/>
                </a:moveTo>
                <a:lnTo>
                  <a:pt x="857250" y="1171575"/>
                </a:lnTo>
                <a:lnTo>
                  <a:pt x="857250" y="66675"/>
                </a:lnTo>
                <a:lnTo>
                  <a:pt x="3000375" y="66675"/>
                </a:lnTo>
                <a:lnTo>
                  <a:pt x="3000375" y="0"/>
                </a:lnTo>
              </a:path>
            </a:pathLst>
          </a:custGeom>
          <a:noFill xmlns:a="http://schemas.openxmlformats.org/drawingml/2006/main"/>
          <a:ln xmlns:a="http://schemas.openxmlformats.org/drawingml/2006/main" w="10478">
            <a:solidFill>
              <a:srgbClr val="B8753F"/>
            </a:solidFill>
            <a:prstDash val="solid"/>
          </a:ln>
        </p:spPr>
      </p:sp>
      <p:sp>
        <p:nvSpPr>
          <p:cNvPr id="211" name="dp45-comparison / n189 / arrow">
            <a:extLst xmlns:a="http://schemas.openxmlformats.org/drawingml/2006/main">
              <a:ext uri="{FF2B5EF4-FFF2-40B4-BE49-F238E27FC236}">
                <a16:creationId xmlns:a16="http://schemas.microsoft.com/office/drawing/2014/main" id="{5CBA2286-6C90-4C0C-8D0C-CD0DA26251E3}"/>
              </a:ext>
            </a:extLst>
          </p:cNvPr>
          <p:cNvSpPr>
            <a:spLocks xmlns:a="http://schemas.openxmlformats.org/drawingml/2006/main" noGrp="1"/>
          </p:cNvSpPr>
          <p:nvPr/>
        </p:nvSpPr>
        <p:spPr>
          <a:xfrm xmlns:a="http://schemas.openxmlformats.org/drawingml/2006/main">
            <a:off x="15682722" y="4152900"/>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B8753F"/>
            </a:solidFill>
            <a:prstDash val="solid"/>
          </a:ln>
        </p:spPr>
      </p:sp>
      <p:sp>
        <p:nvSpPr>
          <p:cNvPr id="212" name="dp45-comparison / n190 / path">
            <a:extLst xmlns:a="http://schemas.openxmlformats.org/drawingml/2006/main">
              <a:ext uri="{FF2B5EF4-FFF2-40B4-BE49-F238E27FC236}">
                <a16:creationId xmlns:a16="http://schemas.microsoft.com/office/drawing/2014/main" id="{D19E32D2-4E3C-4E7D-84EE-85ADEB561A99}"/>
              </a:ext>
            </a:extLst>
          </p:cNvPr>
          <p:cNvSpPr>
            <a:spLocks xmlns:a="http://schemas.openxmlformats.org/drawingml/2006/main" noGrp="1"/>
          </p:cNvSpPr>
          <p:nvPr/>
        </p:nvSpPr>
        <p:spPr>
          <a:xfrm xmlns:a="http://schemas.openxmlformats.org/drawingml/2006/main">
            <a:off x="12715875" y="4152900"/>
            <a:ext cx="3143250" cy="1285875"/>
          </a:xfrm>
          <a:custGeom xmlns:a="http://schemas.openxmlformats.org/drawingml/2006/main">
            <a:pathLst>
              <a:path w="3143250" h="1285875">
                <a:moveTo>
                  <a:pt x="3143250" y="0"/>
                </a:moveTo>
                <a:lnTo>
                  <a:pt x="3143250" y="104775"/>
                </a:lnTo>
                <a:lnTo>
                  <a:pt x="952500" y="104775"/>
                </a:lnTo>
                <a:lnTo>
                  <a:pt x="952500" y="1285875"/>
                </a:lnTo>
                <a:lnTo>
                  <a:pt x="0" y="1285875"/>
                </a:lnTo>
              </a:path>
            </a:pathLst>
          </a:custGeom>
          <a:noFill xmlns:a="http://schemas.openxmlformats.org/drawingml/2006/main"/>
          <a:ln xmlns:a="http://schemas.openxmlformats.org/drawingml/2006/main" w="10478">
            <a:solidFill>
              <a:srgbClr val="B8753F"/>
            </a:solidFill>
            <a:prstDash val="dash"/>
          </a:ln>
        </p:spPr>
      </p:sp>
      <p:sp>
        <p:nvSpPr>
          <p:cNvPr id="213" name="dp45-comparison / n190 / arrow">
            <a:extLst xmlns:a="http://schemas.openxmlformats.org/drawingml/2006/main">
              <a:ext uri="{FF2B5EF4-FFF2-40B4-BE49-F238E27FC236}">
                <a16:creationId xmlns:a16="http://schemas.microsoft.com/office/drawing/2014/main" id="{E518A6B3-C942-491E-B82C-866E7F1146D1}"/>
              </a:ext>
            </a:extLst>
          </p:cNvPr>
          <p:cNvSpPr>
            <a:spLocks xmlns:a="http://schemas.openxmlformats.org/drawingml/2006/main" noGrp="1"/>
          </p:cNvSpPr>
          <p:nvPr/>
        </p:nvSpPr>
        <p:spPr>
          <a:xfrm xmlns:a="http://schemas.openxmlformats.org/drawingml/2006/main">
            <a:off x="12715875" y="5405247"/>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B8753F"/>
            </a:solidFill>
            <a:prstDash val="solid"/>
          </a:ln>
        </p:spPr>
      </p:sp>
      <p:sp>
        <p:nvSpPr>
          <p:cNvPr id="214" name="dp45-comparison / n191 / path">
            <a:extLst xmlns:a="http://schemas.openxmlformats.org/drawingml/2006/main">
              <a:ext uri="{FF2B5EF4-FFF2-40B4-BE49-F238E27FC236}">
                <a16:creationId xmlns:a16="http://schemas.microsoft.com/office/drawing/2014/main" id="{00BD20F5-AD72-4872-AF55-D305D05AA1F5}"/>
              </a:ext>
            </a:extLst>
          </p:cNvPr>
          <p:cNvSpPr>
            <a:spLocks xmlns:a="http://schemas.openxmlformats.org/drawingml/2006/main" noGrp="1"/>
          </p:cNvSpPr>
          <p:nvPr/>
        </p:nvSpPr>
        <p:spPr>
          <a:xfrm xmlns:a="http://schemas.openxmlformats.org/drawingml/2006/main">
            <a:off x="12715875" y="5524500"/>
            <a:ext cx="1524000" cy="109538"/>
          </a:xfrm>
          <a:custGeom xmlns:a="http://schemas.openxmlformats.org/drawingml/2006/main">
            <a:pathLst>
              <a:path w="1524000" h="109538">
                <a:moveTo>
                  <a:pt x="1524000" y="109538"/>
                </a:moveTo>
                <a:lnTo>
                  <a:pt x="285750" y="109538"/>
                </a:lnTo>
                <a:lnTo>
                  <a:pt x="285750" y="0"/>
                </a:lnTo>
                <a:lnTo>
                  <a:pt x="0" y="0"/>
                </a:lnTo>
              </a:path>
            </a:pathLst>
          </a:custGeom>
          <a:noFill xmlns:a="http://schemas.openxmlformats.org/drawingml/2006/main"/>
          <a:ln xmlns:a="http://schemas.openxmlformats.org/drawingml/2006/main" w="10478">
            <a:solidFill>
              <a:srgbClr val="B8753F"/>
            </a:solidFill>
            <a:prstDash val="dash"/>
          </a:ln>
        </p:spPr>
      </p:sp>
      <p:sp>
        <p:nvSpPr>
          <p:cNvPr id="215" name="dp45-comparison / n191 / arrow">
            <a:extLst xmlns:a="http://schemas.openxmlformats.org/drawingml/2006/main">
              <a:ext uri="{FF2B5EF4-FFF2-40B4-BE49-F238E27FC236}">
                <a16:creationId xmlns:a16="http://schemas.microsoft.com/office/drawing/2014/main" id="{F233A73F-1BF2-412D-BF47-05A01ABFBCAB}"/>
              </a:ext>
            </a:extLst>
          </p:cNvPr>
          <p:cNvSpPr>
            <a:spLocks xmlns:a="http://schemas.openxmlformats.org/drawingml/2006/main" noGrp="1"/>
          </p:cNvSpPr>
          <p:nvPr/>
        </p:nvSpPr>
        <p:spPr>
          <a:xfrm xmlns:a="http://schemas.openxmlformats.org/drawingml/2006/main">
            <a:off x="12715875" y="549097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B8753F"/>
            </a:solidFill>
            <a:prstDash val="solid"/>
          </a:ln>
        </p:spPr>
      </p:sp>
      <p:sp>
        <p:nvSpPr>
          <p:cNvPr id="216" name="dp45-comparison / n192 / path">
            <a:extLst xmlns:a="http://schemas.openxmlformats.org/drawingml/2006/main">
              <a:ext uri="{FF2B5EF4-FFF2-40B4-BE49-F238E27FC236}">
                <a16:creationId xmlns:a16="http://schemas.microsoft.com/office/drawing/2014/main" id="{095C4C56-9C45-49F0-A7ED-8C709BCF8AF7}"/>
              </a:ext>
            </a:extLst>
          </p:cNvPr>
          <p:cNvSpPr>
            <a:spLocks xmlns:a="http://schemas.openxmlformats.org/drawingml/2006/main" noGrp="1"/>
          </p:cNvSpPr>
          <p:nvPr/>
        </p:nvSpPr>
        <p:spPr>
          <a:xfrm xmlns:a="http://schemas.openxmlformats.org/drawingml/2006/main">
            <a:off x="11191875" y="4114800"/>
            <a:ext cx="953" cy="1104900"/>
          </a:xfrm>
          <a:custGeom xmlns:a="http://schemas.openxmlformats.org/drawingml/2006/main">
            <a:pathLst>
              <a:path w="953" h="1104900">
                <a:moveTo>
                  <a:pt x="0" y="1104900"/>
                </a:moveTo>
                <a:lnTo>
                  <a:pt x="0" y="0"/>
                </a:lnTo>
              </a:path>
            </a:pathLst>
          </a:custGeom>
          <a:noFill xmlns:a="http://schemas.openxmlformats.org/drawingml/2006/main"/>
          <a:ln xmlns:a="http://schemas.openxmlformats.org/drawingml/2006/main" w="10478">
            <a:solidFill>
              <a:srgbClr val="B8753F"/>
            </a:solidFill>
            <a:prstDash val="solid"/>
          </a:ln>
        </p:spPr>
      </p:sp>
      <p:sp>
        <p:nvSpPr>
          <p:cNvPr id="217" name="dp45-comparison / n192 / arrow">
            <a:extLst xmlns:a="http://schemas.openxmlformats.org/drawingml/2006/main">
              <a:ext uri="{FF2B5EF4-FFF2-40B4-BE49-F238E27FC236}">
                <a16:creationId xmlns:a16="http://schemas.microsoft.com/office/drawing/2014/main" id="{2A768A63-0E93-47A7-8C41-97FAFAD4BBA6}"/>
              </a:ext>
            </a:extLst>
          </p:cNvPr>
          <p:cNvSpPr>
            <a:spLocks xmlns:a="http://schemas.openxmlformats.org/drawingml/2006/main" noGrp="1"/>
          </p:cNvSpPr>
          <p:nvPr/>
        </p:nvSpPr>
        <p:spPr>
          <a:xfrm xmlns:a="http://schemas.openxmlformats.org/drawingml/2006/main">
            <a:off x="11158347" y="4114800"/>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B8753F"/>
            </a:solidFill>
            <a:prstDash val="solid"/>
          </a:ln>
        </p:spPr>
      </p:sp>
      <p:sp>
        <p:nvSpPr>
          <p:cNvPr id="218" name="dp45-comparison / n193 / path">
            <a:extLst xmlns:a="http://schemas.openxmlformats.org/drawingml/2006/main">
              <a:ext uri="{FF2B5EF4-FFF2-40B4-BE49-F238E27FC236}">
                <a16:creationId xmlns:a16="http://schemas.microsoft.com/office/drawing/2014/main" id="{5D1CC04B-9F9E-4D84-8E84-7AACC0CF9F64}"/>
              </a:ext>
            </a:extLst>
          </p:cNvPr>
          <p:cNvSpPr>
            <a:spLocks xmlns:a="http://schemas.openxmlformats.org/drawingml/2006/main" noGrp="1"/>
          </p:cNvSpPr>
          <p:nvPr/>
        </p:nvSpPr>
        <p:spPr>
          <a:xfrm xmlns:a="http://schemas.openxmlformats.org/drawingml/2006/main">
            <a:off x="11668125" y="4114800"/>
            <a:ext cx="953" cy="1104900"/>
          </a:xfrm>
          <a:custGeom xmlns:a="http://schemas.openxmlformats.org/drawingml/2006/main">
            <a:pathLst>
              <a:path w="953" h="1104900">
                <a:moveTo>
                  <a:pt x="0" y="0"/>
                </a:moveTo>
                <a:lnTo>
                  <a:pt x="0" y="1104900"/>
                </a:lnTo>
              </a:path>
            </a:pathLst>
          </a:custGeom>
          <a:noFill xmlns:a="http://schemas.openxmlformats.org/drawingml/2006/main"/>
          <a:ln xmlns:a="http://schemas.openxmlformats.org/drawingml/2006/main" w="10478">
            <a:solidFill>
              <a:srgbClr val="B8753F"/>
            </a:solidFill>
            <a:prstDash val="dash"/>
          </a:ln>
        </p:spPr>
      </p:sp>
      <p:sp>
        <p:nvSpPr>
          <p:cNvPr id="219" name="dp45-comparison / n193 / arrow">
            <a:extLst xmlns:a="http://schemas.openxmlformats.org/drawingml/2006/main">
              <a:ext uri="{FF2B5EF4-FFF2-40B4-BE49-F238E27FC236}">
                <a16:creationId xmlns:a16="http://schemas.microsoft.com/office/drawing/2014/main" id="{4C90461C-19A2-428E-B049-E5615E7B3A9A}"/>
              </a:ext>
            </a:extLst>
          </p:cNvPr>
          <p:cNvSpPr>
            <a:spLocks xmlns:a="http://schemas.openxmlformats.org/drawingml/2006/main" noGrp="1"/>
          </p:cNvSpPr>
          <p:nvPr/>
        </p:nvSpPr>
        <p:spPr>
          <a:xfrm xmlns:a="http://schemas.openxmlformats.org/drawingml/2006/main">
            <a:off x="11634597" y="51526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220" name="dp45-comparison / n202 / path">
            <a:extLst xmlns:a="http://schemas.openxmlformats.org/drawingml/2006/main">
              <a:ext uri="{FF2B5EF4-FFF2-40B4-BE49-F238E27FC236}">
                <a16:creationId xmlns:a16="http://schemas.microsoft.com/office/drawing/2014/main" id="{63865D14-93F8-45DF-9E56-E0B322E45DCF}"/>
              </a:ext>
            </a:extLst>
          </p:cNvPr>
          <p:cNvSpPr>
            <a:spLocks xmlns:a="http://schemas.openxmlformats.org/drawingml/2006/main" noGrp="1"/>
          </p:cNvSpPr>
          <p:nvPr/>
        </p:nvSpPr>
        <p:spPr>
          <a:xfrm xmlns:a="http://schemas.openxmlformats.org/drawingml/2006/main">
            <a:off x="12382500" y="2638425"/>
            <a:ext cx="5324475" cy="3267075"/>
          </a:xfrm>
          <a:custGeom xmlns:a="http://schemas.openxmlformats.org/drawingml/2006/main">
            <a:pathLst>
              <a:path w="5324475" h="3267075">
                <a:moveTo>
                  <a:pt x="0" y="2943225"/>
                </a:moveTo>
                <a:lnTo>
                  <a:pt x="0" y="3267075"/>
                </a:lnTo>
                <a:lnTo>
                  <a:pt x="5324475" y="3267075"/>
                </a:lnTo>
                <a:lnTo>
                  <a:pt x="5324475" y="0"/>
                </a:lnTo>
                <a:lnTo>
                  <a:pt x="5191125" y="0"/>
                </a:lnTo>
              </a:path>
            </a:pathLst>
          </a:custGeom>
          <a:noFill xmlns:a="http://schemas.openxmlformats.org/drawingml/2006/main"/>
          <a:ln xmlns:a="http://schemas.openxmlformats.org/drawingml/2006/main" w="10478">
            <a:solidFill>
              <a:srgbClr val="000000"/>
            </a:solidFill>
            <a:prstDash val="solid"/>
          </a:ln>
        </p:spPr>
      </p:sp>
      <p:sp>
        <p:nvSpPr>
          <p:cNvPr id="221" name="dp45-comparison / n202 / arrow">
            <a:extLst xmlns:a="http://schemas.openxmlformats.org/drawingml/2006/main">
              <a:ext uri="{FF2B5EF4-FFF2-40B4-BE49-F238E27FC236}">
                <a16:creationId xmlns:a16="http://schemas.microsoft.com/office/drawing/2014/main" id="{2A34CAEA-57A7-40B5-ACFD-31759006C4F6}"/>
              </a:ext>
            </a:extLst>
          </p:cNvPr>
          <p:cNvSpPr>
            <a:spLocks xmlns:a="http://schemas.openxmlformats.org/drawingml/2006/main" noGrp="1"/>
          </p:cNvSpPr>
          <p:nvPr/>
        </p:nvSpPr>
        <p:spPr>
          <a:xfrm xmlns:a="http://schemas.openxmlformats.org/drawingml/2006/main">
            <a:off x="17573625" y="2604897"/>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222" name="dp45-comparison / n203 / path">
            <a:extLst xmlns:a="http://schemas.openxmlformats.org/drawingml/2006/main">
              <a:ext uri="{FF2B5EF4-FFF2-40B4-BE49-F238E27FC236}">
                <a16:creationId xmlns:a16="http://schemas.microsoft.com/office/drawing/2014/main" id="{EB82A643-B04D-4D3D-B6C1-2C0B22D528EB}"/>
              </a:ext>
            </a:extLst>
          </p:cNvPr>
          <p:cNvSpPr>
            <a:spLocks xmlns:a="http://schemas.openxmlformats.org/drawingml/2006/main" noGrp="1"/>
          </p:cNvSpPr>
          <p:nvPr/>
        </p:nvSpPr>
        <p:spPr>
          <a:xfrm xmlns:a="http://schemas.openxmlformats.org/drawingml/2006/main">
            <a:off x="12430125" y="2686050"/>
            <a:ext cx="5324475" cy="3248025"/>
          </a:xfrm>
          <a:custGeom xmlns:a="http://schemas.openxmlformats.org/drawingml/2006/main">
            <a:pathLst>
              <a:path w="5324475" h="3248025">
                <a:moveTo>
                  <a:pt x="5143500" y="0"/>
                </a:moveTo>
                <a:lnTo>
                  <a:pt x="5324475" y="0"/>
                </a:lnTo>
                <a:lnTo>
                  <a:pt x="5324475" y="3248025"/>
                </a:lnTo>
                <a:lnTo>
                  <a:pt x="0" y="3248025"/>
                </a:lnTo>
                <a:lnTo>
                  <a:pt x="0" y="2895600"/>
                </a:lnTo>
              </a:path>
            </a:pathLst>
          </a:custGeom>
          <a:noFill xmlns:a="http://schemas.openxmlformats.org/drawingml/2006/main"/>
          <a:ln xmlns:a="http://schemas.openxmlformats.org/drawingml/2006/main" w="10478">
            <a:solidFill>
              <a:srgbClr val="000000"/>
            </a:solidFill>
            <a:prstDash val="dash"/>
          </a:ln>
        </p:spPr>
      </p:sp>
      <p:sp>
        <p:nvSpPr>
          <p:cNvPr id="223" name="dp45-comparison / n203 / arrow">
            <a:extLst xmlns:a="http://schemas.openxmlformats.org/drawingml/2006/main">
              <a:ext uri="{FF2B5EF4-FFF2-40B4-BE49-F238E27FC236}">
                <a16:creationId xmlns:a16="http://schemas.microsoft.com/office/drawing/2014/main" id="{85B0722D-FA22-4DCA-9ECA-FBEA879B3D1C}"/>
              </a:ext>
            </a:extLst>
          </p:cNvPr>
          <p:cNvSpPr>
            <a:spLocks xmlns:a="http://schemas.openxmlformats.org/drawingml/2006/main" noGrp="1"/>
          </p:cNvSpPr>
          <p:nvPr/>
        </p:nvSpPr>
        <p:spPr>
          <a:xfrm xmlns:a="http://schemas.openxmlformats.org/drawingml/2006/main">
            <a:off x="12396597" y="5581650"/>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224" name="dp45-comparison / n204 / path">
            <a:extLst xmlns:a="http://schemas.openxmlformats.org/drawingml/2006/main">
              <a:ext uri="{FF2B5EF4-FFF2-40B4-BE49-F238E27FC236}">
                <a16:creationId xmlns:a16="http://schemas.microsoft.com/office/drawing/2014/main" id="{A95858D1-8FD8-49E9-A972-9E42005F5FD4}"/>
              </a:ext>
            </a:extLst>
          </p:cNvPr>
          <p:cNvSpPr>
            <a:spLocks xmlns:a="http://schemas.openxmlformats.org/drawingml/2006/main" noGrp="1"/>
          </p:cNvSpPr>
          <p:nvPr/>
        </p:nvSpPr>
        <p:spPr>
          <a:xfrm xmlns:a="http://schemas.openxmlformats.org/drawingml/2006/main">
            <a:off x="12715875" y="2714625"/>
            <a:ext cx="4886325" cy="2590800"/>
          </a:xfrm>
          <a:custGeom xmlns:a="http://schemas.openxmlformats.org/drawingml/2006/main">
            <a:pathLst>
              <a:path w="4886325" h="2590800">
                <a:moveTo>
                  <a:pt x="0" y="2590800"/>
                </a:moveTo>
                <a:lnTo>
                  <a:pt x="4886325" y="2590800"/>
                </a:lnTo>
                <a:lnTo>
                  <a:pt x="4886325" y="419100"/>
                </a:lnTo>
                <a:lnTo>
                  <a:pt x="2309813" y="419100"/>
                </a:lnTo>
                <a:lnTo>
                  <a:pt x="2309813" y="0"/>
                </a:lnTo>
              </a:path>
            </a:pathLst>
          </a:custGeom>
          <a:noFill xmlns:a="http://schemas.openxmlformats.org/drawingml/2006/main"/>
          <a:ln xmlns:a="http://schemas.openxmlformats.org/drawingml/2006/main" w="10478">
            <a:solidFill>
              <a:srgbClr val="000000"/>
            </a:solidFill>
            <a:prstDash val="solid"/>
          </a:ln>
        </p:spPr>
      </p:sp>
      <p:sp>
        <p:nvSpPr>
          <p:cNvPr id="225" name="dp45-comparison / n204 / arrow">
            <a:extLst xmlns:a="http://schemas.openxmlformats.org/drawingml/2006/main">
              <a:ext uri="{FF2B5EF4-FFF2-40B4-BE49-F238E27FC236}">
                <a16:creationId xmlns:a16="http://schemas.microsoft.com/office/drawing/2014/main" id="{09B88E48-32E4-417B-8F1A-44399DB17EF0}"/>
              </a:ext>
            </a:extLst>
          </p:cNvPr>
          <p:cNvSpPr>
            <a:spLocks xmlns:a="http://schemas.openxmlformats.org/drawingml/2006/main" noGrp="1"/>
          </p:cNvSpPr>
          <p:nvPr/>
        </p:nvSpPr>
        <p:spPr>
          <a:xfrm xmlns:a="http://schemas.openxmlformats.org/drawingml/2006/main">
            <a:off x="14992160" y="2714625"/>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226" name="dp45-comparison / n205 / path">
            <a:extLst xmlns:a="http://schemas.openxmlformats.org/drawingml/2006/main">
              <a:ext uri="{FF2B5EF4-FFF2-40B4-BE49-F238E27FC236}">
                <a16:creationId xmlns:a16="http://schemas.microsoft.com/office/drawing/2014/main" id="{C03A3D60-B455-49C7-BD3B-AE304FBDF597}"/>
              </a:ext>
            </a:extLst>
          </p:cNvPr>
          <p:cNvSpPr>
            <a:spLocks xmlns:a="http://schemas.openxmlformats.org/drawingml/2006/main" noGrp="1"/>
          </p:cNvSpPr>
          <p:nvPr/>
        </p:nvSpPr>
        <p:spPr>
          <a:xfrm xmlns:a="http://schemas.openxmlformats.org/drawingml/2006/main">
            <a:off x="12715875" y="2714625"/>
            <a:ext cx="4924425" cy="2628900"/>
          </a:xfrm>
          <a:custGeom xmlns:a="http://schemas.openxmlformats.org/drawingml/2006/main">
            <a:pathLst>
              <a:path w="4924425" h="2628900">
                <a:moveTo>
                  <a:pt x="2347913" y="0"/>
                </a:moveTo>
                <a:lnTo>
                  <a:pt x="2347913" y="457200"/>
                </a:lnTo>
                <a:lnTo>
                  <a:pt x="4924425" y="457200"/>
                </a:lnTo>
                <a:lnTo>
                  <a:pt x="4924425" y="2628900"/>
                </a:lnTo>
                <a:lnTo>
                  <a:pt x="0" y="2628900"/>
                </a:lnTo>
              </a:path>
            </a:pathLst>
          </a:custGeom>
          <a:noFill xmlns:a="http://schemas.openxmlformats.org/drawingml/2006/main"/>
          <a:ln xmlns:a="http://schemas.openxmlformats.org/drawingml/2006/main" w="10478">
            <a:solidFill>
              <a:srgbClr val="000000"/>
            </a:solidFill>
            <a:prstDash val="dash"/>
          </a:ln>
        </p:spPr>
      </p:sp>
      <p:sp>
        <p:nvSpPr>
          <p:cNvPr id="227" name="dp45-comparison / n205 / arrow">
            <a:extLst xmlns:a="http://schemas.openxmlformats.org/drawingml/2006/main">
              <a:ext uri="{FF2B5EF4-FFF2-40B4-BE49-F238E27FC236}">
                <a16:creationId xmlns:a16="http://schemas.microsoft.com/office/drawing/2014/main" id="{9D6B43B4-74CB-4777-A441-8A865FF59AD9}"/>
              </a:ext>
            </a:extLst>
          </p:cNvPr>
          <p:cNvSpPr>
            <a:spLocks xmlns:a="http://schemas.openxmlformats.org/drawingml/2006/main" noGrp="1"/>
          </p:cNvSpPr>
          <p:nvPr/>
        </p:nvSpPr>
        <p:spPr>
          <a:xfrm xmlns:a="http://schemas.openxmlformats.org/drawingml/2006/main">
            <a:off x="12715875" y="5309997"/>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228" name="dp45-comparison / n208 / path">
            <a:extLst xmlns:a="http://schemas.openxmlformats.org/drawingml/2006/main">
              <a:ext uri="{FF2B5EF4-FFF2-40B4-BE49-F238E27FC236}">
                <a16:creationId xmlns:a16="http://schemas.microsoft.com/office/drawing/2014/main" id="{4D0DF3E6-6C1D-4943-8EF5-CC7A64BAEC1B}"/>
              </a:ext>
            </a:extLst>
          </p:cNvPr>
          <p:cNvSpPr>
            <a:spLocks xmlns:a="http://schemas.openxmlformats.org/drawingml/2006/main" noGrp="1"/>
          </p:cNvSpPr>
          <p:nvPr/>
        </p:nvSpPr>
        <p:spPr>
          <a:xfrm xmlns:a="http://schemas.openxmlformats.org/drawingml/2006/main">
            <a:off x="9734550" y="2562225"/>
            <a:ext cx="409575" cy="2838450"/>
          </a:xfrm>
          <a:custGeom xmlns:a="http://schemas.openxmlformats.org/drawingml/2006/main">
            <a:pathLst>
              <a:path w="409575" h="2838450">
                <a:moveTo>
                  <a:pt x="219075" y="0"/>
                </a:moveTo>
                <a:lnTo>
                  <a:pt x="0" y="0"/>
                </a:lnTo>
                <a:lnTo>
                  <a:pt x="0" y="2838450"/>
                </a:lnTo>
                <a:lnTo>
                  <a:pt x="409575" y="2838450"/>
                </a:lnTo>
              </a:path>
            </a:pathLst>
          </a:custGeom>
          <a:noFill xmlns:a="http://schemas.openxmlformats.org/drawingml/2006/main"/>
          <a:ln xmlns:a="http://schemas.openxmlformats.org/drawingml/2006/main" w="10478">
            <a:solidFill>
              <a:srgbClr val="B8753F"/>
            </a:solidFill>
            <a:prstDash val="solid"/>
          </a:ln>
        </p:spPr>
      </p:sp>
      <p:sp>
        <p:nvSpPr>
          <p:cNvPr id="229" name="dp45-comparison / n208 / arrow">
            <a:extLst xmlns:a="http://schemas.openxmlformats.org/drawingml/2006/main">
              <a:ext uri="{FF2B5EF4-FFF2-40B4-BE49-F238E27FC236}">
                <a16:creationId xmlns:a16="http://schemas.microsoft.com/office/drawing/2014/main" id="{55E4401C-4004-4F05-AFBD-B31EA32C8397}"/>
              </a:ext>
            </a:extLst>
          </p:cNvPr>
          <p:cNvSpPr>
            <a:spLocks xmlns:a="http://schemas.openxmlformats.org/drawingml/2006/main" noGrp="1"/>
          </p:cNvSpPr>
          <p:nvPr/>
        </p:nvSpPr>
        <p:spPr>
          <a:xfrm xmlns:a="http://schemas.openxmlformats.org/drawingml/2006/main">
            <a:off x="10077069" y="53671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30" name="dp45-comparison / n209 / path">
            <a:extLst xmlns:a="http://schemas.openxmlformats.org/drawingml/2006/main">
              <a:ext uri="{FF2B5EF4-FFF2-40B4-BE49-F238E27FC236}">
                <a16:creationId xmlns:a16="http://schemas.microsoft.com/office/drawing/2014/main" id="{B32A822C-72BD-4CE3-985E-C52213C01F09}"/>
              </a:ext>
            </a:extLst>
          </p:cNvPr>
          <p:cNvSpPr>
            <a:spLocks xmlns:a="http://schemas.openxmlformats.org/drawingml/2006/main" noGrp="1"/>
          </p:cNvSpPr>
          <p:nvPr/>
        </p:nvSpPr>
        <p:spPr>
          <a:xfrm xmlns:a="http://schemas.openxmlformats.org/drawingml/2006/main">
            <a:off x="9810750" y="2638425"/>
            <a:ext cx="333375" cy="2847975"/>
          </a:xfrm>
          <a:custGeom xmlns:a="http://schemas.openxmlformats.org/drawingml/2006/main">
            <a:pathLst>
              <a:path w="333375" h="2847975">
                <a:moveTo>
                  <a:pt x="333375" y="2847975"/>
                </a:moveTo>
                <a:lnTo>
                  <a:pt x="0" y="2847975"/>
                </a:lnTo>
                <a:lnTo>
                  <a:pt x="0" y="0"/>
                </a:lnTo>
                <a:lnTo>
                  <a:pt x="142875" y="0"/>
                </a:lnTo>
              </a:path>
            </a:pathLst>
          </a:custGeom>
          <a:noFill xmlns:a="http://schemas.openxmlformats.org/drawingml/2006/main"/>
          <a:ln xmlns:a="http://schemas.openxmlformats.org/drawingml/2006/main" w="10478">
            <a:solidFill>
              <a:srgbClr val="B8753F"/>
            </a:solidFill>
            <a:prstDash val="dash"/>
          </a:ln>
        </p:spPr>
      </p:sp>
      <p:sp>
        <p:nvSpPr>
          <p:cNvPr id="231" name="dp45-comparison / n209 / arrow">
            <a:extLst xmlns:a="http://schemas.openxmlformats.org/drawingml/2006/main">
              <a:ext uri="{FF2B5EF4-FFF2-40B4-BE49-F238E27FC236}">
                <a16:creationId xmlns:a16="http://schemas.microsoft.com/office/drawing/2014/main" id="{F049A37E-6203-4AF2-8455-299BC01929C6}"/>
              </a:ext>
            </a:extLst>
          </p:cNvPr>
          <p:cNvSpPr>
            <a:spLocks xmlns:a="http://schemas.openxmlformats.org/drawingml/2006/main" noGrp="1"/>
          </p:cNvSpPr>
          <p:nvPr/>
        </p:nvSpPr>
        <p:spPr>
          <a:xfrm xmlns:a="http://schemas.openxmlformats.org/drawingml/2006/main">
            <a:off x="9886569" y="26048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32" name="dp45-comparison / n212">
            <a:extLst xmlns:a="http://schemas.openxmlformats.org/drawingml/2006/main">
              <a:ext uri="{FF2B5EF4-FFF2-40B4-BE49-F238E27FC236}">
                <a16:creationId xmlns:a16="http://schemas.microsoft.com/office/drawing/2014/main" id="{B8507AA3-E08C-4DB0-BBA8-E85F4DD19480}"/>
              </a:ext>
            </a:extLst>
          </p:cNvPr>
          <p:cNvSpPr>
            <a:spLocks xmlns:a="http://schemas.openxmlformats.org/drawingml/2006/main" noGrp="1"/>
          </p:cNvSpPr>
          <p:nvPr/>
        </p:nvSpPr>
        <p:spPr>
          <a:xfrm xmlns:a="http://schemas.openxmlformats.org/drawingml/2006/main">
            <a:off x="10144125" y="6076950"/>
            <a:ext cx="2571750" cy="2381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33" name="dp45-comparison / n213 / text 1">
            <a:extLst xmlns:a="http://schemas.openxmlformats.org/drawingml/2006/main">
              <a:ext uri="{FF2B5EF4-FFF2-40B4-BE49-F238E27FC236}">
                <a16:creationId xmlns:a16="http://schemas.microsoft.com/office/drawing/2014/main" id="{69AB35BB-30F9-4358-A519-150216F714D7}"/>
              </a:ext>
            </a:extLst>
          </p:cNvPr>
          <p:cNvSpPr>
            <a:spLocks xmlns:a="http://schemas.openxmlformats.org/drawingml/2006/main" noGrp="1"/>
          </p:cNvSpPr>
          <p:nvPr/>
        </p:nvSpPr>
        <p:spPr>
          <a:xfrm xmlns:a="http://schemas.openxmlformats.org/drawingml/2006/main">
            <a:off x="10229850" y="6096953"/>
            <a:ext cx="24003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1">
                <a:solidFill>
                  <a:srgbClr val="000000"/>
                </a:solidFill>
                <a:latin typeface="Apple SD Gothic Neo"/>
                <a:ea typeface="Apple SD Gothic Neo"/>
                <a:cs typeface="Apple SD Gothic Neo"/>
              </a:defRPr>
            </a:pPr>
            <a:r>
              <a:rPr sz="1200" b="1">
                <a:solidFill>
                  <a:srgbClr val="000000"/>
                </a:solidFill>
                <a:latin typeface="Apple SD Gothic Neo"/>
                <a:ea typeface="Apple SD Gothic Neo"/>
                <a:cs typeface="Apple SD Gothic Neo"/>
              </a:rPr>
              <a:t>Model Access</a:t>
            </a:r>
          </a:p>
        </p:txBody>
      </p:sp>
      <p:sp>
        <p:nvSpPr>
          <p:cNvPr id="234" name="dp45-comparison / n214">
            <a:extLst xmlns:a="http://schemas.openxmlformats.org/drawingml/2006/main">
              <a:ext uri="{FF2B5EF4-FFF2-40B4-BE49-F238E27FC236}">
                <a16:creationId xmlns:a16="http://schemas.microsoft.com/office/drawing/2014/main" id="{8EB1AE35-67F3-4C39-9B34-8F1A11F63B19}"/>
              </a:ext>
            </a:extLst>
          </p:cNvPr>
          <p:cNvSpPr>
            <a:spLocks xmlns:a="http://schemas.openxmlformats.org/drawingml/2006/main" noGrp="1"/>
          </p:cNvSpPr>
          <p:nvPr/>
        </p:nvSpPr>
        <p:spPr>
          <a:xfrm xmlns:a="http://schemas.openxmlformats.org/drawingml/2006/main">
            <a:off x="14620875" y="6076950"/>
            <a:ext cx="2857500" cy="238125"/>
          </a:xfrm>
          <a:prstGeom xmlns:a="http://schemas.openxmlformats.org/drawingml/2006/main" prst="hexagon">
            <a:avLst/>
          </a:prstGeom>
          <a:solidFill xmlns:a="http://schemas.openxmlformats.org/drawingml/2006/main">
            <a:srgbClr val="FFFFFF"/>
          </a:solidFill>
          <a:ln xmlns:a="http://schemas.openxmlformats.org/drawingml/2006/main" w="9525">
            <a:solidFill>
              <a:srgbClr val="000000"/>
            </a:solidFill>
            <a:prstDash val="solid"/>
          </a:ln>
        </p:spPr>
      </p:sp>
      <p:sp>
        <p:nvSpPr>
          <p:cNvPr id="235" name="dp45-comparison / n215 / text 1">
            <a:extLst xmlns:a="http://schemas.openxmlformats.org/drawingml/2006/main">
              <a:ext uri="{FF2B5EF4-FFF2-40B4-BE49-F238E27FC236}">
                <a16:creationId xmlns:a16="http://schemas.microsoft.com/office/drawing/2014/main" id="{DB359A28-252A-41D7-B00A-6DECC4A18DDC}"/>
              </a:ext>
            </a:extLst>
          </p:cNvPr>
          <p:cNvSpPr>
            <a:spLocks xmlns:a="http://schemas.openxmlformats.org/drawingml/2006/main" noGrp="1"/>
          </p:cNvSpPr>
          <p:nvPr/>
        </p:nvSpPr>
        <p:spPr>
          <a:xfrm xmlns:a="http://schemas.openxmlformats.org/drawingml/2006/main">
            <a:off x="14706600" y="6096953"/>
            <a:ext cx="26860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1">
                <a:solidFill>
                  <a:srgbClr val="000000"/>
                </a:solidFill>
                <a:latin typeface="Apple SD Gothic Neo"/>
                <a:ea typeface="Apple SD Gothic Neo"/>
                <a:cs typeface="Apple SD Gothic Neo"/>
              </a:defRPr>
            </a:pPr>
            <a:r>
              <a:rPr sz="1200" b="1">
                <a:solidFill>
                  <a:srgbClr val="000000"/>
                </a:solidFill>
                <a:latin typeface="Apple SD Gothic Neo"/>
                <a:ea typeface="Apple SD Gothic Neo"/>
                <a:cs typeface="Apple SD Gothic Neo"/>
              </a:rPr>
              <a:t>클라우드 의미 LLM</a:t>
            </a:r>
          </a:p>
        </p:txBody>
      </p:sp>
      <p:sp>
        <p:nvSpPr>
          <p:cNvPr id="236" name="dp45-comparison / n216 / path">
            <a:extLst xmlns:a="http://schemas.openxmlformats.org/drawingml/2006/main">
              <a:ext uri="{FF2B5EF4-FFF2-40B4-BE49-F238E27FC236}">
                <a16:creationId xmlns:a16="http://schemas.microsoft.com/office/drawing/2014/main" id="{EFECFF52-C903-469A-BFB0-DF9F141A9494}"/>
              </a:ext>
            </a:extLst>
          </p:cNvPr>
          <p:cNvSpPr>
            <a:spLocks xmlns:a="http://schemas.openxmlformats.org/drawingml/2006/main" noGrp="1"/>
          </p:cNvSpPr>
          <p:nvPr/>
        </p:nvSpPr>
        <p:spPr>
          <a:xfrm xmlns:a="http://schemas.openxmlformats.org/drawingml/2006/main">
            <a:off x="9925050" y="3933825"/>
            <a:ext cx="219075" cy="2262188"/>
          </a:xfrm>
          <a:custGeom xmlns:a="http://schemas.openxmlformats.org/drawingml/2006/main">
            <a:pathLst>
              <a:path w="219075" h="2262188">
                <a:moveTo>
                  <a:pt x="219075" y="0"/>
                </a:moveTo>
                <a:lnTo>
                  <a:pt x="0" y="0"/>
                </a:lnTo>
                <a:lnTo>
                  <a:pt x="0" y="2262188"/>
                </a:lnTo>
                <a:lnTo>
                  <a:pt x="219075" y="2262188"/>
                </a:lnTo>
              </a:path>
            </a:pathLst>
          </a:custGeom>
          <a:noFill xmlns:a="http://schemas.openxmlformats.org/drawingml/2006/main"/>
          <a:ln xmlns:a="http://schemas.openxmlformats.org/drawingml/2006/main" w="10478">
            <a:solidFill>
              <a:srgbClr val="000000"/>
            </a:solidFill>
            <a:prstDash val="solid"/>
          </a:ln>
        </p:spPr>
      </p:sp>
      <p:sp>
        <p:nvSpPr>
          <p:cNvPr id="237" name="dp45-comparison / n216 / arrow">
            <a:extLst xmlns:a="http://schemas.openxmlformats.org/drawingml/2006/main">
              <a:ext uri="{FF2B5EF4-FFF2-40B4-BE49-F238E27FC236}">
                <a16:creationId xmlns:a16="http://schemas.microsoft.com/office/drawing/2014/main" id="{634BB9AE-F4B7-4AFE-BC57-EB281B2DD0A4}"/>
              </a:ext>
            </a:extLst>
          </p:cNvPr>
          <p:cNvSpPr>
            <a:spLocks xmlns:a="http://schemas.openxmlformats.org/drawingml/2006/main" noGrp="1"/>
          </p:cNvSpPr>
          <p:nvPr/>
        </p:nvSpPr>
        <p:spPr>
          <a:xfrm xmlns:a="http://schemas.openxmlformats.org/drawingml/2006/main">
            <a:off x="10077069" y="61624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38" name="dp45-comparison / n217 / path">
            <a:extLst xmlns:a="http://schemas.openxmlformats.org/drawingml/2006/main">
              <a:ext uri="{FF2B5EF4-FFF2-40B4-BE49-F238E27FC236}">
                <a16:creationId xmlns:a16="http://schemas.microsoft.com/office/drawing/2014/main" id="{6B037651-72F9-4133-806D-992A6D33C883}"/>
              </a:ext>
            </a:extLst>
          </p:cNvPr>
          <p:cNvSpPr>
            <a:spLocks xmlns:a="http://schemas.openxmlformats.org/drawingml/2006/main" noGrp="1"/>
          </p:cNvSpPr>
          <p:nvPr/>
        </p:nvSpPr>
        <p:spPr>
          <a:xfrm xmlns:a="http://schemas.openxmlformats.org/drawingml/2006/main">
            <a:off x="10001250" y="4029075"/>
            <a:ext cx="142875" cy="2224088"/>
          </a:xfrm>
          <a:custGeom xmlns:a="http://schemas.openxmlformats.org/drawingml/2006/main">
            <a:pathLst>
              <a:path w="142875" h="2224088">
                <a:moveTo>
                  <a:pt x="142875" y="2224088"/>
                </a:moveTo>
                <a:lnTo>
                  <a:pt x="0" y="2224088"/>
                </a:lnTo>
                <a:lnTo>
                  <a:pt x="0" y="0"/>
                </a:lnTo>
                <a:lnTo>
                  <a:pt x="142875" y="0"/>
                </a:lnTo>
              </a:path>
            </a:pathLst>
          </a:custGeom>
          <a:noFill xmlns:a="http://schemas.openxmlformats.org/drawingml/2006/main"/>
          <a:ln xmlns:a="http://schemas.openxmlformats.org/drawingml/2006/main" w="10478">
            <a:solidFill>
              <a:srgbClr val="000000"/>
            </a:solidFill>
            <a:prstDash val="dash"/>
          </a:ln>
        </p:spPr>
      </p:sp>
      <p:sp>
        <p:nvSpPr>
          <p:cNvPr id="239" name="dp45-comparison / n217 / arrow">
            <a:extLst xmlns:a="http://schemas.openxmlformats.org/drawingml/2006/main">
              <a:ext uri="{FF2B5EF4-FFF2-40B4-BE49-F238E27FC236}">
                <a16:creationId xmlns:a16="http://schemas.microsoft.com/office/drawing/2014/main" id="{F576800E-1843-48F1-9A36-18C89B1FA6B2}"/>
              </a:ext>
            </a:extLst>
          </p:cNvPr>
          <p:cNvSpPr>
            <a:spLocks xmlns:a="http://schemas.openxmlformats.org/drawingml/2006/main" noGrp="1"/>
          </p:cNvSpPr>
          <p:nvPr/>
        </p:nvSpPr>
        <p:spPr>
          <a:xfrm xmlns:a="http://schemas.openxmlformats.org/drawingml/2006/main">
            <a:off x="10077069" y="39955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40" name="dp45-comparison / n218 / path">
            <a:extLst xmlns:a="http://schemas.openxmlformats.org/drawingml/2006/main">
              <a:ext uri="{FF2B5EF4-FFF2-40B4-BE49-F238E27FC236}">
                <a16:creationId xmlns:a16="http://schemas.microsoft.com/office/drawing/2014/main" id="{27803556-5FED-4E35-866F-FBF43C7CE703}"/>
              </a:ext>
            </a:extLst>
          </p:cNvPr>
          <p:cNvSpPr>
            <a:spLocks xmlns:a="http://schemas.openxmlformats.org/drawingml/2006/main" noGrp="1"/>
          </p:cNvSpPr>
          <p:nvPr/>
        </p:nvSpPr>
        <p:spPr>
          <a:xfrm xmlns:a="http://schemas.openxmlformats.org/drawingml/2006/main">
            <a:off x="12715875" y="6157913"/>
            <a:ext cx="1905000" cy="953"/>
          </a:xfrm>
          <a:custGeom xmlns:a="http://schemas.openxmlformats.org/drawingml/2006/main">
            <a:pathLst>
              <a:path w="1905000" h="953">
                <a:moveTo>
                  <a:pt x="0" y="0"/>
                </a:moveTo>
                <a:lnTo>
                  <a:pt x="1905000" y="0"/>
                </a:lnTo>
              </a:path>
            </a:pathLst>
          </a:custGeom>
          <a:noFill xmlns:a="http://schemas.openxmlformats.org/drawingml/2006/main"/>
          <a:ln xmlns:a="http://schemas.openxmlformats.org/drawingml/2006/main" w="10478">
            <a:solidFill>
              <a:srgbClr val="000000"/>
            </a:solidFill>
            <a:prstDash val="solid"/>
          </a:ln>
        </p:spPr>
      </p:sp>
      <p:sp>
        <p:nvSpPr>
          <p:cNvPr id="241" name="dp45-comparison / n218 / arrow">
            <a:extLst xmlns:a="http://schemas.openxmlformats.org/drawingml/2006/main">
              <a:ext uri="{FF2B5EF4-FFF2-40B4-BE49-F238E27FC236}">
                <a16:creationId xmlns:a16="http://schemas.microsoft.com/office/drawing/2014/main" id="{6E51AB4A-262D-46DE-83CC-4ED8689F3455}"/>
              </a:ext>
            </a:extLst>
          </p:cNvPr>
          <p:cNvSpPr>
            <a:spLocks xmlns:a="http://schemas.openxmlformats.org/drawingml/2006/main" noGrp="1"/>
          </p:cNvSpPr>
          <p:nvPr/>
        </p:nvSpPr>
        <p:spPr>
          <a:xfrm xmlns:a="http://schemas.openxmlformats.org/drawingml/2006/main">
            <a:off x="14553819" y="61243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42" name="dp45-comparison / n219 / path">
            <a:extLst xmlns:a="http://schemas.openxmlformats.org/drawingml/2006/main">
              <a:ext uri="{FF2B5EF4-FFF2-40B4-BE49-F238E27FC236}">
                <a16:creationId xmlns:a16="http://schemas.microsoft.com/office/drawing/2014/main" id="{ABF69102-5539-4EF9-9CF2-693D9B962DF3}"/>
              </a:ext>
            </a:extLst>
          </p:cNvPr>
          <p:cNvSpPr>
            <a:spLocks xmlns:a="http://schemas.openxmlformats.org/drawingml/2006/main" noGrp="1"/>
          </p:cNvSpPr>
          <p:nvPr/>
        </p:nvSpPr>
        <p:spPr>
          <a:xfrm xmlns:a="http://schemas.openxmlformats.org/drawingml/2006/main">
            <a:off x="12715875" y="6243638"/>
            <a:ext cx="1905000" cy="953"/>
          </a:xfrm>
          <a:custGeom xmlns:a="http://schemas.openxmlformats.org/drawingml/2006/main">
            <a:pathLst>
              <a:path w="1905000" h="953">
                <a:moveTo>
                  <a:pt x="1905000" y="0"/>
                </a:moveTo>
                <a:lnTo>
                  <a:pt x="0" y="0"/>
                </a:lnTo>
              </a:path>
            </a:pathLst>
          </a:custGeom>
          <a:noFill xmlns:a="http://schemas.openxmlformats.org/drawingml/2006/main"/>
          <a:ln xmlns:a="http://schemas.openxmlformats.org/drawingml/2006/main" w="10478">
            <a:solidFill>
              <a:srgbClr val="000000"/>
            </a:solidFill>
            <a:prstDash val="dash"/>
          </a:ln>
        </p:spPr>
      </p:sp>
      <p:sp>
        <p:nvSpPr>
          <p:cNvPr id="243" name="dp45-comparison / n219 / arrow">
            <a:extLst xmlns:a="http://schemas.openxmlformats.org/drawingml/2006/main">
              <a:ext uri="{FF2B5EF4-FFF2-40B4-BE49-F238E27FC236}">
                <a16:creationId xmlns:a16="http://schemas.microsoft.com/office/drawing/2014/main" id="{F1373230-205D-4BA4-BE3D-3A4AFA2B15BD}"/>
              </a:ext>
            </a:extLst>
          </p:cNvPr>
          <p:cNvSpPr>
            <a:spLocks xmlns:a="http://schemas.openxmlformats.org/drawingml/2006/main" noGrp="1"/>
          </p:cNvSpPr>
          <p:nvPr/>
        </p:nvSpPr>
        <p:spPr>
          <a:xfrm xmlns:a="http://schemas.openxmlformats.org/drawingml/2006/main">
            <a:off x="12715875" y="6210110"/>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244" name="dp45-comparison / n222 / path">
            <a:extLst xmlns:a="http://schemas.openxmlformats.org/drawingml/2006/main">
              <a:ext uri="{FF2B5EF4-FFF2-40B4-BE49-F238E27FC236}">
                <a16:creationId xmlns:a16="http://schemas.microsoft.com/office/drawing/2014/main" id="{6388FA69-D568-4ED5-ABE6-748AED1085A9}"/>
              </a:ext>
            </a:extLst>
          </p:cNvPr>
          <p:cNvSpPr>
            <a:spLocks xmlns:a="http://schemas.openxmlformats.org/drawingml/2006/main" noGrp="1"/>
          </p:cNvSpPr>
          <p:nvPr/>
        </p:nvSpPr>
        <p:spPr>
          <a:xfrm xmlns:a="http://schemas.openxmlformats.org/drawingml/2006/main">
            <a:off x="9858375" y="6448425"/>
            <a:ext cx="7715250" cy="953"/>
          </a:xfrm>
          <a:custGeom xmlns:a="http://schemas.openxmlformats.org/drawingml/2006/main">
            <a:pathLst>
              <a:path w="7715250" h="953">
                <a:moveTo>
                  <a:pt x="0" y="0"/>
                </a:moveTo>
                <a:lnTo>
                  <a:pt x="7715250" y="0"/>
                </a:lnTo>
              </a:path>
            </a:pathLst>
          </a:custGeom>
          <a:noFill xmlns:a="http://schemas.openxmlformats.org/drawingml/2006/main"/>
          <a:ln xmlns:a="http://schemas.openxmlformats.org/drawingml/2006/main" w="10478">
            <a:solidFill>
              <a:srgbClr val="000000"/>
            </a:solidFill>
            <a:prstDash val="solid"/>
          </a:ln>
        </p:spPr>
      </p:sp>
      <p:sp>
        <p:nvSpPr>
          <p:cNvPr id="245" name="dp45-comparison / n225">
            <a:extLst xmlns:a="http://schemas.openxmlformats.org/drawingml/2006/main">
              <a:ext uri="{FF2B5EF4-FFF2-40B4-BE49-F238E27FC236}">
                <a16:creationId xmlns:a16="http://schemas.microsoft.com/office/drawing/2014/main" id="{DA8481A1-009F-4AD5-BB1E-FA5F55014C0C}"/>
              </a:ext>
            </a:extLst>
          </p:cNvPr>
          <p:cNvSpPr>
            <a:spLocks xmlns:a="http://schemas.openxmlformats.org/drawingml/2006/main" noGrp="1"/>
          </p:cNvSpPr>
          <p:nvPr/>
        </p:nvSpPr>
        <p:spPr>
          <a:xfrm xmlns:a="http://schemas.openxmlformats.org/drawingml/2006/main">
            <a:off x="9953625" y="671512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46" name="dp45-comparison / n226 / text 1">
            <a:extLst xmlns:a="http://schemas.openxmlformats.org/drawingml/2006/main">
              <a:ext uri="{FF2B5EF4-FFF2-40B4-BE49-F238E27FC236}">
                <a16:creationId xmlns:a16="http://schemas.microsoft.com/office/drawing/2014/main" id="{DDF49C3A-6401-4C26-A4C5-A4A8E275A0A1}"/>
              </a:ext>
            </a:extLst>
          </p:cNvPr>
          <p:cNvSpPr>
            <a:spLocks xmlns:a="http://schemas.openxmlformats.org/drawingml/2006/main" noGrp="1"/>
          </p:cNvSpPr>
          <p:nvPr/>
        </p:nvSpPr>
        <p:spPr>
          <a:xfrm xmlns:a="http://schemas.openxmlformats.org/drawingml/2006/main">
            <a:off x="10039350" y="675084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원본 변경 또는 생산 요청</a:t>
            </a:r>
          </a:p>
        </p:txBody>
      </p:sp>
      <p:sp>
        <p:nvSpPr>
          <p:cNvPr id="247" name="dp45-comparison / n227">
            <a:extLst xmlns:a="http://schemas.openxmlformats.org/drawingml/2006/main">
              <a:ext uri="{FF2B5EF4-FFF2-40B4-BE49-F238E27FC236}">
                <a16:creationId xmlns:a16="http://schemas.microsoft.com/office/drawing/2014/main" id="{6E62BD2C-30EE-4283-8B96-0943EC1E9FF2}"/>
              </a:ext>
            </a:extLst>
          </p:cNvPr>
          <p:cNvSpPr>
            <a:spLocks xmlns:a="http://schemas.openxmlformats.org/drawingml/2006/main" noGrp="1"/>
          </p:cNvSpPr>
          <p:nvPr/>
        </p:nvSpPr>
        <p:spPr>
          <a:xfrm xmlns:a="http://schemas.openxmlformats.org/drawingml/2006/main">
            <a:off x="12620625" y="671512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48" name="dp45-comparison / n228 / text 1">
            <a:extLst xmlns:a="http://schemas.openxmlformats.org/drawingml/2006/main">
              <a:ext uri="{FF2B5EF4-FFF2-40B4-BE49-F238E27FC236}">
                <a16:creationId xmlns:a16="http://schemas.microsoft.com/office/drawing/2014/main" id="{3BCE481D-2BCE-4154-BA8F-6928B8AA24D5}"/>
              </a:ext>
            </a:extLst>
          </p:cNvPr>
          <p:cNvSpPr>
            <a:spLocks xmlns:a="http://schemas.openxmlformats.org/drawingml/2006/main" noGrp="1"/>
          </p:cNvSpPr>
          <p:nvPr/>
        </p:nvSpPr>
        <p:spPr>
          <a:xfrm xmlns:a="http://schemas.openxmlformats.org/drawingml/2006/main">
            <a:off x="12706350" y="675084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Publisher: 공통 관계 게시</a:t>
            </a:r>
          </a:p>
        </p:txBody>
      </p:sp>
      <p:sp>
        <p:nvSpPr>
          <p:cNvPr id="249" name="dp45-comparison / n229 / path">
            <a:extLst xmlns:a="http://schemas.openxmlformats.org/drawingml/2006/main">
              <a:ext uri="{FF2B5EF4-FFF2-40B4-BE49-F238E27FC236}">
                <a16:creationId xmlns:a16="http://schemas.microsoft.com/office/drawing/2014/main" id="{56448189-5A14-44A0-9662-28626EA3CEDC}"/>
              </a:ext>
            </a:extLst>
          </p:cNvPr>
          <p:cNvSpPr>
            <a:spLocks xmlns:a="http://schemas.openxmlformats.org/drawingml/2006/main" noGrp="1"/>
          </p:cNvSpPr>
          <p:nvPr/>
        </p:nvSpPr>
        <p:spPr>
          <a:xfrm xmlns:a="http://schemas.openxmlformats.org/drawingml/2006/main">
            <a:off x="12192000" y="684371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50" name="dp45-comparison / n229 / arrow">
            <a:extLst xmlns:a="http://schemas.openxmlformats.org/drawingml/2006/main">
              <a:ext uri="{FF2B5EF4-FFF2-40B4-BE49-F238E27FC236}">
                <a16:creationId xmlns:a16="http://schemas.microsoft.com/office/drawing/2014/main" id="{62CCFE01-627A-4496-B4CA-54769C5698C4}"/>
              </a:ext>
            </a:extLst>
          </p:cNvPr>
          <p:cNvSpPr>
            <a:spLocks xmlns:a="http://schemas.openxmlformats.org/drawingml/2006/main" noGrp="1"/>
          </p:cNvSpPr>
          <p:nvPr/>
        </p:nvSpPr>
        <p:spPr>
          <a:xfrm xmlns:a="http://schemas.openxmlformats.org/drawingml/2006/main">
            <a:off x="12553569" y="68101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51" name="dp45-comparison / n230">
            <a:extLst xmlns:a="http://schemas.openxmlformats.org/drawingml/2006/main">
              <a:ext uri="{FF2B5EF4-FFF2-40B4-BE49-F238E27FC236}">
                <a16:creationId xmlns:a16="http://schemas.microsoft.com/office/drawing/2014/main" id="{9AC9E401-690C-4CE6-9AAC-EBA117D90FDC}"/>
              </a:ext>
            </a:extLst>
          </p:cNvPr>
          <p:cNvSpPr>
            <a:spLocks xmlns:a="http://schemas.openxmlformats.org/drawingml/2006/main" noGrp="1"/>
          </p:cNvSpPr>
          <p:nvPr/>
        </p:nvSpPr>
        <p:spPr>
          <a:xfrm xmlns:a="http://schemas.openxmlformats.org/drawingml/2006/main">
            <a:off x="15287625" y="6715125"/>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52" name="dp45-comparison / n231 / text 1">
            <a:extLst xmlns:a="http://schemas.openxmlformats.org/drawingml/2006/main">
              <a:ext uri="{FF2B5EF4-FFF2-40B4-BE49-F238E27FC236}">
                <a16:creationId xmlns:a16="http://schemas.microsoft.com/office/drawing/2014/main" id="{93BD9FD7-3F43-43AD-B1A7-F61257F85E5D}"/>
              </a:ext>
            </a:extLst>
          </p:cNvPr>
          <p:cNvSpPr>
            <a:spLocks xmlns:a="http://schemas.openxmlformats.org/drawingml/2006/main" noGrp="1"/>
          </p:cNvSpPr>
          <p:nvPr/>
        </p:nvSpPr>
        <p:spPr>
          <a:xfrm xmlns:a="http://schemas.openxmlformats.org/drawingml/2006/main">
            <a:off x="15373350" y="6750844"/>
            <a:ext cx="2019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Repository와 Coverage 유지</a:t>
            </a:r>
          </a:p>
        </p:txBody>
      </p:sp>
      <p:sp>
        <p:nvSpPr>
          <p:cNvPr id="253" name="dp45-comparison / n232 / path">
            <a:extLst xmlns:a="http://schemas.openxmlformats.org/drawingml/2006/main">
              <a:ext uri="{FF2B5EF4-FFF2-40B4-BE49-F238E27FC236}">
                <a16:creationId xmlns:a16="http://schemas.microsoft.com/office/drawing/2014/main" id="{3D1B6973-4024-4A5E-BB19-3BC73E88C851}"/>
              </a:ext>
            </a:extLst>
          </p:cNvPr>
          <p:cNvSpPr>
            <a:spLocks xmlns:a="http://schemas.openxmlformats.org/drawingml/2006/main" noGrp="1"/>
          </p:cNvSpPr>
          <p:nvPr/>
        </p:nvSpPr>
        <p:spPr>
          <a:xfrm xmlns:a="http://schemas.openxmlformats.org/drawingml/2006/main">
            <a:off x="14859000" y="684371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54" name="dp45-comparison / n232 / arrow">
            <a:extLst xmlns:a="http://schemas.openxmlformats.org/drawingml/2006/main">
              <a:ext uri="{FF2B5EF4-FFF2-40B4-BE49-F238E27FC236}">
                <a16:creationId xmlns:a16="http://schemas.microsoft.com/office/drawing/2014/main" id="{4206A140-B754-44B0-BC0A-F4CF661D4860}"/>
              </a:ext>
            </a:extLst>
          </p:cNvPr>
          <p:cNvSpPr>
            <a:spLocks xmlns:a="http://schemas.openxmlformats.org/drawingml/2006/main" noGrp="1"/>
          </p:cNvSpPr>
          <p:nvPr/>
        </p:nvSpPr>
        <p:spPr>
          <a:xfrm xmlns:a="http://schemas.openxmlformats.org/drawingml/2006/main">
            <a:off x="15220569" y="68101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55" name="dp45-comparison / n233">
            <a:extLst xmlns:a="http://schemas.openxmlformats.org/drawingml/2006/main">
              <a:ext uri="{FF2B5EF4-FFF2-40B4-BE49-F238E27FC236}">
                <a16:creationId xmlns:a16="http://schemas.microsoft.com/office/drawing/2014/main" id="{ADB9EE68-2BCA-4882-94C7-53FAB82F2802}"/>
              </a:ext>
            </a:extLst>
          </p:cNvPr>
          <p:cNvSpPr>
            <a:spLocks xmlns:a="http://schemas.openxmlformats.org/drawingml/2006/main" noGrp="1"/>
          </p:cNvSpPr>
          <p:nvPr/>
        </p:nvSpPr>
        <p:spPr>
          <a:xfrm xmlns:a="http://schemas.openxmlformats.org/drawingml/2006/main">
            <a:off x="9953625" y="7258050"/>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56" name="dp45-comparison / n234 / text 1">
            <a:extLst xmlns:a="http://schemas.openxmlformats.org/drawingml/2006/main">
              <a:ext uri="{FF2B5EF4-FFF2-40B4-BE49-F238E27FC236}">
                <a16:creationId xmlns:a16="http://schemas.microsoft.com/office/drawing/2014/main" id="{81338FAE-330A-4843-BFD8-37AFDE5611FF}"/>
              </a:ext>
            </a:extLst>
          </p:cNvPr>
          <p:cNvSpPr>
            <a:spLocks xmlns:a="http://schemas.openxmlformats.org/drawingml/2006/main" noGrp="1"/>
          </p:cNvSpPr>
          <p:nvPr/>
        </p:nvSpPr>
        <p:spPr>
          <a:xfrm xmlns:a="http://schemas.openxmlformats.org/drawingml/2006/main">
            <a:off x="10039350" y="7293769"/>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현재 Query1 도착</a:t>
            </a:r>
          </a:p>
        </p:txBody>
      </p:sp>
      <p:sp>
        <p:nvSpPr>
          <p:cNvPr id="257" name="dp45-comparison / n235">
            <a:extLst xmlns:a="http://schemas.openxmlformats.org/drawingml/2006/main">
              <a:ext uri="{FF2B5EF4-FFF2-40B4-BE49-F238E27FC236}">
                <a16:creationId xmlns:a16="http://schemas.microsoft.com/office/drawing/2014/main" id="{3316044F-E899-4B31-A040-3DC82405EE87}"/>
              </a:ext>
            </a:extLst>
          </p:cNvPr>
          <p:cNvSpPr>
            <a:spLocks xmlns:a="http://schemas.openxmlformats.org/drawingml/2006/main" noGrp="1"/>
          </p:cNvSpPr>
          <p:nvPr/>
        </p:nvSpPr>
        <p:spPr>
          <a:xfrm xmlns:a="http://schemas.openxmlformats.org/drawingml/2006/main">
            <a:off x="12620625" y="7258050"/>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58" name="dp45-comparison / n236 / text 1">
            <a:extLst xmlns:a="http://schemas.openxmlformats.org/drawingml/2006/main">
              <a:ext uri="{FF2B5EF4-FFF2-40B4-BE49-F238E27FC236}">
                <a16:creationId xmlns:a16="http://schemas.microsoft.com/office/drawing/2014/main" id="{C88F8816-EBF5-487D-8025-570190860D90}"/>
              </a:ext>
            </a:extLst>
          </p:cNvPr>
          <p:cNvSpPr>
            <a:spLocks xmlns:a="http://schemas.openxmlformats.org/drawingml/2006/main" noGrp="1"/>
          </p:cNvSpPr>
          <p:nvPr/>
        </p:nvSpPr>
        <p:spPr>
          <a:xfrm xmlns:a="http://schemas.openxmlformats.org/drawingml/2006/main">
            <a:off x="12706350" y="7293769"/>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Reader: 게시 관계 읽기</a:t>
            </a:r>
          </a:p>
        </p:txBody>
      </p:sp>
      <p:sp>
        <p:nvSpPr>
          <p:cNvPr id="259" name="dp45-comparison / n237 / path">
            <a:extLst xmlns:a="http://schemas.openxmlformats.org/drawingml/2006/main">
              <a:ext uri="{FF2B5EF4-FFF2-40B4-BE49-F238E27FC236}">
                <a16:creationId xmlns:a16="http://schemas.microsoft.com/office/drawing/2014/main" id="{70BC3753-0DE9-49C4-836E-F32EE275EF50}"/>
              </a:ext>
            </a:extLst>
          </p:cNvPr>
          <p:cNvSpPr>
            <a:spLocks xmlns:a="http://schemas.openxmlformats.org/drawingml/2006/main" noGrp="1"/>
          </p:cNvSpPr>
          <p:nvPr/>
        </p:nvSpPr>
        <p:spPr>
          <a:xfrm xmlns:a="http://schemas.openxmlformats.org/drawingml/2006/main">
            <a:off x="12192000" y="7386638"/>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60" name="dp45-comparison / n237 / arrow">
            <a:extLst xmlns:a="http://schemas.openxmlformats.org/drawingml/2006/main">
              <a:ext uri="{FF2B5EF4-FFF2-40B4-BE49-F238E27FC236}">
                <a16:creationId xmlns:a16="http://schemas.microsoft.com/office/drawing/2014/main" id="{182BB609-691E-494C-ACFF-3AC762D4DA7C}"/>
              </a:ext>
            </a:extLst>
          </p:cNvPr>
          <p:cNvSpPr>
            <a:spLocks xmlns:a="http://schemas.openxmlformats.org/drawingml/2006/main" noGrp="1"/>
          </p:cNvSpPr>
          <p:nvPr/>
        </p:nvSpPr>
        <p:spPr>
          <a:xfrm xmlns:a="http://schemas.openxmlformats.org/drawingml/2006/main">
            <a:off x="12553569" y="735311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61" name="dp45-comparison / n238">
            <a:extLst xmlns:a="http://schemas.openxmlformats.org/drawingml/2006/main">
              <a:ext uri="{FF2B5EF4-FFF2-40B4-BE49-F238E27FC236}">
                <a16:creationId xmlns:a16="http://schemas.microsoft.com/office/drawing/2014/main" id="{5EDE5EEC-F85F-4677-9E39-9399C313B776}"/>
              </a:ext>
            </a:extLst>
          </p:cNvPr>
          <p:cNvSpPr>
            <a:spLocks xmlns:a="http://schemas.openxmlformats.org/drawingml/2006/main" noGrp="1"/>
          </p:cNvSpPr>
          <p:nvPr/>
        </p:nvSpPr>
        <p:spPr>
          <a:xfrm xmlns:a="http://schemas.openxmlformats.org/drawingml/2006/main">
            <a:off x="15287625" y="7258050"/>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62" name="dp45-comparison / n239 / text 1">
            <a:extLst xmlns:a="http://schemas.openxmlformats.org/drawingml/2006/main">
              <a:ext uri="{FF2B5EF4-FFF2-40B4-BE49-F238E27FC236}">
                <a16:creationId xmlns:a16="http://schemas.microsoft.com/office/drawing/2014/main" id="{B64BEDFE-D9E0-4844-9057-C8C7CD2FE7AF}"/>
              </a:ext>
            </a:extLst>
          </p:cNvPr>
          <p:cNvSpPr>
            <a:spLocks xmlns:a="http://schemas.openxmlformats.org/drawingml/2006/main" noGrp="1"/>
          </p:cNvSpPr>
          <p:nvPr/>
        </p:nvSpPr>
        <p:spPr>
          <a:xfrm xmlns:a="http://schemas.openxmlformats.org/drawingml/2006/main">
            <a:off x="15373350" y="7293769"/>
            <a:ext cx="2019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원본 확인 후 Bundle1 반환</a:t>
            </a:r>
          </a:p>
        </p:txBody>
      </p:sp>
      <p:sp>
        <p:nvSpPr>
          <p:cNvPr id="263" name="dp45-comparison / n240 / path">
            <a:extLst xmlns:a="http://schemas.openxmlformats.org/drawingml/2006/main">
              <a:ext uri="{FF2B5EF4-FFF2-40B4-BE49-F238E27FC236}">
                <a16:creationId xmlns:a16="http://schemas.microsoft.com/office/drawing/2014/main" id="{EBDB35FA-C596-433B-9AF5-4899BA92E3B1}"/>
              </a:ext>
            </a:extLst>
          </p:cNvPr>
          <p:cNvSpPr>
            <a:spLocks xmlns:a="http://schemas.openxmlformats.org/drawingml/2006/main" noGrp="1"/>
          </p:cNvSpPr>
          <p:nvPr/>
        </p:nvSpPr>
        <p:spPr>
          <a:xfrm xmlns:a="http://schemas.openxmlformats.org/drawingml/2006/main">
            <a:off x="14859000" y="7386638"/>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64" name="dp45-comparison / n240 / arrow">
            <a:extLst xmlns:a="http://schemas.openxmlformats.org/drawingml/2006/main">
              <a:ext uri="{FF2B5EF4-FFF2-40B4-BE49-F238E27FC236}">
                <a16:creationId xmlns:a16="http://schemas.microsoft.com/office/drawing/2014/main" id="{83248224-6B67-4A77-9300-59A83747CA63}"/>
              </a:ext>
            </a:extLst>
          </p:cNvPr>
          <p:cNvSpPr>
            <a:spLocks xmlns:a="http://schemas.openxmlformats.org/drawingml/2006/main" noGrp="1"/>
          </p:cNvSpPr>
          <p:nvPr/>
        </p:nvSpPr>
        <p:spPr>
          <a:xfrm xmlns:a="http://schemas.openxmlformats.org/drawingml/2006/main">
            <a:off x="15220569" y="735311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65" name="dp45-comparison / n157">
            <a:extLst xmlns:a="http://schemas.openxmlformats.org/drawingml/2006/main">
              <a:ext uri="{FF2B5EF4-FFF2-40B4-BE49-F238E27FC236}">
                <a16:creationId xmlns:a16="http://schemas.microsoft.com/office/drawing/2014/main" id="{6B7AA8B3-5E58-483E-B086-8966EC13CFC1}"/>
              </a:ext>
            </a:extLst>
          </p:cNvPr>
          <p:cNvSpPr>
            <a:spLocks xmlns:a="http://schemas.openxmlformats.org/drawingml/2006/main" noGrp="1"/>
          </p:cNvSpPr>
          <p:nvPr/>
        </p:nvSpPr>
        <p:spPr>
          <a:xfrm xmlns:a="http://schemas.openxmlformats.org/drawingml/2006/main">
            <a:off x="9934575" y="2771775"/>
            <a:ext cx="1980629"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6" name="dp45-comparison / n158 / text 1">
            <a:extLst xmlns:a="http://schemas.openxmlformats.org/drawingml/2006/main">
              <a:ext uri="{FF2B5EF4-FFF2-40B4-BE49-F238E27FC236}">
                <a16:creationId xmlns:a16="http://schemas.microsoft.com/office/drawing/2014/main" id="{19ED1C59-986C-449E-8163-4AA6352A9FF7}"/>
              </a:ext>
            </a:extLst>
          </p:cNvPr>
          <p:cNvSpPr>
            <a:spLocks xmlns:a="http://schemas.openxmlformats.org/drawingml/2006/main" noGrp="1"/>
          </p:cNvSpPr>
          <p:nvPr/>
        </p:nvSpPr>
        <p:spPr>
          <a:xfrm xmlns:a="http://schemas.openxmlformats.org/drawingml/2006/main">
            <a:off x="9953625" y="2781300"/>
            <a:ext cx="266700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Query1: 평가 기준과 과거 결과</a:t>
            </a:r>
          </a:p>
        </p:txBody>
      </p:sp>
      <p:sp>
        <p:nvSpPr>
          <p:cNvPr id="267" name="dp45-comparison / n159">
            <a:extLst xmlns:a="http://schemas.openxmlformats.org/drawingml/2006/main">
              <a:ext uri="{FF2B5EF4-FFF2-40B4-BE49-F238E27FC236}">
                <a16:creationId xmlns:a16="http://schemas.microsoft.com/office/drawing/2014/main" id="{33CA3BBF-708F-4783-9272-479E2239270A}"/>
              </a:ext>
            </a:extLst>
          </p:cNvPr>
          <p:cNvSpPr>
            <a:spLocks xmlns:a="http://schemas.openxmlformats.org/drawingml/2006/main" noGrp="1"/>
          </p:cNvSpPr>
          <p:nvPr/>
        </p:nvSpPr>
        <p:spPr>
          <a:xfrm xmlns:a="http://schemas.openxmlformats.org/drawingml/2006/main">
            <a:off x="12887325" y="2762250"/>
            <a:ext cx="1731264"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8" name="dp45-comparison / n160 / text 1">
            <a:extLst xmlns:a="http://schemas.openxmlformats.org/drawingml/2006/main">
              <a:ext uri="{FF2B5EF4-FFF2-40B4-BE49-F238E27FC236}">
                <a16:creationId xmlns:a16="http://schemas.microsoft.com/office/drawing/2014/main" id="{339E523D-E875-4BC5-AE4C-3C7E9E91436A}"/>
              </a:ext>
            </a:extLst>
          </p:cNvPr>
          <p:cNvSpPr>
            <a:spLocks xmlns:a="http://schemas.openxmlformats.org/drawingml/2006/main" noGrp="1"/>
          </p:cNvSpPr>
          <p:nvPr/>
        </p:nvSpPr>
        <p:spPr>
          <a:xfrm xmlns:a="http://schemas.openxmlformats.org/drawingml/2006/main">
            <a:off x="12906375" y="2771775"/>
            <a:ext cx="204787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설명 원문 / 실제 전달한 범위</a:t>
            </a:r>
          </a:p>
        </p:txBody>
      </p:sp>
      <p:sp>
        <p:nvSpPr>
          <p:cNvPr id="269" name="dp45-comparison / n161">
            <a:extLst xmlns:a="http://schemas.openxmlformats.org/drawingml/2006/main">
              <a:ext uri="{FF2B5EF4-FFF2-40B4-BE49-F238E27FC236}">
                <a16:creationId xmlns:a16="http://schemas.microsoft.com/office/drawing/2014/main" id="{1D05C98C-FEB5-4EA4-B1C2-0809624A6400}"/>
              </a:ext>
            </a:extLst>
          </p:cNvPr>
          <p:cNvSpPr>
            <a:spLocks xmlns:a="http://schemas.openxmlformats.org/drawingml/2006/main" noGrp="1"/>
          </p:cNvSpPr>
          <p:nvPr/>
        </p:nvSpPr>
        <p:spPr>
          <a:xfrm xmlns:a="http://schemas.openxmlformats.org/drawingml/2006/main">
            <a:off x="15411450" y="2762250"/>
            <a:ext cx="1822704"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70" name="dp45-comparison / n162 / text 1">
            <a:extLst xmlns:a="http://schemas.openxmlformats.org/drawingml/2006/main">
              <a:ext uri="{FF2B5EF4-FFF2-40B4-BE49-F238E27FC236}">
                <a16:creationId xmlns:a16="http://schemas.microsoft.com/office/drawing/2014/main" id="{2288C222-1A05-4DE0-BBE8-C44156C188BD}"/>
              </a:ext>
            </a:extLst>
          </p:cNvPr>
          <p:cNvSpPr>
            <a:spLocks xmlns:a="http://schemas.openxmlformats.org/drawingml/2006/main" noGrp="1"/>
          </p:cNvSpPr>
          <p:nvPr/>
        </p:nvSpPr>
        <p:spPr>
          <a:xfrm xmlns:a="http://schemas.openxmlformats.org/drawingml/2006/main">
            <a:off x="15430500" y="2771775"/>
            <a:ext cx="20955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Task1 제품 조사 / Task2 견적</a:t>
            </a:r>
          </a:p>
        </p:txBody>
      </p:sp>
      <p:sp>
        <p:nvSpPr>
          <p:cNvPr id="271" name="dp45-comparison / n163">
            <a:extLst xmlns:a="http://schemas.openxmlformats.org/drawingml/2006/main">
              <a:ext uri="{FF2B5EF4-FFF2-40B4-BE49-F238E27FC236}">
                <a16:creationId xmlns:a16="http://schemas.microsoft.com/office/drawing/2014/main" id="{8E098F75-43F1-4EAF-B51F-8DBC300CCD39}"/>
              </a:ext>
            </a:extLst>
          </p:cNvPr>
          <p:cNvSpPr>
            <a:spLocks xmlns:a="http://schemas.openxmlformats.org/drawingml/2006/main" noGrp="1"/>
          </p:cNvSpPr>
          <p:nvPr/>
        </p:nvSpPr>
        <p:spPr>
          <a:xfrm xmlns:a="http://schemas.openxmlformats.org/drawingml/2006/main">
            <a:off x="12887325" y="2924175"/>
            <a:ext cx="120777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72" name="dp45-comparison / n164 / text 1">
            <a:extLst xmlns:a="http://schemas.openxmlformats.org/drawingml/2006/main">
              <a:ext uri="{FF2B5EF4-FFF2-40B4-BE49-F238E27FC236}">
                <a16:creationId xmlns:a16="http://schemas.microsoft.com/office/drawing/2014/main" id="{F4A72F5A-9E49-44DF-8F36-0B6EE76B156E}"/>
              </a:ext>
            </a:extLst>
          </p:cNvPr>
          <p:cNvSpPr>
            <a:spLocks xmlns:a="http://schemas.openxmlformats.org/drawingml/2006/main" noGrp="1"/>
          </p:cNvSpPr>
          <p:nvPr/>
        </p:nvSpPr>
        <p:spPr>
          <a:xfrm xmlns:a="http://schemas.openxmlformats.org/drawingml/2006/main">
            <a:off x="12906375" y="2933700"/>
            <a:ext cx="204787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“가격이 같은 경우…”</a:t>
            </a:r>
          </a:p>
        </p:txBody>
      </p:sp>
      <p:sp>
        <p:nvSpPr>
          <p:cNvPr id="273" name="dp45-comparison / n165">
            <a:extLst xmlns:a="http://schemas.openxmlformats.org/drawingml/2006/main">
              <a:ext uri="{FF2B5EF4-FFF2-40B4-BE49-F238E27FC236}">
                <a16:creationId xmlns:a16="http://schemas.microsoft.com/office/drawing/2014/main" id="{6895F6A8-918A-4363-BAF4-B735725AE6C1}"/>
              </a:ext>
            </a:extLst>
          </p:cNvPr>
          <p:cNvSpPr>
            <a:spLocks xmlns:a="http://schemas.openxmlformats.org/drawingml/2006/main" noGrp="1"/>
          </p:cNvSpPr>
          <p:nvPr/>
        </p:nvSpPr>
        <p:spPr>
          <a:xfrm xmlns:a="http://schemas.openxmlformats.org/drawingml/2006/main">
            <a:off x="15411450" y="2924175"/>
            <a:ext cx="1731645"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74" name="dp45-comparison / n166 / text 1">
            <a:extLst xmlns:a="http://schemas.openxmlformats.org/drawingml/2006/main">
              <a:ext uri="{FF2B5EF4-FFF2-40B4-BE49-F238E27FC236}">
                <a16:creationId xmlns:a16="http://schemas.microsoft.com/office/drawing/2014/main" id="{198AE5B3-1BA7-4D38-A123-DA7232BDB172}"/>
              </a:ext>
            </a:extLst>
          </p:cNvPr>
          <p:cNvSpPr>
            <a:spLocks xmlns:a="http://schemas.openxmlformats.org/drawingml/2006/main" noGrp="1"/>
          </p:cNvSpPr>
          <p:nvPr/>
        </p:nvSpPr>
        <p:spPr>
          <a:xfrm xmlns:a="http://schemas.openxmlformats.org/drawingml/2006/main">
            <a:off x="15430500" y="2933700"/>
            <a:ext cx="209550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제품 결과 개정 2 / 견적 개정 1</a:t>
            </a:r>
          </a:p>
        </p:txBody>
      </p:sp>
      <p:sp>
        <p:nvSpPr>
          <p:cNvPr id="275" name="dp45-comparison / n183">
            <a:extLst xmlns:a="http://schemas.openxmlformats.org/drawingml/2006/main">
              <a:ext uri="{FF2B5EF4-FFF2-40B4-BE49-F238E27FC236}">
                <a16:creationId xmlns:a16="http://schemas.microsoft.com/office/drawing/2014/main" id="{76D66A59-F505-4110-B461-2DD72EAEB728}"/>
              </a:ext>
            </a:extLst>
          </p:cNvPr>
          <p:cNvSpPr>
            <a:spLocks xmlns:a="http://schemas.openxmlformats.org/drawingml/2006/main" noGrp="1"/>
          </p:cNvSpPr>
          <p:nvPr/>
        </p:nvSpPr>
        <p:spPr>
          <a:xfrm xmlns:a="http://schemas.openxmlformats.org/drawingml/2006/main">
            <a:off x="13744575" y="3362325"/>
            <a:ext cx="2815209"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76" name="dp45-comparison / n184 / text 1">
            <a:extLst xmlns:a="http://schemas.openxmlformats.org/drawingml/2006/main">
              <a:ext uri="{FF2B5EF4-FFF2-40B4-BE49-F238E27FC236}">
                <a16:creationId xmlns:a16="http://schemas.microsoft.com/office/drawing/2014/main" id="{6B68494E-A085-467C-A118-D96C04A4C45B}"/>
              </a:ext>
            </a:extLst>
          </p:cNvPr>
          <p:cNvSpPr>
            <a:spLocks xmlns:a="http://schemas.openxmlformats.org/drawingml/2006/main" noGrp="1"/>
          </p:cNvSpPr>
          <p:nvPr/>
        </p:nvSpPr>
        <p:spPr>
          <a:xfrm xmlns:a="http://schemas.openxmlformats.org/drawingml/2006/main">
            <a:off x="13763625" y="3371850"/>
            <a:ext cx="361950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① 원본 변경 / 생산 / 검증 / 같은 개정 게시</a:t>
            </a:r>
          </a:p>
        </p:txBody>
      </p:sp>
      <p:sp>
        <p:nvSpPr>
          <p:cNvPr id="277" name="dp45-comparison / n187">
            <a:extLst xmlns:a="http://schemas.openxmlformats.org/drawingml/2006/main">
              <a:ext uri="{FF2B5EF4-FFF2-40B4-BE49-F238E27FC236}">
                <a16:creationId xmlns:a16="http://schemas.microsoft.com/office/drawing/2014/main" id="{31ECDC31-53BC-4C9A-852D-1B4052F82702}"/>
              </a:ext>
            </a:extLst>
          </p:cNvPr>
          <p:cNvSpPr>
            <a:spLocks xmlns:a="http://schemas.openxmlformats.org/drawingml/2006/main" noGrp="1"/>
          </p:cNvSpPr>
          <p:nvPr/>
        </p:nvSpPr>
        <p:spPr>
          <a:xfrm xmlns:a="http://schemas.openxmlformats.org/drawingml/2006/main">
            <a:off x="14239875" y="4305300"/>
            <a:ext cx="2952750" cy="942975"/>
          </a:xfrm>
          <a:custGeom xmlns:a="http://schemas.openxmlformats.org/drawingml/2006/main">
            <a:pathLst>
              <a:path w="2952750" h="942975">
                <a:moveTo>
                  <a:pt x="0" y="0"/>
                </a:moveTo>
                <a:lnTo>
                  <a:pt x="2781300" y="0"/>
                </a:lnTo>
                <a:lnTo>
                  <a:pt x="2952750" y="171450"/>
                </a:lnTo>
                <a:lnTo>
                  <a:pt x="2952750" y="942975"/>
                </a:lnTo>
                <a:lnTo>
                  <a:pt x="0" y="942975"/>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278" name="dp45-comparison / n187 / fold">
            <a:extLst xmlns:a="http://schemas.openxmlformats.org/drawingml/2006/main">
              <a:ext uri="{FF2B5EF4-FFF2-40B4-BE49-F238E27FC236}">
                <a16:creationId xmlns:a16="http://schemas.microsoft.com/office/drawing/2014/main" id="{27494741-A52C-4A48-87D3-015440562D67}"/>
              </a:ext>
            </a:extLst>
          </p:cNvPr>
          <p:cNvSpPr>
            <a:spLocks xmlns:a="http://schemas.openxmlformats.org/drawingml/2006/main" noGrp="1"/>
          </p:cNvSpPr>
          <p:nvPr/>
        </p:nvSpPr>
        <p:spPr>
          <a:xfrm xmlns:a="http://schemas.openxmlformats.org/drawingml/2006/main">
            <a:off x="17021175" y="430530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279" name="dp45-comparison / n188 / text 1">
            <a:extLst xmlns:a="http://schemas.openxmlformats.org/drawingml/2006/main">
              <a:ext uri="{FF2B5EF4-FFF2-40B4-BE49-F238E27FC236}">
                <a16:creationId xmlns:a16="http://schemas.microsoft.com/office/drawing/2014/main" id="{A6495DE3-9389-40BE-B610-9BBB6642943F}"/>
              </a:ext>
            </a:extLst>
          </p:cNvPr>
          <p:cNvSpPr>
            <a:spLocks xmlns:a="http://schemas.openxmlformats.org/drawingml/2006/main" noGrp="1"/>
          </p:cNvSpPr>
          <p:nvPr/>
        </p:nvSpPr>
        <p:spPr>
          <a:xfrm xmlns:a="http://schemas.openxmlformats.org/drawingml/2006/main">
            <a:off x="14335125" y="4362450"/>
            <a:ext cx="2686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Memory1 / relation_kind:EXPLAINS_ITEM</a:t>
            </a:r>
          </a:p>
        </p:txBody>
      </p:sp>
      <p:sp>
        <p:nvSpPr>
          <p:cNvPr id="280" name="dp45-comparison / n188 / text 2">
            <a:extLst xmlns:a="http://schemas.openxmlformats.org/drawingml/2006/main">
              <a:ext uri="{FF2B5EF4-FFF2-40B4-BE49-F238E27FC236}">
                <a16:creationId xmlns:a16="http://schemas.microsoft.com/office/drawing/2014/main" id="{8977BD77-24A0-4027-B785-77C03CC4FCF3}"/>
              </a:ext>
            </a:extLst>
          </p:cNvPr>
          <p:cNvSpPr>
            <a:spLocks xmlns:a="http://schemas.openxmlformats.org/drawingml/2006/main" noGrp="1"/>
          </p:cNvSpPr>
          <p:nvPr/>
        </p:nvSpPr>
        <p:spPr>
          <a:xfrm xmlns:a="http://schemas.openxmlformats.org/drawingml/2006/main">
            <a:off x="14335125" y="4482465"/>
            <a:ext cx="2686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from/to: 실제 전달 → 설명 원문</a:t>
            </a:r>
          </a:p>
        </p:txBody>
      </p:sp>
      <p:sp>
        <p:nvSpPr>
          <p:cNvPr id="281" name="dp45-comparison / n188 / text 3">
            <a:extLst xmlns:a="http://schemas.openxmlformats.org/drawingml/2006/main">
              <a:ext uri="{FF2B5EF4-FFF2-40B4-BE49-F238E27FC236}">
                <a16:creationId xmlns:a16="http://schemas.microsoft.com/office/drawing/2014/main" id="{656A5BC8-605D-4CC7-BE8C-771A52C01457}"/>
              </a:ext>
            </a:extLst>
          </p:cNvPr>
          <p:cNvSpPr>
            <a:spLocks xmlns:a="http://schemas.openxmlformats.org/drawingml/2006/main" noGrp="1"/>
          </p:cNvSpPr>
          <p:nvPr/>
        </p:nvSpPr>
        <p:spPr>
          <a:xfrm xmlns:a="http://schemas.openxmlformats.org/drawingml/2006/main">
            <a:off x="14335125" y="4602480"/>
            <a:ext cx="2686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value: “가격이 같은 경우 유지보수 기간을</a:t>
            </a:r>
          </a:p>
        </p:txBody>
      </p:sp>
      <p:sp>
        <p:nvSpPr>
          <p:cNvPr id="282" name="dp45-comparison / n188 / text 4">
            <a:extLst xmlns:a="http://schemas.openxmlformats.org/drawingml/2006/main">
              <a:ext uri="{FF2B5EF4-FFF2-40B4-BE49-F238E27FC236}">
                <a16:creationId xmlns:a16="http://schemas.microsoft.com/office/drawing/2014/main" id="{6C679D1D-1A92-4590-B933-9737A3FF15F0}"/>
              </a:ext>
            </a:extLst>
          </p:cNvPr>
          <p:cNvSpPr>
            <a:spLocks xmlns:a="http://schemas.openxmlformats.org/drawingml/2006/main" noGrp="1"/>
          </p:cNvSpPr>
          <p:nvPr/>
        </p:nvSpPr>
        <p:spPr>
          <a:xfrm xmlns:a="http://schemas.openxmlformats.org/drawingml/2006/main">
            <a:off x="14335125" y="4722495"/>
            <a:ext cx="2686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  우선합니다.” / MODEL_DERIVED</a:t>
            </a:r>
          </a:p>
        </p:txBody>
      </p:sp>
      <p:sp>
        <p:nvSpPr>
          <p:cNvPr id="283" name="dp45-comparison / n188 / text 5">
            <a:extLst xmlns:a="http://schemas.openxmlformats.org/drawingml/2006/main">
              <a:ext uri="{FF2B5EF4-FFF2-40B4-BE49-F238E27FC236}">
                <a16:creationId xmlns:a16="http://schemas.microsoft.com/office/drawing/2014/main" id="{A4A70E82-BD42-4615-B86F-33DC165B1585}"/>
              </a:ext>
            </a:extLst>
          </p:cNvPr>
          <p:cNvSpPr>
            <a:spLocks xmlns:a="http://schemas.openxmlformats.org/drawingml/2006/main" noGrp="1"/>
          </p:cNvSpPr>
          <p:nvPr/>
        </p:nvSpPr>
        <p:spPr>
          <a:xfrm xmlns:a="http://schemas.openxmlformats.org/drawingml/2006/main">
            <a:off x="14335125" y="4842510"/>
            <a:ext cx="2686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HAS_RESULT: 제품 Task → 제품 결과 / EXPLICIT</a:t>
            </a:r>
          </a:p>
        </p:txBody>
      </p:sp>
      <p:sp>
        <p:nvSpPr>
          <p:cNvPr id="284" name="dp45-comparison / n188 / text 6">
            <a:extLst xmlns:a="http://schemas.openxmlformats.org/drawingml/2006/main">
              <a:ext uri="{FF2B5EF4-FFF2-40B4-BE49-F238E27FC236}">
                <a16:creationId xmlns:a16="http://schemas.microsoft.com/office/drawing/2014/main" id="{5FDD3F84-5F8A-4879-8FC7-2230D489E7DE}"/>
              </a:ext>
            </a:extLst>
          </p:cNvPr>
          <p:cNvSpPr>
            <a:spLocks xmlns:a="http://schemas.openxmlformats.org/drawingml/2006/main" noGrp="1"/>
          </p:cNvSpPr>
          <p:nvPr/>
        </p:nvSpPr>
        <p:spPr>
          <a:xfrm xmlns:a="http://schemas.openxmlformats.org/drawingml/2006/main">
            <a:off x="14335125" y="4962525"/>
            <a:ext cx="2686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HAS_RESULT: 견적 Task → 견적 결과 / EXPLICIT</a:t>
            </a:r>
          </a:p>
        </p:txBody>
      </p:sp>
      <p:sp>
        <p:nvSpPr>
          <p:cNvPr id="285" name="dp45-comparison / n188 / text 7">
            <a:extLst xmlns:a="http://schemas.openxmlformats.org/drawingml/2006/main">
              <a:ext uri="{FF2B5EF4-FFF2-40B4-BE49-F238E27FC236}">
                <a16:creationId xmlns:a16="http://schemas.microsoft.com/office/drawing/2014/main" id="{175BF28E-E4E2-4506-944E-FE2D642AF1C9}"/>
              </a:ext>
            </a:extLst>
          </p:cNvPr>
          <p:cNvSpPr>
            <a:spLocks xmlns:a="http://schemas.openxmlformats.org/drawingml/2006/main" noGrp="1"/>
          </p:cNvSpPr>
          <p:nvPr/>
        </p:nvSpPr>
        <p:spPr>
          <a:xfrm xmlns:a="http://schemas.openxmlformats.org/drawingml/2006/main">
            <a:off x="14335125" y="5082540"/>
            <a:ext cx="2686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source_spans / dependency_vector / 개정</a:t>
            </a:r>
          </a:p>
        </p:txBody>
      </p:sp>
      <p:sp>
        <p:nvSpPr>
          <p:cNvPr id="286" name="dp45-comparison / n194">
            <a:extLst xmlns:a="http://schemas.openxmlformats.org/drawingml/2006/main">
              <a:ext uri="{FF2B5EF4-FFF2-40B4-BE49-F238E27FC236}">
                <a16:creationId xmlns:a16="http://schemas.microsoft.com/office/drawing/2014/main" id="{4AFE8E12-0D9F-4B45-B071-3F974DF6D24F}"/>
              </a:ext>
            </a:extLst>
          </p:cNvPr>
          <p:cNvSpPr>
            <a:spLocks xmlns:a="http://schemas.openxmlformats.org/drawingml/2006/main" noGrp="1"/>
          </p:cNvSpPr>
          <p:nvPr/>
        </p:nvSpPr>
        <p:spPr>
          <a:xfrm xmlns:a="http://schemas.openxmlformats.org/drawingml/2006/main">
            <a:off x="10220325" y="4314825"/>
            <a:ext cx="1886712"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87" name="dp45-comparison / n195 / text 1">
            <a:extLst xmlns:a="http://schemas.openxmlformats.org/drawingml/2006/main">
              <a:ext uri="{FF2B5EF4-FFF2-40B4-BE49-F238E27FC236}">
                <a16:creationId xmlns:a16="http://schemas.microsoft.com/office/drawing/2014/main" id="{0EE020F7-2209-4D3F-9FF3-ACB9B29D2CBA}"/>
              </a:ext>
            </a:extLst>
          </p:cNvPr>
          <p:cNvSpPr>
            <a:spLocks xmlns:a="http://schemas.openxmlformats.org/drawingml/2006/main" noGrp="1"/>
          </p:cNvSpPr>
          <p:nvPr/>
        </p:nvSpPr>
        <p:spPr>
          <a:xfrm xmlns:a="http://schemas.openxmlformats.org/drawingml/2006/main">
            <a:off x="10239375" y="4324350"/>
            <a:ext cx="26193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NOT_COVERED: 지원 범위 생산 요청</a:t>
            </a:r>
          </a:p>
        </p:txBody>
      </p:sp>
      <p:sp>
        <p:nvSpPr>
          <p:cNvPr id="288" name="dp45-comparison / n196">
            <a:extLst xmlns:a="http://schemas.openxmlformats.org/drawingml/2006/main">
              <a:ext uri="{FF2B5EF4-FFF2-40B4-BE49-F238E27FC236}">
                <a16:creationId xmlns:a16="http://schemas.microsoft.com/office/drawing/2014/main" id="{9C03684A-B22B-4024-86C9-C39AF1A3180B}"/>
              </a:ext>
            </a:extLst>
          </p:cNvPr>
          <p:cNvSpPr>
            <a:spLocks xmlns:a="http://schemas.openxmlformats.org/drawingml/2006/main" noGrp="1"/>
          </p:cNvSpPr>
          <p:nvPr/>
        </p:nvSpPr>
        <p:spPr>
          <a:xfrm xmlns:a="http://schemas.openxmlformats.org/drawingml/2006/main">
            <a:off x="10220325" y="4533900"/>
            <a:ext cx="2272284"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89" name="dp45-comparison / n197 / text 1">
            <a:extLst xmlns:a="http://schemas.openxmlformats.org/drawingml/2006/main">
              <a:ext uri="{FF2B5EF4-FFF2-40B4-BE49-F238E27FC236}">
                <a16:creationId xmlns:a16="http://schemas.microsoft.com/office/drawing/2014/main" id="{426CDD62-6CDA-48BC-8F57-A34A38DA8F49}"/>
              </a:ext>
            </a:extLst>
          </p:cNvPr>
          <p:cNvSpPr>
            <a:spLocks xmlns:a="http://schemas.openxmlformats.org/drawingml/2006/main" noGrp="1"/>
          </p:cNvSpPr>
          <p:nvPr/>
        </p:nvSpPr>
        <p:spPr>
          <a:xfrm xmlns:a="http://schemas.openxmlformats.org/drawingml/2006/main">
            <a:off x="10239375" y="4543425"/>
            <a:ext cx="26193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게시 개정 반환 후 Reader가 저장소 재조회</a:t>
            </a:r>
          </a:p>
        </p:txBody>
      </p:sp>
      <p:sp>
        <p:nvSpPr>
          <p:cNvPr id="290" name="dp45-comparison / n198">
            <a:extLst xmlns:a="http://schemas.openxmlformats.org/drawingml/2006/main">
              <a:ext uri="{FF2B5EF4-FFF2-40B4-BE49-F238E27FC236}">
                <a16:creationId xmlns:a16="http://schemas.microsoft.com/office/drawing/2014/main" id="{CA27AEFC-D458-49F0-A167-2DE10597F4CA}"/>
              </a:ext>
            </a:extLst>
          </p:cNvPr>
          <p:cNvSpPr>
            <a:spLocks xmlns:a="http://schemas.openxmlformats.org/drawingml/2006/main" noGrp="1"/>
          </p:cNvSpPr>
          <p:nvPr/>
        </p:nvSpPr>
        <p:spPr>
          <a:xfrm xmlns:a="http://schemas.openxmlformats.org/drawingml/2006/main">
            <a:off x="10125075" y="5686425"/>
            <a:ext cx="2991041"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91" name="dp45-comparison / n199 / text 1">
            <a:extLst xmlns:a="http://schemas.openxmlformats.org/drawingml/2006/main">
              <a:ext uri="{FF2B5EF4-FFF2-40B4-BE49-F238E27FC236}">
                <a16:creationId xmlns:a16="http://schemas.microsoft.com/office/drawing/2014/main" id="{1A891CA5-C8B1-4AFA-8D3D-EE852FAD4E25}"/>
              </a:ext>
            </a:extLst>
          </p:cNvPr>
          <p:cNvSpPr>
            <a:spLocks xmlns:a="http://schemas.openxmlformats.org/drawingml/2006/main" noGrp="1"/>
          </p:cNvSpPr>
          <p:nvPr/>
        </p:nvSpPr>
        <p:spPr>
          <a:xfrm xmlns:a="http://schemas.openxmlformats.org/drawingml/2006/main">
            <a:off x="10144125" y="5695950"/>
            <a:ext cx="37147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지원 밖 관계: UNSUPPORTED_RELATION / 반복 생산 없음</a:t>
            </a:r>
          </a:p>
        </p:txBody>
      </p:sp>
      <p:sp>
        <p:nvSpPr>
          <p:cNvPr id="292" name="dp45-comparison / n200">
            <a:extLst xmlns:a="http://schemas.openxmlformats.org/drawingml/2006/main">
              <a:ext uri="{FF2B5EF4-FFF2-40B4-BE49-F238E27FC236}">
                <a16:creationId xmlns:a16="http://schemas.microsoft.com/office/drawing/2014/main" id="{C3D32650-B77E-4EC7-8DC9-10C7C9211545}"/>
              </a:ext>
            </a:extLst>
          </p:cNvPr>
          <p:cNvSpPr>
            <a:spLocks xmlns:a="http://schemas.openxmlformats.org/drawingml/2006/main" noGrp="1"/>
          </p:cNvSpPr>
          <p:nvPr/>
        </p:nvSpPr>
        <p:spPr>
          <a:xfrm xmlns:a="http://schemas.openxmlformats.org/drawingml/2006/main">
            <a:off x="14220825" y="5800725"/>
            <a:ext cx="2177987"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93" name="dp45-comparison / n201 / text 1">
            <a:extLst xmlns:a="http://schemas.openxmlformats.org/drawingml/2006/main">
              <a:ext uri="{FF2B5EF4-FFF2-40B4-BE49-F238E27FC236}">
                <a16:creationId xmlns:a16="http://schemas.microsoft.com/office/drawing/2014/main" id="{3DF01EB6-C905-4BA7-8AF9-8E1E653C87C6}"/>
              </a:ext>
            </a:extLst>
          </p:cNvPr>
          <p:cNvSpPr>
            <a:spLocks xmlns:a="http://schemas.openxmlformats.org/drawingml/2006/main" noGrp="1"/>
          </p:cNvSpPr>
          <p:nvPr/>
        </p:nvSpPr>
        <p:spPr>
          <a:xfrm xmlns:a="http://schemas.openxmlformats.org/drawingml/2006/main">
            <a:off x="14239875" y="5810250"/>
            <a:ext cx="29527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예외 문구만 생산 / 나머지 기준은 미생산</a:t>
            </a:r>
          </a:p>
        </p:txBody>
      </p:sp>
      <p:sp>
        <p:nvSpPr>
          <p:cNvPr id="294" name="dp45-comparison / n206">
            <a:extLst xmlns:a="http://schemas.openxmlformats.org/drawingml/2006/main">
              <a:ext uri="{FF2B5EF4-FFF2-40B4-BE49-F238E27FC236}">
                <a16:creationId xmlns:a16="http://schemas.microsoft.com/office/drawing/2014/main" id="{EE3730EB-D56C-4CAC-9B80-F95E88E568CC}"/>
              </a:ext>
            </a:extLst>
          </p:cNvPr>
          <p:cNvSpPr>
            <a:spLocks xmlns:a="http://schemas.openxmlformats.org/drawingml/2006/main" noGrp="1"/>
          </p:cNvSpPr>
          <p:nvPr/>
        </p:nvSpPr>
        <p:spPr>
          <a:xfrm xmlns:a="http://schemas.openxmlformats.org/drawingml/2006/main">
            <a:off x="10125075" y="5819775"/>
            <a:ext cx="2045970"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95" name="dp45-comparison / n207 / text 1">
            <a:extLst xmlns:a="http://schemas.openxmlformats.org/drawingml/2006/main">
              <a:ext uri="{FF2B5EF4-FFF2-40B4-BE49-F238E27FC236}">
                <a16:creationId xmlns:a16="http://schemas.microsoft.com/office/drawing/2014/main" id="{789052CA-85CC-44FA-83F1-DFDD0F5EE20A}"/>
              </a:ext>
            </a:extLst>
          </p:cNvPr>
          <p:cNvSpPr>
            <a:spLocks xmlns:a="http://schemas.openxmlformats.org/drawingml/2006/main" noGrp="1"/>
          </p:cNvSpPr>
          <p:nvPr/>
        </p:nvSpPr>
        <p:spPr>
          <a:xfrm xmlns:a="http://schemas.openxmlformats.org/drawingml/2006/main">
            <a:off x="10144125" y="5829300"/>
            <a:ext cx="33337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현재 개정과 요청한 원문은 owner 확인</a:t>
            </a:r>
          </a:p>
        </p:txBody>
      </p:sp>
      <p:sp>
        <p:nvSpPr>
          <p:cNvPr id="296" name="dp45-comparison / n210">
            <a:extLst xmlns:a="http://schemas.openxmlformats.org/drawingml/2006/main">
              <a:ext uri="{FF2B5EF4-FFF2-40B4-BE49-F238E27FC236}">
                <a16:creationId xmlns:a16="http://schemas.microsoft.com/office/drawing/2014/main" id="{2EC72412-3915-43BF-8D5A-B41119D8C6A2}"/>
              </a:ext>
            </a:extLst>
          </p:cNvPr>
          <p:cNvSpPr>
            <a:spLocks xmlns:a="http://schemas.openxmlformats.org/drawingml/2006/main" noGrp="1"/>
          </p:cNvSpPr>
          <p:nvPr/>
        </p:nvSpPr>
        <p:spPr>
          <a:xfrm xmlns:a="http://schemas.openxmlformats.org/drawingml/2006/main">
            <a:off x="10125075" y="5029200"/>
            <a:ext cx="2379345"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97" name="dp45-comparison / n211 / text 1">
            <a:extLst xmlns:a="http://schemas.openxmlformats.org/drawingml/2006/main">
              <a:ext uri="{FF2B5EF4-FFF2-40B4-BE49-F238E27FC236}">
                <a16:creationId xmlns:a16="http://schemas.microsoft.com/office/drawing/2014/main" id="{B42E108A-3966-4494-AB7A-B416EBE752C3}"/>
              </a:ext>
            </a:extLst>
          </p:cNvPr>
          <p:cNvSpPr>
            <a:spLocks xmlns:a="http://schemas.openxmlformats.org/drawingml/2006/main" noGrp="1"/>
          </p:cNvSpPr>
          <p:nvPr/>
        </p:nvSpPr>
        <p:spPr>
          <a:xfrm xmlns:a="http://schemas.openxmlformats.org/drawingml/2006/main">
            <a:off x="10144125" y="5038725"/>
            <a:ext cx="285750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② 현재 Query1 / Reader로 별도 시작</a:t>
            </a:r>
          </a:p>
        </p:txBody>
      </p:sp>
      <p:sp>
        <p:nvSpPr>
          <p:cNvPr id="298" name="dp45-comparison / n220">
            <a:extLst xmlns:a="http://schemas.openxmlformats.org/drawingml/2006/main">
              <a:ext uri="{FF2B5EF4-FFF2-40B4-BE49-F238E27FC236}">
                <a16:creationId xmlns:a16="http://schemas.microsoft.com/office/drawing/2014/main" id="{856D43CA-D870-4288-BED4-4F7F144F2C30}"/>
              </a:ext>
            </a:extLst>
          </p:cNvPr>
          <p:cNvSpPr>
            <a:spLocks xmlns:a="http://schemas.openxmlformats.org/drawingml/2006/main" noGrp="1"/>
          </p:cNvSpPr>
          <p:nvPr/>
        </p:nvSpPr>
        <p:spPr>
          <a:xfrm xmlns:a="http://schemas.openxmlformats.org/drawingml/2006/main">
            <a:off x="12934950" y="6057900"/>
            <a:ext cx="1306258"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99" name="dp45-comparison / n221 / text 1">
            <a:extLst xmlns:a="http://schemas.openxmlformats.org/drawingml/2006/main">
              <a:ext uri="{FF2B5EF4-FFF2-40B4-BE49-F238E27FC236}">
                <a16:creationId xmlns:a16="http://schemas.microsoft.com/office/drawing/2014/main" id="{17E00372-F493-454F-A18B-273869D99DAE}"/>
              </a:ext>
            </a:extLst>
          </p:cNvPr>
          <p:cNvSpPr>
            <a:spLocks xmlns:a="http://schemas.openxmlformats.org/drawingml/2006/main" noGrp="1"/>
          </p:cNvSpPr>
          <p:nvPr/>
        </p:nvSpPr>
        <p:spPr>
          <a:xfrm xmlns:a="http://schemas.openxmlformats.org/drawingml/2006/main">
            <a:off x="12954000" y="6067425"/>
            <a:ext cx="15716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필요한 과거 의미만 가공</a:t>
            </a:r>
          </a:p>
        </p:txBody>
      </p:sp>
      <p:sp>
        <p:nvSpPr>
          <p:cNvPr id="300" name="dp45-comparison / n223">
            <a:extLst xmlns:a="http://schemas.openxmlformats.org/drawingml/2006/main">
              <a:ext uri="{FF2B5EF4-FFF2-40B4-BE49-F238E27FC236}">
                <a16:creationId xmlns:a16="http://schemas.microsoft.com/office/drawing/2014/main" id="{6F520FE8-BF3D-428C-8928-5CE1EE1D7DF5}"/>
              </a:ext>
            </a:extLst>
          </p:cNvPr>
          <p:cNvSpPr>
            <a:spLocks xmlns:a="http://schemas.openxmlformats.org/drawingml/2006/main" noGrp="1"/>
          </p:cNvSpPr>
          <p:nvPr/>
        </p:nvSpPr>
        <p:spPr>
          <a:xfrm xmlns:a="http://schemas.openxmlformats.org/drawingml/2006/main">
            <a:off x="9934575" y="6477000"/>
            <a:ext cx="2484501"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01" name="dp45-comparison / n224 / text 1">
            <a:extLst xmlns:a="http://schemas.openxmlformats.org/drawingml/2006/main">
              <a:ext uri="{FF2B5EF4-FFF2-40B4-BE49-F238E27FC236}">
                <a16:creationId xmlns:a16="http://schemas.microsoft.com/office/drawing/2014/main" id="{319C599B-C959-4B81-870B-DB95C2429F8A}"/>
              </a:ext>
            </a:extLst>
          </p:cNvPr>
          <p:cNvSpPr>
            <a:spLocks xmlns:a="http://schemas.openxmlformats.org/drawingml/2006/main" noGrp="1"/>
          </p:cNvSpPr>
          <p:nvPr/>
        </p:nvSpPr>
        <p:spPr>
          <a:xfrm xmlns:a="http://schemas.openxmlformats.org/drawingml/2006/main">
            <a:off x="9953625" y="6486525"/>
            <a:ext cx="75247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실행 순서도 / 생산 시점과 조회 경로</a:t>
            </a:r>
          </a:p>
        </p:txBody>
      </p:sp>
      <p:sp>
        <p:nvSpPr>
          <p:cNvPr id="302" name="dp45-comparison / n241">
            <a:extLst xmlns:a="http://schemas.openxmlformats.org/drawingml/2006/main">
              <a:ext uri="{FF2B5EF4-FFF2-40B4-BE49-F238E27FC236}">
                <a16:creationId xmlns:a16="http://schemas.microsoft.com/office/drawing/2014/main" id="{B39BE0BE-1814-470D-9520-A6604DAFD30E}"/>
              </a:ext>
            </a:extLst>
          </p:cNvPr>
          <p:cNvSpPr>
            <a:spLocks xmlns:a="http://schemas.openxmlformats.org/drawingml/2006/main" noGrp="1"/>
          </p:cNvSpPr>
          <p:nvPr/>
        </p:nvSpPr>
        <p:spPr>
          <a:xfrm xmlns:a="http://schemas.openxmlformats.org/drawingml/2006/main">
            <a:off x="9934575" y="7058025"/>
            <a:ext cx="5272278"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03" name="dp45-comparison / n242 / text 1">
            <a:extLst xmlns:a="http://schemas.openxmlformats.org/drawingml/2006/main">
              <a:ext uri="{FF2B5EF4-FFF2-40B4-BE49-F238E27FC236}">
                <a16:creationId xmlns:a16="http://schemas.microsoft.com/office/drawing/2014/main" id="{2D94C4D2-E5E6-49B0-ADC4-E9E181D02AC2}"/>
              </a:ext>
            </a:extLst>
          </p:cNvPr>
          <p:cNvSpPr>
            <a:spLocks xmlns:a="http://schemas.openxmlformats.org/drawingml/2006/main" noGrp="1"/>
          </p:cNvSpPr>
          <p:nvPr/>
        </p:nvSpPr>
        <p:spPr>
          <a:xfrm xmlns:a="http://schemas.openxmlformats.org/drawingml/2006/main">
            <a:off x="9953625" y="7067550"/>
            <a:ext cx="75247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미생산 지원 범위: Publisher 게시 뒤 Reader 재조회 / 현재 Request 정답은 저장하지 않음</a:t>
            </a:r>
          </a:p>
        </p:txBody>
      </p:sp>
    </p:spTree>
    <p:extLst>
      <p:ext uri="{BB962C8B-B14F-4D97-AF65-F5344CB8AC3E}">
        <p14:creationId xmlns:p14="http://schemas.microsoft.com/office/powerpoint/2010/main" val="582865921"/>
      </p:ext>
    </p:extLst>
  </p:cSld>
</p:sld>
</file>

<file path=ppt/slides/slide11.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p:grpSpPr>
      <p:sp>
        <p:nvSpPr>
          <p:cNvPr id="39" name="via-v2-responsibilities / title / 1">
            <a:extLst>
              <a:ext uri="{FF2B5EF4-FFF2-40B4-BE49-F238E27FC236}">
                <ns2:creationId id="{124AFF3E-1658-4E04-8AFD-0F4B9BB8BC30}"/>
              </a:ext>
            </a:extLst>
          </p:cNvPr>
          <p:cNvSpPr>
            <a:spLocks noGrp="1"/>
          </p:cNvSpPr>
          <p:nvPr/>
        </p:nvSpPr>
        <p:spPr>
          <a:xfrm>
            <a:off x="666750" y="495300"/>
            <a:ext cx="17049750" cy="630079"/>
          </a:xfrm>
          <a:prstGeom prst="rect">
            <a:avLst/>
          </a:prstGeom>
          <a:noFill/>
          <a:ln w="0">
            <a:noFill/>
          </a:ln>
        </p:spPr>
        <p:txBody>
          <a:bodyPr wrap="none" lIns="0" tIns="0" rIns="0" bIns="0" anchor="t">
            <a:noAutofit/>
          </a:bodyPr>
          <a:lstStyle/>
          <a:p>
            <a:pPr algn="l">
              <a:defRPr sz="3675" b="1">
                <a:solidFill>
                  <a:srgbClr val="202B30"/>
                </a:solidFill>
                <a:latin typeface="Apple SD Gothic Neo"/>
                <a:ea typeface="Apple SD Gothic Neo"/>
                <a:cs typeface="Apple SD Gothic Neo"/>
              </a:defRPr>
            </a:pPr>
            <a:r>
              <a:rPr sz="3675" b="1">
                <a:solidFill>
                  <a:srgbClr val="202B30"/>
                </a:solidFill>
                <a:latin typeface="Apple SD Gothic Neo"/>
                <a:ea typeface="Apple SD Gothic Neo"/>
                <a:cs typeface="Apple SD Gothic Neo"/>
              </a:rPr>
              <a:t>사용자의 요청을 이해해 업무를 위임하고,</a:t>
            </a:r>
          </a:p>
        </p:txBody>
      </p:sp>
      <p:sp>
        <p:nvSpPr>
          <p:cNvPr id="2" name="via-v2-responsibilities / title / 2">
            <a:extLst>
              <a:ext uri="{FF2B5EF4-FFF2-40B4-BE49-F238E27FC236}">
                <ns2:creationId id="{F8DA2694-522B-4449-9D12-FD105AF07FF5}"/>
              </a:ext>
            </a:extLst>
          </p:cNvPr>
          <p:cNvSpPr>
            <a:spLocks noGrp="1"/>
          </p:cNvSpPr>
          <p:nvPr/>
        </p:nvSpPr>
        <p:spPr>
          <a:xfrm>
            <a:off x="666750" y="1078706"/>
            <a:ext cx="17049750" cy="630079"/>
          </a:xfrm>
          <a:prstGeom prst="rect">
            <a:avLst/>
          </a:prstGeom>
          <a:noFill/>
          <a:ln w="0">
            <a:noFill/>
          </a:ln>
        </p:spPr>
        <p:txBody>
          <a:bodyPr wrap="none" lIns="0" tIns="0" rIns="0" bIns="0" anchor="t">
            <a:noAutofit/>
          </a:bodyPr>
          <a:lstStyle/>
          <a:p>
            <a:pPr algn="l">
              <a:defRPr sz="3675" b="1">
                <a:solidFill>
                  <a:srgbClr val="202B30"/>
                </a:solidFill>
                <a:latin typeface="Apple SD Gothic Neo"/>
                <a:ea typeface="Apple SD Gothic Neo"/>
                <a:cs typeface="Apple SD Gothic Neo"/>
              </a:defRPr>
            </a:pPr>
            <a:r>
              <a:rPr sz="3675" b="1">
                <a:solidFill>
                  <a:srgbClr val="202B30"/>
                </a:solidFill>
                <a:latin typeface="Apple SD Gothic Neo"/>
                <a:ea typeface="Apple SD Gothic Neo"/>
                <a:cs typeface="Apple SD Gothic Neo"/>
              </a:rPr>
              <a:t>입력부터 응답까지 사용자와의 대화를 관리하는 VIA</a:t>
            </a:r>
          </a:p>
        </p:txBody>
      </p:sp>
      <p:sp>
        <p:nvSpPr>
          <p:cNvPr id="3" name="via-v2-responsibilities / request / 1">
            <a:extLst>
              <a:ext uri="{FF2B5EF4-FFF2-40B4-BE49-F238E27FC236}">
                <ns2:creationId id="{85FB4578-D750-4F8D-BA00-641A7CA68189}"/>
              </a:ext>
            </a:extLst>
          </p:cNvPr>
          <p:cNvSpPr>
            <a:spLocks noGrp="1"/>
          </p:cNvSpPr>
          <p:nvPr/>
        </p:nvSpPr>
        <p:spPr>
          <a:xfrm>
            <a:off x="904875" y="1962150"/>
            <a:ext cx="16573500" cy="475774"/>
          </a:xfrm>
          <a:prstGeom prst="rect">
            <a:avLst/>
          </a:prstGeom>
          <a:noFill/>
          <a:ln w="0">
            <a:noFill/>
          </a:ln>
        </p:spPr>
        <p:txBody>
          <a:bodyPr wrap="none" lIns="0" tIns="0" rIns="0" bIns="0" anchor="t">
            <a:noAutofit/>
          </a:bodyPr>
          <a:lstStyle/>
          <a:p>
            <a:pPr algn="l">
              <a:defRPr sz="2775" b="1">
                <a:solidFill>
                  <a:srgbClr val="397C80"/>
                </a:solidFill>
                <a:latin typeface="Apple SD Gothic Neo"/>
                <a:ea typeface="Apple SD Gothic Neo"/>
                <a:cs typeface="Apple SD Gothic Neo"/>
              </a:defRPr>
            </a:pPr>
            <a:r>
              <a:rPr sz="2775" b="1">
                <a:solidFill>
                  <a:srgbClr val="397C80"/>
                </a:solidFill>
                <a:latin typeface="Apple SD Gothic Neo"/>
                <a:ea typeface="Apple SD Gothic Neo"/>
                <a:cs typeface="Apple SD Gothic Neo"/>
              </a:rPr>
              <a:t>“이 표와 지난달 매출보고서를 바탕으로</a:t>
            </a:r>
          </a:p>
        </p:txBody>
      </p:sp>
      <p:sp>
        <p:nvSpPr>
          <p:cNvPr id="4" name="via-v2-responsibilities / request / 2">
            <a:extLst>
              <a:ext uri="{FF2B5EF4-FFF2-40B4-BE49-F238E27FC236}">
                <ns2:creationId id="{5597778F-3398-413D-8753-4AFB0EC52922}"/>
              </a:ext>
            </a:extLst>
          </p:cNvPr>
          <p:cNvSpPr>
            <a:spLocks noGrp="1"/>
          </p:cNvSpPr>
          <p:nvPr/>
        </p:nvSpPr>
        <p:spPr>
          <a:xfrm>
            <a:off x="904875" y="2402681"/>
            <a:ext cx="16573500" cy="475774"/>
          </a:xfrm>
          <a:prstGeom prst="rect">
            <a:avLst/>
          </a:prstGeom>
          <a:noFill/>
          <a:ln w="0">
            <a:noFill/>
          </a:ln>
        </p:spPr>
        <p:txBody>
          <a:bodyPr wrap="none" lIns="0" tIns="0" rIns="0" bIns="0" anchor="t">
            <a:noAutofit/>
          </a:bodyPr>
          <a:lstStyle/>
          <a:p>
            <a:pPr algn="l">
              <a:defRPr sz="2775" b="1">
                <a:solidFill>
                  <a:srgbClr val="397C80"/>
                </a:solidFill>
                <a:latin typeface="Apple SD Gothic Neo"/>
                <a:ea typeface="Apple SD Gothic Neo"/>
                <a:cs typeface="Apple SD Gothic Neo"/>
              </a:defRPr>
            </a:pPr>
            <a:r>
              <a:rPr sz="2775" b="1">
                <a:solidFill>
                  <a:srgbClr val="397C80"/>
                </a:solidFill>
                <a:latin typeface="Apple SD Gothic Neo"/>
                <a:ea typeface="Apple SD Gothic Neo"/>
                <a:cs typeface="Apple SD Gothic Neo"/>
              </a:rPr>
              <a:t>이번 달 매출보고서를 만들어줘.”</a:t>
            </a:r>
          </a:p>
        </p:txBody>
      </p:sp>
      <p:pic>
        <p:nvPicPr>
          <p:cNvPr id="43" name=""/>
          <p:cNvPicPr>
            <a:picLocks noChangeAspect="1"/>
          </p:cNvPicPr>
          <p:nvPr/>
        </p:nvPicPr>
        <p:blipFill>
          <a:blip r:embed="RviaIntroImage1"/>
          <a:srcRect l="0" t="15000" r="70000" b="19000"/>
          <a:stretch>
            <a:fillRect l="0" t="0" r="0" b="0"/>
          </a:stretch>
        </p:blipFill>
        <p:spPr>
          <a:xfrm>
            <a:off x="1119188" y="2933700"/>
            <a:ext cx="4048125" cy="2952750"/>
          </a:xfrm>
          <a:prstGeom prst="rect">
            <a:avLst/>
          </a:prstGeom>
        </p:spPr>
      </p:pic>
      <p:pic>
        <p:nvPicPr>
          <p:cNvPr id="44" name=""/>
          <p:cNvPicPr>
            <a:picLocks noChangeAspect="1"/>
          </p:cNvPicPr>
          <p:nvPr/>
        </p:nvPicPr>
        <p:blipFill>
          <a:blip r:embed="RviaIntroImage2"/>
          <a:srcRect l="35000" t="25000" r="34000" b="17000"/>
          <a:stretch>
            <a:fillRect l="0" t="0" r="0" b="0"/>
          </a:stretch>
        </p:blipFill>
        <p:spPr>
          <a:xfrm>
            <a:off x="6810375" y="2933700"/>
            <a:ext cx="4762500" cy="2952750"/>
          </a:xfrm>
          <a:prstGeom prst="rect">
            <a:avLst/>
          </a:prstGeom>
        </p:spPr>
      </p:pic>
      <p:pic>
        <p:nvPicPr>
          <p:cNvPr id="45" name=""/>
          <p:cNvPicPr>
            <a:picLocks noChangeAspect="1"/>
          </p:cNvPicPr>
          <p:nvPr/>
        </p:nvPicPr>
        <p:blipFill>
          <a:blip r:embed="RviaIntroImage3"/>
          <a:srcRect l="73500" t="15000" r="500" b="17000"/>
          <a:stretch>
            <a:fillRect l="0" t="0" r="0" b="0"/>
          </a:stretch>
        </p:blipFill>
        <p:spPr>
          <a:xfrm>
            <a:off x="13454063" y="2933700"/>
            <a:ext cx="3381375" cy="2952750"/>
          </a:xfrm>
          <a:prstGeom prst="rect">
            <a:avLst/>
          </a:prstGeom>
        </p:spPr>
      </p:pic>
      <p:sp>
        <p:nvSpPr>
          <p:cNvPr id="8" name="via-v2-responsibilities / user / 1">
            <a:extLst>
              <a:ext uri="{FF2B5EF4-FFF2-40B4-BE49-F238E27FC236}">
                <ns2:creationId id="{23D95B26-BFA9-450B-BA41-0DDD36AE7AB3}"/>
              </a:ext>
            </a:extLst>
          </p:cNvPr>
          <p:cNvSpPr>
            <a:spLocks noGrp="1"/>
          </p:cNvSpPr>
          <p:nvPr/>
        </p:nvSpPr>
        <p:spPr>
          <a:xfrm>
            <a:off x="809625" y="5981700"/>
            <a:ext cx="4667250" cy="450056"/>
          </a:xfrm>
          <a:prstGeom prst="rect">
            <a:avLst/>
          </a:prstGeom>
          <a:noFill/>
          <a:ln w="0">
            <a:noFill/>
          </a:ln>
        </p:spPr>
        <p:txBody>
          <a:bodyPr wrap="none" lIns="0" tIns="0" rIns="0" bIns="0" anchor="t">
            <a:noAutofit/>
          </a:bodyPr>
          <a:lstStyle/>
          <a:p>
            <a:pPr algn="ctr">
              <a:defRPr sz="2625" b="1">
                <a:solidFill>
                  <a:srgbClr val="202B30"/>
                </a:solidFill>
                <a:latin typeface="Apple SD Gothic Neo"/>
                <a:ea typeface="Apple SD Gothic Neo"/>
                <a:cs typeface="Apple SD Gothic Neo"/>
              </a:defRPr>
            </a:pPr>
            <a:r>
              <a:rPr sz="2625" b="1">
                <a:solidFill>
                  <a:srgbClr val="202B30"/>
                </a:solidFill>
                <a:latin typeface="Apple SD Gothic Neo"/>
                <a:ea typeface="Apple SD Gothic Neo"/>
                <a:cs typeface="Apple SD Gothic Neo"/>
              </a:rPr>
              <a:t>사용자</a:t>
            </a:r>
          </a:p>
        </p:txBody>
      </p:sp>
      <p:sp>
        <p:nvSpPr>
          <p:cNvPr id="9" name="via-v2-responsibilities / via / 1">
            <a:extLst>
              <a:ext uri="{FF2B5EF4-FFF2-40B4-BE49-F238E27FC236}">
                <ns2:creationId id="{4946E43C-CD15-47E4-885E-05A2A9FE72B5}"/>
              </a:ext>
            </a:extLst>
          </p:cNvPr>
          <p:cNvSpPr>
            <a:spLocks noGrp="1"/>
          </p:cNvSpPr>
          <p:nvPr/>
        </p:nvSpPr>
        <p:spPr>
          <a:xfrm>
            <a:off x="6858000" y="5981700"/>
            <a:ext cx="4667250" cy="450056"/>
          </a:xfrm>
          <a:prstGeom prst="rect">
            <a:avLst/>
          </a:prstGeom>
          <a:noFill/>
          <a:ln w="0">
            <a:noFill/>
          </a:ln>
        </p:spPr>
        <p:txBody>
          <a:bodyPr wrap="none" lIns="0" tIns="0" rIns="0" bIns="0" anchor="t">
            <a:noAutofit/>
          </a:bodyPr>
          <a:lstStyle/>
          <a:p>
            <a:pPr algn="ctr">
              <a:defRPr sz="2625" b="1">
                <a:solidFill>
                  <a:srgbClr val="397C80"/>
                </a:solidFill>
                <a:latin typeface="Apple SD Gothic Neo"/>
                <a:ea typeface="Apple SD Gothic Neo"/>
                <a:cs typeface="Apple SD Gothic Neo"/>
              </a:defRPr>
            </a:pPr>
            <a:r>
              <a:rPr sz="2625" b="1">
                <a:solidFill>
                  <a:srgbClr val="397C80"/>
                </a:solidFill>
                <a:latin typeface="Apple SD Gothic Neo"/>
                <a:ea typeface="Apple SD Gothic Neo"/>
                <a:cs typeface="Apple SD Gothic Neo"/>
              </a:rPr>
              <a:t>VIA</a:t>
            </a:r>
          </a:p>
        </p:txBody>
      </p:sp>
      <p:sp>
        <p:nvSpPr>
          <p:cNvPr id="10" name="via-v2-responsibilities / agent / 1">
            <a:extLst>
              <a:ext uri="{FF2B5EF4-FFF2-40B4-BE49-F238E27FC236}">
                <ns2:creationId id="{7F97669D-DD59-4385-AFB8-D0779B541C34}"/>
              </a:ext>
            </a:extLst>
          </p:cNvPr>
          <p:cNvSpPr>
            <a:spLocks noGrp="1"/>
          </p:cNvSpPr>
          <p:nvPr/>
        </p:nvSpPr>
        <p:spPr>
          <a:xfrm>
            <a:off x="12811125" y="5981700"/>
            <a:ext cx="4667250" cy="450056"/>
          </a:xfrm>
          <a:prstGeom prst="rect">
            <a:avLst/>
          </a:prstGeom>
          <a:noFill/>
          <a:ln w="0">
            <a:noFill/>
          </a:ln>
        </p:spPr>
        <p:txBody>
          <a:bodyPr wrap="none" lIns="0" tIns="0" rIns="0" bIns="0" anchor="t">
            <a:noAutofit/>
          </a:bodyPr>
          <a:lstStyle/>
          <a:p>
            <a:pPr algn="ctr">
              <a:defRPr sz="2625" b="1">
                <a:solidFill>
                  <a:srgbClr val="202B30"/>
                </a:solidFill>
                <a:latin typeface="Apple SD Gothic Neo"/>
                <a:ea typeface="Apple SD Gothic Neo"/>
                <a:cs typeface="Apple SD Gothic Neo"/>
              </a:defRPr>
            </a:pPr>
            <a:r>
              <a:rPr sz="2625" b="1">
                <a:solidFill>
                  <a:srgbClr val="202B30"/>
                </a:solidFill>
                <a:latin typeface="Apple SD Gothic Neo"/>
                <a:ea typeface="Apple SD Gothic Neo"/>
                <a:cs typeface="Apple SD Gothic Neo"/>
              </a:rPr>
              <a:t>업무 수행 Agent</a:t>
            </a:r>
          </a:p>
        </p:txBody>
      </p:sp>
      <p:sp>
        <p:nvSpPr>
          <p:cNvPr id="11" name="via-v2-responsibilities / participant 330">
            <a:extLst>
              <a:ext uri="{FF2B5EF4-FFF2-40B4-BE49-F238E27FC236}">
                <ns2:creationId id="{E4348228-A04A-4BD1-AE02-EC1B50B53782}"/>
              </a:ext>
            </a:extLst>
          </p:cNvPr>
          <p:cNvSpPr>
            <a:spLocks noGrp="1"/>
          </p:cNvSpPr>
          <p:nvPr/>
        </p:nvSpPr>
        <p:spPr>
          <a:xfrm>
            <a:off x="3143250" y="6477000"/>
            <a:ext cx="953" cy="2857500"/>
          </a:xfrm>
          <a:custGeom>
            <a:pathLst>
              <a:path w="953" h="2857500">
                <a:moveTo>
                  <a:pt x="0" y="0"/>
                </a:moveTo>
                <a:lnTo>
                  <a:pt x="0" y="2857500"/>
                </a:lnTo>
              </a:path>
            </a:pathLst>
          </a:custGeom>
          <a:noFill/>
          <a:ln w="13335">
            <a:solidFill>
              <a:srgbClr val="CDD7DA"/>
            </a:solidFill>
            <a:prstDash val="dash"/>
          </a:ln>
        </p:spPr>
      </p:sp>
      <p:sp>
        <p:nvSpPr>
          <p:cNvPr id="12" name="via-v2-responsibilities / participant 965">
            <a:extLst>
              <a:ext uri="{FF2B5EF4-FFF2-40B4-BE49-F238E27FC236}">
                <ns2:creationId id="{7268593E-9B5B-4EAB-BAD8-6E3CE025C28F}"/>
              </a:ext>
            </a:extLst>
          </p:cNvPr>
          <p:cNvSpPr>
            <a:spLocks noGrp="1"/>
          </p:cNvSpPr>
          <p:nvPr/>
        </p:nvSpPr>
        <p:spPr>
          <a:xfrm>
            <a:off x="9191625" y="6477000"/>
            <a:ext cx="953" cy="2857500"/>
          </a:xfrm>
          <a:custGeom>
            <a:pathLst>
              <a:path w="953" h="2857500">
                <a:moveTo>
                  <a:pt x="0" y="0"/>
                </a:moveTo>
                <a:lnTo>
                  <a:pt x="0" y="2857500"/>
                </a:lnTo>
              </a:path>
            </a:pathLst>
          </a:custGeom>
          <a:noFill/>
          <a:ln w="13335">
            <a:solidFill>
              <a:srgbClr val="CDD7DA"/>
            </a:solidFill>
            <a:prstDash val="dash"/>
          </a:ln>
        </p:spPr>
      </p:sp>
      <p:sp>
        <p:nvSpPr>
          <p:cNvPr id="13" name="via-v2-responsibilities / participant 1590">
            <a:extLst>
              <a:ext uri="{FF2B5EF4-FFF2-40B4-BE49-F238E27FC236}">
                <ns2:creationId id="{B01BBB9E-7FCF-41D7-B9F7-CB182EC81B14}"/>
              </a:ext>
            </a:extLst>
          </p:cNvPr>
          <p:cNvSpPr>
            <a:spLocks noGrp="1"/>
          </p:cNvSpPr>
          <p:nvPr/>
        </p:nvSpPr>
        <p:spPr>
          <a:xfrm>
            <a:off x="15144750" y="6477000"/>
            <a:ext cx="953" cy="2857500"/>
          </a:xfrm>
          <a:custGeom>
            <a:pathLst>
              <a:path w="953" h="2857500">
                <a:moveTo>
                  <a:pt x="0" y="0"/>
                </a:moveTo>
                <a:lnTo>
                  <a:pt x="0" y="2857500"/>
                </a:lnTo>
              </a:path>
            </a:pathLst>
          </a:custGeom>
          <a:noFill/>
          <a:ln w="13335">
            <a:solidFill>
              <a:srgbClr val="CDD7DA"/>
            </a:solidFill>
            <a:prstDash val="dash"/>
          </a:ln>
        </p:spPr>
      </p:sp>
      <p:sp>
        <p:nvSpPr>
          <p:cNvPr id="14" name="via-v2-responsibilities / initial-input">
            <a:extLst>
              <a:ext uri="{FF2B5EF4-FFF2-40B4-BE49-F238E27FC236}">
                <ns2:creationId id="{384E52ED-2D0E-48F3-9358-9CF6E0C9D231}"/>
              </a:ext>
            </a:extLst>
          </p:cNvPr>
          <p:cNvSpPr>
            <a:spLocks noGrp="1"/>
          </p:cNvSpPr>
          <p:nvPr/>
        </p:nvSpPr>
        <p:spPr>
          <a:xfrm>
            <a:off x="3143250" y="6905625"/>
            <a:ext cx="6048375" cy="953"/>
          </a:xfrm>
          <a:custGeom>
            <a:pathLst>
              <a:path w="6048375" h="953">
                <a:moveTo>
                  <a:pt x="0" y="0"/>
                </a:moveTo>
                <a:lnTo>
                  <a:pt x="6048375" y="0"/>
                </a:lnTo>
              </a:path>
            </a:pathLst>
          </a:custGeom>
          <a:noFill/>
          <a:ln w="20003">
            <a:solidFill>
              <a:srgbClr val="397C80"/>
            </a:solidFill>
            <a:prstDash val="solid"/>
          </a:ln>
        </p:spPr>
      </p:sp>
      <p:sp>
        <p:nvSpPr>
          <p:cNvPr id="15" name="via-v2-responsibilities / initial-input / arrow">
            <a:extLst>
              <a:ext uri="{FF2B5EF4-FFF2-40B4-BE49-F238E27FC236}">
                <ns2:creationId id="{28E2C2C6-A539-4817-88BD-55978F443EFE}"/>
              </a:ext>
            </a:extLst>
          </p:cNvPr>
          <p:cNvSpPr>
            <a:spLocks noGrp="1"/>
          </p:cNvSpPr>
          <p:nvPr/>
        </p:nvSpPr>
        <p:spPr>
          <a:xfrm>
            <a:off x="9058275"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16" name="via-v2-responsibilities / initial-input label / 1">
            <a:extLst>
              <a:ext uri="{FF2B5EF4-FFF2-40B4-BE49-F238E27FC236}">
                <ns2:creationId id="{76578A66-B40F-49DB-83C3-3453E02B121D}"/>
              </a:ext>
            </a:extLst>
          </p:cNvPr>
          <p:cNvSpPr>
            <a:spLocks noGrp="1"/>
          </p:cNvSpPr>
          <p:nvPr/>
        </p:nvSpPr>
        <p:spPr>
          <a:xfrm>
            <a:off x="3381375" y="6457950"/>
            <a:ext cx="5572125" cy="372904"/>
          </a:xfrm>
          <a:prstGeom prst="rect">
            <a:avLst/>
          </a:prstGeom>
          <a:noFill/>
          <a:ln w="0">
            <a:noFill/>
          </a:ln>
        </p:spPr>
        <p:txBody>
          <a:bodyPr wrap="none" lIns="0" tIns="0" rIns="0" bIns="0" anchor="t">
            <a:noAutofit/>
          </a:bodyPr>
          <a:lstStyle/>
          <a:p>
            <a:pPr algn="ctr">
              <a:defRPr sz="2175" b="0">
                <a:solidFill>
                  <a:srgbClr val="397C80"/>
                </a:solidFill>
                <a:latin typeface="Apple SD Gothic Neo"/>
                <a:ea typeface="Apple SD Gothic Neo"/>
                <a:cs typeface="Apple SD Gothic Neo"/>
              </a:defRPr>
            </a:pPr>
            <a:r>
              <a:rPr sz="2175" b="0">
                <a:solidFill>
                  <a:srgbClr val="397C80"/>
                </a:solidFill>
                <a:latin typeface="Apple SD Gothic Neo"/>
                <a:ea typeface="Apple SD Gothic Neo"/>
                <a:cs typeface="Apple SD Gothic Neo"/>
              </a:rPr>
              <a:t>음성 요청 + 선택한 표</a:t>
            </a:r>
          </a:p>
        </p:txBody>
      </p:sp>
      <p:sp>
        <p:nvSpPr>
          <p:cNvPr id="17" name="via-v2-responsibilities / delegate">
            <a:extLst>
              <a:ext uri="{FF2B5EF4-FFF2-40B4-BE49-F238E27FC236}">
                <ns2:creationId id="{915B6279-EA1D-4545-A1A7-EA965DED3CF1}"/>
              </a:ext>
            </a:extLst>
          </p:cNvPr>
          <p:cNvSpPr>
            <a:spLocks noGrp="1"/>
          </p:cNvSpPr>
          <p:nvPr/>
        </p:nvSpPr>
        <p:spPr>
          <a:xfrm>
            <a:off x="9191625" y="6905625"/>
            <a:ext cx="5953125" cy="953"/>
          </a:xfrm>
          <a:custGeom>
            <a:pathLst>
              <a:path w="5953125" h="953">
                <a:moveTo>
                  <a:pt x="0" y="0"/>
                </a:moveTo>
                <a:lnTo>
                  <a:pt x="5953125" y="0"/>
                </a:lnTo>
              </a:path>
            </a:pathLst>
          </a:custGeom>
          <a:noFill/>
          <a:ln w="20003">
            <a:solidFill>
              <a:srgbClr val="397C80"/>
            </a:solidFill>
            <a:prstDash val="solid"/>
          </a:ln>
        </p:spPr>
      </p:sp>
      <p:sp>
        <p:nvSpPr>
          <p:cNvPr id="18" name="via-v2-responsibilities / delegate / arrow">
            <a:extLst>
              <a:ext uri="{FF2B5EF4-FFF2-40B4-BE49-F238E27FC236}">
                <ns2:creationId id="{045834FF-F60D-433D-9625-3EF6AFCAFD50}"/>
              </a:ext>
            </a:extLst>
          </p:cNvPr>
          <p:cNvSpPr>
            <a:spLocks noGrp="1"/>
          </p:cNvSpPr>
          <p:nvPr/>
        </p:nvSpPr>
        <p:spPr>
          <a:xfrm>
            <a:off x="15011400"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19" name="via-v2-responsibilities / delegate label / 1">
            <a:extLst>
              <a:ext uri="{FF2B5EF4-FFF2-40B4-BE49-F238E27FC236}">
                <ns2:creationId id="{588991A2-54F7-4B35-A0C3-877C2D284FBE}"/>
              </a:ext>
            </a:extLst>
          </p:cNvPr>
          <p:cNvSpPr>
            <a:spLocks noGrp="1"/>
          </p:cNvSpPr>
          <p:nvPr/>
        </p:nvSpPr>
        <p:spPr>
          <a:xfrm>
            <a:off x="9429750" y="6457950"/>
            <a:ext cx="5476875" cy="347186"/>
          </a:xfrm>
          <a:prstGeom prst="rect">
            <a:avLst/>
          </a:prstGeom>
          <a:noFill/>
          <a:ln w="0">
            <a:noFill/>
          </a:ln>
        </p:spPr>
        <p:txBody>
          <a:bodyPr wrap="none" lIns="0" tIns="0" rIns="0" bIns="0" anchor="t">
            <a:noAutofit/>
          </a:bodyPr>
          <a:lstStyle/>
          <a:p>
            <a:pPr algn="ctr">
              <a:defRPr sz="2025" b="0">
                <a:solidFill>
                  <a:srgbClr val="397C80"/>
                </a:solidFill>
                <a:latin typeface="Apple SD Gothic Neo"/>
                <a:ea typeface="Apple SD Gothic Neo"/>
                <a:cs typeface="Apple SD Gothic Neo"/>
              </a:defRPr>
            </a:pPr>
            <a:r>
              <a:rPr sz="2025" b="0">
                <a:solidFill>
                  <a:srgbClr val="397C80"/>
                </a:solidFill>
                <a:latin typeface="Apple SD Gothic Neo"/>
                <a:ea typeface="Apple SD Gothic Neo"/>
                <a:cs typeface="Apple SD Gothic Neo"/>
              </a:rPr>
              <a:t>목표·자료·조건을 이해해 위임</a:t>
            </a:r>
          </a:p>
        </p:txBody>
      </p:sp>
      <p:sp>
        <p:nvSpPr>
          <p:cNvPr id="20" name="via-v2-responsibilities / agent-question">
            <a:extLst>
              <a:ext uri="{FF2B5EF4-FFF2-40B4-BE49-F238E27FC236}">
                <ns2:creationId id="{24BE2FBB-7CA5-439D-9A21-4F6A58D32100}"/>
              </a:ext>
            </a:extLst>
          </p:cNvPr>
          <p:cNvSpPr>
            <a:spLocks noGrp="1"/>
          </p:cNvSpPr>
          <p:nvPr/>
        </p:nvSpPr>
        <p:spPr>
          <a:xfrm>
            <a:off x="9191625" y="7667625"/>
            <a:ext cx="5953125" cy="953"/>
          </a:xfrm>
          <a:custGeom>
            <a:pathLst>
              <a:path w="5953125" h="953">
                <a:moveTo>
                  <a:pt x="5953125" y="0"/>
                </a:moveTo>
                <a:lnTo>
                  <a:pt x="0" y="0"/>
                </a:lnTo>
              </a:path>
            </a:pathLst>
          </a:custGeom>
          <a:noFill/>
          <a:ln w="20003">
            <a:solidFill>
              <a:srgbClr val="A56237"/>
            </a:solidFill>
            <a:prstDash val="solid"/>
          </a:ln>
        </p:spPr>
      </p:sp>
      <p:sp>
        <p:nvSpPr>
          <p:cNvPr id="21" name="via-v2-responsibilities / agent-question / arrow">
            <a:extLst>
              <a:ext uri="{FF2B5EF4-FFF2-40B4-BE49-F238E27FC236}">
                <ns2:creationId id="{0FF6184F-3956-4192-9AB0-9017A92EF9AC}"/>
              </a:ext>
            </a:extLst>
          </p:cNvPr>
          <p:cNvSpPr>
            <a:spLocks noGrp="1"/>
          </p:cNvSpPr>
          <p:nvPr/>
        </p:nvSpPr>
        <p:spPr>
          <a:xfrm>
            <a:off x="9191625" y="7600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22" name="via-v2-responsibilities / agent-question label / 1">
            <a:extLst>
              <a:ext uri="{FF2B5EF4-FFF2-40B4-BE49-F238E27FC236}">
                <ns2:creationId id="{8DFA088B-1FAD-4197-97AF-6BCC8DBC8BD3}"/>
              </a:ext>
            </a:extLst>
          </p:cNvPr>
          <p:cNvSpPr>
            <a:spLocks noGrp="1"/>
          </p:cNvSpPr>
          <p:nvPr/>
        </p:nvSpPr>
        <p:spPr>
          <a:xfrm>
            <a:off x="9429750" y="7219950"/>
            <a:ext cx="5476875" cy="360045"/>
          </a:xfrm>
          <a:prstGeom prst="rect">
            <a:avLst/>
          </a:prstGeom>
          <a:noFill/>
          <a:ln w="0">
            <a:noFill/>
          </a:ln>
        </p:spPr>
        <p:txBody>
          <a:bodyPr wrap="none" lIns="0" tIns="0" rIns="0" bIns="0" anchor="t">
            <a:noAutofit/>
          </a:bodyPr>
          <a:lstStyle/>
          <a:p>
            <a:pPr algn="ctr">
              <a:defRPr sz="2100" b="0">
                <a:solidFill>
                  <a:srgbClr val="A56237"/>
                </a:solidFill>
                <a:latin typeface="Apple SD Gothic Neo"/>
                <a:ea typeface="Apple SD Gothic Neo"/>
                <a:cs typeface="Apple SD Gothic Neo"/>
              </a:defRPr>
            </a:pPr>
            <a:r>
              <a:rPr sz="2100" b="0">
                <a:solidFill>
                  <a:srgbClr val="A56237"/>
                </a:solidFill>
                <a:latin typeface="Apple SD Gothic Neo"/>
                <a:ea typeface="Apple SD Gothic Neo"/>
                <a:cs typeface="Apple SD Gothic Neo"/>
              </a:rPr>
              <a:t>강조할 항목은 무엇인가요?</a:t>
            </a:r>
          </a:p>
        </p:txBody>
      </p:sp>
      <p:sp>
        <p:nvSpPr>
          <p:cNvPr id="23" name="via-v2-responsibilities / ask-user">
            <a:extLst>
              <a:ext uri="{FF2B5EF4-FFF2-40B4-BE49-F238E27FC236}">
                <ns2:creationId id="{2004BFFC-31F4-4A00-ADFD-EDB79E52D038}"/>
              </a:ext>
            </a:extLst>
          </p:cNvPr>
          <p:cNvSpPr>
            <a:spLocks noGrp="1"/>
          </p:cNvSpPr>
          <p:nvPr/>
        </p:nvSpPr>
        <p:spPr>
          <a:xfrm>
            <a:off x="3143250" y="7667625"/>
            <a:ext cx="6048375" cy="953"/>
          </a:xfrm>
          <a:custGeom>
            <a:pathLst>
              <a:path w="6048375" h="953">
                <a:moveTo>
                  <a:pt x="6048375" y="0"/>
                </a:moveTo>
                <a:lnTo>
                  <a:pt x="0" y="0"/>
                </a:lnTo>
              </a:path>
            </a:pathLst>
          </a:custGeom>
          <a:noFill/>
          <a:ln w="20003">
            <a:solidFill>
              <a:srgbClr val="A56237"/>
            </a:solidFill>
            <a:prstDash val="solid"/>
          </a:ln>
        </p:spPr>
      </p:sp>
      <p:sp>
        <p:nvSpPr>
          <p:cNvPr id="24" name="via-v2-responsibilities / ask-user / arrow">
            <a:extLst>
              <a:ext uri="{FF2B5EF4-FFF2-40B4-BE49-F238E27FC236}">
                <ns2:creationId id="{1188A05A-7E40-4195-AD48-99C19072DBD0}"/>
              </a:ext>
            </a:extLst>
          </p:cNvPr>
          <p:cNvSpPr>
            <a:spLocks noGrp="1"/>
          </p:cNvSpPr>
          <p:nvPr/>
        </p:nvSpPr>
        <p:spPr>
          <a:xfrm>
            <a:off x="3143250" y="7600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25" name="via-v2-responsibilities / ask-user label / 1">
            <a:extLst>
              <a:ext uri="{FF2B5EF4-FFF2-40B4-BE49-F238E27FC236}">
                <ns2:creationId id="{3CFDED1B-2878-4062-8FC2-0399D6159E62}"/>
              </a:ext>
            </a:extLst>
          </p:cNvPr>
          <p:cNvSpPr>
            <a:spLocks noGrp="1"/>
          </p:cNvSpPr>
          <p:nvPr/>
        </p:nvSpPr>
        <p:spPr>
          <a:xfrm>
            <a:off x="3381375" y="7219950"/>
            <a:ext cx="5572125" cy="360045"/>
          </a:xfrm>
          <a:prstGeom prst="rect">
            <a:avLst/>
          </a:prstGeom>
          <a:noFill/>
          <a:ln w="0">
            <a:noFill/>
          </a:ln>
        </p:spPr>
        <p:txBody>
          <a:bodyPr wrap="none" lIns="0" tIns="0" rIns="0" bIns="0" anchor="t">
            <a:noAutofit/>
          </a:bodyPr>
          <a:lstStyle/>
          <a:p>
            <a:pPr algn="ctr">
              <a:defRPr sz="2100" b="0">
                <a:solidFill>
                  <a:srgbClr val="A56237"/>
                </a:solidFill>
                <a:latin typeface="Apple SD Gothic Neo"/>
                <a:ea typeface="Apple SD Gothic Neo"/>
                <a:cs typeface="Apple SD Gothic Neo"/>
              </a:defRPr>
            </a:pPr>
            <a:r>
              <a:rPr sz="2100" b="0">
                <a:solidFill>
                  <a:srgbClr val="A56237"/>
                </a:solidFill>
                <a:latin typeface="Apple SD Gothic Neo"/>
                <a:ea typeface="Apple SD Gothic Neo"/>
                <a:cs typeface="Apple SD Gothic Neo"/>
              </a:rPr>
              <a:t>질문을 사용자에게 전달</a:t>
            </a:r>
          </a:p>
        </p:txBody>
      </p:sp>
      <p:sp>
        <p:nvSpPr>
          <p:cNvPr id="26" name="via-v2-responsibilities / user-answer">
            <a:extLst>
              <a:ext uri="{FF2B5EF4-FFF2-40B4-BE49-F238E27FC236}">
                <ns2:creationId id="{E62BD93C-1922-43C8-A5D6-79C7C4A72886}"/>
              </a:ext>
            </a:extLst>
          </p:cNvPr>
          <p:cNvSpPr>
            <a:spLocks noGrp="1"/>
          </p:cNvSpPr>
          <p:nvPr/>
        </p:nvSpPr>
        <p:spPr>
          <a:xfrm>
            <a:off x="3143250" y="8429625"/>
            <a:ext cx="6048375" cy="953"/>
          </a:xfrm>
          <a:custGeom>
            <a:pathLst>
              <a:path w="6048375" h="953">
                <a:moveTo>
                  <a:pt x="0" y="0"/>
                </a:moveTo>
                <a:lnTo>
                  <a:pt x="6048375" y="0"/>
                </a:lnTo>
              </a:path>
            </a:pathLst>
          </a:custGeom>
          <a:noFill/>
          <a:ln w="20003">
            <a:solidFill>
              <a:srgbClr val="397C80"/>
            </a:solidFill>
            <a:prstDash val="solid"/>
          </a:ln>
        </p:spPr>
      </p:sp>
      <p:sp>
        <p:nvSpPr>
          <p:cNvPr id="27" name="via-v2-responsibilities / user-answer / arrow">
            <a:extLst>
              <a:ext uri="{FF2B5EF4-FFF2-40B4-BE49-F238E27FC236}">
                <ns2:creationId id="{96E3CF1E-09BF-43F7-A36C-17F51A79BAF4}"/>
              </a:ext>
            </a:extLst>
          </p:cNvPr>
          <p:cNvSpPr>
            <a:spLocks noGrp="1"/>
          </p:cNvSpPr>
          <p:nvPr/>
        </p:nvSpPr>
        <p:spPr>
          <a:xfrm>
            <a:off x="9058275" y="8362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28" name="via-v2-responsibilities / user-answer label / 1">
            <a:extLst>
              <a:ext uri="{FF2B5EF4-FFF2-40B4-BE49-F238E27FC236}">
                <ns2:creationId id="{F50F1662-C05B-42FA-8375-118ED88DA7B7}"/>
              </a:ext>
            </a:extLst>
          </p:cNvPr>
          <p:cNvSpPr>
            <a:spLocks noGrp="1"/>
          </p:cNvSpPr>
          <p:nvPr/>
        </p:nvSpPr>
        <p:spPr>
          <a:xfrm>
            <a:off x="3381375" y="7981950"/>
            <a:ext cx="5572125" cy="360045"/>
          </a:xfrm>
          <a:prstGeom prst="rect">
            <a:avLst/>
          </a:prstGeom>
          <a:noFill/>
          <a:ln w="0">
            <a:noFill/>
          </a:ln>
        </p:spPr>
        <p:txBody>
          <a:bodyPr wrap="none" lIns="0" tIns="0" rIns="0" bIns="0" anchor="t">
            <a:noAutofit/>
          </a:bodyPr>
          <a:lstStyle/>
          <a:p>
            <a:pPr algn="ctr">
              <a:defRPr sz="2100" b="0">
                <a:solidFill>
                  <a:srgbClr val="397C80"/>
                </a:solidFill>
                <a:latin typeface="Apple SD Gothic Neo"/>
                <a:ea typeface="Apple SD Gothic Neo"/>
                <a:cs typeface="Apple SD Gothic Neo"/>
              </a:defRPr>
            </a:pPr>
            <a:r>
              <a:rPr sz="2100" b="0">
                <a:solidFill>
                  <a:srgbClr val="397C80"/>
                </a:solidFill>
                <a:latin typeface="Apple SD Gothic Neo"/>
                <a:ea typeface="Apple SD Gothic Neo"/>
                <a:cs typeface="Apple SD Gothic Neo"/>
              </a:rPr>
              <a:t>“국내 매출을 강조해줘.”</a:t>
            </a:r>
          </a:p>
        </p:txBody>
      </p:sp>
      <p:sp>
        <p:nvSpPr>
          <p:cNvPr id="29" name="via-v2-responsibilities / relay-condition">
            <a:extLst>
              <a:ext uri="{FF2B5EF4-FFF2-40B4-BE49-F238E27FC236}">
                <ns2:creationId id="{D58987BE-978E-4E4D-A884-95ABA0A9C5C7}"/>
              </a:ext>
            </a:extLst>
          </p:cNvPr>
          <p:cNvSpPr>
            <a:spLocks noGrp="1"/>
          </p:cNvSpPr>
          <p:nvPr/>
        </p:nvSpPr>
        <p:spPr>
          <a:xfrm>
            <a:off x="9191625" y="8429625"/>
            <a:ext cx="5953125" cy="953"/>
          </a:xfrm>
          <a:custGeom>
            <a:pathLst>
              <a:path w="5953125" h="953">
                <a:moveTo>
                  <a:pt x="0" y="0"/>
                </a:moveTo>
                <a:lnTo>
                  <a:pt x="5953125" y="0"/>
                </a:lnTo>
              </a:path>
            </a:pathLst>
          </a:custGeom>
          <a:noFill/>
          <a:ln w="20003">
            <a:solidFill>
              <a:srgbClr val="397C80"/>
            </a:solidFill>
            <a:prstDash val="solid"/>
          </a:ln>
        </p:spPr>
      </p:sp>
      <p:sp>
        <p:nvSpPr>
          <p:cNvPr id="30" name="via-v2-responsibilities / relay-condition / arrow">
            <a:extLst>
              <a:ext uri="{FF2B5EF4-FFF2-40B4-BE49-F238E27FC236}">
                <ns2:creationId id="{72D968A9-5657-4A54-AD23-EB26E500B1A9}"/>
              </a:ext>
            </a:extLst>
          </p:cNvPr>
          <p:cNvSpPr>
            <a:spLocks noGrp="1"/>
          </p:cNvSpPr>
          <p:nvPr/>
        </p:nvSpPr>
        <p:spPr>
          <a:xfrm>
            <a:off x="15011400" y="8362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31" name="via-v2-responsibilities / relay-condition label / 1">
            <a:extLst>
              <a:ext uri="{FF2B5EF4-FFF2-40B4-BE49-F238E27FC236}">
                <ns2:creationId id="{AD9AD2F3-F111-4891-93F7-3602A42368D3}"/>
              </a:ext>
            </a:extLst>
          </p:cNvPr>
          <p:cNvSpPr>
            <a:spLocks noGrp="1"/>
          </p:cNvSpPr>
          <p:nvPr/>
        </p:nvSpPr>
        <p:spPr>
          <a:xfrm>
            <a:off x="9429750" y="7981950"/>
            <a:ext cx="5476875" cy="360045"/>
          </a:xfrm>
          <a:prstGeom prst="rect">
            <a:avLst/>
          </a:prstGeom>
          <a:noFill/>
          <a:ln w="0">
            <a:noFill/>
          </a:ln>
        </p:spPr>
        <p:txBody>
          <a:bodyPr wrap="none" lIns="0" tIns="0" rIns="0" bIns="0" anchor="t">
            <a:noAutofit/>
          </a:bodyPr>
          <a:lstStyle/>
          <a:p>
            <a:pPr algn="ctr">
              <a:defRPr sz="2100" b="0">
                <a:solidFill>
                  <a:srgbClr val="397C80"/>
                </a:solidFill>
                <a:latin typeface="Apple SD Gothic Neo"/>
                <a:ea typeface="Apple SD Gothic Neo"/>
                <a:cs typeface="Apple SD Gothic Neo"/>
              </a:defRPr>
            </a:pPr>
            <a:r>
              <a:rPr sz="2100" b="0">
                <a:solidFill>
                  <a:srgbClr val="397C80"/>
                </a:solidFill>
                <a:latin typeface="Apple SD Gothic Neo"/>
                <a:ea typeface="Apple SD Gothic Neo"/>
                <a:cs typeface="Apple SD Gothic Neo"/>
              </a:rPr>
              <a:t>답변을 해당 업무에 연결</a:t>
            </a:r>
          </a:p>
        </p:txBody>
      </p:sp>
      <p:sp>
        <p:nvSpPr>
          <p:cNvPr id="32" name="via-v2-responsibilities / report-result">
            <a:extLst>
              <a:ext uri="{FF2B5EF4-FFF2-40B4-BE49-F238E27FC236}">
                <ns2:creationId id="{4B5760A5-9F9A-4420-BE58-E22118EC14AF}"/>
              </a:ext>
            </a:extLst>
          </p:cNvPr>
          <p:cNvSpPr>
            <a:spLocks noGrp="1"/>
          </p:cNvSpPr>
          <p:nvPr/>
        </p:nvSpPr>
        <p:spPr>
          <a:xfrm>
            <a:off x="9191625" y="9191625"/>
            <a:ext cx="5953125" cy="953"/>
          </a:xfrm>
          <a:custGeom>
            <a:pathLst>
              <a:path w="5953125" h="953">
                <a:moveTo>
                  <a:pt x="5953125" y="0"/>
                </a:moveTo>
                <a:lnTo>
                  <a:pt x="0" y="0"/>
                </a:lnTo>
              </a:path>
            </a:pathLst>
          </a:custGeom>
          <a:noFill/>
          <a:ln w="20003">
            <a:solidFill>
              <a:srgbClr val="A56237"/>
            </a:solidFill>
            <a:prstDash val="solid"/>
          </a:ln>
        </p:spPr>
      </p:sp>
      <p:sp>
        <p:nvSpPr>
          <p:cNvPr id="33" name="via-v2-responsibilities / report-result / arrow">
            <a:extLst>
              <a:ext uri="{FF2B5EF4-FFF2-40B4-BE49-F238E27FC236}">
                <ns2:creationId id="{175E1F3B-288A-4337-A261-2A0B8A2CBBF7}"/>
              </a:ext>
            </a:extLst>
          </p:cNvPr>
          <p:cNvSpPr>
            <a:spLocks noGrp="1"/>
          </p:cNvSpPr>
          <p:nvPr/>
        </p:nvSpPr>
        <p:spPr>
          <a:xfrm>
            <a:off x="9191625" y="9124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34" name="via-v2-responsibilities / report-result label / 1">
            <a:extLst>
              <a:ext uri="{FF2B5EF4-FFF2-40B4-BE49-F238E27FC236}">
                <ns2:creationId id="{39DBBEEA-8AC7-4844-8C64-B6E85788A44B}"/>
              </a:ext>
            </a:extLst>
          </p:cNvPr>
          <p:cNvSpPr>
            <a:spLocks noGrp="1"/>
          </p:cNvSpPr>
          <p:nvPr/>
        </p:nvSpPr>
        <p:spPr>
          <a:xfrm>
            <a:off x="9429750" y="8743950"/>
            <a:ext cx="5476875" cy="360045"/>
          </a:xfrm>
          <a:prstGeom prst="rect">
            <a:avLst/>
          </a:prstGeom>
          <a:noFill/>
          <a:ln w="0">
            <a:noFill/>
          </a:ln>
        </p:spPr>
        <p:txBody>
          <a:bodyPr wrap="none" lIns="0" tIns="0" rIns="0" bIns="0" anchor="t">
            <a:noAutofit/>
          </a:bodyPr>
          <a:lstStyle/>
          <a:p>
            <a:pPr algn="ctr">
              <a:defRPr sz="2100" b="0">
                <a:solidFill>
                  <a:srgbClr val="A56237"/>
                </a:solidFill>
                <a:latin typeface="Apple SD Gothic Neo"/>
                <a:ea typeface="Apple SD Gothic Neo"/>
                <a:cs typeface="Apple SD Gothic Neo"/>
              </a:defRPr>
            </a:pPr>
            <a:r>
              <a:rPr sz="2100" b="0">
                <a:solidFill>
                  <a:srgbClr val="A56237"/>
                </a:solidFill>
                <a:latin typeface="Apple SD Gothic Neo"/>
                <a:ea typeface="Apple SD Gothic Neo"/>
                <a:cs typeface="Apple SD Gothic Neo"/>
              </a:rPr>
              <a:t>완성된 보고서</a:t>
            </a:r>
          </a:p>
        </p:txBody>
      </p:sp>
      <p:sp>
        <p:nvSpPr>
          <p:cNvPr id="35" name="via-v2-responsibilities / present-result">
            <a:extLst>
              <a:ext uri="{FF2B5EF4-FFF2-40B4-BE49-F238E27FC236}">
                <ns2:creationId id="{594C6614-BC8E-478F-8059-4062DFF8B5C6}"/>
              </a:ext>
            </a:extLst>
          </p:cNvPr>
          <p:cNvSpPr>
            <a:spLocks noGrp="1"/>
          </p:cNvSpPr>
          <p:nvPr/>
        </p:nvSpPr>
        <p:spPr>
          <a:xfrm>
            <a:off x="3143250" y="9191625"/>
            <a:ext cx="6048375" cy="953"/>
          </a:xfrm>
          <a:custGeom>
            <a:pathLst>
              <a:path w="6048375" h="953">
                <a:moveTo>
                  <a:pt x="6048375" y="0"/>
                </a:moveTo>
                <a:lnTo>
                  <a:pt x="0" y="0"/>
                </a:lnTo>
              </a:path>
            </a:pathLst>
          </a:custGeom>
          <a:noFill/>
          <a:ln w="20003">
            <a:solidFill>
              <a:srgbClr val="A56237"/>
            </a:solidFill>
            <a:prstDash val="solid"/>
          </a:ln>
        </p:spPr>
      </p:sp>
      <p:sp>
        <p:nvSpPr>
          <p:cNvPr id="36" name="via-v2-responsibilities / present-result / arrow">
            <a:extLst>
              <a:ext uri="{FF2B5EF4-FFF2-40B4-BE49-F238E27FC236}">
                <ns2:creationId id="{5ACF0242-2652-4D1B-A330-9A7FC1999CF7}"/>
              </a:ext>
            </a:extLst>
          </p:cNvPr>
          <p:cNvSpPr>
            <a:spLocks noGrp="1"/>
          </p:cNvSpPr>
          <p:nvPr/>
        </p:nvSpPr>
        <p:spPr>
          <a:xfrm>
            <a:off x="3143250" y="9124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37" name="via-v2-responsibilities / present-result label / 1">
            <a:extLst>
              <a:ext uri="{FF2B5EF4-FFF2-40B4-BE49-F238E27FC236}">
                <ns2:creationId id="{6FB3776B-7B40-4A83-8B77-809C59225350}"/>
              </a:ext>
            </a:extLst>
          </p:cNvPr>
          <p:cNvSpPr>
            <a:spLocks noGrp="1"/>
          </p:cNvSpPr>
          <p:nvPr/>
        </p:nvSpPr>
        <p:spPr>
          <a:xfrm>
            <a:off x="3381375" y="8743950"/>
            <a:ext cx="5572125" cy="334328"/>
          </a:xfrm>
          <a:prstGeom prst="rect">
            <a:avLst/>
          </a:prstGeom>
          <a:noFill/>
          <a:ln w="0">
            <a:noFill/>
          </a:ln>
        </p:spPr>
        <p:txBody>
          <a:bodyPr wrap="none" lIns="0" tIns="0" rIns="0" bIns="0" anchor="t">
            <a:noAutofit/>
          </a:bodyPr>
          <a:lstStyle/>
          <a:p>
            <a:pPr algn="ctr">
              <a:defRPr sz="1950" b="0">
                <a:solidFill>
                  <a:srgbClr val="A56237"/>
                </a:solidFill>
                <a:latin typeface="Apple SD Gothic Neo"/>
                <a:ea typeface="Apple SD Gothic Neo"/>
                <a:cs typeface="Apple SD Gothic Neo"/>
              </a:defRPr>
            </a:pPr>
            <a:r>
              <a:rPr sz="1950" b="0">
                <a:solidFill>
                  <a:srgbClr val="A56237"/>
                </a:solidFill>
                <a:latin typeface="Apple SD Gothic Neo"/>
                <a:ea typeface="Apple SD Gothic Neo"/>
                <a:cs typeface="Apple SD Gothic Neo"/>
              </a:rPr>
              <a:t>화면에 결과, 음성으로 핵심 안내</a:t>
            </a:r>
          </a:p>
        </p:txBody>
      </p:sp>
      <p:sp>
        <p:nvSpPr>
          <p:cNvPr id="38" name="via-v2-responsibilities / benefit / 1">
            <a:extLst>
              <a:ext uri="{FF2B5EF4-FFF2-40B4-BE49-F238E27FC236}">
                <ns2:creationId id="{6C46F95D-41F5-42F5-9A48-3A48F6B3D70C}"/>
              </a:ext>
            </a:extLst>
          </p:cNvPr>
          <p:cNvSpPr>
            <a:spLocks noGrp="1"/>
          </p:cNvSpPr>
          <p:nvPr/>
        </p:nvSpPr>
        <p:spPr>
          <a:xfrm>
            <a:off x="904875" y="9563100"/>
            <a:ext cx="16478250" cy="385763"/>
          </a:xfrm>
          <a:prstGeom prst="rect">
            <a:avLst/>
          </a:prstGeom>
          <a:noFill/>
          <a:ln w="0">
            <a:noFill/>
          </a:ln>
        </p:spPr>
        <p:txBody>
          <a:bodyPr wrap="none" lIns="0" tIns="0" rIns="0" bIns="0" anchor="t">
            <a:noAutofit/>
          </a:bodyPr>
          <a:lstStyle/>
          <a:p>
            <a:pPr algn="ctr">
              <a:defRPr sz="2250" b="1">
                <a:solidFill>
                  <a:srgbClr val="202B30"/>
                </a:solidFill>
                <a:latin typeface="Apple SD Gothic Neo"/>
                <a:ea typeface="Apple SD Gothic Neo"/>
                <a:cs typeface="Apple SD Gothic Neo"/>
              </a:defRPr>
            </a:pPr>
            <a:r>
              <a:rPr sz="2250" b="1">
                <a:solidFill>
                  <a:srgbClr val="202B30"/>
                </a:solidFill>
                <a:latin typeface="Apple SD Gothic Neo"/>
                <a:ea typeface="Apple SD Gothic Neo"/>
                <a:cs typeface="Apple SD Gothic Neo"/>
              </a:rPr>
              <a:t>사용자는 VIA에서 대화를 이어가고, Agent는 실제 보고서 작성을 수행합니다</a:t>
            </a:r>
          </a:p>
        </p:txBody>
      </p:sp>
    </p:spTree>
    <p:extLst>
      <p:ext uri="{BB962C8B-B14F-4D97-AF65-F5344CB8AC3E}">
        <p14:creationId val="1926313185"/>
      </p:ext>
    </p:extLst>
  </p:cSld>
</p:sld>
</file>

<file path=ppt/slides/slide12.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p:grpSpPr>
      <p:sp>
        <p:nvSpPr>
          <p:cNvPr id="35" name="via-v2-overlapping-events / title / 1">
            <a:extLst>
              <a:ext uri="{FF2B5EF4-FFF2-40B4-BE49-F238E27FC236}">
                <ns2:creationId id="{BD8E1CCA-674D-47A5-8CB9-E8619590D315}"/>
              </a:ext>
            </a:extLst>
          </p:cNvPr>
          <p:cNvSpPr>
            <a:spLocks noGrp="1"/>
          </p:cNvSpPr>
          <p:nvPr/>
        </p:nvSpPr>
        <p:spPr>
          <a:xfrm>
            <a:off x="666750" y="495300"/>
            <a:ext cx="17049750" cy="642938"/>
          </a:xfrm>
          <a:prstGeom prst="rect">
            <a:avLst/>
          </a:prstGeom>
          <a:noFill/>
          <a:ln w="0">
            <a:noFill/>
          </a:ln>
        </p:spPr>
        <p:txBody>
          <a:bodyPr wrap="none" lIns="0" tIns="0" rIns="0" bIns="0" anchor="t">
            <a:noAutofit/>
          </a:bodyPr>
          <a:lstStyle/>
          <a:p>
            <a:pPr algn="l">
              <a:defRPr sz="3750" b="1">
                <a:solidFill>
                  <a:srgbClr val="202B30"/>
                </a:solidFill>
                <a:latin typeface="Apple SD Gothic Neo"/>
                <a:ea typeface="Apple SD Gothic Neo"/>
                <a:cs typeface="Apple SD Gothic Neo"/>
              </a:defRPr>
            </a:pPr>
            <a:r>
              <a:rPr sz="3750" b="1">
                <a:solidFill>
                  <a:srgbClr val="202B30"/>
                </a:solidFill>
                <a:latin typeface="Apple SD Gothic Neo"/>
                <a:ea typeface="Apple SD Gothic Neo"/>
                <a:cs typeface="Apple SD Gothic Neo"/>
              </a:rPr>
              <a:t>업무를 맡긴 뒤에도,</a:t>
            </a:r>
          </a:p>
        </p:txBody>
      </p:sp>
      <p:sp>
        <p:nvSpPr>
          <p:cNvPr id="2" name="via-v2-overlapping-events / title / 2">
            <a:extLst>
              <a:ext uri="{FF2B5EF4-FFF2-40B4-BE49-F238E27FC236}">
                <ns2:creationId id="{D0A38325-6925-46ED-AD83-F0F8D65FB91E}"/>
              </a:ext>
            </a:extLst>
          </p:cNvPr>
          <p:cNvSpPr>
            <a:spLocks noGrp="1"/>
          </p:cNvSpPr>
          <p:nvPr/>
        </p:nvSpPr>
        <p:spPr>
          <a:xfrm>
            <a:off x="666750" y="1090613"/>
            <a:ext cx="17049750" cy="642938"/>
          </a:xfrm>
          <a:prstGeom prst="rect">
            <a:avLst/>
          </a:prstGeom>
          <a:noFill/>
          <a:ln w="0">
            <a:noFill/>
          </a:ln>
        </p:spPr>
        <p:txBody>
          <a:bodyPr wrap="none" lIns="0" tIns="0" rIns="0" bIns="0" anchor="t">
            <a:noAutofit/>
          </a:bodyPr>
          <a:lstStyle/>
          <a:p>
            <a:pPr algn="l">
              <a:defRPr sz="3750" b="1">
                <a:solidFill>
                  <a:srgbClr val="202B30"/>
                </a:solidFill>
                <a:latin typeface="Apple SD Gothic Neo"/>
                <a:ea typeface="Apple SD Gothic Neo"/>
                <a:cs typeface="Apple SD Gothic Neo"/>
              </a:defRPr>
            </a:pPr>
            <a:r>
              <a:rPr sz="3750" b="1">
                <a:solidFill>
                  <a:srgbClr val="202B30"/>
                </a:solidFill>
                <a:latin typeface="Apple SD Gothic Neo"/>
                <a:ea typeface="Apple SD Gothic Neo"/>
                <a:cs typeface="Apple SD Gothic Neo"/>
              </a:rPr>
              <a:t>새 발화와 업무 결과가 같은 대화로 들어옵니다</a:t>
            </a:r>
          </a:p>
        </p:txBody>
      </p:sp>
      <p:sp>
        <p:nvSpPr>
          <p:cNvPr id="3" name="via-v2-overlapping-events / request / 1">
            <a:extLst>
              <a:ext uri="{FF2B5EF4-FFF2-40B4-BE49-F238E27FC236}">
                <ns2:creationId id="{739004F3-3A81-4073-A48B-F2F815B1D001}"/>
              </a:ext>
            </a:extLst>
          </p:cNvPr>
          <p:cNvSpPr>
            <a:spLocks noGrp="1"/>
          </p:cNvSpPr>
          <p:nvPr/>
        </p:nvSpPr>
        <p:spPr>
          <a:xfrm>
            <a:off x="904875" y="1962150"/>
            <a:ext cx="16573500" cy="450056"/>
          </a:xfrm>
          <a:prstGeom prst="rect">
            <a:avLst/>
          </a:prstGeom>
          <a:noFill/>
          <a:ln w="0">
            <a:noFill/>
          </a:ln>
        </p:spPr>
        <p:txBody>
          <a:bodyPr wrap="none" lIns="0" tIns="0" rIns="0" bIns="0" anchor="t">
            <a:noAutofit/>
          </a:bodyPr>
          <a:lstStyle/>
          <a:p>
            <a:pPr algn="l">
              <a:defRPr sz="2625" b="1">
                <a:solidFill>
                  <a:srgbClr val="397C80"/>
                </a:solidFill>
                <a:latin typeface="Apple SD Gothic Neo"/>
                <a:ea typeface="Apple SD Gothic Neo"/>
                <a:cs typeface="Apple SD Gothic Neo"/>
              </a:defRPr>
            </a:pPr>
            <a:r>
              <a:rPr sz="2625" b="1">
                <a:solidFill>
                  <a:srgbClr val="397C80"/>
                </a:solidFill>
                <a:latin typeface="Apple SD Gothic Neo"/>
                <a:ea typeface="Apple SD Gothic Neo"/>
                <a:cs typeface="Apple SD Gothic Neo"/>
              </a:rPr>
              <a:t>“이 표와 지난달 보고서로 이번 달 매출보고서를 만들고,</a:t>
            </a:r>
          </a:p>
        </p:txBody>
      </p:sp>
      <p:sp>
        <p:nvSpPr>
          <p:cNvPr id="4" name="via-v2-overlapping-events / request / 2">
            <a:extLst>
              <a:ext uri="{FF2B5EF4-FFF2-40B4-BE49-F238E27FC236}">
                <ns2:creationId id="{DDADD937-A326-438A-879E-746D29BB8E98}"/>
              </a:ext>
            </a:extLst>
          </p:cNvPr>
          <p:cNvSpPr>
            <a:spLocks noGrp="1"/>
          </p:cNvSpPr>
          <p:nvPr/>
        </p:nvSpPr>
        <p:spPr>
          <a:xfrm>
            <a:off x="904875" y="2378869"/>
            <a:ext cx="16573500" cy="450056"/>
          </a:xfrm>
          <a:prstGeom prst="rect">
            <a:avLst/>
          </a:prstGeom>
          <a:noFill/>
          <a:ln w="0">
            <a:noFill/>
          </a:ln>
        </p:spPr>
        <p:txBody>
          <a:bodyPr wrap="none" lIns="0" tIns="0" rIns="0" bIns="0" anchor="t">
            <a:noAutofit/>
          </a:bodyPr>
          <a:lstStyle/>
          <a:p>
            <a:pPr algn="l">
              <a:defRPr sz="2625" b="1">
                <a:solidFill>
                  <a:srgbClr val="397C80"/>
                </a:solidFill>
                <a:latin typeface="Apple SD Gothic Neo"/>
                <a:ea typeface="Apple SD Gothic Neo"/>
                <a:cs typeface="Apple SD Gothic Neo"/>
              </a:defRPr>
            </a:pPr>
            <a:r>
              <a:rPr sz="2625" b="1">
                <a:solidFill>
                  <a:srgbClr val="397C80"/>
                </a:solidFill>
                <a:latin typeface="Apple SD Gothic Neo"/>
                <a:ea typeface="Apple SD Gothic Neo"/>
                <a:cs typeface="Apple SD Gothic Neo"/>
              </a:rPr>
              <a:t>내일 오후 3시 팀 회의 안내 메일 초안도 준비해줘.”</a:t>
            </a:r>
          </a:p>
        </p:txBody>
      </p:sp>
      <p:pic>
        <p:nvPicPr>
          <p:cNvPr id="39" name=""/>
          <p:cNvPicPr>
            <a:picLocks noChangeAspect="1"/>
          </p:cNvPicPr>
          <p:nvPr/>
        </p:nvPicPr>
        <p:blipFill>
          <a:blip r:embed="RviaIntroImage1"/>
          <a:srcRect l="0" t="15000" r="67000" b="22000"/>
          <a:stretch>
            <a:fillRect l="0" t="0" r="0" b="0"/>
          </a:stretch>
        </p:blipFill>
        <p:spPr>
          <a:xfrm>
            <a:off x="904875" y="2933700"/>
            <a:ext cx="4476750" cy="2952750"/>
          </a:xfrm>
          <a:prstGeom prst="rect">
            <a:avLst/>
          </a:prstGeom>
        </p:spPr>
      </p:pic>
      <p:pic>
        <p:nvPicPr>
          <p:cNvPr id="40" name=""/>
          <p:cNvPicPr>
            <a:picLocks noChangeAspect="1"/>
          </p:cNvPicPr>
          <p:nvPr/>
        </p:nvPicPr>
        <p:blipFill>
          <a:blip r:embed="RviaIntroImage2"/>
          <a:srcRect l="36000" t="25000" r="36000" b="24000"/>
          <a:stretch>
            <a:fillRect l="0" t="0" r="0" b="0"/>
          </a:stretch>
        </p:blipFill>
        <p:spPr>
          <a:xfrm>
            <a:off x="6834188" y="2933700"/>
            <a:ext cx="4714875" cy="2952750"/>
          </a:xfrm>
          <a:prstGeom prst="rect">
            <a:avLst/>
          </a:prstGeom>
        </p:spPr>
      </p:pic>
      <p:pic>
        <p:nvPicPr>
          <p:cNvPr id="41" name=""/>
          <p:cNvPicPr>
            <a:picLocks noChangeAspect="1"/>
          </p:cNvPicPr>
          <p:nvPr/>
        </p:nvPicPr>
        <p:blipFill>
          <a:blip r:embed="RviaIntroImage3"/>
          <a:srcRect l="65000" t="15000" r="1000" b="27000"/>
          <a:stretch>
            <a:fillRect l="0" t="0" r="0" b="0"/>
          </a:stretch>
        </p:blipFill>
        <p:spPr>
          <a:xfrm>
            <a:off x="12668250" y="2933700"/>
            <a:ext cx="4953000" cy="2952750"/>
          </a:xfrm>
          <a:prstGeom prst="rect">
            <a:avLst/>
          </a:prstGeom>
        </p:spPr>
      </p:pic>
      <p:sp>
        <p:nvSpPr>
          <p:cNvPr id="8" name="via-v2-overlapping-events / user / 1">
            <a:extLst>
              <a:ext uri="{FF2B5EF4-FFF2-40B4-BE49-F238E27FC236}">
                <ns2:creationId id="{AE065379-AB06-40B5-B61A-2B6A0281D154}"/>
              </a:ext>
            </a:extLst>
          </p:cNvPr>
          <p:cNvSpPr>
            <a:spLocks noGrp="1"/>
          </p:cNvSpPr>
          <p:nvPr/>
        </p:nvSpPr>
        <p:spPr>
          <a:xfrm>
            <a:off x="809625" y="5981700"/>
            <a:ext cx="4667250" cy="450056"/>
          </a:xfrm>
          <a:prstGeom prst="rect">
            <a:avLst/>
          </a:prstGeom>
          <a:noFill/>
          <a:ln w="0">
            <a:noFill/>
          </a:ln>
        </p:spPr>
        <p:txBody>
          <a:bodyPr wrap="none" lIns="0" tIns="0" rIns="0" bIns="0" anchor="t">
            <a:noAutofit/>
          </a:bodyPr>
          <a:lstStyle/>
          <a:p>
            <a:pPr algn="ctr">
              <a:defRPr sz="2625" b="1">
                <a:solidFill>
                  <a:srgbClr val="202B30"/>
                </a:solidFill>
                <a:latin typeface="Apple SD Gothic Neo"/>
                <a:ea typeface="Apple SD Gothic Neo"/>
                <a:cs typeface="Apple SD Gothic Neo"/>
              </a:defRPr>
            </a:pPr>
            <a:r>
              <a:rPr sz="2625" b="1">
                <a:solidFill>
                  <a:srgbClr val="202B30"/>
                </a:solidFill>
                <a:latin typeface="Apple SD Gothic Neo"/>
                <a:ea typeface="Apple SD Gothic Neo"/>
                <a:cs typeface="Apple SD Gothic Neo"/>
              </a:rPr>
              <a:t>사용자</a:t>
            </a:r>
          </a:p>
        </p:txBody>
      </p:sp>
      <p:sp>
        <p:nvSpPr>
          <p:cNvPr id="9" name="via-v2-overlapping-events / via / 1">
            <a:extLst>
              <a:ext uri="{FF2B5EF4-FFF2-40B4-BE49-F238E27FC236}">
                <ns2:creationId id="{36E07EA9-8D4F-42EB-A14B-BC1867D42DDF}"/>
              </a:ext>
            </a:extLst>
          </p:cNvPr>
          <p:cNvSpPr>
            <a:spLocks noGrp="1"/>
          </p:cNvSpPr>
          <p:nvPr/>
        </p:nvSpPr>
        <p:spPr>
          <a:xfrm>
            <a:off x="6858000" y="5981700"/>
            <a:ext cx="4667250" cy="450056"/>
          </a:xfrm>
          <a:prstGeom prst="rect">
            <a:avLst/>
          </a:prstGeom>
          <a:noFill/>
          <a:ln w="0">
            <a:noFill/>
          </a:ln>
        </p:spPr>
        <p:txBody>
          <a:bodyPr wrap="none" lIns="0" tIns="0" rIns="0" bIns="0" anchor="t">
            <a:noAutofit/>
          </a:bodyPr>
          <a:lstStyle/>
          <a:p>
            <a:pPr algn="ctr">
              <a:defRPr sz="2625" b="1">
                <a:solidFill>
                  <a:srgbClr val="397C80"/>
                </a:solidFill>
                <a:latin typeface="Apple SD Gothic Neo"/>
                <a:ea typeface="Apple SD Gothic Neo"/>
                <a:cs typeface="Apple SD Gothic Neo"/>
              </a:defRPr>
            </a:pPr>
            <a:r>
              <a:rPr sz="2625" b="1">
                <a:solidFill>
                  <a:srgbClr val="397C80"/>
                </a:solidFill>
                <a:latin typeface="Apple SD Gothic Neo"/>
                <a:ea typeface="Apple SD Gothic Neo"/>
                <a:cs typeface="Apple SD Gothic Neo"/>
              </a:rPr>
              <a:t>VIA</a:t>
            </a:r>
          </a:p>
        </p:txBody>
      </p:sp>
      <p:sp>
        <p:nvSpPr>
          <p:cNvPr id="10" name="via-v2-overlapping-events / agent / 1">
            <a:extLst>
              <a:ext uri="{FF2B5EF4-FFF2-40B4-BE49-F238E27FC236}">
                <ns2:creationId id="{7AECB87C-F473-412F-BD19-1ECCC33E832E}"/>
              </a:ext>
            </a:extLst>
          </p:cNvPr>
          <p:cNvSpPr>
            <a:spLocks noGrp="1"/>
          </p:cNvSpPr>
          <p:nvPr/>
        </p:nvSpPr>
        <p:spPr>
          <a:xfrm>
            <a:off x="12811125" y="5981700"/>
            <a:ext cx="4667250" cy="450056"/>
          </a:xfrm>
          <a:prstGeom prst="rect">
            <a:avLst/>
          </a:prstGeom>
          <a:noFill/>
          <a:ln w="0">
            <a:noFill/>
          </a:ln>
        </p:spPr>
        <p:txBody>
          <a:bodyPr wrap="none" lIns="0" tIns="0" rIns="0" bIns="0" anchor="t">
            <a:noAutofit/>
          </a:bodyPr>
          <a:lstStyle/>
          <a:p>
            <a:pPr algn="ctr">
              <a:defRPr sz="2625" b="1">
                <a:solidFill>
                  <a:srgbClr val="202B30"/>
                </a:solidFill>
                <a:latin typeface="Apple SD Gothic Neo"/>
                <a:ea typeface="Apple SD Gothic Neo"/>
                <a:cs typeface="Apple SD Gothic Neo"/>
              </a:defRPr>
            </a:pPr>
            <a:r>
              <a:rPr sz="2625" b="1">
                <a:solidFill>
                  <a:srgbClr val="202B30"/>
                </a:solidFill>
                <a:latin typeface="Apple SD Gothic Neo"/>
                <a:ea typeface="Apple SD Gothic Neo"/>
                <a:cs typeface="Apple SD Gothic Neo"/>
              </a:rPr>
              <a:t>업무 수행 Agent</a:t>
            </a:r>
          </a:p>
        </p:txBody>
      </p:sp>
      <p:sp>
        <p:nvSpPr>
          <p:cNvPr id="11" name="via-v2-overlapping-events / participant 330">
            <a:extLst>
              <a:ext uri="{FF2B5EF4-FFF2-40B4-BE49-F238E27FC236}">
                <ns2:creationId id="{56E66349-1B63-4467-ABB0-8193B6AA8E08}"/>
              </a:ext>
            </a:extLst>
          </p:cNvPr>
          <p:cNvSpPr>
            <a:spLocks noGrp="1"/>
          </p:cNvSpPr>
          <p:nvPr/>
        </p:nvSpPr>
        <p:spPr>
          <a:xfrm>
            <a:off x="3143250" y="6477000"/>
            <a:ext cx="953" cy="2857500"/>
          </a:xfrm>
          <a:custGeom>
            <a:pathLst>
              <a:path w="953" h="2857500">
                <a:moveTo>
                  <a:pt x="0" y="0"/>
                </a:moveTo>
                <a:lnTo>
                  <a:pt x="0" y="2857500"/>
                </a:lnTo>
              </a:path>
            </a:pathLst>
          </a:custGeom>
          <a:noFill/>
          <a:ln w="13335">
            <a:solidFill>
              <a:srgbClr val="CDD7DA"/>
            </a:solidFill>
            <a:prstDash val="dash"/>
          </a:ln>
        </p:spPr>
      </p:sp>
      <p:sp>
        <p:nvSpPr>
          <p:cNvPr id="12" name="via-v2-overlapping-events / participant 965">
            <a:extLst>
              <a:ext uri="{FF2B5EF4-FFF2-40B4-BE49-F238E27FC236}">
                <ns2:creationId id="{D98F9F2D-74D3-4CEF-9EAD-88E7F58D66CE}"/>
              </a:ext>
            </a:extLst>
          </p:cNvPr>
          <p:cNvSpPr>
            <a:spLocks noGrp="1"/>
          </p:cNvSpPr>
          <p:nvPr/>
        </p:nvSpPr>
        <p:spPr>
          <a:xfrm>
            <a:off x="9191625" y="6477000"/>
            <a:ext cx="953" cy="2857500"/>
          </a:xfrm>
          <a:custGeom>
            <a:pathLst>
              <a:path w="953" h="2857500">
                <a:moveTo>
                  <a:pt x="0" y="0"/>
                </a:moveTo>
                <a:lnTo>
                  <a:pt x="0" y="2857500"/>
                </a:lnTo>
              </a:path>
            </a:pathLst>
          </a:custGeom>
          <a:noFill/>
          <a:ln w="13335">
            <a:solidFill>
              <a:srgbClr val="CDD7DA"/>
            </a:solidFill>
            <a:prstDash val="dash"/>
          </a:ln>
        </p:spPr>
      </p:sp>
      <p:sp>
        <p:nvSpPr>
          <p:cNvPr id="13" name="via-v2-overlapping-events / participant 1590">
            <a:extLst>
              <a:ext uri="{FF2B5EF4-FFF2-40B4-BE49-F238E27FC236}">
                <ns2:creationId id="{8FE1D480-F8D5-4855-B9FF-6D2D8E9F7007}"/>
              </a:ext>
            </a:extLst>
          </p:cNvPr>
          <p:cNvSpPr>
            <a:spLocks noGrp="1"/>
          </p:cNvSpPr>
          <p:nvPr/>
        </p:nvSpPr>
        <p:spPr>
          <a:xfrm>
            <a:off x="15144750" y="6477000"/>
            <a:ext cx="953" cy="2857500"/>
          </a:xfrm>
          <a:custGeom>
            <a:pathLst>
              <a:path w="953" h="2857500">
                <a:moveTo>
                  <a:pt x="0" y="0"/>
                </a:moveTo>
                <a:lnTo>
                  <a:pt x="0" y="2857500"/>
                </a:lnTo>
              </a:path>
            </a:pathLst>
          </a:custGeom>
          <a:noFill/>
          <a:ln w="13335">
            <a:solidFill>
              <a:srgbClr val="CDD7DA"/>
            </a:solidFill>
            <a:prstDash val="dash"/>
          </a:ln>
        </p:spPr>
      </p:sp>
      <p:sp>
        <p:nvSpPr>
          <p:cNvPr id="14" name="via-v2-overlapping-events / compound-input">
            <a:extLst>
              <a:ext uri="{FF2B5EF4-FFF2-40B4-BE49-F238E27FC236}">
                <ns2:creationId id="{9C6BF582-C60D-4F15-90AA-D65F6EB29135}"/>
              </a:ext>
            </a:extLst>
          </p:cNvPr>
          <p:cNvSpPr>
            <a:spLocks noGrp="1"/>
          </p:cNvSpPr>
          <p:nvPr/>
        </p:nvSpPr>
        <p:spPr>
          <a:xfrm>
            <a:off x="3143250" y="6905625"/>
            <a:ext cx="6048375" cy="953"/>
          </a:xfrm>
          <a:custGeom>
            <a:pathLst>
              <a:path w="6048375" h="953">
                <a:moveTo>
                  <a:pt x="0" y="0"/>
                </a:moveTo>
                <a:lnTo>
                  <a:pt x="6048375" y="0"/>
                </a:lnTo>
              </a:path>
            </a:pathLst>
          </a:custGeom>
          <a:noFill/>
          <a:ln w="20003">
            <a:solidFill>
              <a:srgbClr val="397C80"/>
            </a:solidFill>
            <a:prstDash val="solid"/>
          </a:ln>
        </p:spPr>
      </p:sp>
      <p:sp>
        <p:nvSpPr>
          <p:cNvPr id="15" name="via-v2-overlapping-events / compound-input / arrow">
            <a:extLst>
              <a:ext uri="{FF2B5EF4-FFF2-40B4-BE49-F238E27FC236}">
                <ns2:creationId id="{A02EEE77-1FA9-46F7-A6D1-0489854D455A}"/>
              </a:ext>
            </a:extLst>
          </p:cNvPr>
          <p:cNvSpPr>
            <a:spLocks noGrp="1"/>
          </p:cNvSpPr>
          <p:nvPr/>
        </p:nvSpPr>
        <p:spPr>
          <a:xfrm>
            <a:off x="9058275"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16" name="via-v2-overlapping-events / compound-input label / 1">
            <a:extLst>
              <a:ext uri="{FF2B5EF4-FFF2-40B4-BE49-F238E27FC236}">
                <ns2:creationId id="{B2133C54-9FFA-42C4-8912-D4526149FEA3}"/>
              </a:ext>
            </a:extLst>
          </p:cNvPr>
          <p:cNvSpPr>
            <a:spLocks noGrp="1"/>
          </p:cNvSpPr>
          <p:nvPr/>
        </p:nvSpPr>
        <p:spPr>
          <a:xfrm>
            <a:off x="3381375" y="6457950"/>
            <a:ext cx="5572125" cy="347186"/>
          </a:xfrm>
          <a:prstGeom prst="rect">
            <a:avLst/>
          </a:prstGeom>
          <a:noFill/>
          <a:ln w="0">
            <a:noFill/>
          </a:ln>
        </p:spPr>
        <p:txBody>
          <a:bodyPr wrap="none" lIns="0" tIns="0" rIns="0" bIns="0" anchor="t">
            <a:noAutofit/>
          </a:bodyPr>
          <a:lstStyle/>
          <a:p>
            <a:pPr algn="ctr">
              <a:defRPr sz="2025" b="0">
                <a:solidFill>
                  <a:srgbClr val="397C80"/>
                </a:solidFill>
                <a:latin typeface="Apple SD Gothic Neo"/>
                <a:ea typeface="Apple SD Gothic Neo"/>
                <a:cs typeface="Apple SD Gothic Neo"/>
              </a:defRPr>
            </a:pPr>
            <a:r>
              <a:rPr sz="2025" b="0">
                <a:solidFill>
                  <a:srgbClr val="397C80"/>
                </a:solidFill>
                <a:latin typeface="Apple SD Gothic Neo"/>
                <a:ea typeface="Apple SD Gothic Neo"/>
                <a:cs typeface="Apple SD Gothic Neo"/>
              </a:rPr>
              <a:t>한 발화에 서로 독립적인 두 업무</a:t>
            </a:r>
          </a:p>
        </p:txBody>
      </p:sp>
      <p:sp>
        <p:nvSpPr>
          <p:cNvPr id="17" name="via-v2-overlapping-events / two-delegations">
            <a:extLst>
              <a:ext uri="{FF2B5EF4-FFF2-40B4-BE49-F238E27FC236}">
                <ns2:creationId id="{7F0F96B9-003E-4261-9FD4-8E41B3FEF108}"/>
              </a:ext>
            </a:extLst>
          </p:cNvPr>
          <p:cNvSpPr>
            <a:spLocks noGrp="1"/>
          </p:cNvSpPr>
          <p:nvPr/>
        </p:nvSpPr>
        <p:spPr>
          <a:xfrm>
            <a:off x="9191625" y="6905625"/>
            <a:ext cx="5953125" cy="953"/>
          </a:xfrm>
          <a:custGeom>
            <a:pathLst>
              <a:path w="5953125" h="953">
                <a:moveTo>
                  <a:pt x="0" y="0"/>
                </a:moveTo>
                <a:lnTo>
                  <a:pt x="5953125" y="0"/>
                </a:lnTo>
              </a:path>
            </a:pathLst>
          </a:custGeom>
          <a:noFill/>
          <a:ln w="20003">
            <a:solidFill>
              <a:srgbClr val="397C80"/>
            </a:solidFill>
            <a:prstDash val="solid"/>
          </a:ln>
        </p:spPr>
      </p:sp>
      <p:sp>
        <p:nvSpPr>
          <p:cNvPr id="18" name="via-v2-overlapping-events / two-delegations / arrow">
            <a:extLst>
              <a:ext uri="{FF2B5EF4-FFF2-40B4-BE49-F238E27FC236}">
                <ns2:creationId id="{121A1489-8292-49C0-8912-FF18A69CD152}"/>
              </a:ext>
            </a:extLst>
          </p:cNvPr>
          <p:cNvSpPr>
            <a:spLocks noGrp="1"/>
          </p:cNvSpPr>
          <p:nvPr/>
        </p:nvSpPr>
        <p:spPr>
          <a:xfrm>
            <a:off x="15011400"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19" name="via-v2-overlapping-events / two-delegations label / 1">
            <a:extLst>
              <a:ext uri="{FF2B5EF4-FFF2-40B4-BE49-F238E27FC236}">
                <ns2:creationId id="{B4116465-D30B-4756-8BC5-1F54185B3DA2}"/>
              </a:ext>
            </a:extLst>
          </p:cNvPr>
          <p:cNvSpPr>
            <a:spLocks noGrp="1"/>
          </p:cNvSpPr>
          <p:nvPr/>
        </p:nvSpPr>
        <p:spPr>
          <a:xfrm>
            <a:off x="9429750" y="6457950"/>
            <a:ext cx="5476875" cy="334328"/>
          </a:xfrm>
          <a:prstGeom prst="rect">
            <a:avLst/>
          </a:prstGeom>
          <a:noFill/>
          <a:ln w="0">
            <a:noFill/>
          </a:ln>
        </p:spPr>
        <p:txBody>
          <a:bodyPr wrap="none" lIns="0" tIns="0" rIns="0" bIns="0" anchor="t">
            <a:noAutofit/>
          </a:bodyPr>
          <a:lstStyle/>
          <a:p>
            <a:pPr algn="ctr">
              <a:defRPr sz="1950" b="0">
                <a:solidFill>
                  <a:srgbClr val="397C80"/>
                </a:solidFill>
                <a:latin typeface="Apple SD Gothic Neo"/>
                <a:ea typeface="Apple SD Gothic Neo"/>
                <a:cs typeface="Apple SD Gothic Neo"/>
              </a:defRPr>
            </a:pPr>
            <a:r>
              <a:rPr sz="1950" b="0">
                <a:solidFill>
                  <a:srgbClr val="397C80"/>
                </a:solidFill>
                <a:latin typeface="Apple SD Gothic Neo"/>
                <a:ea typeface="Apple SD Gothic Neo"/>
                <a:cs typeface="Apple SD Gothic Neo"/>
              </a:rPr>
              <a:t>보고서 작성 / 회의 안내 메일 초안</a:t>
            </a:r>
          </a:p>
        </p:txBody>
      </p:sp>
      <p:sp>
        <p:nvSpPr>
          <p:cNvPr id="20" name="via-v2-overlapping-events / ongoing-tasks / 1">
            <a:extLst>
              <a:ext uri="{FF2B5EF4-FFF2-40B4-BE49-F238E27FC236}">
                <ns2:creationId id="{29B2ECEF-137E-46B2-B14D-9D39C2B39CD6}"/>
              </a:ext>
            </a:extLst>
          </p:cNvPr>
          <p:cNvSpPr>
            <a:spLocks noGrp="1"/>
          </p:cNvSpPr>
          <p:nvPr/>
        </p:nvSpPr>
        <p:spPr>
          <a:xfrm>
            <a:off x="12211050" y="7086600"/>
            <a:ext cx="5429250" cy="347186"/>
          </a:xfrm>
          <a:prstGeom prst="rect">
            <a:avLst/>
          </a:prstGeom>
          <a:noFill/>
          <a:ln w="0">
            <a:noFill/>
          </a:ln>
        </p:spPr>
        <p:txBody>
          <a:bodyPr wrap="none" lIns="0" tIns="0" rIns="0" bIns="0" anchor="t">
            <a:noAutofit/>
          </a:bodyPr>
          <a:lstStyle/>
          <a:p>
            <a:pPr algn="ctr">
              <a:defRPr sz="2025" b="0">
                <a:solidFill>
                  <a:srgbClr val="66777D"/>
                </a:solidFill>
                <a:latin typeface="Apple SD Gothic Neo"/>
                <a:ea typeface="Apple SD Gothic Neo"/>
                <a:cs typeface="Apple SD Gothic Neo"/>
              </a:defRPr>
            </a:pPr>
            <a:r>
              <a:rPr sz="2025" b="0">
                <a:solidFill>
                  <a:srgbClr val="66777D"/>
                </a:solidFill>
                <a:latin typeface="Apple SD Gothic Neo"/>
                <a:ea typeface="Apple SD Gothic Neo"/>
                <a:cs typeface="Apple SD Gothic Neo"/>
              </a:rPr>
              <a:t>보고서·메일 처리 중</a:t>
            </a:r>
          </a:p>
        </p:txBody>
      </p:sp>
      <p:sp>
        <p:nvSpPr>
          <p:cNvPr id="21" name="via-v2-overlapping-events / interruption">
            <a:extLst>
              <a:ext uri="{FF2B5EF4-FFF2-40B4-BE49-F238E27FC236}">
                <ns2:creationId id="{E59C11DA-01E3-4154-8DED-17805E17BDB7}"/>
              </a:ext>
            </a:extLst>
          </p:cNvPr>
          <p:cNvSpPr>
            <a:spLocks noGrp="1"/>
          </p:cNvSpPr>
          <p:nvPr/>
        </p:nvSpPr>
        <p:spPr>
          <a:xfrm>
            <a:off x="3143250" y="7953375"/>
            <a:ext cx="6048375" cy="953"/>
          </a:xfrm>
          <a:custGeom>
            <a:pathLst>
              <a:path w="6048375" h="953">
                <a:moveTo>
                  <a:pt x="0" y="0"/>
                </a:moveTo>
                <a:lnTo>
                  <a:pt x="6048375" y="0"/>
                </a:lnTo>
              </a:path>
            </a:pathLst>
          </a:custGeom>
          <a:noFill/>
          <a:ln w="20003">
            <a:solidFill>
              <a:srgbClr val="397C80"/>
            </a:solidFill>
            <a:prstDash val="solid"/>
          </a:ln>
        </p:spPr>
      </p:sp>
      <p:sp>
        <p:nvSpPr>
          <p:cNvPr id="22" name="via-v2-overlapping-events / interruption / arrow">
            <a:extLst>
              <a:ext uri="{FF2B5EF4-FFF2-40B4-BE49-F238E27FC236}">
                <ns2:creationId id="{62363B97-A711-431E-9347-272D4AEFD98E}"/>
              </a:ext>
            </a:extLst>
          </p:cNvPr>
          <p:cNvSpPr>
            <a:spLocks noGrp="1"/>
          </p:cNvSpPr>
          <p:nvPr/>
        </p:nvSpPr>
        <p:spPr>
          <a:xfrm>
            <a:off x="9058275" y="788670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23" name="via-v2-overlapping-events / interruption label / 1">
            <a:extLst>
              <a:ext uri="{FF2B5EF4-FFF2-40B4-BE49-F238E27FC236}">
                <ns2:creationId id="{CE59B267-06E2-4FFE-BB5D-35A4EC66A974}"/>
              </a:ext>
            </a:extLst>
          </p:cNvPr>
          <p:cNvSpPr>
            <a:spLocks noGrp="1"/>
          </p:cNvSpPr>
          <p:nvPr/>
        </p:nvSpPr>
        <p:spPr>
          <a:xfrm>
            <a:off x="3381375" y="7505700"/>
            <a:ext cx="5572125" cy="334328"/>
          </a:xfrm>
          <a:prstGeom prst="rect">
            <a:avLst/>
          </a:prstGeom>
          <a:noFill/>
          <a:ln w="0">
            <a:noFill/>
          </a:ln>
        </p:spPr>
        <p:txBody>
          <a:bodyPr wrap="none" lIns="0" tIns="0" rIns="0" bIns="0" anchor="t">
            <a:noAutofit/>
          </a:bodyPr>
          <a:lstStyle/>
          <a:p>
            <a:pPr algn="ctr">
              <a:defRPr sz="1950" b="0">
                <a:solidFill>
                  <a:srgbClr val="397C80"/>
                </a:solidFill>
                <a:latin typeface="Apple SD Gothic Neo"/>
                <a:ea typeface="Apple SD Gothic Neo"/>
                <a:cs typeface="Apple SD Gothic Neo"/>
              </a:defRPr>
            </a:pPr>
            <a:r>
              <a:rPr sz="1950" b="0">
                <a:solidFill>
                  <a:srgbClr val="397C80"/>
                </a:solidFill>
                <a:latin typeface="Apple SD Gothic Neo"/>
                <a:ea typeface="Apple SD Gothic Neo"/>
                <a:cs typeface="Apple SD Gothic Neo"/>
              </a:rPr>
              <a:t>“잠깐, 보고서엔 국내 매출만 넣어줘.”</a:t>
            </a:r>
          </a:p>
        </p:txBody>
      </p:sp>
      <p:sp>
        <p:nvSpPr>
          <p:cNvPr id="24" name="via-v2-overlapping-events / old-result">
            <a:extLst>
              <a:ext uri="{FF2B5EF4-FFF2-40B4-BE49-F238E27FC236}">
                <ns2:creationId id="{2269C667-9E22-4E45-A766-769B26E04AA3}"/>
              </a:ext>
            </a:extLst>
          </p:cNvPr>
          <p:cNvSpPr>
            <a:spLocks noGrp="1"/>
          </p:cNvSpPr>
          <p:nvPr/>
        </p:nvSpPr>
        <p:spPr>
          <a:xfrm>
            <a:off x="9191625" y="7953375"/>
            <a:ext cx="5953125" cy="953"/>
          </a:xfrm>
          <a:custGeom>
            <a:pathLst>
              <a:path w="5953125" h="953">
                <a:moveTo>
                  <a:pt x="5953125" y="0"/>
                </a:moveTo>
                <a:lnTo>
                  <a:pt x="0" y="0"/>
                </a:lnTo>
              </a:path>
            </a:pathLst>
          </a:custGeom>
          <a:noFill/>
          <a:ln w="20003">
            <a:solidFill>
              <a:srgbClr val="A56237"/>
            </a:solidFill>
            <a:prstDash val="solid"/>
          </a:ln>
        </p:spPr>
      </p:sp>
      <p:sp>
        <p:nvSpPr>
          <p:cNvPr id="25" name="via-v2-overlapping-events / old-result / arrow">
            <a:extLst>
              <a:ext uri="{FF2B5EF4-FFF2-40B4-BE49-F238E27FC236}">
                <ns2:creationId id="{3C726ED0-6DD7-45BB-B9C6-020ABF018E4C}"/>
              </a:ext>
            </a:extLst>
          </p:cNvPr>
          <p:cNvSpPr>
            <a:spLocks noGrp="1"/>
          </p:cNvSpPr>
          <p:nvPr/>
        </p:nvSpPr>
        <p:spPr>
          <a:xfrm>
            <a:off x="9191625" y="788670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26" name="via-v2-overlapping-events / old-result label / 1">
            <a:extLst>
              <a:ext uri="{FF2B5EF4-FFF2-40B4-BE49-F238E27FC236}">
                <ns2:creationId id="{E6639921-42EE-4A17-B0E7-203215DEC0DF}"/>
              </a:ext>
            </a:extLst>
          </p:cNvPr>
          <p:cNvSpPr>
            <a:spLocks noGrp="1"/>
          </p:cNvSpPr>
          <p:nvPr/>
        </p:nvSpPr>
        <p:spPr>
          <a:xfrm>
            <a:off x="9429750" y="7505700"/>
            <a:ext cx="5476875" cy="334328"/>
          </a:xfrm>
          <a:prstGeom prst="rect">
            <a:avLst/>
          </a:prstGeom>
          <a:noFill/>
          <a:ln w="0">
            <a:noFill/>
          </a:ln>
        </p:spPr>
        <p:txBody>
          <a:bodyPr wrap="none" lIns="0" tIns="0" rIns="0" bIns="0" anchor="t">
            <a:noAutofit/>
          </a:bodyPr>
          <a:lstStyle/>
          <a:p>
            <a:pPr algn="ctr">
              <a:defRPr sz="1950" b="0">
                <a:solidFill>
                  <a:srgbClr val="A56237"/>
                </a:solidFill>
                <a:latin typeface="Apple SD Gothic Neo"/>
                <a:ea typeface="Apple SD Gothic Neo"/>
                <a:cs typeface="Apple SD Gothic Neo"/>
              </a:defRPr>
            </a:pPr>
            <a:r>
              <a:rPr sz="1950" b="0">
                <a:solidFill>
                  <a:srgbClr val="A56237"/>
                </a:solidFill>
                <a:latin typeface="Apple SD Gothic Neo"/>
                <a:ea typeface="Apple SD Gothic Neo"/>
                <a:cs typeface="Apple SD Gothic Neo"/>
              </a:rPr>
              <a:t>이전에 맡긴 공급업체 견적 도착</a:t>
            </a:r>
          </a:p>
        </p:txBody>
      </p:sp>
      <p:sp>
        <p:nvSpPr>
          <p:cNvPr id="27" name="via-v2-overlapping-events / coincidence / 1">
            <a:extLst>
              <a:ext uri="{FF2B5EF4-FFF2-40B4-BE49-F238E27FC236}">
                <ns2:creationId id="{6EC7FD99-928D-4C0C-AAE2-73AD82006275}"/>
              </a:ext>
            </a:extLst>
          </p:cNvPr>
          <p:cNvSpPr>
            <a:spLocks noGrp="1"/>
          </p:cNvSpPr>
          <p:nvPr/>
        </p:nvSpPr>
        <p:spPr>
          <a:xfrm>
            <a:off x="7067550" y="8201025"/>
            <a:ext cx="4238625" cy="321469"/>
          </a:xfrm>
          <a:prstGeom prst="rect">
            <a:avLst/>
          </a:prstGeom>
          <a:noFill/>
          <a:ln w="0">
            <a:noFill/>
          </a:ln>
        </p:spPr>
        <p:txBody>
          <a:bodyPr wrap="none" lIns="0" tIns="0" rIns="0" bIns="0" anchor="t">
            <a:noAutofit/>
          </a:bodyPr>
          <a:lstStyle/>
          <a:p>
            <a:pPr algn="ctr">
              <a:defRPr sz="1875" b="1">
                <a:solidFill>
                  <a:srgbClr val="66777D"/>
                </a:solidFill>
                <a:latin typeface="Apple SD Gothic Neo"/>
                <a:ea typeface="Apple SD Gothic Neo"/>
                <a:cs typeface="Apple SD Gothic Neo"/>
              </a:defRPr>
            </a:pPr>
            <a:r>
              <a:rPr sz="1875" b="1">
                <a:solidFill>
                  <a:srgbClr val="66777D"/>
                </a:solidFill>
                <a:latin typeface="Apple SD Gothic Neo"/>
                <a:ea typeface="Apple SD Gothic Neo"/>
                <a:cs typeface="Apple SD Gothic Neo"/>
              </a:rPr>
              <a:t>새 발화와 결과가 겹쳐 도착</a:t>
            </a:r>
          </a:p>
        </p:txBody>
      </p:sp>
      <p:sp>
        <p:nvSpPr>
          <p:cNvPr id="28" name="via-v2-overlapping-events / report-correction">
            <a:extLst>
              <a:ext uri="{FF2B5EF4-FFF2-40B4-BE49-F238E27FC236}">
                <ns2:creationId id="{D270A7D1-DA5C-471B-B61B-628CF954AEFD}"/>
              </a:ext>
            </a:extLst>
          </p:cNvPr>
          <p:cNvSpPr>
            <a:spLocks noGrp="1"/>
          </p:cNvSpPr>
          <p:nvPr/>
        </p:nvSpPr>
        <p:spPr>
          <a:xfrm>
            <a:off x="9191625" y="9191625"/>
            <a:ext cx="5953125" cy="953"/>
          </a:xfrm>
          <a:custGeom>
            <a:pathLst>
              <a:path w="5953125" h="953">
                <a:moveTo>
                  <a:pt x="0" y="0"/>
                </a:moveTo>
                <a:lnTo>
                  <a:pt x="5953125" y="0"/>
                </a:lnTo>
              </a:path>
            </a:pathLst>
          </a:custGeom>
          <a:noFill/>
          <a:ln w="20003">
            <a:solidFill>
              <a:srgbClr val="397C80"/>
            </a:solidFill>
            <a:prstDash val="solid"/>
          </a:ln>
        </p:spPr>
      </p:sp>
      <p:sp>
        <p:nvSpPr>
          <p:cNvPr id="29" name="via-v2-overlapping-events / report-correction / arrow">
            <a:extLst>
              <a:ext uri="{FF2B5EF4-FFF2-40B4-BE49-F238E27FC236}">
                <ns2:creationId id="{9BA7F65F-F771-4319-9476-C3EE9A03219F}"/>
              </a:ext>
            </a:extLst>
          </p:cNvPr>
          <p:cNvSpPr>
            <a:spLocks noGrp="1"/>
          </p:cNvSpPr>
          <p:nvPr/>
        </p:nvSpPr>
        <p:spPr>
          <a:xfrm>
            <a:off x="15011400" y="9124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30" name="via-v2-overlapping-events / report-correction label / 1">
            <a:extLst>
              <a:ext uri="{FF2B5EF4-FFF2-40B4-BE49-F238E27FC236}">
                <ns2:creationId id="{A5F5493C-DE8D-4823-82BC-FA4FBEE2FB30}"/>
              </a:ext>
            </a:extLst>
          </p:cNvPr>
          <p:cNvSpPr>
            <a:spLocks noGrp="1"/>
          </p:cNvSpPr>
          <p:nvPr/>
        </p:nvSpPr>
        <p:spPr>
          <a:xfrm>
            <a:off x="9429750" y="8743950"/>
            <a:ext cx="5476875" cy="347186"/>
          </a:xfrm>
          <a:prstGeom prst="rect">
            <a:avLst/>
          </a:prstGeom>
          <a:noFill/>
          <a:ln w="0">
            <a:noFill/>
          </a:ln>
        </p:spPr>
        <p:txBody>
          <a:bodyPr wrap="none" lIns="0" tIns="0" rIns="0" bIns="0" anchor="t">
            <a:noAutofit/>
          </a:bodyPr>
          <a:lstStyle/>
          <a:p>
            <a:pPr algn="ctr">
              <a:defRPr sz="2025" b="0">
                <a:solidFill>
                  <a:srgbClr val="397C80"/>
                </a:solidFill>
                <a:latin typeface="Apple SD Gothic Neo"/>
                <a:ea typeface="Apple SD Gothic Neo"/>
                <a:cs typeface="Apple SD Gothic Neo"/>
              </a:defRPr>
            </a:pPr>
            <a:r>
              <a:rPr sz="2025" b="0">
                <a:solidFill>
                  <a:srgbClr val="397C80"/>
                </a:solidFill>
                <a:latin typeface="Apple SD Gothic Neo"/>
                <a:ea typeface="Apple SD Gothic Neo"/>
                <a:cs typeface="Apple SD Gothic Neo"/>
              </a:rPr>
              <a:t>정정은 보고서 업무에 연결</a:t>
            </a:r>
          </a:p>
        </p:txBody>
      </p:sp>
      <p:sp>
        <p:nvSpPr>
          <p:cNvPr id="31" name="via-v2-overlapping-events / quote-delivery">
            <a:extLst>
              <a:ext uri="{FF2B5EF4-FFF2-40B4-BE49-F238E27FC236}">
                <ns2:creationId id="{C7613F8F-2E5F-4D61-BC07-10007786EA34}"/>
              </a:ext>
            </a:extLst>
          </p:cNvPr>
          <p:cNvSpPr>
            <a:spLocks noGrp="1"/>
          </p:cNvSpPr>
          <p:nvPr/>
        </p:nvSpPr>
        <p:spPr>
          <a:xfrm>
            <a:off x="3143250" y="9191625"/>
            <a:ext cx="6048375" cy="953"/>
          </a:xfrm>
          <a:custGeom>
            <a:pathLst>
              <a:path w="6048375" h="953">
                <a:moveTo>
                  <a:pt x="6048375" y="0"/>
                </a:moveTo>
                <a:lnTo>
                  <a:pt x="0" y="0"/>
                </a:lnTo>
              </a:path>
            </a:pathLst>
          </a:custGeom>
          <a:noFill/>
          <a:ln w="20003">
            <a:solidFill>
              <a:srgbClr val="A56237"/>
            </a:solidFill>
            <a:prstDash val="solid"/>
          </a:ln>
        </p:spPr>
      </p:sp>
      <p:sp>
        <p:nvSpPr>
          <p:cNvPr id="32" name="via-v2-overlapping-events / quote-delivery / arrow">
            <a:extLst>
              <a:ext uri="{FF2B5EF4-FFF2-40B4-BE49-F238E27FC236}">
                <ns2:creationId id="{D748DCE4-153C-4B61-963D-F5AE62F087A3}"/>
              </a:ext>
            </a:extLst>
          </p:cNvPr>
          <p:cNvSpPr>
            <a:spLocks noGrp="1"/>
          </p:cNvSpPr>
          <p:nvPr/>
        </p:nvSpPr>
        <p:spPr>
          <a:xfrm>
            <a:off x="3143250" y="9124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33" name="via-v2-overlapping-events / quote-delivery label / 1">
            <a:extLst>
              <a:ext uri="{FF2B5EF4-FFF2-40B4-BE49-F238E27FC236}">
                <ns2:creationId id="{FB38215E-B885-4C88-B378-D21B773B0B34}"/>
              </a:ext>
            </a:extLst>
          </p:cNvPr>
          <p:cNvSpPr>
            <a:spLocks noGrp="1"/>
          </p:cNvSpPr>
          <p:nvPr/>
        </p:nvSpPr>
        <p:spPr>
          <a:xfrm>
            <a:off x="3381375" y="8743950"/>
            <a:ext cx="5572125" cy="334328"/>
          </a:xfrm>
          <a:prstGeom prst="rect">
            <a:avLst/>
          </a:prstGeom>
          <a:noFill/>
          <a:ln w="0">
            <a:noFill/>
          </a:ln>
        </p:spPr>
        <p:txBody>
          <a:bodyPr wrap="none" lIns="0" tIns="0" rIns="0" bIns="0" anchor="t">
            <a:noAutofit/>
          </a:bodyPr>
          <a:lstStyle/>
          <a:p>
            <a:pPr algn="ctr">
              <a:defRPr sz="1950" b="0">
                <a:solidFill>
                  <a:srgbClr val="A56237"/>
                </a:solidFill>
                <a:latin typeface="Apple SD Gothic Neo"/>
                <a:ea typeface="Apple SD Gothic Neo"/>
                <a:cs typeface="Apple SD Gothic Neo"/>
              </a:defRPr>
            </a:pPr>
            <a:r>
              <a:rPr sz="1950" b="0">
                <a:solidFill>
                  <a:srgbClr val="A56237"/>
                </a:solidFill>
                <a:latin typeface="Apple SD Gothic Neo"/>
                <a:ea typeface="Apple SD Gothic Neo"/>
                <a:cs typeface="Apple SD Gothic Neo"/>
              </a:rPr>
              <a:t>말을 마친 뒤, 견적 도착을 안내</a:t>
            </a:r>
          </a:p>
        </p:txBody>
      </p:sp>
      <p:sp>
        <p:nvSpPr>
          <p:cNvPr id="34" name="via-v2-overlapping-events / benefit / 1">
            <a:extLst>
              <a:ext uri="{FF2B5EF4-FFF2-40B4-BE49-F238E27FC236}">
                <ns2:creationId id="{DE9487C5-7DA2-4202-9694-70994998DA2F}"/>
              </a:ext>
            </a:extLst>
          </p:cNvPr>
          <p:cNvSpPr>
            <a:spLocks noGrp="1"/>
          </p:cNvSpPr>
          <p:nvPr/>
        </p:nvSpPr>
        <p:spPr>
          <a:xfrm>
            <a:off x="904875" y="9563100"/>
            <a:ext cx="16478250" cy="385763"/>
          </a:xfrm>
          <a:prstGeom prst="rect">
            <a:avLst/>
          </a:prstGeom>
          <a:noFill/>
          <a:ln w="0">
            <a:noFill/>
          </a:ln>
        </p:spPr>
        <p:txBody>
          <a:bodyPr wrap="none" lIns="0" tIns="0" rIns="0" bIns="0" anchor="t">
            <a:noAutofit/>
          </a:bodyPr>
          <a:lstStyle/>
          <a:p>
            <a:pPr algn="ctr">
              <a:defRPr sz="2250" b="1">
                <a:solidFill>
                  <a:srgbClr val="202B30"/>
                </a:solidFill>
                <a:latin typeface="Apple SD Gothic Neo"/>
                <a:ea typeface="Apple SD Gothic Neo"/>
                <a:cs typeface="Apple SD Gothic Neo"/>
              </a:defRPr>
            </a:pPr>
            <a:r>
              <a:rPr sz="2250" b="1">
                <a:solidFill>
                  <a:srgbClr val="202B30"/>
                </a:solidFill>
                <a:latin typeface="Apple SD Gothic Neo"/>
                <a:ea typeface="Apple SD Gothic Neo"/>
                <a:cs typeface="Apple SD Gothic Neo"/>
              </a:rPr>
              <a:t>사용자는 Agent별 창을 오가거나, 진행 중인 업무를 다시 설명할 필요가 없습니다</a:t>
            </a:r>
          </a:p>
        </p:txBody>
      </p:sp>
    </p:spTree>
    <p:extLst>
      <p:ext uri="{BB962C8B-B14F-4D97-AF65-F5344CB8AC3E}">
        <p14:creationId val="130101312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6" name="dp41-v4-qa-detail / n1">
            <a:extLst xmlns:a="http://schemas.openxmlformats.org/drawingml/2006/main">
              <a:ext uri="{FF2B5EF4-FFF2-40B4-BE49-F238E27FC236}">
                <a16:creationId xmlns:a16="http://schemas.microsoft.com/office/drawing/2014/main" id="{886B86AD-60D9-44F6-AAB2-7C78D03D2885}"/>
              </a:ext>
            </a:extLst>
          </p:cNvPr>
          <p:cNvSpPr>
            <a:spLocks xmlns:a="http://schemas.openxmlformats.org/drawingml/2006/main" noGrp="1"/>
          </p:cNvSpPr>
          <p:nvPr/>
        </p:nvSpPr>
        <p:spPr>
          <a:xfrm xmlns:a="http://schemas.openxmlformats.org/drawingml/2006/main">
            <a:off x="381000" y="209550"/>
            <a:ext cx="133350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087E8B"/>
                </a:solidFill>
                <a:latin typeface="Apple SD Gothic Neo"/>
                <a:ea typeface="Apple SD Gothic Neo"/>
                <a:cs typeface="Apple SD Gothic Neo"/>
              </a:defRPr>
            </a:pPr>
            <a:r>
              <a:rPr sz="1425" b="1">
                <a:solidFill>
                  <a:srgbClr val="087E8B"/>
                </a:solidFill>
                <a:latin typeface="Apple SD Gothic Neo"/>
                <a:ea typeface="Apple SD Gothic Neo"/>
                <a:cs typeface="Apple SD Gothic Neo"/>
              </a:rPr>
              <a:t>VIA SOFTWARE ARCHITECTURE / ASR-QA 사고 실험</a:t>
            </a:r>
          </a:p>
        </p:txBody>
      </p:sp>
      <p:sp>
        <p:nvSpPr>
          <p:cNvPr id="2" name="dp41-v4-qa-detail / n2">
            <a:extLst xmlns:a="http://schemas.openxmlformats.org/drawingml/2006/main">
              <a:ext uri="{FF2B5EF4-FFF2-40B4-BE49-F238E27FC236}">
                <a16:creationId xmlns:a16="http://schemas.microsoft.com/office/drawing/2014/main" id="{5AA201C8-2C8E-4C0F-B9AD-18A47AB790B9}"/>
              </a:ext>
            </a:extLst>
          </p:cNvPr>
          <p:cNvSpPr>
            <a:spLocks xmlns:a="http://schemas.openxmlformats.org/drawingml/2006/main" noGrp="1"/>
          </p:cNvSpPr>
          <p:nvPr/>
        </p:nvSpPr>
        <p:spPr>
          <a:xfrm xmlns:a="http://schemas.openxmlformats.org/drawingml/2006/main">
            <a:off x="381000" y="619125"/>
            <a:ext cx="17526000" cy="5286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1">
                <a:solidFill>
                  <a:srgbClr val="18232E"/>
                </a:solidFill>
                <a:latin typeface="Apple SD Gothic Neo"/>
                <a:ea typeface="Apple SD Gothic Neo"/>
                <a:cs typeface="Apple SD Gothic Neo"/>
              </a:defRPr>
            </a:pPr>
            <a:r>
              <a:rPr sz="2775" b="1">
                <a:solidFill>
                  <a:srgbClr val="18232E"/>
                </a:solidFill>
                <a:latin typeface="Apple SD Gothic Neo"/>
                <a:ea typeface="Apple SD Gothic Neo"/>
                <a:cs typeface="Apple SD Gothic Neo"/>
              </a:rPr>
              <a:t>04-41. 모델 판단 반복과 코드 해결 반복 / ASR-QA 비교</a:t>
            </a:r>
          </a:p>
        </p:txBody>
      </p:sp>
      <p:sp>
        <p:nvSpPr>
          <p:cNvPr id="3" name="dp41-v4-qa-detail / n3">
            <a:extLst xmlns:a="http://schemas.openxmlformats.org/drawingml/2006/main">
              <a:ext uri="{FF2B5EF4-FFF2-40B4-BE49-F238E27FC236}">
                <a16:creationId xmlns:a16="http://schemas.microsoft.com/office/drawing/2014/main" id="{7AA5F912-1E38-48E0-99D6-D961275D3B97}"/>
              </a:ext>
            </a:extLst>
          </p:cNvPr>
          <p:cNvSpPr>
            <a:spLocks xmlns:a="http://schemas.openxmlformats.org/drawingml/2006/main" noGrp="1"/>
          </p:cNvSpPr>
          <p:nvPr/>
        </p:nvSpPr>
        <p:spPr>
          <a:xfrm xmlns:a="http://schemas.openxmlformats.org/drawingml/2006/main">
            <a:off x="381000" y="115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4" name="dp41-v4-qa-detail / n4">
            <a:extLst xmlns:a="http://schemas.openxmlformats.org/drawingml/2006/main">
              <a:ext uri="{FF2B5EF4-FFF2-40B4-BE49-F238E27FC236}">
                <a16:creationId xmlns:a16="http://schemas.microsoft.com/office/drawing/2014/main" id="{3C687AD4-B863-4730-BA88-689810132149}"/>
              </a:ext>
            </a:extLst>
          </p:cNvPr>
          <p:cNvSpPr>
            <a:spLocks xmlns:a="http://schemas.openxmlformats.org/drawingml/2006/main" noGrp="1"/>
          </p:cNvSpPr>
          <p:nvPr/>
        </p:nvSpPr>
        <p:spPr>
          <a:xfrm xmlns:a="http://schemas.openxmlformats.org/drawingml/2006/main">
            <a:off x="381000" y="1352550"/>
            <a:ext cx="1752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5F6B77"/>
                </a:solidFill>
                <a:latin typeface="Apple SD Gothic Neo"/>
                <a:ea typeface="Apple SD Gothic Neo"/>
                <a:cs typeface="Apple SD Gothic Neo"/>
              </a:defRPr>
            </a:pPr>
            <a:r>
              <a:rPr sz="1800" b="0">
                <a:solidFill>
                  <a:srgbClr val="5F6B77"/>
                </a:solidFill>
                <a:latin typeface="Apple SD Gothic Neo"/>
                <a:ea typeface="Apple SD Gothic Neo"/>
                <a:cs typeface="Apple SD Gothic Neo"/>
              </a:rPr>
              <a:t>동일 활동 기준의 A/B 가정값과 0–6점 비교 / 보호 조건 별도</a:t>
            </a:r>
          </a:p>
        </p:txBody>
      </p:sp>
      <p:sp>
        <p:nvSpPr>
          <p:cNvPr id="5" name="dp41-v4-qa-detail / n5 / circle">
            <a:extLst xmlns:a="http://schemas.openxmlformats.org/drawingml/2006/main">
              <a:ext uri="{FF2B5EF4-FFF2-40B4-BE49-F238E27FC236}">
                <a16:creationId xmlns:a16="http://schemas.microsoft.com/office/drawing/2014/main" id="{35C43D3A-AFAE-4A2B-BFCA-0C2D90335EAB}"/>
              </a:ext>
            </a:extLst>
          </p:cNvPr>
          <p:cNvSpPr>
            <a:spLocks xmlns:a="http://schemas.openxmlformats.org/drawingml/2006/main" noGrp="1"/>
          </p:cNvSpPr>
          <p:nvPr/>
        </p:nvSpPr>
        <p:spPr>
          <a:xfrm xmlns:a="http://schemas.openxmlformats.org/drawingml/2006/main">
            <a:off x="381000" y="1790700"/>
            <a:ext cx="161925" cy="161925"/>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6" name="dp41-v4-qa-detail / n6 / circle">
            <a:extLst xmlns:a="http://schemas.openxmlformats.org/drawingml/2006/main">
              <a:ext uri="{FF2B5EF4-FFF2-40B4-BE49-F238E27FC236}">
                <a16:creationId xmlns:a16="http://schemas.microsoft.com/office/drawing/2014/main" id="{2FF7CBB4-DD6B-45FC-9B2D-7484613FD0F6}"/>
              </a:ext>
            </a:extLst>
          </p:cNvPr>
          <p:cNvSpPr>
            <a:spLocks xmlns:a="http://schemas.openxmlformats.org/drawingml/2006/main" noGrp="1"/>
          </p:cNvSpPr>
          <p:nvPr/>
        </p:nvSpPr>
        <p:spPr>
          <a:xfrm xmlns:a="http://schemas.openxmlformats.org/drawingml/2006/main">
            <a:off x="581025" y="1790700"/>
            <a:ext cx="161925" cy="161925"/>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7" name="dp41-v4-qa-detail / n7 / circle">
            <a:extLst xmlns:a="http://schemas.openxmlformats.org/drawingml/2006/main">
              <a:ext uri="{FF2B5EF4-FFF2-40B4-BE49-F238E27FC236}">
                <a16:creationId xmlns:a16="http://schemas.microsoft.com/office/drawing/2014/main" id="{CD6A8351-CF1B-4F99-A2BF-27EFD35C9E79}"/>
              </a:ext>
            </a:extLst>
          </p:cNvPr>
          <p:cNvSpPr>
            <a:spLocks xmlns:a="http://schemas.openxmlformats.org/drawingml/2006/main" noGrp="1"/>
          </p:cNvSpPr>
          <p:nvPr/>
        </p:nvSpPr>
        <p:spPr>
          <a:xfrm xmlns:a="http://schemas.openxmlformats.org/drawingml/2006/main">
            <a:off x="781050" y="1790700"/>
            <a:ext cx="161925" cy="161925"/>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8" name="dp41-v4-qa-detail / n8">
            <a:extLst xmlns:a="http://schemas.openxmlformats.org/drawingml/2006/main">
              <a:ext uri="{FF2B5EF4-FFF2-40B4-BE49-F238E27FC236}">
                <a16:creationId xmlns:a16="http://schemas.microsoft.com/office/drawing/2014/main" id="{6E2A1AF6-4D41-413E-A27B-649894A7C0E0}"/>
              </a:ext>
            </a:extLst>
          </p:cNvPr>
          <p:cNvSpPr>
            <a:spLocks xmlns:a="http://schemas.openxmlformats.org/drawingml/2006/main" noGrp="1"/>
          </p:cNvSpPr>
          <p:nvPr/>
        </p:nvSpPr>
        <p:spPr>
          <a:xfrm xmlns:a="http://schemas.openxmlformats.org/drawingml/2006/main">
            <a:off x="1038225" y="1743075"/>
            <a:ext cx="80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6점</a:t>
            </a:r>
          </a:p>
        </p:txBody>
      </p:sp>
      <p:sp>
        <p:nvSpPr>
          <p:cNvPr id="9" name="dp41-v4-qa-detail / n9 / circle">
            <a:extLst xmlns:a="http://schemas.openxmlformats.org/drawingml/2006/main">
              <a:ext uri="{FF2B5EF4-FFF2-40B4-BE49-F238E27FC236}">
                <a16:creationId xmlns:a16="http://schemas.microsoft.com/office/drawing/2014/main" id="{AC68F1AB-8AB1-4205-81C5-ACFEF72A3BE4}"/>
              </a:ext>
            </a:extLst>
          </p:cNvPr>
          <p:cNvSpPr>
            <a:spLocks xmlns:a="http://schemas.openxmlformats.org/drawingml/2006/main" noGrp="1"/>
          </p:cNvSpPr>
          <p:nvPr/>
        </p:nvSpPr>
        <p:spPr>
          <a:xfrm xmlns:a="http://schemas.openxmlformats.org/drawingml/2006/main">
            <a:off x="1943100" y="1790700"/>
            <a:ext cx="161925" cy="161925"/>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0" name="dp41-v4-qa-detail / n10 / circle">
            <a:extLst xmlns:a="http://schemas.openxmlformats.org/drawingml/2006/main">
              <a:ext uri="{FF2B5EF4-FFF2-40B4-BE49-F238E27FC236}">
                <a16:creationId xmlns:a16="http://schemas.microsoft.com/office/drawing/2014/main" id="{3DEC3736-BC0C-4CF8-AE97-D135A0DD961B}"/>
              </a:ext>
            </a:extLst>
          </p:cNvPr>
          <p:cNvSpPr>
            <a:spLocks xmlns:a="http://schemas.openxmlformats.org/drawingml/2006/main" noGrp="1"/>
          </p:cNvSpPr>
          <p:nvPr/>
        </p:nvSpPr>
        <p:spPr>
          <a:xfrm xmlns:a="http://schemas.openxmlformats.org/drawingml/2006/main">
            <a:off x="2143125" y="1790700"/>
            <a:ext cx="161925" cy="161925"/>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1" name="dp41-v4-qa-detail / n11 / circle">
            <a:extLst xmlns:a="http://schemas.openxmlformats.org/drawingml/2006/main">
              <a:ext uri="{FF2B5EF4-FFF2-40B4-BE49-F238E27FC236}">
                <a16:creationId xmlns:a16="http://schemas.microsoft.com/office/drawing/2014/main" id="{88050F66-6330-4A44-8D01-B563B0773B6E}"/>
              </a:ext>
            </a:extLst>
          </p:cNvPr>
          <p:cNvSpPr>
            <a:spLocks xmlns:a="http://schemas.openxmlformats.org/drawingml/2006/main" noGrp="1"/>
          </p:cNvSpPr>
          <p:nvPr/>
        </p:nvSpPr>
        <p:spPr>
          <a:xfrm xmlns:a="http://schemas.openxmlformats.org/drawingml/2006/main">
            <a:off x="2343150"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2" name="dp41-v4-qa-detail / n11 / half">
            <a:extLst xmlns:a="http://schemas.openxmlformats.org/drawingml/2006/main">
              <a:ext uri="{FF2B5EF4-FFF2-40B4-BE49-F238E27FC236}">
                <a16:creationId xmlns:a16="http://schemas.microsoft.com/office/drawing/2014/main" id="{B29D11B3-FCF0-4916-974B-563CE65B35C8}"/>
              </a:ext>
            </a:extLst>
          </p:cNvPr>
          <p:cNvSpPr>
            <a:spLocks xmlns:a="http://schemas.openxmlformats.org/drawingml/2006/main" noGrp="1"/>
          </p:cNvSpPr>
          <p:nvPr/>
        </p:nvSpPr>
        <p:spPr>
          <a:xfrm xmlns:a="http://schemas.openxmlformats.org/drawingml/2006/main">
            <a:off x="2343150" y="1790700"/>
            <a:ext cx="161925" cy="161925"/>
          </a:xfrm>
          <a:custGeom xmlns:a="http://schemas.openxmlformats.org/drawingml/2006/main">
            <a:pathLst>
              <a:path w="161925" h="161925">
                <a:moveTo>
                  <a:pt x="80963" y="0"/>
                </a:moveTo>
                <a:lnTo>
                  <a:pt x="73027" y="390"/>
                </a:lnTo>
                <a:lnTo>
                  <a:pt x="65167" y="1556"/>
                </a:lnTo>
                <a:lnTo>
                  <a:pt x="57460" y="3486"/>
                </a:lnTo>
                <a:lnTo>
                  <a:pt x="49979" y="6163"/>
                </a:lnTo>
                <a:lnTo>
                  <a:pt x="42797" y="9560"/>
                </a:lnTo>
                <a:lnTo>
                  <a:pt x="35982" y="13645"/>
                </a:lnTo>
                <a:lnTo>
                  <a:pt x="29600" y="18378"/>
                </a:lnTo>
                <a:lnTo>
                  <a:pt x="23713" y="23713"/>
                </a:lnTo>
                <a:lnTo>
                  <a:pt x="18378" y="29600"/>
                </a:lnTo>
                <a:lnTo>
                  <a:pt x="13645" y="35982"/>
                </a:lnTo>
                <a:lnTo>
                  <a:pt x="9560" y="42797"/>
                </a:lnTo>
                <a:lnTo>
                  <a:pt x="6163" y="49979"/>
                </a:lnTo>
                <a:lnTo>
                  <a:pt x="3486" y="57460"/>
                </a:lnTo>
                <a:lnTo>
                  <a:pt x="1556" y="65167"/>
                </a:lnTo>
                <a:lnTo>
                  <a:pt x="390" y="73027"/>
                </a:lnTo>
                <a:lnTo>
                  <a:pt x="0" y="80962"/>
                </a:lnTo>
                <a:lnTo>
                  <a:pt x="390" y="88898"/>
                </a:lnTo>
                <a:lnTo>
                  <a:pt x="1556" y="96758"/>
                </a:lnTo>
                <a:lnTo>
                  <a:pt x="3486" y="104465"/>
                </a:lnTo>
                <a:lnTo>
                  <a:pt x="6163" y="111946"/>
                </a:lnTo>
                <a:lnTo>
                  <a:pt x="9560" y="119128"/>
                </a:lnTo>
                <a:lnTo>
                  <a:pt x="13645" y="125943"/>
                </a:lnTo>
                <a:lnTo>
                  <a:pt x="18378" y="132325"/>
                </a:lnTo>
                <a:lnTo>
                  <a:pt x="23713" y="138212"/>
                </a:lnTo>
                <a:lnTo>
                  <a:pt x="29600" y="143547"/>
                </a:lnTo>
                <a:lnTo>
                  <a:pt x="35982" y="148280"/>
                </a:lnTo>
                <a:lnTo>
                  <a:pt x="42797" y="152365"/>
                </a:lnTo>
                <a:lnTo>
                  <a:pt x="49979" y="155762"/>
                </a:lnTo>
                <a:lnTo>
                  <a:pt x="57460" y="158439"/>
                </a:lnTo>
                <a:lnTo>
                  <a:pt x="65167" y="160369"/>
                </a:lnTo>
                <a:lnTo>
                  <a:pt x="73027" y="161535"/>
                </a:lnTo>
                <a:lnTo>
                  <a:pt x="80962" y="161925"/>
                </a:lnTo>
                <a:close/>
              </a:path>
            </a:pathLst>
          </a:custGeom>
          <a:solidFill xmlns:a="http://schemas.openxmlformats.org/drawingml/2006/main">
            <a:srgbClr val="18232E"/>
          </a:solidFill>
          <a:ln xmlns:a="http://schemas.openxmlformats.org/drawingml/2006/main" w="0">
            <a:noFill/>
          </a:ln>
        </p:spPr>
      </p:sp>
      <p:sp>
        <p:nvSpPr>
          <p:cNvPr id="13" name="dp41-v4-qa-detail / n12">
            <a:extLst xmlns:a="http://schemas.openxmlformats.org/drawingml/2006/main">
              <a:ext uri="{FF2B5EF4-FFF2-40B4-BE49-F238E27FC236}">
                <a16:creationId xmlns:a16="http://schemas.microsoft.com/office/drawing/2014/main" id="{595E5B2A-52D1-4CAD-92B2-FC55F50A4190}"/>
              </a:ext>
            </a:extLst>
          </p:cNvPr>
          <p:cNvSpPr>
            <a:spLocks xmlns:a="http://schemas.openxmlformats.org/drawingml/2006/main" noGrp="1"/>
          </p:cNvSpPr>
          <p:nvPr/>
        </p:nvSpPr>
        <p:spPr>
          <a:xfrm xmlns:a="http://schemas.openxmlformats.org/drawingml/2006/main">
            <a:off x="2600325" y="1743075"/>
            <a:ext cx="80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5점</a:t>
            </a:r>
          </a:p>
        </p:txBody>
      </p:sp>
      <p:sp>
        <p:nvSpPr>
          <p:cNvPr id="14" name="dp41-v4-qa-detail / n13 / circle">
            <a:extLst xmlns:a="http://schemas.openxmlformats.org/drawingml/2006/main">
              <a:ext uri="{FF2B5EF4-FFF2-40B4-BE49-F238E27FC236}">
                <a16:creationId xmlns:a16="http://schemas.microsoft.com/office/drawing/2014/main" id="{FED063D2-7071-40B1-8DED-C7C3B1D7FDD1}"/>
              </a:ext>
            </a:extLst>
          </p:cNvPr>
          <p:cNvSpPr>
            <a:spLocks xmlns:a="http://schemas.openxmlformats.org/drawingml/2006/main" noGrp="1"/>
          </p:cNvSpPr>
          <p:nvPr/>
        </p:nvSpPr>
        <p:spPr>
          <a:xfrm xmlns:a="http://schemas.openxmlformats.org/drawingml/2006/main">
            <a:off x="3505200" y="1790700"/>
            <a:ext cx="161925" cy="161925"/>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5" name="dp41-v4-qa-detail / n14 / circle">
            <a:extLst xmlns:a="http://schemas.openxmlformats.org/drawingml/2006/main">
              <a:ext uri="{FF2B5EF4-FFF2-40B4-BE49-F238E27FC236}">
                <a16:creationId xmlns:a16="http://schemas.microsoft.com/office/drawing/2014/main" id="{0163A9BB-A526-497A-8253-780532FC38E4}"/>
              </a:ext>
            </a:extLst>
          </p:cNvPr>
          <p:cNvSpPr>
            <a:spLocks xmlns:a="http://schemas.openxmlformats.org/drawingml/2006/main" noGrp="1"/>
          </p:cNvSpPr>
          <p:nvPr/>
        </p:nvSpPr>
        <p:spPr>
          <a:xfrm xmlns:a="http://schemas.openxmlformats.org/drawingml/2006/main">
            <a:off x="3705225" y="1790700"/>
            <a:ext cx="161925" cy="161925"/>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6" name="dp41-v4-qa-detail / n15 / circle">
            <a:extLst xmlns:a="http://schemas.openxmlformats.org/drawingml/2006/main">
              <a:ext uri="{FF2B5EF4-FFF2-40B4-BE49-F238E27FC236}">
                <a16:creationId xmlns:a16="http://schemas.microsoft.com/office/drawing/2014/main" id="{13650872-CCA3-4EE5-83AD-D2E062FDFE09}"/>
              </a:ext>
            </a:extLst>
          </p:cNvPr>
          <p:cNvSpPr>
            <a:spLocks xmlns:a="http://schemas.openxmlformats.org/drawingml/2006/main" noGrp="1"/>
          </p:cNvSpPr>
          <p:nvPr/>
        </p:nvSpPr>
        <p:spPr>
          <a:xfrm xmlns:a="http://schemas.openxmlformats.org/drawingml/2006/main">
            <a:off x="3905250"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7" name="dp41-v4-qa-detail / n16">
            <a:extLst xmlns:a="http://schemas.openxmlformats.org/drawingml/2006/main">
              <a:ext uri="{FF2B5EF4-FFF2-40B4-BE49-F238E27FC236}">
                <a16:creationId xmlns:a16="http://schemas.microsoft.com/office/drawing/2014/main" id="{225AB665-8531-45EB-AE88-B20D2B3E397B}"/>
              </a:ext>
            </a:extLst>
          </p:cNvPr>
          <p:cNvSpPr>
            <a:spLocks xmlns:a="http://schemas.openxmlformats.org/drawingml/2006/main" noGrp="1"/>
          </p:cNvSpPr>
          <p:nvPr/>
        </p:nvSpPr>
        <p:spPr>
          <a:xfrm xmlns:a="http://schemas.openxmlformats.org/drawingml/2006/main">
            <a:off x="4162425" y="1743075"/>
            <a:ext cx="80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4점</a:t>
            </a:r>
          </a:p>
        </p:txBody>
      </p:sp>
      <p:sp>
        <p:nvSpPr>
          <p:cNvPr id="18" name="dp41-v4-qa-detail / n17 / circle">
            <a:extLst xmlns:a="http://schemas.openxmlformats.org/drawingml/2006/main">
              <a:ext uri="{FF2B5EF4-FFF2-40B4-BE49-F238E27FC236}">
                <a16:creationId xmlns:a16="http://schemas.microsoft.com/office/drawing/2014/main" id="{4DE3D486-571C-47E9-8130-584317EB7577}"/>
              </a:ext>
            </a:extLst>
          </p:cNvPr>
          <p:cNvSpPr>
            <a:spLocks xmlns:a="http://schemas.openxmlformats.org/drawingml/2006/main" noGrp="1"/>
          </p:cNvSpPr>
          <p:nvPr/>
        </p:nvSpPr>
        <p:spPr>
          <a:xfrm xmlns:a="http://schemas.openxmlformats.org/drawingml/2006/main">
            <a:off x="5067300" y="1790700"/>
            <a:ext cx="161925" cy="161925"/>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9" name="dp41-v4-qa-detail / n18 / circle">
            <a:extLst xmlns:a="http://schemas.openxmlformats.org/drawingml/2006/main">
              <a:ext uri="{FF2B5EF4-FFF2-40B4-BE49-F238E27FC236}">
                <a16:creationId xmlns:a16="http://schemas.microsoft.com/office/drawing/2014/main" id="{FAA1042F-4824-4065-BA9B-172D8E264227}"/>
              </a:ext>
            </a:extLst>
          </p:cNvPr>
          <p:cNvSpPr>
            <a:spLocks xmlns:a="http://schemas.openxmlformats.org/drawingml/2006/main" noGrp="1"/>
          </p:cNvSpPr>
          <p:nvPr/>
        </p:nvSpPr>
        <p:spPr>
          <a:xfrm xmlns:a="http://schemas.openxmlformats.org/drawingml/2006/main">
            <a:off x="5267325"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20" name="dp41-v4-qa-detail / n18 / half">
            <a:extLst xmlns:a="http://schemas.openxmlformats.org/drawingml/2006/main">
              <a:ext uri="{FF2B5EF4-FFF2-40B4-BE49-F238E27FC236}">
                <a16:creationId xmlns:a16="http://schemas.microsoft.com/office/drawing/2014/main" id="{CBD72D08-CC05-442E-A593-3C20DDB8C869}"/>
              </a:ext>
            </a:extLst>
          </p:cNvPr>
          <p:cNvSpPr>
            <a:spLocks xmlns:a="http://schemas.openxmlformats.org/drawingml/2006/main" noGrp="1"/>
          </p:cNvSpPr>
          <p:nvPr/>
        </p:nvSpPr>
        <p:spPr>
          <a:xfrm xmlns:a="http://schemas.openxmlformats.org/drawingml/2006/main">
            <a:off x="5267325" y="1790700"/>
            <a:ext cx="161925" cy="161925"/>
          </a:xfrm>
          <a:custGeom xmlns:a="http://schemas.openxmlformats.org/drawingml/2006/main">
            <a:pathLst>
              <a:path w="161925" h="161925">
                <a:moveTo>
                  <a:pt x="80963" y="0"/>
                </a:moveTo>
                <a:lnTo>
                  <a:pt x="73027" y="390"/>
                </a:lnTo>
                <a:lnTo>
                  <a:pt x="65167" y="1556"/>
                </a:lnTo>
                <a:lnTo>
                  <a:pt x="57460" y="3486"/>
                </a:lnTo>
                <a:lnTo>
                  <a:pt x="49979" y="6163"/>
                </a:lnTo>
                <a:lnTo>
                  <a:pt x="42797" y="9560"/>
                </a:lnTo>
                <a:lnTo>
                  <a:pt x="35982" y="13645"/>
                </a:lnTo>
                <a:lnTo>
                  <a:pt x="29600" y="18378"/>
                </a:lnTo>
                <a:lnTo>
                  <a:pt x="23713" y="23713"/>
                </a:lnTo>
                <a:lnTo>
                  <a:pt x="18378" y="29600"/>
                </a:lnTo>
                <a:lnTo>
                  <a:pt x="13645" y="35982"/>
                </a:lnTo>
                <a:lnTo>
                  <a:pt x="9560" y="42797"/>
                </a:lnTo>
                <a:lnTo>
                  <a:pt x="6163" y="49979"/>
                </a:lnTo>
                <a:lnTo>
                  <a:pt x="3486" y="57460"/>
                </a:lnTo>
                <a:lnTo>
                  <a:pt x="1556" y="65167"/>
                </a:lnTo>
                <a:lnTo>
                  <a:pt x="390" y="73027"/>
                </a:lnTo>
                <a:lnTo>
                  <a:pt x="0" y="80962"/>
                </a:lnTo>
                <a:lnTo>
                  <a:pt x="390" y="88898"/>
                </a:lnTo>
                <a:lnTo>
                  <a:pt x="1556" y="96758"/>
                </a:lnTo>
                <a:lnTo>
                  <a:pt x="3486" y="104465"/>
                </a:lnTo>
                <a:lnTo>
                  <a:pt x="6163" y="111946"/>
                </a:lnTo>
                <a:lnTo>
                  <a:pt x="9560" y="119128"/>
                </a:lnTo>
                <a:lnTo>
                  <a:pt x="13645" y="125943"/>
                </a:lnTo>
                <a:lnTo>
                  <a:pt x="18378" y="132325"/>
                </a:lnTo>
                <a:lnTo>
                  <a:pt x="23713" y="138212"/>
                </a:lnTo>
                <a:lnTo>
                  <a:pt x="29600" y="143547"/>
                </a:lnTo>
                <a:lnTo>
                  <a:pt x="35982" y="148280"/>
                </a:lnTo>
                <a:lnTo>
                  <a:pt x="42797" y="152365"/>
                </a:lnTo>
                <a:lnTo>
                  <a:pt x="49979" y="155762"/>
                </a:lnTo>
                <a:lnTo>
                  <a:pt x="57460" y="158439"/>
                </a:lnTo>
                <a:lnTo>
                  <a:pt x="65167" y="160369"/>
                </a:lnTo>
                <a:lnTo>
                  <a:pt x="73027" y="161535"/>
                </a:lnTo>
                <a:lnTo>
                  <a:pt x="80962" y="161925"/>
                </a:lnTo>
                <a:close/>
              </a:path>
            </a:pathLst>
          </a:custGeom>
          <a:solidFill xmlns:a="http://schemas.openxmlformats.org/drawingml/2006/main">
            <a:srgbClr val="18232E"/>
          </a:solidFill>
          <a:ln xmlns:a="http://schemas.openxmlformats.org/drawingml/2006/main" w="0">
            <a:noFill/>
          </a:ln>
        </p:spPr>
      </p:sp>
      <p:sp>
        <p:nvSpPr>
          <p:cNvPr id="21" name="dp41-v4-qa-detail / n19 / circle">
            <a:extLst xmlns:a="http://schemas.openxmlformats.org/drawingml/2006/main">
              <a:ext uri="{FF2B5EF4-FFF2-40B4-BE49-F238E27FC236}">
                <a16:creationId xmlns:a16="http://schemas.microsoft.com/office/drawing/2014/main" id="{FB03750E-B8E1-4BC6-BE03-6AE075AFABDB}"/>
              </a:ext>
            </a:extLst>
          </p:cNvPr>
          <p:cNvSpPr>
            <a:spLocks xmlns:a="http://schemas.openxmlformats.org/drawingml/2006/main" noGrp="1"/>
          </p:cNvSpPr>
          <p:nvPr/>
        </p:nvSpPr>
        <p:spPr>
          <a:xfrm xmlns:a="http://schemas.openxmlformats.org/drawingml/2006/main">
            <a:off x="5467350"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22" name="dp41-v4-qa-detail / n20">
            <a:extLst xmlns:a="http://schemas.openxmlformats.org/drawingml/2006/main">
              <a:ext uri="{FF2B5EF4-FFF2-40B4-BE49-F238E27FC236}">
                <a16:creationId xmlns:a16="http://schemas.microsoft.com/office/drawing/2014/main" id="{39130A89-5484-4031-9840-C131688D4627}"/>
              </a:ext>
            </a:extLst>
          </p:cNvPr>
          <p:cNvSpPr>
            <a:spLocks xmlns:a="http://schemas.openxmlformats.org/drawingml/2006/main" noGrp="1"/>
          </p:cNvSpPr>
          <p:nvPr/>
        </p:nvSpPr>
        <p:spPr>
          <a:xfrm xmlns:a="http://schemas.openxmlformats.org/drawingml/2006/main">
            <a:off x="5724525" y="1743075"/>
            <a:ext cx="80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3점</a:t>
            </a:r>
          </a:p>
        </p:txBody>
      </p:sp>
      <p:sp>
        <p:nvSpPr>
          <p:cNvPr id="23" name="dp41-v4-qa-detail / n21 / circle">
            <a:extLst xmlns:a="http://schemas.openxmlformats.org/drawingml/2006/main">
              <a:ext uri="{FF2B5EF4-FFF2-40B4-BE49-F238E27FC236}">
                <a16:creationId xmlns:a16="http://schemas.microsoft.com/office/drawing/2014/main" id="{57A1B95C-6F9B-43DF-B5E3-022D22829CB3}"/>
              </a:ext>
            </a:extLst>
          </p:cNvPr>
          <p:cNvSpPr>
            <a:spLocks xmlns:a="http://schemas.openxmlformats.org/drawingml/2006/main" noGrp="1"/>
          </p:cNvSpPr>
          <p:nvPr/>
        </p:nvSpPr>
        <p:spPr>
          <a:xfrm xmlns:a="http://schemas.openxmlformats.org/drawingml/2006/main">
            <a:off x="6629400" y="1790700"/>
            <a:ext cx="161925" cy="161925"/>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24" name="dp41-v4-qa-detail / n22 / circle">
            <a:extLst xmlns:a="http://schemas.openxmlformats.org/drawingml/2006/main">
              <a:ext uri="{FF2B5EF4-FFF2-40B4-BE49-F238E27FC236}">
                <a16:creationId xmlns:a16="http://schemas.microsoft.com/office/drawing/2014/main" id="{3CB38132-E6F6-4EB2-805D-5E46E4BC69BD}"/>
              </a:ext>
            </a:extLst>
          </p:cNvPr>
          <p:cNvSpPr>
            <a:spLocks xmlns:a="http://schemas.openxmlformats.org/drawingml/2006/main" noGrp="1"/>
          </p:cNvSpPr>
          <p:nvPr/>
        </p:nvSpPr>
        <p:spPr>
          <a:xfrm xmlns:a="http://schemas.openxmlformats.org/drawingml/2006/main">
            <a:off x="6829425"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25" name="dp41-v4-qa-detail / n23 / circle">
            <a:extLst xmlns:a="http://schemas.openxmlformats.org/drawingml/2006/main">
              <a:ext uri="{FF2B5EF4-FFF2-40B4-BE49-F238E27FC236}">
                <a16:creationId xmlns:a16="http://schemas.microsoft.com/office/drawing/2014/main" id="{A9BA2B92-B7AD-4171-8519-CE0A6A44F791}"/>
              </a:ext>
            </a:extLst>
          </p:cNvPr>
          <p:cNvSpPr>
            <a:spLocks xmlns:a="http://schemas.openxmlformats.org/drawingml/2006/main" noGrp="1"/>
          </p:cNvSpPr>
          <p:nvPr/>
        </p:nvSpPr>
        <p:spPr>
          <a:xfrm xmlns:a="http://schemas.openxmlformats.org/drawingml/2006/main">
            <a:off x="7029450"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26" name="dp41-v4-qa-detail / n24">
            <a:extLst xmlns:a="http://schemas.openxmlformats.org/drawingml/2006/main">
              <a:ext uri="{FF2B5EF4-FFF2-40B4-BE49-F238E27FC236}">
                <a16:creationId xmlns:a16="http://schemas.microsoft.com/office/drawing/2014/main" id="{7B89C4DD-BDD2-4495-8195-13BB3F1B7D6D}"/>
              </a:ext>
            </a:extLst>
          </p:cNvPr>
          <p:cNvSpPr>
            <a:spLocks xmlns:a="http://schemas.openxmlformats.org/drawingml/2006/main" noGrp="1"/>
          </p:cNvSpPr>
          <p:nvPr/>
        </p:nvSpPr>
        <p:spPr>
          <a:xfrm xmlns:a="http://schemas.openxmlformats.org/drawingml/2006/main">
            <a:off x="7286625" y="1743075"/>
            <a:ext cx="80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2점</a:t>
            </a:r>
          </a:p>
        </p:txBody>
      </p:sp>
      <p:sp>
        <p:nvSpPr>
          <p:cNvPr id="27" name="dp41-v4-qa-detail / n25 / circle">
            <a:extLst xmlns:a="http://schemas.openxmlformats.org/drawingml/2006/main">
              <a:ext uri="{FF2B5EF4-FFF2-40B4-BE49-F238E27FC236}">
                <a16:creationId xmlns:a16="http://schemas.microsoft.com/office/drawing/2014/main" id="{7A38B285-A210-469C-B66D-F7E8A6DE301B}"/>
              </a:ext>
            </a:extLst>
          </p:cNvPr>
          <p:cNvSpPr>
            <a:spLocks xmlns:a="http://schemas.openxmlformats.org/drawingml/2006/main" noGrp="1"/>
          </p:cNvSpPr>
          <p:nvPr/>
        </p:nvSpPr>
        <p:spPr>
          <a:xfrm xmlns:a="http://schemas.openxmlformats.org/drawingml/2006/main">
            <a:off x="8191500"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28" name="dp41-v4-qa-detail / n25 / half">
            <a:extLst xmlns:a="http://schemas.openxmlformats.org/drawingml/2006/main">
              <a:ext uri="{FF2B5EF4-FFF2-40B4-BE49-F238E27FC236}">
                <a16:creationId xmlns:a16="http://schemas.microsoft.com/office/drawing/2014/main" id="{13E32FBD-991A-4043-B5C7-7025F4E93440}"/>
              </a:ext>
            </a:extLst>
          </p:cNvPr>
          <p:cNvSpPr>
            <a:spLocks xmlns:a="http://schemas.openxmlformats.org/drawingml/2006/main" noGrp="1"/>
          </p:cNvSpPr>
          <p:nvPr/>
        </p:nvSpPr>
        <p:spPr>
          <a:xfrm xmlns:a="http://schemas.openxmlformats.org/drawingml/2006/main">
            <a:off x="8191500" y="1790700"/>
            <a:ext cx="161925" cy="161925"/>
          </a:xfrm>
          <a:custGeom xmlns:a="http://schemas.openxmlformats.org/drawingml/2006/main">
            <a:pathLst>
              <a:path w="161925" h="161925">
                <a:moveTo>
                  <a:pt x="80963" y="0"/>
                </a:moveTo>
                <a:lnTo>
                  <a:pt x="73027" y="390"/>
                </a:lnTo>
                <a:lnTo>
                  <a:pt x="65167" y="1556"/>
                </a:lnTo>
                <a:lnTo>
                  <a:pt x="57460" y="3486"/>
                </a:lnTo>
                <a:lnTo>
                  <a:pt x="49979" y="6163"/>
                </a:lnTo>
                <a:lnTo>
                  <a:pt x="42797" y="9560"/>
                </a:lnTo>
                <a:lnTo>
                  <a:pt x="35982" y="13645"/>
                </a:lnTo>
                <a:lnTo>
                  <a:pt x="29600" y="18378"/>
                </a:lnTo>
                <a:lnTo>
                  <a:pt x="23713" y="23713"/>
                </a:lnTo>
                <a:lnTo>
                  <a:pt x="18378" y="29600"/>
                </a:lnTo>
                <a:lnTo>
                  <a:pt x="13645" y="35982"/>
                </a:lnTo>
                <a:lnTo>
                  <a:pt x="9560" y="42797"/>
                </a:lnTo>
                <a:lnTo>
                  <a:pt x="6163" y="49979"/>
                </a:lnTo>
                <a:lnTo>
                  <a:pt x="3486" y="57460"/>
                </a:lnTo>
                <a:lnTo>
                  <a:pt x="1556" y="65167"/>
                </a:lnTo>
                <a:lnTo>
                  <a:pt x="390" y="73027"/>
                </a:lnTo>
                <a:lnTo>
                  <a:pt x="0" y="80962"/>
                </a:lnTo>
                <a:lnTo>
                  <a:pt x="390" y="88898"/>
                </a:lnTo>
                <a:lnTo>
                  <a:pt x="1556" y="96758"/>
                </a:lnTo>
                <a:lnTo>
                  <a:pt x="3486" y="104465"/>
                </a:lnTo>
                <a:lnTo>
                  <a:pt x="6163" y="111946"/>
                </a:lnTo>
                <a:lnTo>
                  <a:pt x="9560" y="119128"/>
                </a:lnTo>
                <a:lnTo>
                  <a:pt x="13645" y="125943"/>
                </a:lnTo>
                <a:lnTo>
                  <a:pt x="18378" y="132325"/>
                </a:lnTo>
                <a:lnTo>
                  <a:pt x="23713" y="138212"/>
                </a:lnTo>
                <a:lnTo>
                  <a:pt x="29600" y="143547"/>
                </a:lnTo>
                <a:lnTo>
                  <a:pt x="35982" y="148280"/>
                </a:lnTo>
                <a:lnTo>
                  <a:pt x="42797" y="152365"/>
                </a:lnTo>
                <a:lnTo>
                  <a:pt x="49979" y="155762"/>
                </a:lnTo>
                <a:lnTo>
                  <a:pt x="57460" y="158439"/>
                </a:lnTo>
                <a:lnTo>
                  <a:pt x="65167" y="160369"/>
                </a:lnTo>
                <a:lnTo>
                  <a:pt x="73027" y="161535"/>
                </a:lnTo>
                <a:lnTo>
                  <a:pt x="80962" y="161925"/>
                </a:lnTo>
                <a:close/>
              </a:path>
            </a:pathLst>
          </a:custGeom>
          <a:solidFill xmlns:a="http://schemas.openxmlformats.org/drawingml/2006/main">
            <a:srgbClr val="18232E"/>
          </a:solidFill>
          <a:ln xmlns:a="http://schemas.openxmlformats.org/drawingml/2006/main" w="0">
            <a:noFill/>
          </a:ln>
        </p:spPr>
      </p:sp>
      <p:sp>
        <p:nvSpPr>
          <p:cNvPr id="29" name="dp41-v4-qa-detail / n26 / circle">
            <a:extLst xmlns:a="http://schemas.openxmlformats.org/drawingml/2006/main">
              <a:ext uri="{FF2B5EF4-FFF2-40B4-BE49-F238E27FC236}">
                <a16:creationId xmlns:a16="http://schemas.microsoft.com/office/drawing/2014/main" id="{FB6FE679-4CD9-41C8-BB9D-73C6D4639A05}"/>
              </a:ext>
            </a:extLst>
          </p:cNvPr>
          <p:cNvSpPr>
            <a:spLocks xmlns:a="http://schemas.openxmlformats.org/drawingml/2006/main" noGrp="1"/>
          </p:cNvSpPr>
          <p:nvPr/>
        </p:nvSpPr>
        <p:spPr>
          <a:xfrm xmlns:a="http://schemas.openxmlformats.org/drawingml/2006/main">
            <a:off x="8391525"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0" name="dp41-v4-qa-detail / n27 / circle">
            <a:extLst xmlns:a="http://schemas.openxmlformats.org/drawingml/2006/main">
              <a:ext uri="{FF2B5EF4-FFF2-40B4-BE49-F238E27FC236}">
                <a16:creationId xmlns:a16="http://schemas.microsoft.com/office/drawing/2014/main" id="{4289FD88-886A-4D75-8D5D-ED7463241B1C}"/>
              </a:ext>
            </a:extLst>
          </p:cNvPr>
          <p:cNvSpPr>
            <a:spLocks xmlns:a="http://schemas.openxmlformats.org/drawingml/2006/main" noGrp="1"/>
          </p:cNvSpPr>
          <p:nvPr/>
        </p:nvSpPr>
        <p:spPr>
          <a:xfrm xmlns:a="http://schemas.openxmlformats.org/drawingml/2006/main">
            <a:off x="8591550"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1" name="dp41-v4-qa-detail / n28">
            <a:extLst xmlns:a="http://schemas.openxmlformats.org/drawingml/2006/main">
              <a:ext uri="{FF2B5EF4-FFF2-40B4-BE49-F238E27FC236}">
                <a16:creationId xmlns:a16="http://schemas.microsoft.com/office/drawing/2014/main" id="{9D0A6BF5-DF39-4D02-93D0-D8AEBE0A7385}"/>
              </a:ext>
            </a:extLst>
          </p:cNvPr>
          <p:cNvSpPr>
            <a:spLocks xmlns:a="http://schemas.openxmlformats.org/drawingml/2006/main" noGrp="1"/>
          </p:cNvSpPr>
          <p:nvPr/>
        </p:nvSpPr>
        <p:spPr>
          <a:xfrm xmlns:a="http://schemas.openxmlformats.org/drawingml/2006/main">
            <a:off x="8848725" y="1743075"/>
            <a:ext cx="80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1점</a:t>
            </a:r>
          </a:p>
        </p:txBody>
      </p:sp>
      <p:sp>
        <p:nvSpPr>
          <p:cNvPr id="32" name="dp41-v4-qa-detail / n29 / circle">
            <a:extLst xmlns:a="http://schemas.openxmlformats.org/drawingml/2006/main">
              <a:ext uri="{FF2B5EF4-FFF2-40B4-BE49-F238E27FC236}">
                <a16:creationId xmlns:a16="http://schemas.microsoft.com/office/drawing/2014/main" id="{09477856-E8A9-4AA8-9837-1FDFA57A9780}"/>
              </a:ext>
            </a:extLst>
          </p:cNvPr>
          <p:cNvSpPr>
            <a:spLocks xmlns:a="http://schemas.openxmlformats.org/drawingml/2006/main" noGrp="1"/>
          </p:cNvSpPr>
          <p:nvPr/>
        </p:nvSpPr>
        <p:spPr>
          <a:xfrm xmlns:a="http://schemas.openxmlformats.org/drawingml/2006/main">
            <a:off x="9753600"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3" name="dp41-v4-qa-detail / n30 / circle">
            <a:extLst xmlns:a="http://schemas.openxmlformats.org/drawingml/2006/main">
              <a:ext uri="{FF2B5EF4-FFF2-40B4-BE49-F238E27FC236}">
                <a16:creationId xmlns:a16="http://schemas.microsoft.com/office/drawing/2014/main" id="{3B0433FB-66F2-4E90-8E8C-049637A84C0E}"/>
              </a:ext>
            </a:extLst>
          </p:cNvPr>
          <p:cNvSpPr>
            <a:spLocks xmlns:a="http://schemas.openxmlformats.org/drawingml/2006/main" noGrp="1"/>
          </p:cNvSpPr>
          <p:nvPr/>
        </p:nvSpPr>
        <p:spPr>
          <a:xfrm xmlns:a="http://schemas.openxmlformats.org/drawingml/2006/main">
            <a:off x="9953625"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4" name="dp41-v4-qa-detail / n31 / circle">
            <a:extLst xmlns:a="http://schemas.openxmlformats.org/drawingml/2006/main">
              <a:ext uri="{FF2B5EF4-FFF2-40B4-BE49-F238E27FC236}">
                <a16:creationId xmlns:a16="http://schemas.microsoft.com/office/drawing/2014/main" id="{FD3B174C-C00B-4BE7-BC7A-FE928E90C369}"/>
              </a:ext>
            </a:extLst>
          </p:cNvPr>
          <p:cNvSpPr>
            <a:spLocks xmlns:a="http://schemas.openxmlformats.org/drawingml/2006/main" noGrp="1"/>
          </p:cNvSpPr>
          <p:nvPr/>
        </p:nvSpPr>
        <p:spPr>
          <a:xfrm xmlns:a="http://schemas.openxmlformats.org/drawingml/2006/main">
            <a:off x="10153650"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5" name="dp41-v4-qa-detail / n32">
            <a:extLst xmlns:a="http://schemas.openxmlformats.org/drawingml/2006/main">
              <a:ext uri="{FF2B5EF4-FFF2-40B4-BE49-F238E27FC236}">
                <a16:creationId xmlns:a16="http://schemas.microsoft.com/office/drawing/2014/main" id="{2C344994-DCE8-4CB0-B75D-DB7662CA1D6E}"/>
              </a:ext>
            </a:extLst>
          </p:cNvPr>
          <p:cNvSpPr>
            <a:spLocks xmlns:a="http://schemas.openxmlformats.org/drawingml/2006/main" noGrp="1"/>
          </p:cNvSpPr>
          <p:nvPr/>
        </p:nvSpPr>
        <p:spPr>
          <a:xfrm xmlns:a="http://schemas.openxmlformats.org/drawingml/2006/main">
            <a:off x="10410825" y="1743075"/>
            <a:ext cx="80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0점</a:t>
            </a:r>
          </a:p>
        </p:txBody>
      </p:sp>
      <p:sp>
        <p:nvSpPr>
          <p:cNvPr id="36" name="dp41-v4-qa-detail / n33">
            <a:extLst xmlns:a="http://schemas.openxmlformats.org/drawingml/2006/main">
              <a:ext uri="{FF2B5EF4-FFF2-40B4-BE49-F238E27FC236}">
                <a16:creationId xmlns:a16="http://schemas.microsoft.com/office/drawing/2014/main" id="{FFAD0CB0-ECD0-4D6F-B227-9AF74782534B}"/>
              </a:ext>
            </a:extLst>
          </p:cNvPr>
          <p:cNvSpPr>
            <a:spLocks xmlns:a="http://schemas.openxmlformats.org/drawingml/2006/main" noGrp="1"/>
          </p:cNvSpPr>
          <p:nvPr/>
        </p:nvSpPr>
        <p:spPr>
          <a:xfrm xmlns:a="http://schemas.openxmlformats.org/drawingml/2006/main">
            <a:off x="11811000" y="1762125"/>
            <a:ext cx="609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5F6B77"/>
                </a:solidFill>
                <a:latin typeface="Apple SD Gothic Neo"/>
                <a:ea typeface="Apple SD Gothic Neo"/>
                <a:cs typeface="Apple SD Gothic Neo"/>
              </a:defRPr>
            </a:pPr>
            <a:r>
              <a:rPr sz="1500" b="0">
                <a:solidFill>
                  <a:srgbClr val="5F6B77"/>
                </a:solidFill>
                <a:latin typeface="Apple SD Gothic Neo"/>
                <a:ea typeface="Apple SD Gothic Neo"/>
                <a:cs typeface="Apple SD Gothic Neo"/>
              </a:rPr>
              <a:t>원값 차이와 점수 차이는 별도 확인</a:t>
            </a:r>
          </a:p>
        </p:txBody>
      </p:sp>
      <p:sp>
        <p:nvSpPr>
          <p:cNvPr id="37" name="dp41-v4-qa-detail / n34">
            <a:extLst xmlns:a="http://schemas.openxmlformats.org/drawingml/2006/main">
              <a:ext uri="{FF2B5EF4-FFF2-40B4-BE49-F238E27FC236}">
                <a16:creationId xmlns:a16="http://schemas.microsoft.com/office/drawing/2014/main" id="{EB76BAC0-EB4A-4B7C-B03D-99E078E53D24}"/>
              </a:ext>
            </a:extLst>
          </p:cNvPr>
          <p:cNvSpPr>
            <a:spLocks xmlns:a="http://schemas.openxmlformats.org/drawingml/2006/main" noGrp="1"/>
          </p:cNvSpPr>
          <p:nvPr/>
        </p:nvSpPr>
        <p:spPr>
          <a:xfrm xmlns:a="http://schemas.openxmlformats.org/drawingml/2006/main">
            <a:off x="381000" y="2143125"/>
            <a:ext cx="17526000" cy="457200"/>
          </a:xfrm>
          <a:prstGeom xmlns:a="http://schemas.openxmlformats.org/drawingml/2006/main" prst="rect">
            <a:avLst/>
          </a:prstGeom>
          <a:solidFill xmlns:a="http://schemas.openxmlformats.org/drawingml/2006/main">
            <a:srgbClr val="D5E7C7"/>
          </a:solidFill>
          <a:ln xmlns:a="http://schemas.openxmlformats.org/drawingml/2006/main" w="0">
            <a:noFill/>
          </a:ln>
        </p:spPr>
      </p:sp>
      <p:sp>
        <p:nvSpPr>
          <p:cNvPr id="38" name="dp41-v4-qa-detail / n35">
            <a:extLst xmlns:a="http://schemas.openxmlformats.org/drawingml/2006/main">
              <a:ext uri="{FF2B5EF4-FFF2-40B4-BE49-F238E27FC236}">
                <a16:creationId xmlns:a16="http://schemas.microsoft.com/office/drawing/2014/main" id="{BAAB628E-7ED8-4115-A02C-579DBF740ECD}"/>
              </a:ext>
            </a:extLst>
          </p:cNvPr>
          <p:cNvSpPr>
            <a:spLocks xmlns:a="http://schemas.openxmlformats.org/drawingml/2006/main" noGrp="1"/>
          </p:cNvSpPr>
          <p:nvPr/>
        </p:nvSpPr>
        <p:spPr>
          <a:xfrm xmlns:a="http://schemas.openxmlformats.org/drawingml/2006/main">
            <a:off x="533400" y="2238375"/>
            <a:ext cx="247650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QA / 목표</a:t>
            </a:r>
          </a:p>
        </p:txBody>
      </p:sp>
      <p:sp>
        <p:nvSpPr>
          <p:cNvPr id="39" name="dp41-v4-qa-detail / n36">
            <a:extLst xmlns:a="http://schemas.openxmlformats.org/drawingml/2006/main">
              <a:ext uri="{FF2B5EF4-FFF2-40B4-BE49-F238E27FC236}">
                <a16:creationId xmlns:a16="http://schemas.microsoft.com/office/drawing/2014/main" id="{E24419F3-84A4-4D36-9FA2-4B23BACDAA56}"/>
              </a:ext>
            </a:extLst>
          </p:cNvPr>
          <p:cNvSpPr>
            <a:spLocks xmlns:a="http://schemas.openxmlformats.org/drawingml/2006/main" noGrp="1"/>
          </p:cNvSpPr>
          <p:nvPr/>
        </p:nvSpPr>
        <p:spPr>
          <a:xfrm xmlns:a="http://schemas.openxmlformats.org/drawingml/2006/main">
            <a:off x="3457575" y="2238375"/>
            <a:ext cx="581025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A 모델 주도 해석</a:t>
            </a:r>
          </a:p>
        </p:txBody>
      </p:sp>
      <p:sp>
        <p:nvSpPr>
          <p:cNvPr id="40" name="dp41-v4-qa-detail / n37">
            <a:extLst xmlns:a="http://schemas.openxmlformats.org/drawingml/2006/main">
              <a:ext uri="{FF2B5EF4-FFF2-40B4-BE49-F238E27FC236}">
                <a16:creationId xmlns:a16="http://schemas.microsoft.com/office/drawing/2014/main" id="{F8B0B881-2E4D-4B89-BB83-3218F6563D3A}"/>
              </a:ext>
            </a:extLst>
          </p:cNvPr>
          <p:cNvSpPr>
            <a:spLocks xmlns:a="http://schemas.openxmlformats.org/drawingml/2006/main" noGrp="1"/>
          </p:cNvSpPr>
          <p:nvPr/>
        </p:nvSpPr>
        <p:spPr>
          <a:xfrm xmlns:a="http://schemas.openxmlformats.org/drawingml/2006/main">
            <a:off x="9648825" y="2238375"/>
            <a:ext cx="581025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B 모델 요청 틀과 코드 주도 완성</a:t>
            </a:r>
          </a:p>
        </p:txBody>
      </p:sp>
      <p:sp>
        <p:nvSpPr>
          <p:cNvPr id="41" name="dp41-v4-qa-detail / n38">
            <a:extLst xmlns:a="http://schemas.openxmlformats.org/drawingml/2006/main">
              <a:ext uri="{FF2B5EF4-FFF2-40B4-BE49-F238E27FC236}">
                <a16:creationId xmlns:a16="http://schemas.microsoft.com/office/drawing/2014/main" id="{B56EF05B-8EE3-4EED-B186-3DAFB9DE15E8}"/>
              </a:ext>
            </a:extLst>
          </p:cNvPr>
          <p:cNvSpPr>
            <a:spLocks xmlns:a="http://schemas.openxmlformats.org/drawingml/2006/main" noGrp="1"/>
          </p:cNvSpPr>
          <p:nvPr/>
        </p:nvSpPr>
        <p:spPr>
          <a:xfrm xmlns:a="http://schemas.openxmlformats.org/drawingml/2006/main">
            <a:off x="15801975" y="2238375"/>
            <a:ext cx="1952625"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원값 차이</a:t>
            </a:r>
          </a:p>
        </p:txBody>
      </p:sp>
      <p:sp>
        <p:nvSpPr>
          <p:cNvPr id="42" name="dp41-v4-qa-detail / n39">
            <a:extLst xmlns:a="http://schemas.openxmlformats.org/drawingml/2006/main">
              <a:ext uri="{FF2B5EF4-FFF2-40B4-BE49-F238E27FC236}">
                <a16:creationId xmlns:a16="http://schemas.microsoft.com/office/drawing/2014/main" id="{3E9CD8B9-A8E2-478E-BE47-FA30D05AC2D4}"/>
              </a:ext>
            </a:extLst>
          </p:cNvPr>
          <p:cNvSpPr>
            <a:spLocks xmlns:a="http://schemas.openxmlformats.org/drawingml/2006/main" noGrp="1"/>
          </p:cNvSpPr>
          <p:nvPr/>
        </p:nvSpPr>
        <p:spPr>
          <a:xfrm xmlns:a="http://schemas.openxmlformats.org/drawingml/2006/main">
            <a:off x="381000" y="35909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43" name="dp41-v4-qa-detail / n40">
            <a:extLst xmlns:a="http://schemas.openxmlformats.org/drawingml/2006/main">
              <a:ext uri="{FF2B5EF4-FFF2-40B4-BE49-F238E27FC236}">
                <a16:creationId xmlns:a16="http://schemas.microsoft.com/office/drawing/2014/main" id="{EF2272D8-5182-4319-9123-A7150AD9B148}"/>
              </a:ext>
            </a:extLst>
          </p:cNvPr>
          <p:cNvSpPr>
            <a:spLocks xmlns:a="http://schemas.openxmlformats.org/drawingml/2006/main" noGrp="1"/>
          </p:cNvSpPr>
          <p:nvPr/>
        </p:nvSpPr>
        <p:spPr>
          <a:xfrm xmlns:a="http://schemas.openxmlformats.org/drawingml/2006/main">
            <a:off x="533400" y="2695575"/>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01  요청 처리 정확성</a:t>
            </a:r>
          </a:p>
        </p:txBody>
      </p:sp>
      <p:sp>
        <p:nvSpPr>
          <p:cNvPr id="44" name="dp41-v4-qa-detail / n41">
            <a:extLst xmlns:a="http://schemas.openxmlformats.org/drawingml/2006/main">
              <a:ext uri="{FF2B5EF4-FFF2-40B4-BE49-F238E27FC236}">
                <a16:creationId xmlns:a16="http://schemas.microsoft.com/office/drawing/2014/main" id="{A05DA188-BECB-411A-BDFB-55D34C91E0D9}"/>
              </a:ext>
            </a:extLst>
          </p:cNvPr>
          <p:cNvSpPr>
            <a:spLocks xmlns:a="http://schemas.openxmlformats.org/drawingml/2006/main" noGrp="1"/>
          </p:cNvSpPr>
          <p:nvPr/>
        </p:nvSpPr>
        <p:spPr>
          <a:xfrm xmlns:a="http://schemas.openxmlformats.org/drawingml/2006/main">
            <a:off x="533400" y="3057525"/>
            <a:ext cx="25146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목표 ≥98%</a:t>
            </a:r>
          </a:p>
        </p:txBody>
      </p:sp>
      <p:sp>
        <p:nvSpPr>
          <p:cNvPr id="45" name="dp41-v4-qa-detail / n42 / circle">
            <a:extLst xmlns:a="http://schemas.openxmlformats.org/drawingml/2006/main">
              <a:ext uri="{FF2B5EF4-FFF2-40B4-BE49-F238E27FC236}">
                <a16:creationId xmlns:a16="http://schemas.microsoft.com/office/drawing/2014/main" id="{5F0F78A6-851D-499C-8E5A-28D67E6B0D22}"/>
              </a:ext>
            </a:extLst>
          </p:cNvPr>
          <p:cNvSpPr>
            <a:spLocks xmlns:a="http://schemas.openxmlformats.org/drawingml/2006/main" noGrp="1"/>
          </p:cNvSpPr>
          <p:nvPr/>
        </p:nvSpPr>
        <p:spPr>
          <a:xfrm xmlns:a="http://schemas.openxmlformats.org/drawingml/2006/main">
            <a:off x="3457575" y="2752725"/>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46" name="dp41-v4-qa-detail / n43 / circle">
            <a:extLst xmlns:a="http://schemas.openxmlformats.org/drawingml/2006/main">
              <a:ext uri="{FF2B5EF4-FFF2-40B4-BE49-F238E27FC236}">
                <a16:creationId xmlns:a16="http://schemas.microsoft.com/office/drawing/2014/main" id="{17E91AE2-159B-4CC3-8B1B-2E531301041A}"/>
              </a:ext>
            </a:extLst>
          </p:cNvPr>
          <p:cNvSpPr>
            <a:spLocks xmlns:a="http://schemas.openxmlformats.org/drawingml/2006/main" noGrp="1"/>
          </p:cNvSpPr>
          <p:nvPr/>
        </p:nvSpPr>
        <p:spPr>
          <a:xfrm xmlns:a="http://schemas.openxmlformats.org/drawingml/2006/main">
            <a:off x="3667125" y="2752725"/>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47" name="dp41-v4-qa-detail / n44 / circle">
            <a:extLst xmlns:a="http://schemas.openxmlformats.org/drawingml/2006/main">
              <a:ext uri="{FF2B5EF4-FFF2-40B4-BE49-F238E27FC236}">
                <a16:creationId xmlns:a16="http://schemas.microsoft.com/office/drawing/2014/main" id="{2B701201-9458-4E43-823B-C2909E254789}"/>
              </a:ext>
            </a:extLst>
          </p:cNvPr>
          <p:cNvSpPr>
            <a:spLocks xmlns:a="http://schemas.openxmlformats.org/drawingml/2006/main" noGrp="1"/>
          </p:cNvSpPr>
          <p:nvPr/>
        </p:nvSpPr>
        <p:spPr>
          <a:xfrm xmlns:a="http://schemas.openxmlformats.org/drawingml/2006/main">
            <a:off x="3876675" y="2752725"/>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48" name="dp41-v4-qa-detail / n44 / half">
            <a:extLst xmlns:a="http://schemas.openxmlformats.org/drawingml/2006/main">
              <a:ext uri="{FF2B5EF4-FFF2-40B4-BE49-F238E27FC236}">
                <a16:creationId xmlns:a16="http://schemas.microsoft.com/office/drawing/2014/main" id="{64A37006-179B-4F9C-8641-83213C028A75}"/>
              </a:ext>
            </a:extLst>
          </p:cNvPr>
          <p:cNvSpPr>
            <a:spLocks xmlns:a="http://schemas.openxmlformats.org/drawingml/2006/main" noGrp="1"/>
          </p:cNvSpPr>
          <p:nvPr/>
        </p:nvSpPr>
        <p:spPr>
          <a:xfrm xmlns:a="http://schemas.openxmlformats.org/drawingml/2006/main">
            <a:off x="3876675" y="2752725"/>
            <a:ext cx="171450" cy="171450"/>
          </a:xfrm>
          <a:custGeom xmlns:a="http://schemas.openxmlformats.org/drawingml/2006/main">
            <a:pathLst>
              <a:path w="171450" h="171450">
                <a:moveTo>
                  <a:pt x="85725" y="0"/>
                </a:moveTo>
                <a:lnTo>
                  <a:pt x="77322" y="413"/>
                </a:lnTo>
                <a:lnTo>
                  <a:pt x="69001" y="1647"/>
                </a:lnTo>
                <a:lnTo>
                  <a:pt x="60840" y="3691"/>
                </a:lnTo>
                <a:lnTo>
                  <a:pt x="52919" y="6525"/>
                </a:lnTo>
                <a:lnTo>
                  <a:pt x="45315" y="10122"/>
                </a:lnTo>
                <a:lnTo>
                  <a:pt x="38099" y="14447"/>
                </a:lnTo>
                <a:lnTo>
                  <a:pt x="31342" y="19459"/>
                </a:lnTo>
                <a:lnTo>
                  <a:pt x="25108" y="25108"/>
                </a:lnTo>
                <a:lnTo>
                  <a:pt x="19459" y="31342"/>
                </a:lnTo>
                <a:lnTo>
                  <a:pt x="14447" y="38099"/>
                </a:lnTo>
                <a:lnTo>
                  <a:pt x="10122" y="45315"/>
                </a:lnTo>
                <a:lnTo>
                  <a:pt x="6525" y="52919"/>
                </a:lnTo>
                <a:lnTo>
                  <a:pt x="3691" y="60840"/>
                </a:lnTo>
                <a:lnTo>
                  <a:pt x="1647" y="69001"/>
                </a:lnTo>
                <a:lnTo>
                  <a:pt x="413" y="77322"/>
                </a:lnTo>
                <a:lnTo>
                  <a:pt x="0" y="85725"/>
                </a:lnTo>
                <a:lnTo>
                  <a:pt x="413" y="94128"/>
                </a:lnTo>
                <a:lnTo>
                  <a:pt x="1647" y="102449"/>
                </a:lnTo>
                <a:lnTo>
                  <a:pt x="3691" y="110610"/>
                </a:lnTo>
                <a:lnTo>
                  <a:pt x="6525" y="118531"/>
                </a:lnTo>
                <a:lnTo>
                  <a:pt x="10122" y="126135"/>
                </a:lnTo>
                <a:lnTo>
                  <a:pt x="14447" y="133351"/>
                </a:lnTo>
                <a:lnTo>
                  <a:pt x="19459" y="140108"/>
                </a:lnTo>
                <a:lnTo>
                  <a:pt x="25108" y="146342"/>
                </a:lnTo>
                <a:lnTo>
                  <a:pt x="31342" y="151991"/>
                </a:lnTo>
                <a:lnTo>
                  <a:pt x="38099" y="157003"/>
                </a:lnTo>
                <a:lnTo>
                  <a:pt x="45315" y="161328"/>
                </a:lnTo>
                <a:lnTo>
                  <a:pt x="52919" y="164925"/>
                </a:lnTo>
                <a:lnTo>
                  <a:pt x="60840" y="167759"/>
                </a:lnTo>
                <a:lnTo>
                  <a:pt x="69001" y="169803"/>
                </a:lnTo>
                <a:lnTo>
                  <a:pt x="77322" y="171037"/>
                </a:lnTo>
                <a:lnTo>
                  <a:pt x="85725" y="171450"/>
                </a:lnTo>
                <a:close/>
              </a:path>
            </a:pathLst>
          </a:custGeom>
          <a:solidFill xmlns:a="http://schemas.openxmlformats.org/drawingml/2006/main">
            <a:srgbClr val="18232E"/>
          </a:solidFill>
          <a:ln xmlns:a="http://schemas.openxmlformats.org/drawingml/2006/main" w="0">
            <a:noFill/>
          </a:ln>
        </p:spPr>
      </p:sp>
      <p:sp>
        <p:nvSpPr>
          <p:cNvPr id="49" name="dp41-v4-qa-detail / n45">
            <a:extLst xmlns:a="http://schemas.openxmlformats.org/drawingml/2006/main">
              <a:ext uri="{FF2B5EF4-FFF2-40B4-BE49-F238E27FC236}">
                <a16:creationId xmlns:a16="http://schemas.microsoft.com/office/drawing/2014/main" id="{35CC0C7A-FCCF-4F75-B3EF-A71601BD99AF}"/>
              </a:ext>
            </a:extLst>
          </p:cNvPr>
          <p:cNvSpPr>
            <a:spLocks xmlns:a="http://schemas.openxmlformats.org/drawingml/2006/main" noGrp="1"/>
          </p:cNvSpPr>
          <p:nvPr/>
        </p:nvSpPr>
        <p:spPr>
          <a:xfrm xmlns:a="http://schemas.openxmlformats.org/drawingml/2006/main">
            <a:off x="4181475" y="2686050"/>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5점</a:t>
            </a:r>
          </a:p>
        </p:txBody>
      </p:sp>
      <p:sp>
        <p:nvSpPr>
          <p:cNvPr id="50" name="dp41-v4-qa-detail / n46">
            <a:extLst xmlns:a="http://schemas.openxmlformats.org/drawingml/2006/main">
              <a:ext uri="{FF2B5EF4-FFF2-40B4-BE49-F238E27FC236}">
                <a16:creationId xmlns:a16="http://schemas.microsoft.com/office/drawing/2014/main" id="{E93C4A4C-D8BC-46D7-B4A6-8F0DE8DD8B5F}"/>
              </a:ext>
            </a:extLst>
          </p:cNvPr>
          <p:cNvSpPr>
            <a:spLocks xmlns:a="http://schemas.openxmlformats.org/drawingml/2006/main" noGrp="1"/>
          </p:cNvSpPr>
          <p:nvPr/>
        </p:nvSpPr>
        <p:spPr>
          <a:xfrm xmlns:a="http://schemas.openxmlformats.org/drawingml/2006/main">
            <a:off x="5076825" y="2667000"/>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99.63%</a:t>
            </a:r>
          </a:p>
        </p:txBody>
      </p:sp>
      <p:sp>
        <p:nvSpPr>
          <p:cNvPr id="51" name="dp41-v4-qa-detail / n47">
            <a:extLst xmlns:a="http://schemas.openxmlformats.org/drawingml/2006/main">
              <a:ext uri="{FF2B5EF4-FFF2-40B4-BE49-F238E27FC236}">
                <a16:creationId xmlns:a16="http://schemas.microsoft.com/office/drawing/2014/main" id="{B791561F-6D27-4E2D-8F2E-E87174ADE7C6}"/>
              </a:ext>
            </a:extLst>
          </p:cNvPr>
          <p:cNvSpPr>
            <a:spLocks xmlns:a="http://schemas.openxmlformats.org/drawingml/2006/main" noGrp="1"/>
          </p:cNvSpPr>
          <p:nvPr/>
        </p:nvSpPr>
        <p:spPr>
          <a:xfrm xmlns:a="http://schemas.openxmlformats.org/drawingml/2006/main">
            <a:off x="3457575" y="3095625"/>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전체 의미 공동 판단</a:t>
            </a:r>
          </a:p>
        </p:txBody>
      </p:sp>
      <p:sp>
        <p:nvSpPr>
          <p:cNvPr id="52" name="dp41-v4-qa-detail / n48">
            <a:extLst xmlns:a="http://schemas.openxmlformats.org/drawingml/2006/main">
              <a:ext uri="{FF2B5EF4-FFF2-40B4-BE49-F238E27FC236}">
                <a16:creationId xmlns:a16="http://schemas.microsoft.com/office/drawing/2014/main" id="{2CCD5B98-D5FE-44E1-BBBB-E4FA404C1E9D}"/>
              </a:ext>
            </a:extLst>
          </p:cNvPr>
          <p:cNvSpPr>
            <a:spLocks xmlns:a="http://schemas.openxmlformats.org/drawingml/2006/main" noGrp="1"/>
          </p:cNvSpPr>
          <p:nvPr/>
        </p:nvSpPr>
        <p:spPr>
          <a:xfrm xmlns:a="http://schemas.openxmlformats.org/drawingml/2006/main">
            <a:off x="3457575" y="3333750"/>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오류 2개 가정</a:t>
            </a:r>
          </a:p>
        </p:txBody>
      </p:sp>
      <p:sp>
        <p:nvSpPr>
          <p:cNvPr id="53" name="dp41-v4-qa-detail / n49 / circle">
            <a:extLst xmlns:a="http://schemas.openxmlformats.org/drawingml/2006/main">
              <a:ext uri="{FF2B5EF4-FFF2-40B4-BE49-F238E27FC236}">
                <a16:creationId xmlns:a16="http://schemas.microsoft.com/office/drawing/2014/main" id="{9A5BBEF5-E5A4-4F81-9685-25F88CD1E833}"/>
              </a:ext>
            </a:extLst>
          </p:cNvPr>
          <p:cNvSpPr>
            <a:spLocks xmlns:a="http://schemas.openxmlformats.org/drawingml/2006/main" noGrp="1"/>
          </p:cNvSpPr>
          <p:nvPr/>
        </p:nvSpPr>
        <p:spPr>
          <a:xfrm xmlns:a="http://schemas.openxmlformats.org/drawingml/2006/main">
            <a:off x="9648825" y="2752725"/>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54" name="dp41-v4-qa-detail / n50 / circle">
            <a:extLst xmlns:a="http://schemas.openxmlformats.org/drawingml/2006/main">
              <a:ext uri="{FF2B5EF4-FFF2-40B4-BE49-F238E27FC236}">
                <a16:creationId xmlns:a16="http://schemas.microsoft.com/office/drawing/2014/main" id="{CF718403-ED1A-4BF8-B461-580000B4DE7C}"/>
              </a:ext>
            </a:extLst>
          </p:cNvPr>
          <p:cNvSpPr>
            <a:spLocks xmlns:a="http://schemas.openxmlformats.org/drawingml/2006/main" noGrp="1"/>
          </p:cNvSpPr>
          <p:nvPr/>
        </p:nvSpPr>
        <p:spPr>
          <a:xfrm xmlns:a="http://schemas.openxmlformats.org/drawingml/2006/main">
            <a:off x="9858375" y="2752725"/>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55" name="dp41-v4-qa-detail / n51 / circle">
            <a:extLst xmlns:a="http://schemas.openxmlformats.org/drawingml/2006/main">
              <a:ext uri="{FF2B5EF4-FFF2-40B4-BE49-F238E27FC236}">
                <a16:creationId xmlns:a16="http://schemas.microsoft.com/office/drawing/2014/main" id="{D8D98ACF-98CE-409E-B1ED-62B449356D7F}"/>
              </a:ext>
            </a:extLst>
          </p:cNvPr>
          <p:cNvSpPr>
            <a:spLocks xmlns:a="http://schemas.openxmlformats.org/drawingml/2006/main" noGrp="1"/>
          </p:cNvSpPr>
          <p:nvPr/>
        </p:nvSpPr>
        <p:spPr>
          <a:xfrm xmlns:a="http://schemas.openxmlformats.org/drawingml/2006/main">
            <a:off x="10067925" y="2752725"/>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56" name="dp41-v4-qa-detail / n52">
            <a:extLst xmlns:a="http://schemas.openxmlformats.org/drawingml/2006/main">
              <a:ext uri="{FF2B5EF4-FFF2-40B4-BE49-F238E27FC236}">
                <a16:creationId xmlns:a16="http://schemas.microsoft.com/office/drawing/2014/main" id="{C2650DE6-D01F-4305-A303-232973721158}"/>
              </a:ext>
            </a:extLst>
          </p:cNvPr>
          <p:cNvSpPr>
            <a:spLocks xmlns:a="http://schemas.openxmlformats.org/drawingml/2006/main" noGrp="1"/>
          </p:cNvSpPr>
          <p:nvPr/>
        </p:nvSpPr>
        <p:spPr>
          <a:xfrm xmlns:a="http://schemas.openxmlformats.org/drawingml/2006/main">
            <a:off x="10372725" y="2686050"/>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2점</a:t>
            </a:r>
          </a:p>
        </p:txBody>
      </p:sp>
      <p:sp>
        <p:nvSpPr>
          <p:cNvPr id="57" name="dp41-v4-qa-detail / n53">
            <a:extLst xmlns:a="http://schemas.openxmlformats.org/drawingml/2006/main">
              <a:ext uri="{FF2B5EF4-FFF2-40B4-BE49-F238E27FC236}">
                <a16:creationId xmlns:a16="http://schemas.microsoft.com/office/drawing/2014/main" id="{977421C7-5D80-4CE8-802D-55B027484795}"/>
              </a:ext>
            </a:extLst>
          </p:cNvPr>
          <p:cNvSpPr>
            <a:spLocks xmlns:a="http://schemas.openxmlformats.org/drawingml/2006/main" noGrp="1"/>
          </p:cNvSpPr>
          <p:nvPr/>
        </p:nvSpPr>
        <p:spPr>
          <a:xfrm xmlns:a="http://schemas.openxmlformats.org/drawingml/2006/main">
            <a:off x="11268075" y="2667000"/>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98.52%</a:t>
            </a:r>
          </a:p>
        </p:txBody>
      </p:sp>
      <p:sp>
        <p:nvSpPr>
          <p:cNvPr id="58" name="dp41-v4-qa-detail / n54">
            <a:extLst xmlns:a="http://schemas.openxmlformats.org/drawingml/2006/main">
              <a:ext uri="{FF2B5EF4-FFF2-40B4-BE49-F238E27FC236}">
                <a16:creationId xmlns:a16="http://schemas.microsoft.com/office/drawing/2014/main" id="{FE718A1C-8646-4A16-ADF3-3309B3781B07}"/>
              </a:ext>
            </a:extLst>
          </p:cNvPr>
          <p:cNvSpPr>
            <a:spLocks xmlns:a="http://schemas.openxmlformats.org/drawingml/2006/main" noGrp="1"/>
          </p:cNvSpPr>
          <p:nvPr/>
        </p:nvSpPr>
        <p:spPr>
          <a:xfrm xmlns:a="http://schemas.openxmlformats.org/drawingml/2006/main">
            <a:off x="9648825" y="3095625"/>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틀 추출과 부분 결합 누락</a:t>
            </a:r>
          </a:p>
        </p:txBody>
      </p:sp>
      <p:sp>
        <p:nvSpPr>
          <p:cNvPr id="59" name="dp41-v4-qa-detail / n55">
            <a:extLst xmlns:a="http://schemas.openxmlformats.org/drawingml/2006/main">
              <a:ext uri="{FF2B5EF4-FFF2-40B4-BE49-F238E27FC236}">
                <a16:creationId xmlns:a16="http://schemas.microsoft.com/office/drawing/2014/main" id="{AF8D9945-ECF2-4055-B16A-3494A385CCB7}"/>
              </a:ext>
            </a:extLst>
          </p:cNvPr>
          <p:cNvSpPr>
            <a:spLocks xmlns:a="http://schemas.openxmlformats.org/drawingml/2006/main" noGrp="1"/>
          </p:cNvSpPr>
          <p:nvPr/>
        </p:nvSpPr>
        <p:spPr>
          <a:xfrm xmlns:a="http://schemas.openxmlformats.org/drawingml/2006/main">
            <a:off x="9648825" y="3333750"/>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오류 8개 가정</a:t>
            </a:r>
          </a:p>
        </p:txBody>
      </p:sp>
      <p:sp>
        <p:nvSpPr>
          <p:cNvPr id="60" name="dp41-v4-qa-detail / n56">
            <a:extLst xmlns:a="http://schemas.openxmlformats.org/drawingml/2006/main">
              <a:ext uri="{FF2B5EF4-FFF2-40B4-BE49-F238E27FC236}">
                <a16:creationId xmlns:a16="http://schemas.microsoft.com/office/drawing/2014/main" id="{88B390B0-A554-4002-82CB-2B77FC52CAFE}"/>
              </a:ext>
            </a:extLst>
          </p:cNvPr>
          <p:cNvSpPr>
            <a:spLocks xmlns:a="http://schemas.openxmlformats.org/drawingml/2006/main" noGrp="1"/>
          </p:cNvSpPr>
          <p:nvPr/>
        </p:nvSpPr>
        <p:spPr>
          <a:xfrm xmlns:a="http://schemas.openxmlformats.org/drawingml/2006/main">
            <a:off x="15801975" y="2743200"/>
            <a:ext cx="1952625"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1.11%p</a:t>
            </a:r>
          </a:p>
        </p:txBody>
      </p:sp>
      <p:sp>
        <p:nvSpPr>
          <p:cNvPr id="61" name="dp41-v4-qa-detail / n57">
            <a:extLst xmlns:a="http://schemas.openxmlformats.org/drawingml/2006/main">
              <a:ext uri="{FF2B5EF4-FFF2-40B4-BE49-F238E27FC236}">
                <a16:creationId xmlns:a16="http://schemas.microsoft.com/office/drawing/2014/main" id="{DCF040AA-9939-4EFC-9AF1-D81D02867315}"/>
              </a:ext>
            </a:extLst>
          </p:cNvPr>
          <p:cNvSpPr>
            <a:spLocks xmlns:a="http://schemas.openxmlformats.org/drawingml/2006/main" noGrp="1"/>
          </p:cNvSpPr>
          <p:nvPr/>
        </p:nvSpPr>
        <p:spPr>
          <a:xfrm xmlns:a="http://schemas.openxmlformats.org/drawingml/2006/main">
            <a:off x="15801975" y="3124200"/>
            <a:ext cx="1952625"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가정상 A 유리</a:t>
            </a:r>
          </a:p>
        </p:txBody>
      </p:sp>
      <p:sp>
        <p:nvSpPr>
          <p:cNvPr id="62" name="dp41-v4-qa-detail / n58">
            <a:extLst xmlns:a="http://schemas.openxmlformats.org/drawingml/2006/main">
              <a:ext uri="{FF2B5EF4-FFF2-40B4-BE49-F238E27FC236}">
                <a16:creationId xmlns:a16="http://schemas.microsoft.com/office/drawing/2014/main" id="{9E6DD1E5-728B-4F3F-97A9-EA2D8FE172B8}"/>
              </a:ext>
            </a:extLst>
          </p:cNvPr>
          <p:cNvSpPr>
            <a:spLocks xmlns:a="http://schemas.openxmlformats.org/drawingml/2006/main" noGrp="1"/>
          </p:cNvSpPr>
          <p:nvPr/>
        </p:nvSpPr>
        <p:spPr>
          <a:xfrm xmlns:a="http://schemas.openxmlformats.org/drawingml/2006/main">
            <a:off x="15801975" y="3352800"/>
            <a:ext cx="1952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기준 1%p</a:t>
            </a:r>
          </a:p>
        </p:txBody>
      </p:sp>
      <p:sp>
        <p:nvSpPr>
          <p:cNvPr id="63" name="dp41-v4-qa-detail / n59">
            <a:extLst xmlns:a="http://schemas.openxmlformats.org/drawingml/2006/main">
              <a:ext uri="{FF2B5EF4-FFF2-40B4-BE49-F238E27FC236}">
                <a16:creationId xmlns:a16="http://schemas.microsoft.com/office/drawing/2014/main" id="{6642CBEB-BDC7-4FBC-960E-2261045527CD}"/>
              </a:ext>
            </a:extLst>
          </p:cNvPr>
          <p:cNvSpPr>
            <a:spLocks xmlns:a="http://schemas.openxmlformats.org/drawingml/2006/main" noGrp="1"/>
          </p:cNvSpPr>
          <p:nvPr/>
        </p:nvSpPr>
        <p:spPr>
          <a:xfrm xmlns:a="http://schemas.openxmlformats.org/drawingml/2006/main">
            <a:off x="381000" y="45910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64" name="dp41-v4-qa-detail / n60">
            <a:extLst xmlns:a="http://schemas.openxmlformats.org/drawingml/2006/main">
              <a:ext uri="{FF2B5EF4-FFF2-40B4-BE49-F238E27FC236}">
                <a16:creationId xmlns:a16="http://schemas.microsoft.com/office/drawing/2014/main" id="{7FFF1006-ECD5-4DE8-8A86-1DB018B27B37}"/>
              </a:ext>
            </a:extLst>
          </p:cNvPr>
          <p:cNvSpPr>
            <a:spLocks xmlns:a="http://schemas.openxmlformats.org/drawingml/2006/main" noGrp="1"/>
          </p:cNvSpPr>
          <p:nvPr/>
        </p:nvSpPr>
        <p:spPr>
          <a:xfrm xmlns:a="http://schemas.openxmlformats.org/drawingml/2006/main">
            <a:off x="533400" y="3695700"/>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02  상호작용 응답시간</a:t>
            </a:r>
          </a:p>
        </p:txBody>
      </p:sp>
      <p:sp>
        <p:nvSpPr>
          <p:cNvPr id="65" name="dp41-v4-qa-detail / n61">
            <a:extLst xmlns:a="http://schemas.openxmlformats.org/drawingml/2006/main">
              <a:ext uri="{FF2B5EF4-FFF2-40B4-BE49-F238E27FC236}">
                <a16:creationId xmlns:a16="http://schemas.microsoft.com/office/drawing/2014/main" id="{1ABC079F-FC17-455E-99D9-23E551C283C7}"/>
              </a:ext>
            </a:extLst>
          </p:cNvPr>
          <p:cNvSpPr>
            <a:spLocks xmlns:a="http://schemas.openxmlformats.org/drawingml/2006/main" noGrp="1"/>
          </p:cNvSpPr>
          <p:nvPr/>
        </p:nvSpPr>
        <p:spPr>
          <a:xfrm xmlns:a="http://schemas.openxmlformats.org/drawingml/2006/main">
            <a:off x="533400" y="4057650"/>
            <a:ext cx="25146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목표 ≤1초</a:t>
            </a:r>
          </a:p>
        </p:txBody>
      </p:sp>
      <p:sp>
        <p:nvSpPr>
          <p:cNvPr id="66" name="dp41-v4-qa-detail / n62 / circle">
            <a:extLst xmlns:a="http://schemas.openxmlformats.org/drawingml/2006/main">
              <a:ext uri="{FF2B5EF4-FFF2-40B4-BE49-F238E27FC236}">
                <a16:creationId xmlns:a16="http://schemas.microsoft.com/office/drawing/2014/main" id="{52A1CB57-EB65-46F0-967F-DAA6DF27469C}"/>
              </a:ext>
            </a:extLst>
          </p:cNvPr>
          <p:cNvSpPr>
            <a:spLocks xmlns:a="http://schemas.openxmlformats.org/drawingml/2006/main" noGrp="1"/>
          </p:cNvSpPr>
          <p:nvPr/>
        </p:nvSpPr>
        <p:spPr>
          <a:xfrm xmlns:a="http://schemas.openxmlformats.org/drawingml/2006/main">
            <a:off x="3457575" y="3752850"/>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67" name="dp41-v4-qa-detail / n63 / circle">
            <a:extLst xmlns:a="http://schemas.openxmlformats.org/drawingml/2006/main">
              <a:ext uri="{FF2B5EF4-FFF2-40B4-BE49-F238E27FC236}">
                <a16:creationId xmlns:a16="http://schemas.microsoft.com/office/drawing/2014/main" id="{DFF5E390-33A1-44D0-8D8B-EBEA40016718}"/>
              </a:ext>
            </a:extLst>
          </p:cNvPr>
          <p:cNvSpPr>
            <a:spLocks xmlns:a="http://schemas.openxmlformats.org/drawingml/2006/main" noGrp="1"/>
          </p:cNvSpPr>
          <p:nvPr/>
        </p:nvSpPr>
        <p:spPr>
          <a:xfrm xmlns:a="http://schemas.openxmlformats.org/drawingml/2006/main">
            <a:off x="3667125" y="3752850"/>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68" name="dp41-v4-qa-detail / n64 / circle">
            <a:extLst xmlns:a="http://schemas.openxmlformats.org/drawingml/2006/main">
              <a:ext uri="{FF2B5EF4-FFF2-40B4-BE49-F238E27FC236}">
                <a16:creationId xmlns:a16="http://schemas.microsoft.com/office/drawing/2014/main" id="{87FA899F-A663-4FD7-A514-3F2391425580}"/>
              </a:ext>
            </a:extLst>
          </p:cNvPr>
          <p:cNvSpPr>
            <a:spLocks xmlns:a="http://schemas.openxmlformats.org/drawingml/2006/main" noGrp="1"/>
          </p:cNvSpPr>
          <p:nvPr/>
        </p:nvSpPr>
        <p:spPr>
          <a:xfrm xmlns:a="http://schemas.openxmlformats.org/drawingml/2006/main">
            <a:off x="3876675" y="3752850"/>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69" name="dp41-v4-qa-detail / n65">
            <a:extLst xmlns:a="http://schemas.openxmlformats.org/drawingml/2006/main">
              <a:ext uri="{FF2B5EF4-FFF2-40B4-BE49-F238E27FC236}">
                <a16:creationId xmlns:a16="http://schemas.microsoft.com/office/drawing/2014/main" id="{252EF8E8-9E24-49AF-8E32-FF4E75AB7083}"/>
              </a:ext>
            </a:extLst>
          </p:cNvPr>
          <p:cNvSpPr>
            <a:spLocks xmlns:a="http://schemas.openxmlformats.org/drawingml/2006/main" noGrp="1"/>
          </p:cNvSpPr>
          <p:nvPr/>
        </p:nvSpPr>
        <p:spPr>
          <a:xfrm xmlns:a="http://schemas.openxmlformats.org/drawingml/2006/main">
            <a:off x="4181475" y="3686175"/>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2점</a:t>
            </a:r>
          </a:p>
        </p:txBody>
      </p:sp>
      <p:sp>
        <p:nvSpPr>
          <p:cNvPr id="70" name="dp41-v4-qa-detail / n66">
            <a:extLst xmlns:a="http://schemas.openxmlformats.org/drawingml/2006/main">
              <a:ext uri="{FF2B5EF4-FFF2-40B4-BE49-F238E27FC236}">
                <a16:creationId xmlns:a16="http://schemas.microsoft.com/office/drawing/2014/main" id="{A0A5EEC0-579E-46C0-851F-68F9B0EA777A}"/>
              </a:ext>
            </a:extLst>
          </p:cNvPr>
          <p:cNvSpPr>
            <a:spLocks xmlns:a="http://schemas.openxmlformats.org/drawingml/2006/main" noGrp="1"/>
          </p:cNvSpPr>
          <p:nvPr/>
        </p:nvSpPr>
        <p:spPr>
          <a:xfrm xmlns:a="http://schemas.openxmlformats.org/drawingml/2006/main">
            <a:off x="5076825" y="3667125"/>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0.818초</a:t>
            </a:r>
          </a:p>
        </p:txBody>
      </p:sp>
      <p:sp>
        <p:nvSpPr>
          <p:cNvPr id="71" name="dp41-v4-qa-detail / n67">
            <a:extLst xmlns:a="http://schemas.openxmlformats.org/drawingml/2006/main">
              <a:ext uri="{FF2B5EF4-FFF2-40B4-BE49-F238E27FC236}">
                <a16:creationId xmlns:a16="http://schemas.microsoft.com/office/drawing/2014/main" id="{FC1094EC-9A02-4C3A-8C7A-EFEFD5E32876}"/>
              </a:ext>
            </a:extLst>
          </p:cNvPr>
          <p:cNvSpPr>
            <a:spLocks xmlns:a="http://schemas.openxmlformats.org/drawingml/2006/main" noGrp="1"/>
          </p:cNvSpPr>
          <p:nvPr/>
        </p:nvSpPr>
        <p:spPr>
          <a:xfrm xmlns:a="http://schemas.openxmlformats.org/drawingml/2006/main">
            <a:off x="3457575" y="4095750"/>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조회 결과를 받은 뒤 모델 재판단</a:t>
            </a:r>
          </a:p>
        </p:txBody>
      </p:sp>
      <p:sp>
        <p:nvSpPr>
          <p:cNvPr id="72" name="dp41-v4-qa-detail / n68 / circle">
            <a:extLst xmlns:a="http://schemas.openxmlformats.org/drawingml/2006/main">
              <a:ext uri="{FF2B5EF4-FFF2-40B4-BE49-F238E27FC236}">
                <a16:creationId xmlns:a16="http://schemas.microsoft.com/office/drawing/2014/main" id="{3EF8AC0B-0338-4524-932F-C7AFD9EE25E2}"/>
              </a:ext>
            </a:extLst>
          </p:cNvPr>
          <p:cNvSpPr>
            <a:spLocks xmlns:a="http://schemas.openxmlformats.org/drawingml/2006/main" noGrp="1"/>
          </p:cNvSpPr>
          <p:nvPr/>
        </p:nvSpPr>
        <p:spPr>
          <a:xfrm xmlns:a="http://schemas.openxmlformats.org/drawingml/2006/main">
            <a:off x="9648825" y="3752850"/>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73" name="dp41-v4-qa-detail / n69 / circle">
            <a:extLst xmlns:a="http://schemas.openxmlformats.org/drawingml/2006/main">
              <a:ext uri="{FF2B5EF4-FFF2-40B4-BE49-F238E27FC236}">
                <a16:creationId xmlns:a16="http://schemas.microsoft.com/office/drawing/2014/main" id="{4EB51D0C-35F0-412E-80F4-40C75861708E}"/>
              </a:ext>
            </a:extLst>
          </p:cNvPr>
          <p:cNvSpPr>
            <a:spLocks xmlns:a="http://schemas.openxmlformats.org/drawingml/2006/main" noGrp="1"/>
          </p:cNvSpPr>
          <p:nvPr/>
        </p:nvSpPr>
        <p:spPr>
          <a:xfrm xmlns:a="http://schemas.openxmlformats.org/drawingml/2006/main">
            <a:off x="9858375" y="3752850"/>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74" name="dp41-v4-qa-detail / n69 / half">
            <a:extLst xmlns:a="http://schemas.openxmlformats.org/drawingml/2006/main">
              <a:ext uri="{FF2B5EF4-FFF2-40B4-BE49-F238E27FC236}">
                <a16:creationId xmlns:a16="http://schemas.microsoft.com/office/drawing/2014/main" id="{54E4A89C-B6EB-4754-9DC1-079270E44656}"/>
              </a:ext>
            </a:extLst>
          </p:cNvPr>
          <p:cNvSpPr>
            <a:spLocks xmlns:a="http://schemas.openxmlformats.org/drawingml/2006/main" noGrp="1"/>
          </p:cNvSpPr>
          <p:nvPr/>
        </p:nvSpPr>
        <p:spPr>
          <a:xfrm xmlns:a="http://schemas.openxmlformats.org/drawingml/2006/main">
            <a:off x="9858375" y="3752850"/>
            <a:ext cx="171450" cy="171450"/>
          </a:xfrm>
          <a:custGeom xmlns:a="http://schemas.openxmlformats.org/drawingml/2006/main">
            <a:pathLst>
              <a:path w="171450" h="171450">
                <a:moveTo>
                  <a:pt x="85725" y="0"/>
                </a:moveTo>
                <a:lnTo>
                  <a:pt x="77322" y="413"/>
                </a:lnTo>
                <a:lnTo>
                  <a:pt x="69001" y="1647"/>
                </a:lnTo>
                <a:lnTo>
                  <a:pt x="60840" y="3691"/>
                </a:lnTo>
                <a:lnTo>
                  <a:pt x="52919" y="6525"/>
                </a:lnTo>
                <a:lnTo>
                  <a:pt x="45315" y="10122"/>
                </a:lnTo>
                <a:lnTo>
                  <a:pt x="38099" y="14447"/>
                </a:lnTo>
                <a:lnTo>
                  <a:pt x="31342" y="19459"/>
                </a:lnTo>
                <a:lnTo>
                  <a:pt x="25108" y="25108"/>
                </a:lnTo>
                <a:lnTo>
                  <a:pt x="19459" y="31342"/>
                </a:lnTo>
                <a:lnTo>
                  <a:pt x="14447" y="38099"/>
                </a:lnTo>
                <a:lnTo>
                  <a:pt x="10122" y="45315"/>
                </a:lnTo>
                <a:lnTo>
                  <a:pt x="6525" y="52919"/>
                </a:lnTo>
                <a:lnTo>
                  <a:pt x="3691" y="60840"/>
                </a:lnTo>
                <a:lnTo>
                  <a:pt x="1647" y="69001"/>
                </a:lnTo>
                <a:lnTo>
                  <a:pt x="413" y="77322"/>
                </a:lnTo>
                <a:lnTo>
                  <a:pt x="0" y="85725"/>
                </a:lnTo>
                <a:lnTo>
                  <a:pt x="413" y="94128"/>
                </a:lnTo>
                <a:lnTo>
                  <a:pt x="1647" y="102449"/>
                </a:lnTo>
                <a:lnTo>
                  <a:pt x="3691" y="110610"/>
                </a:lnTo>
                <a:lnTo>
                  <a:pt x="6525" y="118531"/>
                </a:lnTo>
                <a:lnTo>
                  <a:pt x="10122" y="126135"/>
                </a:lnTo>
                <a:lnTo>
                  <a:pt x="14447" y="133351"/>
                </a:lnTo>
                <a:lnTo>
                  <a:pt x="19459" y="140108"/>
                </a:lnTo>
                <a:lnTo>
                  <a:pt x="25108" y="146342"/>
                </a:lnTo>
                <a:lnTo>
                  <a:pt x="31342" y="151991"/>
                </a:lnTo>
                <a:lnTo>
                  <a:pt x="38099" y="157003"/>
                </a:lnTo>
                <a:lnTo>
                  <a:pt x="45315" y="161328"/>
                </a:lnTo>
                <a:lnTo>
                  <a:pt x="52919" y="164925"/>
                </a:lnTo>
                <a:lnTo>
                  <a:pt x="60840" y="167759"/>
                </a:lnTo>
                <a:lnTo>
                  <a:pt x="69001" y="169803"/>
                </a:lnTo>
                <a:lnTo>
                  <a:pt x="77322" y="171037"/>
                </a:lnTo>
                <a:lnTo>
                  <a:pt x="85725" y="171450"/>
                </a:lnTo>
                <a:close/>
              </a:path>
            </a:pathLst>
          </a:custGeom>
          <a:solidFill xmlns:a="http://schemas.openxmlformats.org/drawingml/2006/main">
            <a:srgbClr val="18232E"/>
          </a:solidFill>
          <a:ln xmlns:a="http://schemas.openxmlformats.org/drawingml/2006/main" w="0">
            <a:noFill/>
          </a:ln>
        </p:spPr>
      </p:sp>
      <p:sp>
        <p:nvSpPr>
          <p:cNvPr id="75" name="dp41-v4-qa-detail / n70 / circle">
            <a:extLst xmlns:a="http://schemas.openxmlformats.org/drawingml/2006/main">
              <a:ext uri="{FF2B5EF4-FFF2-40B4-BE49-F238E27FC236}">
                <a16:creationId xmlns:a16="http://schemas.microsoft.com/office/drawing/2014/main" id="{9DA00C08-9886-445E-8F2B-848125F17C68}"/>
              </a:ext>
            </a:extLst>
          </p:cNvPr>
          <p:cNvSpPr>
            <a:spLocks xmlns:a="http://schemas.openxmlformats.org/drawingml/2006/main" noGrp="1"/>
          </p:cNvSpPr>
          <p:nvPr/>
        </p:nvSpPr>
        <p:spPr>
          <a:xfrm xmlns:a="http://schemas.openxmlformats.org/drawingml/2006/main">
            <a:off x="10067925" y="3752850"/>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76" name="dp41-v4-qa-detail / n71">
            <a:extLst xmlns:a="http://schemas.openxmlformats.org/drawingml/2006/main">
              <a:ext uri="{FF2B5EF4-FFF2-40B4-BE49-F238E27FC236}">
                <a16:creationId xmlns:a16="http://schemas.microsoft.com/office/drawing/2014/main" id="{A06C708C-B65E-49CC-B425-9F8EE8A5B109}"/>
              </a:ext>
            </a:extLst>
          </p:cNvPr>
          <p:cNvSpPr>
            <a:spLocks xmlns:a="http://schemas.openxmlformats.org/drawingml/2006/main" noGrp="1"/>
          </p:cNvSpPr>
          <p:nvPr/>
        </p:nvSpPr>
        <p:spPr>
          <a:xfrm xmlns:a="http://schemas.openxmlformats.org/drawingml/2006/main">
            <a:off x="10372725" y="3686175"/>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3점</a:t>
            </a:r>
          </a:p>
        </p:txBody>
      </p:sp>
      <p:sp>
        <p:nvSpPr>
          <p:cNvPr id="77" name="dp41-v4-qa-detail / n72">
            <a:extLst xmlns:a="http://schemas.openxmlformats.org/drawingml/2006/main">
              <a:ext uri="{FF2B5EF4-FFF2-40B4-BE49-F238E27FC236}">
                <a16:creationId xmlns:a16="http://schemas.microsoft.com/office/drawing/2014/main" id="{67CE92E7-D38F-4B82-8594-8850D35BA1C0}"/>
              </a:ext>
            </a:extLst>
          </p:cNvPr>
          <p:cNvSpPr>
            <a:spLocks xmlns:a="http://schemas.openxmlformats.org/drawingml/2006/main" noGrp="1"/>
          </p:cNvSpPr>
          <p:nvPr/>
        </p:nvSpPr>
        <p:spPr>
          <a:xfrm xmlns:a="http://schemas.openxmlformats.org/drawingml/2006/main">
            <a:off x="11268075" y="3667125"/>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0.673초</a:t>
            </a:r>
          </a:p>
        </p:txBody>
      </p:sp>
      <p:sp>
        <p:nvSpPr>
          <p:cNvPr id="78" name="dp41-v4-qa-detail / n73">
            <a:extLst xmlns:a="http://schemas.openxmlformats.org/drawingml/2006/main">
              <a:ext uri="{FF2B5EF4-FFF2-40B4-BE49-F238E27FC236}">
                <a16:creationId xmlns:a16="http://schemas.microsoft.com/office/drawing/2014/main" id="{A7E5C13D-EFBB-44CE-BCE3-B4D1A5879FFE}"/>
              </a:ext>
            </a:extLst>
          </p:cNvPr>
          <p:cNvSpPr>
            <a:spLocks xmlns:a="http://schemas.openxmlformats.org/drawingml/2006/main" noGrp="1"/>
          </p:cNvSpPr>
          <p:nvPr/>
        </p:nvSpPr>
        <p:spPr>
          <a:xfrm xmlns:a="http://schemas.openxmlformats.org/drawingml/2006/main">
            <a:off x="9648825" y="4095750"/>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지원 항목을 코드로 해결</a:t>
            </a:r>
          </a:p>
        </p:txBody>
      </p:sp>
      <p:sp>
        <p:nvSpPr>
          <p:cNvPr id="79" name="dp41-v4-qa-detail / n74">
            <a:extLst xmlns:a="http://schemas.openxmlformats.org/drawingml/2006/main">
              <a:ext uri="{FF2B5EF4-FFF2-40B4-BE49-F238E27FC236}">
                <a16:creationId xmlns:a16="http://schemas.microsoft.com/office/drawing/2014/main" id="{5375BE3A-BF0F-43DE-BCA4-27E6F4893F83}"/>
              </a:ext>
            </a:extLst>
          </p:cNvPr>
          <p:cNvSpPr>
            <a:spLocks xmlns:a="http://schemas.openxmlformats.org/drawingml/2006/main" noGrp="1"/>
          </p:cNvSpPr>
          <p:nvPr/>
        </p:nvSpPr>
        <p:spPr>
          <a:xfrm xmlns:a="http://schemas.openxmlformats.org/drawingml/2006/main">
            <a:off x="9648825" y="4333875"/>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재판단 축소</a:t>
            </a:r>
          </a:p>
        </p:txBody>
      </p:sp>
      <p:sp>
        <p:nvSpPr>
          <p:cNvPr id="80" name="dp41-v4-qa-detail / n75">
            <a:extLst xmlns:a="http://schemas.openxmlformats.org/drawingml/2006/main">
              <a:ext uri="{FF2B5EF4-FFF2-40B4-BE49-F238E27FC236}">
                <a16:creationId xmlns:a16="http://schemas.microsoft.com/office/drawing/2014/main" id="{6902509D-8E13-4E02-B3E2-EAD76797A590}"/>
              </a:ext>
            </a:extLst>
          </p:cNvPr>
          <p:cNvSpPr>
            <a:spLocks xmlns:a="http://schemas.openxmlformats.org/drawingml/2006/main" noGrp="1"/>
          </p:cNvSpPr>
          <p:nvPr/>
        </p:nvSpPr>
        <p:spPr>
          <a:xfrm xmlns:a="http://schemas.openxmlformats.org/drawingml/2006/main">
            <a:off x="15801975" y="3743325"/>
            <a:ext cx="1952625"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0.145초</a:t>
            </a:r>
          </a:p>
        </p:txBody>
      </p:sp>
      <p:sp>
        <p:nvSpPr>
          <p:cNvPr id="81" name="dp41-v4-qa-detail / n76">
            <a:extLst xmlns:a="http://schemas.openxmlformats.org/drawingml/2006/main">
              <a:ext uri="{FF2B5EF4-FFF2-40B4-BE49-F238E27FC236}">
                <a16:creationId xmlns:a16="http://schemas.microsoft.com/office/drawing/2014/main" id="{5D25CD61-C962-481A-96F6-73E66F3DAA32}"/>
              </a:ext>
            </a:extLst>
          </p:cNvPr>
          <p:cNvSpPr>
            <a:spLocks xmlns:a="http://schemas.openxmlformats.org/drawingml/2006/main" noGrp="1"/>
          </p:cNvSpPr>
          <p:nvPr/>
        </p:nvSpPr>
        <p:spPr>
          <a:xfrm xmlns:a="http://schemas.openxmlformats.org/drawingml/2006/main">
            <a:off x="15801975" y="4124325"/>
            <a:ext cx="1952625"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가정상 B 유리</a:t>
            </a:r>
          </a:p>
        </p:txBody>
      </p:sp>
      <p:sp>
        <p:nvSpPr>
          <p:cNvPr id="82" name="dp41-v4-qa-detail / n77">
            <a:extLst xmlns:a="http://schemas.openxmlformats.org/drawingml/2006/main">
              <a:ext uri="{FF2B5EF4-FFF2-40B4-BE49-F238E27FC236}">
                <a16:creationId xmlns:a16="http://schemas.microsoft.com/office/drawing/2014/main" id="{555B76AA-5155-484C-AE3D-965D74888CE0}"/>
              </a:ext>
            </a:extLst>
          </p:cNvPr>
          <p:cNvSpPr>
            <a:spLocks xmlns:a="http://schemas.openxmlformats.org/drawingml/2006/main" noGrp="1"/>
          </p:cNvSpPr>
          <p:nvPr/>
        </p:nvSpPr>
        <p:spPr>
          <a:xfrm xmlns:a="http://schemas.openxmlformats.org/drawingml/2006/main">
            <a:off x="15801975" y="4352925"/>
            <a:ext cx="1952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기준 0.10초</a:t>
            </a:r>
          </a:p>
        </p:txBody>
      </p:sp>
      <p:sp>
        <p:nvSpPr>
          <p:cNvPr id="83" name="dp41-v4-qa-detail / n78">
            <a:extLst xmlns:a="http://schemas.openxmlformats.org/drawingml/2006/main">
              <a:ext uri="{FF2B5EF4-FFF2-40B4-BE49-F238E27FC236}">
                <a16:creationId xmlns:a16="http://schemas.microsoft.com/office/drawing/2014/main" id="{E500AF6F-94E2-491B-BBD8-42865F260302}"/>
              </a:ext>
            </a:extLst>
          </p:cNvPr>
          <p:cNvSpPr>
            <a:spLocks xmlns:a="http://schemas.openxmlformats.org/drawingml/2006/main" noGrp="1"/>
          </p:cNvSpPr>
          <p:nvPr/>
        </p:nvSpPr>
        <p:spPr>
          <a:xfrm xmlns:a="http://schemas.openxmlformats.org/drawingml/2006/main">
            <a:off x="381000" y="55911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84" name="dp41-v4-qa-detail / n79">
            <a:extLst xmlns:a="http://schemas.openxmlformats.org/drawingml/2006/main">
              <a:ext uri="{FF2B5EF4-FFF2-40B4-BE49-F238E27FC236}">
                <a16:creationId xmlns:a16="http://schemas.microsoft.com/office/drawing/2014/main" id="{FC563E58-70C4-4BA9-A2A5-0655643998AE}"/>
              </a:ext>
            </a:extLst>
          </p:cNvPr>
          <p:cNvSpPr>
            <a:spLocks xmlns:a="http://schemas.openxmlformats.org/drawingml/2006/main" noGrp="1"/>
          </p:cNvSpPr>
          <p:nvPr/>
        </p:nvSpPr>
        <p:spPr>
          <a:xfrm xmlns:a="http://schemas.openxmlformats.org/drawingml/2006/main">
            <a:off x="533400" y="4695825"/>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03  VIA 요청 처리시간</a:t>
            </a:r>
          </a:p>
        </p:txBody>
      </p:sp>
      <p:sp>
        <p:nvSpPr>
          <p:cNvPr id="85" name="dp41-v4-qa-detail / n80">
            <a:extLst xmlns:a="http://schemas.openxmlformats.org/drawingml/2006/main">
              <a:ext uri="{FF2B5EF4-FFF2-40B4-BE49-F238E27FC236}">
                <a16:creationId xmlns:a16="http://schemas.microsoft.com/office/drawing/2014/main" id="{A0DA6331-A827-400E-9AAA-C67A715BD66F}"/>
              </a:ext>
            </a:extLst>
          </p:cNvPr>
          <p:cNvSpPr>
            <a:spLocks xmlns:a="http://schemas.openxmlformats.org/drawingml/2006/main" noGrp="1"/>
          </p:cNvSpPr>
          <p:nvPr/>
        </p:nvSpPr>
        <p:spPr>
          <a:xfrm xmlns:a="http://schemas.openxmlformats.org/drawingml/2006/main">
            <a:off x="533400" y="5057775"/>
            <a:ext cx="25146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목표 ≤10초</a:t>
            </a:r>
          </a:p>
        </p:txBody>
      </p:sp>
      <p:sp>
        <p:nvSpPr>
          <p:cNvPr id="86" name="dp41-v4-qa-detail / n81 / circle">
            <a:extLst xmlns:a="http://schemas.openxmlformats.org/drawingml/2006/main">
              <a:ext uri="{FF2B5EF4-FFF2-40B4-BE49-F238E27FC236}">
                <a16:creationId xmlns:a16="http://schemas.microsoft.com/office/drawing/2014/main" id="{DE3B643B-3FF6-4DCB-94C3-64C87A29EA13}"/>
              </a:ext>
            </a:extLst>
          </p:cNvPr>
          <p:cNvSpPr>
            <a:spLocks xmlns:a="http://schemas.openxmlformats.org/drawingml/2006/main" noGrp="1"/>
          </p:cNvSpPr>
          <p:nvPr/>
        </p:nvSpPr>
        <p:spPr>
          <a:xfrm xmlns:a="http://schemas.openxmlformats.org/drawingml/2006/main">
            <a:off x="3457575" y="4752975"/>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87" name="dp41-v4-qa-detail / n82 / circle">
            <a:extLst xmlns:a="http://schemas.openxmlformats.org/drawingml/2006/main">
              <a:ext uri="{FF2B5EF4-FFF2-40B4-BE49-F238E27FC236}">
                <a16:creationId xmlns:a16="http://schemas.microsoft.com/office/drawing/2014/main" id="{B00195F0-F5D5-4B42-B3E8-8C392325BE87}"/>
              </a:ext>
            </a:extLst>
          </p:cNvPr>
          <p:cNvSpPr>
            <a:spLocks xmlns:a="http://schemas.openxmlformats.org/drawingml/2006/main" noGrp="1"/>
          </p:cNvSpPr>
          <p:nvPr/>
        </p:nvSpPr>
        <p:spPr>
          <a:xfrm xmlns:a="http://schemas.openxmlformats.org/drawingml/2006/main">
            <a:off x="3667125" y="4752975"/>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88" name="dp41-v4-qa-detail / n82 / half">
            <a:extLst xmlns:a="http://schemas.openxmlformats.org/drawingml/2006/main">
              <a:ext uri="{FF2B5EF4-FFF2-40B4-BE49-F238E27FC236}">
                <a16:creationId xmlns:a16="http://schemas.microsoft.com/office/drawing/2014/main" id="{82B945A2-DB94-4CDF-96E7-5E7C99E77F27}"/>
              </a:ext>
            </a:extLst>
          </p:cNvPr>
          <p:cNvSpPr>
            <a:spLocks xmlns:a="http://schemas.openxmlformats.org/drawingml/2006/main" noGrp="1"/>
          </p:cNvSpPr>
          <p:nvPr/>
        </p:nvSpPr>
        <p:spPr>
          <a:xfrm xmlns:a="http://schemas.openxmlformats.org/drawingml/2006/main">
            <a:off x="3667125" y="4752975"/>
            <a:ext cx="171450" cy="171450"/>
          </a:xfrm>
          <a:custGeom xmlns:a="http://schemas.openxmlformats.org/drawingml/2006/main">
            <a:pathLst>
              <a:path w="171450" h="171450">
                <a:moveTo>
                  <a:pt x="85725" y="0"/>
                </a:moveTo>
                <a:lnTo>
                  <a:pt x="77322" y="413"/>
                </a:lnTo>
                <a:lnTo>
                  <a:pt x="69001" y="1647"/>
                </a:lnTo>
                <a:lnTo>
                  <a:pt x="60840" y="3691"/>
                </a:lnTo>
                <a:lnTo>
                  <a:pt x="52919" y="6525"/>
                </a:lnTo>
                <a:lnTo>
                  <a:pt x="45315" y="10122"/>
                </a:lnTo>
                <a:lnTo>
                  <a:pt x="38099" y="14447"/>
                </a:lnTo>
                <a:lnTo>
                  <a:pt x="31342" y="19459"/>
                </a:lnTo>
                <a:lnTo>
                  <a:pt x="25108" y="25108"/>
                </a:lnTo>
                <a:lnTo>
                  <a:pt x="19459" y="31342"/>
                </a:lnTo>
                <a:lnTo>
                  <a:pt x="14447" y="38099"/>
                </a:lnTo>
                <a:lnTo>
                  <a:pt x="10122" y="45315"/>
                </a:lnTo>
                <a:lnTo>
                  <a:pt x="6525" y="52919"/>
                </a:lnTo>
                <a:lnTo>
                  <a:pt x="3691" y="60840"/>
                </a:lnTo>
                <a:lnTo>
                  <a:pt x="1647" y="69001"/>
                </a:lnTo>
                <a:lnTo>
                  <a:pt x="413" y="77322"/>
                </a:lnTo>
                <a:lnTo>
                  <a:pt x="0" y="85725"/>
                </a:lnTo>
                <a:lnTo>
                  <a:pt x="413" y="94128"/>
                </a:lnTo>
                <a:lnTo>
                  <a:pt x="1647" y="102449"/>
                </a:lnTo>
                <a:lnTo>
                  <a:pt x="3691" y="110610"/>
                </a:lnTo>
                <a:lnTo>
                  <a:pt x="6525" y="118531"/>
                </a:lnTo>
                <a:lnTo>
                  <a:pt x="10122" y="126135"/>
                </a:lnTo>
                <a:lnTo>
                  <a:pt x="14447" y="133351"/>
                </a:lnTo>
                <a:lnTo>
                  <a:pt x="19459" y="140108"/>
                </a:lnTo>
                <a:lnTo>
                  <a:pt x="25108" y="146342"/>
                </a:lnTo>
                <a:lnTo>
                  <a:pt x="31342" y="151991"/>
                </a:lnTo>
                <a:lnTo>
                  <a:pt x="38099" y="157003"/>
                </a:lnTo>
                <a:lnTo>
                  <a:pt x="45315" y="161328"/>
                </a:lnTo>
                <a:lnTo>
                  <a:pt x="52919" y="164925"/>
                </a:lnTo>
                <a:lnTo>
                  <a:pt x="60840" y="167759"/>
                </a:lnTo>
                <a:lnTo>
                  <a:pt x="69001" y="169803"/>
                </a:lnTo>
                <a:lnTo>
                  <a:pt x="77322" y="171037"/>
                </a:lnTo>
                <a:lnTo>
                  <a:pt x="85725" y="171450"/>
                </a:lnTo>
                <a:close/>
              </a:path>
            </a:pathLst>
          </a:custGeom>
          <a:solidFill xmlns:a="http://schemas.openxmlformats.org/drawingml/2006/main">
            <a:srgbClr val="18232E"/>
          </a:solidFill>
          <a:ln xmlns:a="http://schemas.openxmlformats.org/drawingml/2006/main" w="0">
            <a:noFill/>
          </a:ln>
        </p:spPr>
      </p:sp>
      <p:sp>
        <p:nvSpPr>
          <p:cNvPr id="89" name="dp41-v4-qa-detail / n83 / circle">
            <a:extLst xmlns:a="http://schemas.openxmlformats.org/drawingml/2006/main">
              <a:ext uri="{FF2B5EF4-FFF2-40B4-BE49-F238E27FC236}">
                <a16:creationId xmlns:a16="http://schemas.microsoft.com/office/drawing/2014/main" id="{FD7619F3-79DA-44D7-B28B-69E3CD637A4E}"/>
              </a:ext>
            </a:extLst>
          </p:cNvPr>
          <p:cNvSpPr>
            <a:spLocks xmlns:a="http://schemas.openxmlformats.org/drawingml/2006/main" noGrp="1"/>
          </p:cNvSpPr>
          <p:nvPr/>
        </p:nvSpPr>
        <p:spPr>
          <a:xfrm xmlns:a="http://schemas.openxmlformats.org/drawingml/2006/main">
            <a:off x="3876675" y="4752975"/>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90" name="dp41-v4-qa-detail / n84">
            <a:extLst xmlns:a="http://schemas.openxmlformats.org/drawingml/2006/main">
              <a:ext uri="{FF2B5EF4-FFF2-40B4-BE49-F238E27FC236}">
                <a16:creationId xmlns:a16="http://schemas.microsoft.com/office/drawing/2014/main" id="{6D6006C4-2096-4731-84D6-9192CE339DE1}"/>
              </a:ext>
            </a:extLst>
          </p:cNvPr>
          <p:cNvSpPr>
            <a:spLocks xmlns:a="http://schemas.openxmlformats.org/drawingml/2006/main" noGrp="1"/>
          </p:cNvSpPr>
          <p:nvPr/>
        </p:nvSpPr>
        <p:spPr>
          <a:xfrm xmlns:a="http://schemas.openxmlformats.org/drawingml/2006/main">
            <a:off x="4181475" y="4686300"/>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3점</a:t>
            </a:r>
          </a:p>
        </p:txBody>
      </p:sp>
      <p:sp>
        <p:nvSpPr>
          <p:cNvPr id="91" name="dp41-v4-qa-detail / n85">
            <a:extLst xmlns:a="http://schemas.openxmlformats.org/drawingml/2006/main">
              <a:ext uri="{FF2B5EF4-FFF2-40B4-BE49-F238E27FC236}">
                <a16:creationId xmlns:a16="http://schemas.microsoft.com/office/drawing/2014/main" id="{5AD2C5F0-E743-4225-A681-0DD977630095}"/>
              </a:ext>
            </a:extLst>
          </p:cNvPr>
          <p:cNvSpPr>
            <a:spLocks xmlns:a="http://schemas.openxmlformats.org/drawingml/2006/main" noGrp="1"/>
          </p:cNvSpPr>
          <p:nvPr/>
        </p:nvSpPr>
        <p:spPr>
          <a:xfrm xmlns:a="http://schemas.openxmlformats.org/drawingml/2006/main">
            <a:off x="5076825" y="4667250"/>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5.600초</a:t>
            </a:r>
          </a:p>
        </p:txBody>
      </p:sp>
      <p:sp>
        <p:nvSpPr>
          <p:cNvPr id="92" name="dp41-v4-qa-detail / n86">
            <a:extLst xmlns:a="http://schemas.openxmlformats.org/drawingml/2006/main">
              <a:ext uri="{FF2B5EF4-FFF2-40B4-BE49-F238E27FC236}">
                <a16:creationId xmlns:a16="http://schemas.microsoft.com/office/drawing/2014/main" id="{87662E04-CE09-4F2A-B35F-7C41446D3296}"/>
              </a:ext>
            </a:extLst>
          </p:cNvPr>
          <p:cNvSpPr>
            <a:spLocks xmlns:a="http://schemas.openxmlformats.org/drawingml/2006/main" noGrp="1"/>
          </p:cNvSpPr>
          <p:nvPr/>
        </p:nvSpPr>
        <p:spPr>
          <a:xfrm xmlns:a="http://schemas.openxmlformats.org/drawingml/2006/main">
            <a:off x="3457575" y="5095875"/>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조회와 모델 판단의 반복 처리</a:t>
            </a:r>
          </a:p>
        </p:txBody>
      </p:sp>
      <p:sp>
        <p:nvSpPr>
          <p:cNvPr id="93" name="dp41-v4-qa-detail / n87 / circle">
            <a:extLst xmlns:a="http://schemas.openxmlformats.org/drawingml/2006/main">
              <a:ext uri="{FF2B5EF4-FFF2-40B4-BE49-F238E27FC236}">
                <a16:creationId xmlns:a16="http://schemas.microsoft.com/office/drawing/2014/main" id="{E78ECA51-2A61-4536-B6C7-7A64AA14C1AC}"/>
              </a:ext>
            </a:extLst>
          </p:cNvPr>
          <p:cNvSpPr>
            <a:spLocks xmlns:a="http://schemas.openxmlformats.org/drawingml/2006/main" noGrp="1"/>
          </p:cNvSpPr>
          <p:nvPr/>
        </p:nvSpPr>
        <p:spPr>
          <a:xfrm xmlns:a="http://schemas.openxmlformats.org/drawingml/2006/main">
            <a:off x="9648825" y="4752975"/>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94" name="dp41-v4-qa-detail / n88 / circle">
            <a:extLst xmlns:a="http://schemas.openxmlformats.org/drawingml/2006/main">
              <a:ext uri="{FF2B5EF4-FFF2-40B4-BE49-F238E27FC236}">
                <a16:creationId xmlns:a16="http://schemas.microsoft.com/office/drawing/2014/main" id="{EE92764B-F585-4A46-8949-9AA0D15B04D6}"/>
              </a:ext>
            </a:extLst>
          </p:cNvPr>
          <p:cNvSpPr>
            <a:spLocks xmlns:a="http://schemas.openxmlformats.org/drawingml/2006/main" noGrp="1"/>
          </p:cNvSpPr>
          <p:nvPr/>
        </p:nvSpPr>
        <p:spPr>
          <a:xfrm xmlns:a="http://schemas.openxmlformats.org/drawingml/2006/main">
            <a:off x="9858375" y="4752975"/>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95" name="dp41-v4-qa-detail / n89 / circle">
            <a:extLst xmlns:a="http://schemas.openxmlformats.org/drawingml/2006/main">
              <a:ext uri="{FF2B5EF4-FFF2-40B4-BE49-F238E27FC236}">
                <a16:creationId xmlns:a16="http://schemas.microsoft.com/office/drawing/2014/main" id="{29784FDD-3E7D-4683-93FB-5E61AD561022}"/>
              </a:ext>
            </a:extLst>
          </p:cNvPr>
          <p:cNvSpPr>
            <a:spLocks xmlns:a="http://schemas.openxmlformats.org/drawingml/2006/main" noGrp="1"/>
          </p:cNvSpPr>
          <p:nvPr/>
        </p:nvSpPr>
        <p:spPr>
          <a:xfrm xmlns:a="http://schemas.openxmlformats.org/drawingml/2006/main">
            <a:off x="10067925" y="4752975"/>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96" name="dp41-v4-qa-detail / n90">
            <a:extLst xmlns:a="http://schemas.openxmlformats.org/drawingml/2006/main">
              <a:ext uri="{FF2B5EF4-FFF2-40B4-BE49-F238E27FC236}">
                <a16:creationId xmlns:a16="http://schemas.microsoft.com/office/drawing/2014/main" id="{84E6103E-BDF5-4DA3-A0A7-DDB6B0222ED8}"/>
              </a:ext>
            </a:extLst>
          </p:cNvPr>
          <p:cNvSpPr>
            <a:spLocks xmlns:a="http://schemas.openxmlformats.org/drawingml/2006/main" noGrp="1"/>
          </p:cNvSpPr>
          <p:nvPr/>
        </p:nvSpPr>
        <p:spPr>
          <a:xfrm xmlns:a="http://schemas.openxmlformats.org/drawingml/2006/main">
            <a:off x="10372725" y="4686300"/>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4점</a:t>
            </a:r>
          </a:p>
        </p:txBody>
      </p:sp>
      <p:sp>
        <p:nvSpPr>
          <p:cNvPr id="97" name="dp41-v4-qa-detail / n91">
            <a:extLst xmlns:a="http://schemas.openxmlformats.org/drawingml/2006/main">
              <a:ext uri="{FF2B5EF4-FFF2-40B4-BE49-F238E27FC236}">
                <a16:creationId xmlns:a16="http://schemas.microsoft.com/office/drawing/2014/main" id="{15FD375A-D235-48D9-AB94-2B9485ED102B}"/>
              </a:ext>
            </a:extLst>
          </p:cNvPr>
          <p:cNvSpPr>
            <a:spLocks xmlns:a="http://schemas.openxmlformats.org/drawingml/2006/main" noGrp="1"/>
          </p:cNvSpPr>
          <p:nvPr/>
        </p:nvSpPr>
        <p:spPr>
          <a:xfrm xmlns:a="http://schemas.openxmlformats.org/drawingml/2006/main">
            <a:off x="11268075" y="4667250"/>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4.800초</a:t>
            </a:r>
          </a:p>
        </p:txBody>
      </p:sp>
      <p:sp>
        <p:nvSpPr>
          <p:cNvPr id="98" name="dp41-v4-qa-detail / n92">
            <a:extLst xmlns:a="http://schemas.openxmlformats.org/drawingml/2006/main">
              <a:ext uri="{FF2B5EF4-FFF2-40B4-BE49-F238E27FC236}">
                <a16:creationId xmlns:a16="http://schemas.microsoft.com/office/drawing/2014/main" id="{631B377B-BBEF-40DD-86D1-98C7044310A3}"/>
              </a:ext>
            </a:extLst>
          </p:cNvPr>
          <p:cNvSpPr>
            <a:spLocks xmlns:a="http://schemas.openxmlformats.org/drawingml/2006/main" noGrp="1"/>
          </p:cNvSpPr>
          <p:nvPr/>
        </p:nvSpPr>
        <p:spPr>
          <a:xfrm xmlns:a="http://schemas.openxmlformats.org/drawingml/2006/main">
            <a:off x="9648825" y="5095875"/>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항목별 해결과 코드 결합</a:t>
            </a:r>
          </a:p>
        </p:txBody>
      </p:sp>
      <p:sp>
        <p:nvSpPr>
          <p:cNvPr id="99" name="dp41-v4-qa-detail / n93">
            <a:extLst xmlns:a="http://schemas.openxmlformats.org/drawingml/2006/main">
              <a:ext uri="{FF2B5EF4-FFF2-40B4-BE49-F238E27FC236}">
                <a16:creationId xmlns:a16="http://schemas.microsoft.com/office/drawing/2014/main" id="{64C13396-46D8-4E30-877D-3C15ADF7F06E}"/>
              </a:ext>
            </a:extLst>
          </p:cNvPr>
          <p:cNvSpPr>
            <a:spLocks xmlns:a="http://schemas.openxmlformats.org/drawingml/2006/main" noGrp="1"/>
          </p:cNvSpPr>
          <p:nvPr/>
        </p:nvSpPr>
        <p:spPr>
          <a:xfrm xmlns:a="http://schemas.openxmlformats.org/drawingml/2006/main">
            <a:off x="9648825" y="5334000"/>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추가 호출 허용</a:t>
            </a:r>
          </a:p>
        </p:txBody>
      </p:sp>
      <p:sp>
        <p:nvSpPr>
          <p:cNvPr id="100" name="dp41-v4-qa-detail / n94">
            <a:extLst xmlns:a="http://schemas.openxmlformats.org/drawingml/2006/main">
              <a:ext uri="{FF2B5EF4-FFF2-40B4-BE49-F238E27FC236}">
                <a16:creationId xmlns:a16="http://schemas.microsoft.com/office/drawing/2014/main" id="{6105116A-AE8A-437D-9220-44F0BDA595AF}"/>
              </a:ext>
            </a:extLst>
          </p:cNvPr>
          <p:cNvSpPr>
            <a:spLocks xmlns:a="http://schemas.openxmlformats.org/drawingml/2006/main" noGrp="1"/>
          </p:cNvSpPr>
          <p:nvPr/>
        </p:nvSpPr>
        <p:spPr>
          <a:xfrm xmlns:a="http://schemas.openxmlformats.org/drawingml/2006/main">
            <a:off x="15801975" y="4743450"/>
            <a:ext cx="1952625"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0.800초</a:t>
            </a:r>
          </a:p>
        </p:txBody>
      </p:sp>
      <p:sp>
        <p:nvSpPr>
          <p:cNvPr id="101" name="dp41-v4-qa-detail / n95">
            <a:extLst xmlns:a="http://schemas.openxmlformats.org/drawingml/2006/main">
              <a:ext uri="{FF2B5EF4-FFF2-40B4-BE49-F238E27FC236}">
                <a16:creationId xmlns:a16="http://schemas.microsoft.com/office/drawing/2014/main" id="{CADBCAD3-FE54-4F97-ACFB-CAF634E21C8D}"/>
              </a:ext>
            </a:extLst>
          </p:cNvPr>
          <p:cNvSpPr>
            <a:spLocks xmlns:a="http://schemas.openxmlformats.org/drawingml/2006/main" noGrp="1"/>
          </p:cNvSpPr>
          <p:nvPr/>
        </p:nvSpPr>
        <p:spPr>
          <a:xfrm xmlns:a="http://schemas.openxmlformats.org/drawingml/2006/main">
            <a:off x="15801975" y="5124450"/>
            <a:ext cx="1952625"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가정상 B 유리</a:t>
            </a:r>
          </a:p>
        </p:txBody>
      </p:sp>
      <p:sp>
        <p:nvSpPr>
          <p:cNvPr id="102" name="dp41-v4-qa-detail / n96">
            <a:extLst xmlns:a="http://schemas.openxmlformats.org/drawingml/2006/main">
              <a:ext uri="{FF2B5EF4-FFF2-40B4-BE49-F238E27FC236}">
                <a16:creationId xmlns:a16="http://schemas.microsoft.com/office/drawing/2014/main" id="{2DD47F73-C800-45F1-AE2D-B0F575003598}"/>
              </a:ext>
            </a:extLst>
          </p:cNvPr>
          <p:cNvSpPr>
            <a:spLocks xmlns:a="http://schemas.openxmlformats.org/drawingml/2006/main" noGrp="1"/>
          </p:cNvSpPr>
          <p:nvPr/>
        </p:nvSpPr>
        <p:spPr>
          <a:xfrm xmlns:a="http://schemas.openxmlformats.org/drawingml/2006/main">
            <a:off x="15801975" y="5353050"/>
            <a:ext cx="1952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기준 0.50초</a:t>
            </a:r>
          </a:p>
        </p:txBody>
      </p:sp>
      <p:sp>
        <p:nvSpPr>
          <p:cNvPr id="103" name="dp41-v4-qa-detail / n97">
            <a:extLst xmlns:a="http://schemas.openxmlformats.org/drawingml/2006/main">
              <a:ext uri="{FF2B5EF4-FFF2-40B4-BE49-F238E27FC236}">
                <a16:creationId xmlns:a16="http://schemas.microsoft.com/office/drawing/2014/main" id="{22160009-32C2-41D8-8838-CD93B1FFE642}"/>
              </a:ext>
            </a:extLst>
          </p:cNvPr>
          <p:cNvSpPr>
            <a:spLocks xmlns:a="http://schemas.openxmlformats.org/drawingml/2006/main" noGrp="1"/>
          </p:cNvSpPr>
          <p:nvPr/>
        </p:nvSpPr>
        <p:spPr>
          <a:xfrm xmlns:a="http://schemas.openxmlformats.org/drawingml/2006/main">
            <a:off x="381000" y="65913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104" name="dp41-v4-qa-detail / n98">
            <a:extLst xmlns:a="http://schemas.openxmlformats.org/drawingml/2006/main">
              <a:ext uri="{FF2B5EF4-FFF2-40B4-BE49-F238E27FC236}">
                <a16:creationId xmlns:a16="http://schemas.microsoft.com/office/drawing/2014/main" id="{772BFC95-F201-4EC7-B554-85CB92B67C87}"/>
              </a:ext>
            </a:extLst>
          </p:cNvPr>
          <p:cNvSpPr>
            <a:spLocks xmlns:a="http://schemas.openxmlformats.org/drawingml/2006/main" noGrp="1"/>
          </p:cNvSpPr>
          <p:nvPr/>
        </p:nvSpPr>
        <p:spPr>
          <a:xfrm xmlns:a="http://schemas.openxmlformats.org/drawingml/2006/main">
            <a:off x="533400" y="5695950"/>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04  VIA 모델 사용 비용</a:t>
            </a:r>
          </a:p>
        </p:txBody>
      </p:sp>
      <p:sp>
        <p:nvSpPr>
          <p:cNvPr id="105" name="dp41-v4-qa-detail / n99">
            <a:extLst xmlns:a="http://schemas.openxmlformats.org/drawingml/2006/main">
              <a:ext uri="{FF2B5EF4-FFF2-40B4-BE49-F238E27FC236}">
                <a16:creationId xmlns:a16="http://schemas.microsoft.com/office/drawing/2014/main" id="{779DBEE1-D41C-494C-8DE1-FE145E9E3AE8}"/>
              </a:ext>
            </a:extLst>
          </p:cNvPr>
          <p:cNvSpPr>
            <a:spLocks xmlns:a="http://schemas.openxmlformats.org/drawingml/2006/main" noGrp="1"/>
          </p:cNvSpPr>
          <p:nvPr/>
        </p:nvSpPr>
        <p:spPr>
          <a:xfrm xmlns:a="http://schemas.openxmlformats.org/drawingml/2006/main">
            <a:off x="533400" y="6057900"/>
            <a:ext cx="25146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목표 ≤$1.50/W100</a:t>
            </a:r>
          </a:p>
        </p:txBody>
      </p:sp>
      <p:sp>
        <p:nvSpPr>
          <p:cNvPr id="106" name="dp41-v4-qa-detail / n100 / circle">
            <a:extLst xmlns:a="http://schemas.openxmlformats.org/drawingml/2006/main">
              <a:ext uri="{FF2B5EF4-FFF2-40B4-BE49-F238E27FC236}">
                <a16:creationId xmlns:a16="http://schemas.microsoft.com/office/drawing/2014/main" id="{D70A2D39-4544-4FA4-A809-1A824580C1CA}"/>
              </a:ext>
            </a:extLst>
          </p:cNvPr>
          <p:cNvSpPr>
            <a:spLocks xmlns:a="http://schemas.openxmlformats.org/drawingml/2006/main" noGrp="1"/>
          </p:cNvSpPr>
          <p:nvPr/>
        </p:nvSpPr>
        <p:spPr>
          <a:xfrm xmlns:a="http://schemas.openxmlformats.org/drawingml/2006/main">
            <a:off x="3457575" y="5753100"/>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07" name="dp41-v4-qa-detail / n101 / circle">
            <a:extLst xmlns:a="http://schemas.openxmlformats.org/drawingml/2006/main">
              <a:ext uri="{FF2B5EF4-FFF2-40B4-BE49-F238E27FC236}">
                <a16:creationId xmlns:a16="http://schemas.microsoft.com/office/drawing/2014/main" id="{5FAB945C-9A64-4814-B74F-5FD0BA25E97A}"/>
              </a:ext>
            </a:extLst>
          </p:cNvPr>
          <p:cNvSpPr>
            <a:spLocks xmlns:a="http://schemas.openxmlformats.org/drawingml/2006/main" noGrp="1"/>
          </p:cNvSpPr>
          <p:nvPr/>
        </p:nvSpPr>
        <p:spPr>
          <a:xfrm xmlns:a="http://schemas.openxmlformats.org/drawingml/2006/main">
            <a:off x="3667125" y="5753100"/>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08" name="dp41-v4-qa-detail / n102 / circle">
            <a:extLst xmlns:a="http://schemas.openxmlformats.org/drawingml/2006/main">
              <a:ext uri="{FF2B5EF4-FFF2-40B4-BE49-F238E27FC236}">
                <a16:creationId xmlns:a16="http://schemas.microsoft.com/office/drawing/2014/main" id="{DB36D553-BCDD-46BE-A37D-D61C20F20526}"/>
              </a:ext>
            </a:extLst>
          </p:cNvPr>
          <p:cNvSpPr>
            <a:spLocks xmlns:a="http://schemas.openxmlformats.org/drawingml/2006/main" noGrp="1"/>
          </p:cNvSpPr>
          <p:nvPr/>
        </p:nvSpPr>
        <p:spPr>
          <a:xfrm xmlns:a="http://schemas.openxmlformats.org/drawingml/2006/main">
            <a:off x="3876675" y="5753100"/>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09" name="dp41-v4-qa-detail / n103">
            <a:extLst xmlns:a="http://schemas.openxmlformats.org/drawingml/2006/main">
              <a:ext uri="{FF2B5EF4-FFF2-40B4-BE49-F238E27FC236}">
                <a16:creationId xmlns:a16="http://schemas.microsoft.com/office/drawing/2014/main" id="{187B340F-9BB4-4790-911B-AF4B095BE940}"/>
              </a:ext>
            </a:extLst>
          </p:cNvPr>
          <p:cNvSpPr>
            <a:spLocks xmlns:a="http://schemas.openxmlformats.org/drawingml/2006/main" noGrp="1"/>
          </p:cNvSpPr>
          <p:nvPr/>
        </p:nvSpPr>
        <p:spPr>
          <a:xfrm xmlns:a="http://schemas.openxmlformats.org/drawingml/2006/main">
            <a:off x="4181475" y="5686425"/>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2점</a:t>
            </a:r>
          </a:p>
        </p:txBody>
      </p:sp>
      <p:sp>
        <p:nvSpPr>
          <p:cNvPr id="110" name="dp41-v4-qa-detail / n104">
            <a:extLst xmlns:a="http://schemas.openxmlformats.org/drawingml/2006/main">
              <a:ext uri="{FF2B5EF4-FFF2-40B4-BE49-F238E27FC236}">
                <a16:creationId xmlns:a16="http://schemas.microsoft.com/office/drawing/2014/main" id="{6B2A1EF1-2A37-43C8-BB56-A1D22D163123}"/>
              </a:ext>
            </a:extLst>
          </p:cNvPr>
          <p:cNvSpPr>
            <a:spLocks xmlns:a="http://schemas.openxmlformats.org/drawingml/2006/main" noGrp="1"/>
          </p:cNvSpPr>
          <p:nvPr/>
        </p:nvSpPr>
        <p:spPr>
          <a:xfrm xmlns:a="http://schemas.openxmlformats.org/drawingml/2006/main">
            <a:off x="5076825" y="5667375"/>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$1.1867</a:t>
            </a:r>
          </a:p>
        </p:txBody>
      </p:sp>
      <p:sp>
        <p:nvSpPr>
          <p:cNvPr id="111" name="dp41-v4-qa-detail / n105">
            <a:extLst xmlns:a="http://schemas.openxmlformats.org/drawingml/2006/main">
              <a:ext uri="{FF2B5EF4-FFF2-40B4-BE49-F238E27FC236}">
                <a16:creationId xmlns:a16="http://schemas.microsoft.com/office/drawing/2014/main" id="{65A4F6CC-6C19-400B-98C9-68A59CDAEC10}"/>
              </a:ext>
            </a:extLst>
          </p:cNvPr>
          <p:cNvSpPr>
            <a:spLocks xmlns:a="http://schemas.openxmlformats.org/drawingml/2006/main" noGrp="1"/>
          </p:cNvSpPr>
          <p:nvPr/>
        </p:nvSpPr>
        <p:spPr>
          <a:xfrm xmlns:a="http://schemas.openxmlformats.org/drawingml/2006/main">
            <a:off x="3457575" y="6096000"/>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추가 재판단 70회 청구 가정</a:t>
            </a:r>
          </a:p>
        </p:txBody>
      </p:sp>
      <p:sp>
        <p:nvSpPr>
          <p:cNvPr id="112" name="dp41-v4-qa-detail / n106 / circle">
            <a:extLst xmlns:a="http://schemas.openxmlformats.org/drawingml/2006/main">
              <a:ext uri="{FF2B5EF4-FFF2-40B4-BE49-F238E27FC236}">
                <a16:creationId xmlns:a16="http://schemas.microsoft.com/office/drawing/2014/main" id="{CCCDCCD8-A680-484B-846A-B3442EA6365A}"/>
              </a:ext>
            </a:extLst>
          </p:cNvPr>
          <p:cNvSpPr>
            <a:spLocks xmlns:a="http://schemas.openxmlformats.org/drawingml/2006/main" noGrp="1"/>
          </p:cNvSpPr>
          <p:nvPr/>
        </p:nvSpPr>
        <p:spPr>
          <a:xfrm xmlns:a="http://schemas.openxmlformats.org/drawingml/2006/main">
            <a:off x="9648825" y="5753100"/>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13" name="dp41-v4-qa-detail / n107 / circle">
            <a:extLst xmlns:a="http://schemas.openxmlformats.org/drawingml/2006/main">
              <a:ext uri="{FF2B5EF4-FFF2-40B4-BE49-F238E27FC236}">
                <a16:creationId xmlns:a16="http://schemas.microsoft.com/office/drawing/2014/main" id="{BD00EC60-F954-4946-AD40-C6FFC794983F}"/>
              </a:ext>
            </a:extLst>
          </p:cNvPr>
          <p:cNvSpPr>
            <a:spLocks xmlns:a="http://schemas.openxmlformats.org/drawingml/2006/main" noGrp="1"/>
          </p:cNvSpPr>
          <p:nvPr/>
        </p:nvSpPr>
        <p:spPr>
          <a:xfrm xmlns:a="http://schemas.openxmlformats.org/drawingml/2006/main">
            <a:off x="9858375" y="5753100"/>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14" name="dp41-v4-qa-detail / n107 / half">
            <a:extLst xmlns:a="http://schemas.openxmlformats.org/drawingml/2006/main">
              <a:ext uri="{FF2B5EF4-FFF2-40B4-BE49-F238E27FC236}">
                <a16:creationId xmlns:a16="http://schemas.microsoft.com/office/drawing/2014/main" id="{30D18E99-C9CC-4B3C-9095-C1E5FD1964AB}"/>
              </a:ext>
            </a:extLst>
          </p:cNvPr>
          <p:cNvSpPr>
            <a:spLocks xmlns:a="http://schemas.openxmlformats.org/drawingml/2006/main" noGrp="1"/>
          </p:cNvSpPr>
          <p:nvPr/>
        </p:nvSpPr>
        <p:spPr>
          <a:xfrm xmlns:a="http://schemas.openxmlformats.org/drawingml/2006/main">
            <a:off x="9858375" y="5753100"/>
            <a:ext cx="171450" cy="171450"/>
          </a:xfrm>
          <a:custGeom xmlns:a="http://schemas.openxmlformats.org/drawingml/2006/main">
            <a:pathLst>
              <a:path w="171450" h="171450">
                <a:moveTo>
                  <a:pt x="85725" y="0"/>
                </a:moveTo>
                <a:lnTo>
                  <a:pt x="77322" y="413"/>
                </a:lnTo>
                <a:lnTo>
                  <a:pt x="69001" y="1647"/>
                </a:lnTo>
                <a:lnTo>
                  <a:pt x="60840" y="3691"/>
                </a:lnTo>
                <a:lnTo>
                  <a:pt x="52919" y="6525"/>
                </a:lnTo>
                <a:lnTo>
                  <a:pt x="45315" y="10122"/>
                </a:lnTo>
                <a:lnTo>
                  <a:pt x="38099" y="14447"/>
                </a:lnTo>
                <a:lnTo>
                  <a:pt x="31342" y="19459"/>
                </a:lnTo>
                <a:lnTo>
                  <a:pt x="25108" y="25108"/>
                </a:lnTo>
                <a:lnTo>
                  <a:pt x="19459" y="31342"/>
                </a:lnTo>
                <a:lnTo>
                  <a:pt x="14447" y="38099"/>
                </a:lnTo>
                <a:lnTo>
                  <a:pt x="10122" y="45315"/>
                </a:lnTo>
                <a:lnTo>
                  <a:pt x="6525" y="52919"/>
                </a:lnTo>
                <a:lnTo>
                  <a:pt x="3691" y="60840"/>
                </a:lnTo>
                <a:lnTo>
                  <a:pt x="1647" y="69001"/>
                </a:lnTo>
                <a:lnTo>
                  <a:pt x="413" y="77322"/>
                </a:lnTo>
                <a:lnTo>
                  <a:pt x="0" y="85725"/>
                </a:lnTo>
                <a:lnTo>
                  <a:pt x="413" y="94128"/>
                </a:lnTo>
                <a:lnTo>
                  <a:pt x="1647" y="102449"/>
                </a:lnTo>
                <a:lnTo>
                  <a:pt x="3691" y="110610"/>
                </a:lnTo>
                <a:lnTo>
                  <a:pt x="6525" y="118531"/>
                </a:lnTo>
                <a:lnTo>
                  <a:pt x="10122" y="126135"/>
                </a:lnTo>
                <a:lnTo>
                  <a:pt x="14447" y="133351"/>
                </a:lnTo>
                <a:lnTo>
                  <a:pt x="19459" y="140108"/>
                </a:lnTo>
                <a:lnTo>
                  <a:pt x="25108" y="146342"/>
                </a:lnTo>
                <a:lnTo>
                  <a:pt x="31342" y="151991"/>
                </a:lnTo>
                <a:lnTo>
                  <a:pt x="38099" y="157003"/>
                </a:lnTo>
                <a:lnTo>
                  <a:pt x="45315" y="161328"/>
                </a:lnTo>
                <a:lnTo>
                  <a:pt x="52919" y="164925"/>
                </a:lnTo>
                <a:lnTo>
                  <a:pt x="60840" y="167759"/>
                </a:lnTo>
                <a:lnTo>
                  <a:pt x="69001" y="169803"/>
                </a:lnTo>
                <a:lnTo>
                  <a:pt x="77322" y="171037"/>
                </a:lnTo>
                <a:lnTo>
                  <a:pt x="85725" y="171450"/>
                </a:lnTo>
                <a:close/>
              </a:path>
            </a:pathLst>
          </a:custGeom>
          <a:solidFill xmlns:a="http://schemas.openxmlformats.org/drawingml/2006/main">
            <a:srgbClr val="18232E"/>
          </a:solidFill>
          <a:ln xmlns:a="http://schemas.openxmlformats.org/drawingml/2006/main" w="0">
            <a:noFill/>
          </a:ln>
        </p:spPr>
      </p:sp>
      <p:sp>
        <p:nvSpPr>
          <p:cNvPr id="115" name="dp41-v4-qa-detail / n108 / circle">
            <a:extLst xmlns:a="http://schemas.openxmlformats.org/drawingml/2006/main">
              <a:ext uri="{FF2B5EF4-FFF2-40B4-BE49-F238E27FC236}">
                <a16:creationId xmlns:a16="http://schemas.microsoft.com/office/drawing/2014/main" id="{DC538514-11D4-4A37-BE6E-68A4D6464282}"/>
              </a:ext>
            </a:extLst>
          </p:cNvPr>
          <p:cNvSpPr>
            <a:spLocks xmlns:a="http://schemas.openxmlformats.org/drawingml/2006/main" noGrp="1"/>
          </p:cNvSpPr>
          <p:nvPr/>
        </p:nvSpPr>
        <p:spPr>
          <a:xfrm xmlns:a="http://schemas.openxmlformats.org/drawingml/2006/main">
            <a:off x="10067925" y="5753100"/>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16" name="dp41-v4-qa-detail / n109">
            <a:extLst xmlns:a="http://schemas.openxmlformats.org/drawingml/2006/main">
              <a:ext uri="{FF2B5EF4-FFF2-40B4-BE49-F238E27FC236}">
                <a16:creationId xmlns:a16="http://schemas.microsoft.com/office/drawing/2014/main" id="{EDE5436A-F503-44EB-8835-3DABC9CB48D3}"/>
              </a:ext>
            </a:extLst>
          </p:cNvPr>
          <p:cNvSpPr>
            <a:spLocks xmlns:a="http://schemas.openxmlformats.org/drawingml/2006/main" noGrp="1"/>
          </p:cNvSpPr>
          <p:nvPr/>
        </p:nvSpPr>
        <p:spPr>
          <a:xfrm xmlns:a="http://schemas.openxmlformats.org/drawingml/2006/main">
            <a:off x="10372725" y="5686425"/>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3점</a:t>
            </a:r>
          </a:p>
        </p:txBody>
      </p:sp>
      <p:sp>
        <p:nvSpPr>
          <p:cNvPr id="117" name="dp41-v4-qa-detail / n110">
            <a:extLst xmlns:a="http://schemas.openxmlformats.org/drawingml/2006/main">
              <a:ext uri="{FF2B5EF4-FFF2-40B4-BE49-F238E27FC236}">
                <a16:creationId xmlns:a16="http://schemas.microsoft.com/office/drawing/2014/main" id="{99940397-B30A-4BCC-ABBA-5B8918C67847}"/>
              </a:ext>
            </a:extLst>
          </p:cNvPr>
          <p:cNvSpPr>
            <a:spLocks xmlns:a="http://schemas.openxmlformats.org/drawingml/2006/main" noGrp="1"/>
          </p:cNvSpPr>
          <p:nvPr/>
        </p:nvSpPr>
        <p:spPr>
          <a:xfrm xmlns:a="http://schemas.openxmlformats.org/drawingml/2006/main">
            <a:off x="11268075" y="5667375"/>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$1.0187</a:t>
            </a:r>
          </a:p>
        </p:txBody>
      </p:sp>
      <p:sp>
        <p:nvSpPr>
          <p:cNvPr id="118" name="dp41-v4-qa-detail / n111">
            <a:extLst xmlns:a="http://schemas.openxmlformats.org/drawingml/2006/main">
              <a:ext uri="{FF2B5EF4-FFF2-40B4-BE49-F238E27FC236}">
                <a16:creationId xmlns:a16="http://schemas.microsoft.com/office/drawing/2014/main" id="{096491A7-C1F7-4B5E-A282-0728D757DF55}"/>
              </a:ext>
            </a:extLst>
          </p:cNvPr>
          <p:cNvSpPr>
            <a:spLocks xmlns:a="http://schemas.openxmlformats.org/drawingml/2006/main" noGrp="1"/>
          </p:cNvSpPr>
          <p:nvPr/>
        </p:nvSpPr>
        <p:spPr>
          <a:xfrm xmlns:a="http://schemas.openxmlformats.org/drawingml/2006/main">
            <a:off x="9648825" y="6096000"/>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같은 활동에서 추가 재판단 70회 축소 가정</a:t>
            </a:r>
          </a:p>
        </p:txBody>
      </p:sp>
      <p:sp>
        <p:nvSpPr>
          <p:cNvPr id="119" name="dp41-v4-qa-detail / n112">
            <a:extLst xmlns:a="http://schemas.openxmlformats.org/drawingml/2006/main">
              <a:ext uri="{FF2B5EF4-FFF2-40B4-BE49-F238E27FC236}">
                <a16:creationId xmlns:a16="http://schemas.microsoft.com/office/drawing/2014/main" id="{C43350DB-70CA-4F7A-AE79-C2ACBE13E998}"/>
              </a:ext>
            </a:extLst>
          </p:cNvPr>
          <p:cNvSpPr>
            <a:spLocks xmlns:a="http://schemas.openxmlformats.org/drawingml/2006/main" noGrp="1"/>
          </p:cNvSpPr>
          <p:nvPr/>
        </p:nvSpPr>
        <p:spPr>
          <a:xfrm xmlns:a="http://schemas.openxmlformats.org/drawingml/2006/main">
            <a:off x="15801975" y="5743575"/>
            <a:ext cx="1952625"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0.1680USD</a:t>
            </a:r>
          </a:p>
        </p:txBody>
      </p:sp>
      <p:sp>
        <p:nvSpPr>
          <p:cNvPr id="120" name="dp41-v4-qa-detail / n113">
            <a:extLst xmlns:a="http://schemas.openxmlformats.org/drawingml/2006/main">
              <a:ext uri="{FF2B5EF4-FFF2-40B4-BE49-F238E27FC236}">
                <a16:creationId xmlns:a16="http://schemas.microsoft.com/office/drawing/2014/main" id="{85BEECB8-F624-44CC-9FAA-2843B34718A4}"/>
              </a:ext>
            </a:extLst>
          </p:cNvPr>
          <p:cNvSpPr>
            <a:spLocks xmlns:a="http://schemas.openxmlformats.org/drawingml/2006/main" noGrp="1"/>
          </p:cNvSpPr>
          <p:nvPr/>
        </p:nvSpPr>
        <p:spPr>
          <a:xfrm xmlns:a="http://schemas.openxmlformats.org/drawingml/2006/main">
            <a:off x="15801975" y="6124575"/>
            <a:ext cx="1952625"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가정상 B 유리</a:t>
            </a:r>
          </a:p>
        </p:txBody>
      </p:sp>
      <p:sp>
        <p:nvSpPr>
          <p:cNvPr id="121" name="dp41-v4-qa-detail / n114">
            <a:extLst xmlns:a="http://schemas.openxmlformats.org/drawingml/2006/main">
              <a:ext uri="{FF2B5EF4-FFF2-40B4-BE49-F238E27FC236}">
                <a16:creationId xmlns:a16="http://schemas.microsoft.com/office/drawing/2014/main" id="{7AC9B5B4-308E-4031-9261-A7098B6E3816}"/>
              </a:ext>
            </a:extLst>
          </p:cNvPr>
          <p:cNvSpPr>
            <a:spLocks xmlns:a="http://schemas.openxmlformats.org/drawingml/2006/main" noGrp="1"/>
          </p:cNvSpPr>
          <p:nvPr/>
        </p:nvSpPr>
        <p:spPr>
          <a:xfrm xmlns:a="http://schemas.openxmlformats.org/drawingml/2006/main">
            <a:off x="15801975" y="6353175"/>
            <a:ext cx="1952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기준 0.15USD</a:t>
            </a:r>
          </a:p>
        </p:txBody>
      </p:sp>
      <p:sp>
        <p:nvSpPr>
          <p:cNvPr id="122" name="dp41-v4-qa-detail / n115">
            <a:extLst xmlns:a="http://schemas.openxmlformats.org/drawingml/2006/main">
              <a:ext uri="{FF2B5EF4-FFF2-40B4-BE49-F238E27FC236}">
                <a16:creationId xmlns:a16="http://schemas.microsoft.com/office/drawing/2014/main" id="{5FADE822-2864-4A5D-9AB9-7C2415F39F69}"/>
              </a:ext>
            </a:extLst>
          </p:cNvPr>
          <p:cNvSpPr>
            <a:spLocks xmlns:a="http://schemas.openxmlformats.org/drawingml/2006/main" noGrp="1"/>
          </p:cNvSpPr>
          <p:nvPr/>
        </p:nvSpPr>
        <p:spPr>
          <a:xfrm xmlns:a="http://schemas.openxmlformats.org/drawingml/2006/main">
            <a:off x="381000" y="75914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123" name="dp41-v4-qa-detail / n116">
            <a:extLst xmlns:a="http://schemas.openxmlformats.org/drawingml/2006/main">
              <a:ext uri="{FF2B5EF4-FFF2-40B4-BE49-F238E27FC236}">
                <a16:creationId xmlns:a16="http://schemas.microsoft.com/office/drawing/2014/main" id="{6C5C6AF0-5C31-439F-AFB1-6C43E2D1CFFE}"/>
              </a:ext>
            </a:extLst>
          </p:cNvPr>
          <p:cNvSpPr>
            <a:spLocks xmlns:a="http://schemas.openxmlformats.org/drawingml/2006/main" noGrp="1"/>
          </p:cNvSpPr>
          <p:nvPr/>
        </p:nvSpPr>
        <p:spPr>
          <a:xfrm xmlns:a="http://schemas.openxmlformats.org/drawingml/2006/main">
            <a:off x="533400" y="6696075"/>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05  VIA 변경 용이성</a:t>
            </a:r>
          </a:p>
        </p:txBody>
      </p:sp>
      <p:sp>
        <p:nvSpPr>
          <p:cNvPr id="124" name="dp41-v4-qa-detail / n117">
            <a:extLst xmlns:a="http://schemas.openxmlformats.org/drawingml/2006/main">
              <a:ext uri="{FF2B5EF4-FFF2-40B4-BE49-F238E27FC236}">
                <a16:creationId xmlns:a16="http://schemas.microsoft.com/office/drawing/2014/main" id="{A1471743-D826-44C0-91C7-5CD361790041}"/>
              </a:ext>
            </a:extLst>
          </p:cNvPr>
          <p:cNvSpPr>
            <a:spLocks xmlns:a="http://schemas.openxmlformats.org/drawingml/2006/main" noGrp="1"/>
          </p:cNvSpPr>
          <p:nvPr/>
        </p:nvSpPr>
        <p:spPr>
          <a:xfrm xmlns:a="http://schemas.openxmlformats.org/drawingml/2006/main">
            <a:off x="533400" y="7058025"/>
            <a:ext cx="25146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목표 ≤3개 / 과제</a:t>
            </a:r>
          </a:p>
        </p:txBody>
      </p:sp>
      <p:sp>
        <p:nvSpPr>
          <p:cNvPr id="125" name="dp41-v4-qa-detail / n118 / circle">
            <a:extLst xmlns:a="http://schemas.openxmlformats.org/drawingml/2006/main">
              <a:ext uri="{FF2B5EF4-FFF2-40B4-BE49-F238E27FC236}">
                <a16:creationId xmlns:a16="http://schemas.microsoft.com/office/drawing/2014/main" id="{DAF0FCB0-6F52-4973-B1DA-143B53EEF00B}"/>
              </a:ext>
            </a:extLst>
          </p:cNvPr>
          <p:cNvSpPr>
            <a:spLocks xmlns:a="http://schemas.openxmlformats.org/drawingml/2006/main" noGrp="1"/>
          </p:cNvSpPr>
          <p:nvPr/>
        </p:nvSpPr>
        <p:spPr>
          <a:xfrm xmlns:a="http://schemas.openxmlformats.org/drawingml/2006/main">
            <a:off x="3457575" y="6753225"/>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26" name="dp41-v4-qa-detail / n119 / circle">
            <a:extLst xmlns:a="http://schemas.openxmlformats.org/drawingml/2006/main">
              <a:ext uri="{FF2B5EF4-FFF2-40B4-BE49-F238E27FC236}">
                <a16:creationId xmlns:a16="http://schemas.microsoft.com/office/drawing/2014/main" id="{9620D61E-6B49-4853-A0AB-2CFDCC3E6F33}"/>
              </a:ext>
            </a:extLst>
          </p:cNvPr>
          <p:cNvSpPr>
            <a:spLocks xmlns:a="http://schemas.openxmlformats.org/drawingml/2006/main" noGrp="1"/>
          </p:cNvSpPr>
          <p:nvPr/>
        </p:nvSpPr>
        <p:spPr>
          <a:xfrm xmlns:a="http://schemas.openxmlformats.org/drawingml/2006/main">
            <a:off x="3667125" y="6753225"/>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27" name="dp41-v4-qa-detail / n119 / half">
            <a:extLst xmlns:a="http://schemas.openxmlformats.org/drawingml/2006/main">
              <a:ext uri="{FF2B5EF4-FFF2-40B4-BE49-F238E27FC236}">
                <a16:creationId xmlns:a16="http://schemas.microsoft.com/office/drawing/2014/main" id="{C01FF8FB-40CB-4BE8-8D5D-80C1D7000D54}"/>
              </a:ext>
            </a:extLst>
          </p:cNvPr>
          <p:cNvSpPr>
            <a:spLocks xmlns:a="http://schemas.openxmlformats.org/drawingml/2006/main" noGrp="1"/>
          </p:cNvSpPr>
          <p:nvPr/>
        </p:nvSpPr>
        <p:spPr>
          <a:xfrm xmlns:a="http://schemas.openxmlformats.org/drawingml/2006/main">
            <a:off x="3667125" y="6753225"/>
            <a:ext cx="171450" cy="171450"/>
          </a:xfrm>
          <a:custGeom xmlns:a="http://schemas.openxmlformats.org/drawingml/2006/main">
            <a:pathLst>
              <a:path w="171450" h="171450">
                <a:moveTo>
                  <a:pt x="85725" y="0"/>
                </a:moveTo>
                <a:lnTo>
                  <a:pt x="77322" y="413"/>
                </a:lnTo>
                <a:lnTo>
                  <a:pt x="69001" y="1647"/>
                </a:lnTo>
                <a:lnTo>
                  <a:pt x="60840" y="3691"/>
                </a:lnTo>
                <a:lnTo>
                  <a:pt x="52919" y="6525"/>
                </a:lnTo>
                <a:lnTo>
                  <a:pt x="45315" y="10122"/>
                </a:lnTo>
                <a:lnTo>
                  <a:pt x="38099" y="14447"/>
                </a:lnTo>
                <a:lnTo>
                  <a:pt x="31342" y="19459"/>
                </a:lnTo>
                <a:lnTo>
                  <a:pt x="25108" y="25108"/>
                </a:lnTo>
                <a:lnTo>
                  <a:pt x="19459" y="31342"/>
                </a:lnTo>
                <a:lnTo>
                  <a:pt x="14447" y="38099"/>
                </a:lnTo>
                <a:lnTo>
                  <a:pt x="10122" y="45315"/>
                </a:lnTo>
                <a:lnTo>
                  <a:pt x="6525" y="52919"/>
                </a:lnTo>
                <a:lnTo>
                  <a:pt x="3691" y="60840"/>
                </a:lnTo>
                <a:lnTo>
                  <a:pt x="1647" y="69001"/>
                </a:lnTo>
                <a:lnTo>
                  <a:pt x="413" y="77322"/>
                </a:lnTo>
                <a:lnTo>
                  <a:pt x="0" y="85725"/>
                </a:lnTo>
                <a:lnTo>
                  <a:pt x="413" y="94128"/>
                </a:lnTo>
                <a:lnTo>
                  <a:pt x="1647" y="102449"/>
                </a:lnTo>
                <a:lnTo>
                  <a:pt x="3691" y="110610"/>
                </a:lnTo>
                <a:lnTo>
                  <a:pt x="6525" y="118531"/>
                </a:lnTo>
                <a:lnTo>
                  <a:pt x="10122" y="126135"/>
                </a:lnTo>
                <a:lnTo>
                  <a:pt x="14447" y="133351"/>
                </a:lnTo>
                <a:lnTo>
                  <a:pt x="19459" y="140108"/>
                </a:lnTo>
                <a:lnTo>
                  <a:pt x="25108" y="146342"/>
                </a:lnTo>
                <a:lnTo>
                  <a:pt x="31342" y="151991"/>
                </a:lnTo>
                <a:lnTo>
                  <a:pt x="38099" y="157003"/>
                </a:lnTo>
                <a:lnTo>
                  <a:pt x="45315" y="161328"/>
                </a:lnTo>
                <a:lnTo>
                  <a:pt x="52919" y="164925"/>
                </a:lnTo>
                <a:lnTo>
                  <a:pt x="60840" y="167759"/>
                </a:lnTo>
                <a:lnTo>
                  <a:pt x="69001" y="169803"/>
                </a:lnTo>
                <a:lnTo>
                  <a:pt x="77322" y="171037"/>
                </a:lnTo>
                <a:lnTo>
                  <a:pt x="85725" y="171450"/>
                </a:lnTo>
                <a:close/>
              </a:path>
            </a:pathLst>
          </a:custGeom>
          <a:solidFill xmlns:a="http://schemas.openxmlformats.org/drawingml/2006/main">
            <a:srgbClr val="18232E"/>
          </a:solidFill>
          <a:ln xmlns:a="http://schemas.openxmlformats.org/drawingml/2006/main" w="0">
            <a:noFill/>
          </a:ln>
        </p:spPr>
      </p:sp>
      <p:sp>
        <p:nvSpPr>
          <p:cNvPr id="128" name="dp41-v4-qa-detail / n120 / circle">
            <a:extLst xmlns:a="http://schemas.openxmlformats.org/drawingml/2006/main">
              <a:ext uri="{FF2B5EF4-FFF2-40B4-BE49-F238E27FC236}">
                <a16:creationId xmlns:a16="http://schemas.microsoft.com/office/drawing/2014/main" id="{0FE3272E-AEEF-4EBF-8731-DBC3B2DFF659}"/>
              </a:ext>
            </a:extLst>
          </p:cNvPr>
          <p:cNvSpPr>
            <a:spLocks xmlns:a="http://schemas.openxmlformats.org/drawingml/2006/main" noGrp="1"/>
          </p:cNvSpPr>
          <p:nvPr/>
        </p:nvSpPr>
        <p:spPr>
          <a:xfrm xmlns:a="http://schemas.openxmlformats.org/drawingml/2006/main">
            <a:off x="3876675" y="6753225"/>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29" name="dp41-v4-qa-detail / n121">
            <a:extLst xmlns:a="http://schemas.openxmlformats.org/drawingml/2006/main">
              <a:ext uri="{FF2B5EF4-FFF2-40B4-BE49-F238E27FC236}">
                <a16:creationId xmlns:a16="http://schemas.microsoft.com/office/drawing/2014/main" id="{81296F54-A104-4168-86B4-524263520CAB}"/>
              </a:ext>
            </a:extLst>
          </p:cNvPr>
          <p:cNvSpPr>
            <a:spLocks xmlns:a="http://schemas.openxmlformats.org/drawingml/2006/main" noGrp="1"/>
          </p:cNvSpPr>
          <p:nvPr/>
        </p:nvSpPr>
        <p:spPr>
          <a:xfrm xmlns:a="http://schemas.openxmlformats.org/drawingml/2006/main">
            <a:off x="4181475" y="6686550"/>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3점</a:t>
            </a:r>
          </a:p>
        </p:txBody>
      </p:sp>
      <p:sp>
        <p:nvSpPr>
          <p:cNvPr id="130" name="dp41-v4-qa-detail / n122">
            <a:extLst xmlns:a="http://schemas.openxmlformats.org/drawingml/2006/main">
              <a:ext uri="{FF2B5EF4-FFF2-40B4-BE49-F238E27FC236}">
                <a16:creationId xmlns:a16="http://schemas.microsoft.com/office/drawing/2014/main" id="{3564C042-30E9-4714-91E4-5466799927DD}"/>
              </a:ext>
            </a:extLst>
          </p:cNvPr>
          <p:cNvSpPr>
            <a:spLocks xmlns:a="http://schemas.openxmlformats.org/drawingml/2006/main" noGrp="1"/>
          </p:cNvSpPr>
          <p:nvPr/>
        </p:nvSpPr>
        <p:spPr>
          <a:xfrm xmlns:a="http://schemas.openxmlformats.org/drawingml/2006/main">
            <a:off x="5076825" y="6667500"/>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2.167개</a:t>
            </a:r>
          </a:p>
        </p:txBody>
      </p:sp>
      <p:sp>
        <p:nvSpPr>
          <p:cNvPr id="131" name="dp41-v4-qa-detail / n123">
            <a:extLst xmlns:a="http://schemas.openxmlformats.org/drawingml/2006/main">
              <a:ext uri="{FF2B5EF4-FFF2-40B4-BE49-F238E27FC236}">
                <a16:creationId xmlns:a16="http://schemas.microsoft.com/office/drawing/2014/main" id="{BDFD1B41-2E96-44FD-B635-991EA359E53C}"/>
              </a:ext>
            </a:extLst>
          </p:cNvPr>
          <p:cNvSpPr>
            <a:spLocks xmlns:a="http://schemas.openxmlformats.org/drawingml/2006/main" noGrp="1"/>
          </p:cNvSpPr>
          <p:nvPr/>
        </p:nvSpPr>
        <p:spPr>
          <a:xfrm xmlns:a="http://schemas.openxmlformats.org/drawingml/2006/main">
            <a:off x="3457575" y="7096125"/>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새 관계의 모델 지침과 검증 변경</a:t>
            </a:r>
          </a:p>
        </p:txBody>
      </p:sp>
      <p:sp>
        <p:nvSpPr>
          <p:cNvPr id="132" name="dp41-v4-qa-detail / n124 / circle">
            <a:extLst xmlns:a="http://schemas.openxmlformats.org/drawingml/2006/main">
              <a:ext uri="{FF2B5EF4-FFF2-40B4-BE49-F238E27FC236}">
                <a16:creationId xmlns:a16="http://schemas.microsoft.com/office/drawing/2014/main" id="{EDC63DF1-2805-480E-8A27-9F5485100481}"/>
              </a:ext>
            </a:extLst>
          </p:cNvPr>
          <p:cNvSpPr>
            <a:spLocks xmlns:a="http://schemas.openxmlformats.org/drawingml/2006/main" noGrp="1"/>
          </p:cNvSpPr>
          <p:nvPr/>
        </p:nvSpPr>
        <p:spPr>
          <a:xfrm xmlns:a="http://schemas.openxmlformats.org/drawingml/2006/main">
            <a:off x="9648825" y="6753225"/>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33" name="dp41-v4-qa-detail / n125 / circle">
            <a:extLst xmlns:a="http://schemas.openxmlformats.org/drawingml/2006/main">
              <a:ext uri="{FF2B5EF4-FFF2-40B4-BE49-F238E27FC236}">
                <a16:creationId xmlns:a16="http://schemas.microsoft.com/office/drawing/2014/main" id="{961809DF-4218-4FD0-A538-A761CECD8DAA}"/>
              </a:ext>
            </a:extLst>
          </p:cNvPr>
          <p:cNvSpPr>
            <a:spLocks xmlns:a="http://schemas.openxmlformats.org/drawingml/2006/main" noGrp="1"/>
          </p:cNvSpPr>
          <p:nvPr/>
        </p:nvSpPr>
        <p:spPr>
          <a:xfrm xmlns:a="http://schemas.openxmlformats.org/drawingml/2006/main">
            <a:off x="9858375" y="6753225"/>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34" name="dp41-v4-qa-detail / n126 / circle">
            <a:extLst xmlns:a="http://schemas.openxmlformats.org/drawingml/2006/main">
              <a:ext uri="{FF2B5EF4-FFF2-40B4-BE49-F238E27FC236}">
                <a16:creationId xmlns:a16="http://schemas.microsoft.com/office/drawing/2014/main" id="{3B3FD8E6-00F1-4D6A-BF80-2575113F8DF3}"/>
              </a:ext>
            </a:extLst>
          </p:cNvPr>
          <p:cNvSpPr>
            <a:spLocks xmlns:a="http://schemas.openxmlformats.org/drawingml/2006/main" noGrp="1"/>
          </p:cNvSpPr>
          <p:nvPr/>
        </p:nvSpPr>
        <p:spPr>
          <a:xfrm xmlns:a="http://schemas.openxmlformats.org/drawingml/2006/main">
            <a:off x="10067925" y="6753225"/>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35" name="dp41-v4-qa-detail / n127">
            <a:extLst xmlns:a="http://schemas.openxmlformats.org/drawingml/2006/main">
              <a:ext uri="{FF2B5EF4-FFF2-40B4-BE49-F238E27FC236}">
                <a16:creationId xmlns:a16="http://schemas.microsoft.com/office/drawing/2014/main" id="{FE9A9C39-37DF-4F4B-89B1-7224D90A5502}"/>
              </a:ext>
            </a:extLst>
          </p:cNvPr>
          <p:cNvSpPr>
            <a:spLocks xmlns:a="http://schemas.openxmlformats.org/drawingml/2006/main" noGrp="1"/>
          </p:cNvSpPr>
          <p:nvPr/>
        </p:nvSpPr>
        <p:spPr>
          <a:xfrm xmlns:a="http://schemas.openxmlformats.org/drawingml/2006/main">
            <a:off x="10372725" y="6686550"/>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2점</a:t>
            </a:r>
          </a:p>
        </p:txBody>
      </p:sp>
      <p:sp>
        <p:nvSpPr>
          <p:cNvPr id="136" name="dp41-v4-qa-detail / n128">
            <a:extLst xmlns:a="http://schemas.openxmlformats.org/drawingml/2006/main">
              <a:ext uri="{FF2B5EF4-FFF2-40B4-BE49-F238E27FC236}">
                <a16:creationId xmlns:a16="http://schemas.microsoft.com/office/drawing/2014/main" id="{64339464-7EC1-4712-A318-A6CE3CD75687}"/>
              </a:ext>
            </a:extLst>
          </p:cNvPr>
          <p:cNvSpPr>
            <a:spLocks xmlns:a="http://schemas.openxmlformats.org/drawingml/2006/main" noGrp="1"/>
          </p:cNvSpPr>
          <p:nvPr/>
        </p:nvSpPr>
        <p:spPr>
          <a:xfrm xmlns:a="http://schemas.openxmlformats.org/drawingml/2006/main">
            <a:off x="11268075" y="6667500"/>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2.333개</a:t>
            </a:r>
          </a:p>
        </p:txBody>
      </p:sp>
      <p:sp>
        <p:nvSpPr>
          <p:cNvPr id="137" name="dp41-v4-qa-detail / n129">
            <a:extLst xmlns:a="http://schemas.openxmlformats.org/drawingml/2006/main">
              <a:ext uri="{FF2B5EF4-FFF2-40B4-BE49-F238E27FC236}">
                <a16:creationId xmlns:a16="http://schemas.microsoft.com/office/drawing/2014/main" id="{DA03B5C5-9130-4DFC-BD41-BBCF32538D99}"/>
              </a:ext>
            </a:extLst>
          </p:cNvPr>
          <p:cNvSpPr>
            <a:spLocks xmlns:a="http://schemas.openxmlformats.org/drawingml/2006/main" noGrp="1"/>
          </p:cNvSpPr>
          <p:nvPr/>
        </p:nvSpPr>
        <p:spPr>
          <a:xfrm xmlns:a="http://schemas.openxmlformats.org/drawingml/2006/main">
            <a:off x="9648825" y="7096125"/>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새 관계의 틀과 Engine 규칙 변경</a:t>
            </a:r>
          </a:p>
        </p:txBody>
      </p:sp>
      <p:sp>
        <p:nvSpPr>
          <p:cNvPr id="138" name="dp41-v4-qa-detail / n130">
            <a:extLst xmlns:a="http://schemas.openxmlformats.org/drawingml/2006/main">
              <a:ext uri="{FF2B5EF4-FFF2-40B4-BE49-F238E27FC236}">
                <a16:creationId xmlns:a16="http://schemas.microsoft.com/office/drawing/2014/main" id="{F87DDE10-6936-457D-AD65-0C2BAE192E28}"/>
              </a:ext>
            </a:extLst>
          </p:cNvPr>
          <p:cNvSpPr>
            <a:spLocks xmlns:a="http://schemas.openxmlformats.org/drawingml/2006/main" noGrp="1"/>
          </p:cNvSpPr>
          <p:nvPr/>
        </p:nvSpPr>
        <p:spPr>
          <a:xfrm xmlns:a="http://schemas.openxmlformats.org/drawingml/2006/main">
            <a:off x="15801975" y="6743700"/>
            <a:ext cx="1952625"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0.167개</a:t>
            </a:r>
          </a:p>
        </p:txBody>
      </p:sp>
      <p:sp>
        <p:nvSpPr>
          <p:cNvPr id="139" name="dp41-v4-qa-detail / n131">
            <a:extLst xmlns:a="http://schemas.openxmlformats.org/drawingml/2006/main">
              <a:ext uri="{FF2B5EF4-FFF2-40B4-BE49-F238E27FC236}">
                <a16:creationId xmlns:a16="http://schemas.microsoft.com/office/drawing/2014/main" id="{BA381530-1800-4128-B6BA-13338645B570}"/>
              </a:ext>
            </a:extLst>
          </p:cNvPr>
          <p:cNvSpPr>
            <a:spLocks xmlns:a="http://schemas.openxmlformats.org/drawingml/2006/main" noGrp="1"/>
          </p:cNvSpPr>
          <p:nvPr/>
        </p:nvSpPr>
        <p:spPr>
          <a:xfrm xmlns:a="http://schemas.openxmlformats.org/drawingml/2006/main">
            <a:off x="15801975" y="7124700"/>
            <a:ext cx="1952625"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차이 기준 미만</a:t>
            </a:r>
          </a:p>
        </p:txBody>
      </p:sp>
      <p:sp>
        <p:nvSpPr>
          <p:cNvPr id="140" name="dp41-v4-qa-detail / n132">
            <a:extLst xmlns:a="http://schemas.openxmlformats.org/drawingml/2006/main">
              <a:ext uri="{FF2B5EF4-FFF2-40B4-BE49-F238E27FC236}">
                <a16:creationId xmlns:a16="http://schemas.microsoft.com/office/drawing/2014/main" id="{FA2A4384-69CB-4B37-A160-0FDA08EFA17B}"/>
              </a:ext>
            </a:extLst>
          </p:cNvPr>
          <p:cNvSpPr>
            <a:spLocks xmlns:a="http://schemas.openxmlformats.org/drawingml/2006/main" noGrp="1"/>
          </p:cNvSpPr>
          <p:nvPr/>
        </p:nvSpPr>
        <p:spPr>
          <a:xfrm xmlns:a="http://schemas.openxmlformats.org/drawingml/2006/main">
            <a:off x="15801975" y="7353300"/>
            <a:ext cx="1952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기준 0.50개</a:t>
            </a:r>
          </a:p>
        </p:txBody>
      </p:sp>
      <p:sp>
        <p:nvSpPr>
          <p:cNvPr id="141" name="dp41-v4-qa-detail / n133">
            <a:extLst xmlns:a="http://schemas.openxmlformats.org/drawingml/2006/main">
              <a:ext uri="{FF2B5EF4-FFF2-40B4-BE49-F238E27FC236}">
                <a16:creationId xmlns:a16="http://schemas.microsoft.com/office/drawing/2014/main" id="{EF07AD9B-6FFC-4452-90EB-D0FC79CB7039}"/>
              </a:ext>
            </a:extLst>
          </p:cNvPr>
          <p:cNvSpPr>
            <a:spLocks xmlns:a="http://schemas.openxmlformats.org/drawingml/2006/main" noGrp="1"/>
          </p:cNvSpPr>
          <p:nvPr/>
        </p:nvSpPr>
        <p:spPr>
          <a:xfrm xmlns:a="http://schemas.openxmlformats.org/drawingml/2006/main">
            <a:off x="381000" y="85915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142" name="dp41-v4-qa-detail / n134">
            <a:extLst xmlns:a="http://schemas.openxmlformats.org/drawingml/2006/main">
              <a:ext uri="{FF2B5EF4-FFF2-40B4-BE49-F238E27FC236}">
                <a16:creationId xmlns:a16="http://schemas.microsoft.com/office/drawing/2014/main" id="{3584DDBD-F4D7-405E-A0D3-B3F5C35DD2C5}"/>
              </a:ext>
            </a:extLst>
          </p:cNvPr>
          <p:cNvSpPr>
            <a:spLocks xmlns:a="http://schemas.openxmlformats.org/drawingml/2006/main" noGrp="1"/>
          </p:cNvSpPr>
          <p:nvPr/>
        </p:nvSpPr>
        <p:spPr>
          <a:xfrm xmlns:a="http://schemas.openxmlformats.org/drawingml/2006/main">
            <a:off x="533400" y="7696200"/>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06  로컬 VIA 메모리 사용량</a:t>
            </a:r>
          </a:p>
        </p:txBody>
      </p:sp>
      <p:sp>
        <p:nvSpPr>
          <p:cNvPr id="143" name="dp41-v4-qa-detail / n135">
            <a:extLst xmlns:a="http://schemas.openxmlformats.org/drawingml/2006/main">
              <a:ext uri="{FF2B5EF4-FFF2-40B4-BE49-F238E27FC236}">
                <a16:creationId xmlns:a16="http://schemas.microsoft.com/office/drawing/2014/main" id="{56A1CC55-1899-4C75-970A-8D0EFF0EFCD0}"/>
              </a:ext>
            </a:extLst>
          </p:cNvPr>
          <p:cNvSpPr>
            <a:spLocks xmlns:a="http://schemas.openxmlformats.org/drawingml/2006/main" noGrp="1"/>
          </p:cNvSpPr>
          <p:nvPr/>
        </p:nvSpPr>
        <p:spPr>
          <a:xfrm xmlns:a="http://schemas.openxmlformats.org/drawingml/2006/main">
            <a:off x="533400" y="8058150"/>
            <a:ext cx="25146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목표 ≤4,096MiB</a:t>
            </a:r>
          </a:p>
        </p:txBody>
      </p:sp>
      <p:sp>
        <p:nvSpPr>
          <p:cNvPr id="144" name="dp41-v4-qa-detail / n136 / circle">
            <a:extLst xmlns:a="http://schemas.openxmlformats.org/drawingml/2006/main">
              <a:ext uri="{FF2B5EF4-FFF2-40B4-BE49-F238E27FC236}">
                <a16:creationId xmlns:a16="http://schemas.microsoft.com/office/drawing/2014/main" id="{92EFF1E0-AECF-4B77-8175-5081157036B4}"/>
              </a:ext>
            </a:extLst>
          </p:cNvPr>
          <p:cNvSpPr>
            <a:spLocks xmlns:a="http://schemas.openxmlformats.org/drawingml/2006/main" noGrp="1"/>
          </p:cNvSpPr>
          <p:nvPr/>
        </p:nvSpPr>
        <p:spPr>
          <a:xfrm xmlns:a="http://schemas.openxmlformats.org/drawingml/2006/main">
            <a:off x="3457575" y="7753350"/>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45" name="dp41-v4-qa-detail / n137 / circle">
            <a:extLst xmlns:a="http://schemas.openxmlformats.org/drawingml/2006/main">
              <a:ext uri="{FF2B5EF4-FFF2-40B4-BE49-F238E27FC236}">
                <a16:creationId xmlns:a16="http://schemas.microsoft.com/office/drawing/2014/main" id="{19A0C594-355E-48EA-9557-561DF847D32F}"/>
              </a:ext>
            </a:extLst>
          </p:cNvPr>
          <p:cNvSpPr>
            <a:spLocks xmlns:a="http://schemas.openxmlformats.org/drawingml/2006/main" noGrp="1"/>
          </p:cNvSpPr>
          <p:nvPr/>
        </p:nvSpPr>
        <p:spPr>
          <a:xfrm xmlns:a="http://schemas.openxmlformats.org/drawingml/2006/main">
            <a:off x="3667125" y="7753350"/>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46" name="dp41-v4-qa-detail / n138 / circle">
            <a:extLst xmlns:a="http://schemas.openxmlformats.org/drawingml/2006/main">
              <a:ext uri="{FF2B5EF4-FFF2-40B4-BE49-F238E27FC236}">
                <a16:creationId xmlns:a16="http://schemas.microsoft.com/office/drawing/2014/main" id="{0CF14261-188E-46B3-9045-1865399125D7}"/>
              </a:ext>
            </a:extLst>
          </p:cNvPr>
          <p:cNvSpPr>
            <a:spLocks xmlns:a="http://schemas.openxmlformats.org/drawingml/2006/main" noGrp="1"/>
          </p:cNvSpPr>
          <p:nvPr/>
        </p:nvSpPr>
        <p:spPr>
          <a:xfrm xmlns:a="http://schemas.openxmlformats.org/drawingml/2006/main">
            <a:off x="3876675" y="7753350"/>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47" name="dp41-v4-qa-detail / n139">
            <a:extLst xmlns:a="http://schemas.openxmlformats.org/drawingml/2006/main">
              <a:ext uri="{FF2B5EF4-FFF2-40B4-BE49-F238E27FC236}">
                <a16:creationId xmlns:a16="http://schemas.microsoft.com/office/drawing/2014/main" id="{D85F76E7-26D0-46F6-858F-63D71C3F5790}"/>
              </a:ext>
            </a:extLst>
          </p:cNvPr>
          <p:cNvSpPr>
            <a:spLocks xmlns:a="http://schemas.openxmlformats.org/drawingml/2006/main" noGrp="1"/>
          </p:cNvSpPr>
          <p:nvPr/>
        </p:nvSpPr>
        <p:spPr>
          <a:xfrm xmlns:a="http://schemas.openxmlformats.org/drawingml/2006/main">
            <a:off x="4181475" y="7686675"/>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4점</a:t>
            </a:r>
          </a:p>
        </p:txBody>
      </p:sp>
      <p:sp>
        <p:nvSpPr>
          <p:cNvPr id="148" name="dp41-v4-qa-detail / n140">
            <a:extLst xmlns:a="http://schemas.openxmlformats.org/drawingml/2006/main">
              <a:ext uri="{FF2B5EF4-FFF2-40B4-BE49-F238E27FC236}">
                <a16:creationId xmlns:a16="http://schemas.microsoft.com/office/drawing/2014/main" id="{576FF78C-FD0E-4F52-B573-F60AB5A6C535}"/>
              </a:ext>
            </a:extLst>
          </p:cNvPr>
          <p:cNvSpPr>
            <a:spLocks xmlns:a="http://schemas.openxmlformats.org/drawingml/2006/main" noGrp="1"/>
          </p:cNvSpPr>
          <p:nvPr/>
        </p:nvSpPr>
        <p:spPr>
          <a:xfrm xmlns:a="http://schemas.openxmlformats.org/drawingml/2006/main">
            <a:off x="5076825" y="7667625"/>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1,792MiB</a:t>
            </a:r>
          </a:p>
        </p:txBody>
      </p:sp>
      <p:sp>
        <p:nvSpPr>
          <p:cNvPr id="149" name="dp41-v4-qa-detail / n141">
            <a:extLst xmlns:a="http://schemas.openxmlformats.org/drawingml/2006/main">
              <a:ext uri="{FF2B5EF4-FFF2-40B4-BE49-F238E27FC236}">
                <a16:creationId xmlns:a16="http://schemas.microsoft.com/office/drawing/2014/main" id="{DCD75D3D-6A29-460A-A80D-03A0B7D7F1EA}"/>
              </a:ext>
            </a:extLst>
          </p:cNvPr>
          <p:cNvSpPr>
            <a:spLocks xmlns:a="http://schemas.openxmlformats.org/drawingml/2006/main" noGrp="1"/>
          </p:cNvSpPr>
          <p:nvPr/>
        </p:nvSpPr>
        <p:spPr>
          <a:xfrm xmlns:a="http://schemas.openxmlformats.org/drawingml/2006/main">
            <a:off x="3457575" y="8096250"/>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조회 결과와 모델 제공 Context 유지</a:t>
            </a:r>
          </a:p>
        </p:txBody>
      </p:sp>
      <p:sp>
        <p:nvSpPr>
          <p:cNvPr id="150" name="dp41-v4-qa-detail / n142 / circle">
            <a:extLst xmlns:a="http://schemas.openxmlformats.org/drawingml/2006/main">
              <a:ext uri="{FF2B5EF4-FFF2-40B4-BE49-F238E27FC236}">
                <a16:creationId xmlns:a16="http://schemas.microsoft.com/office/drawing/2014/main" id="{F3191F64-0F9F-4BEB-B436-1844147074DE}"/>
              </a:ext>
            </a:extLst>
          </p:cNvPr>
          <p:cNvSpPr>
            <a:spLocks xmlns:a="http://schemas.openxmlformats.org/drawingml/2006/main" noGrp="1"/>
          </p:cNvSpPr>
          <p:nvPr/>
        </p:nvSpPr>
        <p:spPr>
          <a:xfrm xmlns:a="http://schemas.openxmlformats.org/drawingml/2006/main">
            <a:off x="9648825" y="7753350"/>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51" name="dp41-v4-qa-detail / n143 / circle">
            <a:extLst xmlns:a="http://schemas.openxmlformats.org/drawingml/2006/main">
              <a:ext uri="{FF2B5EF4-FFF2-40B4-BE49-F238E27FC236}">
                <a16:creationId xmlns:a16="http://schemas.microsoft.com/office/drawing/2014/main" id="{0C8F1AFF-FB5E-458F-B9E7-3725C26B0F18}"/>
              </a:ext>
            </a:extLst>
          </p:cNvPr>
          <p:cNvSpPr>
            <a:spLocks xmlns:a="http://schemas.openxmlformats.org/drawingml/2006/main" noGrp="1"/>
          </p:cNvSpPr>
          <p:nvPr/>
        </p:nvSpPr>
        <p:spPr>
          <a:xfrm xmlns:a="http://schemas.openxmlformats.org/drawingml/2006/main">
            <a:off x="9858375" y="7753350"/>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52" name="dp41-v4-qa-detail / n144 / circle">
            <a:extLst xmlns:a="http://schemas.openxmlformats.org/drawingml/2006/main">
              <a:ext uri="{FF2B5EF4-FFF2-40B4-BE49-F238E27FC236}">
                <a16:creationId xmlns:a16="http://schemas.microsoft.com/office/drawing/2014/main" id="{F28AC2AE-F9B6-4924-968C-C80BD87C6812}"/>
              </a:ext>
            </a:extLst>
          </p:cNvPr>
          <p:cNvSpPr>
            <a:spLocks xmlns:a="http://schemas.openxmlformats.org/drawingml/2006/main" noGrp="1"/>
          </p:cNvSpPr>
          <p:nvPr/>
        </p:nvSpPr>
        <p:spPr>
          <a:xfrm xmlns:a="http://schemas.openxmlformats.org/drawingml/2006/main">
            <a:off x="10067925" y="7753350"/>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53" name="dp41-v4-qa-detail / n145">
            <a:extLst xmlns:a="http://schemas.openxmlformats.org/drawingml/2006/main">
              <a:ext uri="{FF2B5EF4-FFF2-40B4-BE49-F238E27FC236}">
                <a16:creationId xmlns:a16="http://schemas.microsoft.com/office/drawing/2014/main" id="{1AF16E9B-7D45-4989-B35B-ABAFC68B5B2A}"/>
              </a:ext>
            </a:extLst>
          </p:cNvPr>
          <p:cNvSpPr>
            <a:spLocks xmlns:a="http://schemas.openxmlformats.org/drawingml/2006/main" noGrp="1"/>
          </p:cNvSpPr>
          <p:nvPr/>
        </p:nvSpPr>
        <p:spPr>
          <a:xfrm xmlns:a="http://schemas.openxmlformats.org/drawingml/2006/main">
            <a:off x="10372725" y="7686675"/>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4점</a:t>
            </a:r>
          </a:p>
        </p:txBody>
      </p:sp>
      <p:sp>
        <p:nvSpPr>
          <p:cNvPr id="154" name="dp41-v4-qa-detail / n146">
            <a:extLst xmlns:a="http://schemas.openxmlformats.org/drawingml/2006/main">
              <a:ext uri="{FF2B5EF4-FFF2-40B4-BE49-F238E27FC236}">
                <a16:creationId xmlns:a16="http://schemas.microsoft.com/office/drawing/2014/main" id="{1E4AF2C6-1D20-4EBB-9F0C-E314FABDD017}"/>
              </a:ext>
            </a:extLst>
          </p:cNvPr>
          <p:cNvSpPr>
            <a:spLocks xmlns:a="http://schemas.openxmlformats.org/drawingml/2006/main" noGrp="1"/>
          </p:cNvSpPr>
          <p:nvPr/>
        </p:nvSpPr>
        <p:spPr>
          <a:xfrm xmlns:a="http://schemas.openxmlformats.org/drawingml/2006/main">
            <a:off x="11268075" y="7667625"/>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1,760MiB</a:t>
            </a:r>
          </a:p>
        </p:txBody>
      </p:sp>
      <p:sp>
        <p:nvSpPr>
          <p:cNvPr id="155" name="dp41-v4-qa-detail / n147">
            <a:extLst xmlns:a="http://schemas.openxmlformats.org/drawingml/2006/main">
              <a:ext uri="{FF2B5EF4-FFF2-40B4-BE49-F238E27FC236}">
                <a16:creationId xmlns:a16="http://schemas.microsoft.com/office/drawing/2014/main" id="{967497D2-6D4A-4DB2-92DF-91379392A7BA}"/>
              </a:ext>
            </a:extLst>
          </p:cNvPr>
          <p:cNvSpPr>
            <a:spLocks xmlns:a="http://schemas.openxmlformats.org/drawingml/2006/main" noGrp="1"/>
          </p:cNvSpPr>
          <p:nvPr/>
        </p:nvSpPr>
        <p:spPr>
          <a:xfrm xmlns:a="http://schemas.openxmlformats.org/drawingml/2006/main">
            <a:off x="9648825" y="8096250"/>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요청 틀과 항목별 후보</a:t>
            </a:r>
          </a:p>
        </p:txBody>
      </p:sp>
      <p:sp>
        <p:nvSpPr>
          <p:cNvPr id="156" name="dp41-v4-qa-detail / n148">
            <a:extLst xmlns:a="http://schemas.openxmlformats.org/drawingml/2006/main">
              <a:ext uri="{FF2B5EF4-FFF2-40B4-BE49-F238E27FC236}">
                <a16:creationId xmlns:a16="http://schemas.microsoft.com/office/drawing/2014/main" id="{D0E8ED1A-FCC8-4EEA-9FE3-8F40997185C1}"/>
              </a:ext>
            </a:extLst>
          </p:cNvPr>
          <p:cNvSpPr>
            <a:spLocks xmlns:a="http://schemas.openxmlformats.org/drawingml/2006/main" noGrp="1"/>
          </p:cNvSpPr>
          <p:nvPr/>
        </p:nvSpPr>
        <p:spPr>
          <a:xfrm xmlns:a="http://schemas.openxmlformats.org/drawingml/2006/main">
            <a:off x="9648825" y="8334375"/>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해결 상태 유지</a:t>
            </a:r>
          </a:p>
        </p:txBody>
      </p:sp>
      <p:sp>
        <p:nvSpPr>
          <p:cNvPr id="157" name="dp41-v4-qa-detail / n149">
            <a:extLst xmlns:a="http://schemas.openxmlformats.org/drawingml/2006/main">
              <a:ext uri="{FF2B5EF4-FFF2-40B4-BE49-F238E27FC236}">
                <a16:creationId xmlns:a16="http://schemas.microsoft.com/office/drawing/2014/main" id="{04793F50-3AC5-4D40-AFD4-8E8BBEBBAAC4}"/>
              </a:ext>
            </a:extLst>
          </p:cNvPr>
          <p:cNvSpPr>
            <a:spLocks xmlns:a="http://schemas.openxmlformats.org/drawingml/2006/main" noGrp="1"/>
          </p:cNvSpPr>
          <p:nvPr/>
        </p:nvSpPr>
        <p:spPr>
          <a:xfrm xmlns:a="http://schemas.openxmlformats.org/drawingml/2006/main">
            <a:off x="15801975" y="7743825"/>
            <a:ext cx="1952625"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32MiB</a:t>
            </a:r>
          </a:p>
        </p:txBody>
      </p:sp>
      <p:sp>
        <p:nvSpPr>
          <p:cNvPr id="158" name="dp41-v4-qa-detail / n150">
            <a:extLst xmlns:a="http://schemas.openxmlformats.org/drawingml/2006/main">
              <a:ext uri="{FF2B5EF4-FFF2-40B4-BE49-F238E27FC236}">
                <a16:creationId xmlns:a16="http://schemas.microsoft.com/office/drawing/2014/main" id="{A819023A-84B4-43F3-9B10-D3261B20B2FE}"/>
              </a:ext>
            </a:extLst>
          </p:cNvPr>
          <p:cNvSpPr>
            <a:spLocks xmlns:a="http://schemas.openxmlformats.org/drawingml/2006/main" noGrp="1"/>
          </p:cNvSpPr>
          <p:nvPr/>
        </p:nvSpPr>
        <p:spPr>
          <a:xfrm xmlns:a="http://schemas.openxmlformats.org/drawingml/2006/main">
            <a:off x="15801975" y="8124825"/>
            <a:ext cx="1952625"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차이 기준 미만</a:t>
            </a:r>
          </a:p>
        </p:txBody>
      </p:sp>
      <p:sp>
        <p:nvSpPr>
          <p:cNvPr id="159" name="dp41-v4-qa-detail / n151">
            <a:extLst xmlns:a="http://schemas.openxmlformats.org/drawingml/2006/main">
              <a:ext uri="{FF2B5EF4-FFF2-40B4-BE49-F238E27FC236}">
                <a16:creationId xmlns:a16="http://schemas.microsoft.com/office/drawing/2014/main" id="{16F82E7A-99C4-4681-A5FC-BC7BDAC414EB}"/>
              </a:ext>
            </a:extLst>
          </p:cNvPr>
          <p:cNvSpPr>
            <a:spLocks xmlns:a="http://schemas.openxmlformats.org/drawingml/2006/main" noGrp="1"/>
          </p:cNvSpPr>
          <p:nvPr/>
        </p:nvSpPr>
        <p:spPr>
          <a:xfrm xmlns:a="http://schemas.openxmlformats.org/drawingml/2006/main">
            <a:off x="15801975" y="8353425"/>
            <a:ext cx="1952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기준 128MiB</a:t>
            </a:r>
          </a:p>
        </p:txBody>
      </p:sp>
      <p:sp>
        <p:nvSpPr>
          <p:cNvPr id="160" name="dp41-v4-qa-detail / n152">
            <a:extLst xmlns:a="http://schemas.openxmlformats.org/drawingml/2006/main">
              <a:ext uri="{FF2B5EF4-FFF2-40B4-BE49-F238E27FC236}">
                <a16:creationId xmlns:a16="http://schemas.microsoft.com/office/drawing/2014/main" id="{719204EF-7346-4879-A1F3-F1E799B47BF0}"/>
              </a:ext>
            </a:extLst>
          </p:cNvPr>
          <p:cNvSpPr>
            <a:spLocks xmlns:a="http://schemas.openxmlformats.org/drawingml/2006/main" noGrp="1"/>
          </p:cNvSpPr>
          <p:nvPr/>
        </p:nvSpPr>
        <p:spPr>
          <a:xfrm xmlns:a="http://schemas.openxmlformats.org/drawingml/2006/main">
            <a:off x="3238500" y="2143125"/>
            <a:ext cx="953" cy="6457950"/>
          </a:xfrm>
          <a:custGeom xmlns:a="http://schemas.openxmlformats.org/drawingml/2006/main">
            <a:pathLst>
              <a:path w="953" h="6457950">
                <a:moveTo>
                  <a:pt x="0" y="0"/>
                </a:moveTo>
                <a:lnTo>
                  <a:pt x="953" y="6457950"/>
                </a:lnTo>
              </a:path>
            </a:pathLst>
          </a:custGeom>
          <a:noFill xmlns:a="http://schemas.openxmlformats.org/drawingml/2006/main"/>
          <a:ln xmlns:a="http://schemas.openxmlformats.org/drawingml/2006/main" w="11430">
            <a:solidFill>
              <a:srgbClr val="CDD6DE"/>
            </a:solidFill>
          </a:ln>
        </p:spPr>
      </p:sp>
      <p:sp>
        <p:nvSpPr>
          <p:cNvPr id="161" name="dp41-v4-qa-detail / n153">
            <a:extLst xmlns:a="http://schemas.openxmlformats.org/drawingml/2006/main">
              <a:ext uri="{FF2B5EF4-FFF2-40B4-BE49-F238E27FC236}">
                <a16:creationId xmlns:a16="http://schemas.microsoft.com/office/drawing/2014/main" id="{E61698A6-9E73-4A09-8CCC-08A3A3B0C3FD}"/>
              </a:ext>
            </a:extLst>
          </p:cNvPr>
          <p:cNvSpPr>
            <a:spLocks xmlns:a="http://schemas.openxmlformats.org/drawingml/2006/main" noGrp="1"/>
          </p:cNvSpPr>
          <p:nvPr/>
        </p:nvSpPr>
        <p:spPr>
          <a:xfrm xmlns:a="http://schemas.openxmlformats.org/drawingml/2006/main">
            <a:off x="9429750" y="2143125"/>
            <a:ext cx="953" cy="6457950"/>
          </a:xfrm>
          <a:custGeom xmlns:a="http://schemas.openxmlformats.org/drawingml/2006/main">
            <a:pathLst>
              <a:path w="953" h="6457950">
                <a:moveTo>
                  <a:pt x="0" y="0"/>
                </a:moveTo>
                <a:lnTo>
                  <a:pt x="953" y="6457950"/>
                </a:lnTo>
              </a:path>
            </a:pathLst>
          </a:custGeom>
          <a:noFill xmlns:a="http://schemas.openxmlformats.org/drawingml/2006/main"/>
          <a:ln xmlns:a="http://schemas.openxmlformats.org/drawingml/2006/main" w="11430">
            <a:solidFill>
              <a:srgbClr val="CDD6DE"/>
            </a:solidFill>
          </a:ln>
        </p:spPr>
      </p:sp>
      <p:sp>
        <p:nvSpPr>
          <p:cNvPr id="162" name="dp41-v4-qa-detail / n154">
            <a:extLst xmlns:a="http://schemas.openxmlformats.org/drawingml/2006/main">
              <a:ext uri="{FF2B5EF4-FFF2-40B4-BE49-F238E27FC236}">
                <a16:creationId xmlns:a16="http://schemas.microsoft.com/office/drawing/2014/main" id="{F2618894-CF61-4226-A681-8A4CD1D56BFD}"/>
              </a:ext>
            </a:extLst>
          </p:cNvPr>
          <p:cNvSpPr>
            <a:spLocks xmlns:a="http://schemas.openxmlformats.org/drawingml/2006/main" noGrp="1"/>
          </p:cNvSpPr>
          <p:nvPr/>
        </p:nvSpPr>
        <p:spPr>
          <a:xfrm xmlns:a="http://schemas.openxmlformats.org/drawingml/2006/main">
            <a:off x="15621000" y="2143125"/>
            <a:ext cx="953" cy="6457950"/>
          </a:xfrm>
          <a:custGeom xmlns:a="http://schemas.openxmlformats.org/drawingml/2006/main">
            <a:pathLst>
              <a:path w="953" h="6457950">
                <a:moveTo>
                  <a:pt x="0" y="0"/>
                </a:moveTo>
                <a:lnTo>
                  <a:pt x="953" y="6457950"/>
                </a:lnTo>
              </a:path>
            </a:pathLst>
          </a:custGeom>
          <a:noFill xmlns:a="http://schemas.openxmlformats.org/drawingml/2006/main"/>
          <a:ln xmlns:a="http://schemas.openxmlformats.org/drawingml/2006/main" w="11430">
            <a:solidFill>
              <a:srgbClr val="CDD6DE"/>
            </a:solidFill>
          </a:ln>
        </p:spPr>
      </p:sp>
      <p:sp>
        <p:nvSpPr>
          <p:cNvPr id="163" name="dp41-v4-qa-detail / n155">
            <a:extLst xmlns:a="http://schemas.openxmlformats.org/drawingml/2006/main">
              <a:ext uri="{FF2B5EF4-FFF2-40B4-BE49-F238E27FC236}">
                <a16:creationId xmlns:a16="http://schemas.microsoft.com/office/drawing/2014/main" id="{EE53B89E-B923-45E4-83FA-A097CDF772CA}"/>
              </a:ext>
            </a:extLst>
          </p:cNvPr>
          <p:cNvSpPr>
            <a:spLocks xmlns:a="http://schemas.openxmlformats.org/drawingml/2006/main" noGrp="1"/>
          </p:cNvSpPr>
          <p:nvPr/>
        </p:nvSpPr>
        <p:spPr>
          <a:xfrm xmlns:a="http://schemas.openxmlformats.org/drawingml/2006/main">
            <a:off x="381000" y="8867775"/>
            <a:ext cx="1752600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18232E"/>
                </a:solidFill>
                <a:latin typeface="Apple SD Gothic Neo"/>
                <a:ea typeface="Apple SD Gothic Neo"/>
                <a:cs typeface="Apple SD Gothic Neo"/>
              </a:defRPr>
            </a:pPr>
            <a:r>
              <a:rPr sz="1725" b="0">
                <a:solidFill>
                  <a:srgbClr val="18232E"/>
                </a:solidFill>
                <a:latin typeface="Apple SD Gothic Neo"/>
                <a:ea typeface="Apple SD Gothic Neo"/>
                <a:cs typeface="Apple SD Gothic Neo"/>
              </a:rPr>
              <a:t>B 지원 관계의 코드 해결로 모델 재판단을 줄이는 상황</a:t>
            </a:r>
          </a:p>
        </p:txBody>
      </p:sp>
      <p:sp>
        <p:nvSpPr>
          <p:cNvPr id="164" name="dp41-v4-qa-detail / n156">
            <a:extLst xmlns:a="http://schemas.openxmlformats.org/drawingml/2006/main">
              <a:ext uri="{FF2B5EF4-FFF2-40B4-BE49-F238E27FC236}">
                <a16:creationId xmlns:a16="http://schemas.microsoft.com/office/drawing/2014/main" id="{890F2637-E210-4FBA-BD8A-588382B4E80D}"/>
              </a:ext>
            </a:extLst>
          </p:cNvPr>
          <p:cNvSpPr>
            <a:spLocks xmlns:a="http://schemas.openxmlformats.org/drawingml/2006/main" noGrp="1"/>
          </p:cNvSpPr>
          <p:nvPr/>
        </p:nvSpPr>
        <p:spPr>
          <a:xfrm xmlns:a="http://schemas.openxmlformats.org/drawingml/2006/main">
            <a:off x="381000" y="9220200"/>
            <a:ext cx="17526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F6B77"/>
                </a:solidFill>
                <a:latin typeface="Apple SD Gothic Neo"/>
                <a:ea typeface="Apple SD Gothic Neo"/>
                <a:cs typeface="Apple SD Gothic Neo"/>
              </a:defRPr>
            </a:pPr>
            <a:r>
              <a:rPr sz="1650" b="0">
                <a:solidFill>
                  <a:srgbClr val="5F6B77"/>
                </a:solidFill>
                <a:latin typeface="Apple SD Gothic Neo"/>
                <a:ea typeface="Apple SD Gothic Neo"/>
                <a:cs typeface="Apple SD Gothic Neo"/>
              </a:rPr>
              <a:t>B 추가 해석 증가 또는 A 최초 Context 완성 시 시간과 비용 차이 축소</a:t>
            </a:r>
          </a:p>
        </p:txBody>
      </p:sp>
      <p:sp>
        <p:nvSpPr>
          <p:cNvPr id="165" name="dp41-v4-qa-detail / n157">
            <a:extLst xmlns:a="http://schemas.openxmlformats.org/drawingml/2006/main">
              <a:ext uri="{FF2B5EF4-FFF2-40B4-BE49-F238E27FC236}">
                <a16:creationId xmlns:a16="http://schemas.microsoft.com/office/drawing/2014/main" id="{46A2CD25-2C6D-432D-8BDD-DD170C31E092}"/>
              </a:ext>
            </a:extLst>
          </p:cNvPr>
          <p:cNvSpPr>
            <a:spLocks xmlns:a="http://schemas.openxmlformats.org/drawingml/2006/main" noGrp="1"/>
          </p:cNvSpPr>
          <p:nvPr/>
        </p:nvSpPr>
        <p:spPr>
          <a:xfrm xmlns:a="http://schemas.openxmlformats.org/drawingml/2006/main">
            <a:off x="381000" y="9858375"/>
            <a:ext cx="175260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사고 실험 / ASR-QA-v5 스냅샷 / 실측 전 / 보호 조건 별도 / 점수 합산 없음</a:t>
            </a:r>
          </a:p>
        </p:txBody>
      </p:sp>
    </p:spTree>
    <p:extLst>
      <p:ext uri="{BB962C8B-B14F-4D97-AF65-F5344CB8AC3E}">
        <p14:creationId xmlns:p14="http://schemas.microsoft.com/office/powerpoint/2010/main" val="3765557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3" name="dp44-v4-qa-detail / n1">
            <a:extLst xmlns:a="http://schemas.openxmlformats.org/drawingml/2006/main">
              <a:ext uri="{FF2B5EF4-FFF2-40B4-BE49-F238E27FC236}">
                <a16:creationId xmlns:a16="http://schemas.microsoft.com/office/drawing/2014/main" id="{B0179ED5-F6DF-4540-8AFF-EDF2EE7CD605}"/>
              </a:ext>
            </a:extLst>
          </p:cNvPr>
          <p:cNvSpPr>
            <a:spLocks xmlns:a="http://schemas.openxmlformats.org/drawingml/2006/main" noGrp="1"/>
          </p:cNvSpPr>
          <p:nvPr/>
        </p:nvSpPr>
        <p:spPr>
          <a:xfrm xmlns:a="http://schemas.openxmlformats.org/drawingml/2006/main">
            <a:off x="381000" y="209550"/>
            <a:ext cx="133350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087E8B"/>
                </a:solidFill>
                <a:latin typeface="Apple SD Gothic Neo"/>
                <a:ea typeface="Apple SD Gothic Neo"/>
                <a:cs typeface="Apple SD Gothic Neo"/>
              </a:defRPr>
            </a:pPr>
            <a:r>
              <a:rPr sz="1425" b="1">
                <a:solidFill>
                  <a:srgbClr val="087E8B"/>
                </a:solidFill>
                <a:latin typeface="Apple SD Gothic Neo"/>
                <a:ea typeface="Apple SD Gothic Neo"/>
                <a:cs typeface="Apple SD Gothic Neo"/>
              </a:rPr>
              <a:t>VIA SOFTWARE ARCHITECTURE / ASR-QA 사고 실험</a:t>
            </a:r>
          </a:p>
        </p:txBody>
      </p:sp>
      <p:sp>
        <p:nvSpPr>
          <p:cNvPr id="2" name="dp44-v4-qa-detail / n2">
            <a:extLst xmlns:a="http://schemas.openxmlformats.org/drawingml/2006/main">
              <a:ext uri="{FF2B5EF4-FFF2-40B4-BE49-F238E27FC236}">
                <a16:creationId xmlns:a16="http://schemas.microsoft.com/office/drawing/2014/main" id="{DF003C98-1895-48E9-901C-D8B863C3696F}"/>
              </a:ext>
            </a:extLst>
          </p:cNvPr>
          <p:cNvSpPr>
            <a:spLocks xmlns:a="http://schemas.openxmlformats.org/drawingml/2006/main" noGrp="1"/>
          </p:cNvSpPr>
          <p:nvPr/>
        </p:nvSpPr>
        <p:spPr>
          <a:xfrm xmlns:a="http://schemas.openxmlformats.org/drawingml/2006/main">
            <a:off x="381000" y="619125"/>
            <a:ext cx="17526000" cy="5286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1">
                <a:solidFill>
                  <a:srgbClr val="18232E"/>
                </a:solidFill>
                <a:latin typeface="Apple SD Gothic Neo"/>
                <a:ea typeface="Apple SD Gothic Neo"/>
                <a:cs typeface="Apple SD Gothic Neo"/>
              </a:defRPr>
            </a:pPr>
            <a:r>
              <a:rPr sz="2775" b="1">
                <a:solidFill>
                  <a:srgbClr val="18232E"/>
                </a:solidFill>
                <a:latin typeface="Apple SD Gothic Neo"/>
                <a:ea typeface="Apple SD Gothic Neo"/>
                <a:cs typeface="Apple SD Gothic Neo"/>
              </a:rPr>
              <a:t>04-44. 중앙 후속 지시와 단계별 실행 연결 / ASR-QA 비교</a:t>
            </a:r>
          </a:p>
        </p:txBody>
      </p:sp>
      <p:sp>
        <p:nvSpPr>
          <p:cNvPr id="3" name="dp44-v4-qa-detail / n3">
            <a:extLst xmlns:a="http://schemas.openxmlformats.org/drawingml/2006/main">
              <a:ext uri="{FF2B5EF4-FFF2-40B4-BE49-F238E27FC236}">
                <a16:creationId xmlns:a16="http://schemas.microsoft.com/office/drawing/2014/main" id="{2677E5CE-E695-49D0-8F47-EE5EB5CF25D8}"/>
              </a:ext>
            </a:extLst>
          </p:cNvPr>
          <p:cNvSpPr>
            <a:spLocks xmlns:a="http://schemas.openxmlformats.org/drawingml/2006/main" noGrp="1"/>
          </p:cNvSpPr>
          <p:nvPr/>
        </p:nvSpPr>
        <p:spPr>
          <a:xfrm xmlns:a="http://schemas.openxmlformats.org/drawingml/2006/main">
            <a:off x="381000" y="115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4" name="dp44-v4-qa-detail / n4">
            <a:extLst xmlns:a="http://schemas.openxmlformats.org/drawingml/2006/main">
              <a:ext uri="{FF2B5EF4-FFF2-40B4-BE49-F238E27FC236}">
                <a16:creationId xmlns:a16="http://schemas.microsoft.com/office/drawing/2014/main" id="{FC9427AD-109A-4E56-88FF-5FDFE586C22E}"/>
              </a:ext>
            </a:extLst>
          </p:cNvPr>
          <p:cNvSpPr>
            <a:spLocks xmlns:a="http://schemas.openxmlformats.org/drawingml/2006/main" noGrp="1"/>
          </p:cNvSpPr>
          <p:nvPr/>
        </p:nvSpPr>
        <p:spPr>
          <a:xfrm xmlns:a="http://schemas.openxmlformats.org/drawingml/2006/main">
            <a:off x="381000" y="1352550"/>
            <a:ext cx="1752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5F6B77"/>
                </a:solidFill>
                <a:latin typeface="Apple SD Gothic Neo"/>
                <a:ea typeface="Apple SD Gothic Neo"/>
                <a:cs typeface="Apple SD Gothic Neo"/>
              </a:defRPr>
            </a:pPr>
            <a:r>
              <a:rPr sz="1800" b="0">
                <a:solidFill>
                  <a:srgbClr val="5F6B77"/>
                </a:solidFill>
                <a:latin typeface="Apple SD Gothic Neo"/>
                <a:ea typeface="Apple SD Gothic Neo"/>
                <a:cs typeface="Apple SD Gothic Neo"/>
              </a:rPr>
              <a:t>동일 활동 기준의 A/B 가정값과 0–6점 비교 / 보호 조건 별도</a:t>
            </a:r>
          </a:p>
        </p:txBody>
      </p:sp>
      <p:sp>
        <p:nvSpPr>
          <p:cNvPr id="5" name="dp44-v4-qa-detail / n5 / circle">
            <a:extLst xmlns:a="http://schemas.openxmlformats.org/drawingml/2006/main">
              <a:ext uri="{FF2B5EF4-FFF2-40B4-BE49-F238E27FC236}">
                <a16:creationId xmlns:a16="http://schemas.microsoft.com/office/drawing/2014/main" id="{AC5E1CDE-7ED8-41ED-9F95-4592F709ACE2}"/>
              </a:ext>
            </a:extLst>
          </p:cNvPr>
          <p:cNvSpPr>
            <a:spLocks xmlns:a="http://schemas.openxmlformats.org/drawingml/2006/main" noGrp="1"/>
          </p:cNvSpPr>
          <p:nvPr/>
        </p:nvSpPr>
        <p:spPr>
          <a:xfrm xmlns:a="http://schemas.openxmlformats.org/drawingml/2006/main">
            <a:off x="381000" y="1790700"/>
            <a:ext cx="161925" cy="161925"/>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6" name="dp44-v4-qa-detail / n6 / circle">
            <a:extLst xmlns:a="http://schemas.openxmlformats.org/drawingml/2006/main">
              <a:ext uri="{FF2B5EF4-FFF2-40B4-BE49-F238E27FC236}">
                <a16:creationId xmlns:a16="http://schemas.microsoft.com/office/drawing/2014/main" id="{583FA8E3-1436-4D50-BF13-6A85D40D54D5}"/>
              </a:ext>
            </a:extLst>
          </p:cNvPr>
          <p:cNvSpPr>
            <a:spLocks xmlns:a="http://schemas.openxmlformats.org/drawingml/2006/main" noGrp="1"/>
          </p:cNvSpPr>
          <p:nvPr/>
        </p:nvSpPr>
        <p:spPr>
          <a:xfrm xmlns:a="http://schemas.openxmlformats.org/drawingml/2006/main">
            <a:off x="581025" y="1790700"/>
            <a:ext cx="161925" cy="161925"/>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7" name="dp44-v4-qa-detail / n7 / circle">
            <a:extLst xmlns:a="http://schemas.openxmlformats.org/drawingml/2006/main">
              <a:ext uri="{FF2B5EF4-FFF2-40B4-BE49-F238E27FC236}">
                <a16:creationId xmlns:a16="http://schemas.microsoft.com/office/drawing/2014/main" id="{F1154CED-096C-46D7-B0E9-5FAE92D663DB}"/>
              </a:ext>
            </a:extLst>
          </p:cNvPr>
          <p:cNvSpPr>
            <a:spLocks xmlns:a="http://schemas.openxmlformats.org/drawingml/2006/main" noGrp="1"/>
          </p:cNvSpPr>
          <p:nvPr/>
        </p:nvSpPr>
        <p:spPr>
          <a:xfrm xmlns:a="http://schemas.openxmlformats.org/drawingml/2006/main">
            <a:off x="781050" y="1790700"/>
            <a:ext cx="161925" cy="161925"/>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8" name="dp44-v4-qa-detail / n8">
            <a:extLst xmlns:a="http://schemas.openxmlformats.org/drawingml/2006/main">
              <a:ext uri="{FF2B5EF4-FFF2-40B4-BE49-F238E27FC236}">
                <a16:creationId xmlns:a16="http://schemas.microsoft.com/office/drawing/2014/main" id="{3EDACB91-7894-4656-BA05-B1D2C1125869}"/>
              </a:ext>
            </a:extLst>
          </p:cNvPr>
          <p:cNvSpPr>
            <a:spLocks xmlns:a="http://schemas.openxmlformats.org/drawingml/2006/main" noGrp="1"/>
          </p:cNvSpPr>
          <p:nvPr/>
        </p:nvSpPr>
        <p:spPr>
          <a:xfrm xmlns:a="http://schemas.openxmlformats.org/drawingml/2006/main">
            <a:off x="1038225" y="1743075"/>
            <a:ext cx="80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6점</a:t>
            </a:r>
          </a:p>
        </p:txBody>
      </p:sp>
      <p:sp>
        <p:nvSpPr>
          <p:cNvPr id="9" name="dp44-v4-qa-detail / n9 / circle">
            <a:extLst xmlns:a="http://schemas.openxmlformats.org/drawingml/2006/main">
              <a:ext uri="{FF2B5EF4-FFF2-40B4-BE49-F238E27FC236}">
                <a16:creationId xmlns:a16="http://schemas.microsoft.com/office/drawing/2014/main" id="{ED3720E8-CDC7-4120-9B39-137296EF2011}"/>
              </a:ext>
            </a:extLst>
          </p:cNvPr>
          <p:cNvSpPr>
            <a:spLocks xmlns:a="http://schemas.openxmlformats.org/drawingml/2006/main" noGrp="1"/>
          </p:cNvSpPr>
          <p:nvPr/>
        </p:nvSpPr>
        <p:spPr>
          <a:xfrm xmlns:a="http://schemas.openxmlformats.org/drawingml/2006/main">
            <a:off x="1943100" y="1790700"/>
            <a:ext cx="161925" cy="161925"/>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0" name="dp44-v4-qa-detail / n10 / circle">
            <a:extLst xmlns:a="http://schemas.openxmlformats.org/drawingml/2006/main">
              <a:ext uri="{FF2B5EF4-FFF2-40B4-BE49-F238E27FC236}">
                <a16:creationId xmlns:a16="http://schemas.microsoft.com/office/drawing/2014/main" id="{DDA43E74-D823-4CBC-B719-AE80E40648D6}"/>
              </a:ext>
            </a:extLst>
          </p:cNvPr>
          <p:cNvSpPr>
            <a:spLocks xmlns:a="http://schemas.openxmlformats.org/drawingml/2006/main" noGrp="1"/>
          </p:cNvSpPr>
          <p:nvPr/>
        </p:nvSpPr>
        <p:spPr>
          <a:xfrm xmlns:a="http://schemas.openxmlformats.org/drawingml/2006/main">
            <a:off x="2143125" y="1790700"/>
            <a:ext cx="161925" cy="161925"/>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1" name="dp44-v4-qa-detail / n11 / circle">
            <a:extLst xmlns:a="http://schemas.openxmlformats.org/drawingml/2006/main">
              <a:ext uri="{FF2B5EF4-FFF2-40B4-BE49-F238E27FC236}">
                <a16:creationId xmlns:a16="http://schemas.microsoft.com/office/drawing/2014/main" id="{DB19A21F-19A4-47B8-8F40-A03FFC3E3A0D}"/>
              </a:ext>
            </a:extLst>
          </p:cNvPr>
          <p:cNvSpPr>
            <a:spLocks xmlns:a="http://schemas.openxmlformats.org/drawingml/2006/main" noGrp="1"/>
          </p:cNvSpPr>
          <p:nvPr/>
        </p:nvSpPr>
        <p:spPr>
          <a:xfrm xmlns:a="http://schemas.openxmlformats.org/drawingml/2006/main">
            <a:off x="2343150"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2" name="dp44-v4-qa-detail / n11 / half">
            <a:extLst xmlns:a="http://schemas.openxmlformats.org/drawingml/2006/main">
              <a:ext uri="{FF2B5EF4-FFF2-40B4-BE49-F238E27FC236}">
                <a16:creationId xmlns:a16="http://schemas.microsoft.com/office/drawing/2014/main" id="{938DCE04-FF45-4DE9-BBBD-FD590436A85D}"/>
              </a:ext>
            </a:extLst>
          </p:cNvPr>
          <p:cNvSpPr>
            <a:spLocks xmlns:a="http://schemas.openxmlformats.org/drawingml/2006/main" noGrp="1"/>
          </p:cNvSpPr>
          <p:nvPr/>
        </p:nvSpPr>
        <p:spPr>
          <a:xfrm xmlns:a="http://schemas.openxmlformats.org/drawingml/2006/main">
            <a:off x="2343150" y="1790700"/>
            <a:ext cx="161925" cy="161925"/>
          </a:xfrm>
          <a:custGeom xmlns:a="http://schemas.openxmlformats.org/drawingml/2006/main">
            <a:pathLst>
              <a:path w="161925" h="161925">
                <a:moveTo>
                  <a:pt x="80963" y="0"/>
                </a:moveTo>
                <a:lnTo>
                  <a:pt x="73027" y="390"/>
                </a:lnTo>
                <a:lnTo>
                  <a:pt x="65167" y="1556"/>
                </a:lnTo>
                <a:lnTo>
                  <a:pt x="57460" y="3486"/>
                </a:lnTo>
                <a:lnTo>
                  <a:pt x="49979" y="6163"/>
                </a:lnTo>
                <a:lnTo>
                  <a:pt x="42797" y="9560"/>
                </a:lnTo>
                <a:lnTo>
                  <a:pt x="35982" y="13645"/>
                </a:lnTo>
                <a:lnTo>
                  <a:pt x="29600" y="18378"/>
                </a:lnTo>
                <a:lnTo>
                  <a:pt x="23713" y="23713"/>
                </a:lnTo>
                <a:lnTo>
                  <a:pt x="18378" y="29600"/>
                </a:lnTo>
                <a:lnTo>
                  <a:pt x="13645" y="35982"/>
                </a:lnTo>
                <a:lnTo>
                  <a:pt x="9560" y="42797"/>
                </a:lnTo>
                <a:lnTo>
                  <a:pt x="6163" y="49979"/>
                </a:lnTo>
                <a:lnTo>
                  <a:pt x="3486" y="57460"/>
                </a:lnTo>
                <a:lnTo>
                  <a:pt x="1556" y="65167"/>
                </a:lnTo>
                <a:lnTo>
                  <a:pt x="390" y="73027"/>
                </a:lnTo>
                <a:lnTo>
                  <a:pt x="0" y="80962"/>
                </a:lnTo>
                <a:lnTo>
                  <a:pt x="390" y="88898"/>
                </a:lnTo>
                <a:lnTo>
                  <a:pt x="1556" y="96758"/>
                </a:lnTo>
                <a:lnTo>
                  <a:pt x="3486" y="104465"/>
                </a:lnTo>
                <a:lnTo>
                  <a:pt x="6163" y="111946"/>
                </a:lnTo>
                <a:lnTo>
                  <a:pt x="9560" y="119128"/>
                </a:lnTo>
                <a:lnTo>
                  <a:pt x="13645" y="125943"/>
                </a:lnTo>
                <a:lnTo>
                  <a:pt x="18378" y="132325"/>
                </a:lnTo>
                <a:lnTo>
                  <a:pt x="23713" y="138212"/>
                </a:lnTo>
                <a:lnTo>
                  <a:pt x="29600" y="143547"/>
                </a:lnTo>
                <a:lnTo>
                  <a:pt x="35982" y="148280"/>
                </a:lnTo>
                <a:lnTo>
                  <a:pt x="42797" y="152365"/>
                </a:lnTo>
                <a:lnTo>
                  <a:pt x="49979" y="155762"/>
                </a:lnTo>
                <a:lnTo>
                  <a:pt x="57460" y="158439"/>
                </a:lnTo>
                <a:lnTo>
                  <a:pt x="65167" y="160369"/>
                </a:lnTo>
                <a:lnTo>
                  <a:pt x="73027" y="161535"/>
                </a:lnTo>
                <a:lnTo>
                  <a:pt x="80962" y="161925"/>
                </a:lnTo>
                <a:close/>
              </a:path>
            </a:pathLst>
          </a:custGeom>
          <a:solidFill xmlns:a="http://schemas.openxmlformats.org/drawingml/2006/main">
            <a:srgbClr val="18232E"/>
          </a:solidFill>
          <a:ln xmlns:a="http://schemas.openxmlformats.org/drawingml/2006/main" w="0">
            <a:noFill/>
          </a:ln>
        </p:spPr>
      </p:sp>
      <p:sp>
        <p:nvSpPr>
          <p:cNvPr id="13" name="dp44-v4-qa-detail / n12">
            <a:extLst xmlns:a="http://schemas.openxmlformats.org/drawingml/2006/main">
              <a:ext uri="{FF2B5EF4-FFF2-40B4-BE49-F238E27FC236}">
                <a16:creationId xmlns:a16="http://schemas.microsoft.com/office/drawing/2014/main" id="{54E96979-19AA-4F2C-8C5E-DC9692E5D5BA}"/>
              </a:ext>
            </a:extLst>
          </p:cNvPr>
          <p:cNvSpPr>
            <a:spLocks xmlns:a="http://schemas.openxmlformats.org/drawingml/2006/main" noGrp="1"/>
          </p:cNvSpPr>
          <p:nvPr/>
        </p:nvSpPr>
        <p:spPr>
          <a:xfrm xmlns:a="http://schemas.openxmlformats.org/drawingml/2006/main">
            <a:off x="2600325" y="1743075"/>
            <a:ext cx="80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5점</a:t>
            </a:r>
          </a:p>
        </p:txBody>
      </p:sp>
      <p:sp>
        <p:nvSpPr>
          <p:cNvPr id="14" name="dp44-v4-qa-detail / n13 / circle">
            <a:extLst xmlns:a="http://schemas.openxmlformats.org/drawingml/2006/main">
              <a:ext uri="{FF2B5EF4-FFF2-40B4-BE49-F238E27FC236}">
                <a16:creationId xmlns:a16="http://schemas.microsoft.com/office/drawing/2014/main" id="{E5FD976B-088D-46BE-8889-C9EF70B8E28D}"/>
              </a:ext>
            </a:extLst>
          </p:cNvPr>
          <p:cNvSpPr>
            <a:spLocks xmlns:a="http://schemas.openxmlformats.org/drawingml/2006/main" noGrp="1"/>
          </p:cNvSpPr>
          <p:nvPr/>
        </p:nvSpPr>
        <p:spPr>
          <a:xfrm xmlns:a="http://schemas.openxmlformats.org/drawingml/2006/main">
            <a:off x="3505200" y="1790700"/>
            <a:ext cx="161925" cy="161925"/>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5" name="dp44-v4-qa-detail / n14 / circle">
            <a:extLst xmlns:a="http://schemas.openxmlformats.org/drawingml/2006/main">
              <a:ext uri="{FF2B5EF4-FFF2-40B4-BE49-F238E27FC236}">
                <a16:creationId xmlns:a16="http://schemas.microsoft.com/office/drawing/2014/main" id="{478229E3-B2FA-45CB-B372-AE8B9B39E230}"/>
              </a:ext>
            </a:extLst>
          </p:cNvPr>
          <p:cNvSpPr>
            <a:spLocks xmlns:a="http://schemas.openxmlformats.org/drawingml/2006/main" noGrp="1"/>
          </p:cNvSpPr>
          <p:nvPr/>
        </p:nvSpPr>
        <p:spPr>
          <a:xfrm xmlns:a="http://schemas.openxmlformats.org/drawingml/2006/main">
            <a:off x="3705225" y="1790700"/>
            <a:ext cx="161925" cy="161925"/>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6" name="dp44-v4-qa-detail / n15 / circle">
            <a:extLst xmlns:a="http://schemas.openxmlformats.org/drawingml/2006/main">
              <a:ext uri="{FF2B5EF4-FFF2-40B4-BE49-F238E27FC236}">
                <a16:creationId xmlns:a16="http://schemas.microsoft.com/office/drawing/2014/main" id="{5ED1FE78-1CB0-4DFB-919B-400AE2986434}"/>
              </a:ext>
            </a:extLst>
          </p:cNvPr>
          <p:cNvSpPr>
            <a:spLocks xmlns:a="http://schemas.openxmlformats.org/drawingml/2006/main" noGrp="1"/>
          </p:cNvSpPr>
          <p:nvPr/>
        </p:nvSpPr>
        <p:spPr>
          <a:xfrm xmlns:a="http://schemas.openxmlformats.org/drawingml/2006/main">
            <a:off x="3905250"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7" name="dp44-v4-qa-detail / n16">
            <a:extLst xmlns:a="http://schemas.openxmlformats.org/drawingml/2006/main">
              <a:ext uri="{FF2B5EF4-FFF2-40B4-BE49-F238E27FC236}">
                <a16:creationId xmlns:a16="http://schemas.microsoft.com/office/drawing/2014/main" id="{8B12DCBF-7B9E-4DA7-A1C7-639AF2924B56}"/>
              </a:ext>
            </a:extLst>
          </p:cNvPr>
          <p:cNvSpPr>
            <a:spLocks xmlns:a="http://schemas.openxmlformats.org/drawingml/2006/main" noGrp="1"/>
          </p:cNvSpPr>
          <p:nvPr/>
        </p:nvSpPr>
        <p:spPr>
          <a:xfrm xmlns:a="http://schemas.openxmlformats.org/drawingml/2006/main">
            <a:off x="4162425" y="1743075"/>
            <a:ext cx="80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4점</a:t>
            </a:r>
          </a:p>
        </p:txBody>
      </p:sp>
      <p:sp>
        <p:nvSpPr>
          <p:cNvPr id="18" name="dp44-v4-qa-detail / n17 / circle">
            <a:extLst xmlns:a="http://schemas.openxmlformats.org/drawingml/2006/main">
              <a:ext uri="{FF2B5EF4-FFF2-40B4-BE49-F238E27FC236}">
                <a16:creationId xmlns:a16="http://schemas.microsoft.com/office/drawing/2014/main" id="{159CABC4-93F1-4785-ABC9-80F71AB5C12A}"/>
              </a:ext>
            </a:extLst>
          </p:cNvPr>
          <p:cNvSpPr>
            <a:spLocks xmlns:a="http://schemas.openxmlformats.org/drawingml/2006/main" noGrp="1"/>
          </p:cNvSpPr>
          <p:nvPr/>
        </p:nvSpPr>
        <p:spPr>
          <a:xfrm xmlns:a="http://schemas.openxmlformats.org/drawingml/2006/main">
            <a:off x="5067300" y="1790700"/>
            <a:ext cx="161925" cy="161925"/>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9" name="dp44-v4-qa-detail / n18 / circle">
            <a:extLst xmlns:a="http://schemas.openxmlformats.org/drawingml/2006/main">
              <a:ext uri="{FF2B5EF4-FFF2-40B4-BE49-F238E27FC236}">
                <a16:creationId xmlns:a16="http://schemas.microsoft.com/office/drawing/2014/main" id="{3F828D60-2F79-4BC1-8A99-DC3DEFA896E5}"/>
              </a:ext>
            </a:extLst>
          </p:cNvPr>
          <p:cNvSpPr>
            <a:spLocks xmlns:a="http://schemas.openxmlformats.org/drawingml/2006/main" noGrp="1"/>
          </p:cNvSpPr>
          <p:nvPr/>
        </p:nvSpPr>
        <p:spPr>
          <a:xfrm xmlns:a="http://schemas.openxmlformats.org/drawingml/2006/main">
            <a:off x="5267325"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20" name="dp44-v4-qa-detail / n18 / half">
            <a:extLst xmlns:a="http://schemas.openxmlformats.org/drawingml/2006/main">
              <a:ext uri="{FF2B5EF4-FFF2-40B4-BE49-F238E27FC236}">
                <a16:creationId xmlns:a16="http://schemas.microsoft.com/office/drawing/2014/main" id="{376626FB-8AA5-4631-9315-173D3DA713CE}"/>
              </a:ext>
            </a:extLst>
          </p:cNvPr>
          <p:cNvSpPr>
            <a:spLocks xmlns:a="http://schemas.openxmlformats.org/drawingml/2006/main" noGrp="1"/>
          </p:cNvSpPr>
          <p:nvPr/>
        </p:nvSpPr>
        <p:spPr>
          <a:xfrm xmlns:a="http://schemas.openxmlformats.org/drawingml/2006/main">
            <a:off x="5267325" y="1790700"/>
            <a:ext cx="161925" cy="161925"/>
          </a:xfrm>
          <a:custGeom xmlns:a="http://schemas.openxmlformats.org/drawingml/2006/main">
            <a:pathLst>
              <a:path w="161925" h="161925">
                <a:moveTo>
                  <a:pt x="80963" y="0"/>
                </a:moveTo>
                <a:lnTo>
                  <a:pt x="73027" y="390"/>
                </a:lnTo>
                <a:lnTo>
                  <a:pt x="65167" y="1556"/>
                </a:lnTo>
                <a:lnTo>
                  <a:pt x="57460" y="3486"/>
                </a:lnTo>
                <a:lnTo>
                  <a:pt x="49979" y="6163"/>
                </a:lnTo>
                <a:lnTo>
                  <a:pt x="42797" y="9560"/>
                </a:lnTo>
                <a:lnTo>
                  <a:pt x="35982" y="13645"/>
                </a:lnTo>
                <a:lnTo>
                  <a:pt x="29600" y="18378"/>
                </a:lnTo>
                <a:lnTo>
                  <a:pt x="23713" y="23713"/>
                </a:lnTo>
                <a:lnTo>
                  <a:pt x="18378" y="29600"/>
                </a:lnTo>
                <a:lnTo>
                  <a:pt x="13645" y="35982"/>
                </a:lnTo>
                <a:lnTo>
                  <a:pt x="9560" y="42797"/>
                </a:lnTo>
                <a:lnTo>
                  <a:pt x="6163" y="49979"/>
                </a:lnTo>
                <a:lnTo>
                  <a:pt x="3486" y="57460"/>
                </a:lnTo>
                <a:lnTo>
                  <a:pt x="1556" y="65167"/>
                </a:lnTo>
                <a:lnTo>
                  <a:pt x="390" y="73027"/>
                </a:lnTo>
                <a:lnTo>
                  <a:pt x="0" y="80962"/>
                </a:lnTo>
                <a:lnTo>
                  <a:pt x="390" y="88898"/>
                </a:lnTo>
                <a:lnTo>
                  <a:pt x="1556" y="96758"/>
                </a:lnTo>
                <a:lnTo>
                  <a:pt x="3486" y="104465"/>
                </a:lnTo>
                <a:lnTo>
                  <a:pt x="6163" y="111946"/>
                </a:lnTo>
                <a:lnTo>
                  <a:pt x="9560" y="119128"/>
                </a:lnTo>
                <a:lnTo>
                  <a:pt x="13645" y="125943"/>
                </a:lnTo>
                <a:lnTo>
                  <a:pt x="18378" y="132325"/>
                </a:lnTo>
                <a:lnTo>
                  <a:pt x="23713" y="138212"/>
                </a:lnTo>
                <a:lnTo>
                  <a:pt x="29600" y="143547"/>
                </a:lnTo>
                <a:lnTo>
                  <a:pt x="35982" y="148280"/>
                </a:lnTo>
                <a:lnTo>
                  <a:pt x="42797" y="152365"/>
                </a:lnTo>
                <a:lnTo>
                  <a:pt x="49979" y="155762"/>
                </a:lnTo>
                <a:lnTo>
                  <a:pt x="57460" y="158439"/>
                </a:lnTo>
                <a:lnTo>
                  <a:pt x="65167" y="160369"/>
                </a:lnTo>
                <a:lnTo>
                  <a:pt x="73027" y="161535"/>
                </a:lnTo>
                <a:lnTo>
                  <a:pt x="80962" y="161925"/>
                </a:lnTo>
                <a:close/>
              </a:path>
            </a:pathLst>
          </a:custGeom>
          <a:solidFill xmlns:a="http://schemas.openxmlformats.org/drawingml/2006/main">
            <a:srgbClr val="18232E"/>
          </a:solidFill>
          <a:ln xmlns:a="http://schemas.openxmlformats.org/drawingml/2006/main" w="0">
            <a:noFill/>
          </a:ln>
        </p:spPr>
      </p:sp>
      <p:sp>
        <p:nvSpPr>
          <p:cNvPr id="21" name="dp44-v4-qa-detail / n19 / circle">
            <a:extLst xmlns:a="http://schemas.openxmlformats.org/drawingml/2006/main">
              <a:ext uri="{FF2B5EF4-FFF2-40B4-BE49-F238E27FC236}">
                <a16:creationId xmlns:a16="http://schemas.microsoft.com/office/drawing/2014/main" id="{9482DB7A-7DE9-4C07-A26E-4A807BEC1302}"/>
              </a:ext>
            </a:extLst>
          </p:cNvPr>
          <p:cNvSpPr>
            <a:spLocks xmlns:a="http://schemas.openxmlformats.org/drawingml/2006/main" noGrp="1"/>
          </p:cNvSpPr>
          <p:nvPr/>
        </p:nvSpPr>
        <p:spPr>
          <a:xfrm xmlns:a="http://schemas.openxmlformats.org/drawingml/2006/main">
            <a:off x="5467350"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22" name="dp44-v4-qa-detail / n20">
            <a:extLst xmlns:a="http://schemas.openxmlformats.org/drawingml/2006/main">
              <a:ext uri="{FF2B5EF4-FFF2-40B4-BE49-F238E27FC236}">
                <a16:creationId xmlns:a16="http://schemas.microsoft.com/office/drawing/2014/main" id="{06A3E2C0-641D-4598-BF33-708EFC5C7211}"/>
              </a:ext>
            </a:extLst>
          </p:cNvPr>
          <p:cNvSpPr>
            <a:spLocks xmlns:a="http://schemas.openxmlformats.org/drawingml/2006/main" noGrp="1"/>
          </p:cNvSpPr>
          <p:nvPr/>
        </p:nvSpPr>
        <p:spPr>
          <a:xfrm xmlns:a="http://schemas.openxmlformats.org/drawingml/2006/main">
            <a:off x="5724525" y="1743075"/>
            <a:ext cx="80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3점</a:t>
            </a:r>
          </a:p>
        </p:txBody>
      </p:sp>
      <p:sp>
        <p:nvSpPr>
          <p:cNvPr id="23" name="dp44-v4-qa-detail / n21 / circle">
            <a:extLst xmlns:a="http://schemas.openxmlformats.org/drawingml/2006/main">
              <a:ext uri="{FF2B5EF4-FFF2-40B4-BE49-F238E27FC236}">
                <a16:creationId xmlns:a16="http://schemas.microsoft.com/office/drawing/2014/main" id="{050BE517-2BF5-47B1-89DC-1685961F00A8}"/>
              </a:ext>
            </a:extLst>
          </p:cNvPr>
          <p:cNvSpPr>
            <a:spLocks xmlns:a="http://schemas.openxmlformats.org/drawingml/2006/main" noGrp="1"/>
          </p:cNvSpPr>
          <p:nvPr/>
        </p:nvSpPr>
        <p:spPr>
          <a:xfrm xmlns:a="http://schemas.openxmlformats.org/drawingml/2006/main">
            <a:off x="6629400" y="1790700"/>
            <a:ext cx="161925" cy="161925"/>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24" name="dp44-v4-qa-detail / n22 / circle">
            <a:extLst xmlns:a="http://schemas.openxmlformats.org/drawingml/2006/main">
              <a:ext uri="{FF2B5EF4-FFF2-40B4-BE49-F238E27FC236}">
                <a16:creationId xmlns:a16="http://schemas.microsoft.com/office/drawing/2014/main" id="{2CB27CAC-9646-48EF-AF9F-8814B169B9F2}"/>
              </a:ext>
            </a:extLst>
          </p:cNvPr>
          <p:cNvSpPr>
            <a:spLocks xmlns:a="http://schemas.openxmlformats.org/drawingml/2006/main" noGrp="1"/>
          </p:cNvSpPr>
          <p:nvPr/>
        </p:nvSpPr>
        <p:spPr>
          <a:xfrm xmlns:a="http://schemas.openxmlformats.org/drawingml/2006/main">
            <a:off x="6829425"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25" name="dp44-v4-qa-detail / n23 / circle">
            <a:extLst xmlns:a="http://schemas.openxmlformats.org/drawingml/2006/main">
              <a:ext uri="{FF2B5EF4-FFF2-40B4-BE49-F238E27FC236}">
                <a16:creationId xmlns:a16="http://schemas.microsoft.com/office/drawing/2014/main" id="{A1519D20-E53D-4841-BACE-56A8A8AC20FE}"/>
              </a:ext>
            </a:extLst>
          </p:cNvPr>
          <p:cNvSpPr>
            <a:spLocks xmlns:a="http://schemas.openxmlformats.org/drawingml/2006/main" noGrp="1"/>
          </p:cNvSpPr>
          <p:nvPr/>
        </p:nvSpPr>
        <p:spPr>
          <a:xfrm xmlns:a="http://schemas.openxmlformats.org/drawingml/2006/main">
            <a:off x="7029450"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26" name="dp44-v4-qa-detail / n24">
            <a:extLst xmlns:a="http://schemas.openxmlformats.org/drawingml/2006/main">
              <a:ext uri="{FF2B5EF4-FFF2-40B4-BE49-F238E27FC236}">
                <a16:creationId xmlns:a16="http://schemas.microsoft.com/office/drawing/2014/main" id="{6F5D89CF-5FFD-4712-B975-3C6B4DB8E0C9}"/>
              </a:ext>
            </a:extLst>
          </p:cNvPr>
          <p:cNvSpPr>
            <a:spLocks xmlns:a="http://schemas.openxmlformats.org/drawingml/2006/main" noGrp="1"/>
          </p:cNvSpPr>
          <p:nvPr/>
        </p:nvSpPr>
        <p:spPr>
          <a:xfrm xmlns:a="http://schemas.openxmlformats.org/drawingml/2006/main">
            <a:off x="7286625" y="1743075"/>
            <a:ext cx="80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2점</a:t>
            </a:r>
          </a:p>
        </p:txBody>
      </p:sp>
      <p:sp>
        <p:nvSpPr>
          <p:cNvPr id="27" name="dp44-v4-qa-detail / n25 / circle">
            <a:extLst xmlns:a="http://schemas.openxmlformats.org/drawingml/2006/main">
              <a:ext uri="{FF2B5EF4-FFF2-40B4-BE49-F238E27FC236}">
                <a16:creationId xmlns:a16="http://schemas.microsoft.com/office/drawing/2014/main" id="{E1AD8D53-317C-45CB-8EC1-E7126EA38874}"/>
              </a:ext>
            </a:extLst>
          </p:cNvPr>
          <p:cNvSpPr>
            <a:spLocks xmlns:a="http://schemas.openxmlformats.org/drawingml/2006/main" noGrp="1"/>
          </p:cNvSpPr>
          <p:nvPr/>
        </p:nvSpPr>
        <p:spPr>
          <a:xfrm xmlns:a="http://schemas.openxmlformats.org/drawingml/2006/main">
            <a:off x="8191500"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28" name="dp44-v4-qa-detail / n25 / half">
            <a:extLst xmlns:a="http://schemas.openxmlformats.org/drawingml/2006/main">
              <a:ext uri="{FF2B5EF4-FFF2-40B4-BE49-F238E27FC236}">
                <a16:creationId xmlns:a16="http://schemas.microsoft.com/office/drawing/2014/main" id="{7E53E232-AB06-4544-9F65-965D69032886}"/>
              </a:ext>
            </a:extLst>
          </p:cNvPr>
          <p:cNvSpPr>
            <a:spLocks xmlns:a="http://schemas.openxmlformats.org/drawingml/2006/main" noGrp="1"/>
          </p:cNvSpPr>
          <p:nvPr/>
        </p:nvSpPr>
        <p:spPr>
          <a:xfrm xmlns:a="http://schemas.openxmlformats.org/drawingml/2006/main">
            <a:off x="8191500" y="1790700"/>
            <a:ext cx="161925" cy="161925"/>
          </a:xfrm>
          <a:custGeom xmlns:a="http://schemas.openxmlformats.org/drawingml/2006/main">
            <a:pathLst>
              <a:path w="161925" h="161925">
                <a:moveTo>
                  <a:pt x="80963" y="0"/>
                </a:moveTo>
                <a:lnTo>
                  <a:pt x="73027" y="390"/>
                </a:lnTo>
                <a:lnTo>
                  <a:pt x="65167" y="1556"/>
                </a:lnTo>
                <a:lnTo>
                  <a:pt x="57460" y="3486"/>
                </a:lnTo>
                <a:lnTo>
                  <a:pt x="49979" y="6163"/>
                </a:lnTo>
                <a:lnTo>
                  <a:pt x="42797" y="9560"/>
                </a:lnTo>
                <a:lnTo>
                  <a:pt x="35982" y="13645"/>
                </a:lnTo>
                <a:lnTo>
                  <a:pt x="29600" y="18378"/>
                </a:lnTo>
                <a:lnTo>
                  <a:pt x="23713" y="23713"/>
                </a:lnTo>
                <a:lnTo>
                  <a:pt x="18378" y="29600"/>
                </a:lnTo>
                <a:lnTo>
                  <a:pt x="13645" y="35982"/>
                </a:lnTo>
                <a:lnTo>
                  <a:pt x="9560" y="42797"/>
                </a:lnTo>
                <a:lnTo>
                  <a:pt x="6163" y="49979"/>
                </a:lnTo>
                <a:lnTo>
                  <a:pt x="3486" y="57460"/>
                </a:lnTo>
                <a:lnTo>
                  <a:pt x="1556" y="65167"/>
                </a:lnTo>
                <a:lnTo>
                  <a:pt x="390" y="73027"/>
                </a:lnTo>
                <a:lnTo>
                  <a:pt x="0" y="80962"/>
                </a:lnTo>
                <a:lnTo>
                  <a:pt x="390" y="88898"/>
                </a:lnTo>
                <a:lnTo>
                  <a:pt x="1556" y="96758"/>
                </a:lnTo>
                <a:lnTo>
                  <a:pt x="3486" y="104465"/>
                </a:lnTo>
                <a:lnTo>
                  <a:pt x="6163" y="111946"/>
                </a:lnTo>
                <a:lnTo>
                  <a:pt x="9560" y="119128"/>
                </a:lnTo>
                <a:lnTo>
                  <a:pt x="13645" y="125943"/>
                </a:lnTo>
                <a:lnTo>
                  <a:pt x="18378" y="132325"/>
                </a:lnTo>
                <a:lnTo>
                  <a:pt x="23713" y="138212"/>
                </a:lnTo>
                <a:lnTo>
                  <a:pt x="29600" y="143547"/>
                </a:lnTo>
                <a:lnTo>
                  <a:pt x="35982" y="148280"/>
                </a:lnTo>
                <a:lnTo>
                  <a:pt x="42797" y="152365"/>
                </a:lnTo>
                <a:lnTo>
                  <a:pt x="49979" y="155762"/>
                </a:lnTo>
                <a:lnTo>
                  <a:pt x="57460" y="158439"/>
                </a:lnTo>
                <a:lnTo>
                  <a:pt x="65167" y="160369"/>
                </a:lnTo>
                <a:lnTo>
                  <a:pt x="73027" y="161535"/>
                </a:lnTo>
                <a:lnTo>
                  <a:pt x="80962" y="161925"/>
                </a:lnTo>
                <a:close/>
              </a:path>
            </a:pathLst>
          </a:custGeom>
          <a:solidFill xmlns:a="http://schemas.openxmlformats.org/drawingml/2006/main">
            <a:srgbClr val="18232E"/>
          </a:solidFill>
          <a:ln xmlns:a="http://schemas.openxmlformats.org/drawingml/2006/main" w="0">
            <a:noFill/>
          </a:ln>
        </p:spPr>
      </p:sp>
      <p:sp>
        <p:nvSpPr>
          <p:cNvPr id="29" name="dp44-v4-qa-detail / n26 / circle">
            <a:extLst xmlns:a="http://schemas.openxmlformats.org/drawingml/2006/main">
              <a:ext uri="{FF2B5EF4-FFF2-40B4-BE49-F238E27FC236}">
                <a16:creationId xmlns:a16="http://schemas.microsoft.com/office/drawing/2014/main" id="{61EF7028-3829-403C-ACC2-DA2688CCD6CD}"/>
              </a:ext>
            </a:extLst>
          </p:cNvPr>
          <p:cNvSpPr>
            <a:spLocks xmlns:a="http://schemas.openxmlformats.org/drawingml/2006/main" noGrp="1"/>
          </p:cNvSpPr>
          <p:nvPr/>
        </p:nvSpPr>
        <p:spPr>
          <a:xfrm xmlns:a="http://schemas.openxmlformats.org/drawingml/2006/main">
            <a:off x="8391525"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0" name="dp44-v4-qa-detail / n27 / circle">
            <a:extLst xmlns:a="http://schemas.openxmlformats.org/drawingml/2006/main">
              <a:ext uri="{FF2B5EF4-FFF2-40B4-BE49-F238E27FC236}">
                <a16:creationId xmlns:a16="http://schemas.microsoft.com/office/drawing/2014/main" id="{09E0883F-51CC-4614-9D2D-D4084EECD328}"/>
              </a:ext>
            </a:extLst>
          </p:cNvPr>
          <p:cNvSpPr>
            <a:spLocks xmlns:a="http://schemas.openxmlformats.org/drawingml/2006/main" noGrp="1"/>
          </p:cNvSpPr>
          <p:nvPr/>
        </p:nvSpPr>
        <p:spPr>
          <a:xfrm xmlns:a="http://schemas.openxmlformats.org/drawingml/2006/main">
            <a:off x="8591550"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1" name="dp44-v4-qa-detail / n28">
            <a:extLst xmlns:a="http://schemas.openxmlformats.org/drawingml/2006/main">
              <a:ext uri="{FF2B5EF4-FFF2-40B4-BE49-F238E27FC236}">
                <a16:creationId xmlns:a16="http://schemas.microsoft.com/office/drawing/2014/main" id="{BBE0F2D4-CF70-4E59-A4DC-86BCD31A9051}"/>
              </a:ext>
            </a:extLst>
          </p:cNvPr>
          <p:cNvSpPr>
            <a:spLocks xmlns:a="http://schemas.openxmlformats.org/drawingml/2006/main" noGrp="1"/>
          </p:cNvSpPr>
          <p:nvPr/>
        </p:nvSpPr>
        <p:spPr>
          <a:xfrm xmlns:a="http://schemas.openxmlformats.org/drawingml/2006/main">
            <a:off x="8848725" y="1743075"/>
            <a:ext cx="80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1점</a:t>
            </a:r>
          </a:p>
        </p:txBody>
      </p:sp>
      <p:sp>
        <p:nvSpPr>
          <p:cNvPr id="32" name="dp44-v4-qa-detail / n29 / circle">
            <a:extLst xmlns:a="http://schemas.openxmlformats.org/drawingml/2006/main">
              <a:ext uri="{FF2B5EF4-FFF2-40B4-BE49-F238E27FC236}">
                <a16:creationId xmlns:a16="http://schemas.microsoft.com/office/drawing/2014/main" id="{E8C0B347-3102-4D17-8FC3-AEFFC6BFA226}"/>
              </a:ext>
            </a:extLst>
          </p:cNvPr>
          <p:cNvSpPr>
            <a:spLocks xmlns:a="http://schemas.openxmlformats.org/drawingml/2006/main" noGrp="1"/>
          </p:cNvSpPr>
          <p:nvPr/>
        </p:nvSpPr>
        <p:spPr>
          <a:xfrm xmlns:a="http://schemas.openxmlformats.org/drawingml/2006/main">
            <a:off x="9753600"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3" name="dp44-v4-qa-detail / n30 / circle">
            <a:extLst xmlns:a="http://schemas.openxmlformats.org/drawingml/2006/main">
              <a:ext uri="{FF2B5EF4-FFF2-40B4-BE49-F238E27FC236}">
                <a16:creationId xmlns:a16="http://schemas.microsoft.com/office/drawing/2014/main" id="{D8F28E0F-AD41-431B-9C91-9C3D16A1880D}"/>
              </a:ext>
            </a:extLst>
          </p:cNvPr>
          <p:cNvSpPr>
            <a:spLocks xmlns:a="http://schemas.openxmlformats.org/drawingml/2006/main" noGrp="1"/>
          </p:cNvSpPr>
          <p:nvPr/>
        </p:nvSpPr>
        <p:spPr>
          <a:xfrm xmlns:a="http://schemas.openxmlformats.org/drawingml/2006/main">
            <a:off x="9953625"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4" name="dp44-v4-qa-detail / n31 / circle">
            <a:extLst xmlns:a="http://schemas.openxmlformats.org/drawingml/2006/main">
              <a:ext uri="{FF2B5EF4-FFF2-40B4-BE49-F238E27FC236}">
                <a16:creationId xmlns:a16="http://schemas.microsoft.com/office/drawing/2014/main" id="{A464DCFA-CCFC-4603-9790-5DC5B526B30F}"/>
              </a:ext>
            </a:extLst>
          </p:cNvPr>
          <p:cNvSpPr>
            <a:spLocks xmlns:a="http://schemas.openxmlformats.org/drawingml/2006/main" noGrp="1"/>
          </p:cNvSpPr>
          <p:nvPr/>
        </p:nvSpPr>
        <p:spPr>
          <a:xfrm xmlns:a="http://schemas.openxmlformats.org/drawingml/2006/main">
            <a:off x="10153650"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5" name="dp44-v4-qa-detail / n32">
            <a:extLst xmlns:a="http://schemas.openxmlformats.org/drawingml/2006/main">
              <a:ext uri="{FF2B5EF4-FFF2-40B4-BE49-F238E27FC236}">
                <a16:creationId xmlns:a16="http://schemas.microsoft.com/office/drawing/2014/main" id="{A7F5FC46-82A5-492B-9C74-EAEB5AB9AB4D}"/>
              </a:ext>
            </a:extLst>
          </p:cNvPr>
          <p:cNvSpPr>
            <a:spLocks xmlns:a="http://schemas.openxmlformats.org/drawingml/2006/main" noGrp="1"/>
          </p:cNvSpPr>
          <p:nvPr/>
        </p:nvSpPr>
        <p:spPr>
          <a:xfrm xmlns:a="http://schemas.openxmlformats.org/drawingml/2006/main">
            <a:off x="10410825" y="1743075"/>
            <a:ext cx="80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0점</a:t>
            </a:r>
          </a:p>
        </p:txBody>
      </p:sp>
      <p:sp>
        <p:nvSpPr>
          <p:cNvPr id="36" name="dp44-v4-qa-detail / n33">
            <a:extLst xmlns:a="http://schemas.openxmlformats.org/drawingml/2006/main">
              <a:ext uri="{FF2B5EF4-FFF2-40B4-BE49-F238E27FC236}">
                <a16:creationId xmlns:a16="http://schemas.microsoft.com/office/drawing/2014/main" id="{05F879E8-C702-4D59-8A1E-294F25095476}"/>
              </a:ext>
            </a:extLst>
          </p:cNvPr>
          <p:cNvSpPr>
            <a:spLocks xmlns:a="http://schemas.openxmlformats.org/drawingml/2006/main" noGrp="1"/>
          </p:cNvSpPr>
          <p:nvPr/>
        </p:nvSpPr>
        <p:spPr>
          <a:xfrm xmlns:a="http://schemas.openxmlformats.org/drawingml/2006/main">
            <a:off x="11811000" y="1762125"/>
            <a:ext cx="609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5F6B77"/>
                </a:solidFill>
                <a:latin typeface="Apple SD Gothic Neo"/>
                <a:ea typeface="Apple SD Gothic Neo"/>
                <a:cs typeface="Apple SD Gothic Neo"/>
              </a:defRPr>
            </a:pPr>
            <a:r>
              <a:rPr sz="1500" b="0">
                <a:solidFill>
                  <a:srgbClr val="5F6B77"/>
                </a:solidFill>
                <a:latin typeface="Apple SD Gothic Neo"/>
                <a:ea typeface="Apple SD Gothic Neo"/>
                <a:cs typeface="Apple SD Gothic Neo"/>
              </a:rPr>
              <a:t>원값 차이와 점수 차이는 별도 확인</a:t>
            </a:r>
          </a:p>
        </p:txBody>
      </p:sp>
      <p:sp>
        <p:nvSpPr>
          <p:cNvPr id="37" name="dp44-v4-qa-detail / n34">
            <a:extLst xmlns:a="http://schemas.openxmlformats.org/drawingml/2006/main">
              <a:ext uri="{FF2B5EF4-FFF2-40B4-BE49-F238E27FC236}">
                <a16:creationId xmlns:a16="http://schemas.microsoft.com/office/drawing/2014/main" id="{0171296D-05E6-41F1-8A82-560E68D6F218}"/>
              </a:ext>
            </a:extLst>
          </p:cNvPr>
          <p:cNvSpPr>
            <a:spLocks xmlns:a="http://schemas.openxmlformats.org/drawingml/2006/main" noGrp="1"/>
          </p:cNvSpPr>
          <p:nvPr/>
        </p:nvSpPr>
        <p:spPr>
          <a:xfrm xmlns:a="http://schemas.openxmlformats.org/drawingml/2006/main">
            <a:off x="381000" y="2143125"/>
            <a:ext cx="17526000" cy="457200"/>
          </a:xfrm>
          <a:prstGeom xmlns:a="http://schemas.openxmlformats.org/drawingml/2006/main" prst="rect">
            <a:avLst/>
          </a:prstGeom>
          <a:solidFill xmlns:a="http://schemas.openxmlformats.org/drawingml/2006/main">
            <a:srgbClr val="D5E7C7"/>
          </a:solidFill>
          <a:ln xmlns:a="http://schemas.openxmlformats.org/drawingml/2006/main" w="0">
            <a:noFill/>
          </a:ln>
        </p:spPr>
      </p:sp>
      <p:sp>
        <p:nvSpPr>
          <p:cNvPr id="38" name="dp44-v4-qa-detail / n35">
            <a:extLst xmlns:a="http://schemas.openxmlformats.org/drawingml/2006/main">
              <a:ext uri="{FF2B5EF4-FFF2-40B4-BE49-F238E27FC236}">
                <a16:creationId xmlns:a16="http://schemas.microsoft.com/office/drawing/2014/main" id="{D05BA823-C4EC-402F-9AB8-5A078722FA2F}"/>
              </a:ext>
            </a:extLst>
          </p:cNvPr>
          <p:cNvSpPr>
            <a:spLocks xmlns:a="http://schemas.openxmlformats.org/drawingml/2006/main" noGrp="1"/>
          </p:cNvSpPr>
          <p:nvPr/>
        </p:nvSpPr>
        <p:spPr>
          <a:xfrm xmlns:a="http://schemas.openxmlformats.org/drawingml/2006/main">
            <a:off x="533400" y="2238375"/>
            <a:ext cx="247650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QA / 목표</a:t>
            </a:r>
          </a:p>
        </p:txBody>
      </p:sp>
      <p:sp>
        <p:nvSpPr>
          <p:cNvPr id="39" name="dp44-v4-qa-detail / n36">
            <a:extLst xmlns:a="http://schemas.openxmlformats.org/drawingml/2006/main">
              <a:ext uri="{FF2B5EF4-FFF2-40B4-BE49-F238E27FC236}">
                <a16:creationId xmlns:a16="http://schemas.microsoft.com/office/drawing/2014/main" id="{532A19DE-9C04-46CC-B0FC-F946CC6ECE13}"/>
              </a:ext>
            </a:extLst>
          </p:cNvPr>
          <p:cNvSpPr>
            <a:spLocks xmlns:a="http://schemas.openxmlformats.org/drawingml/2006/main" noGrp="1"/>
          </p:cNvSpPr>
          <p:nvPr/>
        </p:nvSpPr>
        <p:spPr>
          <a:xfrm xmlns:a="http://schemas.openxmlformats.org/drawingml/2006/main">
            <a:off x="3457575" y="2238375"/>
            <a:ext cx="581025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A 중앙에서 다음 실행 지시</a:t>
            </a:r>
          </a:p>
        </p:txBody>
      </p:sp>
      <p:sp>
        <p:nvSpPr>
          <p:cNvPr id="40" name="dp44-v4-qa-detail / n37">
            <a:extLst xmlns:a="http://schemas.openxmlformats.org/drawingml/2006/main">
              <a:ext uri="{FF2B5EF4-FFF2-40B4-BE49-F238E27FC236}">
                <a16:creationId xmlns:a16="http://schemas.microsoft.com/office/drawing/2014/main" id="{6D01D0E4-871C-4348-B03D-4E639A1D95CF}"/>
              </a:ext>
            </a:extLst>
          </p:cNvPr>
          <p:cNvSpPr>
            <a:spLocks xmlns:a="http://schemas.openxmlformats.org/drawingml/2006/main" noGrp="1"/>
          </p:cNvSpPr>
          <p:nvPr/>
        </p:nvSpPr>
        <p:spPr>
          <a:xfrm xmlns:a="http://schemas.openxmlformats.org/drawingml/2006/main">
            <a:off x="9648825" y="2238375"/>
            <a:ext cx="581025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B 연결된 단계가 조건으로 실행</a:t>
            </a:r>
          </a:p>
        </p:txBody>
      </p:sp>
      <p:sp>
        <p:nvSpPr>
          <p:cNvPr id="41" name="dp44-v4-qa-detail / n38">
            <a:extLst xmlns:a="http://schemas.openxmlformats.org/drawingml/2006/main">
              <a:ext uri="{FF2B5EF4-FFF2-40B4-BE49-F238E27FC236}">
                <a16:creationId xmlns:a16="http://schemas.microsoft.com/office/drawing/2014/main" id="{DBAF5831-6495-4354-A6FB-1B65D608871A}"/>
              </a:ext>
            </a:extLst>
          </p:cNvPr>
          <p:cNvSpPr>
            <a:spLocks xmlns:a="http://schemas.openxmlformats.org/drawingml/2006/main" noGrp="1"/>
          </p:cNvSpPr>
          <p:nvPr/>
        </p:nvSpPr>
        <p:spPr>
          <a:xfrm xmlns:a="http://schemas.openxmlformats.org/drawingml/2006/main">
            <a:off x="15801975" y="2238375"/>
            <a:ext cx="1952625"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원값 차이</a:t>
            </a:r>
          </a:p>
        </p:txBody>
      </p:sp>
      <p:sp>
        <p:nvSpPr>
          <p:cNvPr id="42" name="dp44-v4-qa-detail / n39">
            <a:extLst xmlns:a="http://schemas.openxmlformats.org/drawingml/2006/main">
              <a:ext uri="{FF2B5EF4-FFF2-40B4-BE49-F238E27FC236}">
                <a16:creationId xmlns:a16="http://schemas.microsoft.com/office/drawing/2014/main" id="{EB069E54-D7B4-486A-9522-9630B7DA84B3}"/>
              </a:ext>
            </a:extLst>
          </p:cNvPr>
          <p:cNvSpPr>
            <a:spLocks xmlns:a="http://schemas.openxmlformats.org/drawingml/2006/main" noGrp="1"/>
          </p:cNvSpPr>
          <p:nvPr/>
        </p:nvSpPr>
        <p:spPr>
          <a:xfrm xmlns:a="http://schemas.openxmlformats.org/drawingml/2006/main">
            <a:off x="381000" y="35909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43" name="dp44-v4-qa-detail / n40">
            <a:extLst xmlns:a="http://schemas.openxmlformats.org/drawingml/2006/main">
              <a:ext uri="{FF2B5EF4-FFF2-40B4-BE49-F238E27FC236}">
                <a16:creationId xmlns:a16="http://schemas.microsoft.com/office/drawing/2014/main" id="{4606494B-3182-4FB7-80D3-FF9519A1CB4B}"/>
              </a:ext>
            </a:extLst>
          </p:cNvPr>
          <p:cNvSpPr>
            <a:spLocks xmlns:a="http://schemas.openxmlformats.org/drawingml/2006/main" noGrp="1"/>
          </p:cNvSpPr>
          <p:nvPr/>
        </p:nvSpPr>
        <p:spPr>
          <a:xfrm xmlns:a="http://schemas.openxmlformats.org/drawingml/2006/main">
            <a:off x="533400" y="2695575"/>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01  요청 처리 정확성</a:t>
            </a:r>
          </a:p>
        </p:txBody>
      </p:sp>
      <p:sp>
        <p:nvSpPr>
          <p:cNvPr id="44" name="dp44-v4-qa-detail / n41">
            <a:extLst xmlns:a="http://schemas.openxmlformats.org/drawingml/2006/main">
              <a:ext uri="{FF2B5EF4-FFF2-40B4-BE49-F238E27FC236}">
                <a16:creationId xmlns:a16="http://schemas.microsoft.com/office/drawing/2014/main" id="{23E73933-3D92-4C5A-AD5E-F42D3012AD8C}"/>
              </a:ext>
            </a:extLst>
          </p:cNvPr>
          <p:cNvSpPr>
            <a:spLocks xmlns:a="http://schemas.openxmlformats.org/drawingml/2006/main" noGrp="1"/>
          </p:cNvSpPr>
          <p:nvPr/>
        </p:nvSpPr>
        <p:spPr>
          <a:xfrm xmlns:a="http://schemas.openxmlformats.org/drawingml/2006/main">
            <a:off x="533400" y="3057525"/>
            <a:ext cx="25146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목표 ≥98%</a:t>
            </a:r>
          </a:p>
        </p:txBody>
      </p:sp>
      <p:sp>
        <p:nvSpPr>
          <p:cNvPr id="45" name="dp44-v4-qa-detail / n42 / circle">
            <a:extLst xmlns:a="http://schemas.openxmlformats.org/drawingml/2006/main">
              <a:ext uri="{FF2B5EF4-FFF2-40B4-BE49-F238E27FC236}">
                <a16:creationId xmlns:a16="http://schemas.microsoft.com/office/drawing/2014/main" id="{3A931BFD-1538-4209-BC2B-C0DB8405B053}"/>
              </a:ext>
            </a:extLst>
          </p:cNvPr>
          <p:cNvSpPr>
            <a:spLocks xmlns:a="http://schemas.openxmlformats.org/drawingml/2006/main" noGrp="1"/>
          </p:cNvSpPr>
          <p:nvPr/>
        </p:nvSpPr>
        <p:spPr>
          <a:xfrm xmlns:a="http://schemas.openxmlformats.org/drawingml/2006/main">
            <a:off x="3457575" y="2752725"/>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46" name="dp44-v4-qa-detail / n43 / circle">
            <a:extLst xmlns:a="http://schemas.openxmlformats.org/drawingml/2006/main">
              <a:ext uri="{FF2B5EF4-FFF2-40B4-BE49-F238E27FC236}">
                <a16:creationId xmlns:a16="http://schemas.microsoft.com/office/drawing/2014/main" id="{F08FC9EF-2C91-4FB9-ABD0-77FDDE26AD3F}"/>
              </a:ext>
            </a:extLst>
          </p:cNvPr>
          <p:cNvSpPr>
            <a:spLocks xmlns:a="http://schemas.openxmlformats.org/drawingml/2006/main" noGrp="1"/>
          </p:cNvSpPr>
          <p:nvPr/>
        </p:nvSpPr>
        <p:spPr>
          <a:xfrm xmlns:a="http://schemas.openxmlformats.org/drawingml/2006/main">
            <a:off x="3667125" y="2752725"/>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47" name="dp44-v4-qa-detail / n44 / circle">
            <a:extLst xmlns:a="http://schemas.openxmlformats.org/drawingml/2006/main">
              <a:ext uri="{FF2B5EF4-FFF2-40B4-BE49-F238E27FC236}">
                <a16:creationId xmlns:a16="http://schemas.microsoft.com/office/drawing/2014/main" id="{43FD093D-8EDD-4B8C-AF76-A33B89DF1D8F}"/>
              </a:ext>
            </a:extLst>
          </p:cNvPr>
          <p:cNvSpPr>
            <a:spLocks xmlns:a="http://schemas.openxmlformats.org/drawingml/2006/main" noGrp="1"/>
          </p:cNvSpPr>
          <p:nvPr/>
        </p:nvSpPr>
        <p:spPr>
          <a:xfrm xmlns:a="http://schemas.openxmlformats.org/drawingml/2006/main">
            <a:off x="3876675" y="2752725"/>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48" name="dp44-v4-qa-detail / n44 / half">
            <a:extLst xmlns:a="http://schemas.openxmlformats.org/drawingml/2006/main">
              <a:ext uri="{FF2B5EF4-FFF2-40B4-BE49-F238E27FC236}">
                <a16:creationId xmlns:a16="http://schemas.microsoft.com/office/drawing/2014/main" id="{F28B9D87-764D-4BDE-A964-B1A770D0F6F8}"/>
              </a:ext>
            </a:extLst>
          </p:cNvPr>
          <p:cNvSpPr>
            <a:spLocks xmlns:a="http://schemas.openxmlformats.org/drawingml/2006/main" noGrp="1"/>
          </p:cNvSpPr>
          <p:nvPr/>
        </p:nvSpPr>
        <p:spPr>
          <a:xfrm xmlns:a="http://schemas.openxmlformats.org/drawingml/2006/main">
            <a:off x="3876675" y="2752725"/>
            <a:ext cx="171450" cy="171450"/>
          </a:xfrm>
          <a:custGeom xmlns:a="http://schemas.openxmlformats.org/drawingml/2006/main">
            <a:pathLst>
              <a:path w="171450" h="171450">
                <a:moveTo>
                  <a:pt x="85725" y="0"/>
                </a:moveTo>
                <a:lnTo>
                  <a:pt x="77322" y="413"/>
                </a:lnTo>
                <a:lnTo>
                  <a:pt x="69001" y="1647"/>
                </a:lnTo>
                <a:lnTo>
                  <a:pt x="60840" y="3691"/>
                </a:lnTo>
                <a:lnTo>
                  <a:pt x="52919" y="6525"/>
                </a:lnTo>
                <a:lnTo>
                  <a:pt x="45315" y="10122"/>
                </a:lnTo>
                <a:lnTo>
                  <a:pt x="38099" y="14447"/>
                </a:lnTo>
                <a:lnTo>
                  <a:pt x="31342" y="19459"/>
                </a:lnTo>
                <a:lnTo>
                  <a:pt x="25108" y="25108"/>
                </a:lnTo>
                <a:lnTo>
                  <a:pt x="19459" y="31342"/>
                </a:lnTo>
                <a:lnTo>
                  <a:pt x="14447" y="38099"/>
                </a:lnTo>
                <a:lnTo>
                  <a:pt x="10122" y="45315"/>
                </a:lnTo>
                <a:lnTo>
                  <a:pt x="6525" y="52919"/>
                </a:lnTo>
                <a:lnTo>
                  <a:pt x="3691" y="60840"/>
                </a:lnTo>
                <a:lnTo>
                  <a:pt x="1647" y="69001"/>
                </a:lnTo>
                <a:lnTo>
                  <a:pt x="413" y="77322"/>
                </a:lnTo>
                <a:lnTo>
                  <a:pt x="0" y="85725"/>
                </a:lnTo>
                <a:lnTo>
                  <a:pt x="413" y="94128"/>
                </a:lnTo>
                <a:lnTo>
                  <a:pt x="1647" y="102449"/>
                </a:lnTo>
                <a:lnTo>
                  <a:pt x="3691" y="110610"/>
                </a:lnTo>
                <a:lnTo>
                  <a:pt x="6525" y="118531"/>
                </a:lnTo>
                <a:lnTo>
                  <a:pt x="10122" y="126135"/>
                </a:lnTo>
                <a:lnTo>
                  <a:pt x="14447" y="133351"/>
                </a:lnTo>
                <a:lnTo>
                  <a:pt x="19459" y="140108"/>
                </a:lnTo>
                <a:lnTo>
                  <a:pt x="25108" y="146342"/>
                </a:lnTo>
                <a:lnTo>
                  <a:pt x="31342" y="151991"/>
                </a:lnTo>
                <a:lnTo>
                  <a:pt x="38099" y="157003"/>
                </a:lnTo>
                <a:lnTo>
                  <a:pt x="45315" y="161328"/>
                </a:lnTo>
                <a:lnTo>
                  <a:pt x="52919" y="164925"/>
                </a:lnTo>
                <a:lnTo>
                  <a:pt x="60840" y="167759"/>
                </a:lnTo>
                <a:lnTo>
                  <a:pt x="69001" y="169803"/>
                </a:lnTo>
                <a:lnTo>
                  <a:pt x="77322" y="171037"/>
                </a:lnTo>
                <a:lnTo>
                  <a:pt x="85725" y="171450"/>
                </a:lnTo>
                <a:close/>
              </a:path>
            </a:pathLst>
          </a:custGeom>
          <a:solidFill xmlns:a="http://schemas.openxmlformats.org/drawingml/2006/main">
            <a:srgbClr val="18232E"/>
          </a:solidFill>
          <a:ln xmlns:a="http://schemas.openxmlformats.org/drawingml/2006/main" w="0">
            <a:noFill/>
          </a:ln>
        </p:spPr>
      </p:sp>
      <p:sp>
        <p:nvSpPr>
          <p:cNvPr id="49" name="dp44-v4-qa-detail / n45">
            <a:extLst xmlns:a="http://schemas.openxmlformats.org/drawingml/2006/main">
              <a:ext uri="{FF2B5EF4-FFF2-40B4-BE49-F238E27FC236}">
                <a16:creationId xmlns:a16="http://schemas.microsoft.com/office/drawing/2014/main" id="{4542ABA3-253E-4C98-9536-A2EA874CDF18}"/>
              </a:ext>
            </a:extLst>
          </p:cNvPr>
          <p:cNvSpPr>
            <a:spLocks xmlns:a="http://schemas.openxmlformats.org/drawingml/2006/main" noGrp="1"/>
          </p:cNvSpPr>
          <p:nvPr/>
        </p:nvSpPr>
        <p:spPr>
          <a:xfrm xmlns:a="http://schemas.openxmlformats.org/drawingml/2006/main">
            <a:off x="4181475" y="2686050"/>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5점</a:t>
            </a:r>
          </a:p>
        </p:txBody>
      </p:sp>
      <p:sp>
        <p:nvSpPr>
          <p:cNvPr id="50" name="dp44-v4-qa-detail / n46">
            <a:extLst xmlns:a="http://schemas.openxmlformats.org/drawingml/2006/main">
              <a:ext uri="{FF2B5EF4-FFF2-40B4-BE49-F238E27FC236}">
                <a16:creationId xmlns:a16="http://schemas.microsoft.com/office/drawing/2014/main" id="{D39FAEB9-85BD-4D8E-8D1B-B121059954F4}"/>
              </a:ext>
            </a:extLst>
          </p:cNvPr>
          <p:cNvSpPr>
            <a:spLocks xmlns:a="http://schemas.openxmlformats.org/drawingml/2006/main" noGrp="1"/>
          </p:cNvSpPr>
          <p:nvPr/>
        </p:nvSpPr>
        <p:spPr>
          <a:xfrm xmlns:a="http://schemas.openxmlformats.org/drawingml/2006/main">
            <a:off x="5076825" y="2667000"/>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99.63%</a:t>
            </a:r>
          </a:p>
        </p:txBody>
      </p:sp>
      <p:sp>
        <p:nvSpPr>
          <p:cNvPr id="51" name="dp44-v4-qa-detail / n47">
            <a:extLst xmlns:a="http://schemas.openxmlformats.org/drawingml/2006/main">
              <a:ext uri="{FF2B5EF4-FFF2-40B4-BE49-F238E27FC236}">
                <a16:creationId xmlns:a16="http://schemas.microsoft.com/office/drawing/2014/main" id="{11B13C6E-3AB8-4D57-AF7F-CCCE05B2D342}"/>
              </a:ext>
            </a:extLst>
          </p:cNvPr>
          <p:cNvSpPr>
            <a:spLocks xmlns:a="http://schemas.openxmlformats.org/drawingml/2006/main" noGrp="1"/>
          </p:cNvSpPr>
          <p:nvPr/>
        </p:nvSpPr>
        <p:spPr>
          <a:xfrm xmlns:a="http://schemas.openxmlformats.org/drawingml/2006/main">
            <a:off x="3457575" y="3095625"/>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같은 의미 판단과 현재성 검사</a:t>
            </a:r>
          </a:p>
        </p:txBody>
      </p:sp>
      <p:sp>
        <p:nvSpPr>
          <p:cNvPr id="52" name="dp44-v4-qa-detail / n48 / circle">
            <a:extLst xmlns:a="http://schemas.openxmlformats.org/drawingml/2006/main">
              <a:ext uri="{FF2B5EF4-FFF2-40B4-BE49-F238E27FC236}">
                <a16:creationId xmlns:a16="http://schemas.microsoft.com/office/drawing/2014/main" id="{EF98AA08-E8FB-4567-9D1C-D1094AA2BF88}"/>
              </a:ext>
            </a:extLst>
          </p:cNvPr>
          <p:cNvSpPr>
            <a:spLocks xmlns:a="http://schemas.openxmlformats.org/drawingml/2006/main" noGrp="1"/>
          </p:cNvSpPr>
          <p:nvPr/>
        </p:nvSpPr>
        <p:spPr>
          <a:xfrm xmlns:a="http://schemas.openxmlformats.org/drawingml/2006/main">
            <a:off x="9648825" y="2752725"/>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53" name="dp44-v4-qa-detail / n49 / circle">
            <a:extLst xmlns:a="http://schemas.openxmlformats.org/drawingml/2006/main">
              <a:ext uri="{FF2B5EF4-FFF2-40B4-BE49-F238E27FC236}">
                <a16:creationId xmlns:a16="http://schemas.microsoft.com/office/drawing/2014/main" id="{16B3C872-1F3B-4C4A-B02B-F7B90AD51C84}"/>
              </a:ext>
            </a:extLst>
          </p:cNvPr>
          <p:cNvSpPr>
            <a:spLocks xmlns:a="http://schemas.openxmlformats.org/drawingml/2006/main" noGrp="1"/>
          </p:cNvSpPr>
          <p:nvPr/>
        </p:nvSpPr>
        <p:spPr>
          <a:xfrm xmlns:a="http://schemas.openxmlformats.org/drawingml/2006/main">
            <a:off x="9858375" y="2752725"/>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54" name="dp44-v4-qa-detail / n50 / circle">
            <a:extLst xmlns:a="http://schemas.openxmlformats.org/drawingml/2006/main">
              <a:ext uri="{FF2B5EF4-FFF2-40B4-BE49-F238E27FC236}">
                <a16:creationId xmlns:a16="http://schemas.microsoft.com/office/drawing/2014/main" id="{79E813D6-D453-431D-A7EA-892A6162572A}"/>
              </a:ext>
            </a:extLst>
          </p:cNvPr>
          <p:cNvSpPr>
            <a:spLocks xmlns:a="http://schemas.openxmlformats.org/drawingml/2006/main" noGrp="1"/>
          </p:cNvSpPr>
          <p:nvPr/>
        </p:nvSpPr>
        <p:spPr>
          <a:xfrm xmlns:a="http://schemas.openxmlformats.org/drawingml/2006/main">
            <a:off x="10067925" y="2752725"/>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55" name="dp44-v4-qa-detail / n50 / half">
            <a:extLst xmlns:a="http://schemas.openxmlformats.org/drawingml/2006/main">
              <a:ext uri="{FF2B5EF4-FFF2-40B4-BE49-F238E27FC236}">
                <a16:creationId xmlns:a16="http://schemas.microsoft.com/office/drawing/2014/main" id="{81150349-D395-4D9C-BB41-0B21094A2E2D}"/>
              </a:ext>
            </a:extLst>
          </p:cNvPr>
          <p:cNvSpPr>
            <a:spLocks xmlns:a="http://schemas.openxmlformats.org/drawingml/2006/main" noGrp="1"/>
          </p:cNvSpPr>
          <p:nvPr/>
        </p:nvSpPr>
        <p:spPr>
          <a:xfrm xmlns:a="http://schemas.openxmlformats.org/drawingml/2006/main">
            <a:off x="10067925" y="2752725"/>
            <a:ext cx="171450" cy="171450"/>
          </a:xfrm>
          <a:custGeom xmlns:a="http://schemas.openxmlformats.org/drawingml/2006/main">
            <a:pathLst>
              <a:path w="171450" h="171450">
                <a:moveTo>
                  <a:pt x="85725" y="0"/>
                </a:moveTo>
                <a:lnTo>
                  <a:pt x="77322" y="413"/>
                </a:lnTo>
                <a:lnTo>
                  <a:pt x="69001" y="1647"/>
                </a:lnTo>
                <a:lnTo>
                  <a:pt x="60840" y="3691"/>
                </a:lnTo>
                <a:lnTo>
                  <a:pt x="52919" y="6525"/>
                </a:lnTo>
                <a:lnTo>
                  <a:pt x="45315" y="10122"/>
                </a:lnTo>
                <a:lnTo>
                  <a:pt x="38099" y="14447"/>
                </a:lnTo>
                <a:lnTo>
                  <a:pt x="31342" y="19459"/>
                </a:lnTo>
                <a:lnTo>
                  <a:pt x="25108" y="25108"/>
                </a:lnTo>
                <a:lnTo>
                  <a:pt x="19459" y="31342"/>
                </a:lnTo>
                <a:lnTo>
                  <a:pt x="14447" y="38099"/>
                </a:lnTo>
                <a:lnTo>
                  <a:pt x="10122" y="45315"/>
                </a:lnTo>
                <a:lnTo>
                  <a:pt x="6525" y="52919"/>
                </a:lnTo>
                <a:lnTo>
                  <a:pt x="3691" y="60840"/>
                </a:lnTo>
                <a:lnTo>
                  <a:pt x="1647" y="69001"/>
                </a:lnTo>
                <a:lnTo>
                  <a:pt x="413" y="77322"/>
                </a:lnTo>
                <a:lnTo>
                  <a:pt x="0" y="85725"/>
                </a:lnTo>
                <a:lnTo>
                  <a:pt x="413" y="94128"/>
                </a:lnTo>
                <a:lnTo>
                  <a:pt x="1647" y="102449"/>
                </a:lnTo>
                <a:lnTo>
                  <a:pt x="3691" y="110610"/>
                </a:lnTo>
                <a:lnTo>
                  <a:pt x="6525" y="118531"/>
                </a:lnTo>
                <a:lnTo>
                  <a:pt x="10122" y="126135"/>
                </a:lnTo>
                <a:lnTo>
                  <a:pt x="14447" y="133351"/>
                </a:lnTo>
                <a:lnTo>
                  <a:pt x="19459" y="140108"/>
                </a:lnTo>
                <a:lnTo>
                  <a:pt x="25108" y="146342"/>
                </a:lnTo>
                <a:lnTo>
                  <a:pt x="31342" y="151991"/>
                </a:lnTo>
                <a:lnTo>
                  <a:pt x="38099" y="157003"/>
                </a:lnTo>
                <a:lnTo>
                  <a:pt x="45315" y="161328"/>
                </a:lnTo>
                <a:lnTo>
                  <a:pt x="52919" y="164925"/>
                </a:lnTo>
                <a:lnTo>
                  <a:pt x="60840" y="167759"/>
                </a:lnTo>
                <a:lnTo>
                  <a:pt x="69001" y="169803"/>
                </a:lnTo>
                <a:lnTo>
                  <a:pt x="77322" y="171037"/>
                </a:lnTo>
                <a:lnTo>
                  <a:pt x="85725" y="171450"/>
                </a:lnTo>
                <a:close/>
              </a:path>
            </a:pathLst>
          </a:custGeom>
          <a:solidFill xmlns:a="http://schemas.openxmlformats.org/drawingml/2006/main">
            <a:srgbClr val="18232E"/>
          </a:solidFill>
          <a:ln xmlns:a="http://schemas.openxmlformats.org/drawingml/2006/main" w="0">
            <a:noFill/>
          </a:ln>
        </p:spPr>
      </p:sp>
      <p:sp>
        <p:nvSpPr>
          <p:cNvPr id="56" name="dp44-v4-qa-detail / n51">
            <a:extLst xmlns:a="http://schemas.openxmlformats.org/drawingml/2006/main">
              <a:ext uri="{FF2B5EF4-FFF2-40B4-BE49-F238E27FC236}">
                <a16:creationId xmlns:a16="http://schemas.microsoft.com/office/drawing/2014/main" id="{F3843FC4-CB75-49F9-A8BF-AB8ABFC6092C}"/>
              </a:ext>
            </a:extLst>
          </p:cNvPr>
          <p:cNvSpPr>
            <a:spLocks xmlns:a="http://schemas.openxmlformats.org/drawingml/2006/main" noGrp="1"/>
          </p:cNvSpPr>
          <p:nvPr/>
        </p:nvSpPr>
        <p:spPr>
          <a:xfrm xmlns:a="http://schemas.openxmlformats.org/drawingml/2006/main">
            <a:off x="10372725" y="2686050"/>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5점</a:t>
            </a:r>
          </a:p>
        </p:txBody>
      </p:sp>
      <p:sp>
        <p:nvSpPr>
          <p:cNvPr id="57" name="dp44-v4-qa-detail / n52">
            <a:extLst xmlns:a="http://schemas.openxmlformats.org/drawingml/2006/main">
              <a:ext uri="{FF2B5EF4-FFF2-40B4-BE49-F238E27FC236}">
                <a16:creationId xmlns:a16="http://schemas.microsoft.com/office/drawing/2014/main" id="{8D79F474-4D56-4167-A1A9-02BB75C1D827}"/>
              </a:ext>
            </a:extLst>
          </p:cNvPr>
          <p:cNvSpPr>
            <a:spLocks xmlns:a="http://schemas.openxmlformats.org/drawingml/2006/main" noGrp="1"/>
          </p:cNvSpPr>
          <p:nvPr/>
        </p:nvSpPr>
        <p:spPr>
          <a:xfrm xmlns:a="http://schemas.openxmlformats.org/drawingml/2006/main">
            <a:off x="11268075" y="2667000"/>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99.63%</a:t>
            </a:r>
          </a:p>
        </p:txBody>
      </p:sp>
      <p:sp>
        <p:nvSpPr>
          <p:cNvPr id="58" name="dp44-v4-qa-detail / n53">
            <a:extLst xmlns:a="http://schemas.openxmlformats.org/drawingml/2006/main">
              <a:ext uri="{FF2B5EF4-FFF2-40B4-BE49-F238E27FC236}">
                <a16:creationId xmlns:a16="http://schemas.microsoft.com/office/drawing/2014/main" id="{75BC89DF-B73B-4EF1-807B-8EF5FED18D7D}"/>
              </a:ext>
            </a:extLst>
          </p:cNvPr>
          <p:cNvSpPr>
            <a:spLocks xmlns:a="http://schemas.openxmlformats.org/drawingml/2006/main" noGrp="1"/>
          </p:cNvSpPr>
          <p:nvPr/>
        </p:nvSpPr>
        <p:spPr>
          <a:xfrm xmlns:a="http://schemas.openxmlformats.org/drawingml/2006/main">
            <a:off x="9648825" y="3095625"/>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같은 의미 판단과 현재성 검사</a:t>
            </a:r>
          </a:p>
        </p:txBody>
      </p:sp>
      <p:sp>
        <p:nvSpPr>
          <p:cNvPr id="59" name="dp44-v4-qa-detail / n54">
            <a:extLst xmlns:a="http://schemas.openxmlformats.org/drawingml/2006/main">
              <a:ext uri="{FF2B5EF4-FFF2-40B4-BE49-F238E27FC236}">
                <a16:creationId xmlns:a16="http://schemas.microsoft.com/office/drawing/2014/main" id="{38219D2E-B064-45A3-A2A7-6366F1D57C9E}"/>
              </a:ext>
            </a:extLst>
          </p:cNvPr>
          <p:cNvSpPr>
            <a:spLocks xmlns:a="http://schemas.openxmlformats.org/drawingml/2006/main" noGrp="1"/>
          </p:cNvSpPr>
          <p:nvPr/>
        </p:nvSpPr>
        <p:spPr>
          <a:xfrm xmlns:a="http://schemas.openxmlformats.org/drawingml/2006/main">
            <a:off x="15801975" y="2743200"/>
            <a:ext cx="1952625"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0.00%p</a:t>
            </a:r>
          </a:p>
        </p:txBody>
      </p:sp>
      <p:sp>
        <p:nvSpPr>
          <p:cNvPr id="60" name="dp44-v4-qa-detail / n55">
            <a:extLst xmlns:a="http://schemas.openxmlformats.org/drawingml/2006/main">
              <a:ext uri="{FF2B5EF4-FFF2-40B4-BE49-F238E27FC236}">
                <a16:creationId xmlns:a16="http://schemas.microsoft.com/office/drawing/2014/main" id="{B1FE7564-696C-49F9-9E11-DDAF9A8DDF29}"/>
              </a:ext>
            </a:extLst>
          </p:cNvPr>
          <p:cNvSpPr>
            <a:spLocks xmlns:a="http://schemas.openxmlformats.org/drawingml/2006/main" noGrp="1"/>
          </p:cNvSpPr>
          <p:nvPr/>
        </p:nvSpPr>
        <p:spPr>
          <a:xfrm xmlns:a="http://schemas.openxmlformats.org/drawingml/2006/main">
            <a:off x="15801975" y="3124200"/>
            <a:ext cx="1952625"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같은 가정값</a:t>
            </a:r>
          </a:p>
        </p:txBody>
      </p:sp>
      <p:sp>
        <p:nvSpPr>
          <p:cNvPr id="61" name="dp44-v4-qa-detail / n56">
            <a:extLst xmlns:a="http://schemas.openxmlformats.org/drawingml/2006/main">
              <a:ext uri="{FF2B5EF4-FFF2-40B4-BE49-F238E27FC236}">
                <a16:creationId xmlns:a16="http://schemas.microsoft.com/office/drawing/2014/main" id="{D7874663-17C0-4315-86CA-CFD8B99EFBC4}"/>
              </a:ext>
            </a:extLst>
          </p:cNvPr>
          <p:cNvSpPr>
            <a:spLocks xmlns:a="http://schemas.openxmlformats.org/drawingml/2006/main" noGrp="1"/>
          </p:cNvSpPr>
          <p:nvPr/>
        </p:nvSpPr>
        <p:spPr>
          <a:xfrm xmlns:a="http://schemas.openxmlformats.org/drawingml/2006/main">
            <a:off x="15801975" y="3352800"/>
            <a:ext cx="1952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기준 1%p</a:t>
            </a:r>
          </a:p>
        </p:txBody>
      </p:sp>
      <p:sp>
        <p:nvSpPr>
          <p:cNvPr id="62" name="dp44-v4-qa-detail / n57">
            <a:extLst xmlns:a="http://schemas.openxmlformats.org/drawingml/2006/main">
              <a:ext uri="{FF2B5EF4-FFF2-40B4-BE49-F238E27FC236}">
                <a16:creationId xmlns:a16="http://schemas.microsoft.com/office/drawing/2014/main" id="{EF409611-46F9-4022-A3D5-63CF871DDF58}"/>
              </a:ext>
            </a:extLst>
          </p:cNvPr>
          <p:cNvSpPr>
            <a:spLocks xmlns:a="http://schemas.openxmlformats.org/drawingml/2006/main" noGrp="1"/>
          </p:cNvSpPr>
          <p:nvPr/>
        </p:nvSpPr>
        <p:spPr>
          <a:xfrm xmlns:a="http://schemas.openxmlformats.org/drawingml/2006/main">
            <a:off x="381000" y="45910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63" name="dp44-v4-qa-detail / n58">
            <a:extLst xmlns:a="http://schemas.openxmlformats.org/drawingml/2006/main">
              <a:ext uri="{FF2B5EF4-FFF2-40B4-BE49-F238E27FC236}">
                <a16:creationId xmlns:a16="http://schemas.microsoft.com/office/drawing/2014/main" id="{B69EEF54-1E0A-4354-A703-6CE03A90EBD1}"/>
              </a:ext>
            </a:extLst>
          </p:cNvPr>
          <p:cNvSpPr>
            <a:spLocks xmlns:a="http://schemas.openxmlformats.org/drawingml/2006/main" noGrp="1"/>
          </p:cNvSpPr>
          <p:nvPr/>
        </p:nvSpPr>
        <p:spPr>
          <a:xfrm xmlns:a="http://schemas.openxmlformats.org/drawingml/2006/main">
            <a:off x="533400" y="3695700"/>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02  상호작용 응답시간</a:t>
            </a:r>
          </a:p>
        </p:txBody>
      </p:sp>
      <p:sp>
        <p:nvSpPr>
          <p:cNvPr id="64" name="dp44-v4-qa-detail / n59">
            <a:extLst xmlns:a="http://schemas.openxmlformats.org/drawingml/2006/main">
              <a:ext uri="{FF2B5EF4-FFF2-40B4-BE49-F238E27FC236}">
                <a16:creationId xmlns:a16="http://schemas.microsoft.com/office/drawing/2014/main" id="{52DD79C3-448A-4DDD-A303-45A037A21172}"/>
              </a:ext>
            </a:extLst>
          </p:cNvPr>
          <p:cNvSpPr>
            <a:spLocks xmlns:a="http://schemas.openxmlformats.org/drawingml/2006/main" noGrp="1"/>
          </p:cNvSpPr>
          <p:nvPr/>
        </p:nvSpPr>
        <p:spPr>
          <a:xfrm xmlns:a="http://schemas.openxmlformats.org/drawingml/2006/main">
            <a:off x="533400" y="4057650"/>
            <a:ext cx="25146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목표 ≤1초</a:t>
            </a:r>
          </a:p>
        </p:txBody>
      </p:sp>
      <p:sp>
        <p:nvSpPr>
          <p:cNvPr id="65" name="dp44-v4-qa-detail / n60 / circle">
            <a:extLst xmlns:a="http://schemas.openxmlformats.org/drawingml/2006/main">
              <a:ext uri="{FF2B5EF4-FFF2-40B4-BE49-F238E27FC236}">
                <a16:creationId xmlns:a16="http://schemas.microsoft.com/office/drawing/2014/main" id="{D10650BC-D866-407A-94CE-EB2CF23FAFF3}"/>
              </a:ext>
            </a:extLst>
          </p:cNvPr>
          <p:cNvSpPr>
            <a:spLocks xmlns:a="http://schemas.openxmlformats.org/drawingml/2006/main" noGrp="1"/>
          </p:cNvSpPr>
          <p:nvPr/>
        </p:nvSpPr>
        <p:spPr>
          <a:xfrm xmlns:a="http://schemas.openxmlformats.org/drawingml/2006/main">
            <a:off x="3457575" y="3752850"/>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66" name="dp44-v4-qa-detail / n61 / circle">
            <a:extLst xmlns:a="http://schemas.openxmlformats.org/drawingml/2006/main">
              <a:ext uri="{FF2B5EF4-FFF2-40B4-BE49-F238E27FC236}">
                <a16:creationId xmlns:a16="http://schemas.microsoft.com/office/drawing/2014/main" id="{5864CC71-E530-4FC7-944F-E2E21A13B7D3}"/>
              </a:ext>
            </a:extLst>
          </p:cNvPr>
          <p:cNvSpPr>
            <a:spLocks xmlns:a="http://schemas.openxmlformats.org/drawingml/2006/main" noGrp="1"/>
          </p:cNvSpPr>
          <p:nvPr/>
        </p:nvSpPr>
        <p:spPr>
          <a:xfrm xmlns:a="http://schemas.openxmlformats.org/drawingml/2006/main">
            <a:off x="3667125" y="3752850"/>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67" name="dp44-v4-qa-detail / n62 / circle">
            <a:extLst xmlns:a="http://schemas.openxmlformats.org/drawingml/2006/main">
              <a:ext uri="{FF2B5EF4-FFF2-40B4-BE49-F238E27FC236}">
                <a16:creationId xmlns:a16="http://schemas.microsoft.com/office/drawing/2014/main" id="{D682AD5D-E333-4E27-B99A-B510791D3A45}"/>
              </a:ext>
            </a:extLst>
          </p:cNvPr>
          <p:cNvSpPr>
            <a:spLocks xmlns:a="http://schemas.openxmlformats.org/drawingml/2006/main" noGrp="1"/>
          </p:cNvSpPr>
          <p:nvPr/>
        </p:nvSpPr>
        <p:spPr>
          <a:xfrm xmlns:a="http://schemas.openxmlformats.org/drawingml/2006/main">
            <a:off x="3876675" y="3752850"/>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68" name="dp44-v4-qa-detail / n63">
            <a:extLst xmlns:a="http://schemas.openxmlformats.org/drawingml/2006/main">
              <a:ext uri="{FF2B5EF4-FFF2-40B4-BE49-F238E27FC236}">
                <a16:creationId xmlns:a16="http://schemas.microsoft.com/office/drawing/2014/main" id="{24467ABB-C2D1-4268-9233-881EDEC2C112}"/>
              </a:ext>
            </a:extLst>
          </p:cNvPr>
          <p:cNvSpPr>
            <a:spLocks xmlns:a="http://schemas.openxmlformats.org/drawingml/2006/main" noGrp="1"/>
          </p:cNvSpPr>
          <p:nvPr/>
        </p:nvSpPr>
        <p:spPr>
          <a:xfrm xmlns:a="http://schemas.openxmlformats.org/drawingml/2006/main">
            <a:off x="4181475" y="3686175"/>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2점</a:t>
            </a:r>
          </a:p>
        </p:txBody>
      </p:sp>
      <p:sp>
        <p:nvSpPr>
          <p:cNvPr id="69" name="dp44-v4-qa-detail / n64">
            <a:extLst xmlns:a="http://schemas.openxmlformats.org/drawingml/2006/main">
              <a:ext uri="{FF2B5EF4-FFF2-40B4-BE49-F238E27FC236}">
                <a16:creationId xmlns:a16="http://schemas.microsoft.com/office/drawing/2014/main" id="{DD260888-655F-4A78-9D68-DEB63D22E7E8}"/>
              </a:ext>
            </a:extLst>
          </p:cNvPr>
          <p:cNvSpPr>
            <a:spLocks xmlns:a="http://schemas.openxmlformats.org/drawingml/2006/main" noGrp="1"/>
          </p:cNvSpPr>
          <p:nvPr/>
        </p:nvSpPr>
        <p:spPr>
          <a:xfrm xmlns:a="http://schemas.openxmlformats.org/drawingml/2006/main">
            <a:off x="5076825" y="3667125"/>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0.818초</a:t>
            </a:r>
          </a:p>
        </p:txBody>
      </p:sp>
      <p:sp>
        <p:nvSpPr>
          <p:cNvPr id="70" name="dp44-v4-qa-detail / n65">
            <a:extLst xmlns:a="http://schemas.openxmlformats.org/drawingml/2006/main">
              <a:ext uri="{FF2B5EF4-FFF2-40B4-BE49-F238E27FC236}">
                <a16:creationId xmlns:a16="http://schemas.microsoft.com/office/drawing/2014/main" id="{3DC34D29-EACC-4282-8AD5-9067BB030A56}"/>
              </a:ext>
            </a:extLst>
          </p:cNvPr>
          <p:cNvSpPr>
            <a:spLocks xmlns:a="http://schemas.openxmlformats.org/drawingml/2006/main" noGrp="1"/>
          </p:cNvSpPr>
          <p:nvPr/>
        </p:nvSpPr>
        <p:spPr>
          <a:xfrm xmlns:a="http://schemas.openxmlformats.org/drawingml/2006/main">
            <a:off x="3457575" y="4095750"/>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짧은 중앙 완료 회수와 다음 지시</a:t>
            </a:r>
          </a:p>
        </p:txBody>
      </p:sp>
      <p:sp>
        <p:nvSpPr>
          <p:cNvPr id="71" name="dp44-v4-qa-detail / n66 / circle">
            <a:extLst xmlns:a="http://schemas.openxmlformats.org/drawingml/2006/main">
              <a:ext uri="{FF2B5EF4-FFF2-40B4-BE49-F238E27FC236}">
                <a16:creationId xmlns:a16="http://schemas.microsoft.com/office/drawing/2014/main" id="{81D26A65-C20C-419C-A5EC-BE1B53C493A4}"/>
              </a:ext>
            </a:extLst>
          </p:cNvPr>
          <p:cNvSpPr>
            <a:spLocks xmlns:a="http://schemas.openxmlformats.org/drawingml/2006/main" noGrp="1"/>
          </p:cNvSpPr>
          <p:nvPr/>
        </p:nvSpPr>
        <p:spPr>
          <a:xfrm xmlns:a="http://schemas.openxmlformats.org/drawingml/2006/main">
            <a:off x="9648825" y="3752850"/>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72" name="dp44-v4-qa-detail / n67 / circle">
            <a:extLst xmlns:a="http://schemas.openxmlformats.org/drawingml/2006/main">
              <a:ext uri="{FF2B5EF4-FFF2-40B4-BE49-F238E27FC236}">
                <a16:creationId xmlns:a16="http://schemas.microsoft.com/office/drawing/2014/main" id="{4645B4F2-D4DC-4FB2-BAFE-F7606B567EBE}"/>
              </a:ext>
            </a:extLst>
          </p:cNvPr>
          <p:cNvSpPr>
            <a:spLocks xmlns:a="http://schemas.openxmlformats.org/drawingml/2006/main" noGrp="1"/>
          </p:cNvSpPr>
          <p:nvPr/>
        </p:nvSpPr>
        <p:spPr>
          <a:xfrm xmlns:a="http://schemas.openxmlformats.org/drawingml/2006/main">
            <a:off x="9858375" y="3752850"/>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73" name="dp44-v4-qa-detail / n68 / circle">
            <a:extLst xmlns:a="http://schemas.openxmlformats.org/drawingml/2006/main">
              <a:ext uri="{FF2B5EF4-FFF2-40B4-BE49-F238E27FC236}">
                <a16:creationId xmlns:a16="http://schemas.microsoft.com/office/drawing/2014/main" id="{F46B64E7-6365-4356-B807-94F2E7359333}"/>
              </a:ext>
            </a:extLst>
          </p:cNvPr>
          <p:cNvSpPr>
            <a:spLocks xmlns:a="http://schemas.openxmlformats.org/drawingml/2006/main" noGrp="1"/>
          </p:cNvSpPr>
          <p:nvPr/>
        </p:nvSpPr>
        <p:spPr>
          <a:xfrm xmlns:a="http://schemas.openxmlformats.org/drawingml/2006/main">
            <a:off x="10067925" y="3752850"/>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74" name="dp44-v4-qa-detail / n69">
            <a:extLst xmlns:a="http://schemas.openxmlformats.org/drawingml/2006/main">
              <a:ext uri="{FF2B5EF4-FFF2-40B4-BE49-F238E27FC236}">
                <a16:creationId xmlns:a16="http://schemas.microsoft.com/office/drawing/2014/main" id="{7BCD015F-51E4-42A0-A49D-EFE30BACBADC}"/>
              </a:ext>
            </a:extLst>
          </p:cNvPr>
          <p:cNvSpPr>
            <a:spLocks xmlns:a="http://schemas.openxmlformats.org/drawingml/2006/main" noGrp="1"/>
          </p:cNvSpPr>
          <p:nvPr/>
        </p:nvSpPr>
        <p:spPr>
          <a:xfrm xmlns:a="http://schemas.openxmlformats.org/drawingml/2006/main">
            <a:off x="10372725" y="3686175"/>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2점</a:t>
            </a:r>
          </a:p>
        </p:txBody>
      </p:sp>
      <p:sp>
        <p:nvSpPr>
          <p:cNvPr id="75" name="dp44-v4-qa-detail / n70">
            <a:extLst xmlns:a="http://schemas.openxmlformats.org/drawingml/2006/main">
              <a:ext uri="{FF2B5EF4-FFF2-40B4-BE49-F238E27FC236}">
                <a16:creationId xmlns:a16="http://schemas.microsoft.com/office/drawing/2014/main" id="{699BF453-5116-44B8-9318-32E14D41C3AE}"/>
              </a:ext>
            </a:extLst>
          </p:cNvPr>
          <p:cNvSpPr>
            <a:spLocks xmlns:a="http://schemas.openxmlformats.org/drawingml/2006/main" noGrp="1"/>
          </p:cNvSpPr>
          <p:nvPr/>
        </p:nvSpPr>
        <p:spPr>
          <a:xfrm xmlns:a="http://schemas.openxmlformats.org/drawingml/2006/main">
            <a:off x="11268075" y="3667125"/>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0.816초</a:t>
            </a:r>
          </a:p>
        </p:txBody>
      </p:sp>
      <p:sp>
        <p:nvSpPr>
          <p:cNvPr id="76" name="dp44-v4-qa-detail / n71">
            <a:extLst xmlns:a="http://schemas.openxmlformats.org/drawingml/2006/main">
              <a:ext uri="{FF2B5EF4-FFF2-40B4-BE49-F238E27FC236}">
                <a16:creationId xmlns:a16="http://schemas.microsoft.com/office/drawing/2014/main" id="{2182939F-FB53-406B-8944-19E9EBC759B4}"/>
              </a:ext>
            </a:extLst>
          </p:cNvPr>
          <p:cNvSpPr>
            <a:spLocks xmlns:a="http://schemas.openxmlformats.org/drawingml/2006/main" noGrp="1"/>
          </p:cNvSpPr>
          <p:nvPr/>
        </p:nvSpPr>
        <p:spPr>
          <a:xfrm xmlns:a="http://schemas.openxmlformats.org/drawingml/2006/main">
            <a:off x="9648825" y="4095750"/>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Stage 활성화와 Join 대기 포함</a:t>
            </a:r>
          </a:p>
        </p:txBody>
      </p:sp>
      <p:sp>
        <p:nvSpPr>
          <p:cNvPr id="77" name="dp44-v4-qa-detail / n72">
            <a:extLst xmlns:a="http://schemas.openxmlformats.org/drawingml/2006/main">
              <a:ext uri="{FF2B5EF4-FFF2-40B4-BE49-F238E27FC236}">
                <a16:creationId xmlns:a16="http://schemas.microsoft.com/office/drawing/2014/main" id="{EB2DC736-DEE4-4EB1-A23F-AB39409A321D}"/>
              </a:ext>
            </a:extLst>
          </p:cNvPr>
          <p:cNvSpPr>
            <a:spLocks xmlns:a="http://schemas.openxmlformats.org/drawingml/2006/main" noGrp="1"/>
          </p:cNvSpPr>
          <p:nvPr/>
        </p:nvSpPr>
        <p:spPr>
          <a:xfrm xmlns:a="http://schemas.openxmlformats.org/drawingml/2006/main">
            <a:off x="15801975" y="3743325"/>
            <a:ext cx="1952625"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0.002초</a:t>
            </a:r>
          </a:p>
        </p:txBody>
      </p:sp>
      <p:sp>
        <p:nvSpPr>
          <p:cNvPr id="78" name="dp44-v4-qa-detail / n73">
            <a:extLst xmlns:a="http://schemas.openxmlformats.org/drawingml/2006/main">
              <a:ext uri="{FF2B5EF4-FFF2-40B4-BE49-F238E27FC236}">
                <a16:creationId xmlns:a16="http://schemas.microsoft.com/office/drawing/2014/main" id="{5AA288CE-F093-49F8-A043-028B21E9B842}"/>
              </a:ext>
            </a:extLst>
          </p:cNvPr>
          <p:cNvSpPr>
            <a:spLocks xmlns:a="http://schemas.openxmlformats.org/drawingml/2006/main" noGrp="1"/>
          </p:cNvSpPr>
          <p:nvPr/>
        </p:nvSpPr>
        <p:spPr>
          <a:xfrm xmlns:a="http://schemas.openxmlformats.org/drawingml/2006/main">
            <a:off x="15801975" y="4124325"/>
            <a:ext cx="1952625"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차이 기준 미만</a:t>
            </a:r>
          </a:p>
        </p:txBody>
      </p:sp>
      <p:sp>
        <p:nvSpPr>
          <p:cNvPr id="79" name="dp44-v4-qa-detail / n74">
            <a:extLst xmlns:a="http://schemas.openxmlformats.org/drawingml/2006/main">
              <a:ext uri="{FF2B5EF4-FFF2-40B4-BE49-F238E27FC236}">
                <a16:creationId xmlns:a16="http://schemas.microsoft.com/office/drawing/2014/main" id="{6DDCF18A-F665-43BD-8902-DBFBCBDB83A8}"/>
              </a:ext>
            </a:extLst>
          </p:cNvPr>
          <p:cNvSpPr>
            <a:spLocks xmlns:a="http://schemas.openxmlformats.org/drawingml/2006/main" noGrp="1"/>
          </p:cNvSpPr>
          <p:nvPr/>
        </p:nvSpPr>
        <p:spPr>
          <a:xfrm xmlns:a="http://schemas.openxmlformats.org/drawingml/2006/main">
            <a:off x="15801975" y="4352925"/>
            <a:ext cx="1952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기준 0.10초</a:t>
            </a:r>
          </a:p>
        </p:txBody>
      </p:sp>
      <p:sp>
        <p:nvSpPr>
          <p:cNvPr id="80" name="dp44-v4-qa-detail / n75">
            <a:extLst xmlns:a="http://schemas.openxmlformats.org/drawingml/2006/main">
              <a:ext uri="{FF2B5EF4-FFF2-40B4-BE49-F238E27FC236}">
                <a16:creationId xmlns:a16="http://schemas.microsoft.com/office/drawing/2014/main" id="{93340555-0CAD-40FC-9EA0-E3799364F86D}"/>
              </a:ext>
            </a:extLst>
          </p:cNvPr>
          <p:cNvSpPr>
            <a:spLocks xmlns:a="http://schemas.openxmlformats.org/drawingml/2006/main" noGrp="1"/>
          </p:cNvSpPr>
          <p:nvPr/>
        </p:nvSpPr>
        <p:spPr>
          <a:xfrm xmlns:a="http://schemas.openxmlformats.org/drawingml/2006/main">
            <a:off x="381000" y="55911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81" name="dp44-v4-qa-detail / n76">
            <a:extLst xmlns:a="http://schemas.openxmlformats.org/drawingml/2006/main">
              <a:ext uri="{FF2B5EF4-FFF2-40B4-BE49-F238E27FC236}">
                <a16:creationId xmlns:a16="http://schemas.microsoft.com/office/drawing/2014/main" id="{C754F6FC-4132-4B7E-B664-F53AFF9AEB04}"/>
              </a:ext>
            </a:extLst>
          </p:cNvPr>
          <p:cNvSpPr>
            <a:spLocks xmlns:a="http://schemas.openxmlformats.org/drawingml/2006/main" noGrp="1"/>
          </p:cNvSpPr>
          <p:nvPr/>
        </p:nvSpPr>
        <p:spPr>
          <a:xfrm xmlns:a="http://schemas.openxmlformats.org/drawingml/2006/main">
            <a:off x="533400" y="4695825"/>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03  VIA 요청 처리시간</a:t>
            </a:r>
          </a:p>
        </p:txBody>
      </p:sp>
      <p:sp>
        <p:nvSpPr>
          <p:cNvPr id="82" name="dp44-v4-qa-detail / n77">
            <a:extLst xmlns:a="http://schemas.openxmlformats.org/drawingml/2006/main">
              <a:ext uri="{FF2B5EF4-FFF2-40B4-BE49-F238E27FC236}">
                <a16:creationId xmlns:a16="http://schemas.microsoft.com/office/drawing/2014/main" id="{5CC1BBE7-F131-4A3B-98F3-1A2056166A59}"/>
              </a:ext>
            </a:extLst>
          </p:cNvPr>
          <p:cNvSpPr>
            <a:spLocks xmlns:a="http://schemas.openxmlformats.org/drawingml/2006/main" noGrp="1"/>
          </p:cNvSpPr>
          <p:nvPr/>
        </p:nvSpPr>
        <p:spPr>
          <a:xfrm xmlns:a="http://schemas.openxmlformats.org/drawingml/2006/main">
            <a:off x="533400" y="5057775"/>
            <a:ext cx="25146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목표 ≤10초</a:t>
            </a:r>
          </a:p>
        </p:txBody>
      </p:sp>
      <p:sp>
        <p:nvSpPr>
          <p:cNvPr id="83" name="dp44-v4-qa-detail / n78 / circle">
            <a:extLst xmlns:a="http://schemas.openxmlformats.org/drawingml/2006/main">
              <a:ext uri="{FF2B5EF4-FFF2-40B4-BE49-F238E27FC236}">
                <a16:creationId xmlns:a16="http://schemas.microsoft.com/office/drawing/2014/main" id="{73C3C7F5-4C67-4941-AEF9-F38640AE7437}"/>
              </a:ext>
            </a:extLst>
          </p:cNvPr>
          <p:cNvSpPr>
            <a:spLocks xmlns:a="http://schemas.openxmlformats.org/drawingml/2006/main" noGrp="1"/>
          </p:cNvSpPr>
          <p:nvPr/>
        </p:nvSpPr>
        <p:spPr>
          <a:xfrm xmlns:a="http://schemas.openxmlformats.org/drawingml/2006/main">
            <a:off x="3457575" y="4752975"/>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84" name="dp44-v4-qa-detail / n79 / circle">
            <a:extLst xmlns:a="http://schemas.openxmlformats.org/drawingml/2006/main">
              <a:ext uri="{FF2B5EF4-FFF2-40B4-BE49-F238E27FC236}">
                <a16:creationId xmlns:a16="http://schemas.microsoft.com/office/drawing/2014/main" id="{8C1ADB73-409B-49E0-83E6-AAB842338F8F}"/>
              </a:ext>
            </a:extLst>
          </p:cNvPr>
          <p:cNvSpPr>
            <a:spLocks xmlns:a="http://schemas.openxmlformats.org/drawingml/2006/main" noGrp="1"/>
          </p:cNvSpPr>
          <p:nvPr/>
        </p:nvSpPr>
        <p:spPr>
          <a:xfrm xmlns:a="http://schemas.openxmlformats.org/drawingml/2006/main">
            <a:off x="3667125" y="4752975"/>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85" name="dp44-v4-qa-detail / n79 / half">
            <a:extLst xmlns:a="http://schemas.openxmlformats.org/drawingml/2006/main">
              <a:ext uri="{FF2B5EF4-FFF2-40B4-BE49-F238E27FC236}">
                <a16:creationId xmlns:a16="http://schemas.microsoft.com/office/drawing/2014/main" id="{17DAD611-E6F4-4319-90D7-F370A5B7AF00}"/>
              </a:ext>
            </a:extLst>
          </p:cNvPr>
          <p:cNvSpPr>
            <a:spLocks xmlns:a="http://schemas.openxmlformats.org/drawingml/2006/main" noGrp="1"/>
          </p:cNvSpPr>
          <p:nvPr/>
        </p:nvSpPr>
        <p:spPr>
          <a:xfrm xmlns:a="http://schemas.openxmlformats.org/drawingml/2006/main">
            <a:off x="3667125" y="4752975"/>
            <a:ext cx="171450" cy="171450"/>
          </a:xfrm>
          <a:custGeom xmlns:a="http://schemas.openxmlformats.org/drawingml/2006/main">
            <a:pathLst>
              <a:path w="171450" h="171450">
                <a:moveTo>
                  <a:pt x="85725" y="0"/>
                </a:moveTo>
                <a:lnTo>
                  <a:pt x="77322" y="413"/>
                </a:lnTo>
                <a:lnTo>
                  <a:pt x="69001" y="1647"/>
                </a:lnTo>
                <a:lnTo>
                  <a:pt x="60840" y="3691"/>
                </a:lnTo>
                <a:lnTo>
                  <a:pt x="52919" y="6525"/>
                </a:lnTo>
                <a:lnTo>
                  <a:pt x="45315" y="10122"/>
                </a:lnTo>
                <a:lnTo>
                  <a:pt x="38099" y="14447"/>
                </a:lnTo>
                <a:lnTo>
                  <a:pt x="31342" y="19459"/>
                </a:lnTo>
                <a:lnTo>
                  <a:pt x="25108" y="25108"/>
                </a:lnTo>
                <a:lnTo>
                  <a:pt x="19459" y="31342"/>
                </a:lnTo>
                <a:lnTo>
                  <a:pt x="14447" y="38099"/>
                </a:lnTo>
                <a:lnTo>
                  <a:pt x="10122" y="45315"/>
                </a:lnTo>
                <a:lnTo>
                  <a:pt x="6525" y="52919"/>
                </a:lnTo>
                <a:lnTo>
                  <a:pt x="3691" y="60840"/>
                </a:lnTo>
                <a:lnTo>
                  <a:pt x="1647" y="69001"/>
                </a:lnTo>
                <a:lnTo>
                  <a:pt x="413" y="77322"/>
                </a:lnTo>
                <a:lnTo>
                  <a:pt x="0" y="85725"/>
                </a:lnTo>
                <a:lnTo>
                  <a:pt x="413" y="94128"/>
                </a:lnTo>
                <a:lnTo>
                  <a:pt x="1647" y="102449"/>
                </a:lnTo>
                <a:lnTo>
                  <a:pt x="3691" y="110610"/>
                </a:lnTo>
                <a:lnTo>
                  <a:pt x="6525" y="118531"/>
                </a:lnTo>
                <a:lnTo>
                  <a:pt x="10122" y="126135"/>
                </a:lnTo>
                <a:lnTo>
                  <a:pt x="14447" y="133351"/>
                </a:lnTo>
                <a:lnTo>
                  <a:pt x="19459" y="140108"/>
                </a:lnTo>
                <a:lnTo>
                  <a:pt x="25108" y="146342"/>
                </a:lnTo>
                <a:lnTo>
                  <a:pt x="31342" y="151991"/>
                </a:lnTo>
                <a:lnTo>
                  <a:pt x="38099" y="157003"/>
                </a:lnTo>
                <a:lnTo>
                  <a:pt x="45315" y="161328"/>
                </a:lnTo>
                <a:lnTo>
                  <a:pt x="52919" y="164925"/>
                </a:lnTo>
                <a:lnTo>
                  <a:pt x="60840" y="167759"/>
                </a:lnTo>
                <a:lnTo>
                  <a:pt x="69001" y="169803"/>
                </a:lnTo>
                <a:lnTo>
                  <a:pt x="77322" y="171037"/>
                </a:lnTo>
                <a:lnTo>
                  <a:pt x="85725" y="171450"/>
                </a:lnTo>
                <a:close/>
              </a:path>
            </a:pathLst>
          </a:custGeom>
          <a:solidFill xmlns:a="http://schemas.openxmlformats.org/drawingml/2006/main">
            <a:srgbClr val="18232E"/>
          </a:solidFill>
          <a:ln xmlns:a="http://schemas.openxmlformats.org/drawingml/2006/main" w="0">
            <a:noFill/>
          </a:ln>
        </p:spPr>
      </p:sp>
      <p:sp>
        <p:nvSpPr>
          <p:cNvPr id="86" name="dp44-v4-qa-detail / n80 / circle">
            <a:extLst xmlns:a="http://schemas.openxmlformats.org/drawingml/2006/main">
              <a:ext uri="{FF2B5EF4-FFF2-40B4-BE49-F238E27FC236}">
                <a16:creationId xmlns:a16="http://schemas.microsoft.com/office/drawing/2014/main" id="{5660CC89-1AE6-4B47-A90C-C56A819EB22D}"/>
              </a:ext>
            </a:extLst>
          </p:cNvPr>
          <p:cNvSpPr>
            <a:spLocks xmlns:a="http://schemas.openxmlformats.org/drawingml/2006/main" noGrp="1"/>
          </p:cNvSpPr>
          <p:nvPr/>
        </p:nvSpPr>
        <p:spPr>
          <a:xfrm xmlns:a="http://schemas.openxmlformats.org/drawingml/2006/main">
            <a:off x="3876675" y="4752975"/>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87" name="dp44-v4-qa-detail / n81">
            <a:extLst xmlns:a="http://schemas.openxmlformats.org/drawingml/2006/main">
              <a:ext uri="{FF2B5EF4-FFF2-40B4-BE49-F238E27FC236}">
                <a16:creationId xmlns:a16="http://schemas.microsoft.com/office/drawing/2014/main" id="{B09E6B0C-AA7C-408C-8262-B3D1BA90075D}"/>
              </a:ext>
            </a:extLst>
          </p:cNvPr>
          <p:cNvSpPr>
            <a:spLocks xmlns:a="http://schemas.openxmlformats.org/drawingml/2006/main" noGrp="1"/>
          </p:cNvSpPr>
          <p:nvPr/>
        </p:nvSpPr>
        <p:spPr>
          <a:xfrm xmlns:a="http://schemas.openxmlformats.org/drawingml/2006/main">
            <a:off x="4181475" y="4686300"/>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3점</a:t>
            </a:r>
          </a:p>
        </p:txBody>
      </p:sp>
      <p:sp>
        <p:nvSpPr>
          <p:cNvPr id="88" name="dp44-v4-qa-detail / n82">
            <a:extLst xmlns:a="http://schemas.openxmlformats.org/drawingml/2006/main">
              <a:ext uri="{FF2B5EF4-FFF2-40B4-BE49-F238E27FC236}">
                <a16:creationId xmlns:a16="http://schemas.microsoft.com/office/drawing/2014/main" id="{8FA71F0E-0CE9-4D26-A554-1CD99CE8456C}"/>
              </a:ext>
            </a:extLst>
          </p:cNvPr>
          <p:cNvSpPr>
            <a:spLocks xmlns:a="http://schemas.openxmlformats.org/drawingml/2006/main" noGrp="1"/>
          </p:cNvSpPr>
          <p:nvPr/>
        </p:nvSpPr>
        <p:spPr>
          <a:xfrm xmlns:a="http://schemas.openxmlformats.org/drawingml/2006/main">
            <a:off x="5076825" y="4667250"/>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5.600초</a:t>
            </a:r>
          </a:p>
        </p:txBody>
      </p:sp>
      <p:sp>
        <p:nvSpPr>
          <p:cNvPr id="89" name="dp44-v4-qa-detail / n83">
            <a:extLst xmlns:a="http://schemas.openxmlformats.org/drawingml/2006/main">
              <a:ext uri="{FF2B5EF4-FFF2-40B4-BE49-F238E27FC236}">
                <a16:creationId xmlns:a16="http://schemas.microsoft.com/office/drawing/2014/main" id="{428E5C03-A3E1-41DD-87D5-D3EC42910C16}"/>
              </a:ext>
            </a:extLst>
          </p:cNvPr>
          <p:cNvSpPr>
            <a:spLocks xmlns:a="http://schemas.openxmlformats.org/drawingml/2006/main" noGrp="1"/>
          </p:cNvSpPr>
          <p:nvPr/>
        </p:nvSpPr>
        <p:spPr>
          <a:xfrm xmlns:a="http://schemas.openxmlformats.org/drawingml/2006/main">
            <a:off x="3457575" y="5095875"/>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중앙 전이 6회 × 0.010초 가정</a:t>
            </a:r>
          </a:p>
        </p:txBody>
      </p:sp>
      <p:sp>
        <p:nvSpPr>
          <p:cNvPr id="90" name="dp44-v4-qa-detail / n84 / circle">
            <a:extLst xmlns:a="http://schemas.openxmlformats.org/drawingml/2006/main">
              <a:ext uri="{FF2B5EF4-FFF2-40B4-BE49-F238E27FC236}">
                <a16:creationId xmlns:a16="http://schemas.microsoft.com/office/drawing/2014/main" id="{A0425D93-6361-4930-9517-FC8D83E980C8}"/>
              </a:ext>
            </a:extLst>
          </p:cNvPr>
          <p:cNvSpPr>
            <a:spLocks xmlns:a="http://schemas.openxmlformats.org/drawingml/2006/main" noGrp="1"/>
          </p:cNvSpPr>
          <p:nvPr/>
        </p:nvSpPr>
        <p:spPr>
          <a:xfrm xmlns:a="http://schemas.openxmlformats.org/drawingml/2006/main">
            <a:off x="9648825" y="4752975"/>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91" name="dp44-v4-qa-detail / n85 / circle">
            <a:extLst xmlns:a="http://schemas.openxmlformats.org/drawingml/2006/main">
              <a:ext uri="{FF2B5EF4-FFF2-40B4-BE49-F238E27FC236}">
                <a16:creationId xmlns:a16="http://schemas.microsoft.com/office/drawing/2014/main" id="{E2C62AF3-5B83-4335-A99B-CCF96EF8BFCD}"/>
              </a:ext>
            </a:extLst>
          </p:cNvPr>
          <p:cNvSpPr>
            <a:spLocks xmlns:a="http://schemas.openxmlformats.org/drawingml/2006/main" noGrp="1"/>
          </p:cNvSpPr>
          <p:nvPr/>
        </p:nvSpPr>
        <p:spPr>
          <a:xfrm xmlns:a="http://schemas.openxmlformats.org/drawingml/2006/main">
            <a:off x="9858375" y="4752975"/>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92" name="dp44-v4-qa-detail / n85 / half">
            <a:extLst xmlns:a="http://schemas.openxmlformats.org/drawingml/2006/main">
              <a:ext uri="{FF2B5EF4-FFF2-40B4-BE49-F238E27FC236}">
                <a16:creationId xmlns:a16="http://schemas.microsoft.com/office/drawing/2014/main" id="{DF1BA87B-4D09-44FC-A54F-070E10222318}"/>
              </a:ext>
            </a:extLst>
          </p:cNvPr>
          <p:cNvSpPr>
            <a:spLocks xmlns:a="http://schemas.openxmlformats.org/drawingml/2006/main" noGrp="1"/>
          </p:cNvSpPr>
          <p:nvPr/>
        </p:nvSpPr>
        <p:spPr>
          <a:xfrm xmlns:a="http://schemas.openxmlformats.org/drawingml/2006/main">
            <a:off x="9858375" y="4752975"/>
            <a:ext cx="171450" cy="171450"/>
          </a:xfrm>
          <a:custGeom xmlns:a="http://schemas.openxmlformats.org/drawingml/2006/main">
            <a:pathLst>
              <a:path w="171450" h="171450">
                <a:moveTo>
                  <a:pt x="85725" y="0"/>
                </a:moveTo>
                <a:lnTo>
                  <a:pt x="77322" y="413"/>
                </a:lnTo>
                <a:lnTo>
                  <a:pt x="69001" y="1647"/>
                </a:lnTo>
                <a:lnTo>
                  <a:pt x="60840" y="3691"/>
                </a:lnTo>
                <a:lnTo>
                  <a:pt x="52919" y="6525"/>
                </a:lnTo>
                <a:lnTo>
                  <a:pt x="45315" y="10122"/>
                </a:lnTo>
                <a:lnTo>
                  <a:pt x="38099" y="14447"/>
                </a:lnTo>
                <a:lnTo>
                  <a:pt x="31342" y="19459"/>
                </a:lnTo>
                <a:lnTo>
                  <a:pt x="25108" y="25108"/>
                </a:lnTo>
                <a:lnTo>
                  <a:pt x="19459" y="31342"/>
                </a:lnTo>
                <a:lnTo>
                  <a:pt x="14447" y="38099"/>
                </a:lnTo>
                <a:lnTo>
                  <a:pt x="10122" y="45315"/>
                </a:lnTo>
                <a:lnTo>
                  <a:pt x="6525" y="52919"/>
                </a:lnTo>
                <a:lnTo>
                  <a:pt x="3691" y="60840"/>
                </a:lnTo>
                <a:lnTo>
                  <a:pt x="1647" y="69001"/>
                </a:lnTo>
                <a:lnTo>
                  <a:pt x="413" y="77322"/>
                </a:lnTo>
                <a:lnTo>
                  <a:pt x="0" y="85725"/>
                </a:lnTo>
                <a:lnTo>
                  <a:pt x="413" y="94128"/>
                </a:lnTo>
                <a:lnTo>
                  <a:pt x="1647" y="102449"/>
                </a:lnTo>
                <a:lnTo>
                  <a:pt x="3691" y="110610"/>
                </a:lnTo>
                <a:lnTo>
                  <a:pt x="6525" y="118531"/>
                </a:lnTo>
                <a:lnTo>
                  <a:pt x="10122" y="126135"/>
                </a:lnTo>
                <a:lnTo>
                  <a:pt x="14447" y="133351"/>
                </a:lnTo>
                <a:lnTo>
                  <a:pt x="19459" y="140108"/>
                </a:lnTo>
                <a:lnTo>
                  <a:pt x="25108" y="146342"/>
                </a:lnTo>
                <a:lnTo>
                  <a:pt x="31342" y="151991"/>
                </a:lnTo>
                <a:lnTo>
                  <a:pt x="38099" y="157003"/>
                </a:lnTo>
                <a:lnTo>
                  <a:pt x="45315" y="161328"/>
                </a:lnTo>
                <a:lnTo>
                  <a:pt x="52919" y="164925"/>
                </a:lnTo>
                <a:lnTo>
                  <a:pt x="60840" y="167759"/>
                </a:lnTo>
                <a:lnTo>
                  <a:pt x="69001" y="169803"/>
                </a:lnTo>
                <a:lnTo>
                  <a:pt x="77322" y="171037"/>
                </a:lnTo>
                <a:lnTo>
                  <a:pt x="85725" y="171450"/>
                </a:lnTo>
                <a:close/>
              </a:path>
            </a:pathLst>
          </a:custGeom>
          <a:solidFill xmlns:a="http://schemas.openxmlformats.org/drawingml/2006/main">
            <a:srgbClr val="18232E"/>
          </a:solidFill>
          <a:ln xmlns:a="http://schemas.openxmlformats.org/drawingml/2006/main" w="0">
            <a:noFill/>
          </a:ln>
        </p:spPr>
      </p:sp>
      <p:sp>
        <p:nvSpPr>
          <p:cNvPr id="93" name="dp44-v4-qa-detail / n86 / circle">
            <a:extLst xmlns:a="http://schemas.openxmlformats.org/drawingml/2006/main">
              <a:ext uri="{FF2B5EF4-FFF2-40B4-BE49-F238E27FC236}">
                <a16:creationId xmlns:a16="http://schemas.microsoft.com/office/drawing/2014/main" id="{7BED0D19-885B-4661-8C1D-6A8F5E2E8317}"/>
              </a:ext>
            </a:extLst>
          </p:cNvPr>
          <p:cNvSpPr>
            <a:spLocks xmlns:a="http://schemas.openxmlformats.org/drawingml/2006/main" noGrp="1"/>
          </p:cNvSpPr>
          <p:nvPr/>
        </p:nvSpPr>
        <p:spPr>
          <a:xfrm xmlns:a="http://schemas.openxmlformats.org/drawingml/2006/main">
            <a:off x="10067925" y="4752975"/>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94" name="dp44-v4-qa-detail / n87">
            <a:extLst xmlns:a="http://schemas.openxmlformats.org/drawingml/2006/main">
              <a:ext uri="{FF2B5EF4-FFF2-40B4-BE49-F238E27FC236}">
                <a16:creationId xmlns:a16="http://schemas.microsoft.com/office/drawing/2014/main" id="{25FB72E2-8F5F-42C0-9153-9CD8135A73B4}"/>
              </a:ext>
            </a:extLst>
          </p:cNvPr>
          <p:cNvSpPr>
            <a:spLocks xmlns:a="http://schemas.openxmlformats.org/drawingml/2006/main" noGrp="1"/>
          </p:cNvSpPr>
          <p:nvPr/>
        </p:nvSpPr>
        <p:spPr>
          <a:xfrm xmlns:a="http://schemas.openxmlformats.org/drawingml/2006/main">
            <a:off x="10372725" y="4686300"/>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3점</a:t>
            </a:r>
          </a:p>
        </p:txBody>
      </p:sp>
      <p:sp>
        <p:nvSpPr>
          <p:cNvPr id="95" name="dp44-v4-qa-detail / n88">
            <a:extLst xmlns:a="http://schemas.openxmlformats.org/drawingml/2006/main">
              <a:ext uri="{FF2B5EF4-FFF2-40B4-BE49-F238E27FC236}">
                <a16:creationId xmlns:a16="http://schemas.microsoft.com/office/drawing/2014/main" id="{D3B4A3B6-90B4-4DF0-93B8-7E73DE8E69FB}"/>
              </a:ext>
            </a:extLst>
          </p:cNvPr>
          <p:cNvSpPr>
            <a:spLocks xmlns:a="http://schemas.openxmlformats.org/drawingml/2006/main" noGrp="1"/>
          </p:cNvSpPr>
          <p:nvPr/>
        </p:nvSpPr>
        <p:spPr>
          <a:xfrm xmlns:a="http://schemas.openxmlformats.org/drawingml/2006/main">
            <a:off x="11268075" y="4667250"/>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5.590초</a:t>
            </a:r>
          </a:p>
        </p:txBody>
      </p:sp>
      <p:sp>
        <p:nvSpPr>
          <p:cNvPr id="96" name="dp44-v4-qa-detail / n89">
            <a:extLst xmlns:a="http://schemas.openxmlformats.org/drawingml/2006/main">
              <a:ext uri="{FF2B5EF4-FFF2-40B4-BE49-F238E27FC236}">
                <a16:creationId xmlns:a16="http://schemas.microsoft.com/office/drawing/2014/main" id="{320FF90E-2EC6-4CEC-9278-111420DCD8A2}"/>
              </a:ext>
            </a:extLst>
          </p:cNvPr>
          <p:cNvSpPr>
            <a:spLocks xmlns:a="http://schemas.openxmlformats.org/drawingml/2006/main" noGrp="1"/>
          </p:cNvSpPr>
          <p:nvPr/>
        </p:nvSpPr>
        <p:spPr>
          <a:xfrm xmlns:a="http://schemas.openxmlformats.org/drawingml/2006/main">
            <a:off x="9648825" y="5095875"/>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전이 6회 × 0.005초 + Join 0.020초 가정</a:t>
            </a:r>
          </a:p>
        </p:txBody>
      </p:sp>
      <p:sp>
        <p:nvSpPr>
          <p:cNvPr id="97" name="dp44-v4-qa-detail / n90">
            <a:extLst xmlns:a="http://schemas.openxmlformats.org/drawingml/2006/main">
              <a:ext uri="{FF2B5EF4-FFF2-40B4-BE49-F238E27FC236}">
                <a16:creationId xmlns:a16="http://schemas.microsoft.com/office/drawing/2014/main" id="{266D14F1-C7DB-41A5-BFDF-B8EA033245EA}"/>
              </a:ext>
            </a:extLst>
          </p:cNvPr>
          <p:cNvSpPr>
            <a:spLocks xmlns:a="http://schemas.openxmlformats.org/drawingml/2006/main" noGrp="1"/>
          </p:cNvSpPr>
          <p:nvPr/>
        </p:nvSpPr>
        <p:spPr>
          <a:xfrm xmlns:a="http://schemas.openxmlformats.org/drawingml/2006/main">
            <a:off x="15801975" y="4743450"/>
            <a:ext cx="1952625"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0.010초</a:t>
            </a:r>
          </a:p>
        </p:txBody>
      </p:sp>
      <p:sp>
        <p:nvSpPr>
          <p:cNvPr id="98" name="dp44-v4-qa-detail / n91">
            <a:extLst xmlns:a="http://schemas.openxmlformats.org/drawingml/2006/main">
              <a:ext uri="{FF2B5EF4-FFF2-40B4-BE49-F238E27FC236}">
                <a16:creationId xmlns:a16="http://schemas.microsoft.com/office/drawing/2014/main" id="{EF2FDA3C-DC60-47AF-A7CE-8786645E2026}"/>
              </a:ext>
            </a:extLst>
          </p:cNvPr>
          <p:cNvSpPr>
            <a:spLocks xmlns:a="http://schemas.openxmlformats.org/drawingml/2006/main" noGrp="1"/>
          </p:cNvSpPr>
          <p:nvPr/>
        </p:nvSpPr>
        <p:spPr>
          <a:xfrm xmlns:a="http://schemas.openxmlformats.org/drawingml/2006/main">
            <a:off x="15801975" y="5124450"/>
            <a:ext cx="1952625"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차이 기준 미만</a:t>
            </a:r>
          </a:p>
        </p:txBody>
      </p:sp>
      <p:sp>
        <p:nvSpPr>
          <p:cNvPr id="99" name="dp44-v4-qa-detail / n92">
            <a:extLst xmlns:a="http://schemas.openxmlformats.org/drawingml/2006/main">
              <a:ext uri="{FF2B5EF4-FFF2-40B4-BE49-F238E27FC236}">
                <a16:creationId xmlns:a16="http://schemas.microsoft.com/office/drawing/2014/main" id="{D1055731-E937-4FB2-93BB-009D4FD28A0A}"/>
              </a:ext>
            </a:extLst>
          </p:cNvPr>
          <p:cNvSpPr>
            <a:spLocks xmlns:a="http://schemas.openxmlformats.org/drawingml/2006/main" noGrp="1"/>
          </p:cNvSpPr>
          <p:nvPr/>
        </p:nvSpPr>
        <p:spPr>
          <a:xfrm xmlns:a="http://schemas.openxmlformats.org/drawingml/2006/main">
            <a:off x="15801975" y="5353050"/>
            <a:ext cx="1952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기준 0.50초</a:t>
            </a:r>
          </a:p>
        </p:txBody>
      </p:sp>
      <p:sp>
        <p:nvSpPr>
          <p:cNvPr id="100" name="dp44-v4-qa-detail / n93">
            <a:extLst xmlns:a="http://schemas.openxmlformats.org/drawingml/2006/main">
              <a:ext uri="{FF2B5EF4-FFF2-40B4-BE49-F238E27FC236}">
                <a16:creationId xmlns:a16="http://schemas.microsoft.com/office/drawing/2014/main" id="{4F0FC690-2803-439B-8003-9CF3AD5ED8E2}"/>
              </a:ext>
            </a:extLst>
          </p:cNvPr>
          <p:cNvSpPr>
            <a:spLocks xmlns:a="http://schemas.openxmlformats.org/drawingml/2006/main" noGrp="1"/>
          </p:cNvSpPr>
          <p:nvPr/>
        </p:nvSpPr>
        <p:spPr>
          <a:xfrm xmlns:a="http://schemas.openxmlformats.org/drawingml/2006/main">
            <a:off x="381000" y="65913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101" name="dp44-v4-qa-detail / n94">
            <a:extLst xmlns:a="http://schemas.openxmlformats.org/drawingml/2006/main">
              <a:ext uri="{FF2B5EF4-FFF2-40B4-BE49-F238E27FC236}">
                <a16:creationId xmlns:a16="http://schemas.microsoft.com/office/drawing/2014/main" id="{97839A44-8122-4741-B85B-7BC9C0714506}"/>
              </a:ext>
            </a:extLst>
          </p:cNvPr>
          <p:cNvSpPr>
            <a:spLocks xmlns:a="http://schemas.openxmlformats.org/drawingml/2006/main" noGrp="1"/>
          </p:cNvSpPr>
          <p:nvPr/>
        </p:nvSpPr>
        <p:spPr>
          <a:xfrm xmlns:a="http://schemas.openxmlformats.org/drawingml/2006/main">
            <a:off x="533400" y="5695950"/>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04  VIA 모델 사용 비용</a:t>
            </a:r>
          </a:p>
        </p:txBody>
      </p:sp>
      <p:sp>
        <p:nvSpPr>
          <p:cNvPr id="102" name="dp44-v4-qa-detail / n95">
            <a:extLst xmlns:a="http://schemas.openxmlformats.org/drawingml/2006/main">
              <a:ext uri="{FF2B5EF4-FFF2-40B4-BE49-F238E27FC236}">
                <a16:creationId xmlns:a16="http://schemas.microsoft.com/office/drawing/2014/main" id="{8A7FBB2A-CFD9-4DBF-9548-741B2586BBAE}"/>
              </a:ext>
            </a:extLst>
          </p:cNvPr>
          <p:cNvSpPr>
            <a:spLocks xmlns:a="http://schemas.openxmlformats.org/drawingml/2006/main" noGrp="1"/>
          </p:cNvSpPr>
          <p:nvPr/>
        </p:nvSpPr>
        <p:spPr>
          <a:xfrm xmlns:a="http://schemas.openxmlformats.org/drawingml/2006/main">
            <a:off x="533400" y="6057900"/>
            <a:ext cx="25146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목표 ≤$1.50/W100</a:t>
            </a:r>
          </a:p>
        </p:txBody>
      </p:sp>
      <p:sp>
        <p:nvSpPr>
          <p:cNvPr id="103" name="dp44-v4-qa-detail / n96 / circle">
            <a:extLst xmlns:a="http://schemas.openxmlformats.org/drawingml/2006/main">
              <a:ext uri="{FF2B5EF4-FFF2-40B4-BE49-F238E27FC236}">
                <a16:creationId xmlns:a16="http://schemas.microsoft.com/office/drawing/2014/main" id="{4BF944A1-F783-47A8-A220-D2F98CD6197F}"/>
              </a:ext>
            </a:extLst>
          </p:cNvPr>
          <p:cNvSpPr>
            <a:spLocks xmlns:a="http://schemas.openxmlformats.org/drawingml/2006/main" noGrp="1"/>
          </p:cNvSpPr>
          <p:nvPr/>
        </p:nvSpPr>
        <p:spPr>
          <a:xfrm xmlns:a="http://schemas.openxmlformats.org/drawingml/2006/main">
            <a:off x="3457575" y="5753100"/>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04" name="dp44-v4-qa-detail / n97 / circle">
            <a:extLst xmlns:a="http://schemas.openxmlformats.org/drawingml/2006/main">
              <a:ext uri="{FF2B5EF4-FFF2-40B4-BE49-F238E27FC236}">
                <a16:creationId xmlns:a16="http://schemas.microsoft.com/office/drawing/2014/main" id="{DA18DC41-304D-4391-AF5D-0199A33A423A}"/>
              </a:ext>
            </a:extLst>
          </p:cNvPr>
          <p:cNvSpPr>
            <a:spLocks xmlns:a="http://schemas.openxmlformats.org/drawingml/2006/main" noGrp="1"/>
          </p:cNvSpPr>
          <p:nvPr/>
        </p:nvSpPr>
        <p:spPr>
          <a:xfrm xmlns:a="http://schemas.openxmlformats.org/drawingml/2006/main">
            <a:off x="3667125" y="5753100"/>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05" name="dp44-v4-qa-detail / n98 / circle">
            <a:extLst xmlns:a="http://schemas.openxmlformats.org/drawingml/2006/main">
              <a:ext uri="{FF2B5EF4-FFF2-40B4-BE49-F238E27FC236}">
                <a16:creationId xmlns:a16="http://schemas.microsoft.com/office/drawing/2014/main" id="{EE490223-AF47-4634-A0D5-B621A9DFE6C5}"/>
              </a:ext>
            </a:extLst>
          </p:cNvPr>
          <p:cNvSpPr>
            <a:spLocks xmlns:a="http://schemas.openxmlformats.org/drawingml/2006/main" noGrp="1"/>
          </p:cNvSpPr>
          <p:nvPr/>
        </p:nvSpPr>
        <p:spPr>
          <a:xfrm xmlns:a="http://schemas.openxmlformats.org/drawingml/2006/main">
            <a:off x="3876675" y="5753100"/>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06" name="dp44-v4-qa-detail / n99">
            <a:extLst xmlns:a="http://schemas.openxmlformats.org/drawingml/2006/main">
              <a:ext uri="{FF2B5EF4-FFF2-40B4-BE49-F238E27FC236}">
                <a16:creationId xmlns:a16="http://schemas.microsoft.com/office/drawing/2014/main" id="{614FABEF-7CD9-4466-9BED-CA1EB8BD554A}"/>
              </a:ext>
            </a:extLst>
          </p:cNvPr>
          <p:cNvSpPr>
            <a:spLocks xmlns:a="http://schemas.openxmlformats.org/drawingml/2006/main" noGrp="1"/>
          </p:cNvSpPr>
          <p:nvPr/>
        </p:nvSpPr>
        <p:spPr>
          <a:xfrm xmlns:a="http://schemas.openxmlformats.org/drawingml/2006/main">
            <a:off x="4181475" y="5686425"/>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2점</a:t>
            </a:r>
          </a:p>
        </p:txBody>
      </p:sp>
      <p:sp>
        <p:nvSpPr>
          <p:cNvPr id="107" name="dp44-v4-qa-detail / n100">
            <a:extLst xmlns:a="http://schemas.openxmlformats.org/drawingml/2006/main">
              <a:ext uri="{FF2B5EF4-FFF2-40B4-BE49-F238E27FC236}">
                <a16:creationId xmlns:a16="http://schemas.microsoft.com/office/drawing/2014/main" id="{B696B93E-D12C-4DBB-9324-25A84332461E}"/>
              </a:ext>
            </a:extLst>
          </p:cNvPr>
          <p:cNvSpPr>
            <a:spLocks xmlns:a="http://schemas.openxmlformats.org/drawingml/2006/main" noGrp="1"/>
          </p:cNvSpPr>
          <p:nvPr/>
        </p:nvSpPr>
        <p:spPr>
          <a:xfrm xmlns:a="http://schemas.openxmlformats.org/drawingml/2006/main">
            <a:off x="5076825" y="5667375"/>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$1.1867</a:t>
            </a:r>
          </a:p>
        </p:txBody>
      </p:sp>
      <p:sp>
        <p:nvSpPr>
          <p:cNvPr id="108" name="dp44-v4-qa-detail / n101">
            <a:extLst xmlns:a="http://schemas.openxmlformats.org/drawingml/2006/main">
              <a:ext uri="{FF2B5EF4-FFF2-40B4-BE49-F238E27FC236}">
                <a16:creationId xmlns:a16="http://schemas.microsoft.com/office/drawing/2014/main" id="{79591D85-75EE-45E9-8B90-B62AD2A1EB2B}"/>
              </a:ext>
            </a:extLst>
          </p:cNvPr>
          <p:cNvSpPr>
            <a:spLocks xmlns:a="http://schemas.openxmlformats.org/drawingml/2006/main" noGrp="1"/>
          </p:cNvSpPr>
          <p:nvPr/>
        </p:nvSpPr>
        <p:spPr>
          <a:xfrm xmlns:a="http://schemas.openxmlformats.org/drawingml/2006/main">
            <a:off x="3457575" y="6096000"/>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같은 의미 판단과 응답 준비 호출</a:t>
            </a:r>
          </a:p>
        </p:txBody>
      </p:sp>
      <p:sp>
        <p:nvSpPr>
          <p:cNvPr id="109" name="dp44-v4-qa-detail / n102 / circle">
            <a:extLst xmlns:a="http://schemas.openxmlformats.org/drawingml/2006/main">
              <a:ext uri="{FF2B5EF4-FFF2-40B4-BE49-F238E27FC236}">
                <a16:creationId xmlns:a16="http://schemas.microsoft.com/office/drawing/2014/main" id="{78AA9AC4-F8CD-4983-87E0-7A3049BE372B}"/>
              </a:ext>
            </a:extLst>
          </p:cNvPr>
          <p:cNvSpPr>
            <a:spLocks xmlns:a="http://schemas.openxmlformats.org/drawingml/2006/main" noGrp="1"/>
          </p:cNvSpPr>
          <p:nvPr/>
        </p:nvSpPr>
        <p:spPr>
          <a:xfrm xmlns:a="http://schemas.openxmlformats.org/drawingml/2006/main">
            <a:off x="9648825" y="5753100"/>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10" name="dp44-v4-qa-detail / n103 / circle">
            <a:extLst xmlns:a="http://schemas.openxmlformats.org/drawingml/2006/main">
              <a:ext uri="{FF2B5EF4-FFF2-40B4-BE49-F238E27FC236}">
                <a16:creationId xmlns:a16="http://schemas.microsoft.com/office/drawing/2014/main" id="{C95261A7-F868-4E2F-BC5C-8CB44C1DE33D}"/>
              </a:ext>
            </a:extLst>
          </p:cNvPr>
          <p:cNvSpPr>
            <a:spLocks xmlns:a="http://schemas.openxmlformats.org/drawingml/2006/main" noGrp="1"/>
          </p:cNvSpPr>
          <p:nvPr/>
        </p:nvSpPr>
        <p:spPr>
          <a:xfrm xmlns:a="http://schemas.openxmlformats.org/drawingml/2006/main">
            <a:off x="9858375" y="5753100"/>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11" name="dp44-v4-qa-detail / n104 / circle">
            <a:extLst xmlns:a="http://schemas.openxmlformats.org/drawingml/2006/main">
              <a:ext uri="{FF2B5EF4-FFF2-40B4-BE49-F238E27FC236}">
                <a16:creationId xmlns:a16="http://schemas.microsoft.com/office/drawing/2014/main" id="{8FB5E191-CD8F-4CFE-B699-5D4922063618}"/>
              </a:ext>
            </a:extLst>
          </p:cNvPr>
          <p:cNvSpPr>
            <a:spLocks xmlns:a="http://schemas.openxmlformats.org/drawingml/2006/main" noGrp="1"/>
          </p:cNvSpPr>
          <p:nvPr/>
        </p:nvSpPr>
        <p:spPr>
          <a:xfrm xmlns:a="http://schemas.openxmlformats.org/drawingml/2006/main">
            <a:off x="10067925" y="5753100"/>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12" name="dp44-v4-qa-detail / n105">
            <a:extLst xmlns:a="http://schemas.openxmlformats.org/drawingml/2006/main">
              <a:ext uri="{FF2B5EF4-FFF2-40B4-BE49-F238E27FC236}">
                <a16:creationId xmlns:a16="http://schemas.microsoft.com/office/drawing/2014/main" id="{7359DD74-5BAC-46FB-88A4-DD02601FC4B1}"/>
              </a:ext>
            </a:extLst>
          </p:cNvPr>
          <p:cNvSpPr>
            <a:spLocks xmlns:a="http://schemas.openxmlformats.org/drawingml/2006/main" noGrp="1"/>
          </p:cNvSpPr>
          <p:nvPr/>
        </p:nvSpPr>
        <p:spPr>
          <a:xfrm xmlns:a="http://schemas.openxmlformats.org/drawingml/2006/main">
            <a:off x="10372725" y="5686425"/>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2점</a:t>
            </a:r>
          </a:p>
        </p:txBody>
      </p:sp>
      <p:sp>
        <p:nvSpPr>
          <p:cNvPr id="113" name="dp44-v4-qa-detail / n106">
            <a:extLst xmlns:a="http://schemas.openxmlformats.org/drawingml/2006/main">
              <a:ext uri="{FF2B5EF4-FFF2-40B4-BE49-F238E27FC236}">
                <a16:creationId xmlns:a16="http://schemas.microsoft.com/office/drawing/2014/main" id="{6B612470-41FC-4B48-8F97-E98FDBCA4A35}"/>
              </a:ext>
            </a:extLst>
          </p:cNvPr>
          <p:cNvSpPr>
            <a:spLocks xmlns:a="http://schemas.openxmlformats.org/drawingml/2006/main" noGrp="1"/>
          </p:cNvSpPr>
          <p:nvPr/>
        </p:nvSpPr>
        <p:spPr>
          <a:xfrm xmlns:a="http://schemas.openxmlformats.org/drawingml/2006/main">
            <a:off x="11268075" y="5667375"/>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$1.1867</a:t>
            </a:r>
          </a:p>
        </p:txBody>
      </p:sp>
      <p:sp>
        <p:nvSpPr>
          <p:cNvPr id="114" name="dp44-v4-qa-detail / n107">
            <a:extLst xmlns:a="http://schemas.openxmlformats.org/drawingml/2006/main">
              <a:ext uri="{FF2B5EF4-FFF2-40B4-BE49-F238E27FC236}">
                <a16:creationId xmlns:a16="http://schemas.microsoft.com/office/drawing/2014/main" id="{786A988B-23D8-446C-AB72-877418EC012D}"/>
              </a:ext>
            </a:extLst>
          </p:cNvPr>
          <p:cNvSpPr>
            <a:spLocks xmlns:a="http://schemas.openxmlformats.org/drawingml/2006/main" noGrp="1"/>
          </p:cNvSpPr>
          <p:nvPr/>
        </p:nvSpPr>
        <p:spPr>
          <a:xfrm xmlns:a="http://schemas.openxmlformats.org/drawingml/2006/main">
            <a:off x="9648825" y="6096000"/>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같은 모델 작업</a:t>
            </a:r>
          </a:p>
        </p:txBody>
      </p:sp>
      <p:sp>
        <p:nvSpPr>
          <p:cNvPr id="115" name="dp44-v4-qa-detail / n108">
            <a:extLst xmlns:a="http://schemas.openxmlformats.org/drawingml/2006/main">
              <a:ext uri="{FF2B5EF4-FFF2-40B4-BE49-F238E27FC236}">
                <a16:creationId xmlns:a16="http://schemas.microsoft.com/office/drawing/2014/main" id="{EB7CFAD7-437A-4B7E-BC82-86A94587335E}"/>
              </a:ext>
            </a:extLst>
          </p:cNvPr>
          <p:cNvSpPr>
            <a:spLocks xmlns:a="http://schemas.openxmlformats.org/drawingml/2006/main" noGrp="1"/>
          </p:cNvSpPr>
          <p:nvPr/>
        </p:nvSpPr>
        <p:spPr>
          <a:xfrm xmlns:a="http://schemas.openxmlformats.org/drawingml/2006/main">
            <a:off x="9648825" y="6334125"/>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폐기와 재시도 동일 가정</a:t>
            </a:r>
          </a:p>
        </p:txBody>
      </p:sp>
      <p:sp>
        <p:nvSpPr>
          <p:cNvPr id="116" name="dp44-v4-qa-detail / n109">
            <a:extLst xmlns:a="http://schemas.openxmlformats.org/drawingml/2006/main">
              <a:ext uri="{FF2B5EF4-FFF2-40B4-BE49-F238E27FC236}">
                <a16:creationId xmlns:a16="http://schemas.microsoft.com/office/drawing/2014/main" id="{3222FCCD-7915-48F9-B571-96EEEA9B2DF9}"/>
              </a:ext>
            </a:extLst>
          </p:cNvPr>
          <p:cNvSpPr>
            <a:spLocks xmlns:a="http://schemas.openxmlformats.org/drawingml/2006/main" noGrp="1"/>
          </p:cNvSpPr>
          <p:nvPr/>
        </p:nvSpPr>
        <p:spPr>
          <a:xfrm xmlns:a="http://schemas.openxmlformats.org/drawingml/2006/main">
            <a:off x="15801975" y="5743575"/>
            <a:ext cx="1952625"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0.0000USD</a:t>
            </a:r>
          </a:p>
        </p:txBody>
      </p:sp>
      <p:sp>
        <p:nvSpPr>
          <p:cNvPr id="117" name="dp44-v4-qa-detail / n110">
            <a:extLst xmlns:a="http://schemas.openxmlformats.org/drawingml/2006/main">
              <a:ext uri="{FF2B5EF4-FFF2-40B4-BE49-F238E27FC236}">
                <a16:creationId xmlns:a16="http://schemas.microsoft.com/office/drawing/2014/main" id="{5AB7C9A9-9A39-4B1C-A6DD-AB8DDDEAA548}"/>
              </a:ext>
            </a:extLst>
          </p:cNvPr>
          <p:cNvSpPr>
            <a:spLocks xmlns:a="http://schemas.openxmlformats.org/drawingml/2006/main" noGrp="1"/>
          </p:cNvSpPr>
          <p:nvPr/>
        </p:nvSpPr>
        <p:spPr>
          <a:xfrm xmlns:a="http://schemas.openxmlformats.org/drawingml/2006/main">
            <a:off x="15801975" y="6124575"/>
            <a:ext cx="1952625"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같은 가정값</a:t>
            </a:r>
          </a:p>
        </p:txBody>
      </p:sp>
      <p:sp>
        <p:nvSpPr>
          <p:cNvPr id="118" name="dp44-v4-qa-detail / n111">
            <a:extLst xmlns:a="http://schemas.openxmlformats.org/drawingml/2006/main">
              <a:ext uri="{FF2B5EF4-FFF2-40B4-BE49-F238E27FC236}">
                <a16:creationId xmlns:a16="http://schemas.microsoft.com/office/drawing/2014/main" id="{165C32B3-E841-4799-8E9A-262F6AB677EA}"/>
              </a:ext>
            </a:extLst>
          </p:cNvPr>
          <p:cNvSpPr>
            <a:spLocks xmlns:a="http://schemas.openxmlformats.org/drawingml/2006/main" noGrp="1"/>
          </p:cNvSpPr>
          <p:nvPr/>
        </p:nvSpPr>
        <p:spPr>
          <a:xfrm xmlns:a="http://schemas.openxmlformats.org/drawingml/2006/main">
            <a:off x="15801975" y="6353175"/>
            <a:ext cx="1952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기준 0.15USD</a:t>
            </a:r>
          </a:p>
        </p:txBody>
      </p:sp>
      <p:sp>
        <p:nvSpPr>
          <p:cNvPr id="119" name="dp44-v4-qa-detail / n112">
            <a:extLst xmlns:a="http://schemas.openxmlformats.org/drawingml/2006/main">
              <a:ext uri="{FF2B5EF4-FFF2-40B4-BE49-F238E27FC236}">
                <a16:creationId xmlns:a16="http://schemas.microsoft.com/office/drawing/2014/main" id="{0E5F17CB-8AFB-4443-8C9E-6FADCC976C61}"/>
              </a:ext>
            </a:extLst>
          </p:cNvPr>
          <p:cNvSpPr>
            <a:spLocks xmlns:a="http://schemas.openxmlformats.org/drawingml/2006/main" noGrp="1"/>
          </p:cNvSpPr>
          <p:nvPr/>
        </p:nvSpPr>
        <p:spPr>
          <a:xfrm xmlns:a="http://schemas.openxmlformats.org/drawingml/2006/main">
            <a:off x="381000" y="75914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120" name="dp44-v4-qa-detail / n113">
            <a:extLst xmlns:a="http://schemas.openxmlformats.org/drawingml/2006/main">
              <a:ext uri="{FF2B5EF4-FFF2-40B4-BE49-F238E27FC236}">
                <a16:creationId xmlns:a16="http://schemas.microsoft.com/office/drawing/2014/main" id="{1394CA65-DE85-4F05-A595-C2A4F4728B1F}"/>
              </a:ext>
            </a:extLst>
          </p:cNvPr>
          <p:cNvSpPr>
            <a:spLocks xmlns:a="http://schemas.openxmlformats.org/drawingml/2006/main" noGrp="1"/>
          </p:cNvSpPr>
          <p:nvPr/>
        </p:nvSpPr>
        <p:spPr>
          <a:xfrm xmlns:a="http://schemas.openxmlformats.org/drawingml/2006/main">
            <a:off x="533400" y="6696075"/>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05  VIA 변경 용이성</a:t>
            </a:r>
          </a:p>
        </p:txBody>
      </p:sp>
      <p:sp>
        <p:nvSpPr>
          <p:cNvPr id="121" name="dp44-v4-qa-detail / n114">
            <a:extLst xmlns:a="http://schemas.openxmlformats.org/drawingml/2006/main">
              <a:ext uri="{FF2B5EF4-FFF2-40B4-BE49-F238E27FC236}">
                <a16:creationId xmlns:a16="http://schemas.microsoft.com/office/drawing/2014/main" id="{3702E4F3-A702-4241-A65A-08EA0BBE1E39}"/>
              </a:ext>
            </a:extLst>
          </p:cNvPr>
          <p:cNvSpPr>
            <a:spLocks xmlns:a="http://schemas.openxmlformats.org/drawingml/2006/main" noGrp="1"/>
          </p:cNvSpPr>
          <p:nvPr/>
        </p:nvSpPr>
        <p:spPr>
          <a:xfrm xmlns:a="http://schemas.openxmlformats.org/drawingml/2006/main">
            <a:off x="533400" y="7058025"/>
            <a:ext cx="25146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목표 ≤3개 / 과제</a:t>
            </a:r>
          </a:p>
        </p:txBody>
      </p:sp>
      <p:sp>
        <p:nvSpPr>
          <p:cNvPr id="122" name="dp44-v4-qa-detail / n115 / circle">
            <a:extLst xmlns:a="http://schemas.openxmlformats.org/drawingml/2006/main">
              <a:ext uri="{FF2B5EF4-FFF2-40B4-BE49-F238E27FC236}">
                <a16:creationId xmlns:a16="http://schemas.microsoft.com/office/drawing/2014/main" id="{6437B03F-2FDE-4A96-B44F-A6C0904CB934}"/>
              </a:ext>
            </a:extLst>
          </p:cNvPr>
          <p:cNvSpPr>
            <a:spLocks xmlns:a="http://schemas.openxmlformats.org/drawingml/2006/main" noGrp="1"/>
          </p:cNvSpPr>
          <p:nvPr/>
        </p:nvSpPr>
        <p:spPr>
          <a:xfrm xmlns:a="http://schemas.openxmlformats.org/drawingml/2006/main">
            <a:off x="3457575" y="6753225"/>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23" name="dp44-v4-qa-detail / n116 / circle">
            <a:extLst xmlns:a="http://schemas.openxmlformats.org/drawingml/2006/main">
              <a:ext uri="{FF2B5EF4-FFF2-40B4-BE49-F238E27FC236}">
                <a16:creationId xmlns:a16="http://schemas.microsoft.com/office/drawing/2014/main" id="{D000EFFD-06A6-4A5C-8838-CC9BE099726B}"/>
              </a:ext>
            </a:extLst>
          </p:cNvPr>
          <p:cNvSpPr>
            <a:spLocks xmlns:a="http://schemas.openxmlformats.org/drawingml/2006/main" noGrp="1"/>
          </p:cNvSpPr>
          <p:nvPr/>
        </p:nvSpPr>
        <p:spPr>
          <a:xfrm xmlns:a="http://schemas.openxmlformats.org/drawingml/2006/main">
            <a:off x="3667125" y="6753225"/>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24" name="dp44-v4-qa-detail / n116 / half">
            <a:extLst xmlns:a="http://schemas.openxmlformats.org/drawingml/2006/main">
              <a:ext uri="{FF2B5EF4-FFF2-40B4-BE49-F238E27FC236}">
                <a16:creationId xmlns:a16="http://schemas.microsoft.com/office/drawing/2014/main" id="{7BFB036F-786F-4134-9D59-398B7900D4CB}"/>
              </a:ext>
            </a:extLst>
          </p:cNvPr>
          <p:cNvSpPr>
            <a:spLocks xmlns:a="http://schemas.openxmlformats.org/drawingml/2006/main" noGrp="1"/>
          </p:cNvSpPr>
          <p:nvPr/>
        </p:nvSpPr>
        <p:spPr>
          <a:xfrm xmlns:a="http://schemas.openxmlformats.org/drawingml/2006/main">
            <a:off x="3667125" y="6753225"/>
            <a:ext cx="171450" cy="171450"/>
          </a:xfrm>
          <a:custGeom xmlns:a="http://schemas.openxmlformats.org/drawingml/2006/main">
            <a:pathLst>
              <a:path w="171450" h="171450">
                <a:moveTo>
                  <a:pt x="85725" y="0"/>
                </a:moveTo>
                <a:lnTo>
                  <a:pt x="77322" y="413"/>
                </a:lnTo>
                <a:lnTo>
                  <a:pt x="69001" y="1647"/>
                </a:lnTo>
                <a:lnTo>
                  <a:pt x="60840" y="3691"/>
                </a:lnTo>
                <a:lnTo>
                  <a:pt x="52919" y="6525"/>
                </a:lnTo>
                <a:lnTo>
                  <a:pt x="45315" y="10122"/>
                </a:lnTo>
                <a:lnTo>
                  <a:pt x="38099" y="14447"/>
                </a:lnTo>
                <a:lnTo>
                  <a:pt x="31342" y="19459"/>
                </a:lnTo>
                <a:lnTo>
                  <a:pt x="25108" y="25108"/>
                </a:lnTo>
                <a:lnTo>
                  <a:pt x="19459" y="31342"/>
                </a:lnTo>
                <a:lnTo>
                  <a:pt x="14447" y="38099"/>
                </a:lnTo>
                <a:lnTo>
                  <a:pt x="10122" y="45315"/>
                </a:lnTo>
                <a:lnTo>
                  <a:pt x="6525" y="52919"/>
                </a:lnTo>
                <a:lnTo>
                  <a:pt x="3691" y="60840"/>
                </a:lnTo>
                <a:lnTo>
                  <a:pt x="1647" y="69001"/>
                </a:lnTo>
                <a:lnTo>
                  <a:pt x="413" y="77322"/>
                </a:lnTo>
                <a:lnTo>
                  <a:pt x="0" y="85725"/>
                </a:lnTo>
                <a:lnTo>
                  <a:pt x="413" y="94128"/>
                </a:lnTo>
                <a:lnTo>
                  <a:pt x="1647" y="102449"/>
                </a:lnTo>
                <a:lnTo>
                  <a:pt x="3691" y="110610"/>
                </a:lnTo>
                <a:lnTo>
                  <a:pt x="6525" y="118531"/>
                </a:lnTo>
                <a:lnTo>
                  <a:pt x="10122" y="126135"/>
                </a:lnTo>
                <a:lnTo>
                  <a:pt x="14447" y="133351"/>
                </a:lnTo>
                <a:lnTo>
                  <a:pt x="19459" y="140108"/>
                </a:lnTo>
                <a:lnTo>
                  <a:pt x="25108" y="146342"/>
                </a:lnTo>
                <a:lnTo>
                  <a:pt x="31342" y="151991"/>
                </a:lnTo>
                <a:lnTo>
                  <a:pt x="38099" y="157003"/>
                </a:lnTo>
                <a:lnTo>
                  <a:pt x="45315" y="161328"/>
                </a:lnTo>
                <a:lnTo>
                  <a:pt x="52919" y="164925"/>
                </a:lnTo>
                <a:lnTo>
                  <a:pt x="60840" y="167759"/>
                </a:lnTo>
                <a:lnTo>
                  <a:pt x="69001" y="169803"/>
                </a:lnTo>
                <a:lnTo>
                  <a:pt x="77322" y="171037"/>
                </a:lnTo>
                <a:lnTo>
                  <a:pt x="85725" y="171450"/>
                </a:lnTo>
                <a:close/>
              </a:path>
            </a:pathLst>
          </a:custGeom>
          <a:solidFill xmlns:a="http://schemas.openxmlformats.org/drawingml/2006/main">
            <a:srgbClr val="18232E"/>
          </a:solidFill>
          <a:ln xmlns:a="http://schemas.openxmlformats.org/drawingml/2006/main" w="0">
            <a:noFill/>
          </a:ln>
        </p:spPr>
      </p:sp>
      <p:sp>
        <p:nvSpPr>
          <p:cNvPr id="125" name="dp44-v4-qa-detail / n117 / circle">
            <a:extLst xmlns:a="http://schemas.openxmlformats.org/drawingml/2006/main">
              <a:ext uri="{FF2B5EF4-FFF2-40B4-BE49-F238E27FC236}">
                <a16:creationId xmlns:a16="http://schemas.microsoft.com/office/drawing/2014/main" id="{D1A927CE-1041-4C94-A03D-63861225AD1F}"/>
              </a:ext>
            </a:extLst>
          </p:cNvPr>
          <p:cNvSpPr>
            <a:spLocks xmlns:a="http://schemas.openxmlformats.org/drawingml/2006/main" noGrp="1"/>
          </p:cNvSpPr>
          <p:nvPr/>
        </p:nvSpPr>
        <p:spPr>
          <a:xfrm xmlns:a="http://schemas.openxmlformats.org/drawingml/2006/main">
            <a:off x="3876675" y="6753225"/>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26" name="dp44-v4-qa-detail / n118">
            <a:extLst xmlns:a="http://schemas.openxmlformats.org/drawingml/2006/main">
              <a:ext uri="{FF2B5EF4-FFF2-40B4-BE49-F238E27FC236}">
                <a16:creationId xmlns:a16="http://schemas.microsoft.com/office/drawing/2014/main" id="{A5CEFB3B-FFD3-4F45-8318-A113A490DA9F}"/>
              </a:ext>
            </a:extLst>
          </p:cNvPr>
          <p:cNvSpPr>
            <a:spLocks xmlns:a="http://schemas.openxmlformats.org/drawingml/2006/main" noGrp="1"/>
          </p:cNvSpPr>
          <p:nvPr/>
        </p:nvSpPr>
        <p:spPr>
          <a:xfrm xmlns:a="http://schemas.openxmlformats.org/drawingml/2006/main">
            <a:off x="4181475" y="6686550"/>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3점</a:t>
            </a:r>
          </a:p>
        </p:txBody>
      </p:sp>
      <p:sp>
        <p:nvSpPr>
          <p:cNvPr id="127" name="dp44-v4-qa-detail / n119">
            <a:extLst xmlns:a="http://schemas.openxmlformats.org/drawingml/2006/main">
              <a:ext uri="{FF2B5EF4-FFF2-40B4-BE49-F238E27FC236}">
                <a16:creationId xmlns:a16="http://schemas.microsoft.com/office/drawing/2014/main" id="{A65D5F55-6419-4E60-9926-695DCBC910CF}"/>
              </a:ext>
            </a:extLst>
          </p:cNvPr>
          <p:cNvSpPr>
            <a:spLocks xmlns:a="http://schemas.openxmlformats.org/drawingml/2006/main" noGrp="1"/>
          </p:cNvSpPr>
          <p:nvPr/>
        </p:nvSpPr>
        <p:spPr>
          <a:xfrm xmlns:a="http://schemas.openxmlformats.org/drawingml/2006/main">
            <a:off x="5076825" y="6667500"/>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2.167개</a:t>
            </a:r>
          </a:p>
        </p:txBody>
      </p:sp>
      <p:sp>
        <p:nvSpPr>
          <p:cNvPr id="128" name="dp44-v4-qa-detail / n120">
            <a:extLst xmlns:a="http://schemas.openxmlformats.org/drawingml/2006/main">
              <a:ext uri="{FF2B5EF4-FFF2-40B4-BE49-F238E27FC236}">
                <a16:creationId xmlns:a16="http://schemas.microsoft.com/office/drawing/2014/main" id="{504582FE-61E6-4318-8312-CF3326376FE0}"/>
              </a:ext>
            </a:extLst>
          </p:cNvPr>
          <p:cNvSpPr>
            <a:spLocks xmlns:a="http://schemas.openxmlformats.org/drawingml/2006/main" noGrp="1"/>
          </p:cNvSpPr>
          <p:nvPr/>
        </p:nvSpPr>
        <p:spPr>
          <a:xfrm xmlns:a="http://schemas.openxmlformats.org/drawingml/2006/main">
            <a:off x="3457575" y="7096125"/>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안정된 사건 계약 안에서 후속 규칙 변경</a:t>
            </a:r>
          </a:p>
        </p:txBody>
      </p:sp>
      <p:sp>
        <p:nvSpPr>
          <p:cNvPr id="129" name="dp44-v4-qa-detail / n121 / circle">
            <a:extLst xmlns:a="http://schemas.openxmlformats.org/drawingml/2006/main">
              <a:ext uri="{FF2B5EF4-FFF2-40B4-BE49-F238E27FC236}">
                <a16:creationId xmlns:a16="http://schemas.microsoft.com/office/drawing/2014/main" id="{D5F7CCC5-5972-4DC9-9FF6-098D9E6E8C39}"/>
              </a:ext>
            </a:extLst>
          </p:cNvPr>
          <p:cNvSpPr>
            <a:spLocks xmlns:a="http://schemas.openxmlformats.org/drawingml/2006/main" noGrp="1"/>
          </p:cNvSpPr>
          <p:nvPr/>
        </p:nvSpPr>
        <p:spPr>
          <a:xfrm xmlns:a="http://schemas.openxmlformats.org/drawingml/2006/main">
            <a:off x="9648825" y="6753225"/>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30" name="dp44-v4-qa-detail / n122 / circle">
            <a:extLst xmlns:a="http://schemas.openxmlformats.org/drawingml/2006/main">
              <a:ext uri="{FF2B5EF4-FFF2-40B4-BE49-F238E27FC236}">
                <a16:creationId xmlns:a16="http://schemas.microsoft.com/office/drawing/2014/main" id="{2081F839-6436-4E05-843D-0BD1CC8F989D}"/>
              </a:ext>
            </a:extLst>
          </p:cNvPr>
          <p:cNvSpPr>
            <a:spLocks xmlns:a="http://schemas.openxmlformats.org/drawingml/2006/main" noGrp="1"/>
          </p:cNvSpPr>
          <p:nvPr/>
        </p:nvSpPr>
        <p:spPr>
          <a:xfrm xmlns:a="http://schemas.openxmlformats.org/drawingml/2006/main">
            <a:off x="9858375" y="6753225"/>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31" name="dp44-v4-qa-detail / n122 / half">
            <a:extLst xmlns:a="http://schemas.openxmlformats.org/drawingml/2006/main">
              <a:ext uri="{FF2B5EF4-FFF2-40B4-BE49-F238E27FC236}">
                <a16:creationId xmlns:a16="http://schemas.microsoft.com/office/drawing/2014/main" id="{F6873A84-67C1-438B-AECC-D0843C7A7595}"/>
              </a:ext>
            </a:extLst>
          </p:cNvPr>
          <p:cNvSpPr>
            <a:spLocks xmlns:a="http://schemas.openxmlformats.org/drawingml/2006/main" noGrp="1"/>
          </p:cNvSpPr>
          <p:nvPr/>
        </p:nvSpPr>
        <p:spPr>
          <a:xfrm xmlns:a="http://schemas.openxmlformats.org/drawingml/2006/main">
            <a:off x="9858375" y="6753225"/>
            <a:ext cx="171450" cy="171450"/>
          </a:xfrm>
          <a:custGeom xmlns:a="http://schemas.openxmlformats.org/drawingml/2006/main">
            <a:pathLst>
              <a:path w="171450" h="171450">
                <a:moveTo>
                  <a:pt x="85725" y="0"/>
                </a:moveTo>
                <a:lnTo>
                  <a:pt x="77322" y="413"/>
                </a:lnTo>
                <a:lnTo>
                  <a:pt x="69001" y="1647"/>
                </a:lnTo>
                <a:lnTo>
                  <a:pt x="60840" y="3691"/>
                </a:lnTo>
                <a:lnTo>
                  <a:pt x="52919" y="6525"/>
                </a:lnTo>
                <a:lnTo>
                  <a:pt x="45315" y="10122"/>
                </a:lnTo>
                <a:lnTo>
                  <a:pt x="38099" y="14447"/>
                </a:lnTo>
                <a:lnTo>
                  <a:pt x="31342" y="19459"/>
                </a:lnTo>
                <a:lnTo>
                  <a:pt x="25108" y="25108"/>
                </a:lnTo>
                <a:lnTo>
                  <a:pt x="19459" y="31342"/>
                </a:lnTo>
                <a:lnTo>
                  <a:pt x="14447" y="38099"/>
                </a:lnTo>
                <a:lnTo>
                  <a:pt x="10122" y="45315"/>
                </a:lnTo>
                <a:lnTo>
                  <a:pt x="6525" y="52919"/>
                </a:lnTo>
                <a:lnTo>
                  <a:pt x="3691" y="60840"/>
                </a:lnTo>
                <a:lnTo>
                  <a:pt x="1647" y="69001"/>
                </a:lnTo>
                <a:lnTo>
                  <a:pt x="413" y="77322"/>
                </a:lnTo>
                <a:lnTo>
                  <a:pt x="0" y="85725"/>
                </a:lnTo>
                <a:lnTo>
                  <a:pt x="413" y="94128"/>
                </a:lnTo>
                <a:lnTo>
                  <a:pt x="1647" y="102449"/>
                </a:lnTo>
                <a:lnTo>
                  <a:pt x="3691" y="110610"/>
                </a:lnTo>
                <a:lnTo>
                  <a:pt x="6525" y="118531"/>
                </a:lnTo>
                <a:lnTo>
                  <a:pt x="10122" y="126135"/>
                </a:lnTo>
                <a:lnTo>
                  <a:pt x="14447" y="133351"/>
                </a:lnTo>
                <a:lnTo>
                  <a:pt x="19459" y="140108"/>
                </a:lnTo>
                <a:lnTo>
                  <a:pt x="25108" y="146342"/>
                </a:lnTo>
                <a:lnTo>
                  <a:pt x="31342" y="151991"/>
                </a:lnTo>
                <a:lnTo>
                  <a:pt x="38099" y="157003"/>
                </a:lnTo>
                <a:lnTo>
                  <a:pt x="45315" y="161328"/>
                </a:lnTo>
                <a:lnTo>
                  <a:pt x="52919" y="164925"/>
                </a:lnTo>
                <a:lnTo>
                  <a:pt x="60840" y="167759"/>
                </a:lnTo>
                <a:lnTo>
                  <a:pt x="69001" y="169803"/>
                </a:lnTo>
                <a:lnTo>
                  <a:pt x="77322" y="171037"/>
                </a:lnTo>
                <a:lnTo>
                  <a:pt x="85725" y="171450"/>
                </a:lnTo>
                <a:close/>
              </a:path>
            </a:pathLst>
          </a:custGeom>
          <a:solidFill xmlns:a="http://schemas.openxmlformats.org/drawingml/2006/main">
            <a:srgbClr val="18232E"/>
          </a:solidFill>
          <a:ln xmlns:a="http://schemas.openxmlformats.org/drawingml/2006/main" w="0">
            <a:noFill/>
          </a:ln>
        </p:spPr>
      </p:sp>
      <p:sp>
        <p:nvSpPr>
          <p:cNvPr id="132" name="dp44-v4-qa-detail / n123 / circle">
            <a:extLst xmlns:a="http://schemas.openxmlformats.org/drawingml/2006/main">
              <a:ext uri="{FF2B5EF4-FFF2-40B4-BE49-F238E27FC236}">
                <a16:creationId xmlns:a16="http://schemas.microsoft.com/office/drawing/2014/main" id="{DBF44F21-BA16-4483-996D-AADE8379A5AA}"/>
              </a:ext>
            </a:extLst>
          </p:cNvPr>
          <p:cNvSpPr>
            <a:spLocks xmlns:a="http://schemas.openxmlformats.org/drawingml/2006/main" noGrp="1"/>
          </p:cNvSpPr>
          <p:nvPr/>
        </p:nvSpPr>
        <p:spPr>
          <a:xfrm xmlns:a="http://schemas.openxmlformats.org/drawingml/2006/main">
            <a:off x="10067925" y="6753225"/>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33" name="dp44-v4-qa-detail / n124">
            <a:extLst xmlns:a="http://schemas.openxmlformats.org/drawingml/2006/main">
              <a:ext uri="{FF2B5EF4-FFF2-40B4-BE49-F238E27FC236}">
                <a16:creationId xmlns:a16="http://schemas.microsoft.com/office/drawing/2014/main" id="{EA8F9F57-80C9-4A5C-9E8C-F0CCC432129E}"/>
              </a:ext>
            </a:extLst>
          </p:cNvPr>
          <p:cNvSpPr>
            <a:spLocks xmlns:a="http://schemas.openxmlformats.org/drawingml/2006/main" noGrp="1"/>
          </p:cNvSpPr>
          <p:nvPr/>
        </p:nvSpPr>
        <p:spPr>
          <a:xfrm xmlns:a="http://schemas.openxmlformats.org/drawingml/2006/main">
            <a:off x="10372725" y="6686550"/>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3점</a:t>
            </a:r>
          </a:p>
        </p:txBody>
      </p:sp>
      <p:sp>
        <p:nvSpPr>
          <p:cNvPr id="134" name="dp44-v4-qa-detail / n125">
            <a:extLst xmlns:a="http://schemas.openxmlformats.org/drawingml/2006/main">
              <a:ext uri="{FF2B5EF4-FFF2-40B4-BE49-F238E27FC236}">
                <a16:creationId xmlns:a16="http://schemas.microsoft.com/office/drawing/2014/main" id="{37F4F8DD-507F-4868-B16F-18D7E4CCFC51}"/>
              </a:ext>
            </a:extLst>
          </p:cNvPr>
          <p:cNvSpPr>
            <a:spLocks xmlns:a="http://schemas.openxmlformats.org/drawingml/2006/main" noGrp="1"/>
          </p:cNvSpPr>
          <p:nvPr/>
        </p:nvSpPr>
        <p:spPr>
          <a:xfrm xmlns:a="http://schemas.openxmlformats.org/drawingml/2006/main">
            <a:off x="11268075" y="6667500"/>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2.167개</a:t>
            </a:r>
          </a:p>
        </p:txBody>
      </p:sp>
      <p:sp>
        <p:nvSpPr>
          <p:cNvPr id="135" name="dp44-v4-qa-detail / n126">
            <a:extLst xmlns:a="http://schemas.openxmlformats.org/drawingml/2006/main">
              <a:ext uri="{FF2B5EF4-FFF2-40B4-BE49-F238E27FC236}">
                <a16:creationId xmlns:a16="http://schemas.microsoft.com/office/drawing/2014/main" id="{6705600C-0AE8-42F4-8554-2F08E984682D}"/>
              </a:ext>
            </a:extLst>
          </p:cNvPr>
          <p:cNvSpPr>
            <a:spLocks xmlns:a="http://schemas.openxmlformats.org/drawingml/2006/main" noGrp="1"/>
          </p:cNvSpPr>
          <p:nvPr/>
        </p:nvSpPr>
        <p:spPr>
          <a:xfrm xmlns:a="http://schemas.openxmlformats.org/drawingml/2006/main">
            <a:off x="9648825" y="7096125"/>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안정된 단계 계약으로 같은 변경 흡수</a:t>
            </a:r>
          </a:p>
        </p:txBody>
      </p:sp>
      <p:sp>
        <p:nvSpPr>
          <p:cNvPr id="136" name="dp44-v4-qa-detail / n127">
            <a:extLst xmlns:a="http://schemas.openxmlformats.org/drawingml/2006/main">
              <a:ext uri="{FF2B5EF4-FFF2-40B4-BE49-F238E27FC236}">
                <a16:creationId xmlns:a16="http://schemas.microsoft.com/office/drawing/2014/main" id="{E6040A81-6867-4B4A-95E7-D31FF351B1CB}"/>
              </a:ext>
            </a:extLst>
          </p:cNvPr>
          <p:cNvSpPr>
            <a:spLocks xmlns:a="http://schemas.openxmlformats.org/drawingml/2006/main" noGrp="1"/>
          </p:cNvSpPr>
          <p:nvPr/>
        </p:nvSpPr>
        <p:spPr>
          <a:xfrm xmlns:a="http://schemas.openxmlformats.org/drawingml/2006/main">
            <a:off x="15801975" y="6743700"/>
            <a:ext cx="1952625"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0.000개</a:t>
            </a:r>
          </a:p>
        </p:txBody>
      </p:sp>
      <p:sp>
        <p:nvSpPr>
          <p:cNvPr id="137" name="dp44-v4-qa-detail / n128">
            <a:extLst xmlns:a="http://schemas.openxmlformats.org/drawingml/2006/main">
              <a:ext uri="{FF2B5EF4-FFF2-40B4-BE49-F238E27FC236}">
                <a16:creationId xmlns:a16="http://schemas.microsoft.com/office/drawing/2014/main" id="{2B03DB59-A858-4F3C-9B0C-B51A831F2FF2}"/>
              </a:ext>
            </a:extLst>
          </p:cNvPr>
          <p:cNvSpPr>
            <a:spLocks xmlns:a="http://schemas.openxmlformats.org/drawingml/2006/main" noGrp="1"/>
          </p:cNvSpPr>
          <p:nvPr/>
        </p:nvSpPr>
        <p:spPr>
          <a:xfrm xmlns:a="http://schemas.openxmlformats.org/drawingml/2006/main">
            <a:off x="15801975" y="7124700"/>
            <a:ext cx="1952625"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같은 가정값</a:t>
            </a:r>
          </a:p>
        </p:txBody>
      </p:sp>
      <p:sp>
        <p:nvSpPr>
          <p:cNvPr id="138" name="dp44-v4-qa-detail / n129">
            <a:extLst xmlns:a="http://schemas.openxmlformats.org/drawingml/2006/main">
              <a:ext uri="{FF2B5EF4-FFF2-40B4-BE49-F238E27FC236}">
                <a16:creationId xmlns:a16="http://schemas.microsoft.com/office/drawing/2014/main" id="{9AD691A4-6BB6-4667-A98F-15B8CFA109D6}"/>
              </a:ext>
            </a:extLst>
          </p:cNvPr>
          <p:cNvSpPr>
            <a:spLocks xmlns:a="http://schemas.openxmlformats.org/drawingml/2006/main" noGrp="1"/>
          </p:cNvSpPr>
          <p:nvPr/>
        </p:nvSpPr>
        <p:spPr>
          <a:xfrm xmlns:a="http://schemas.openxmlformats.org/drawingml/2006/main">
            <a:off x="15801975" y="7353300"/>
            <a:ext cx="1952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기준 0.50개</a:t>
            </a:r>
          </a:p>
        </p:txBody>
      </p:sp>
      <p:sp>
        <p:nvSpPr>
          <p:cNvPr id="139" name="dp44-v4-qa-detail / n130">
            <a:extLst xmlns:a="http://schemas.openxmlformats.org/drawingml/2006/main">
              <a:ext uri="{FF2B5EF4-FFF2-40B4-BE49-F238E27FC236}">
                <a16:creationId xmlns:a16="http://schemas.microsoft.com/office/drawing/2014/main" id="{5C14207B-A6DA-47E0-A580-44884B6C3E9D}"/>
              </a:ext>
            </a:extLst>
          </p:cNvPr>
          <p:cNvSpPr>
            <a:spLocks xmlns:a="http://schemas.openxmlformats.org/drawingml/2006/main" noGrp="1"/>
          </p:cNvSpPr>
          <p:nvPr/>
        </p:nvSpPr>
        <p:spPr>
          <a:xfrm xmlns:a="http://schemas.openxmlformats.org/drawingml/2006/main">
            <a:off x="381000" y="85915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140" name="dp44-v4-qa-detail / n131">
            <a:extLst xmlns:a="http://schemas.openxmlformats.org/drawingml/2006/main">
              <a:ext uri="{FF2B5EF4-FFF2-40B4-BE49-F238E27FC236}">
                <a16:creationId xmlns:a16="http://schemas.microsoft.com/office/drawing/2014/main" id="{DC51E5D1-F615-4CD9-8576-F8C3849AC8F3}"/>
              </a:ext>
            </a:extLst>
          </p:cNvPr>
          <p:cNvSpPr>
            <a:spLocks xmlns:a="http://schemas.openxmlformats.org/drawingml/2006/main" noGrp="1"/>
          </p:cNvSpPr>
          <p:nvPr/>
        </p:nvSpPr>
        <p:spPr>
          <a:xfrm xmlns:a="http://schemas.openxmlformats.org/drawingml/2006/main">
            <a:off x="533400" y="7696200"/>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06  로컬 VIA 메모리 사용량</a:t>
            </a:r>
          </a:p>
        </p:txBody>
      </p:sp>
      <p:sp>
        <p:nvSpPr>
          <p:cNvPr id="141" name="dp44-v4-qa-detail / n132">
            <a:extLst xmlns:a="http://schemas.openxmlformats.org/drawingml/2006/main">
              <a:ext uri="{FF2B5EF4-FFF2-40B4-BE49-F238E27FC236}">
                <a16:creationId xmlns:a16="http://schemas.microsoft.com/office/drawing/2014/main" id="{9B78CBCF-321B-4A0B-8753-0DFCD0C912C4}"/>
              </a:ext>
            </a:extLst>
          </p:cNvPr>
          <p:cNvSpPr>
            <a:spLocks xmlns:a="http://schemas.openxmlformats.org/drawingml/2006/main" noGrp="1"/>
          </p:cNvSpPr>
          <p:nvPr/>
        </p:nvSpPr>
        <p:spPr>
          <a:xfrm xmlns:a="http://schemas.openxmlformats.org/drawingml/2006/main">
            <a:off x="533400" y="8058150"/>
            <a:ext cx="25146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목표 ≤4,096MiB</a:t>
            </a:r>
          </a:p>
        </p:txBody>
      </p:sp>
      <p:sp>
        <p:nvSpPr>
          <p:cNvPr id="142" name="dp44-v4-qa-detail / n133 / circle">
            <a:extLst xmlns:a="http://schemas.openxmlformats.org/drawingml/2006/main">
              <a:ext uri="{FF2B5EF4-FFF2-40B4-BE49-F238E27FC236}">
                <a16:creationId xmlns:a16="http://schemas.microsoft.com/office/drawing/2014/main" id="{24602CB1-05F3-4C03-885B-FEC13BD6EFC4}"/>
              </a:ext>
            </a:extLst>
          </p:cNvPr>
          <p:cNvSpPr>
            <a:spLocks xmlns:a="http://schemas.openxmlformats.org/drawingml/2006/main" noGrp="1"/>
          </p:cNvSpPr>
          <p:nvPr/>
        </p:nvSpPr>
        <p:spPr>
          <a:xfrm xmlns:a="http://schemas.openxmlformats.org/drawingml/2006/main">
            <a:off x="3457575" y="7753350"/>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43" name="dp44-v4-qa-detail / n134 / circle">
            <a:extLst xmlns:a="http://schemas.openxmlformats.org/drawingml/2006/main">
              <a:ext uri="{FF2B5EF4-FFF2-40B4-BE49-F238E27FC236}">
                <a16:creationId xmlns:a16="http://schemas.microsoft.com/office/drawing/2014/main" id="{609401B0-1EC1-436E-871E-178D6FAE83C1}"/>
              </a:ext>
            </a:extLst>
          </p:cNvPr>
          <p:cNvSpPr>
            <a:spLocks xmlns:a="http://schemas.openxmlformats.org/drawingml/2006/main" noGrp="1"/>
          </p:cNvSpPr>
          <p:nvPr/>
        </p:nvSpPr>
        <p:spPr>
          <a:xfrm xmlns:a="http://schemas.openxmlformats.org/drawingml/2006/main">
            <a:off x="3667125" y="7753350"/>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44" name="dp44-v4-qa-detail / n135 / circle">
            <a:extLst xmlns:a="http://schemas.openxmlformats.org/drawingml/2006/main">
              <a:ext uri="{FF2B5EF4-FFF2-40B4-BE49-F238E27FC236}">
                <a16:creationId xmlns:a16="http://schemas.microsoft.com/office/drawing/2014/main" id="{FDB73FFB-DF8D-4CD3-A920-9A7C459E89B7}"/>
              </a:ext>
            </a:extLst>
          </p:cNvPr>
          <p:cNvSpPr>
            <a:spLocks xmlns:a="http://schemas.openxmlformats.org/drawingml/2006/main" noGrp="1"/>
          </p:cNvSpPr>
          <p:nvPr/>
        </p:nvSpPr>
        <p:spPr>
          <a:xfrm xmlns:a="http://schemas.openxmlformats.org/drawingml/2006/main">
            <a:off x="3876675" y="7753350"/>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45" name="dp44-v4-qa-detail / n136">
            <a:extLst xmlns:a="http://schemas.openxmlformats.org/drawingml/2006/main">
              <a:ext uri="{FF2B5EF4-FFF2-40B4-BE49-F238E27FC236}">
                <a16:creationId xmlns:a16="http://schemas.microsoft.com/office/drawing/2014/main" id="{44F47BDB-66A0-4045-AECE-9400B4993DBF}"/>
              </a:ext>
            </a:extLst>
          </p:cNvPr>
          <p:cNvSpPr>
            <a:spLocks xmlns:a="http://schemas.openxmlformats.org/drawingml/2006/main" noGrp="1"/>
          </p:cNvSpPr>
          <p:nvPr/>
        </p:nvSpPr>
        <p:spPr>
          <a:xfrm xmlns:a="http://schemas.openxmlformats.org/drawingml/2006/main">
            <a:off x="4181475" y="7686675"/>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4점</a:t>
            </a:r>
          </a:p>
        </p:txBody>
      </p:sp>
      <p:sp>
        <p:nvSpPr>
          <p:cNvPr id="146" name="dp44-v4-qa-detail / n137">
            <a:extLst xmlns:a="http://schemas.openxmlformats.org/drawingml/2006/main">
              <a:ext uri="{FF2B5EF4-FFF2-40B4-BE49-F238E27FC236}">
                <a16:creationId xmlns:a16="http://schemas.microsoft.com/office/drawing/2014/main" id="{30520570-E891-40F7-923D-A49284C40BD0}"/>
              </a:ext>
            </a:extLst>
          </p:cNvPr>
          <p:cNvSpPr>
            <a:spLocks xmlns:a="http://schemas.openxmlformats.org/drawingml/2006/main" noGrp="1"/>
          </p:cNvSpPr>
          <p:nvPr/>
        </p:nvSpPr>
        <p:spPr>
          <a:xfrm xmlns:a="http://schemas.openxmlformats.org/drawingml/2006/main">
            <a:off x="5076825" y="7667625"/>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1,792MiB</a:t>
            </a:r>
          </a:p>
        </p:txBody>
      </p:sp>
      <p:sp>
        <p:nvSpPr>
          <p:cNvPr id="147" name="dp44-v4-qa-detail / n138">
            <a:extLst xmlns:a="http://schemas.openxmlformats.org/drawingml/2006/main">
              <a:ext uri="{FF2B5EF4-FFF2-40B4-BE49-F238E27FC236}">
                <a16:creationId xmlns:a16="http://schemas.microsoft.com/office/drawing/2014/main" id="{EEA38F78-B2F0-42DA-BD41-D143668CFD0C}"/>
              </a:ext>
            </a:extLst>
          </p:cNvPr>
          <p:cNvSpPr>
            <a:spLocks xmlns:a="http://schemas.openxmlformats.org/drawingml/2006/main" noGrp="1"/>
          </p:cNvSpPr>
          <p:nvPr/>
        </p:nvSpPr>
        <p:spPr>
          <a:xfrm xmlns:a="http://schemas.openxmlformats.org/drawingml/2006/main">
            <a:off x="3457575" y="8096250"/>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중앙 진행 상태와 실행 대기열</a:t>
            </a:r>
          </a:p>
        </p:txBody>
      </p:sp>
      <p:sp>
        <p:nvSpPr>
          <p:cNvPr id="148" name="dp44-v4-qa-detail / n139 / circle">
            <a:extLst xmlns:a="http://schemas.openxmlformats.org/drawingml/2006/main">
              <a:ext uri="{FF2B5EF4-FFF2-40B4-BE49-F238E27FC236}">
                <a16:creationId xmlns:a16="http://schemas.microsoft.com/office/drawing/2014/main" id="{8F3D0C17-A2C1-4D79-8314-573100339A28}"/>
              </a:ext>
            </a:extLst>
          </p:cNvPr>
          <p:cNvSpPr>
            <a:spLocks xmlns:a="http://schemas.openxmlformats.org/drawingml/2006/main" noGrp="1"/>
          </p:cNvSpPr>
          <p:nvPr/>
        </p:nvSpPr>
        <p:spPr>
          <a:xfrm xmlns:a="http://schemas.openxmlformats.org/drawingml/2006/main">
            <a:off x="9648825" y="7753350"/>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49" name="dp44-v4-qa-detail / n140 / circle">
            <a:extLst xmlns:a="http://schemas.openxmlformats.org/drawingml/2006/main">
              <a:ext uri="{FF2B5EF4-FFF2-40B4-BE49-F238E27FC236}">
                <a16:creationId xmlns:a16="http://schemas.microsoft.com/office/drawing/2014/main" id="{68AD1F4D-94E4-48A5-9E6B-C069A941CF0A}"/>
              </a:ext>
            </a:extLst>
          </p:cNvPr>
          <p:cNvSpPr>
            <a:spLocks xmlns:a="http://schemas.openxmlformats.org/drawingml/2006/main" noGrp="1"/>
          </p:cNvSpPr>
          <p:nvPr/>
        </p:nvSpPr>
        <p:spPr>
          <a:xfrm xmlns:a="http://schemas.openxmlformats.org/drawingml/2006/main">
            <a:off x="9858375" y="7753350"/>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50" name="dp44-v4-qa-detail / n141 / circle">
            <a:extLst xmlns:a="http://schemas.openxmlformats.org/drawingml/2006/main">
              <a:ext uri="{FF2B5EF4-FFF2-40B4-BE49-F238E27FC236}">
                <a16:creationId xmlns:a16="http://schemas.microsoft.com/office/drawing/2014/main" id="{66C61519-DB70-4061-A759-BDB4DF28F8B5}"/>
              </a:ext>
            </a:extLst>
          </p:cNvPr>
          <p:cNvSpPr>
            <a:spLocks xmlns:a="http://schemas.openxmlformats.org/drawingml/2006/main" noGrp="1"/>
          </p:cNvSpPr>
          <p:nvPr/>
        </p:nvSpPr>
        <p:spPr>
          <a:xfrm xmlns:a="http://schemas.openxmlformats.org/drawingml/2006/main">
            <a:off x="10067925" y="7753350"/>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51" name="dp44-v4-qa-detail / n142">
            <a:extLst xmlns:a="http://schemas.openxmlformats.org/drawingml/2006/main">
              <a:ext uri="{FF2B5EF4-FFF2-40B4-BE49-F238E27FC236}">
                <a16:creationId xmlns:a16="http://schemas.microsoft.com/office/drawing/2014/main" id="{CE78752F-DF98-4BC3-B9EF-59854C45F4DB}"/>
              </a:ext>
            </a:extLst>
          </p:cNvPr>
          <p:cNvSpPr>
            <a:spLocks xmlns:a="http://schemas.openxmlformats.org/drawingml/2006/main" noGrp="1"/>
          </p:cNvSpPr>
          <p:nvPr/>
        </p:nvSpPr>
        <p:spPr>
          <a:xfrm xmlns:a="http://schemas.openxmlformats.org/drawingml/2006/main">
            <a:off x="10372725" y="7686675"/>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4점</a:t>
            </a:r>
          </a:p>
        </p:txBody>
      </p:sp>
      <p:sp>
        <p:nvSpPr>
          <p:cNvPr id="152" name="dp44-v4-qa-detail / n143">
            <a:extLst xmlns:a="http://schemas.openxmlformats.org/drawingml/2006/main">
              <a:ext uri="{FF2B5EF4-FFF2-40B4-BE49-F238E27FC236}">
                <a16:creationId xmlns:a16="http://schemas.microsoft.com/office/drawing/2014/main" id="{A3B3F28A-0B75-4A1F-9F66-D19D7B12B2BA}"/>
              </a:ext>
            </a:extLst>
          </p:cNvPr>
          <p:cNvSpPr>
            <a:spLocks xmlns:a="http://schemas.openxmlformats.org/drawingml/2006/main" noGrp="1"/>
          </p:cNvSpPr>
          <p:nvPr/>
        </p:nvSpPr>
        <p:spPr>
          <a:xfrm xmlns:a="http://schemas.openxmlformats.org/drawingml/2006/main">
            <a:off x="11268075" y="7667625"/>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1,840MiB</a:t>
            </a:r>
          </a:p>
        </p:txBody>
      </p:sp>
      <p:sp>
        <p:nvSpPr>
          <p:cNvPr id="153" name="dp44-v4-qa-detail / n144">
            <a:extLst xmlns:a="http://schemas.openxmlformats.org/drawingml/2006/main">
              <a:ext uri="{FF2B5EF4-FFF2-40B4-BE49-F238E27FC236}">
                <a16:creationId xmlns:a16="http://schemas.microsoft.com/office/drawing/2014/main" id="{2A67BDF0-D8A3-4B34-B497-87044C8ED991}"/>
              </a:ext>
            </a:extLst>
          </p:cNvPr>
          <p:cNvSpPr>
            <a:spLocks xmlns:a="http://schemas.openxmlformats.org/drawingml/2006/main" noGrp="1"/>
          </p:cNvSpPr>
          <p:nvPr/>
        </p:nvSpPr>
        <p:spPr>
          <a:xfrm xmlns:a="http://schemas.openxmlformats.org/drawingml/2006/main">
            <a:off x="9648825" y="8096250"/>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Window와 채널 상태 48MiB 순증가 가정</a:t>
            </a:r>
          </a:p>
        </p:txBody>
      </p:sp>
      <p:sp>
        <p:nvSpPr>
          <p:cNvPr id="154" name="dp44-v4-qa-detail / n145">
            <a:extLst xmlns:a="http://schemas.openxmlformats.org/drawingml/2006/main">
              <a:ext uri="{FF2B5EF4-FFF2-40B4-BE49-F238E27FC236}">
                <a16:creationId xmlns:a16="http://schemas.microsoft.com/office/drawing/2014/main" id="{001BB045-05DB-4211-9AE7-764C47FC4CCF}"/>
              </a:ext>
            </a:extLst>
          </p:cNvPr>
          <p:cNvSpPr>
            <a:spLocks xmlns:a="http://schemas.openxmlformats.org/drawingml/2006/main" noGrp="1"/>
          </p:cNvSpPr>
          <p:nvPr/>
        </p:nvSpPr>
        <p:spPr>
          <a:xfrm xmlns:a="http://schemas.openxmlformats.org/drawingml/2006/main">
            <a:off x="15801975" y="7743825"/>
            <a:ext cx="1952625"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48MiB</a:t>
            </a:r>
          </a:p>
        </p:txBody>
      </p:sp>
      <p:sp>
        <p:nvSpPr>
          <p:cNvPr id="155" name="dp44-v4-qa-detail / n146">
            <a:extLst xmlns:a="http://schemas.openxmlformats.org/drawingml/2006/main">
              <a:ext uri="{FF2B5EF4-FFF2-40B4-BE49-F238E27FC236}">
                <a16:creationId xmlns:a16="http://schemas.microsoft.com/office/drawing/2014/main" id="{0103C4B5-DDA4-474C-90E3-A83EEA52CE5A}"/>
              </a:ext>
            </a:extLst>
          </p:cNvPr>
          <p:cNvSpPr>
            <a:spLocks xmlns:a="http://schemas.openxmlformats.org/drawingml/2006/main" noGrp="1"/>
          </p:cNvSpPr>
          <p:nvPr/>
        </p:nvSpPr>
        <p:spPr>
          <a:xfrm xmlns:a="http://schemas.openxmlformats.org/drawingml/2006/main">
            <a:off x="15801975" y="8124825"/>
            <a:ext cx="1952625"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차이 기준 미만</a:t>
            </a:r>
          </a:p>
        </p:txBody>
      </p:sp>
      <p:sp>
        <p:nvSpPr>
          <p:cNvPr id="156" name="dp44-v4-qa-detail / n147">
            <a:extLst xmlns:a="http://schemas.openxmlformats.org/drawingml/2006/main">
              <a:ext uri="{FF2B5EF4-FFF2-40B4-BE49-F238E27FC236}">
                <a16:creationId xmlns:a16="http://schemas.microsoft.com/office/drawing/2014/main" id="{7ED511AE-E518-43F3-86A9-E6E540A10587}"/>
              </a:ext>
            </a:extLst>
          </p:cNvPr>
          <p:cNvSpPr>
            <a:spLocks xmlns:a="http://schemas.openxmlformats.org/drawingml/2006/main" noGrp="1"/>
          </p:cNvSpPr>
          <p:nvPr/>
        </p:nvSpPr>
        <p:spPr>
          <a:xfrm xmlns:a="http://schemas.openxmlformats.org/drawingml/2006/main">
            <a:off x="15801975" y="8353425"/>
            <a:ext cx="1952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기준 128MiB</a:t>
            </a:r>
          </a:p>
        </p:txBody>
      </p:sp>
      <p:sp>
        <p:nvSpPr>
          <p:cNvPr id="157" name="dp44-v4-qa-detail / n148">
            <a:extLst xmlns:a="http://schemas.openxmlformats.org/drawingml/2006/main">
              <a:ext uri="{FF2B5EF4-FFF2-40B4-BE49-F238E27FC236}">
                <a16:creationId xmlns:a16="http://schemas.microsoft.com/office/drawing/2014/main" id="{29D71728-3AD2-4C21-AD24-08477DD4D402}"/>
              </a:ext>
            </a:extLst>
          </p:cNvPr>
          <p:cNvSpPr>
            <a:spLocks xmlns:a="http://schemas.openxmlformats.org/drawingml/2006/main" noGrp="1"/>
          </p:cNvSpPr>
          <p:nvPr/>
        </p:nvSpPr>
        <p:spPr>
          <a:xfrm xmlns:a="http://schemas.openxmlformats.org/drawingml/2006/main">
            <a:off x="3238500" y="2143125"/>
            <a:ext cx="953" cy="6457950"/>
          </a:xfrm>
          <a:custGeom xmlns:a="http://schemas.openxmlformats.org/drawingml/2006/main">
            <a:pathLst>
              <a:path w="953" h="6457950">
                <a:moveTo>
                  <a:pt x="0" y="0"/>
                </a:moveTo>
                <a:lnTo>
                  <a:pt x="953" y="6457950"/>
                </a:lnTo>
              </a:path>
            </a:pathLst>
          </a:custGeom>
          <a:noFill xmlns:a="http://schemas.openxmlformats.org/drawingml/2006/main"/>
          <a:ln xmlns:a="http://schemas.openxmlformats.org/drawingml/2006/main" w="11430">
            <a:solidFill>
              <a:srgbClr val="CDD6DE"/>
            </a:solidFill>
          </a:ln>
        </p:spPr>
      </p:sp>
      <p:sp>
        <p:nvSpPr>
          <p:cNvPr id="158" name="dp44-v4-qa-detail / n149">
            <a:extLst xmlns:a="http://schemas.openxmlformats.org/drawingml/2006/main">
              <a:ext uri="{FF2B5EF4-FFF2-40B4-BE49-F238E27FC236}">
                <a16:creationId xmlns:a16="http://schemas.microsoft.com/office/drawing/2014/main" id="{1FF8812F-6952-477B-99FF-42788B3116BA}"/>
              </a:ext>
            </a:extLst>
          </p:cNvPr>
          <p:cNvSpPr>
            <a:spLocks xmlns:a="http://schemas.openxmlformats.org/drawingml/2006/main" noGrp="1"/>
          </p:cNvSpPr>
          <p:nvPr/>
        </p:nvSpPr>
        <p:spPr>
          <a:xfrm xmlns:a="http://schemas.openxmlformats.org/drawingml/2006/main">
            <a:off x="9429750" y="2143125"/>
            <a:ext cx="953" cy="6457950"/>
          </a:xfrm>
          <a:custGeom xmlns:a="http://schemas.openxmlformats.org/drawingml/2006/main">
            <a:pathLst>
              <a:path w="953" h="6457950">
                <a:moveTo>
                  <a:pt x="0" y="0"/>
                </a:moveTo>
                <a:lnTo>
                  <a:pt x="953" y="6457950"/>
                </a:lnTo>
              </a:path>
            </a:pathLst>
          </a:custGeom>
          <a:noFill xmlns:a="http://schemas.openxmlformats.org/drawingml/2006/main"/>
          <a:ln xmlns:a="http://schemas.openxmlformats.org/drawingml/2006/main" w="11430">
            <a:solidFill>
              <a:srgbClr val="CDD6DE"/>
            </a:solidFill>
          </a:ln>
        </p:spPr>
      </p:sp>
      <p:sp>
        <p:nvSpPr>
          <p:cNvPr id="159" name="dp44-v4-qa-detail / n150">
            <a:extLst xmlns:a="http://schemas.openxmlformats.org/drawingml/2006/main">
              <a:ext uri="{FF2B5EF4-FFF2-40B4-BE49-F238E27FC236}">
                <a16:creationId xmlns:a16="http://schemas.microsoft.com/office/drawing/2014/main" id="{F2521002-13E7-45C0-9A72-0EB2A07AE90C}"/>
              </a:ext>
            </a:extLst>
          </p:cNvPr>
          <p:cNvSpPr>
            <a:spLocks xmlns:a="http://schemas.openxmlformats.org/drawingml/2006/main" noGrp="1"/>
          </p:cNvSpPr>
          <p:nvPr/>
        </p:nvSpPr>
        <p:spPr>
          <a:xfrm xmlns:a="http://schemas.openxmlformats.org/drawingml/2006/main">
            <a:off x="15621000" y="2143125"/>
            <a:ext cx="953" cy="6457950"/>
          </a:xfrm>
          <a:custGeom xmlns:a="http://schemas.openxmlformats.org/drawingml/2006/main">
            <a:pathLst>
              <a:path w="953" h="6457950">
                <a:moveTo>
                  <a:pt x="0" y="0"/>
                </a:moveTo>
                <a:lnTo>
                  <a:pt x="953" y="6457950"/>
                </a:lnTo>
              </a:path>
            </a:pathLst>
          </a:custGeom>
          <a:noFill xmlns:a="http://schemas.openxmlformats.org/drawingml/2006/main"/>
          <a:ln xmlns:a="http://schemas.openxmlformats.org/drawingml/2006/main" w="11430">
            <a:solidFill>
              <a:srgbClr val="CDD6DE"/>
            </a:solidFill>
          </a:ln>
        </p:spPr>
      </p:sp>
      <p:sp>
        <p:nvSpPr>
          <p:cNvPr id="160" name="dp44-v4-qa-detail / n151">
            <a:extLst xmlns:a="http://schemas.openxmlformats.org/drawingml/2006/main">
              <a:ext uri="{FF2B5EF4-FFF2-40B4-BE49-F238E27FC236}">
                <a16:creationId xmlns:a16="http://schemas.microsoft.com/office/drawing/2014/main" id="{7B30E25E-6635-424D-AB4F-1B3A598A5F62}"/>
              </a:ext>
            </a:extLst>
          </p:cNvPr>
          <p:cNvSpPr>
            <a:spLocks xmlns:a="http://schemas.openxmlformats.org/drawingml/2006/main" noGrp="1"/>
          </p:cNvSpPr>
          <p:nvPr/>
        </p:nvSpPr>
        <p:spPr>
          <a:xfrm xmlns:a="http://schemas.openxmlformats.org/drawingml/2006/main">
            <a:off x="381000" y="8867775"/>
            <a:ext cx="1752600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18232E"/>
                </a:solidFill>
                <a:latin typeface="Apple SD Gothic Neo"/>
                <a:ea typeface="Apple SD Gothic Neo"/>
                <a:cs typeface="Apple SD Gothic Neo"/>
              </a:defRPr>
            </a:pPr>
            <a:r>
              <a:rPr sz="1725" b="0">
                <a:solidFill>
                  <a:srgbClr val="18232E"/>
                </a:solidFill>
                <a:latin typeface="Apple SD Gothic Neo"/>
                <a:ea typeface="Apple SD Gothic Neo"/>
                <a:cs typeface="Apple SD Gothic Neo"/>
              </a:rPr>
              <a:t>양안 모두 비동기와 병렬 실행 / 짧은 전이 비용의 기본 상황</a:t>
            </a:r>
          </a:p>
        </p:txBody>
      </p:sp>
      <p:sp>
        <p:nvSpPr>
          <p:cNvPr id="161" name="dp44-v4-qa-detail / n152">
            <a:extLst xmlns:a="http://schemas.openxmlformats.org/drawingml/2006/main">
              <a:ext uri="{FF2B5EF4-FFF2-40B4-BE49-F238E27FC236}">
                <a16:creationId xmlns:a16="http://schemas.microsoft.com/office/drawing/2014/main" id="{A62C93AB-84F4-48F9-8091-40E7C30B0144}"/>
              </a:ext>
            </a:extLst>
          </p:cNvPr>
          <p:cNvSpPr>
            <a:spLocks xmlns:a="http://schemas.openxmlformats.org/drawingml/2006/main" noGrp="1"/>
          </p:cNvSpPr>
          <p:nvPr/>
        </p:nvSpPr>
        <p:spPr>
          <a:xfrm xmlns:a="http://schemas.openxmlformats.org/drawingml/2006/main">
            <a:off x="381000" y="9220200"/>
            <a:ext cx="17526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F6B77"/>
                </a:solidFill>
                <a:latin typeface="Apple SD Gothic Neo"/>
                <a:ea typeface="Apple SD Gothic Neo"/>
                <a:cs typeface="Apple SD Gothic Neo"/>
              </a:defRPr>
            </a:pPr>
            <a:r>
              <a:rPr sz="1650" b="0">
                <a:solidFill>
                  <a:srgbClr val="5F6B77"/>
                </a:solidFill>
                <a:latin typeface="Apple SD Gothic Neo"/>
                <a:ea typeface="Apple SD Gothic Neo"/>
                <a:cs typeface="Apple SD Gothic Neo"/>
              </a:rPr>
              <a:t>BURST 대기는 별도 관측 / 우선순위 처리와 Join 비용에 따른 차이 확인</a:t>
            </a:r>
          </a:p>
        </p:txBody>
      </p:sp>
      <p:sp>
        <p:nvSpPr>
          <p:cNvPr id="162" name="dp44-v4-qa-detail / n153">
            <a:extLst xmlns:a="http://schemas.openxmlformats.org/drawingml/2006/main">
              <a:ext uri="{FF2B5EF4-FFF2-40B4-BE49-F238E27FC236}">
                <a16:creationId xmlns:a16="http://schemas.microsoft.com/office/drawing/2014/main" id="{ED479345-CBF4-4996-A653-AD860E8DC3D1}"/>
              </a:ext>
            </a:extLst>
          </p:cNvPr>
          <p:cNvSpPr>
            <a:spLocks xmlns:a="http://schemas.openxmlformats.org/drawingml/2006/main" noGrp="1"/>
          </p:cNvSpPr>
          <p:nvPr/>
        </p:nvSpPr>
        <p:spPr>
          <a:xfrm xmlns:a="http://schemas.openxmlformats.org/drawingml/2006/main">
            <a:off x="381000" y="9858375"/>
            <a:ext cx="175260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사고 실험 / ASR-QA-v5 스냅샷 / 실측 전 / 보호 조건 별도 / 점수 합산 없음</a:t>
            </a:r>
          </a:p>
        </p:txBody>
      </p:sp>
    </p:spTree>
    <p:extLst>
      <p:ext uri="{BB962C8B-B14F-4D97-AF65-F5344CB8AC3E}">
        <p14:creationId xmlns:p14="http://schemas.microsoft.com/office/powerpoint/2010/main" val="104328479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3" name="dp45-v4-qa-detail / n1">
            <a:extLst xmlns:a="http://schemas.openxmlformats.org/drawingml/2006/main">
              <a:ext uri="{FF2B5EF4-FFF2-40B4-BE49-F238E27FC236}">
                <a16:creationId xmlns:a16="http://schemas.microsoft.com/office/drawing/2014/main" id="{A6FED7FC-D780-4864-8D23-2BDE62B8DF79}"/>
              </a:ext>
            </a:extLst>
          </p:cNvPr>
          <p:cNvSpPr>
            <a:spLocks xmlns:a="http://schemas.openxmlformats.org/drawingml/2006/main" noGrp="1"/>
          </p:cNvSpPr>
          <p:nvPr/>
        </p:nvSpPr>
        <p:spPr>
          <a:xfrm xmlns:a="http://schemas.openxmlformats.org/drawingml/2006/main">
            <a:off x="381000" y="209550"/>
            <a:ext cx="133350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087E8B"/>
                </a:solidFill>
                <a:latin typeface="Apple SD Gothic Neo"/>
                <a:ea typeface="Apple SD Gothic Neo"/>
                <a:cs typeface="Apple SD Gothic Neo"/>
              </a:defRPr>
            </a:pPr>
            <a:r>
              <a:rPr sz="1425" b="1">
                <a:solidFill>
                  <a:srgbClr val="087E8B"/>
                </a:solidFill>
                <a:latin typeface="Apple SD Gothic Neo"/>
                <a:ea typeface="Apple SD Gothic Neo"/>
                <a:cs typeface="Apple SD Gothic Neo"/>
              </a:rPr>
              <a:t>VIA SOFTWARE ARCHITECTURE / ASR-QA 사고 실험</a:t>
            </a:r>
          </a:p>
        </p:txBody>
      </p:sp>
      <p:sp>
        <p:nvSpPr>
          <p:cNvPr id="2" name="dp45-v4-qa-detail / n2">
            <a:extLst xmlns:a="http://schemas.openxmlformats.org/drawingml/2006/main">
              <a:ext uri="{FF2B5EF4-FFF2-40B4-BE49-F238E27FC236}">
                <a16:creationId xmlns:a16="http://schemas.microsoft.com/office/drawing/2014/main" id="{CCA36012-ED30-4F17-A263-20CC8D908A0F}"/>
              </a:ext>
            </a:extLst>
          </p:cNvPr>
          <p:cNvSpPr>
            <a:spLocks xmlns:a="http://schemas.openxmlformats.org/drawingml/2006/main" noGrp="1"/>
          </p:cNvSpPr>
          <p:nvPr/>
        </p:nvSpPr>
        <p:spPr>
          <a:xfrm xmlns:a="http://schemas.openxmlformats.org/drawingml/2006/main">
            <a:off x="381000" y="619125"/>
            <a:ext cx="17526000" cy="5286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1">
                <a:solidFill>
                  <a:srgbClr val="18232E"/>
                </a:solidFill>
                <a:latin typeface="Apple SD Gothic Neo"/>
                <a:ea typeface="Apple SD Gothic Neo"/>
                <a:cs typeface="Apple SD Gothic Neo"/>
              </a:defRPr>
            </a:pPr>
            <a:r>
              <a:rPr sz="2775" b="1">
                <a:solidFill>
                  <a:srgbClr val="18232E"/>
                </a:solidFill>
                <a:latin typeface="Apple SD Gothic Neo"/>
                <a:ea typeface="Apple SD Gothic Neo"/>
                <a:cs typeface="Apple SD Gothic Neo"/>
              </a:rPr>
              <a:t>04-45. 원본 조합과 공통 가공 정보 조회 / ASR-QA 비교</a:t>
            </a:r>
          </a:p>
        </p:txBody>
      </p:sp>
      <p:sp>
        <p:nvSpPr>
          <p:cNvPr id="3" name="dp45-v4-qa-detail / n3">
            <a:extLst xmlns:a="http://schemas.openxmlformats.org/drawingml/2006/main">
              <a:ext uri="{FF2B5EF4-FFF2-40B4-BE49-F238E27FC236}">
                <a16:creationId xmlns:a16="http://schemas.microsoft.com/office/drawing/2014/main" id="{F54C566D-C663-4936-BE0F-36564CA25F6E}"/>
              </a:ext>
            </a:extLst>
          </p:cNvPr>
          <p:cNvSpPr>
            <a:spLocks xmlns:a="http://schemas.openxmlformats.org/drawingml/2006/main" noGrp="1"/>
          </p:cNvSpPr>
          <p:nvPr/>
        </p:nvSpPr>
        <p:spPr>
          <a:xfrm xmlns:a="http://schemas.openxmlformats.org/drawingml/2006/main">
            <a:off x="381000" y="115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4" name="dp45-v4-qa-detail / n4">
            <a:extLst xmlns:a="http://schemas.openxmlformats.org/drawingml/2006/main">
              <a:ext uri="{FF2B5EF4-FFF2-40B4-BE49-F238E27FC236}">
                <a16:creationId xmlns:a16="http://schemas.microsoft.com/office/drawing/2014/main" id="{8CF94BA3-96B2-466E-9000-8BA6F9D1603E}"/>
              </a:ext>
            </a:extLst>
          </p:cNvPr>
          <p:cNvSpPr>
            <a:spLocks xmlns:a="http://schemas.openxmlformats.org/drawingml/2006/main" noGrp="1"/>
          </p:cNvSpPr>
          <p:nvPr/>
        </p:nvSpPr>
        <p:spPr>
          <a:xfrm xmlns:a="http://schemas.openxmlformats.org/drawingml/2006/main">
            <a:off x="381000" y="1352550"/>
            <a:ext cx="1752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5F6B77"/>
                </a:solidFill>
                <a:latin typeface="Apple SD Gothic Neo"/>
                <a:ea typeface="Apple SD Gothic Neo"/>
                <a:cs typeface="Apple SD Gothic Neo"/>
              </a:defRPr>
            </a:pPr>
            <a:r>
              <a:rPr sz="1800" b="0">
                <a:solidFill>
                  <a:srgbClr val="5F6B77"/>
                </a:solidFill>
                <a:latin typeface="Apple SD Gothic Neo"/>
                <a:ea typeface="Apple SD Gothic Neo"/>
                <a:cs typeface="Apple SD Gothic Neo"/>
              </a:rPr>
              <a:t>동일 활동 기준의 A/B 가정값과 0–6점 비교 / 보호 조건 별도</a:t>
            </a:r>
          </a:p>
        </p:txBody>
      </p:sp>
      <p:sp>
        <p:nvSpPr>
          <p:cNvPr id="5" name="dp45-v4-qa-detail / n5 / circle">
            <a:extLst xmlns:a="http://schemas.openxmlformats.org/drawingml/2006/main">
              <a:ext uri="{FF2B5EF4-FFF2-40B4-BE49-F238E27FC236}">
                <a16:creationId xmlns:a16="http://schemas.microsoft.com/office/drawing/2014/main" id="{784D88CC-24B9-4618-975D-E3777CE0B282}"/>
              </a:ext>
            </a:extLst>
          </p:cNvPr>
          <p:cNvSpPr>
            <a:spLocks xmlns:a="http://schemas.openxmlformats.org/drawingml/2006/main" noGrp="1"/>
          </p:cNvSpPr>
          <p:nvPr/>
        </p:nvSpPr>
        <p:spPr>
          <a:xfrm xmlns:a="http://schemas.openxmlformats.org/drawingml/2006/main">
            <a:off x="381000" y="1790700"/>
            <a:ext cx="161925" cy="161925"/>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6" name="dp45-v4-qa-detail / n6 / circle">
            <a:extLst xmlns:a="http://schemas.openxmlformats.org/drawingml/2006/main">
              <a:ext uri="{FF2B5EF4-FFF2-40B4-BE49-F238E27FC236}">
                <a16:creationId xmlns:a16="http://schemas.microsoft.com/office/drawing/2014/main" id="{A95B8985-F065-4F99-843A-A174630E6BE5}"/>
              </a:ext>
            </a:extLst>
          </p:cNvPr>
          <p:cNvSpPr>
            <a:spLocks xmlns:a="http://schemas.openxmlformats.org/drawingml/2006/main" noGrp="1"/>
          </p:cNvSpPr>
          <p:nvPr/>
        </p:nvSpPr>
        <p:spPr>
          <a:xfrm xmlns:a="http://schemas.openxmlformats.org/drawingml/2006/main">
            <a:off x="581025" y="1790700"/>
            <a:ext cx="161925" cy="161925"/>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7" name="dp45-v4-qa-detail / n7 / circle">
            <a:extLst xmlns:a="http://schemas.openxmlformats.org/drawingml/2006/main">
              <a:ext uri="{FF2B5EF4-FFF2-40B4-BE49-F238E27FC236}">
                <a16:creationId xmlns:a16="http://schemas.microsoft.com/office/drawing/2014/main" id="{15677A97-DC38-414A-ADF5-A79A6DD56E49}"/>
              </a:ext>
            </a:extLst>
          </p:cNvPr>
          <p:cNvSpPr>
            <a:spLocks xmlns:a="http://schemas.openxmlformats.org/drawingml/2006/main" noGrp="1"/>
          </p:cNvSpPr>
          <p:nvPr/>
        </p:nvSpPr>
        <p:spPr>
          <a:xfrm xmlns:a="http://schemas.openxmlformats.org/drawingml/2006/main">
            <a:off x="781050" y="1790700"/>
            <a:ext cx="161925" cy="161925"/>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8" name="dp45-v4-qa-detail / n8">
            <a:extLst xmlns:a="http://schemas.openxmlformats.org/drawingml/2006/main">
              <a:ext uri="{FF2B5EF4-FFF2-40B4-BE49-F238E27FC236}">
                <a16:creationId xmlns:a16="http://schemas.microsoft.com/office/drawing/2014/main" id="{561004CA-F7C6-48CB-9AF9-BFE01B7496BE}"/>
              </a:ext>
            </a:extLst>
          </p:cNvPr>
          <p:cNvSpPr>
            <a:spLocks xmlns:a="http://schemas.openxmlformats.org/drawingml/2006/main" noGrp="1"/>
          </p:cNvSpPr>
          <p:nvPr/>
        </p:nvSpPr>
        <p:spPr>
          <a:xfrm xmlns:a="http://schemas.openxmlformats.org/drawingml/2006/main">
            <a:off x="1038225" y="1743075"/>
            <a:ext cx="80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6점</a:t>
            </a:r>
          </a:p>
        </p:txBody>
      </p:sp>
      <p:sp>
        <p:nvSpPr>
          <p:cNvPr id="9" name="dp45-v4-qa-detail / n9 / circle">
            <a:extLst xmlns:a="http://schemas.openxmlformats.org/drawingml/2006/main">
              <a:ext uri="{FF2B5EF4-FFF2-40B4-BE49-F238E27FC236}">
                <a16:creationId xmlns:a16="http://schemas.microsoft.com/office/drawing/2014/main" id="{B55215C6-E303-4024-8036-6D93CAD68DAA}"/>
              </a:ext>
            </a:extLst>
          </p:cNvPr>
          <p:cNvSpPr>
            <a:spLocks xmlns:a="http://schemas.openxmlformats.org/drawingml/2006/main" noGrp="1"/>
          </p:cNvSpPr>
          <p:nvPr/>
        </p:nvSpPr>
        <p:spPr>
          <a:xfrm xmlns:a="http://schemas.openxmlformats.org/drawingml/2006/main">
            <a:off x="1943100" y="1790700"/>
            <a:ext cx="161925" cy="161925"/>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0" name="dp45-v4-qa-detail / n10 / circle">
            <a:extLst xmlns:a="http://schemas.openxmlformats.org/drawingml/2006/main">
              <a:ext uri="{FF2B5EF4-FFF2-40B4-BE49-F238E27FC236}">
                <a16:creationId xmlns:a16="http://schemas.microsoft.com/office/drawing/2014/main" id="{0CA1B310-E444-4B3C-BD1B-C9B463D6EF8B}"/>
              </a:ext>
            </a:extLst>
          </p:cNvPr>
          <p:cNvSpPr>
            <a:spLocks xmlns:a="http://schemas.openxmlformats.org/drawingml/2006/main" noGrp="1"/>
          </p:cNvSpPr>
          <p:nvPr/>
        </p:nvSpPr>
        <p:spPr>
          <a:xfrm xmlns:a="http://schemas.openxmlformats.org/drawingml/2006/main">
            <a:off x="2143125" y="1790700"/>
            <a:ext cx="161925" cy="161925"/>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1" name="dp45-v4-qa-detail / n11 / circle">
            <a:extLst xmlns:a="http://schemas.openxmlformats.org/drawingml/2006/main">
              <a:ext uri="{FF2B5EF4-FFF2-40B4-BE49-F238E27FC236}">
                <a16:creationId xmlns:a16="http://schemas.microsoft.com/office/drawing/2014/main" id="{4DED7C5F-4555-43ED-BC79-FB5319B017E9}"/>
              </a:ext>
            </a:extLst>
          </p:cNvPr>
          <p:cNvSpPr>
            <a:spLocks xmlns:a="http://schemas.openxmlformats.org/drawingml/2006/main" noGrp="1"/>
          </p:cNvSpPr>
          <p:nvPr/>
        </p:nvSpPr>
        <p:spPr>
          <a:xfrm xmlns:a="http://schemas.openxmlformats.org/drawingml/2006/main">
            <a:off x="2343150"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2" name="dp45-v4-qa-detail / n11 / half">
            <a:extLst xmlns:a="http://schemas.openxmlformats.org/drawingml/2006/main">
              <a:ext uri="{FF2B5EF4-FFF2-40B4-BE49-F238E27FC236}">
                <a16:creationId xmlns:a16="http://schemas.microsoft.com/office/drawing/2014/main" id="{D58C79DF-18EA-4181-9A6A-F17DACF2DF01}"/>
              </a:ext>
            </a:extLst>
          </p:cNvPr>
          <p:cNvSpPr>
            <a:spLocks xmlns:a="http://schemas.openxmlformats.org/drawingml/2006/main" noGrp="1"/>
          </p:cNvSpPr>
          <p:nvPr/>
        </p:nvSpPr>
        <p:spPr>
          <a:xfrm xmlns:a="http://schemas.openxmlformats.org/drawingml/2006/main">
            <a:off x="2343150" y="1790700"/>
            <a:ext cx="161925" cy="161925"/>
          </a:xfrm>
          <a:custGeom xmlns:a="http://schemas.openxmlformats.org/drawingml/2006/main">
            <a:pathLst>
              <a:path w="161925" h="161925">
                <a:moveTo>
                  <a:pt x="80963" y="0"/>
                </a:moveTo>
                <a:lnTo>
                  <a:pt x="73027" y="390"/>
                </a:lnTo>
                <a:lnTo>
                  <a:pt x="65167" y="1556"/>
                </a:lnTo>
                <a:lnTo>
                  <a:pt x="57460" y="3486"/>
                </a:lnTo>
                <a:lnTo>
                  <a:pt x="49979" y="6163"/>
                </a:lnTo>
                <a:lnTo>
                  <a:pt x="42797" y="9560"/>
                </a:lnTo>
                <a:lnTo>
                  <a:pt x="35982" y="13645"/>
                </a:lnTo>
                <a:lnTo>
                  <a:pt x="29600" y="18378"/>
                </a:lnTo>
                <a:lnTo>
                  <a:pt x="23713" y="23713"/>
                </a:lnTo>
                <a:lnTo>
                  <a:pt x="18378" y="29600"/>
                </a:lnTo>
                <a:lnTo>
                  <a:pt x="13645" y="35982"/>
                </a:lnTo>
                <a:lnTo>
                  <a:pt x="9560" y="42797"/>
                </a:lnTo>
                <a:lnTo>
                  <a:pt x="6163" y="49979"/>
                </a:lnTo>
                <a:lnTo>
                  <a:pt x="3486" y="57460"/>
                </a:lnTo>
                <a:lnTo>
                  <a:pt x="1556" y="65167"/>
                </a:lnTo>
                <a:lnTo>
                  <a:pt x="390" y="73027"/>
                </a:lnTo>
                <a:lnTo>
                  <a:pt x="0" y="80962"/>
                </a:lnTo>
                <a:lnTo>
                  <a:pt x="390" y="88898"/>
                </a:lnTo>
                <a:lnTo>
                  <a:pt x="1556" y="96758"/>
                </a:lnTo>
                <a:lnTo>
                  <a:pt x="3486" y="104465"/>
                </a:lnTo>
                <a:lnTo>
                  <a:pt x="6163" y="111946"/>
                </a:lnTo>
                <a:lnTo>
                  <a:pt x="9560" y="119128"/>
                </a:lnTo>
                <a:lnTo>
                  <a:pt x="13645" y="125943"/>
                </a:lnTo>
                <a:lnTo>
                  <a:pt x="18378" y="132325"/>
                </a:lnTo>
                <a:lnTo>
                  <a:pt x="23713" y="138212"/>
                </a:lnTo>
                <a:lnTo>
                  <a:pt x="29600" y="143547"/>
                </a:lnTo>
                <a:lnTo>
                  <a:pt x="35982" y="148280"/>
                </a:lnTo>
                <a:lnTo>
                  <a:pt x="42797" y="152365"/>
                </a:lnTo>
                <a:lnTo>
                  <a:pt x="49979" y="155762"/>
                </a:lnTo>
                <a:lnTo>
                  <a:pt x="57460" y="158439"/>
                </a:lnTo>
                <a:lnTo>
                  <a:pt x="65167" y="160369"/>
                </a:lnTo>
                <a:lnTo>
                  <a:pt x="73027" y="161535"/>
                </a:lnTo>
                <a:lnTo>
                  <a:pt x="80962" y="161925"/>
                </a:lnTo>
                <a:close/>
              </a:path>
            </a:pathLst>
          </a:custGeom>
          <a:solidFill xmlns:a="http://schemas.openxmlformats.org/drawingml/2006/main">
            <a:srgbClr val="18232E"/>
          </a:solidFill>
          <a:ln xmlns:a="http://schemas.openxmlformats.org/drawingml/2006/main" w="0">
            <a:noFill/>
          </a:ln>
        </p:spPr>
      </p:sp>
      <p:sp>
        <p:nvSpPr>
          <p:cNvPr id="13" name="dp45-v4-qa-detail / n12">
            <a:extLst xmlns:a="http://schemas.openxmlformats.org/drawingml/2006/main">
              <a:ext uri="{FF2B5EF4-FFF2-40B4-BE49-F238E27FC236}">
                <a16:creationId xmlns:a16="http://schemas.microsoft.com/office/drawing/2014/main" id="{8B3781CD-9836-4CCE-AFE9-67F77B442CDC}"/>
              </a:ext>
            </a:extLst>
          </p:cNvPr>
          <p:cNvSpPr>
            <a:spLocks xmlns:a="http://schemas.openxmlformats.org/drawingml/2006/main" noGrp="1"/>
          </p:cNvSpPr>
          <p:nvPr/>
        </p:nvSpPr>
        <p:spPr>
          <a:xfrm xmlns:a="http://schemas.openxmlformats.org/drawingml/2006/main">
            <a:off x="2600325" y="1743075"/>
            <a:ext cx="80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5점</a:t>
            </a:r>
          </a:p>
        </p:txBody>
      </p:sp>
      <p:sp>
        <p:nvSpPr>
          <p:cNvPr id="14" name="dp45-v4-qa-detail / n13 / circle">
            <a:extLst xmlns:a="http://schemas.openxmlformats.org/drawingml/2006/main">
              <a:ext uri="{FF2B5EF4-FFF2-40B4-BE49-F238E27FC236}">
                <a16:creationId xmlns:a16="http://schemas.microsoft.com/office/drawing/2014/main" id="{8D6049B7-0ACD-422E-B971-DE5E3594A0F9}"/>
              </a:ext>
            </a:extLst>
          </p:cNvPr>
          <p:cNvSpPr>
            <a:spLocks xmlns:a="http://schemas.openxmlformats.org/drawingml/2006/main" noGrp="1"/>
          </p:cNvSpPr>
          <p:nvPr/>
        </p:nvSpPr>
        <p:spPr>
          <a:xfrm xmlns:a="http://schemas.openxmlformats.org/drawingml/2006/main">
            <a:off x="3505200" y="1790700"/>
            <a:ext cx="161925" cy="161925"/>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5" name="dp45-v4-qa-detail / n14 / circle">
            <a:extLst xmlns:a="http://schemas.openxmlformats.org/drawingml/2006/main">
              <a:ext uri="{FF2B5EF4-FFF2-40B4-BE49-F238E27FC236}">
                <a16:creationId xmlns:a16="http://schemas.microsoft.com/office/drawing/2014/main" id="{DDE181E2-7F00-4463-BFD4-B3D5B0D220D5}"/>
              </a:ext>
            </a:extLst>
          </p:cNvPr>
          <p:cNvSpPr>
            <a:spLocks xmlns:a="http://schemas.openxmlformats.org/drawingml/2006/main" noGrp="1"/>
          </p:cNvSpPr>
          <p:nvPr/>
        </p:nvSpPr>
        <p:spPr>
          <a:xfrm xmlns:a="http://schemas.openxmlformats.org/drawingml/2006/main">
            <a:off x="3705225" y="1790700"/>
            <a:ext cx="161925" cy="161925"/>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6" name="dp45-v4-qa-detail / n15 / circle">
            <a:extLst xmlns:a="http://schemas.openxmlformats.org/drawingml/2006/main">
              <a:ext uri="{FF2B5EF4-FFF2-40B4-BE49-F238E27FC236}">
                <a16:creationId xmlns:a16="http://schemas.microsoft.com/office/drawing/2014/main" id="{30A8BD8F-FCEC-4865-B5AC-463FC9820C4A}"/>
              </a:ext>
            </a:extLst>
          </p:cNvPr>
          <p:cNvSpPr>
            <a:spLocks xmlns:a="http://schemas.openxmlformats.org/drawingml/2006/main" noGrp="1"/>
          </p:cNvSpPr>
          <p:nvPr/>
        </p:nvSpPr>
        <p:spPr>
          <a:xfrm xmlns:a="http://schemas.openxmlformats.org/drawingml/2006/main">
            <a:off x="3905250"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7" name="dp45-v4-qa-detail / n16">
            <a:extLst xmlns:a="http://schemas.openxmlformats.org/drawingml/2006/main">
              <a:ext uri="{FF2B5EF4-FFF2-40B4-BE49-F238E27FC236}">
                <a16:creationId xmlns:a16="http://schemas.microsoft.com/office/drawing/2014/main" id="{90062AEF-7A13-45BA-9847-CF1BE986BE14}"/>
              </a:ext>
            </a:extLst>
          </p:cNvPr>
          <p:cNvSpPr>
            <a:spLocks xmlns:a="http://schemas.openxmlformats.org/drawingml/2006/main" noGrp="1"/>
          </p:cNvSpPr>
          <p:nvPr/>
        </p:nvSpPr>
        <p:spPr>
          <a:xfrm xmlns:a="http://schemas.openxmlformats.org/drawingml/2006/main">
            <a:off x="4162425" y="1743075"/>
            <a:ext cx="80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4점</a:t>
            </a:r>
          </a:p>
        </p:txBody>
      </p:sp>
      <p:sp>
        <p:nvSpPr>
          <p:cNvPr id="18" name="dp45-v4-qa-detail / n17 / circle">
            <a:extLst xmlns:a="http://schemas.openxmlformats.org/drawingml/2006/main">
              <a:ext uri="{FF2B5EF4-FFF2-40B4-BE49-F238E27FC236}">
                <a16:creationId xmlns:a16="http://schemas.microsoft.com/office/drawing/2014/main" id="{94C5F49E-B87E-426E-8B43-528EC98ACC95}"/>
              </a:ext>
            </a:extLst>
          </p:cNvPr>
          <p:cNvSpPr>
            <a:spLocks xmlns:a="http://schemas.openxmlformats.org/drawingml/2006/main" noGrp="1"/>
          </p:cNvSpPr>
          <p:nvPr/>
        </p:nvSpPr>
        <p:spPr>
          <a:xfrm xmlns:a="http://schemas.openxmlformats.org/drawingml/2006/main">
            <a:off x="5067300" y="1790700"/>
            <a:ext cx="161925" cy="161925"/>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9" name="dp45-v4-qa-detail / n18 / circle">
            <a:extLst xmlns:a="http://schemas.openxmlformats.org/drawingml/2006/main">
              <a:ext uri="{FF2B5EF4-FFF2-40B4-BE49-F238E27FC236}">
                <a16:creationId xmlns:a16="http://schemas.microsoft.com/office/drawing/2014/main" id="{689EC658-29DB-490E-A30B-CC9906CFECA6}"/>
              </a:ext>
            </a:extLst>
          </p:cNvPr>
          <p:cNvSpPr>
            <a:spLocks xmlns:a="http://schemas.openxmlformats.org/drawingml/2006/main" noGrp="1"/>
          </p:cNvSpPr>
          <p:nvPr/>
        </p:nvSpPr>
        <p:spPr>
          <a:xfrm xmlns:a="http://schemas.openxmlformats.org/drawingml/2006/main">
            <a:off x="5267325"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20" name="dp45-v4-qa-detail / n18 / half">
            <a:extLst xmlns:a="http://schemas.openxmlformats.org/drawingml/2006/main">
              <a:ext uri="{FF2B5EF4-FFF2-40B4-BE49-F238E27FC236}">
                <a16:creationId xmlns:a16="http://schemas.microsoft.com/office/drawing/2014/main" id="{3CC3FB35-68F1-4187-9163-CB6A84280320}"/>
              </a:ext>
            </a:extLst>
          </p:cNvPr>
          <p:cNvSpPr>
            <a:spLocks xmlns:a="http://schemas.openxmlformats.org/drawingml/2006/main" noGrp="1"/>
          </p:cNvSpPr>
          <p:nvPr/>
        </p:nvSpPr>
        <p:spPr>
          <a:xfrm xmlns:a="http://schemas.openxmlformats.org/drawingml/2006/main">
            <a:off x="5267325" y="1790700"/>
            <a:ext cx="161925" cy="161925"/>
          </a:xfrm>
          <a:custGeom xmlns:a="http://schemas.openxmlformats.org/drawingml/2006/main">
            <a:pathLst>
              <a:path w="161925" h="161925">
                <a:moveTo>
                  <a:pt x="80963" y="0"/>
                </a:moveTo>
                <a:lnTo>
                  <a:pt x="73027" y="390"/>
                </a:lnTo>
                <a:lnTo>
                  <a:pt x="65167" y="1556"/>
                </a:lnTo>
                <a:lnTo>
                  <a:pt x="57460" y="3486"/>
                </a:lnTo>
                <a:lnTo>
                  <a:pt x="49979" y="6163"/>
                </a:lnTo>
                <a:lnTo>
                  <a:pt x="42797" y="9560"/>
                </a:lnTo>
                <a:lnTo>
                  <a:pt x="35982" y="13645"/>
                </a:lnTo>
                <a:lnTo>
                  <a:pt x="29600" y="18378"/>
                </a:lnTo>
                <a:lnTo>
                  <a:pt x="23713" y="23713"/>
                </a:lnTo>
                <a:lnTo>
                  <a:pt x="18378" y="29600"/>
                </a:lnTo>
                <a:lnTo>
                  <a:pt x="13645" y="35982"/>
                </a:lnTo>
                <a:lnTo>
                  <a:pt x="9560" y="42797"/>
                </a:lnTo>
                <a:lnTo>
                  <a:pt x="6163" y="49979"/>
                </a:lnTo>
                <a:lnTo>
                  <a:pt x="3486" y="57460"/>
                </a:lnTo>
                <a:lnTo>
                  <a:pt x="1556" y="65167"/>
                </a:lnTo>
                <a:lnTo>
                  <a:pt x="390" y="73027"/>
                </a:lnTo>
                <a:lnTo>
                  <a:pt x="0" y="80962"/>
                </a:lnTo>
                <a:lnTo>
                  <a:pt x="390" y="88898"/>
                </a:lnTo>
                <a:lnTo>
                  <a:pt x="1556" y="96758"/>
                </a:lnTo>
                <a:lnTo>
                  <a:pt x="3486" y="104465"/>
                </a:lnTo>
                <a:lnTo>
                  <a:pt x="6163" y="111946"/>
                </a:lnTo>
                <a:lnTo>
                  <a:pt x="9560" y="119128"/>
                </a:lnTo>
                <a:lnTo>
                  <a:pt x="13645" y="125943"/>
                </a:lnTo>
                <a:lnTo>
                  <a:pt x="18378" y="132325"/>
                </a:lnTo>
                <a:lnTo>
                  <a:pt x="23713" y="138212"/>
                </a:lnTo>
                <a:lnTo>
                  <a:pt x="29600" y="143547"/>
                </a:lnTo>
                <a:lnTo>
                  <a:pt x="35982" y="148280"/>
                </a:lnTo>
                <a:lnTo>
                  <a:pt x="42797" y="152365"/>
                </a:lnTo>
                <a:lnTo>
                  <a:pt x="49979" y="155762"/>
                </a:lnTo>
                <a:lnTo>
                  <a:pt x="57460" y="158439"/>
                </a:lnTo>
                <a:lnTo>
                  <a:pt x="65167" y="160369"/>
                </a:lnTo>
                <a:lnTo>
                  <a:pt x="73027" y="161535"/>
                </a:lnTo>
                <a:lnTo>
                  <a:pt x="80962" y="161925"/>
                </a:lnTo>
                <a:close/>
              </a:path>
            </a:pathLst>
          </a:custGeom>
          <a:solidFill xmlns:a="http://schemas.openxmlformats.org/drawingml/2006/main">
            <a:srgbClr val="18232E"/>
          </a:solidFill>
          <a:ln xmlns:a="http://schemas.openxmlformats.org/drawingml/2006/main" w="0">
            <a:noFill/>
          </a:ln>
        </p:spPr>
      </p:sp>
      <p:sp>
        <p:nvSpPr>
          <p:cNvPr id="21" name="dp45-v4-qa-detail / n19 / circle">
            <a:extLst xmlns:a="http://schemas.openxmlformats.org/drawingml/2006/main">
              <a:ext uri="{FF2B5EF4-FFF2-40B4-BE49-F238E27FC236}">
                <a16:creationId xmlns:a16="http://schemas.microsoft.com/office/drawing/2014/main" id="{DC32EFC8-555C-4D94-8887-11DC365B5D64}"/>
              </a:ext>
            </a:extLst>
          </p:cNvPr>
          <p:cNvSpPr>
            <a:spLocks xmlns:a="http://schemas.openxmlformats.org/drawingml/2006/main" noGrp="1"/>
          </p:cNvSpPr>
          <p:nvPr/>
        </p:nvSpPr>
        <p:spPr>
          <a:xfrm xmlns:a="http://schemas.openxmlformats.org/drawingml/2006/main">
            <a:off x="5467350"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22" name="dp45-v4-qa-detail / n20">
            <a:extLst xmlns:a="http://schemas.openxmlformats.org/drawingml/2006/main">
              <a:ext uri="{FF2B5EF4-FFF2-40B4-BE49-F238E27FC236}">
                <a16:creationId xmlns:a16="http://schemas.microsoft.com/office/drawing/2014/main" id="{26E0DACC-C476-46D5-BFBB-8C6F145BA855}"/>
              </a:ext>
            </a:extLst>
          </p:cNvPr>
          <p:cNvSpPr>
            <a:spLocks xmlns:a="http://schemas.openxmlformats.org/drawingml/2006/main" noGrp="1"/>
          </p:cNvSpPr>
          <p:nvPr/>
        </p:nvSpPr>
        <p:spPr>
          <a:xfrm xmlns:a="http://schemas.openxmlformats.org/drawingml/2006/main">
            <a:off x="5724525" y="1743075"/>
            <a:ext cx="80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3점</a:t>
            </a:r>
          </a:p>
        </p:txBody>
      </p:sp>
      <p:sp>
        <p:nvSpPr>
          <p:cNvPr id="23" name="dp45-v4-qa-detail / n21 / circle">
            <a:extLst xmlns:a="http://schemas.openxmlformats.org/drawingml/2006/main">
              <a:ext uri="{FF2B5EF4-FFF2-40B4-BE49-F238E27FC236}">
                <a16:creationId xmlns:a16="http://schemas.microsoft.com/office/drawing/2014/main" id="{F3E50CF9-9B85-4AA0-9BA7-3D31B47E0641}"/>
              </a:ext>
            </a:extLst>
          </p:cNvPr>
          <p:cNvSpPr>
            <a:spLocks xmlns:a="http://schemas.openxmlformats.org/drawingml/2006/main" noGrp="1"/>
          </p:cNvSpPr>
          <p:nvPr/>
        </p:nvSpPr>
        <p:spPr>
          <a:xfrm xmlns:a="http://schemas.openxmlformats.org/drawingml/2006/main">
            <a:off x="6629400" y="1790700"/>
            <a:ext cx="161925" cy="161925"/>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24" name="dp45-v4-qa-detail / n22 / circle">
            <a:extLst xmlns:a="http://schemas.openxmlformats.org/drawingml/2006/main">
              <a:ext uri="{FF2B5EF4-FFF2-40B4-BE49-F238E27FC236}">
                <a16:creationId xmlns:a16="http://schemas.microsoft.com/office/drawing/2014/main" id="{F674E50C-7BC5-4091-B135-4FD9536FF4EF}"/>
              </a:ext>
            </a:extLst>
          </p:cNvPr>
          <p:cNvSpPr>
            <a:spLocks xmlns:a="http://schemas.openxmlformats.org/drawingml/2006/main" noGrp="1"/>
          </p:cNvSpPr>
          <p:nvPr/>
        </p:nvSpPr>
        <p:spPr>
          <a:xfrm xmlns:a="http://schemas.openxmlformats.org/drawingml/2006/main">
            <a:off x="6829425"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25" name="dp45-v4-qa-detail / n23 / circle">
            <a:extLst xmlns:a="http://schemas.openxmlformats.org/drawingml/2006/main">
              <a:ext uri="{FF2B5EF4-FFF2-40B4-BE49-F238E27FC236}">
                <a16:creationId xmlns:a16="http://schemas.microsoft.com/office/drawing/2014/main" id="{6CBA49F3-AA3E-4294-826E-1B9621E043B5}"/>
              </a:ext>
            </a:extLst>
          </p:cNvPr>
          <p:cNvSpPr>
            <a:spLocks xmlns:a="http://schemas.openxmlformats.org/drawingml/2006/main" noGrp="1"/>
          </p:cNvSpPr>
          <p:nvPr/>
        </p:nvSpPr>
        <p:spPr>
          <a:xfrm xmlns:a="http://schemas.openxmlformats.org/drawingml/2006/main">
            <a:off x="7029450"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26" name="dp45-v4-qa-detail / n24">
            <a:extLst xmlns:a="http://schemas.openxmlformats.org/drawingml/2006/main">
              <a:ext uri="{FF2B5EF4-FFF2-40B4-BE49-F238E27FC236}">
                <a16:creationId xmlns:a16="http://schemas.microsoft.com/office/drawing/2014/main" id="{6991EC26-80F2-4784-87D9-BE88983E90D9}"/>
              </a:ext>
            </a:extLst>
          </p:cNvPr>
          <p:cNvSpPr>
            <a:spLocks xmlns:a="http://schemas.openxmlformats.org/drawingml/2006/main" noGrp="1"/>
          </p:cNvSpPr>
          <p:nvPr/>
        </p:nvSpPr>
        <p:spPr>
          <a:xfrm xmlns:a="http://schemas.openxmlformats.org/drawingml/2006/main">
            <a:off x="7286625" y="1743075"/>
            <a:ext cx="80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2점</a:t>
            </a:r>
          </a:p>
        </p:txBody>
      </p:sp>
      <p:sp>
        <p:nvSpPr>
          <p:cNvPr id="27" name="dp45-v4-qa-detail / n25 / circle">
            <a:extLst xmlns:a="http://schemas.openxmlformats.org/drawingml/2006/main">
              <a:ext uri="{FF2B5EF4-FFF2-40B4-BE49-F238E27FC236}">
                <a16:creationId xmlns:a16="http://schemas.microsoft.com/office/drawing/2014/main" id="{284B6B82-A3A7-4408-B2E5-347CBDE4A445}"/>
              </a:ext>
            </a:extLst>
          </p:cNvPr>
          <p:cNvSpPr>
            <a:spLocks xmlns:a="http://schemas.openxmlformats.org/drawingml/2006/main" noGrp="1"/>
          </p:cNvSpPr>
          <p:nvPr/>
        </p:nvSpPr>
        <p:spPr>
          <a:xfrm xmlns:a="http://schemas.openxmlformats.org/drawingml/2006/main">
            <a:off x="8191500"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28" name="dp45-v4-qa-detail / n25 / half">
            <a:extLst xmlns:a="http://schemas.openxmlformats.org/drawingml/2006/main">
              <a:ext uri="{FF2B5EF4-FFF2-40B4-BE49-F238E27FC236}">
                <a16:creationId xmlns:a16="http://schemas.microsoft.com/office/drawing/2014/main" id="{675FF1A6-7EBA-454C-9F69-77DFB92C6529}"/>
              </a:ext>
            </a:extLst>
          </p:cNvPr>
          <p:cNvSpPr>
            <a:spLocks xmlns:a="http://schemas.openxmlformats.org/drawingml/2006/main" noGrp="1"/>
          </p:cNvSpPr>
          <p:nvPr/>
        </p:nvSpPr>
        <p:spPr>
          <a:xfrm xmlns:a="http://schemas.openxmlformats.org/drawingml/2006/main">
            <a:off x="8191500" y="1790700"/>
            <a:ext cx="161925" cy="161925"/>
          </a:xfrm>
          <a:custGeom xmlns:a="http://schemas.openxmlformats.org/drawingml/2006/main">
            <a:pathLst>
              <a:path w="161925" h="161925">
                <a:moveTo>
                  <a:pt x="80963" y="0"/>
                </a:moveTo>
                <a:lnTo>
                  <a:pt x="73027" y="390"/>
                </a:lnTo>
                <a:lnTo>
                  <a:pt x="65167" y="1556"/>
                </a:lnTo>
                <a:lnTo>
                  <a:pt x="57460" y="3486"/>
                </a:lnTo>
                <a:lnTo>
                  <a:pt x="49979" y="6163"/>
                </a:lnTo>
                <a:lnTo>
                  <a:pt x="42797" y="9560"/>
                </a:lnTo>
                <a:lnTo>
                  <a:pt x="35982" y="13645"/>
                </a:lnTo>
                <a:lnTo>
                  <a:pt x="29600" y="18378"/>
                </a:lnTo>
                <a:lnTo>
                  <a:pt x="23713" y="23713"/>
                </a:lnTo>
                <a:lnTo>
                  <a:pt x="18378" y="29600"/>
                </a:lnTo>
                <a:lnTo>
                  <a:pt x="13645" y="35982"/>
                </a:lnTo>
                <a:lnTo>
                  <a:pt x="9560" y="42797"/>
                </a:lnTo>
                <a:lnTo>
                  <a:pt x="6163" y="49979"/>
                </a:lnTo>
                <a:lnTo>
                  <a:pt x="3486" y="57460"/>
                </a:lnTo>
                <a:lnTo>
                  <a:pt x="1556" y="65167"/>
                </a:lnTo>
                <a:lnTo>
                  <a:pt x="390" y="73027"/>
                </a:lnTo>
                <a:lnTo>
                  <a:pt x="0" y="80962"/>
                </a:lnTo>
                <a:lnTo>
                  <a:pt x="390" y="88898"/>
                </a:lnTo>
                <a:lnTo>
                  <a:pt x="1556" y="96758"/>
                </a:lnTo>
                <a:lnTo>
                  <a:pt x="3486" y="104465"/>
                </a:lnTo>
                <a:lnTo>
                  <a:pt x="6163" y="111946"/>
                </a:lnTo>
                <a:lnTo>
                  <a:pt x="9560" y="119128"/>
                </a:lnTo>
                <a:lnTo>
                  <a:pt x="13645" y="125943"/>
                </a:lnTo>
                <a:lnTo>
                  <a:pt x="18378" y="132325"/>
                </a:lnTo>
                <a:lnTo>
                  <a:pt x="23713" y="138212"/>
                </a:lnTo>
                <a:lnTo>
                  <a:pt x="29600" y="143547"/>
                </a:lnTo>
                <a:lnTo>
                  <a:pt x="35982" y="148280"/>
                </a:lnTo>
                <a:lnTo>
                  <a:pt x="42797" y="152365"/>
                </a:lnTo>
                <a:lnTo>
                  <a:pt x="49979" y="155762"/>
                </a:lnTo>
                <a:lnTo>
                  <a:pt x="57460" y="158439"/>
                </a:lnTo>
                <a:lnTo>
                  <a:pt x="65167" y="160369"/>
                </a:lnTo>
                <a:lnTo>
                  <a:pt x="73027" y="161535"/>
                </a:lnTo>
                <a:lnTo>
                  <a:pt x="80962" y="161925"/>
                </a:lnTo>
                <a:close/>
              </a:path>
            </a:pathLst>
          </a:custGeom>
          <a:solidFill xmlns:a="http://schemas.openxmlformats.org/drawingml/2006/main">
            <a:srgbClr val="18232E"/>
          </a:solidFill>
          <a:ln xmlns:a="http://schemas.openxmlformats.org/drawingml/2006/main" w="0">
            <a:noFill/>
          </a:ln>
        </p:spPr>
      </p:sp>
      <p:sp>
        <p:nvSpPr>
          <p:cNvPr id="29" name="dp45-v4-qa-detail / n26 / circle">
            <a:extLst xmlns:a="http://schemas.openxmlformats.org/drawingml/2006/main">
              <a:ext uri="{FF2B5EF4-FFF2-40B4-BE49-F238E27FC236}">
                <a16:creationId xmlns:a16="http://schemas.microsoft.com/office/drawing/2014/main" id="{BD3F09BD-4A30-4CFC-8A8C-F45E2AD0E42C}"/>
              </a:ext>
            </a:extLst>
          </p:cNvPr>
          <p:cNvSpPr>
            <a:spLocks xmlns:a="http://schemas.openxmlformats.org/drawingml/2006/main" noGrp="1"/>
          </p:cNvSpPr>
          <p:nvPr/>
        </p:nvSpPr>
        <p:spPr>
          <a:xfrm xmlns:a="http://schemas.openxmlformats.org/drawingml/2006/main">
            <a:off x="8391525"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0" name="dp45-v4-qa-detail / n27 / circle">
            <a:extLst xmlns:a="http://schemas.openxmlformats.org/drawingml/2006/main">
              <a:ext uri="{FF2B5EF4-FFF2-40B4-BE49-F238E27FC236}">
                <a16:creationId xmlns:a16="http://schemas.microsoft.com/office/drawing/2014/main" id="{2D3116E3-ED17-4492-B1FB-CC3D6BC0C27C}"/>
              </a:ext>
            </a:extLst>
          </p:cNvPr>
          <p:cNvSpPr>
            <a:spLocks xmlns:a="http://schemas.openxmlformats.org/drawingml/2006/main" noGrp="1"/>
          </p:cNvSpPr>
          <p:nvPr/>
        </p:nvSpPr>
        <p:spPr>
          <a:xfrm xmlns:a="http://schemas.openxmlformats.org/drawingml/2006/main">
            <a:off x="8591550"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1" name="dp45-v4-qa-detail / n28">
            <a:extLst xmlns:a="http://schemas.openxmlformats.org/drawingml/2006/main">
              <a:ext uri="{FF2B5EF4-FFF2-40B4-BE49-F238E27FC236}">
                <a16:creationId xmlns:a16="http://schemas.microsoft.com/office/drawing/2014/main" id="{33311C2D-0F27-44EF-B759-4D9F6FEF119B}"/>
              </a:ext>
            </a:extLst>
          </p:cNvPr>
          <p:cNvSpPr>
            <a:spLocks xmlns:a="http://schemas.openxmlformats.org/drawingml/2006/main" noGrp="1"/>
          </p:cNvSpPr>
          <p:nvPr/>
        </p:nvSpPr>
        <p:spPr>
          <a:xfrm xmlns:a="http://schemas.openxmlformats.org/drawingml/2006/main">
            <a:off x="8848725" y="1743075"/>
            <a:ext cx="80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1점</a:t>
            </a:r>
          </a:p>
        </p:txBody>
      </p:sp>
      <p:sp>
        <p:nvSpPr>
          <p:cNvPr id="32" name="dp45-v4-qa-detail / n29 / circle">
            <a:extLst xmlns:a="http://schemas.openxmlformats.org/drawingml/2006/main">
              <a:ext uri="{FF2B5EF4-FFF2-40B4-BE49-F238E27FC236}">
                <a16:creationId xmlns:a16="http://schemas.microsoft.com/office/drawing/2014/main" id="{2622CFE0-8559-4B62-9F0C-39ECFFCFC5DE}"/>
              </a:ext>
            </a:extLst>
          </p:cNvPr>
          <p:cNvSpPr>
            <a:spLocks xmlns:a="http://schemas.openxmlformats.org/drawingml/2006/main" noGrp="1"/>
          </p:cNvSpPr>
          <p:nvPr/>
        </p:nvSpPr>
        <p:spPr>
          <a:xfrm xmlns:a="http://schemas.openxmlformats.org/drawingml/2006/main">
            <a:off x="9753600"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3" name="dp45-v4-qa-detail / n30 / circle">
            <a:extLst xmlns:a="http://schemas.openxmlformats.org/drawingml/2006/main">
              <a:ext uri="{FF2B5EF4-FFF2-40B4-BE49-F238E27FC236}">
                <a16:creationId xmlns:a16="http://schemas.microsoft.com/office/drawing/2014/main" id="{19061AD7-1D36-4133-9219-AD099647F6FB}"/>
              </a:ext>
            </a:extLst>
          </p:cNvPr>
          <p:cNvSpPr>
            <a:spLocks xmlns:a="http://schemas.openxmlformats.org/drawingml/2006/main" noGrp="1"/>
          </p:cNvSpPr>
          <p:nvPr/>
        </p:nvSpPr>
        <p:spPr>
          <a:xfrm xmlns:a="http://schemas.openxmlformats.org/drawingml/2006/main">
            <a:off x="9953625"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4" name="dp45-v4-qa-detail / n31 / circle">
            <a:extLst xmlns:a="http://schemas.openxmlformats.org/drawingml/2006/main">
              <a:ext uri="{FF2B5EF4-FFF2-40B4-BE49-F238E27FC236}">
                <a16:creationId xmlns:a16="http://schemas.microsoft.com/office/drawing/2014/main" id="{249A3780-4264-4ED6-A53D-9EE488FA478B}"/>
              </a:ext>
            </a:extLst>
          </p:cNvPr>
          <p:cNvSpPr>
            <a:spLocks xmlns:a="http://schemas.openxmlformats.org/drawingml/2006/main" noGrp="1"/>
          </p:cNvSpPr>
          <p:nvPr/>
        </p:nvSpPr>
        <p:spPr>
          <a:xfrm xmlns:a="http://schemas.openxmlformats.org/drawingml/2006/main">
            <a:off x="10153650"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5" name="dp45-v4-qa-detail / n32">
            <a:extLst xmlns:a="http://schemas.openxmlformats.org/drawingml/2006/main">
              <a:ext uri="{FF2B5EF4-FFF2-40B4-BE49-F238E27FC236}">
                <a16:creationId xmlns:a16="http://schemas.microsoft.com/office/drawing/2014/main" id="{9CFDA157-F811-4323-8AF9-9838A4CBDD33}"/>
              </a:ext>
            </a:extLst>
          </p:cNvPr>
          <p:cNvSpPr>
            <a:spLocks xmlns:a="http://schemas.openxmlformats.org/drawingml/2006/main" noGrp="1"/>
          </p:cNvSpPr>
          <p:nvPr/>
        </p:nvSpPr>
        <p:spPr>
          <a:xfrm xmlns:a="http://schemas.openxmlformats.org/drawingml/2006/main">
            <a:off x="10410825" y="1743075"/>
            <a:ext cx="80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0점</a:t>
            </a:r>
          </a:p>
        </p:txBody>
      </p:sp>
      <p:sp>
        <p:nvSpPr>
          <p:cNvPr id="36" name="dp45-v4-qa-detail / n33">
            <a:extLst xmlns:a="http://schemas.openxmlformats.org/drawingml/2006/main">
              <a:ext uri="{FF2B5EF4-FFF2-40B4-BE49-F238E27FC236}">
                <a16:creationId xmlns:a16="http://schemas.microsoft.com/office/drawing/2014/main" id="{2569391B-47C3-4219-B353-FE01DBCFA0D8}"/>
              </a:ext>
            </a:extLst>
          </p:cNvPr>
          <p:cNvSpPr>
            <a:spLocks xmlns:a="http://schemas.openxmlformats.org/drawingml/2006/main" noGrp="1"/>
          </p:cNvSpPr>
          <p:nvPr/>
        </p:nvSpPr>
        <p:spPr>
          <a:xfrm xmlns:a="http://schemas.openxmlformats.org/drawingml/2006/main">
            <a:off x="11811000" y="1762125"/>
            <a:ext cx="609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5F6B77"/>
                </a:solidFill>
                <a:latin typeface="Apple SD Gothic Neo"/>
                <a:ea typeface="Apple SD Gothic Neo"/>
                <a:cs typeface="Apple SD Gothic Neo"/>
              </a:defRPr>
            </a:pPr>
            <a:r>
              <a:rPr sz="1500" b="0">
                <a:solidFill>
                  <a:srgbClr val="5F6B77"/>
                </a:solidFill>
                <a:latin typeface="Apple SD Gothic Neo"/>
                <a:ea typeface="Apple SD Gothic Neo"/>
                <a:cs typeface="Apple SD Gothic Neo"/>
              </a:rPr>
              <a:t>원값 차이와 점수 차이는 별도 확인</a:t>
            </a:r>
          </a:p>
        </p:txBody>
      </p:sp>
      <p:sp>
        <p:nvSpPr>
          <p:cNvPr id="37" name="dp45-v4-qa-detail / n34">
            <a:extLst xmlns:a="http://schemas.openxmlformats.org/drawingml/2006/main">
              <a:ext uri="{FF2B5EF4-FFF2-40B4-BE49-F238E27FC236}">
                <a16:creationId xmlns:a16="http://schemas.microsoft.com/office/drawing/2014/main" id="{045E7A47-D2F6-4E40-888F-18BE9FCA530F}"/>
              </a:ext>
            </a:extLst>
          </p:cNvPr>
          <p:cNvSpPr>
            <a:spLocks xmlns:a="http://schemas.openxmlformats.org/drawingml/2006/main" noGrp="1"/>
          </p:cNvSpPr>
          <p:nvPr/>
        </p:nvSpPr>
        <p:spPr>
          <a:xfrm xmlns:a="http://schemas.openxmlformats.org/drawingml/2006/main">
            <a:off x="381000" y="2143125"/>
            <a:ext cx="17526000" cy="457200"/>
          </a:xfrm>
          <a:prstGeom xmlns:a="http://schemas.openxmlformats.org/drawingml/2006/main" prst="rect">
            <a:avLst/>
          </a:prstGeom>
          <a:solidFill xmlns:a="http://schemas.openxmlformats.org/drawingml/2006/main">
            <a:srgbClr val="D5E7C7"/>
          </a:solidFill>
          <a:ln xmlns:a="http://schemas.openxmlformats.org/drawingml/2006/main" w="0">
            <a:noFill/>
          </a:ln>
        </p:spPr>
      </p:sp>
      <p:sp>
        <p:nvSpPr>
          <p:cNvPr id="38" name="dp45-v4-qa-detail / n35">
            <a:extLst xmlns:a="http://schemas.openxmlformats.org/drawingml/2006/main">
              <a:ext uri="{FF2B5EF4-FFF2-40B4-BE49-F238E27FC236}">
                <a16:creationId xmlns:a16="http://schemas.microsoft.com/office/drawing/2014/main" id="{107948F1-A60C-4E3D-8CF8-C121BE9AA2D5}"/>
              </a:ext>
            </a:extLst>
          </p:cNvPr>
          <p:cNvSpPr>
            <a:spLocks xmlns:a="http://schemas.openxmlformats.org/drawingml/2006/main" noGrp="1"/>
          </p:cNvSpPr>
          <p:nvPr/>
        </p:nvSpPr>
        <p:spPr>
          <a:xfrm xmlns:a="http://schemas.openxmlformats.org/drawingml/2006/main">
            <a:off x="533400" y="2238375"/>
            <a:ext cx="247650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QA / 목표</a:t>
            </a:r>
          </a:p>
        </p:txBody>
      </p:sp>
      <p:sp>
        <p:nvSpPr>
          <p:cNvPr id="39" name="dp45-v4-qa-detail / n36">
            <a:extLst xmlns:a="http://schemas.openxmlformats.org/drawingml/2006/main">
              <a:ext uri="{FF2B5EF4-FFF2-40B4-BE49-F238E27FC236}">
                <a16:creationId xmlns:a16="http://schemas.microsoft.com/office/drawing/2014/main" id="{1AE97DB5-6B41-4F7E-AE44-FF8D6CE33655}"/>
              </a:ext>
            </a:extLst>
          </p:cNvPr>
          <p:cNvSpPr>
            <a:spLocks xmlns:a="http://schemas.openxmlformats.org/drawingml/2006/main" noGrp="1"/>
          </p:cNvSpPr>
          <p:nvPr/>
        </p:nvSpPr>
        <p:spPr>
          <a:xfrm xmlns:a="http://schemas.openxmlformats.org/drawingml/2006/main">
            <a:off x="3457575" y="2238375"/>
            <a:ext cx="581025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A Request별 원본 조합</a:t>
            </a:r>
          </a:p>
        </p:txBody>
      </p:sp>
      <p:sp>
        <p:nvSpPr>
          <p:cNvPr id="40" name="dp45-v4-qa-detail / n37">
            <a:extLst xmlns:a="http://schemas.openxmlformats.org/drawingml/2006/main">
              <a:ext uri="{FF2B5EF4-FFF2-40B4-BE49-F238E27FC236}">
                <a16:creationId xmlns:a16="http://schemas.microsoft.com/office/drawing/2014/main" id="{9F961D5A-DA78-40C1-A6F6-680070932B05}"/>
              </a:ext>
            </a:extLst>
          </p:cNvPr>
          <p:cNvSpPr>
            <a:spLocks xmlns:a="http://schemas.openxmlformats.org/drawingml/2006/main" noGrp="1"/>
          </p:cNvSpPr>
          <p:nvPr/>
        </p:nvSpPr>
        <p:spPr>
          <a:xfrm xmlns:a="http://schemas.openxmlformats.org/drawingml/2006/main">
            <a:off x="9648825" y="2238375"/>
            <a:ext cx="581025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B 공통 가공 정보 생산과 조회</a:t>
            </a:r>
          </a:p>
        </p:txBody>
      </p:sp>
      <p:sp>
        <p:nvSpPr>
          <p:cNvPr id="41" name="dp45-v4-qa-detail / n38">
            <a:extLst xmlns:a="http://schemas.openxmlformats.org/drawingml/2006/main">
              <a:ext uri="{FF2B5EF4-FFF2-40B4-BE49-F238E27FC236}">
                <a16:creationId xmlns:a16="http://schemas.microsoft.com/office/drawing/2014/main" id="{D4E2FF83-CEDF-412B-9D9B-3094C0FB7D9E}"/>
              </a:ext>
            </a:extLst>
          </p:cNvPr>
          <p:cNvSpPr>
            <a:spLocks xmlns:a="http://schemas.openxmlformats.org/drawingml/2006/main" noGrp="1"/>
          </p:cNvSpPr>
          <p:nvPr/>
        </p:nvSpPr>
        <p:spPr>
          <a:xfrm xmlns:a="http://schemas.openxmlformats.org/drawingml/2006/main">
            <a:off x="15801975" y="2238375"/>
            <a:ext cx="1952625"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원값 차이</a:t>
            </a:r>
          </a:p>
        </p:txBody>
      </p:sp>
      <p:sp>
        <p:nvSpPr>
          <p:cNvPr id="42" name="dp45-v4-qa-detail / n39">
            <a:extLst xmlns:a="http://schemas.openxmlformats.org/drawingml/2006/main">
              <a:ext uri="{FF2B5EF4-FFF2-40B4-BE49-F238E27FC236}">
                <a16:creationId xmlns:a16="http://schemas.microsoft.com/office/drawing/2014/main" id="{4138FD7C-C3BE-4B82-83E5-6903BC34C945}"/>
              </a:ext>
            </a:extLst>
          </p:cNvPr>
          <p:cNvSpPr>
            <a:spLocks xmlns:a="http://schemas.openxmlformats.org/drawingml/2006/main" noGrp="1"/>
          </p:cNvSpPr>
          <p:nvPr/>
        </p:nvSpPr>
        <p:spPr>
          <a:xfrm xmlns:a="http://schemas.openxmlformats.org/drawingml/2006/main">
            <a:off x="381000" y="35909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43" name="dp45-v4-qa-detail / n40">
            <a:extLst xmlns:a="http://schemas.openxmlformats.org/drawingml/2006/main">
              <a:ext uri="{FF2B5EF4-FFF2-40B4-BE49-F238E27FC236}">
                <a16:creationId xmlns:a16="http://schemas.microsoft.com/office/drawing/2014/main" id="{0C490349-80AC-4342-B7E0-CBB95CEAD0BB}"/>
              </a:ext>
            </a:extLst>
          </p:cNvPr>
          <p:cNvSpPr>
            <a:spLocks xmlns:a="http://schemas.openxmlformats.org/drawingml/2006/main" noGrp="1"/>
          </p:cNvSpPr>
          <p:nvPr/>
        </p:nvSpPr>
        <p:spPr>
          <a:xfrm xmlns:a="http://schemas.openxmlformats.org/drawingml/2006/main">
            <a:off x="533400" y="2695575"/>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01  요청 처리 정확성</a:t>
            </a:r>
          </a:p>
        </p:txBody>
      </p:sp>
      <p:sp>
        <p:nvSpPr>
          <p:cNvPr id="44" name="dp45-v4-qa-detail / n41">
            <a:extLst xmlns:a="http://schemas.openxmlformats.org/drawingml/2006/main">
              <a:ext uri="{FF2B5EF4-FFF2-40B4-BE49-F238E27FC236}">
                <a16:creationId xmlns:a16="http://schemas.microsoft.com/office/drawing/2014/main" id="{C7B5245E-B4E7-4A7A-804A-8F68CA9CD477}"/>
              </a:ext>
            </a:extLst>
          </p:cNvPr>
          <p:cNvSpPr>
            <a:spLocks xmlns:a="http://schemas.openxmlformats.org/drawingml/2006/main" noGrp="1"/>
          </p:cNvSpPr>
          <p:nvPr/>
        </p:nvSpPr>
        <p:spPr>
          <a:xfrm xmlns:a="http://schemas.openxmlformats.org/drawingml/2006/main">
            <a:off x="533400" y="3057525"/>
            <a:ext cx="25146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목표 ≥98%</a:t>
            </a:r>
          </a:p>
        </p:txBody>
      </p:sp>
      <p:sp>
        <p:nvSpPr>
          <p:cNvPr id="45" name="dp45-v4-qa-detail / n42 / circle">
            <a:extLst xmlns:a="http://schemas.openxmlformats.org/drawingml/2006/main">
              <a:ext uri="{FF2B5EF4-FFF2-40B4-BE49-F238E27FC236}">
                <a16:creationId xmlns:a16="http://schemas.microsoft.com/office/drawing/2014/main" id="{D9039502-5240-40DE-A9D4-5425CB00F1FC}"/>
              </a:ext>
            </a:extLst>
          </p:cNvPr>
          <p:cNvSpPr>
            <a:spLocks xmlns:a="http://schemas.openxmlformats.org/drawingml/2006/main" noGrp="1"/>
          </p:cNvSpPr>
          <p:nvPr/>
        </p:nvSpPr>
        <p:spPr>
          <a:xfrm xmlns:a="http://schemas.openxmlformats.org/drawingml/2006/main">
            <a:off x="3457575" y="2752725"/>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46" name="dp45-v4-qa-detail / n43 / circle">
            <a:extLst xmlns:a="http://schemas.openxmlformats.org/drawingml/2006/main">
              <a:ext uri="{FF2B5EF4-FFF2-40B4-BE49-F238E27FC236}">
                <a16:creationId xmlns:a16="http://schemas.microsoft.com/office/drawing/2014/main" id="{69938842-4C93-44C6-AB7D-B1654B433868}"/>
              </a:ext>
            </a:extLst>
          </p:cNvPr>
          <p:cNvSpPr>
            <a:spLocks xmlns:a="http://schemas.openxmlformats.org/drawingml/2006/main" noGrp="1"/>
          </p:cNvSpPr>
          <p:nvPr/>
        </p:nvSpPr>
        <p:spPr>
          <a:xfrm xmlns:a="http://schemas.openxmlformats.org/drawingml/2006/main">
            <a:off x="3667125" y="2752725"/>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47" name="dp45-v4-qa-detail / n44 / circle">
            <a:extLst xmlns:a="http://schemas.openxmlformats.org/drawingml/2006/main">
              <a:ext uri="{FF2B5EF4-FFF2-40B4-BE49-F238E27FC236}">
                <a16:creationId xmlns:a16="http://schemas.microsoft.com/office/drawing/2014/main" id="{44937797-DCE0-43DE-994C-5189A11C8881}"/>
              </a:ext>
            </a:extLst>
          </p:cNvPr>
          <p:cNvSpPr>
            <a:spLocks xmlns:a="http://schemas.openxmlformats.org/drawingml/2006/main" noGrp="1"/>
          </p:cNvSpPr>
          <p:nvPr/>
        </p:nvSpPr>
        <p:spPr>
          <a:xfrm xmlns:a="http://schemas.openxmlformats.org/drawingml/2006/main">
            <a:off x="3876675" y="2752725"/>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48" name="dp45-v4-qa-detail / n44 / half">
            <a:extLst xmlns:a="http://schemas.openxmlformats.org/drawingml/2006/main">
              <a:ext uri="{FF2B5EF4-FFF2-40B4-BE49-F238E27FC236}">
                <a16:creationId xmlns:a16="http://schemas.microsoft.com/office/drawing/2014/main" id="{CC550073-9DCC-401C-9783-4622162CA2C9}"/>
              </a:ext>
            </a:extLst>
          </p:cNvPr>
          <p:cNvSpPr>
            <a:spLocks xmlns:a="http://schemas.openxmlformats.org/drawingml/2006/main" noGrp="1"/>
          </p:cNvSpPr>
          <p:nvPr/>
        </p:nvSpPr>
        <p:spPr>
          <a:xfrm xmlns:a="http://schemas.openxmlformats.org/drawingml/2006/main">
            <a:off x="3876675" y="2752725"/>
            <a:ext cx="171450" cy="171450"/>
          </a:xfrm>
          <a:custGeom xmlns:a="http://schemas.openxmlformats.org/drawingml/2006/main">
            <a:pathLst>
              <a:path w="171450" h="171450">
                <a:moveTo>
                  <a:pt x="85725" y="0"/>
                </a:moveTo>
                <a:lnTo>
                  <a:pt x="77322" y="413"/>
                </a:lnTo>
                <a:lnTo>
                  <a:pt x="69001" y="1647"/>
                </a:lnTo>
                <a:lnTo>
                  <a:pt x="60840" y="3691"/>
                </a:lnTo>
                <a:lnTo>
                  <a:pt x="52919" y="6525"/>
                </a:lnTo>
                <a:lnTo>
                  <a:pt x="45315" y="10122"/>
                </a:lnTo>
                <a:lnTo>
                  <a:pt x="38099" y="14447"/>
                </a:lnTo>
                <a:lnTo>
                  <a:pt x="31342" y="19459"/>
                </a:lnTo>
                <a:lnTo>
                  <a:pt x="25108" y="25108"/>
                </a:lnTo>
                <a:lnTo>
                  <a:pt x="19459" y="31342"/>
                </a:lnTo>
                <a:lnTo>
                  <a:pt x="14447" y="38099"/>
                </a:lnTo>
                <a:lnTo>
                  <a:pt x="10122" y="45315"/>
                </a:lnTo>
                <a:lnTo>
                  <a:pt x="6525" y="52919"/>
                </a:lnTo>
                <a:lnTo>
                  <a:pt x="3691" y="60840"/>
                </a:lnTo>
                <a:lnTo>
                  <a:pt x="1647" y="69001"/>
                </a:lnTo>
                <a:lnTo>
                  <a:pt x="413" y="77322"/>
                </a:lnTo>
                <a:lnTo>
                  <a:pt x="0" y="85725"/>
                </a:lnTo>
                <a:lnTo>
                  <a:pt x="413" y="94128"/>
                </a:lnTo>
                <a:lnTo>
                  <a:pt x="1647" y="102449"/>
                </a:lnTo>
                <a:lnTo>
                  <a:pt x="3691" y="110610"/>
                </a:lnTo>
                <a:lnTo>
                  <a:pt x="6525" y="118531"/>
                </a:lnTo>
                <a:lnTo>
                  <a:pt x="10122" y="126135"/>
                </a:lnTo>
                <a:lnTo>
                  <a:pt x="14447" y="133351"/>
                </a:lnTo>
                <a:lnTo>
                  <a:pt x="19459" y="140108"/>
                </a:lnTo>
                <a:lnTo>
                  <a:pt x="25108" y="146342"/>
                </a:lnTo>
                <a:lnTo>
                  <a:pt x="31342" y="151991"/>
                </a:lnTo>
                <a:lnTo>
                  <a:pt x="38099" y="157003"/>
                </a:lnTo>
                <a:lnTo>
                  <a:pt x="45315" y="161328"/>
                </a:lnTo>
                <a:lnTo>
                  <a:pt x="52919" y="164925"/>
                </a:lnTo>
                <a:lnTo>
                  <a:pt x="60840" y="167759"/>
                </a:lnTo>
                <a:lnTo>
                  <a:pt x="69001" y="169803"/>
                </a:lnTo>
                <a:lnTo>
                  <a:pt x="77322" y="171037"/>
                </a:lnTo>
                <a:lnTo>
                  <a:pt x="85725" y="171450"/>
                </a:lnTo>
                <a:close/>
              </a:path>
            </a:pathLst>
          </a:custGeom>
          <a:solidFill xmlns:a="http://schemas.openxmlformats.org/drawingml/2006/main">
            <a:srgbClr val="18232E"/>
          </a:solidFill>
          <a:ln xmlns:a="http://schemas.openxmlformats.org/drawingml/2006/main" w="0">
            <a:noFill/>
          </a:ln>
        </p:spPr>
      </p:sp>
      <p:sp>
        <p:nvSpPr>
          <p:cNvPr id="49" name="dp45-v4-qa-detail / n45">
            <a:extLst xmlns:a="http://schemas.openxmlformats.org/drawingml/2006/main">
              <a:ext uri="{FF2B5EF4-FFF2-40B4-BE49-F238E27FC236}">
                <a16:creationId xmlns:a16="http://schemas.microsoft.com/office/drawing/2014/main" id="{7FF73979-8BED-4C84-8727-D6AFBE3F20A6}"/>
              </a:ext>
            </a:extLst>
          </p:cNvPr>
          <p:cNvSpPr>
            <a:spLocks xmlns:a="http://schemas.openxmlformats.org/drawingml/2006/main" noGrp="1"/>
          </p:cNvSpPr>
          <p:nvPr/>
        </p:nvSpPr>
        <p:spPr>
          <a:xfrm xmlns:a="http://schemas.openxmlformats.org/drawingml/2006/main">
            <a:off x="4181475" y="2686050"/>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5점</a:t>
            </a:r>
          </a:p>
        </p:txBody>
      </p:sp>
      <p:sp>
        <p:nvSpPr>
          <p:cNvPr id="50" name="dp45-v4-qa-detail / n46">
            <a:extLst xmlns:a="http://schemas.openxmlformats.org/drawingml/2006/main">
              <a:ext uri="{FF2B5EF4-FFF2-40B4-BE49-F238E27FC236}">
                <a16:creationId xmlns:a16="http://schemas.microsoft.com/office/drawing/2014/main" id="{EB60D1D8-45C2-4E40-B1AA-043EE2D2461E}"/>
              </a:ext>
            </a:extLst>
          </p:cNvPr>
          <p:cNvSpPr>
            <a:spLocks xmlns:a="http://schemas.openxmlformats.org/drawingml/2006/main" noGrp="1"/>
          </p:cNvSpPr>
          <p:nvPr/>
        </p:nvSpPr>
        <p:spPr>
          <a:xfrm xmlns:a="http://schemas.openxmlformats.org/drawingml/2006/main">
            <a:off x="5076825" y="2667000"/>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99.63%</a:t>
            </a:r>
          </a:p>
        </p:txBody>
      </p:sp>
      <p:sp>
        <p:nvSpPr>
          <p:cNvPr id="51" name="dp45-v4-qa-detail / n47">
            <a:extLst xmlns:a="http://schemas.openxmlformats.org/drawingml/2006/main">
              <a:ext uri="{FF2B5EF4-FFF2-40B4-BE49-F238E27FC236}">
                <a16:creationId xmlns:a16="http://schemas.microsoft.com/office/drawing/2014/main" id="{3CAD42FB-CD3C-4CCD-900B-129640B8E001}"/>
              </a:ext>
            </a:extLst>
          </p:cNvPr>
          <p:cNvSpPr>
            <a:spLocks xmlns:a="http://schemas.openxmlformats.org/drawingml/2006/main" noGrp="1"/>
          </p:cNvSpPr>
          <p:nvPr/>
        </p:nvSpPr>
        <p:spPr>
          <a:xfrm xmlns:a="http://schemas.openxmlformats.org/drawingml/2006/main">
            <a:off x="3457575" y="3095625"/>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현재 원문에서 관계 구성</a:t>
            </a:r>
          </a:p>
        </p:txBody>
      </p:sp>
      <p:sp>
        <p:nvSpPr>
          <p:cNvPr id="52" name="dp45-v4-qa-detail / n48">
            <a:extLst xmlns:a="http://schemas.openxmlformats.org/drawingml/2006/main">
              <a:ext uri="{FF2B5EF4-FFF2-40B4-BE49-F238E27FC236}">
                <a16:creationId xmlns:a16="http://schemas.microsoft.com/office/drawing/2014/main" id="{4DA287E0-F6C5-44F1-B45F-BE3BD4A9EA90}"/>
              </a:ext>
            </a:extLst>
          </p:cNvPr>
          <p:cNvSpPr>
            <a:spLocks xmlns:a="http://schemas.openxmlformats.org/drawingml/2006/main" noGrp="1"/>
          </p:cNvSpPr>
          <p:nvPr/>
        </p:nvSpPr>
        <p:spPr>
          <a:xfrm xmlns:a="http://schemas.openxmlformats.org/drawingml/2006/main">
            <a:off x="3457575" y="3333750"/>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오류 2개 가정</a:t>
            </a:r>
          </a:p>
        </p:txBody>
      </p:sp>
      <p:sp>
        <p:nvSpPr>
          <p:cNvPr id="53" name="dp45-v4-qa-detail / n49 / circle">
            <a:extLst xmlns:a="http://schemas.openxmlformats.org/drawingml/2006/main">
              <a:ext uri="{FF2B5EF4-FFF2-40B4-BE49-F238E27FC236}">
                <a16:creationId xmlns:a16="http://schemas.microsoft.com/office/drawing/2014/main" id="{7785587C-E71E-47BB-A6B5-A0E7082CF312}"/>
              </a:ext>
            </a:extLst>
          </p:cNvPr>
          <p:cNvSpPr>
            <a:spLocks xmlns:a="http://schemas.openxmlformats.org/drawingml/2006/main" noGrp="1"/>
          </p:cNvSpPr>
          <p:nvPr/>
        </p:nvSpPr>
        <p:spPr>
          <a:xfrm xmlns:a="http://schemas.openxmlformats.org/drawingml/2006/main">
            <a:off x="9648825" y="2752725"/>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54" name="dp45-v4-qa-detail / n50 / circle">
            <a:extLst xmlns:a="http://schemas.openxmlformats.org/drawingml/2006/main">
              <a:ext uri="{FF2B5EF4-FFF2-40B4-BE49-F238E27FC236}">
                <a16:creationId xmlns:a16="http://schemas.microsoft.com/office/drawing/2014/main" id="{BAAEECB3-743E-4BD4-BE5E-4D6715503A67}"/>
              </a:ext>
            </a:extLst>
          </p:cNvPr>
          <p:cNvSpPr>
            <a:spLocks xmlns:a="http://schemas.openxmlformats.org/drawingml/2006/main" noGrp="1"/>
          </p:cNvSpPr>
          <p:nvPr/>
        </p:nvSpPr>
        <p:spPr>
          <a:xfrm xmlns:a="http://schemas.openxmlformats.org/drawingml/2006/main">
            <a:off x="9858375" y="2752725"/>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55" name="dp45-v4-qa-detail / n51 / circle">
            <a:extLst xmlns:a="http://schemas.openxmlformats.org/drawingml/2006/main">
              <a:ext uri="{FF2B5EF4-FFF2-40B4-BE49-F238E27FC236}">
                <a16:creationId xmlns:a16="http://schemas.microsoft.com/office/drawing/2014/main" id="{7DBDBE19-6944-4E90-A834-E77DD57B1303}"/>
              </a:ext>
            </a:extLst>
          </p:cNvPr>
          <p:cNvSpPr>
            <a:spLocks xmlns:a="http://schemas.openxmlformats.org/drawingml/2006/main" noGrp="1"/>
          </p:cNvSpPr>
          <p:nvPr/>
        </p:nvSpPr>
        <p:spPr>
          <a:xfrm xmlns:a="http://schemas.openxmlformats.org/drawingml/2006/main">
            <a:off x="10067925" y="2752725"/>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56" name="dp45-v4-qa-detail / n52">
            <a:extLst xmlns:a="http://schemas.openxmlformats.org/drawingml/2006/main">
              <a:ext uri="{FF2B5EF4-FFF2-40B4-BE49-F238E27FC236}">
                <a16:creationId xmlns:a16="http://schemas.microsoft.com/office/drawing/2014/main" id="{313E8673-A0B1-4405-9EBF-E392246C21EC}"/>
              </a:ext>
            </a:extLst>
          </p:cNvPr>
          <p:cNvSpPr>
            <a:spLocks xmlns:a="http://schemas.openxmlformats.org/drawingml/2006/main" noGrp="1"/>
          </p:cNvSpPr>
          <p:nvPr/>
        </p:nvSpPr>
        <p:spPr>
          <a:xfrm xmlns:a="http://schemas.openxmlformats.org/drawingml/2006/main">
            <a:off x="10372725" y="2686050"/>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2점</a:t>
            </a:r>
          </a:p>
        </p:txBody>
      </p:sp>
      <p:sp>
        <p:nvSpPr>
          <p:cNvPr id="57" name="dp45-v4-qa-detail / n53">
            <a:extLst xmlns:a="http://schemas.openxmlformats.org/drawingml/2006/main">
              <a:ext uri="{FF2B5EF4-FFF2-40B4-BE49-F238E27FC236}">
                <a16:creationId xmlns:a16="http://schemas.microsoft.com/office/drawing/2014/main" id="{AADFC4E0-CF59-4BAB-BD16-C282928764BB}"/>
              </a:ext>
            </a:extLst>
          </p:cNvPr>
          <p:cNvSpPr>
            <a:spLocks xmlns:a="http://schemas.openxmlformats.org/drawingml/2006/main" noGrp="1"/>
          </p:cNvSpPr>
          <p:nvPr/>
        </p:nvSpPr>
        <p:spPr>
          <a:xfrm xmlns:a="http://schemas.openxmlformats.org/drawingml/2006/main">
            <a:off x="11268075" y="2667000"/>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98.52%</a:t>
            </a:r>
          </a:p>
        </p:txBody>
      </p:sp>
      <p:sp>
        <p:nvSpPr>
          <p:cNvPr id="58" name="dp45-v4-qa-detail / n54">
            <a:extLst xmlns:a="http://schemas.openxmlformats.org/drawingml/2006/main">
              <a:ext uri="{FF2B5EF4-FFF2-40B4-BE49-F238E27FC236}">
                <a16:creationId xmlns:a16="http://schemas.microsoft.com/office/drawing/2014/main" id="{CB283C83-1203-429F-98B7-90E108A929DB}"/>
              </a:ext>
            </a:extLst>
          </p:cNvPr>
          <p:cNvSpPr>
            <a:spLocks xmlns:a="http://schemas.openxmlformats.org/drawingml/2006/main" noGrp="1"/>
          </p:cNvSpPr>
          <p:nvPr/>
        </p:nvSpPr>
        <p:spPr>
          <a:xfrm xmlns:a="http://schemas.openxmlformats.org/drawingml/2006/main">
            <a:off x="9648825" y="3095625"/>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가공 정보의 예외 누락</a:t>
            </a:r>
          </a:p>
        </p:txBody>
      </p:sp>
      <p:sp>
        <p:nvSpPr>
          <p:cNvPr id="59" name="dp45-v4-qa-detail / n55">
            <a:extLst xmlns:a="http://schemas.openxmlformats.org/drawingml/2006/main">
              <a:ext uri="{FF2B5EF4-FFF2-40B4-BE49-F238E27FC236}">
                <a16:creationId xmlns:a16="http://schemas.microsoft.com/office/drawing/2014/main" id="{CA3542FA-CBFE-4A89-8344-6B85B9CAD2C3}"/>
              </a:ext>
            </a:extLst>
          </p:cNvPr>
          <p:cNvSpPr>
            <a:spLocks xmlns:a="http://schemas.openxmlformats.org/drawingml/2006/main" noGrp="1"/>
          </p:cNvSpPr>
          <p:nvPr/>
        </p:nvSpPr>
        <p:spPr>
          <a:xfrm xmlns:a="http://schemas.openxmlformats.org/drawingml/2006/main">
            <a:off x="9648825" y="3333750"/>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오류 8개 가정</a:t>
            </a:r>
          </a:p>
        </p:txBody>
      </p:sp>
      <p:sp>
        <p:nvSpPr>
          <p:cNvPr id="60" name="dp45-v4-qa-detail / n56">
            <a:extLst xmlns:a="http://schemas.openxmlformats.org/drawingml/2006/main">
              <a:ext uri="{FF2B5EF4-FFF2-40B4-BE49-F238E27FC236}">
                <a16:creationId xmlns:a16="http://schemas.microsoft.com/office/drawing/2014/main" id="{C4993406-464A-41B5-8AC7-4C94CDF63C95}"/>
              </a:ext>
            </a:extLst>
          </p:cNvPr>
          <p:cNvSpPr>
            <a:spLocks xmlns:a="http://schemas.openxmlformats.org/drawingml/2006/main" noGrp="1"/>
          </p:cNvSpPr>
          <p:nvPr/>
        </p:nvSpPr>
        <p:spPr>
          <a:xfrm xmlns:a="http://schemas.openxmlformats.org/drawingml/2006/main">
            <a:off x="15801975" y="2743200"/>
            <a:ext cx="1952625"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1.11%p</a:t>
            </a:r>
          </a:p>
        </p:txBody>
      </p:sp>
      <p:sp>
        <p:nvSpPr>
          <p:cNvPr id="61" name="dp45-v4-qa-detail / n57">
            <a:extLst xmlns:a="http://schemas.openxmlformats.org/drawingml/2006/main">
              <a:ext uri="{FF2B5EF4-FFF2-40B4-BE49-F238E27FC236}">
                <a16:creationId xmlns:a16="http://schemas.microsoft.com/office/drawing/2014/main" id="{A3E3FD81-0E12-4E57-B2F0-A4997A47B508}"/>
              </a:ext>
            </a:extLst>
          </p:cNvPr>
          <p:cNvSpPr>
            <a:spLocks xmlns:a="http://schemas.openxmlformats.org/drawingml/2006/main" noGrp="1"/>
          </p:cNvSpPr>
          <p:nvPr/>
        </p:nvSpPr>
        <p:spPr>
          <a:xfrm xmlns:a="http://schemas.openxmlformats.org/drawingml/2006/main">
            <a:off x="15801975" y="3124200"/>
            <a:ext cx="1952625"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가정상 A 유리</a:t>
            </a:r>
          </a:p>
        </p:txBody>
      </p:sp>
      <p:sp>
        <p:nvSpPr>
          <p:cNvPr id="62" name="dp45-v4-qa-detail / n58">
            <a:extLst xmlns:a="http://schemas.openxmlformats.org/drawingml/2006/main">
              <a:ext uri="{FF2B5EF4-FFF2-40B4-BE49-F238E27FC236}">
                <a16:creationId xmlns:a16="http://schemas.microsoft.com/office/drawing/2014/main" id="{C53D8CEC-1782-4B65-90AA-431808628A16}"/>
              </a:ext>
            </a:extLst>
          </p:cNvPr>
          <p:cNvSpPr>
            <a:spLocks xmlns:a="http://schemas.openxmlformats.org/drawingml/2006/main" noGrp="1"/>
          </p:cNvSpPr>
          <p:nvPr/>
        </p:nvSpPr>
        <p:spPr>
          <a:xfrm xmlns:a="http://schemas.openxmlformats.org/drawingml/2006/main">
            <a:off x="15801975" y="3352800"/>
            <a:ext cx="1952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기준 1%p</a:t>
            </a:r>
          </a:p>
        </p:txBody>
      </p:sp>
      <p:sp>
        <p:nvSpPr>
          <p:cNvPr id="63" name="dp45-v4-qa-detail / n59">
            <a:extLst xmlns:a="http://schemas.openxmlformats.org/drawingml/2006/main">
              <a:ext uri="{FF2B5EF4-FFF2-40B4-BE49-F238E27FC236}">
                <a16:creationId xmlns:a16="http://schemas.microsoft.com/office/drawing/2014/main" id="{FD7756EF-4FB4-43A6-8B2F-155F8122345E}"/>
              </a:ext>
            </a:extLst>
          </p:cNvPr>
          <p:cNvSpPr>
            <a:spLocks xmlns:a="http://schemas.openxmlformats.org/drawingml/2006/main" noGrp="1"/>
          </p:cNvSpPr>
          <p:nvPr/>
        </p:nvSpPr>
        <p:spPr>
          <a:xfrm xmlns:a="http://schemas.openxmlformats.org/drawingml/2006/main">
            <a:off x="381000" y="45910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64" name="dp45-v4-qa-detail / n60">
            <a:extLst xmlns:a="http://schemas.openxmlformats.org/drawingml/2006/main">
              <a:ext uri="{FF2B5EF4-FFF2-40B4-BE49-F238E27FC236}">
                <a16:creationId xmlns:a16="http://schemas.microsoft.com/office/drawing/2014/main" id="{FED9F573-CCEC-42E8-AA92-35582A078765}"/>
              </a:ext>
            </a:extLst>
          </p:cNvPr>
          <p:cNvSpPr>
            <a:spLocks xmlns:a="http://schemas.openxmlformats.org/drawingml/2006/main" noGrp="1"/>
          </p:cNvSpPr>
          <p:nvPr/>
        </p:nvSpPr>
        <p:spPr>
          <a:xfrm xmlns:a="http://schemas.openxmlformats.org/drawingml/2006/main">
            <a:off x="533400" y="3695700"/>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02  상호작용 응답시간</a:t>
            </a:r>
          </a:p>
        </p:txBody>
      </p:sp>
      <p:sp>
        <p:nvSpPr>
          <p:cNvPr id="65" name="dp45-v4-qa-detail / n61">
            <a:extLst xmlns:a="http://schemas.openxmlformats.org/drawingml/2006/main">
              <a:ext uri="{FF2B5EF4-FFF2-40B4-BE49-F238E27FC236}">
                <a16:creationId xmlns:a16="http://schemas.microsoft.com/office/drawing/2014/main" id="{04187B8A-79CA-4B25-B32D-804E4BBC08CF}"/>
              </a:ext>
            </a:extLst>
          </p:cNvPr>
          <p:cNvSpPr>
            <a:spLocks xmlns:a="http://schemas.openxmlformats.org/drawingml/2006/main" noGrp="1"/>
          </p:cNvSpPr>
          <p:nvPr/>
        </p:nvSpPr>
        <p:spPr>
          <a:xfrm xmlns:a="http://schemas.openxmlformats.org/drawingml/2006/main">
            <a:off x="533400" y="4057650"/>
            <a:ext cx="25146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목표 ≤1초</a:t>
            </a:r>
          </a:p>
        </p:txBody>
      </p:sp>
      <p:sp>
        <p:nvSpPr>
          <p:cNvPr id="66" name="dp45-v4-qa-detail / n62 / circle">
            <a:extLst xmlns:a="http://schemas.openxmlformats.org/drawingml/2006/main">
              <a:ext uri="{FF2B5EF4-FFF2-40B4-BE49-F238E27FC236}">
                <a16:creationId xmlns:a16="http://schemas.microsoft.com/office/drawing/2014/main" id="{ACB1D979-BCF8-495C-B257-B860F3E5A88A}"/>
              </a:ext>
            </a:extLst>
          </p:cNvPr>
          <p:cNvSpPr>
            <a:spLocks xmlns:a="http://schemas.openxmlformats.org/drawingml/2006/main" noGrp="1"/>
          </p:cNvSpPr>
          <p:nvPr/>
        </p:nvSpPr>
        <p:spPr>
          <a:xfrm xmlns:a="http://schemas.openxmlformats.org/drawingml/2006/main">
            <a:off x="3457575" y="3752850"/>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67" name="dp45-v4-qa-detail / n63 / circle">
            <a:extLst xmlns:a="http://schemas.openxmlformats.org/drawingml/2006/main">
              <a:ext uri="{FF2B5EF4-FFF2-40B4-BE49-F238E27FC236}">
                <a16:creationId xmlns:a16="http://schemas.microsoft.com/office/drawing/2014/main" id="{10EC2F20-1E23-4869-869B-7694F23B1B1B}"/>
              </a:ext>
            </a:extLst>
          </p:cNvPr>
          <p:cNvSpPr>
            <a:spLocks xmlns:a="http://schemas.openxmlformats.org/drawingml/2006/main" noGrp="1"/>
          </p:cNvSpPr>
          <p:nvPr/>
        </p:nvSpPr>
        <p:spPr>
          <a:xfrm xmlns:a="http://schemas.openxmlformats.org/drawingml/2006/main">
            <a:off x="3667125" y="3752850"/>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68" name="dp45-v4-qa-detail / n64 / circle">
            <a:extLst xmlns:a="http://schemas.openxmlformats.org/drawingml/2006/main">
              <a:ext uri="{FF2B5EF4-FFF2-40B4-BE49-F238E27FC236}">
                <a16:creationId xmlns:a16="http://schemas.microsoft.com/office/drawing/2014/main" id="{197A3C77-127E-4C58-BDBD-3C82C4FF42A6}"/>
              </a:ext>
            </a:extLst>
          </p:cNvPr>
          <p:cNvSpPr>
            <a:spLocks xmlns:a="http://schemas.openxmlformats.org/drawingml/2006/main" noGrp="1"/>
          </p:cNvSpPr>
          <p:nvPr/>
        </p:nvSpPr>
        <p:spPr>
          <a:xfrm xmlns:a="http://schemas.openxmlformats.org/drawingml/2006/main">
            <a:off x="3876675" y="3752850"/>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69" name="dp45-v4-qa-detail / n65">
            <a:extLst xmlns:a="http://schemas.openxmlformats.org/drawingml/2006/main">
              <a:ext uri="{FF2B5EF4-FFF2-40B4-BE49-F238E27FC236}">
                <a16:creationId xmlns:a16="http://schemas.microsoft.com/office/drawing/2014/main" id="{00712B8E-22D6-4413-8A9A-2720333D112F}"/>
              </a:ext>
            </a:extLst>
          </p:cNvPr>
          <p:cNvSpPr>
            <a:spLocks xmlns:a="http://schemas.openxmlformats.org/drawingml/2006/main" noGrp="1"/>
          </p:cNvSpPr>
          <p:nvPr/>
        </p:nvSpPr>
        <p:spPr>
          <a:xfrm xmlns:a="http://schemas.openxmlformats.org/drawingml/2006/main">
            <a:off x="4181475" y="3686175"/>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2점</a:t>
            </a:r>
          </a:p>
        </p:txBody>
      </p:sp>
      <p:sp>
        <p:nvSpPr>
          <p:cNvPr id="70" name="dp45-v4-qa-detail / n66">
            <a:extLst xmlns:a="http://schemas.openxmlformats.org/drawingml/2006/main">
              <a:ext uri="{FF2B5EF4-FFF2-40B4-BE49-F238E27FC236}">
                <a16:creationId xmlns:a16="http://schemas.microsoft.com/office/drawing/2014/main" id="{04C5F408-B6F8-4AD0-BD5B-48B64E8D44C6}"/>
              </a:ext>
            </a:extLst>
          </p:cNvPr>
          <p:cNvSpPr>
            <a:spLocks xmlns:a="http://schemas.openxmlformats.org/drawingml/2006/main" noGrp="1"/>
          </p:cNvSpPr>
          <p:nvPr/>
        </p:nvSpPr>
        <p:spPr>
          <a:xfrm xmlns:a="http://schemas.openxmlformats.org/drawingml/2006/main">
            <a:off x="5076825" y="3667125"/>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0.818초</a:t>
            </a:r>
          </a:p>
        </p:txBody>
      </p:sp>
      <p:sp>
        <p:nvSpPr>
          <p:cNvPr id="71" name="dp45-v4-qa-detail / n67">
            <a:extLst xmlns:a="http://schemas.openxmlformats.org/drawingml/2006/main">
              <a:ext uri="{FF2B5EF4-FFF2-40B4-BE49-F238E27FC236}">
                <a16:creationId xmlns:a16="http://schemas.microsoft.com/office/drawing/2014/main" id="{A57032BE-6CCC-4714-9C73-6E4A4C669F43}"/>
              </a:ext>
            </a:extLst>
          </p:cNvPr>
          <p:cNvSpPr>
            <a:spLocks xmlns:a="http://schemas.openxmlformats.org/drawingml/2006/main" noGrp="1"/>
          </p:cNvSpPr>
          <p:nvPr/>
        </p:nvSpPr>
        <p:spPr>
          <a:xfrm xmlns:a="http://schemas.openxmlformats.org/drawingml/2006/main">
            <a:off x="3457575" y="4095750"/>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지정 첫 반응 사례의 과거 재구성 비용 동일</a:t>
            </a:r>
          </a:p>
        </p:txBody>
      </p:sp>
      <p:sp>
        <p:nvSpPr>
          <p:cNvPr id="72" name="dp45-v4-qa-detail / n68 / circle">
            <a:extLst xmlns:a="http://schemas.openxmlformats.org/drawingml/2006/main">
              <a:ext uri="{FF2B5EF4-FFF2-40B4-BE49-F238E27FC236}">
                <a16:creationId xmlns:a16="http://schemas.microsoft.com/office/drawing/2014/main" id="{9362795E-7814-4ADB-B8DF-8FE3457E094F}"/>
              </a:ext>
            </a:extLst>
          </p:cNvPr>
          <p:cNvSpPr>
            <a:spLocks xmlns:a="http://schemas.openxmlformats.org/drawingml/2006/main" noGrp="1"/>
          </p:cNvSpPr>
          <p:nvPr/>
        </p:nvSpPr>
        <p:spPr>
          <a:xfrm xmlns:a="http://schemas.openxmlformats.org/drawingml/2006/main">
            <a:off x="9648825" y="3752850"/>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73" name="dp45-v4-qa-detail / n69 / circle">
            <a:extLst xmlns:a="http://schemas.openxmlformats.org/drawingml/2006/main">
              <a:ext uri="{FF2B5EF4-FFF2-40B4-BE49-F238E27FC236}">
                <a16:creationId xmlns:a16="http://schemas.microsoft.com/office/drawing/2014/main" id="{B1C7F578-8A91-4387-8C3E-343DA6F7C098}"/>
              </a:ext>
            </a:extLst>
          </p:cNvPr>
          <p:cNvSpPr>
            <a:spLocks xmlns:a="http://schemas.openxmlformats.org/drawingml/2006/main" noGrp="1"/>
          </p:cNvSpPr>
          <p:nvPr/>
        </p:nvSpPr>
        <p:spPr>
          <a:xfrm xmlns:a="http://schemas.openxmlformats.org/drawingml/2006/main">
            <a:off x="9858375" y="3752850"/>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74" name="dp45-v4-qa-detail / n70 / circle">
            <a:extLst xmlns:a="http://schemas.openxmlformats.org/drawingml/2006/main">
              <a:ext uri="{FF2B5EF4-FFF2-40B4-BE49-F238E27FC236}">
                <a16:creationId xmlns:a16="http://schemas.microsoft.com/office/drawing/2014/main" id="{A763E2B4-1A7E-40E8-9C2E-D4E424D74FF6}"/>
              </a:ext>
            </a:extLst>
          </p:cNvPr>
          <p:cNvSpPr>
            <a:spLocks xmlns:a="http://schemas.openxmlformats.org/drawingml/2006/main" noGrp="1"/>
          </p:cNvSpPr>
          <p:nvPr/>
        </p:nvSpPr>
        <p:spPr>
          <a:xfrm xmlns:a="http://schemas.openxmlformats.org/drawingml/2006/main">
            <a:off x="10067925" y="3752850"/>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75" name="dp45-v4-qa-detail / n71">
            <a:extLst xmlns:a="http://schemas.openxmlformats.org/drawingml/2006/main">
              <a:ext uri="{FF2B5EF4-FFF2-40B4-BE49-F238E27FC236}">
                <a16:creationId xmlns:a16="http://schemas.microsoft.com/office/drawing/2014/main" id="{823FC79E-ABF8-4C39-8F7C-E3AEE607F4FF}"/>
              </a:ext>
            </a:extLst>
          </p:cNvPr>
          <p:cNvSpPr>
            <a:spLocks xmlns:a="http://schemas.openxmlformats.org/drawingml/2006/main" noGrp="1"/>
          </p:cNvSpPr>
          <p:nvPr/>
        </p:nvSpPr>
        <p:spPr>
          <a:xfrm xmlns:a="http://schemas.openxmlformats.org/drawingml/2006/main">
            <a:off x="10372725" y="3686175"/>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2점</a:t>
            </a:r>
          </a:p>
        </p:txBody>
      </p:sp>
      <p:sp>
        <p:nvSpPr>
          <p:cNvPr id="76" name="dp45-v4-qa-detail / n72">
            <a:extLst xmlns:a="http://schemas.openxmlformats.org/drawingml/2006/main">
              <a:ext uri="{FF2B5EF4-FFF2-40B4-BE49-F238E27FC236}">
                <a16:creationId xmlns:a16="http://schemas.microsoft.com/office/drawing/2014/main" id="{A4C28D50-50EE-4A67-8073-19D27D418AF8}"/>
              </a:ext>
            </a:extLst>
          </p:cNvPr>
          <p:cNvSpPr>
            <a:spLocks xmlns:a="http://schemas.openxmlformats.org/drawingml/2006/main" noGrp="1"/>
          </p:cNvSpPr>
          <p:nvPr/>
        </p:nvSpPr>
        <p:spPr>
          <a:xfrm xmlns:a="http://schemas.openxmlformats.org/drawingml/2006/main">
            <a:off x="11268075" y="3667125"/>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0.818초</a:t>
            </a:r>
          </a:p>
        </p:txBody>
      </p:sp>
      <p:sp>
        <p:nvSpPr>
          <p:cNvPr id="77" name="dp45-v4-qa-detail / n73">
            <a:extLst xmlns:a="http://schemas.openxmlformats.org/drawingml/2006/main">
              <a:ext uri="{FF2B5EF4-FFF2-40B4-BE49-F238E27FC236}">
                <a16:creationId xmlns:a16="http://schemas.microsoft.com/office/drawing/2014/main" id="{8556147F-5E3C-47F2-96B7-7BA26EEB1865}"/>
              </a:ext>
            </a:extLst>
          </p:cNvPr>
          <p:cNvSpPr>
            <a:spLocks xmlns:a="http://schemas.openxmlformats.org/drawingml/2006/main" noGrp="1"/>
          </p:cNvSpPr>
          <p:nvPr/>
        </p:nvSpPr>
        <p:spPr>
          <a:xfrm xmlns:a="http://schemas.openxmlformats.org/drawingml/2006/main">
            <a:off x="9648825" y="4095750"/>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지정 사례에서 준비된 관계 조회 이익 작음</a:t>
            </a:r>
          </a:p>
        </p:txBody>
      </p:sp>
      <p:sp>
        <p:nvSpPr>
          <p:cNvPr id="78" name="dp45-v4-qa-detail / n74">
            <a:extLst xmlns:a="http://schemas.openxmlformats.org/drawingml/2006/main">
              <a:ext uri="{FF2B5EF4-FFF2-40B4-BE49-F238E27FC236}">
                <a16:creationId xmlns:a16="http://schemas.microsoft.com/office/drawing/2014/main" id="{DDA8125B-9490-4DB5-A9E7-6518DA596846}"/>
              </a:ext>
            </a:extLst>
          </p:cNvPr>
          <p:cNvSpPr>
            <a:spLocks xmlns:a="http://schemas.openxmlformats.org/drawingml/2006/main" noGrp="1"/>
          </p:cNvSpPr>
          <p:nvPr/>
        </p:nvSpPr>
        <p:spPr>
          <a:xfrm xmlns:a="http://schemas.openxmlformats.org/drawingml/2006/main">
            <a:off x="15801975" y="3743325"/>
            <a:ext cx="1952625"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0.000초</a:t>
            </a:r>
          </a:p>
        </p:txBody>
      </p:sp>
      <p:sp>
        <p:nvSpPr>
          <p:cNvPr id="79" name="dp45-v4-qa-detail / n75">
            <a:extLst xmlns:a="http://schemas.openxmlformats.org/drawingml/2006/main">
              <a:ext uri="{FF2B5EF4-FFF2-40B4-BE49-F238E27FC236}">
                <a16:creationId xmlns:a16="http://schemas.microsoft.com/office/drawing/2014/main" id="{E8D7C731-2294-4B44-8A41-4FE1467BE8BB}"/>
              </a:ext>
            </a:extLst>
          </p:cNvPr>
          <p:cNvSpPr>
            <a:spLocks xmlns:a="http://schemas.openxmlformats.org/drawingml/2006/main" noGrp="1"/>
          </p:cNvSpPr>
          <p:nvPr/>
        </p:nvSpPr>
        <p:spPr>
          <a:xfrm xmlns:a="http://schemas.openxmlformats.org/drawingml/2006/main">
            <a:off x="15801975" y="4124325"/>
            <a:ext cx="1952625"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같은 가정값</a:t>
            </a:r>
          </a:p>
        </p:txBody>
      </p:sp>
      <p:sp>
        <p:nvSpPr>
          <p:cNvPr id="80" name="dp45-v4-qa-detail / n76">
            <a:extLst xmlns:a="http://schemas.openxmlformats.org/drawingml/2006/main">
              <a:ext uri="{FF2B5EF4-FFF2-40B4-BE49-F238E27FC236}">
                <a16:creationId xmlns:a16="http://schemas.microsoft.com/office/drawing/2014/main" id="{EE3B17E1-EFCB-4406-8C49-CBB5B89292D3}"/>
              </a:ext>
            </a:extLst>
          </p:cNvPr>
          <p:cNvSpPr>
            <a:spLocks xmlns:a="http://schemas.openxmlformats.org/drawingml/2006/main" noGrp="1"/>
          </p:cNvSpPr>
          <p:nvPr/>
        </p:nvSpPr>
        <p:spPr>
          <a:xfrm xmlns:a="http://schemas.openxmlformats.org/drawingml/2006/main">
            <a:off x="15801975" y="4352925"/>
            <a:ext cx="1952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기준 0.10초</a:t>
            </a:r>
          </a:p>
        </p:txBody>
      </p:sp>
      <p:sp>
        <p:nvSpPr>
          <p:cNvPr id="81" name="dp45-v4-qa-detail / n77">
            <a:extLst xmlns:a="http://schemas.openxmlformats.org/drawingml/2006/main">
              <a:ext uri="{FF2B5EF4-FFF2-40B4-BE49-F238E27FC236}">
                <a16:creationId xmlns:a16="http://schemas.microsoft.com/office/drawing/2014/main" id="{ECC4D269-AB6D-4737-BA5E-D2D69F9BF795}"/>
              </a:ext>
            </a:extLst>
          </p:cNvPr>
          <p:cNvSpPr>
            <a:spLocks xmlns:a="http://schemas.openxmlformats.org/drawingml/2006/main" noGrp="1"/>
          </p:cNvSpPr>
          <p:nvPr/>
        </p:nvSpPr>
        <p:spPr>
          <a:xfrm xmlns:a="http://schemas.openxmlformats.org/drawingml/2006/main">
            <a:off x="381000" y="55911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82" name="dp45-v4-qa-detail / n78">
            <a:extLst xmlns:a="http://schemas.openxmlformats.org/drawingml/2006/main">
              <a:ext uri="{FF2B5EF4-FFF2-40B4-BE49-F238E27FC236}">
                <a16:creationId xmlns:a16="http://schemas.microsoft.com/office/drawing/2014/main" id="{F1EB8B99-4E55-4F82-A734-62B34FFAB91D}"/>
              </a:ext>
            </a:extLst>
          </p:cNvPr>
          <p:cNvSpPr>
            <a:spLocks xmlns:a="http://schemas.openxmlformats.org/drawingml/2006/main" noGrp="1"/>
          </p:cNvSpPr>
          <p:nvPr/>
        </p:nvSpPr>
        <p:spPr>
          <a:xfrm xmlns:a="http://schemas.openxmlformats.org/drawingml/2006/main">
            <a:off x="533400" y="4695825"/>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03  VIA 요청 처리시간</a:t>
            </a:r>
          </a:p>
        </p:txBody>
      </p:sp>
      <p:sp>
        <p:nvSpPr>
          <p:cNvPr id="83" name="dp45-v4-qa-detail / n79">
            <a:extLst xmlns:a="http://schemas.openxmlformats.org/drawingml/2006/main">
              <a:ext uri="{FF2B5EF4-FFF2-40B4-BE49-F238E27FC236}">
                <a16:creationId xmlns:a16="http://schemas.microsoft.com/office/drawing/2014/main" id="{35AE70BF-C8CA-4CA2-9E90-4BA8D700348B}"/>
              </a:ext>
            </a:extLst>
          </p:cNvPr>
          <p:cNvSpPr>
            <a:spLocks xmlns:a="http://schemas.openxmlformats.org/drawingml/2006/main" noGrp="1"/>
          </p:cNvSpPr>
          <p:nvPr/>
        </p:nvSpPr>
        <p:spPr>
          <a:xfrm xmlns:a="http://schemas.openxmlformats.org/drawingml/2006/main">
            <a:off x="533400" y="5057775"/>
            <a:ext cx="25146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목표 ≤10초</a:t>
            </a:r>
          </a:p>
        </p:txBody>
      </p:sp>
      <p:sp>
        <p:nvSpPr>
          <p:cNvPr id="84" name="dp45-v4-qa-detail / n80 / circle">
            <a:extLst xmlns:a="http://schemas.openxmlformats.org/drawingml/2006/main">
              <a:ext uri="{FF2B5EF4-FFF2-40B4-BE49-F238E27FC236}">
                <a16:creationId xmlns:a16="http://schemas.microsoft.com/office/drawing/2014/main" id="{8714E347-A48E-45E9-B76E-E57C4AC01408}"/>
              </a:ext>
            </a:extLst>
          </p:cNvPr>
          <p:cNvSpPr>
            <a:spLocks xmlns:a="http://schemas.openxmlformats.org/drawingml/2006/main" noGrp="1"/>
          </p:cNvSpPr>
          <p:nvPr/>
        </p:nvSpPr>
        <p:spPr>
          <a:xfrm xmlns:a="http://schemas.openxmlformats.org/drawingml/2006/main">
            <a:off x="3457575" y="4752975"/>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85" name="dp45-v4-qa-detail / n81 / circle">
            <a:extLst xmlns:a="http://schemas.openxmlformats.org/drawingml/2006/main">
              <a:ext uri="{FF2B5EF4-FFF2-40B4-BE49-F238E27FC236}">
                <a16:creationId xmlns:a16="http://schemas.microsoft.com/office/drawing/2014/main" id="{31CD8E8E-8657-461D-A906-FC925C0969C9}"/>
              </a:ext>
            </a:extLst>
          </p:cNvPr>
          <p:cNvSpPr>
            <a:spLocks xmlns:a="http://schemas.openxmlformats.org/drawingml/2006/main" noGrp="1"/>
          </p:cNvSpPr>
          <p:nvPr/>
        </p:nvSpPr>
        <p:spPr>
          <a:xfrm xmlns:a="http://schemas.openxmlformats.org/drawingml/2006/main">
            <a:off x="3667125" y="4752975"/>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86" name="dp45-v4-qa-detail / n81 / half">
            <a:extLst xmlns:a="http://schemas.openxmlformats.org/drawingml/2006/main">
              <a:ext uri="{FF2B5EF4-FFF2-40B4-BE49-F238E27FC236}">
                <a16:creationId xmlns:a16="http://schemas.microsoft.com/office/drawing/2014/main" id="{8B1F3C6B-414F-4C71-A97F-D1027988F30C}"/>
              </a:ext>
            </a:extLst>
          </p:cNvPr>
          <p:cNvSpPr>
            <a:spLocks xmlns:a="http://schemas.openxmlformats.org/drawingml/2006/main" noGrp="1"/>
          </p:cNvSpPr>
          <p:nvPr/>
        </p:nvSpPr>
        <p:spPr>
          <a:xfrm xmlns:a="http://schemas.openxmlformats.org/drawingml/2006/main">
            <a:off x="3667125" y="4752975"/>
            <a:ext cx="171450" cy="171450"/>
          </a:xfrm>
          <a:custGeom xmlns:a="http://schemas.openxmlformats.org/drawingml/2006/main">
            <a:pathLst>
              <a:path w="171450" h="171450">
                <a:moveTo>
                  <a:pt x="85725" y="0"/>
                </a:moveTo>
                <a:lnTo>
                  <a:pt x="77322" y="413"/>
                </a:lnTo>
                <a:lnTo>
                  <a:pt x="69001" y="1647"/>
                </a:lnTo>
                <a:lnTo>
                  <a:pt x="60840" y="3691"/>
                </a:lnTo>
                <a:lnTo>
                  <a:pt x="52919" y="6525"/>
                </a:lnTo>
                <a:lnTo>
                  <a:pt x="45315" y="10122"/>
                </a:lnTo>
                <a:lnTo>
                  <a:pt x="38099" y="14447"/>
                </a:lnTo>
                <a:lnTo>
                  <a:pt x="31342" y="19459"/>
                </a:lnTo>
                <a:lnTo>
                  <a:pt x="25108" y="25108"/>
                </a:lnTo>
                <a:lnTo>
                  <a:pt x="19459" y="31342"/>
                </a:lnTo>
                <a:lnTo>
                  <a:pt x="14447" y="38099"/>
                </a:lnTo>
                <a:lnTo>
                  <a:pt x="10122" y="45315"/>
                </a:lnTo>
                <a:lnTo>
                  <a:pt x="6525" y="52919"/>
                </a:lnTo>
                <a:lnTo>
                  <a:pt x="3691" y="60840"/>
                </a:lnTo>
                <a:lnTo>
                  <a:pt x="1647" y="69001"/>
                </a:lnTo>
                <a:lnTo>
                  <a:pt x="413" y="77322"/>
                </a:lnTo>
                <a:lnTo>
                  <a:pt x="0" y="85725"/>
                </a:lnTo>
                <a:lnTo>
                  <a:pt x="413" y="94128"/>
                </a:lnTo>
                <a:lnTo>
                  <a:pt x="1647" y="102449"/>
                </a:lnTo>
                <a:lnTo>
                  <a:pt x="3691" y="110610"/>
                </a:lnTo>
                <a:lnTo>
                  <a:pt x="6525" y="118531"/>
                </a:lnTo>
                <a:lnTo>
                  <a:pt x="10122" y="126135"/>
                </a:lnTo>
                <a:lnTo>
                  <a:pt x="14447" y="133351"/>
                </a:lnTo>
                <a:lnTo>
                  <a:pt x="19459" y="140108"/>
                </a:lnTo>
                <a:lnTo>
                  <a:pt x="25108" y="146342"/>
                </a:lnTo>
                <a:lnTo>
                  <a:pt x="31342" y="151991"/>
                </a:lnTo>
                <a:lnTo>
                  <a:pt x="38099" y="157003"/>
                </a:lnTo>
                <a:lnTo>
                  <a:pt x="45315" y="161328"/>
                </a:lnTo>
                <a:lnTo>
                  <a:pt x="52919" y="164925"/>
                </a:lnTo>
                <a:lnTo>
                  <a:pt x="60840" y="167759"/>
                </a:lnTo>
                <a:lnTo>
                  <a:pt x="69001" y="169803"/>
                </a:lnTo>
                <a:lnTo>
                  <a:pt x="77322" y="171037"/>
                </a:lnTo>
                <a:lnTo>
                  <a:pt x="85725" y="171450"/>
                </a:lnTo>
                <a:close/>
              </a:path>
            </a:pathLst>
          </a:custGeom>
          <a:solidFill xmlns:a="http://schemas.openxmlformats.org/drawingml/2006/main">
            <a:srgbClr val="18232E"/>
          </a:solidFill>
          <a:ln xmlns:a="http://schemas.openxmlformats.org/drawingml/2006/main" w="0">
            <a:noFill/>
          </a:ln>
        </p:spPr>
      </p:sp>
      <p:sp>
        <p:nvSpPr>
          <p:cNvPr id="87" name="dp45-v4-qa-detail / n82 / circle">
            <a:extLst xmlns:a="http://schemas.openxmlformats.org/drawingml/2006/main">
              <a:ext uri="{FF2B5EF4-FFF2-40B4-BE49-F238E27FC236}">
                <a16:creationId xmlns:a16="http://schemas.microsoft.com/office/drawing/2014/main" id="{8CA8FD26-B905-40E2-8EE2-F2C9598DFAD6}"/>
              </a:ext>
            </a:extLst>
          </p:cNvPr>
          <p:cNvSpPr>
            <a:spLocks xmlns:a="http://schemas.openxmlformats.org/drawingml/2006/main" noGrp="1"/>
          </p:cNvSpPr>
          <p:nvPr/>
        </p:nvSpPr>
        <p:spPr>
          <a:xfrm xmlns:a="http://schemas.openxmlformats.org/drawingml/2006/main">
            <a:off x="3876675" y="4752975"/>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88" name="dp45-v4-qa-detail / n83">
            <a:extLst xmlns:a="http://schemas.openxmlformats.org/drawingml/2006/main">
              <a:ext uri="{FF2B5EF4-FFF2-40B4-BE49-F238E27FC236}">
                <a16:creationId xmlns:a16="http://schemas.microsoft.com/office/drawing/2014/main" id="{D9264034-573F-492D-91B1-21719C1D5D80}"/>
              </a:ext>
            </a:extLst>
          </p:cNvPr>
          <p:cNvSpPr>
            <a:spLocks xmlns:a="http://schemas.openxmlformats.org/drawingml/2006/main" noGrp="1"/>
          </p:cNvSpPr>
          <p:nvPr/>
        </p:nvSpPr>
        <p:spPr>
          <a:xfrm xmlns:a="http://schemas.openxmlformats.org/drawingml/2006/main">
            <a:off x="4181475" y="4686300"/>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3점</a:t>
            </a:r>
          </a:p>
        </p:txBody>
      </p:sp>
      <p:sp>
        <p:nvSpPr>
          <p:cNvPr id="89" name="dp45-v4-qa-detail / n84">
            <a:extLst xmlns:a="http://schemas.openxmlformats.org/drawingml/2006/main">
              <a:ext uri="{FF2B5EF4-FFF2-40B4-BE49-F238E27FC236}">
                <a16:creationId xmlns:a16="http://schemas.microsoft.com/office/drawing/2014/main" id="{0DEC4B7D-2BD3-41E7-826C-CB2E7598E027}"/>
              </a:ext>
            </a:extLst>
          </p:cNvPr>
          <p:cNvSpPr>
            <a:spLocks xmlns:a="http://schemas.openxmlformats.org/drawingml/2006/main" noGrp="1"/>
          </p:cNvSpPr>
          <p:nvPr/>
        </p:nvSpPr>
        <p:spPr>
          <a:xfrm xmlns:a="http://schemas.openxmlformats.org/drawingml/2006/main">
            <a:off x="5076825" y="4667250"/>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5.600초</a:t>
            </a:r>
          </a:p>
        </p:txBody>
      </p:sp>
      <p:sp>
        <p:nvSpPr>
          <p:cNvPr id="90" name="dp45-v4-qa-detail / n85">
            <a:extLst xmlns:a="http://schemas.openxmlformats.org/drawingml/2006/main">
              <a:ext uri="{FF2B5EF4-FFF2-40B4-BE49-F238E27FC236}">
                <a16:creationId xmlns:a16="http://schemas.microsoft.com/office/drawing/2014/main" id="{CA53977E-C2FF-4E28-B158-6AD46C3671C4}"/>
              </a:ext>
            </a:extLst>
          </p:cNvPr>
          <p:cNvSpPr>
            <a:spLocks xmlns:a="http://schemas.openxmlformats.org/drawingml/2006/main" noGrp="1"/>
          </p:cNvSpPr>
          <p:nvPr/>
        </p:nvSpPr>
        <p:spPr>
          <a:xfrm xmlns:a="http://schemas.openxmlformats.org/drawingml/2006/main">
            <a:off x="3457575" y="5095875"/>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과거 재사용 사이클의 원본 조합</a:t>
            </a:r>
          </a:p>
        </p:txBody>
      </p:sp>
      <p:sp>
        <p:nvSpPr>
          <p:cNvPr id="91" name="dp45-v4-qa-detail / n86 / circle">
            <a:extLst xmlns:a="http://schemas.openxmlformats.org/drawingml/2006/main">
              <a:ext uri="{FF2B5EF4-FFF2-40B4-BE49-F238E27FC236}">
                <a16:creationId xmlns:a16="http://schemas.microsoft.com/office/drawing/2014/main" id="{54C6CEE8-4094-4537-B278-ED291939894D}"/>
              </a:ext>
            </a:extLst>
          </p:cNvPr>
          <p:cNvSpPr>
            <a:spLocks xmlns:a="http://schemas.openxmlformats.org/drawingml/2006/main" noGrp="1"/>
          </p:cNvSpPr>
          <p:nvPr/>
        </p:nvSpPr>
        <p:spPr>
          <a:xfrm xmlns:a="http://schemas.openxmlformats.org/drawingml/2006/main">
            <a:off x="9648825" y="4752975"/>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92" name="dp45-v4-qa-detail / n87 / circle">
            <a:extLst xmlns:a="http://schemas.openxmlformats.org/drawingml/2006/main">
              <a:ext uri="{FF2B5EF4-FFF2-40B4-BE49-F238E27FC236}">
                <a16:creationId xmlns:a16="http://schemas.microsoft.com/office/drawing/2014/main" id="{09E76515-1F09-4FC0-8608-C0EB8BD1FB9A}"/>
              </a:ext>
            </a:extLst>
          </p:cNvPr>
          <p:cNvSpPr>
            <a:spLocks xmlns:a="http://schemas.openxmlformats.org/drawingml/2006/main" noGrp="1"/>
          </p:cNvSpPr>
          <p:nvPr/>
        </p:nvSpPr>
        <p:spPr>
          <a:xfrm xmlns:a="http://schemas.openxmlformats.org/drawingml/2006/main">
            <a:off x="9858375" y="4752975"/>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93" name="dp45-v4-qa-detail / n87 / half">
            <a:extLst xmlns:a="http://schemas.openxmlformats.org/drawingml/2006/main">
              <a:ext uri="{FF2B5EF4-FFF2-40B4-BE49-F238E27FC236}">
                <a16:creationId xmlns:a16="http://schemas.microsoft.com/office/drawing/2014/main" id="{D6FA10BC-97F7-4C23-9987-D2B1F0390188}"/>
              </a:ext>
            </a:extLst>
          </p:cNvPr>
          <p:cNvSpPr>
            <a:spLocks xmlns:a="http://schemas.openxmlformats.org/drawingml/2006/main" noGrp="1"/>
          </p:cNvSpPr>
          <p:nvPr/>
        </p:nvSpPr>
        <p:spPr>
          <a:xfrm xmlns:a="http://schemas.openxmlformats.org/drawingml/2006/main">
            <a:off x="9858375" y="4752975"/>
            <a:ext cx="171450" cy="171450"/>
          </a:xfrm>
          <a:custGeom xmlns:a="http://schemas.openxmlformats.org/drawingml/2006/main">
            <a:pathLst>
              <a:path w="171450" h="171450">
                <a:moveTo>
                  <a:pt x="85725" y="0"/>
                </a:moveTo>
                <a:lnTo>
                  <a:pt x="77322" y="413"/>
                </a:lnTo>
                <a:lnTo>
                  <a:pt x="69001" y="1647"/>
                </a:lnTo>
                <a:lnTo>
                  <a:pt x="60840" y="3691"/>
                </a:lnTo>
                <a:lnTo>
                  <a:pt x="52919" y="6525"/>
                </a:lnTo>
                <a:lnTo>
                  <a:pt x="45315" y="10122"/>
                </a:lnTo>
                <a:lnTo>
                  <a:pt x="38099" y="14447"/>
                </a:lnTo>
                <a:lnTo>
                  <a:pt x="31342" y="19459"/>
                </a:lnTo>
                <a:lnTo>
                  <a:pt x="25108" y="25108"/>
                </a:lnTo>
                <a:lnTo>
                  <a:pt x="19459" y="31342"/>
                </a:lnTo>
                <a:lnTo>
                  <a:pt x="14447" y="38099"/>
                </a:lnTo>
                <a:lnTo>
                  <a:pt x="10122" y="45315"/>
                </a:lnTo>
                <a:lnTo>
                  <a:pt x="6525" y="52919"/>
                </a:lnTo>
                <a:lnTo>
                  <a:pt x="3691" y="60840"/>
                </a:lnTo>
                <a:lnTo>
                  <a:pt x="1647" y="69001"/>
                </a:lnTo>
                <a:lnTo>
                  <a:pt x="413" y="77322"/>
                </a:lnTo>
                <a:lnTo>
                  <a:pt x="0" y="85725"/>
                </a:lnTo>
                <a:lnTo>
                  <a:pt x="413" y="94128"/>
                </a:lnTo>
                <a:lnTo>
                  <a:pt x="1647" y="102449"/>
                </a:lnTo>
                <a:lnTo>
                  <a:pt x="3691" y="110610"/>
                </a:lnTo>
                <a:lnTo>
                  <a:pt x="6525" y="118531"/>
                </a:lnTo>
                <a:lnTo>
                  <a:pt x="10122" y="126135"/>
                </a:lnTo>
                <a:lnTo>
                  <a:pt x="14447" y="133351"/>
                </a:lnTo>
                <a:lnTo>
                  <a:pt x="19459" y="140108"/>
                </a:lnTo>
                <a:lnTo>
                  <a:pt x="25108" y="146342"/>
                </a:lnTo>
                <a:lnTo>
                  <a:pt x="31342" y="151991"/>
                </a:lnTo>
                <a:lnTo>
                  <a:pt x="38099" y="157003"/>
                </a:lnTo>
                <a:lnTo>
                  <a:pt x="45315" y="161328"/>
                </a:lnTo>
                <a:lnTo>
                  <a:pt x="52919" y="164925"/>
                </a:lnTo>
                <a:lnTo>
                  <a:pt x="60840" y="167759"/>
                </a:lnTo>
                <a:lnTo>
                  <a:pt x="69001" y="169803"/>
                </a:lnTo>
                <a:lnTo>
                  <a:pt x="77322" y="171037"/>
                </a:lnTo>
                <a:lnTo>
                  <a:pt x="85725" y="171450"/>
                </a:lnTo>
                <a:close/>
              </a:path>
            </a:pathLst>
          </a:custGeom>
          <a:solidFill xmlns:a="http://schemas.openxmlformats.org/drawingml/2006/main">
            <a:srgbClr val="18232E"/>
          </a:solidFill>
          <a:ln xmlns:a="http://schemas.openxmlformats.org/drawingml/2006/main" w="0">
            <a:noFill/>
          </a:ln>
        </p:spPr>
      </p:sp>
      <p:sp>
        <p:nvSpPr>
          <p:cNvPr id="94" name="dp45-v4-qa-detail / n88 / circle">
            <a:extLst xmlns:a="http://schemas.openxmlformats.org/drawingml/2006/main">
              <a:ext uri="{FF2B5EF4-FFF2-40B4-BE49-F238E27FC236}">
                <a16:creationId xmlns:a16="http://schemas.microsoft.com/office/drawing/2014/main" id="{C3DDA789-2600-4D03-9D24-4291C88F7509}"/>
              </a:ext>
            </a:extLst>
          </p:cNvPr>
          <p:cNvSpPr>
            <a:spLocks xmlns:a="http://schemas.openxmlformats.org/drawingml/2006/main" noGrp="1"/>
          </p:cNvSpPr>
          <p:nvPr/>
        </p:nvSpPr>
        <p:spPr>
          <a:xfrm xmlns:a="http://schemas.openxmlformats.org/drawingml/2006/main">
            <a:off x="10067925" y="4752975"/>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95" name="dp45-v4-qa-detail / n89">
            <a:extLst xmlns:a="http://schemas.openxmlformats.org/drawingml/2006/main">
              <a:ext uri="{FF2B5EF4-FFF2-40B4-BE49-F238E27FC236}">
                <a16:creationId xmlns:a16="http://schemas.microsoft.com/office/drawing/2014/main" id="{7EB264F0-0B8C-4780-A5B0-754E0A8DC41E}"/>
              </a:ext>
            </a:extLst>
          </p:cNvPr>
          <p:cNvSpPr>
            <a:spLocks xmlns:a="http://schemas.openxmlformats.org/drawingml/2006/main" noGrp="1"/>
          </p:cNvSpPr>
          <p:nvPr/>
        </p:nvSpPr>
        <p:spPr>
          <a:xfrm xmlns:a="http://schemas.openxmlformats.org/drawingml/2006/main">
            <a:off x="10372725" y="4686300"/>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3점</a:t>
            </a:r>
          </a:p>
        </p:txBody>
      </p:sp>
      <p:sp>
        <p:nvSpPr>
          <p:cNvPr id="96" name="dp45-v4-qa-detail / n90">
            <a:extLst xmlns:a="http://schemas.openxmlformats.org/drawingml/2006/main">
              <a:ext uri="{FF2B5EF4-FFF2-40B4-BE49-F238E27FC236}">
                <a16:creationId xmlns:a16="http://schemas.microsoft.com/office/drawing/2014/main" id="{3E77725B-806D-4FAF-9A2A-563922FAE875}"/>
              </a:ext>
            </a:extLst>
          </p:cNvPr>
          <p:cNvSpPr>
            <a:spLocks xmlns:a="http://schemas.openxmlformats.org/drawingml/2006/main" noGrp="1"/>
          </p:cNvSpPr>
          <p:nvPr/>
        </p:nvSpPr>
        <p:spPr>
          <a:xfrm xmlns:a="http://schemas.openxmlformats.org/drawingml/2006/main">
            <a:off x="11268075" y="4667250"/>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5.420초</a:t>
            </a:r>
          </a:p>
        </p:txBody>
      </p:sp>
      <p:sp>
        <p:nvSpPr>
          <p:cNvPr id="97" name="dp45-v4-qa-detail / n91">
            <a:extLst xmlns:a="http://schemas.openxmlformats.org/drawingml/2006/main">
              <a:ext uri="{FF2B5EF4-FFF2-40B4-BE49-F238E27FC236}">
                <a16:creationId xmlns:a16="http://schemas.microsoft.com/office/drawing/2014/main" id="{3B4BBF79-C0D2-4676-BA32-4405F34BCAFF}"/>
              </a:ext>
            </a:extLst>
          </p:cNvPr>
          <p:cNvSpPr>
            <a:spLocks xmlns:a="http://schemas.openxmlformats.org/drawingml/2006/main" noGrp="1"/>
          </p:cNvSpPr>
          <p:nvPr/>
        </p:nvSpPr>
        <p:spPr>
          <a:xfrm xmlns:a="http://schemas.openxmlformats.org/drawingml/2006/main">
            <a:off x="9648825" y="5095875"/>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한 사이클 1.08초 단축</a:t>
            </a:r>
          </a:p>
        </p:txBody>
      </p:sp>
      <p:sp>
        <p:nvSpPr>
          <p:cNvPr id="98" name="dp45-v4-qa-detail / n92">
            <a:extLst xmlns:a="http://schemas.openxmlformats.org/drawingml/2006/main">
              <a:ext uri="{FF2B5EF4-FFF2-40B4-BE49-F238E27FC236}">
                <a16:creationId xmlns:a16="http://schemas.microsoft.com/office/drawing/2014/main" id="{72FC0213-E65A-486F-9548-F761205D15BB}"/>
              </a:ext>
            </a:extLst>
          </p:cNvPr>
          <p:cNvSpPr>
            <a:spLocks xmlns:a="http://schemas.openxmlformats.org/drawingml/2006/main" noGrp="1"/>
          </p:cNvSpPr>
          <p:nvPr/>
        </p:nvSpPr>
        <p:spPr>
          <a:xfrm xmlns:a="http://schemas.openxmlformats.org/drawingml/2006/main">
            <a:off x="9648825" y="5334000"/>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6개 평균 0.18초 단축</a:t>
            </a:r>
          </a:p>
        </p:txBody>
      </p:sp>
      <p:sp>
        <p:nvSpPr>
          <p:cNvPr id="99" name="dp45-v4-qa-detail / n93">
            <a:extLst xmlns:a="http://schemas.openxmlformats.org/drawingml/2006/main">
              <a:ext uri="{FF2B5EF4-FFF2-40B4-BE49-F238E27FC236}">
                <a16:creationId xmlns:a16="http://schemas.microsoft.com/office/drawing/2014/main" id="{991A412E-E964-4A43-AC71-581C0C7CF704}"/>
              </a:ext>
            </a:extLst>
          </p:cNvPr>
          <p:cNvSpPr>
            <a:spLocks xmlns:a="http://schemas.openxmlformats.org/drawingml/2006/main" noGrp="1"/>
          </p:cNvSpPr>
          <p:nvPr/>
        </p:nvSpPr>
        <p:spPr>
          <a:xfrm xmlns:a="http://schemas.openxmlformats.org/drawingml/2006/main">
            <a:off x="15801975" y="4743450"/>
            <a:ext cx="1952625"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0.180초</a:t>
            </a:r>
          </a:p>
        </p:txBody>
      </p:sp>
      <p:sp>
        <p:nvSpPr>
          <p:cNvPr id="100" name="dp45-v4-qa-detail / n94">
            <a:extLst xmlns:a="http://schemas.openxmlformats.org/drawingml/2006/main">
              <a:ext uri="{FF2B5EF4-FFF2-40B4-BE49-F238E27FC236}">
                <a16:creationId xmlns:a16="http://schemas.microsoft.com/office/drawing/2014/main" id="{404E7485-25A4-428C-AFD6-C5AD0BE2A773}"/>
              </a:ext>
            </a:extLst>
          </p:cNvPr>
          <p:cNvSpPr>
            <a:spLocks xmlns:a="http://schemas.openxmlformats.org/drawingml/2006/main" noGrp="1"/>
          </p:cNvSpPr>
          <p:nvPr/>
        </p:nvSpPr>
        <p:spPr>
          <a:xfrm xmlns:a="http://schemas.openxmlformats.org/drawingml/2006/main">
            <a:off x="15801975" y="5124450"/>
            <a:ext cx="1952625"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차이 기준 미만</a:t>
            </a:r>
          </a:p>
        </p:txBody>
      </p:sp>
      <p:sp>
        <p:nvSpPr>
          <p:cNvPr id="101" name="dp45-v4-qa-detail / n95">
            <a:extLst xmlns:a="http://schemas.openxmlformats.org/drawingml/2006/main">
              <a:ext uri="{FF2B5EF4-FFF2-40B4-BE49-F238E27FC236}">
                <a16:creationId xmlns:a16="http://schemas.microsoft.com/office/drawing/2014/main" id="{A1E50769-F327-45D2-A828-8DF46404FE3F}"/>
              </a:ext>
            </a:extLst>
          </p:cNvPr>
          <p:cNvSpPr>
            <a:spLocks xmlns:a="http://schemas.openxmlformats.org/drawingml/2006/main" noGrp="1"/>
          </p:cNvSpPr>
          <p:nvPr/>
        </p:nvSpPr>
        <p:spPr>
          <a:xfrm xmlns:a="http://schemas.openxmlformats.org/drawingml/2006/main">
            <a:off x="15801975" y="5353050"/>
            <a:ext cx="1952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기준 0.50초</a:t>
            </a:r>
          </a:p>
        </p:txBody>
      </p:sp>
      <p:sp>
        <p:nvSpPr>
          <p:cNvPr id="102" name="dp45-v4-qa-detail / n96">
            <a:extLst xmlns:a="http://schemas.openxmlformats.org/drawingml/2006/main">
              <a:ext uri="{FF2B5EF4-FFF2-40B4-BE49-F238E27FC236}">
                <a16:creationId xmlns:a16="http://schemas.microsoft.com/office/drawing/2014/main" id="{337DDC2C-F32D-410B-8055-F513C60A5C14}"/>
              </a:ext>
            </a:extLst>
          </p:cNvPr>
          <p:cNvSpPr>
            <a:spLocks xmlns:a="http://schemas.openxmlformats.org/drawingml/2006/main" noGrp="1"/>
          </p:cNvSpPr>
          <p:nvPr/>
        </p:nvSpPr>
        <p:spPr>
          <a:xfrm xmlns:a="http://schemas.openxmlformats.org/drawingml/2006/main">
            <a:off x="381000" y="65913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103" name="dp45-v4-qa-detail / n97">
            <a:extLst xmlns:a="http://schemas.openxmlformats.org/drawingml/2006/main">
              <a:ext uri="{FF2B5EF4-FFF2-40B4-BE49-F238E27FC236}">
                <a16:creationId xmlns:a16="http://schemas.microsoft.com/office/drawing/2014/main" id="{7CA9A02E-A5EE-4E76-BCA0-D3D3E6361DCE}"/>
              </a:ext>
            </a:extLst>
          </p:cNvPr>
          <p:cNvSpPr>
            <a:spLocks xmlns:a="http://schemas.openxmlformats.org/drawingml/2006/main" noGrp="1"/>
          </p:cNvSpPr>
          <p:nvPr/>
        </p:nvSpPr>
        <p:spPr>
          <a:xfrm xmlns:a="http://schemas.openxmlformats.org/drawingml/2006/main">
            <a:off x="533400" y="5695950"/>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04  VIA 모델 사용 비용</a:t>
            </a:r>
          </a:p>
        </p:txBody>
      </p:sp>
      <p:sp>
        <p:nvSpPr>
          <p:cNvPr id="104" name="dp45-v4-qa-detail / n98">
            <a:extLst xmlns:a="http://schemas.openxmlformats.org/drawingml/2006/main">
              <a:ext uri="{FF2B5EF4-FFF2-40B4-BE49-F238E27FC236}">
                <a16:creationId xmlns:a16="http://schemas.microsoft.com/office/drawing/2014/main" id="{42E3653A-5750-4299-931F-03FC94CE2223}"/>
              </a:ext>
            </a:extLst>
          </p:cNvPr>
          <p:cNvSpPr>
            <a:spLocks xmlns:a="http://schemas.openxmlformats.org/drawingml/2006/main" noGrp="1"/>
          </p:cNvSpPr>
          <p:nvPr/>
        </p:nvSpPr>
        <p:spPr>
          <a:xfrm xmlns:a="http://schemas.openxmlformats.org/drawingml/2006/main">
            <a:off x="533400" y="6057900"/>
            <a:ext cx="25146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목표 ≤$1.50/W100</a:t>
            </a:r>
          </a:p>
        </p:txBody>
      </p:sp>
      <p:sp>
        <p:nvSpPr>
          <p:cNvPr id="105" name="dp45-v4-qa-detail / n99 / circle">
            <a:extLst xmlns:a="http://schemas.openxmlformats.org/drawingml/2006/main">
              <a:ext uri="{FF2B5EF4-FFF2-40B4-BE49-F238E27FC236}">
                <a16:creationId xmlns:a16="http://schemas.microsoft.com/office/drawing/2014/main" id="{ED75973F-93EF-433D-90C2-839C079640C4}"/>
              </a:ext>
            </a:extLst>
          </p:cNvPr>
          <p:cNvSpPr>
            <a:spLocks xmlns:a="http://schemas.openxmlformats.org/drawingml/2006/main" noGrp="1"/>
          </p:cNvSpPr>
          <p:nvPr/>
        </p:nvSpPr>
        <p:spPr>
          <a:xfrm xmlns:a="http://schemas.openxmlformats.org/drawingml/2006/main">
            <a:off x="3457575" y="5753100"/>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06" name="dp45-v4-qa-detail / n100 / circle">
            <a:extLst xmlns:a="http://schemas.openxmlformats.org/drawingml/2006/main">
              <a:ext uri="{FF2B5EF4-FFF2-40B4-BE49-F238E27FC236}">
                <a16:creationId xmlns:a16="http://schemas.microsoft.com/office/drawing/2014/main" id="{BBBDC9F4-247C-45AA-86AC-18C3617DCC49}"/>
              </a:ext>
            </a:extLst>
          </p:cNvPr>
          <p:cNvSpPr>
            <a:spLocks xmlns:a="http://schemas.openxmlformats.org/drawingml/2006/main" noGrp="1"/>
          </p:cNvSpPr>
          <p:nvPr/>
        </p:nvSpPr>
        <p:spPr>
          <a:xfrm xmlns:a="http://schemas.openxmlformats.org/drawingml/2006/main">
            <a:off x="3667125" y="5753100"/>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07" name="dp45-v4-qa-detail / n101 / circle">
            <a:extLst xmlns:a="http://schemas.openxmlformats.org/drawingml/2006/main">
              <a:ext uri="{FF2B5EF4-FFF2-40B4-BE49-F238E27FC236}">
                <a16:creationId xmlns:a16="http://schemas.microsoft.com/office/drawing/2014/main" id="{686E01E9-4340-4030-95DA-D56A757B9FA8}"/>
              </a:ext>
            </a:extLst>
          </p:cNvPr>
          <p:cNvSpPr>
            <a:spLocks xmlns:a="http://schemas.openxmlformats.org/drawingml/2006/main" noGrp="1"/>
          </p:cNvSpPr>
          <p:nvPr/>
        </p:nvSpPr>
        <p:spPr>
          <a:xfrm xmlns:a="http://schemas.openxmlformats.org/drawingml/2006/main">
            <a:off x="3876675" y="5753100"/>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08" name="dp45-v4-qa-detail / n102">
            <a:extLst xmlns:a="http://schemas.openxmlformats.org/drawingml/2006/main">
              <a:ext uri="{FF2B5EF4-FFF2-40B4-BE49-F238E27FC236}">
                <a16:creationId xmlns:a16="http://schemas.microsoft.com/office/drawing/2014/main" id="{BA82E12E-E9BB-43D7-9503-4F07E30E24E1}"/>
              </a:ext>
            </a:extLst>
          </p:cNvPr>
          <p:cNvSpPr>
            <a:spLocks xmlns:a="http://schemas.openxmlformats.org/drawingml/2006/main" noGrp="1"/>
          </p:cNvSpPr>
          <p:nvPr/>
        </p:nvSpPr>
        <p:spPr>
          <a:xfrm xmlns:a="http://schemas.openxmlformats.org/drawingml/2006/main">
            <a:off x="4181475" y="5686425"/>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2점</a:t>
            </a:r>
          </a:p>
        </p:txBody>
      </p:sp>
      <p:sp>
        <p:nvSpPr>
          <p:cNvPr id="109" name="dp45-v4-qa-detail / n103">
            <a:extLst xmlns:a="http://schemas.openxmlformats.org/drawingml/2006/main">
              <a:ext uri="{FF2B5EF4-FFF2-40B4-BE49-F238E27FC236}">
                <a16:creationId xmlns:a16="http://schemas.microsoft.com/office/drawing/2014/main" id="{ECD3DBFA-5BCF-46EC-B882-013AA4FA8510}"/>
              </a:ext>
            </a:extLst>
          </p:cNvPr>
          <p:cNvSpPr>
            <a:spLocks xmlns:a="http://schemas.openxmlformats.org/drawingml/2006/main" noGrp="1"/>
          </p:cNvSpPr>
          <p:nvPr/>
        </p:nvSpPr>
        <p:spPr>
          <a:xfrm xmlns:a="http://schemas.openxmlformats.org/drawingml/2006/main">
            <a:off x="5076825" y="5667375"/>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$1.1867</a:t>
            </a:r>
          </a:p>
        </p:txBody>
      </p:sp>
      <p:sp>
        <p:nvSpPr>
          <p:cNvPr id="110" name="dp45-v4-qa-detail / n104">
            <a:extLst xmlns:a="http://schemas.openxmlformats.org/drawingml/2006/main">
              <a:ext uri="{FF2B5EF4-FFF2-40B4-BE49-F238E27FC236}">
                <a16:creationId xmlns:a16="http://schemas.microsoft.com/office/drawing/2014/main" id="{1B82B0A4-F826-4C44-8DBD-33463C69F954}"/>
              </a:ext>
            </a:extLst>
          </p:cNvPr>
          <p:cNvSpPr>
            <a:spLocks xmlns:a="http://schemas.openxmlformats.org/drawingml/2006/main" noGrp="1"/>
          </p:cNvSpPr>
          <p:nvPr/>
        </p:nvSpPr>
        <p:spPr>
          <a:xfrm xmlns:a="http://schemas.openxmlformats.org/drawingml/2006/main">
            <a:off x="3457575" y="6096000"/>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cache miss 40회 × $0.004 = $0.160</a:t>
            </a:r>
          </a:p>
        </p:txBody>
      </p:sp>
      <p:sp>
        <p:nvSpPr>
          <p:cNvPr id="111" name="dp45-v4-qa-detail / n105 / circle">
            <a:extLst xmlns:a="http://schemas.openxmlformats.org/drawingml/2006/main">
              <a:ext uri="{FF2B5EF4-FFF2-40B4-BE49-F238E27FC236}">
                <a16:creationId xmlns:a16="http://schemas.microsoft.com/office/drawing/2014/main" id="{16D8C61A-038C-4F45-AFC6-866658B3A05C}"/>
              </a:ext>
            </a:extLst>
          </p:cNvPr>
          <p:cNvSpPr>
            <a:spLocks xmlns:a="http://schemas.openxmlformats.org/drawingml/2006/main" noGrp="1"/>
          </p:cNvSpPr>
          <p:nvPr/>
        </p:nvSpPr>
        <p:spPr>
          <a:xfrm xmlns:a="http://schemas.openxmlformats.org/drawingml/2006/main">
            <a:off x="9648825" y="5753100"/>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12" name="dp45-v4-qa-detail / n106 / circle">
            <a:extLst xmlns:a="http://schemas.openxmlformats.org/drawingml/2006/main">
              <a:ext uri="{FF2B5EF4-FFF2-40B4-BE49-F238E27FC236}">
                <a16:creationId xmlns:a16="http://schemas.microsoft.com/office/drawing/2014/main" id="{EAB0D41B-C14D-4816-BFE0-EEB8C72CD4DC}"/>
              </a:ext>
            </a:extLst>
          </p:cNvPr>
          <p:cNvSpPr>
            <a:spLocks xmlns:a="http://schemas.openxmlformats.org/drawingml/2006/main" noGrp="1"/>
          </p:cNvSpPr>
          <p:nvPr/>
        </p:nvSpPr>
        <p:spPr>
          <a:xfrm xmlns:a="http://schemas.openxmlformats.org/drawingml/2006/main">
            <a:off x="9858375" y="5753100"/>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13" name="dp45-v4-qa-detail / n107 / circle">
            <a:extLst xmlns:a="http://schemas.openxmlformats.org/drawingml/2006/main">
              <a:ext uri="{FF2B5EF4-FFF2-40B4-BE49-F238E27FC236}">
                <a16:creationId xmlns:a16="http://schemas.microsoft.com/office/drawing/2014/main" id="{ED7D28B6-1590-414C-BC3A-476D5958146A}"/>
              </a:ext>
            </a:extLst>
          </p:cNvPr>
          <p:cNvSpPr>
            <a:spLocks xmlns:a="http://schemas.openxmlformats.org/drawingml/2006/main" noGrp="1"/>
          </p:cNvSpPr>
          <p:nvPr/>
        </p:nvSpPr>
        <p:spPr>
          <a:xfrm xmlns:a="http://schemas.openxmlformats.org/drawingml/2006/main">
            <a:off x="10067925" y="5753100"/>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14" name="dp45-v4-qa-detail / n108">
            <a:extLst xmlns:a="http://schemas.openxmlformats.org/drawingml/2006/main">
              <a:ext uri="{FF2B5EF4-FFF2-40B4-BE49-F238E27FC236}">
                <a16:creationId xmlns:a16="http://schemas.microsoft.com/office/drawing/2014/main" id="{350BBB13-F4B9-4892-AFE4-2E1ADAD01357}"/>
              </a:ext>
            </a:extLst>
          </p:cNvPr>
          <p:cNvSpPr>
            <a:spLocks xmlns:a="http://schemas.openxmlformats.org/drawingml/2006/main" noGrp="1"/>
          </p:cNvSpPr>
          <p:nvPr/>
        </p:nvSpPr>
        <p:spPr>
          <a:xfrm xmlns:a="http://schemas.openxmlformats.org/drawingml/2006/main">
            <a:off x="10372725" y="5686425"/>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2점</a:t>
            </a:r>
          </a:p>
        </p:txBody>
      </p:sp>
      <p:sp>
        <p:nvSpPr>
          <p:cNvPr id="115" name="dp45-v4-qa-detail / n109">
            <a:extLst xmlns:a="http://schemas.openxmlformats.org/drawingml/2006/main">
              <a:ext uri="{FF2B5EF4-FFF2-40B4-BE49-F238E27FC236}">
                <a16:creationId xmlns:a16="http://schemas.microsoft.com/office/drawing/2014/main" id="{726D725E-2150-40B3-8029-B92F855BB535}"/>
              </a:ext>
            </a:extLst>
          </p:cNvPr>
          <p:cNvSpPr>
            <a:spLocks xmlns:a="http://schemas.openxmlformats.org/drawingml/2006/main" noGrp="1"/>
          </p:cNvSpPr>
          <p:nvPr/>
        </p:nvSpPr>
        <p:spPr>
          <a:xfrm xmlns:a="http://schemas.openxmlformats.org/drawingml/2006/main">
            <a:off x="11268075" y="5667375"/>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$1.1547</a:t>
            </a:r>
          </a:p>
        </p:txBody>
      </p:sp>
      <p:sp>
        <p:nvSpPr>
          <p:cNvPr id="116" name="dp45-v4-qa-detail / n110">
            <a:extLst xmlns:a="http://schemas.openxmlformats.org/drawingml/2006/main">
              <a:ext uri="{FF2B5EF4-FFF2-40B4-BE49-F238E27FC236}">
                <a16:creationId xmlns:a16="http://schemas.microsoft.com/office/drawing/2014/main" id="{34ABD3BA-E196-4860-BBA7-C45DE66E42E4}"/>
              </a:ext>
            </a:extLst>
          </p:cNvPr>
          <p:cNvSpPr>
            <a:spLocks xmlns:a="http://schemas.openxmlformats.org/drawingml/2006/main" noGrp="1"/>
          </p:cNvSpPr>
          <p:nvPr/>
        </p:nvSpPr>
        <p:spPr>
          <a:xfrm xmlns:a="http://schemas.openxmlformats.org/drawingml/2006/main">
            <a:off x="9648825" y="6096000"/>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초기와 갱신 생산 20회 × $0.0064 = $0.128</a:t>
            </a:r>
          </a:p>
        </p:txBody>
      </p:sp>
      <p:sp>
        <p:nvSpPr>
          <p:cNvPr id="117" name="dp45-v4-qa-detail / n111">
            <a:extLst xmlns:a="http://schemas.openxmlformats.org/drawingml/2006/main">
              <a:ext uri="{FF2B5EF4-FFF2-40B4-BE49-F238E27FC236}">
                <a16:creationId xmlns:a16="http://schemas.microsoft.com/office/drawing/2014/main" id="{F110FAE9-E673-4E91-9749-857A018BB6F9}"/>
              </a:ext>
            </a:extLst>
          </p:cNvPr>
          <p:cNvSpPr>
            <a:spLocks xmlns:a="http://schemas.openxmlformats.org/drawingml/2006/main" noGrp="1"/>
          </p:cNvSpPr>
          <p:nvPr/>
        </p:nvSpPr>
        <p:spPr>
          <a:xfrm xmlns:a="http://schemas.openxmlformats.org/drawingml/2006/main">
            <a:off x="15801975" y="5743575"/>
            <a:ext cx="1952625"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0.0320USD</a:t>
            </a:r>
          </a:p>
        </p:txBody>
      </p:sp>
      <p:sp>
        <p:nvSpPr>
          <p:cNvPr id="118" name="dp45-v4-qa-detail / n112">
            <a:extLst xmlns:a="http://schemas.openxmlformats.org/drawingml/2006/main">
              <a:ext uri="{FF2B5EF4-FFF2-40B4-BE49-F238E27FC236}">
                <a16:creationId xmlns:a16="http://schemas.microsoft.com/office/drawing/2014/main" id="{060502CF-69C6-48BF-84CD-B73575EE89AA}"/>
              </a:ext>
            </a:extLst>
          </p:cNvPr>
          <p:cNvSpPr>
            <a:spLocks xmlns:a="http://schemas.openxmlformats.org/drawingml/2006/main" noGrp="1"/>
          </p:cNvSpPr>
          <p:nvPr/>
        </p:nvSpPr>
        <p:spPr>
          <a:xfrm xmlns:a="http://schemas.openxmlformats.org/drawingml/2006/main">
            <a:off x="15801975" y="6124575"/>
            <a:ext cx="1952625"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차이 기준 미만</a:t>
            </a:r>
          </a:p>
        </p:txBody>
      </p:sp>
      <p:sp>
        <p:nvSpPr>
          <p:cNvPr id="119" name="dp45-v4-qa-detail / n113">
            <a:extLst xmlns:a="http://schemas.openxmlformats.org/drawingml/2006/main">
              <a:ext uri="{FF2B5EF4-FFF2-40B4-BE49-F238E27FC236}">
                <a16:creationId xmlns:a16="http://schemas.microsoft.com/office/drawing/2014/main" id="{45FE01AC-F656-42EE-87FD-E26BA63C3FB1}"/>
              </a:ext>
            </a:extLst>
          </p:cNvPr>
          <p:cNvSpPr>
            <a:spLocks xmlns:a="http://schemas.openxmlformats.org/drawingml/2006/main" noGrp="1"/>
          </p:cNvSpPr>
          <p:nvPr/>
        </p:nvSpPr>
        <p:spPr>
          <a:xfrm xmlns:a="http://schemas.openxmlformats.org/drawingml/2006/main">
            <a:off x="15801975" y="6353175"/>
            <a:ext cx="1952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기준 0.15USD</a:t>
            </a:r>
          </a:p>
        </p:txBody>
      </p:sp>
      <p:sp>
        <p:nvSpPr>
          <p:cNvPr id="120" name="dp45-v4-qa-detail / n114">
            <a:extLst xmlns:a="http://schemas.openxmlformats.org/drawingml/2006/main">
              <a:ext uri="{FF2B5EF4-FFF2-40B4-BE49-F238E27FC236}">
                <a16:creationId xmlns:a16="http://schemas.microsoft.com/office/drawing/2014/main" id="{A112ADCA-39DA-4316-BB63-C1738AF78477}"/>
              </a:ext>
            </a:extLst>
          </p:cNvPr>
          <p:cNvSpPr>
            <a:spLocks xmlns:a="http://schemas.openxmlformats.org/drawingml/2006/main" noGrp="1"/>
          </p:cNvSpPr>
          <p:nvPr/>
        </p:nvSpPr>
        <p:spPr>
          <a:xfrm xmlns:a="http://schemas.openxmlformats.org/drawingml/2006/main">
            <a:off x="381000" y="75914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121" name="dp45-v4-qa-detail / n115">
            <a:extLst xmlns:a="http://schemas.openxmlformats.org/drawingml/2006/main">
              <a:ext uri="{FF2B5EF4-FFF2-40B4-BE49-F238E27FC236}">
                <a16:creationId xmlns:a16="http://schemas.microsoft.com/office/drawing/2014/main" id="{4AF1FE1B-25C4-4192-BA23-41D89B835BFC}"/>
              </a:ext>
            </a:extLst>
          </p:cNvPr>
          <p:cNvSpPr>
            <a:spLocks xmlns:a="http://schemas.openxmlformats.org/drawingml/2006/main" noGrp="1"/>
          </p:cNvSpPr>
          <p:nvPr/>
        </p:nvSpPr>
        <p:spPr>
          <a:xfrm xmlns:a="http://schemas.openxmlformats.org/drawingml/2006/main">
            <a:off x="533400" y="6696075"/>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05  VIA 변경 용이성</a:t>
            </a:r>
          </a:p>
        </p:txBody>
      </p:sp>
      <p:sp>
        <p:nvSpPr>
          <p:cNvPr id="122" name="dp45-v4-qa-detail / n116">
            <a:extLst xmlns:a="http://schemas.openxmlformats.org/drawingml/2006/main">
              <a:ext uri="{FF2B5EF4-FFF2-40B4-BE49-F238E27FC236}">
                <a16:creationId xmlns:a16="http://schemas.microsoft.com/office/drawing/2014/main" id="{3F9490BF-0183-4677-A4A2-00F200BB2A9E}"/>
              </a:ext>
            </a:extLst>
          </p:cNvPr>
          <p:cNvSpPr>
            <a:spLocks xmlns:a="http://schemas.openxmlformats.org/drawingml/2006/main" noGrp="1"/>
          </p:cNvSpPr>
          <p:nvPr/>
        </p:nvSpPr>
        <p:spPr>
          <a:xfrm xmlns:a="http://schemas.openxmlformats.org/drawingml/2006/main">
            <a:off x="533400" y="7058025"/>
            <a:ext cx="25146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목표 ≤3개 / 과제</a:t>
            </a:r>
          </a:p>
        </p:txBody>
      </p:sp>
      <p:sp>
        <p:nvSpPr>
          <p:cNvPr id="123" name="dp45-v4-qa-detail / n117 / circle">
            <a:extLst xmlns:a="http://schemas.openxmlformats.org/drawingml/2006/main">
              <a:ext uri="{FF2B5EF4-FFF2-40B4-BE49-F238E27FC236}">
                <a16:creationId xmlns:a16="http://schemas.microsoft.com/office/drawing/2014/main" id="{2FA10D4E-2651-4671-BF04-23D4EE655974}"/>
              </a:ext>
            </a:extLst>
          </p:cNvPr>
          <p:cNvSpPr>
            <a:spLocks xmlns:a="http://schemas.openxmlformats.org/drawingml/2006/main" noGrp="1"/>
          </p:cNvSpPr>
          <p:nvPr/>
        </p:nvSpPr>
        <p:spPr>
          <a:xfrm xmlns:a="http://schemas.openxmlformats.org/drawingml/2006/main">
            <a:off x="3457575" y="6753225"/>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24" name="dp45-v4-qa-detail / n118 / circle">
            <a:extLst xmlns:a="http://schemas.openxmlformats.org/drawingml/2006/main">
              <a:ext uri="{FF2B5EF4-FFF2-40B4-BE49-F238E27FC236}">
                <a16:creationId xmlns:a16="http://schemas.microsoft.com/office/drawing/2014/main" id="{3590D738-7021-4E74-8552-22B4DFA8E2D0}"/>
              </a:ext>
            </a:extLst>
          </p:cNvPr>
          <p:cNvSpPr>
            <a:spLocks xmlns:a="http://schemas.openxmlformats.org/drawingml/2006/main" noGrp="1"/>
          </p:cNvSpPr>
          <p:nvPr/>
        </p:nvSpPr>
        <p:spPr>
          <a:xfrm xmlns:a="http://schemas.openxmlformats.org/drawingml/2006/main">
            <a:off x="3667125" y="6753225"/>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25" name="dp45-v4-qa-detail / n118 / half">
            <a:extLst xmlns:a="http://schemas.openxmlformats.org/drawingml/2006/main">
              <a:ext uri="{FF2B5EF4-FFF2-40B4-BE49-F238E27FC236}">
                <a16:creationId xmlns:a16="http://schemas.microsoft.com/office/drawing/2014/main" id="{BFD34DF5-2A02-4CF0-AB13-8302CA61EED1}"/>
              </a:ext>
            </a:extLst>
          </p:cNvPr>
          <p:cNvSpPr>
            <a:spLocks xmlns:a="http://schemas.openxmlformats.org/drawingml/2006/main" noGrp="1"/>
          </p:cNvSpPr>
          <p:nvPr/>
        </p:nvSpPr>
        <p:spPr>
          <a:xfrm xmlns:a="http://schemas.openxmlformats.org/drawingml/2006/main">
            <a:off x="3667125" y="6753225"/>
            <a:ext cx="171450" cy="171450"/>
          </a:xfrm>
          <a:custGeom xmlns:a="http://schemas.openxmlformats.org/drawingml/2006/main">
            <a:pathLst>
              <a:path w="171450" h="171450">
                <a:moveTo>
                  <a:pt x="85725" y="0"/>
                </a:moveTo>
                <a:lnTo>
                  <a:pt x="77322" y="413"/>
                </a:lnTo>
                <a:lnTo>
                  <a:pt x="69001" y="1647"/>
                </a:lnTo>
                <a:lnTo>
                  <a:pt x="60840" y="3691"/>
                </a:lnTo>
                <a:lnTo>
                  <a:pt x="52919" y="6525"/>
                </a:lnTo>
                <a:lnTo>
                  <a:pt x="45315" y="10122"/>
                </a:lnTo>
                <a:lnTo>
                  <a:pt x="38099" y="14447"/>
                </a:lnTo>
                <a:lnTo>
                  <a:pt x="31342" y="19459"/>
                </a:lnTo>
                <a:lnTo>
                  <a:pt x="25108" y="25108"/>
                </a:lnTo>
                <a:lnTo>
                  <a:pt x="19459" y="31342"/>
                </a:lnTo>
                <a:lnTo>
                  <a:pt x="14447" y="38099"/>
                </a:lnTo>
                <a:lnTo>
                  <a:pt x="10122" y="45315"/>
                </a:lnTo>
                <a:lnTo>
                  <a:pt x="6525" y="52919"/>
                </a:lnTo>
                <a:lnTo>
                  <a:pt x="3691" y="60840"/>
                </a:lnTo>
                <a:lnTo>
                  <a:pt x="1647" y="69001"/>
                </a:lnTo>
                <a:lnTo>
                  <a:pt x="413" y="77322"/>
                </a:lnTo>
                <a:lnTo>
                  <a:pt x="0" y="85725"/>
                </a:lnTo>
                <a:lnTo>
                  <a:pt x="413" y="94128"/>
                </a:lnTo>
                <a:lnTo>
                  <a:pt x="1647" y="102449"/>
                </a:lnTo>
                <a:lnTo>
                  <a:pt x="3691" y="110610"/>
                </a:lnTo>
                <a:lnTo>
                  <a:pt x="6525" y="118531"/>
                </a:lnTo>
                <a:lnTo>
                  <a:pt x="10122" y="126135"/>
                </a:lnTo>
                <a:lnTo>
                  <a:pt x="14447" y="133351"/>
                </a:lnTo>
                <a:lnTo>
                  <a:pt x="19459" y="140108"/>
                </a:lnTo>
                <a:lnTo>
                  <a:pt x="25108" y="146342"/>
                </a:lnTo>
                <a:lnTo>
                  <a:pt x="31342" y="151991"/>
                </a:lnTo>
                <a:lnTo>
                  <a:pt x="38099" y="157003"/>
                </a:lnTo>
                <a:lnTo>
                  <a:pt x="45315" y="161328"/>
                </a:lnTo>
                <a:lnTo>
                  <a:pt x="52919" y="164925"/>
                </a:lnTo>
                <a:lnTo>
                  <a:pt x="60840" y="167759"/>
                </a:lnTo>
                <a:lnTo>
                  <a:pt x="69001" y="169803"/>
                </a:lnTo>
                <a:lnTo>
                  <a:pt x="77322" y="171037"/>
                </a:lnTo>
                <a:lnTo>
                  <a:pt x="85725" y="171450"/>
                </a:lnTo>
                <a:close/>
              </a:path>
            </a:pathLst>
          </a:custGeom>
          <a:solidFill xmlns:a="http://schemas.openxmlformats.org/drawingml/2006/main">
            <a:srgbClr val="18232E"/>
          </a:solidFill>
          <a:ln xmlns:a="http://schemas.openxmlformats.org/drawingml/2006/main" w="0">
            <a:noFill/>
          </a:ln>
        </p:spPr>
      </p:sp>
      <p:sp>
        <p:nvSpPr>
          <p:cNvPr id="126" name="dp45-v4-qa-detail / n119 / circle">
            <a:extLst xmlns:a="http://schemas.openxmlformats.org/drawingml/2006/main">
              <a:ext uri="{FF2B5EF4-FFF2-40B4-BE49-F238E27FC236}">
                <a16:creationId xmlns:a16="http://schemas.microsoft.com/office/drawing/2014/main" id="{CF3BA124-7377-4A5B-AE96-AA68BE769DC3}"/>
              </a:ext>
            </a:extLst>
          </p:cNvPr>
          <p:cNvSpPr>
            <a:spLocks xmlns:a="http://schemas.openxmlformats.org/drawingml/2006/main" noGrp="1"/>
          </p:cNvSpPr>
          <p:nvPr/>
        </p:nvSpPr>
        <p:spPr>
          <a:xfrm xmlns:a="http://schemas.openxmlformats.org/drawingml/2006/main">
            <a:off x="3876675" y="6753225"/>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27" name="dp45-v4-qa-detail / n120">
            <a:extLst xmlns:a="http://schemas.openxmlformats.org/drawingml/2006/main">
              <a:ext uri="{FF2B5EF4-FFF2-40B4-BE49-F238E27FC236}">
                <a16:creationId xmlns:a16="http://schemas.microsoft.com/office/drawing/2014/main" id="{3671CFF4-0891-48E6-A121-564634A95F01}"/>
              </a:ext>
            </a:extLst>
          </p:cNvPr>
          <p:cNvSpPr>
            <a:spLocks xmlns:a="http://schemas.openxmlformats.org/drawingml/2006/main" noGrp="1"/>
          </p:cNvSpPr>
          <p:nvPr/>
        </p:nvSpPr>
        <p:spPr>
          <a:xfrm xmlns:a="http://schemas.openxmlformats.org/drawingml/2006/main">
            <a:off x="4181475" y="6686550"/>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3점</a:t>
            </a:r>
          </a:p>
        </p:txBody>
      </p:sp>
      <p:sp>
        <p:nvSpPr>
          <p:cNvPr id="128" name="dp45-v4-qa-detail / n121">
            <a:extLst xmlns:a="http://schemas.openxmlformats.org/drawingml/2006/main">
              <a:ext uri="{FF2B5EF4-FFF2-40B4-BE49-F238E27FC236}">
                <a16:creationId xmlns:a16="http://schemas.microsoft.com/office/drawing/2014/main" id="{B47D598F-7B25-4877-866D-0051184AC1C3}"/>
              </a:ext>
            </a:extLst>
          </p:cNvPr>
          <p:cNvSpPr>
            <a:spLocks xmlns:a="http://schemas.openxmlformats.org/drawingml/2006/main" noGrp="1"/>
          </p:cNvSpPr>
          <p:nvPr/>
        </p:nvSpPr>
        <p:spPr>
          <a:xfrm xmlns:a="http://schemas.openxmlformats.org/drawingml/2006/main">
            <a:off x="5076825" y="6667500"/>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2.167개</a:t>
            </a:r>
          </a:p>
        </p:txBody>
      </p:sp>
      <p:sp>
        <p:nvSpPr>
          <p:cNvPr id="129" name="dp45-v4-qa-detail / n122">
            <a:extLst xmlns:a="http://schemas.openxmlformats.org/drawingml/2006/main">
              <a:ext uri="{FF2B5EF4-FFF2-40B4-BE49-F238E27FC236}">
                <a16:creationId xmlns:a16="http://schemas.microsoft.com/office/drawing/2014/main" id="{3B802758-8A13-46A1-8A85-1A852CF5AA7F}"/>
              </a:ext>
            </a:extLst>
          </p:cNvPr>
          <p:cNvSpPr>
            <a:spLocks xmlns:a="http://schemas.openxmlformats.org/drawingml/2006/main" noGrp="1"/>
          </p:cNvSpPr>
          <p:nvPr/>
        </p:nvSpPr>
        <p:spPr>
          <a:xfrm xmlns:a="http://schemas.openxmlformats.org/drawingml/2006/main">
            <a:off x="3457575" y="7096125"/>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원본 조합과 cache의 철회 처리 변경</a:t>
            </a:r>
          </a:p>
        </p:txBody>
      </p:sp>
      <p:sp>
        <p:nvSpPr>
          <p:cNvPr id="130" name="dp45-v4-qa-detail / n123 / circle">
            <a:extLst xmlns:a="http://schemas.openxmlformats.org/drawingml/2006/main">
              <a:ext uri="{FF2B5EF4-FFF2-40B4-BE49-F238E27FC236}">
                <a16:creationId xmlns:a16="http://schemas.microsoft.com/office/drawing/2014/main" id="{539967F7-1550-4716-B098-02CCE826B28E}"/>
              </a:ext>
            </a:extLst>
          </p:cNvPr>
          <p:cNvSpPr>
            <a:spLocks xmlns:a="http://schemas.openxmlformats.org/drawingml/2006/main" noGrp="1"/>
          </p:cNvSpPr>
          <p:nvPr/>
        </p:nvSpPr>
        <p:spPr>
          <a:xfrm xmlns:a="http://schemas.openxmlformats.org/drawingml/2006/main">
            <a:off x="9648825" y="6753225"/>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31" name="dp45-v4-qa-detail / n124 / circle">
            <a:extLst xmlns:a="http://schemas.openxmlformats.org/drawingml/2006/main">
              <a:ext uri="{FF2B5EF4-FFF2-40B4-BE49-F238E27FC236}">
                <a16:creationId xmlns:a16="http://schemas.microsoft.com/office/drawing/2014/main" id="{F0EA2A39-E069-43F0-8948-EF19A8FF9A21}"/>
              </a:ext>
            </a:extLst>
          </p:cNvPr>
          <p:cNvSpPr>
            <a:spLocks xmlns:a="http://schemas.openxmlformats.org/drawingml/2006/main" noGrp="1"/>
          </p:cNvSpPr>
          <p:nvPr/>
        </p:nvSpPr>
        <p:spPr>
          <a:xfrm xmlns:a="http://schemas.openxmlformats.org/drawingml/2006/main">
            <a:off x="9858375" y="6753225"/>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32" name="dp45-v4-qa-detail / n125 / circle">
            <a:extLst xmlns:a="http://schemas.openxmlformats.org/drawingml/2006/main">
              <a:ext uri="{FF2B5EF4-FFF2-40B4-BE49-F238E27FC236}">
                <a16:creationId xmlns:a16="http://schemas.microsoft.com/office/drawing/2014/main" id="{308151A8-FAFE-4150-B2BD-4414F1BEA43C}"/>
              </a:ext>
            </a:extLst>
          </p:cNvPr>
          <p:cNvSpPr>
            <a:spLocks xmlns:a="http://schemas.openxmlformats.org/drawingml/2006/main" noGrp="1"/>
          </p:cNvSpPr>
          <p:nvPr/>
        </p:nvSpPr>
        <p:spPr>
          <a:xfrm xmlns:a="http://schemas.openxmlformats.org/drawingml/2006/main">
            <a:off x="10067925" y="6753225"/>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33" name="dp45-v4-qa-detail / n126">
            <a:extLst xmlns:a="http://schemas.openxmlformats.org/drawingml/2006/main">
              <a:ext uri="{FF2B5EF4-FFF2-40B4-BE49-F238E27FC236}">
                <a16:creationId xmlns:a16="http://schemas.microsoft.com/office/drawing/2014/main" id="{C0143C6F-4344-4281-8601-0682B9451934}"/>
              </a:ext>
            </a:extLst>
          </p:cNvPr>
          <p:cNvSpPr>
            <a:spLocks xmlns:a="http://schemas.openxmlformats.org/drawingml/2006/main" noGrp="1"/>
          </p:cNvSpPr>
          <p:nvPr/>
        </p:nvSpPr>
        <p:spPr>
          <a:xfrm xmlns:a="http://schemas.openxmlformats.org/drawingml/2006/main">
            <a:off x="10372725" y="6686550"/>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2점</a:t>
            </a:r>
          </a:p>
        </p:txBody>
      </p:sp>
      <p:sp>
        <p:nvSpPr>
          <p:cNvPr id="134" name="dp45-v4-qa-detail / n127">
            <a:extLst xmlns:a="http://schemas.openxmlformats.org/drawingml/2006/main">
              <a:ext uri="{FF2B5EF4-FFF2-40B4-BE49-F238E27FC236}">
                <a16:creationId xmlns:a16="http://schemas.microsoft.com/office/drawing/2014/main" id="{460DBA6B-4558-44FC-A8BA-5C0569FD6100}"/>
              </a:ext>
            </a:extLst>
          </p:cNvPr>
          <p:cNvSpPr>
            <a:spLocks xmlns:a="http://schemas.openxmlformats.org/drawingml/2006/main" noGrp="1"/>
          </p:cNvSpPr>
          <p:nvPr/>
        </p:nvSpPr>
        <p:spPr>
          <a:xfrm xmlns:a="http://schemas.openxmlformats.org/drawingml/2006/main">
            <a:off x="11268075" y="6667500"/>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2.333개</a:t>
            </a:r>
          </a:p>
        </p:txBody>
      </p:sp>
      <p:sp>
        <p:nvSpPr>
          <p:cNvPr id="135" name="dp45-v4-qa-detail / n128">
            <a:extLst xmlns:a="http://schemas.openxmlformats.org/drawingml/2006/main">
              <a:ext uri="{FF2B5EF4-FFF2-40B4-BE49-F238E27FC236}">
                <a16:creationId xmlns:a16="http://schemas.microsoft.com/office/drawing/2014/main" id="{688A3830-3C93-4150-99CF-25DFF3396C03}"/>
              </a:ext>
            </a:extLst>
          </p:cNvPr>
          <p:cNvSpPr>
            <a:spLocks xmlns:a="http://schemas.openxmlformats.org/drawingml/2006/main" noGrp="1"/>
          </p:cNvSpPr>
          <p:nvPr/>
        </p:nvSpPr>
        <p:spPr>
          <a:xfrm xmlns:a="http://schemas.openxmlformats.org/drawingml/2006/main">
            <a:off x="9648825" y="7096125"/>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생산자와 조회자의 철회 처리 변경</a:t>
            </a:r>
          </a:p>
        </p:txBody>
      </p:sp>
      <p:sp>
        <p:nvSpPr>
          <p:cNvPr id="136" name="dp45-v4-qa-detail / n129">
            <a:extLst xmlns:a="http://schemas.openxmlformats.org/drawingml/2006/main">
              <a:ext uri="{FF2B5EF4-FFF2-40B4-BE49-F238E27FC236}">
                <a16:creationId xmlns:a16="http://schemas.microsoft.com/office/drawing/2014/main" id="{BC3846DA-0A4D-415B-BCA2-65F6890879B3}"/>
              </a:ext>
            </a:extLst>
          </p:cNvPr>
          <p:cNvSpPr>
            <a:spLocks xmlns:a="http://schemas.openxmlformats.org/drawingml/2006/main" noGrp="1"/>
          </p:cNvSpPr>
          <p:nvPr/>
        </p:nvSpPr>
        <p:spPr>
          <a:xfrm xmlns:a="http://schemas.openxmlformats.org/drawingml/2006/main">
            <a:off x="15801975" y="6743700"/>
            <a:ext cx="1952625"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0.167개</a:t>
            </a:r>
          </a:p>
        </p:txBody>
      </p:sp>
      <p:sp>
        <p:nvSpPr>
          <p:cNvPr id="137" name="dp45-v4-qa-detail / n130">
            <a:extLst xmlns:a="http://schemas.openxmlformats.org/drawingml/2006/main">
              <a:ext uri="{FF2B5EF4-FFF2-40B4-BE49-F238E27FC236}">
                <a16:creationId xmlns:a16="http://schemas.microsoft.com/office/drawing/2014/main" id="{F522C8CA-6B30-4BC5-A3CC-DA466314E38A}"/>
              </a:ext>
            </a:extLst>
          </p:cNvPr>
          <p:cNvSpPr>
            <a:spLocks xmlns:a="http://schemas.openxmlformats.org/drawingml/2006/main" noGrp="1"/>
          </p:cNvSpPr>
          <p:nvPr/>
        </p:nvSpPr>
        <p:spPr>
          <a:xfrm xmlns:a="http://schemas.openxmlformats.org/drawingml/2006/main">
            <a:off x="15801975" y="7124700"/>
            <a:ext cx="1952625"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차이 기준 미만</a:t>
            </a:r>
          </a:p>
        </p:txBody>
      </p:sp>
      <p:sp>
        <p:nvSpPr>
          <p:cNvPr id="138" name="dp45-v4-qa-detail / n131">
            <a:extLst xmlns:a="http://schemas.openxmlformats.org/drawingml/2006/main">
              <a:ext uri="{FF2B5EF4-FFF2-40B4-BE49-F238E27FC236}">
                <a16:creationId xmlns:a16="http://schemas.microsoft.com/office/drawing/2014/main" id="{EF4CB727-8A4C-4013-8A34-BC4A7140C4D7}"/>
              </a:ext>
            </a:extLst>
          </p:cNvPr>
          <p:cNvSpPr>
            <a:spLocks xmlns:a="http://schemas.openxmlformats.org/drawingml/2006/main" noGrp="1"/>
          </p:cNvSpPr>
          <p:nvPr/>
        </p:nvSpPr>
        <p:spPr>
          <a:xfrm xmlns:a="http://schemas.openxmlformats.org/drawingml/2006/main">
            <a:off x="15801975" y="7353300"/>
            <a:ext cx="1952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기준 0.50개</a:t>
            </a:r>
          </a:p>
        </p:txBody>
      </p:sp>
      <p:sp>
        <p:nvSpPr>
          <p:cNvPr id="139" name="dp45-v4-qa-detail / n132">
            <a:extLst xmlns:a="http://schemas.openxmlformats.org/drawingml/2006/main">
              <a:ext uri="{FF2B5EF4-FFF2-40B4-BE49-F238E27FC236}">
                <a16:creationId xmlns:a16="http://schemas.microsoft.com/office/drawing/2014/main" id="{9468D28C-FF88-4B2E-8226-8B9C6E2331A1}"/>
              </a:ext>
            </a:extLst>
          </p:cNvPr>
          <p:cNvSpPr>
            <a:spLocks xmlns:a="http://schemas.openxmlformats.org/drawingml/2006/main" noGrp="1"/>
          </p:cNvSpPr>
          <p:nvPr/>
        </p:nvSpPr>
        <p:spPr>
          <a:xfrm xmlns:a="http://schemas.openxmlformats.org/drawingml/2006/main">
            <a:off x="381000" y="85915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140" name="dp45-v4-qa-detail / n133">
            <a:extLst xmlns:a="http://schemas.openxmlformats.org/drawingml/2006/main">
              <a:ext uri="{FF2B5EF4-FFF2-40B4-BE49-F238E27FC236}">
                <a16:creationId xmlns:a16="http://schemas.microsoft.com/office/drawing/2014/main" id="{D0B03103-CCBB-4316-8A8D-C2712366F409}"/>
              </a:ext>
            </a:extLst>
          </p:cNvPr>
          <p:cNvSpPr>
            <a:spLocks xmlns:a="http://schemas.openxmlformats.org/drawingml/2006/main" noGrp="1"/>
          </p:cNvSpPr>
          <p:nvPr/>
        </p:nvSpPr>
        <p:spPr>
          <a:xfrm xmlns:a="http://schemas.openxmlformats.org/drawingml/2006/main">
            <a:off x="533400" y="7696200"/>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06  로컬 VIA 메모리 사용량</a:t>
            </a:r>
          </a:p>
        </p:txBody>
      </p:sp>
      <p:sp>
        <p:nvSpPr>
          <p:cNvPr id="141" name="dp45-v4-qa-detail / n134">
            <a:extLst xmlns:a="http://schemas.openxmlformats.org/drawingml/2006/main">
              <a:ext uri="{FF2B5EF4-FFF2-40B4-BE49-F238E27FC236}">
                <a16:creationId xmlns:a16="http://schemas.microsoft.com/office/drawing/2014/main" id="{5C8FD29C-C722-40E8-8C37-E399B6EBBC4A}"/>
              </a:ext>
            </a:extLst>
          </p:cNvPr>
          <p:cNvSpPr>
            <a:spLocks xmlns:a="http://schemas.openxmlformats.org/drawingml/2006/main" noGrp="1"/>
          </p:cNvSpPr>
          <p:nvPr/>
        </p:nvSpPr>
        <p:spPr>
          <a:xfrm xmlns:a="http://schemas.openxmlformats.org/drawingml/2006/main">
            <a:off x="533400" y="8058150"/>
            <a:ext cx="25146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목표 ≤4,096MiB</a:t>
            </a:r>
          </a:p>
        </p:txBody>
      </p:sp>
      <p:sp>
        <p:nvSpPr>
          <p:cNvPr id="142" name="dp45-v4-qa-detail / n135 / circle">
            <a:extLst xmlns:a="http://schemas.openxmlformats.org/drawingml/2006/main">
              <a:ext uri="{FF2B5EF4-FFF2-40B4-BE49-F238E27FC236}">
                <a16:creationId xmlns:a16="http://schemas.microsoft.com/office/drawing/2014/main" id="{88F47F87-EC13-4294-AB7C-449748F54E63}"/>
              </a:ext>
            </a:extLst>
          </p:cNvPr>
          <p:cNvSpPr>
            <a:spLocks xmlns:a="http://schemas.openxmlformats.org/drawingml/2006/main" noGrp="1"/>
          </p:cNvSpPr>
          <p:nvPr/>
        </p:nvSpPr>
        <p:spPr>
          <a:xfrm xmlns:a="http://schemas.openxmlformats.org/drawingml/2006/main">
            <a:off x="3457575" y="7753350"/>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43" name="dp45-v4-qa-detail / n136 / circle">
            <a:extLst xmlns:a="http://schemas.openxmlformats.org/drawingml/2006/main">
              <a:ext uri="{FF2B5EF4-FFF2-40B4-BE49-F238E27FC236}">
                <a16:creationId xmlns:a16="http://schemas.microsoft.com/office/drawing/2014/main" id="{8A59114E-0BFA-4C6A-8834-A74B770754D8}"/>
              </a:ext>
            </a:extLst>
          </p:cNvPr>
          <p:cNvSpPr>
            <a:spLocks xmlns:a="http://schemas.openxmlformats.org/drawingml/2006/main" noGrp="1"/>
          </p:cNvSpPr>
          <p:nvPr/>
        </p:nvSpPr>
        <p:spPr>
          <a:xfrm xmlns:a="http://schemas.openxmlformats.org/drawingml/2006/main">
            <a:off x="3667125" y="7753350"/>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44" name="dp45-v4-qa-detail / n137 / circle">
            <a:extLst xmlns:a="http://schemas.openxmlformats.org/drawingml/2006/main">
              <a:ext uri="{FF2B5EF4-FFF2-40B4-BE49-F238E27FC236}">
                <a16:creationId xmlns:a16="http://schemas.microsoft.com/office/drawing/2014/main" id="{1BE16339-3CC9-4E35-BC40-5F13EC0B6946}"/>
              </a:ext>
            </a:extLst>
          </p:cNvPr>
          <p:cNvSpPr>
            <a:spLocks xmlns:a="http://schemas.openxmlformats.org/drawingml/2006/main" noGrp="1"/>
          </p:cNvSpPr>
          <p:nvPr/>
        </p:nvSpPr>
        <p:spPr>
          <a:xfrm xmlns:a="http://schemas.openxmlformats.org/drawingml/2006/main">
            <a:off x="3876675" y="7753350"/>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45" name="dp45-v4-qa-detail / n138">
            <a:extLst xmlns:a="http://schemas.openxmlformats.org/drawingml/2006/main">
              <a:ext uri="{FF2B5EF4-FFF2-40B4-BE49-F238E27FC236}">
                <a16:creationId xmlns:a16="http://schemas.microsoft.com/office/drawing/2014/main" id="{62384312-D5FF-49E5-8F25-5F3D4B22DC69}"/>
              </a:ext>
            </a:extLst>
          </p:cNvPr>
          <p:cNvSpPr>
            <a:spLocks xmlns:a="http://schemas.openxmlformats.org/drawingml/2006/main" noGrp="1"/>
          </p:cNvSpPr>
          <p:nvPr/>
        </p:nvSpPr>
        <p:spPr>
          <a:xfrm xmlns:a="http://schemas.openxmlformats.org/drawingml/2006/main">
            <a:off x="4181475" y="7686675"/>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4점</a:t>
            </a:r>
          </a:p>
        </p:txBody>
      </p:sp>
      <p:sp>
        <p:nvSpPr>
          <p:cNvPr id="146" name="dp45-v4-qa-detail / n139">
            <a:extLst xmlns:a="http://schemas.openxmlformats.org/drawingml/2006/main">
              <a:ext uri="{FF2B5EF4-FFF2-40B4-BE49-F238E27FC236}">
                <a16:creationId xmlns:a16="http://schemas.microsoft.com/office/drawing/2014/main" id="{68931585-5835-4622-BE59-14AF8427586B}"/>
              </a:ext>
            </a:extLst>
          </p:cNvPr>
          <p:cNvSpPr>
            <a:spLocks xmlns:a="http://schemas.openxmlformats.org/drawingml/2006/main" noGrp="1"/>
          </p:cNvSpPr>
          <p:nvPr/>
        </p:nvSpPr>
        <p:spPr>
          <a:xfrm xmlns:a="http://schemas.openxmlformats.org/drawingml/2006/main">
            <a:off x="5076825" y="7667625"/>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1,792MiB</a:t>
            </a:r>
          </a:p>
        </p:txBody>
      </p:sp>
      <p:sp>
        <p:nvSpPr>
          <p:cNvPr id="147" name="dp45-v4-qa-detail / n140">
            <a:extLst xmlns:a="http://schemas.openxmlformats.org/drawingml/2006/main">
              <a:ext uri="{FF2B5EF4-FFF2-40B4-BE49-F238E27FC236}">
                <a16:creationId xmlns:a16="http://schemas.microsoft.com/office/drawing/2014/main" id="{38BB62B1-EAC5-4F16-8058-1FB6EB427281}"/>
              </a:ext>
            </a:extLst>
          </p:cNvPr>
          <p:cNvSpPr>
            <a:spLocks xmlns:a="http://schemas.openxmlformats.org/drawingml/2006/main" noGrp="1"/>
          </p:cNvSpPr>
          <p:nvPr/>
        </p:nvSpPr>
        <p:spPr>
          <a:xfrm xmlns:a="http://schemas.openxmlformats.org/drawingml/2006/main">
            <a:off x="3457575" y="8096250"/>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원문 Context와 선택 cache 유지</a:t>
            </a:r>
          </a:p>
        </p:txBody>
      </p:sp>
      <p:sp>
        <p:nvSpPr>
          <p:cNvPr id="148" name="dp45-v4-qa-detail / n141 / circle">
            <a:extLst xmlns:a="http://schemas.openxmlformats.org/drawingml/2006/main">
              <a:ext uri="{FF2B5EF4-FFF2-40B4-BE49-F238E27FC236}">
                <a16:creationId xmlns:a16="http://schemas.microsoft.com/office/drawing/2014/main" id="{CC38D647-AA7B-4814-8FE7-674C3EAE803B}"/>
              </a:ext>
            </a:extLst>
          </p:cNvPr>
          <p:cNvSpPr>
            <a:spLocks xmlns:a="http://schemas.openxmlformats.org/drawingml/2006/main" noGrp="1"/>
          </p:cNvSpPr>
          <p:nvPr/>
        </p:nvSpPr>
        <p:spPr>
          <a:xfrm xmlns:a="http://schemas.openxmlformats.org/drawingml/2006/main">
            <a:off x="9648825" y="7753350"/>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49" name="dp45-v4-qa-detail / n142 / circle">
            <a:extLst xmlns:a="http://schemas.openxmlformats.org/drawingml/2006/main">
              <a:ext uri="{FF2B5EF4-FFF2-40B4-BE49-F238E27FC236}">
                <a16:creationId xmlns:a16="http://schemas.microsoft.com/office/drawing/2014/main" id="{7780492F-C6E7-4938-8347-6EFE81376A4A}"/>
              </a:ext>
            </a:extLst>
          </p:cNvPr>
          <p:cNvSpPr>
            <a:spLocks xmlns:a="http://schemas.openxmlformats.org/drawingml/2006/main" noGrp="1"/>
          </p:cNvSpPr>
          <p:nvPr/>
        </p:nvSpPr>
        <p:spPr>
          <a:xfrm xmlns:a="http://schemas.openxmlformats.org/drawingml/2006/main">
            <a:off x="9858375" y="7753350"/>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50" name="dp45-v4-qa-detail / n143 / circle">
            <a:extLst xmlns:a="http://schemas.openxmlformats.org/drawingml/2006/main">
              <a:ext uri="{FF2B5EF4-FFF2-40B4-BE49-F238E27FC236}">
                <a16:creationId xmlns:a16="http://schemas.microsoft.com/office/drawing/2014/main" id="{35828DB8-24DC-4720-9D7B-9776B2E3CA1F}"/>
              </a:ext>
            </a:extLst>
          </p:cNvPr>
          <p:cNvSpPr>
            <a:spLocks xmlns:a="http://schemas.openxmlformats.org/drawingml/2006/main" noGrp="1"/>
          </p:cNvSpPr>
          <p:nvPr/>
        </p:nvSpPr>
        <p:spPr>
          <a:xfrm xmlns:a="http://schemas.openxmlformats.org/drawingml/2006/main">
            <a:off x="10067925" y="7753350"/>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51" name="dp45-v4-qa-detail / n144">
            <a:extLst xmlns:a="http://schemas.openxmlformats.org/drawingml/2006/main">
              <a:ext uri="{FF2B5EF4-FFF2-40B4-BE49-F238E27FC236}">
                <a16:creationId xmlns:a16="http://schemas.microsoft.com/office/drawing/2014/main" id="{94B779EF-24D1-4C59-B202-21528F0E19EB}"/>
              </a:ext>
            </a:extLst>
          </p:cNvPr>
          <p:cNvSpPr>
            <a:spLocks xmlns:a="http://schemas.openxmlformats.org/drawingml/2006/main" noGrp="1"/>
          </p:cNvSpPr>
          <p:nvPr/>
        </p:nvSpPr>
        <p:spPr>
          <a:xfrm xmlns:a="http://schemas.openxmlformats.org/drawingml/2006/main">
            <a:off x="10372725" y="7686675"/>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4점</a:t>
            </a:r>
          </a:p>
        </p:txBody>
      </p:sp>
      <p:sp>
        <p:nvSpPr>
          <p:cNvPr id="152" name="dp45-v4-qa-detail / n145">
            <a:extLst xmlns:a="http://schemas.openxmlformats.org/drawingml/2006/main">
              <a:ext uri="{FF2B5EF4-FFF2-40B4-BE49-F238E27FC236}">
                <a16:creationId xmlns:a16="http://schemas.microsoft.com/office/drawing/2014/main" id="{66EE6A6D-2826-4D6B-94A8-B40D8F2C77B9}"/>
              </a:ext>
            </a:extLst>
          </p:cNvPr>
          <p:cNvSpPr>
            <a:spLocks xmlns:a="http://schemas.openxmlformats.org/drawingml/2006/main" noGrp="1"/>
          </p:cNvSpPr>
          <p:nvPr/>
        </p:nvSpPr>
        <p:spPr>
          <a:xfrm xmlns:a="http://schemas.openxmlformats.org/drawingml/2006/main">
            <a:off x="11268075" y="7667625"/>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1,920MiB</a:t>
            </a:r>
          </a:p>
        </p:txBody>
      </p:sp>
      <p:sp>
        <p:nvSpPr>
          <p:cNvPr id="153" name="dp45-v4-qa-detail / n146">
            <a:extLst xmlns:a="http://schemas.openxmlformats.org/drawingml/2006/main">
              <a:ext uri="{FF2B5EF4-FFF2-40B4-BE49-F238E27FC236}">
                <a16:creationId xmlns:a16="http://schemas.microsoft.com/office/drawing/2014/main" id="{20C25D44-C46A-4C31-9C99-E8585F5D9513}"/>
              </a:ext>
            </a:extLst>
          </p:cNvPr>
          <p:cNvSpPr>
            <a:spLocks xmlns:a="http://schemas.openxmlformats.org/drawingml/2006/main" noGrp="1"/>
          </p:cNvSpPr>
          <p:nvPr/>
        </p:nvSpPr>
        <p:spPr>
          <a:xfrm xmlns:a="http://schemas.openxmlformats.org/drawingml/2006/main">
            <a:off x="9648825" y="8096250"/>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게시 관계와 생산 상태 128MiB 순증가 가정</a:t>
            </a:r>
          </a:p>
        </p:txBody>
      </p:sp>
      <p:sp>
        <p:nvSpPr>
          <p:cNvPr id="154" name="dp45-v4-qa-detail / n147">
            <a:extLst xmlns:a="http://schemas.openxmlformats.org/drawingml/2006/main">
              <a:ext uri="{FF2B5EF4-FFF2-40B4-BE49-F238E27FC236}">
                <a16:creationId xmlns:a16="http://schemas.microsoft.com/office/drawing/2014/main" id="{7FF907E1-FAA3-4632-AA8A-42182ABA3246}"/>
              </a:ext>
            </a:extLst>
          </p:cNvPr>
          <p:cNvSpPr>
            <a:spLocks xmlns:a="http://schemas.openxmlformats.org/drawingml/2006/main" noGrp="1"/>
          </p:cNvSpPr>
          <p:nvPr/>
        </p:nvSpPr>
        <p:spPr>
          <a:xfrm xmlns:a="http://schemas.openxmlformats.org/drawingml/2006/main">
            <a:off x="15801975" y="7743825"/>
            <a:ext cx="1952625"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128MiB</a:t>
            </a:r>
          </a:p>
        </p:txBody>
      </p:sp>
      <p:sp>
        <p:nvSpPr>
          <p:cNvPr id="155" name="dp45-v4-qa-detail / n148">
            <a:extLst xmlns:a="http://schemas.openxmlformats.org/drawingml/2006/main">
              <a:ext uri="{FF2B5EF4-FFF2-40B4-BE49-F238E27FC236}">
                <a16:creationId xmlns:a16="http://schemas.microsoft.com/office/drawing/2014/main" id="{8CF2DE96-6878-4B92-9C5A-D2B93269547B}"/>
              </a:ext>
            </a:extLst>
          </p:cNvPr>
          <p:cNvSpPr>
            <a:spLocks xmlns:a="http://schemas.openxmlformats.org/drawingml/2006/main" noGrp="1"/>
          </p:cNvSpPr>
          <p:nvPr/>
        </p:nvSpPr>
        <p:spPr>
          <a:xfrm xmlns:a="http://schemas.openxmlformats.org/drawingml/2006/main">
            <a:off x="15801975" y="8124825"/>
            <a:ext cx="1952625"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가정상 A 유리</a:t>
            </a:r>
          </a:p>
        </p:txBody>
      </p:sp>
      <p:sp>
        <p:nvSpPr>
          <p:cNvPr id="156" name="dp45-v4-qa-detail / n149">
            <a:extLst xmlns:a="http://schemas.openxmlformats.org/drawingml/2006/main">
              <a:ext uri="{FF2B5EF4-FFF2-40B4-BE49-F238E27FC236}">
                <a16:creationId xmlns:a16="http://schemas.microsoft.com/office/drawing/2014/main" id="{8B95FBA7-7EE2-477F-B2E1-4BF4152E3C94}"/>
              </a:ext>
            </a:extLst>
          </p:cNvPr>
          <p:cNvSpPr>
            <a:spLocks xmlns:a="http://schemas.openxmlformats.org/drawingml/2006/main" noGrp="1"/>
          </p:cNvSpPr>
          <p:nvPr/>
        </p:nvSpPr>
        <p:spPr>
          <a:xfrm xmlns:a="http://schemas.openxmlformats.org/drawingml/2006/main">
            <a:off x="15801975" y="8353425"/>
            <a:ext cx="1952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기준 128MiB</a:t>
            </a:r>
          </a:p>
        </p:txBody>
      </p:sp>
      <p:sp>
        <p:nvSpPr>
          <p:cNvPr id="157" name="dp45-v4-qa-detail / n150">
            <a:extLst xmlns:a="http://schemas.openxmlformats.org/drawingml/2006/main">
              <a:ext uri="{FF2B5EF4-FFF2-40B4-BE49-F238E27FC236}">
                <a16:creationId xmlns:a16="http://schemas.microsoft.com/office/drawing/2014/main" id="{41F4F57B-8EA1-4709-9F46-D5F174B75A45}"/>
              </a:ext>
            </a:extLst>
          </p:cNvPr>
          <p:cNvSpPr>
            <a:spLocks xmlns:a="http://schemas.openxmlformats.org/drawingml/2006/main" noGrp="1"/>
          </p:cNvSpPr>
          <p:nvPr/>
        </p:nvSpPr>
        <p:spPr>
          <a:xfrm xmlns:a="http://schemas.openxmlformats.org/drawingml/2006/main">
            <a:off x="3238500" y="2143125"/>
            <a:ext cx="953" cy="6457950"/>
          </a:xfrm>
          <a:custGeom xmlns:a="http://schemas.openxmlformats.org/drawingml/2006/main">
            <a:pathLst>
              <a:path w="953" h="6457950">
                <a:moveTo>
                  <a:pt x="0" y="0"/>
                </a:moveTo>
                <a:lnTo>
                  <a:pt x="953" y="6457950"/>
                </a:lnTo>
              </a:path>
            </a:pathLst>
          </a:custGeom>
          <a:noFill xmlns:a="http://schemas.openxmlformats.org/drawingml/2006/main"/>
          <a:ln xmlns:a="http://schemas.openxmlformats.org/drawingml/2006/main" w="11430">
            <a:solidFill>
              <a:srgbClr val="CDD6DE"/>
            </a:solidFill>
          </a:ln>
        </p:spPr>
      </p:sp>
      <p:sp>
        <p:nvSpPr>
          <p:cNvPr id="158" name="dp45-v4-qa-detail / n151">
            <a:extLst xmlns:a="http://schemas.openxmlformats.org/drawingml/2006/main">
              <a:ext uri="{FF2B5EF4-FFF2-40B4-BE49-F238E27FC236}">
                <a16:creationId xmlns:a16="http://schemas.microsoft.com/office/drawing/2014/main" id="{375BD2BB-DA7A-490B-A263-D3C4DDA54C0C}"/>
              </a:ext>
            </a:extLst>
          </p:cNvPr>
          <p:cNvSpPr>
            <a:spLocks xmlns:a="http://schemas.openxmlformats.org/drawingml/2006/main" noGrp="1"/>
          </p:cNvSpPr>
          <p:nvPr/>
        </p:nvSpPr>
        <p:spPr>
          <a:xfrm xmlns:a="http://schemas.openxmlformats.org/drawingml/2006/main">
            <a:off x="9429750" y="2143125"/>
            <a:ext cx="953" cy="6457950"/>
          </a:xfrm>
          <a:custGeom xmlns:a="http://schemas.openxmlformats.org/drawingml/2006/main">
            <a:pathLst>
              <a:path w="953" h="6457950">
                <a:moveTo>
                  <a:pt x="0" y="0"/>
                </a:moveTo>
                <a:lnTo>
                  <a:pt x="953" y="6457950"/>
                </a:lnTo>
              </a:path>
            </a:pathLst>
          </a:custGeom>
          <a:noFill xmlns:a="http://schemas.openxmlformats.org/drawingml/2006/main"/>
          <a:ln xmlns:a="http://schemas.openxmlformats.org/drawingml/2006/main" w="11430">
            <a:solidFill>
              <a:srgbClr val="CDD6DE"/>
            </a:solidFill>
          </a:ln>
        </p:spPr>
      </p:sp>
      <p:sp>
        <p:nvSpPr>
          <p:cNvPr id="159" name="dp45-v4-qa-detail / n152">
            <a:extLst xmlns:a="http://schemas.openxmlformats.org/drawingml/2006/main">
              <a:ext uri="{FF2B5EF4-FFF2-40B4-BE49-F238E27FC236}">
                <a16:creationId xmlns:a16="http://schemas.microsoft.com/office/drawing/2014/main" id="{31F5F740-6A12-4248-9328-DF9F7D191735}"/>
              </a:ext>
            </a:extLst>
          </p:cNvPr>
          <p:cNvSpPr>
            <a:spLocks xmlns:a="http://schemas.openxmlformats.org/drawingml/2006/main" noGrp="1"/>
          </p:cNvSpPr>
          <p:nvPr/>
        </p:nvSpPr>
        <p:spPr>
          <a:xfrm xmlns:a="http://schemas.openxmlformats.org/drawingml/2006/main">
            <a:off x="15621000" y="2143125"/>
            <a:ext cx="953" cy="6457950"/>
          </a:xfrm>
          <a:custGeom xmlns:a="http://schemas.openxmlformats.org/drawingml/2006/main">
            <a:pathLst>
              <a:path w="953" h="6457950">
                <a:moveTo>
                  <a:pt x="0" y="0"/>
                </a:moveTo>
                <a:lnTo>
                  <a:pt x="953" y="6457950"/>
                </a:lnTo>
              </a:path>
            </a:pathLst>
          </a:custGeom>
          <a:noFill xmlns:a="http://schemas.openxmlformats.org/drawingml/2006/main"/>
          <a:ln xmlns:a="http://schemas.openxmlformats.org/drawingml/2006/main" w="11430">
            <a:solidFill>
              <a:srgbClr val="CDD6DE"/>
            </a:solidFill>
          </a:ln>
        </p:spPr>
      </p:sp>
      <p:sp>
        <p:nvSpPr>
          <p:cNvPr id="160" name="dp45-v4-qa-detail / n153">
            <a:extLst xmlns:a="http://schemas.openxmlformats.org/drawingml/2006/main">
              <a:ext uri="{FF2B5EF4-FFF2-40B4-BE49-F238E27FC236}">
                <a16:creationId xmlns:a16="http://schemas.microsoft.com/office/drawing/2014/main" id="{3D50985F-9EF1-4BD8-87C0-673C4E9DDF9C}"/>
              </a:ext>
            </a:extLst>
          </p:cNvPr>
          <p:cNvSpPr>
            <a:spLocks xmlns:a="http://schemas.openxmlformats.org/drawingml/2006/main" noGrp="1"/>
          </p:cNvSpPr>
          <p:nvPr/>
        </p:nvSpPr>
        <p:spPr>
          <a:xfrm xmlns:a="http://schemas.openxmlformats.org/drawingml/2006/main">
            <a:off x="381000" y="8867775"/>
            <a:ext cx="1752600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18232E"/>
                </a:solidFill>
                <a:latin typeface="Apple SD Gothic Neo"/>
                <a:ea typeface="Apple SD Gothic Neo"/>
                <a:cs typeface="Apple SD Gothic Neo"/>
              </a:defRPr>
            </a:pPr>
            <a:r>
              <a:rPr sz="1725" b="0">
                <a:solidFill>
                  <a:srgbClr val="18232E"/>
                </a:solidFill>
                <a:latin typeface="Apple SD Gothic Neo"/>
                <a:ea typeface="Apple SD Gothic Neo"/>
                <a:cs typeface="Apple SD Gothic Neo"/>
              </a:rPr>
              <a:t>A cache 허용 / B 초기 생산과 갱신 비용 포함 / 준비된 정보 재사용</a:t>
            </a:r>
          </a:p>
        </p:txBody>
      </p:sp>
      <p:sp>
        <p:nvSpPr>
          <p:cNvPr id="161" name="dp45-v4-qa-detail / n154">
            <a:extLst xmlns:a="http://schemas.openxmlformats.org/drawingml/2006/main">
              <a:ext uri="{FF2B5EF4-FFF2-40B4-BE49-F238E27FC236}">
                <a16:creationId xmlns:a16="http://schemas.microsoft.com/office/drawing/2014/main" id="{1E2DDBDB-584E-4311-85A4-DC8F26001611}"/>
              </a:ext>
            </a:extLst>
          </p:cNvPr>
          <p:cNvSpPr>
            <a:spLocks xmlns:a="http://schemas.openxmlformats.org/drawingml/2006/main" noGrp="1"/>
          </p:cNvSpPr>
          <p:nvPr/>
        </p:nvSpPr>
        <p:spPr>
          <a:xfrm xmlns:a="http://schemas.openxmlformats.org/drawingml/2006/main">
            <a:off x="381000" y="9220200"/>
            <a:ext cx="17526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F6B77"/>
                </a:solidFill>
                <a:latin typeface="Apple SD Gothic Neo"/>
                <a:ea typeface="Apple SD Gothic Neo"/>
                <a:cs typeface="Apple SD Gothic Neo"/>
              </a:defRPr>
            </a:pPr>
            <a:r>
              <a:rPr sz="1650" b="0">
                <a:solidFill>
                  <a:srgbClr val="5F6B77"/>
                </a:solidFill>
                <a:latin typeface="Apple SD Gothic Neo"/>
                <a:ea typeface="Apple SD Gothic Neo"/>
                <a:cs typeface="Apple SD Gothic Neo"/>
              </a:rPr>
              <a:t>A miss가 10회면 과거 처리 $0.040 / 이 조건에서는 비용 순위 반전</a:t>
            </a:r>
          </a:p>
        </p:txBody>
      </p:sp>
      <p:sp>
        <p:nvSpPr>
          <p:cNvPr id="162" name="dp45-v4-qa-detail / n155">
            <a:extLst xmlns:a="http://schemas.openxmlformats.org/drawingml/2006/main">
              <a:ext uri="{FF2B5EF4-FFF2-40B4-BE49-F238E27FC236}">
                <a16:creationId xmlns:a16="http://schemas.microsoft.com/office/drawing/2014/main" id="{3C062268-BC43-424F-A9FA-D7FB139E5429}"/>
              </a:ext>
            </a:extLst>
          </p:cNvPr>
          <p:cNvSpPr>
            <a:spLocks xmlns:a="http://schemas.openxmlformats.org/drawingml/2006/main" noGrp="1"/>
          </p:cNvSpPr>
          <p:nvPr/>
        </p:nvSpPr>
        <p:spPr>
          <a:xfrm xmlns:a="http://schemas.openxmlformats.org/drawingml/2006/main">
            <a:off x="381000" y="9858375"/>
            <a:ext cx="175260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사고 실험 / ASR-QA-v5 스냅샷 / 실측 전 / 보호 조건 별도 / 점수 합산 없음</a:t>
            </a:r>
          </a:p>
        </p:txBody>
      </p:sp>
    </p:spTree>
    <p:extLst>
      <p:ext uri="{BB962C8B-B14F-4D97-AF65-F5344CB8AC3E}">
        <p14:creationId xmlns:p14="http://schemas.microsoft.com/office/powerpoint/2010/main" val="197544513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7" name="dp42-v4-qa-detail / n1">
            <a:extLst xmlns:a="http://schemas.openxmlformats.org/drawingml/2006/main">
              <a:ext uri="{FF2B5EF4-FFF2-40B4-BE49-F238E27FC236}">
                <a16:creationId xmlns:a16="http://schemas.microsoft.com/office/drawing/2014/main" id="{B1D6BF2D-FC94-4B1A-8B47-4F78BBD55941}"/>
              </a:ext>
            </a:extLst>
          </p:cNvPr>
          <p:cNvSpPr>
            <a:spLocks xmlns:a="http://schemas.openxmlformats.org/drawingml/2006/main" noGrp="1"/>
          </p:cNvSpPr>
          <p:nvPr/>
        </p:nvSpPr>
        <p:spPr>
          <a:xfrm xmlns:a="http://schemas.openxmlformats.org/drawingml/2006/main">
            <a:off x="381000" y="209550"/>
            <a:ext cx="133350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087E8B"/>
                </a:solidFill>
                <a:latin typeface="Apple SD Gothic Neo"/>
                <a:ea typeface="Apple SD Gothic Neo"/>
                <a:cs typeface="Apple SD Gothic Neo"/>
              </a:defRPr>
            </a:pPr>
            <a:r>
              <a:rPr sz="1425" b="1">
                <a:solidFill>
                  <a:srgbClr val="087E8B"/>
                </a:solidFill>
                <a:latin typeface="Apple SD Gothic Neo"/>
                <a:ea typeface="Apple SD Gothic Neo"/>
                <a:cs typeface="Apple SD Gothic Neo"/>
              </a:rPr>
              <a:t>VIA SOFTWARE ARCHITECTURE / ASR-QA 사고 실험</a:t>
            </a:r>
          </a:p>
        </p:txBody>
      </p:sp>
      <p:sp>
        <p:nvSpPr>
          <p:cNvPr id="2" name="dp42-v4-qa-detail / n2">
            <a:extLst xmlns:a="http://schemas.openxmlformats.org/drawingml/2006/main">
              <a:ext uri="{FF2B5EF4-FFF2-40B4-BE49-F238E27FC236}">
                <a16:creationId xmlns:a16="http://schemas.microsoft.com/office/drawing/2014/main" id="{31C17DD9-F1CA-4956-9FBE-EE2C569C86D6}"/>
              </a:ext>
            </a:extLst>
          </p:cNvPr>
          <p:cNvSpPr>
            <a:spLocks xmlns:a="http://schemas.openxmlformats.org/drawingml/2006/main" noGrp="1"/>
          </p:cNvSpPr>
          <p:nvPr/>
        </p:nvSpPr>
        <p:spPr>
          <a:xfrm xmlns:a="http://schemas.openxmlformats.org/drawingml/2006/main">
            <a:off x="381000" y="619125"/>
            <a:ext cx="17526000" cy="5286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1">
                <a:solidFill>
                  <a:srgbClr val="18232E"/>
                </a:solidFill>
                <a:latin typeface="Apple SD Gothic Neo"/>
                <a:ea typeface="Apple SD Gothic Neo"/>
                <a:cs typeface="Apple SD Gothic Neo"/>
              </a:defRPr>
            </a:pPr>
            <a:r>
              <a:rPr sz="2775" b="1">
                <a:solidFill>
                  <a:srgbClr val="18232E"/>
                </a:solidFill>
                <a:latin typeface="Apple SD Gothic Neo"/>
                <a:ea typeface="Apple SD Gothic Neo"/>
                <a:cs typeface="Apple SD Gothic Neo"/>
              </a:rPr>
              <a:t>04-42. 공동 상태 확정과 독립 상태 접수 / ASR-QA 비교</a:t>
            </a:r>
          </a:p>
        </p:txBody>
      </p:sp>
      <p:sp>
        <p:nvSpPr>
          <p:cNvPr id="3" name="dp42-v4-qa-detail / n3">
            <a:extLst xmlns:a="http://schemas.openxmlformats.org/drawingml/2006/main">
              <a:ext uri="{FF2B5EF4-FFF2-40B4-BE49-F238E27FC236}">
                <a16:creationId xmlns:a16="http://schemas.microsoft.com/office/drawing/2014/main" id="{7360610A-C912-4FA2-A08C-4CF163A16BAB}"/>
              </a:ext>
            </a:extLst>
          </p:cNvPr>
          <p:cNvSpPr>
            <a:spLocks xmlns:a="http://schemas.openxmlformats.org/drawingml/2006/main" noGrp="1"/>
          </p:cNvSpPr>
          <p:nvPr/>
        </p:nvSpPr>
        <p:spPr>
          <a:xfrm xmlns:a="http://schemas.openxmlformats.org/drawingml/2006/main">
            <a:off x="381000" y="115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4" name="dp42-v4-qa-detail / n4">
            <a:extLst xmlns:a="http://schemas.openxmlformats.org/drawingml/2006/main">
              <a:ext uri="{FF2B5EF4-FFF2-40B4-BE49-F238E27FC236}">
                <a16:creationId xmlns:a16="http://schemas.microsoft.com/office/drawing/2014/main" id="{AAD83AF0-99DE-41D9-9144-5942D3311B1F}"/>
              </a:ext>
            </a:extLst>
          </p:cNvPr>
          <p:cNvSpPr>
            <a:spLocks xmlns:a="http://schemas.openxmlformats.org/drawingml/2006/main" noGrp="1"/>
          </p:cNvSpPr>
          <p:nvPr/>
        </p:nvSpPr>
        <p:spPr>
          <a:xfrm xmlns:a="http://schemas.openxmlformats.org/drawingml/2006/main">
            <a:off x="381000" y="1352550"/>
            <a:ext cx="1752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5F6B77"/>
                </a:solidFill>
                <a:latin typeface="Apple SD Gothic Neo"/>
                <a:ea typeface="Apple SD Gothic Neo"/>
                <a:cs typeface="Apple SD Gothic Neo"/>
              </a:defRPr>
            </a:pPr>
            <a:r>
              <a:rPr sz="1800" b="0">
                <a:solidFill>
                  <a:srgbClr val="5F6B77"/>
                </a:solidFill>
                <a:latin typeface="Apple SD Gothic Neo"/>
                <a:ea typeface="Apple SD Gothic Neo"/>
                <a:cs typeface="Apple SD Gothic Neo"/>
              </a:rPr>
              <a:t>동일 활동 기준의 A/B 가정값과 0–6점 비교 / 보호 조건 별도</a:t>
            </a:r>
          </a:p>
        </p:txBody>
      </p:sp>
      <p:sp>
        <p:nvSpPr>
          <p:cNvPr id="5" name="dp42-v4-qa-detail / n5 / circle">
            <a:extLst xmlns:a="http://schemas.openxmlformats.org/drawingml/2006/main">
              <a:ext uri="{FF2B5EF4-FFF2-40B4-BE49-F238E27FC236}">
                <a16:creationId xmlns:a16="http://schemas.microsoft.com/office/drawing/2014/main" id="{C856AA31-5DC6-41C3-8DCD-65984D6A5EA3}"/>
              </a:ext>
            </a:extLst>
          </p:cNvPr>
          <p:cNvSpPr>
            <a:spLocks xmlns:a="http://schemas.openxmlformats.org/drawingml/2006/main" noGrp="1"/>
          </p:cNvSpPr>
          <p:nvPr/>
        </p:nvSpPr>
        <p:spPr>
          <a:xfrm xmlns:a="http://schemas.openxmlformats.org/drawingml/2006/main">
            <a:off x="381000" y="1790700"/>
            <a:ext cx="161925" cy="161925"/>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6" name="dp42-v4-qa-detail / n6 / circle">
            <a:extLst xmlns:a="http://schemas.openxmlformats.org/drawingml/2006/main">
              <a:ext uri="{FF2B5EF4-FFF2-40B4-BE49-F238E27FC236}">
                <a16:creationId xmlns:a16="http://schemas.microsoft.com/office/drawing/2014/main" id="{B5775274-2EA0-41A3-AA43-7B12DC6BFF7A}"/>
              </a:ext>
            </a:extLst>
          </p:cNvPr>
          <p:cNvSpPr>
            <a:spLocks xmlns:a="http://schemas.openxmlformats.org/drawingml/2006/main" noGrp="1"/>
          </p:cNvSpPr>
          <p:nvPr/>
        </p:nvSpPr>
        <p:spPr>
          <a:xfrm xmlns:a="http://schemas.openxmlformats.org/drawingml/2006/main">
            <a:off x="581025" y="1790700"/>
            <a:ext cx="161925" cy="161925"/>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7" name="dp42-v4-qa-detail / n7 / circle">
            <a:extLst xmlns:a="http://schemas.openxmlformats.org/drawingml/2006/main">
              <a:ext uri="{FF2B5EF4-FFF2-40B4-BE49-F238E27FC236}">
                <a16:creationId xmlns:a16="http://schemas.microsoft.com/office/drawing/2014/main" id="{3E61F413-3555-42D7-B474-77DE45603E39}"/>
              </a:ext>
            </a:extLst>
          </p:cNvPr>
          <p:cNvSpPr>
            <a:spLocks xmlns:a="http://schemas.openxmlformats.org/drawingml/2006/main" noGrp="1"/>
          </p:cNvSpPr>
          <p:nvPr/>
        </p:nvSpPr>
        <p:spPr>
          <a:xfrm xmlns:a="http://schemas.openxmlformats.org/drawingml/2006/main">
            <a:off x="781050" y="1790700"/>
            <a:ext cx="161925" cy="161925"/>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8" name="dp42-v4-qa-detail / n8">
            <a:extLst xmlns:a="http://schemas.openxmlformats.org/drawingml/2006/main">
              <a:ext uri="{FF2B5EF4-FFF2-40B4-BE49-F238E27FC236}">
                <a16:creationId xmlns:a16="http://schemas.microsoft.com/office/drawing/2014/main" id="{D2002527-F311-4D95-9888-652FBD19A224}"/>
              </a:ext>
            </a:extLst>
          </p:cNvPr>
          <p:cNvSpPr>
            <a:spLocks xmlns:a="http://schemas.openxmlformats.org/drawingml/2006/main" noGrp="1"/>
          </p:cNvSpPr>
          <p:nvPr/>
        </p:nvSpPr>
        <p:spPr>
          <a:xfrm xmlns:a="http://schemas.openxmlformats.org/drawingml/2006/main">
            <a:off x="1038225" y="1743075"/>
            <a:ext cx="80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6점</a:t>
            </a:r>
          </a:p>
        </p:txBody>
      </p:sp>
      <p:sp>
        <p:nvSpPr>
          <p:cNvPr id="9" name="dp42-v4-qa-detail / n9 / circle">
            <a:extLst xmlns:a="http://schemas.openxmlformats.org/drawingml/2006/main">
              <a:ext uri="{FF2B5EF4-FFF2-40B4-BE49-F238E27FC236}">
                <a16:creationId xmlns:a16="http://schemas.microsoft.com/office/drawing/2014/main" id="{8F252C38-8568-48A0-9B92-CD0492838E83}"/>
              </a:ext>
            </a:extLst>
          </p:cNvPr>
          <p:cNvSpPr>
            <a:spLocks xmlns:a="http://schemas.openxmlformats.org/drawingml/2006/main" noGrp="1"/>
          </p:cNvSpPr>
          <p:nvPr/>
        </p:nvSpPr>
        <p:spPr>
          <a:xfrm xmlns:a="http://schemas.openxmlformats.org/drawingml/2006/main">
            <a:off x="1943100" y="1790700"/>
            <a:ext cx="161925" cy="161925"/>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0" name="dp42-v4-qa-detail / n10 / circle">
            <a:extLst xmlns:a="http://schemas.openxmlformats.org/drawingml/2006/main">
              <a:ext uri="{FF2B5EF4-FFF2-40B4-BE49-F238E27FC236}">
                <a16:creationId xmlns:a16="http://schemas.microsoft.com/office/drawing/2014/main" id="{969EFF54-2760-49C1-8C52-E0E244149F20}"/>
              </a:ext>
            </a:extLst>
          </p:cNvPr>
          <p:cNvSpPr>
            <a:spLocks xmlns:a="http://schemas.openxmlformats.org/drawingml/2006/main" noGrp="1"/>
          </p:cNvSpPr>
          <p:nvPr/>
        </p:nvSpPr>
        <p:spPr>
          <a:xfrm xmlns:a="http://schemas.openxmlformats.org/drawingml/2006/main">
            <a:off x="2143125" y="1790700"/>
            <a:ext cx="161925" cy="161925"/>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1" name="dp42-v4-qa-detail / n11 / circle">
            <a:extLst xmlns:a="http://schemas.openxmlformats.org/drawingml/2006/main">
              <a:ext uri="{FF2B5EF4-FFF2-40B4-BE49-F238E27FC236}">
                <a16:creationId xmlns:a16="http://schemas.microsoft.com/office/drawing/2014/main" id="{2F6BDC5A-0205-48C1-BAC8-8572CA6FA0F1}"/>
              </a:ext>
            </a:extLst>
          </p:cNvPr>
          <p:cNvSpPr>
            <a:spLocks xmlns:a="http://schemas.openxmlformats.org/drawingml/2006/main" noGrp="1"/>
          </p:cNvSpPr>
          <p:nvPr/>
        </p:nvSpPr>
        <p:spPr>
          <a:xfrm xmlns:a="http://schemas.openxmlformats.org/drawingml/2006/main">
            <a:off x="2343150"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2" name="dp42-v4-qa-detail / n11 / half">
            <a:extLst xmlns:a="http://schemas.openxmlformats.org/drawingml/2006/main">
              <a:ext uri="{FF2B5EF4-FFF2-40B4-BE49-F238E27FC236}">
                <a16:creationId xmlns:a16="http://schemas.microsoft.com/office/drawing/2014/main" id="{A7A487CE-19EF-429C-8FC8-E8FADA288F21}"/>
              </a:ext>
            </a:extLst>
          </p:cNvPr>
          <p:cNvSpPr>
            <a:spLocks xmlns:a="http://schemas.openxmlformats.org/drawingml/2006/main" noGrp="1"/>
          </p:cNvSpPr>
          <p:nvPr/>
        </p:nvSpPr>
        <p:spPr>
          <a:xfrm xmlns:a="http://schemas.openxmlformats.org/drawingml/2006/main">
            <a:off x="2343150" y="1790700"/>
            <a:ext cx="161925" cy="161925"/>
          </a:xfrm>
          <a:custGeom xmlns:a="http://schemas.openxmlformats.org/drawingml/2006/main">
            <a:pathLst>
              <a:path w="161925" h="161925">
                <a:moveTo>
                  <a:pt x="80963" y="0"/>
                </a:moveTo>
                <a:lnTo>
                  <a:pt x="73027" y="390"/>
                </a:lnTo>
                <a:lnTo>
                  <a:pt x="65167" y="1556"/>
                </a:lnTo>
                <a:lnTo>
                  <a:pt x="57460" y="3486"/>
                </a:lnTo>
                <a:lnTo>
                  <a:pt x="49979" y="6163"/>
                </a:lnTo>
                <a:lnTo>
                  <a:pt x="42797" y="9560"/>
                </a:lnTo>
                <a:lnTo>
                  <a:pt x="35982" y="13645"/>
                </a:lnTo>
                <a:lnTo>
                  <a:pt x="29600" y="18378"/>
                </a:lnTo>
                <a:lnTo>
                  <a:pt x="23713" y="23713"/>
                </a:lnTo>
                <a:lnTo>
                  <a:pt x="18378" y="29600"/>
                </a:lnTo>
                <a:lnTo>
                  <a:pt x="13645" y="35982"/>
                </a:lnTo>
                <a:lnTo>
                  <a:pt x="9560" y="42797"/>
                </a:lnTo>
                <a:lnTo>
                  <a:pt x="6163" y="49979"/>
                </a:lnTo>
                <a:lnTo>
                  <a:pt x="3486" y="57460"/>
                </a:lnTo>
                <a:lnTo>
                  <a:pt x="1556" y="65167"/>
                </a:lnTo>
                <a:lnTo>
                  <a:pt x="390" y="73027"/>
                </a:lnTo>
                <a:lnTo>
                  <a:pt x="0" y="80962"/>
                </a:lnTo>
                <a:lnTo>
                  <a:pt x="390" y="88898"/>
                </a:lnTo>
                <a:lnTo>
                  <a:pt x="1556" y="96758"/>
                </a:lnTo>
                <a:lnTo>
                  <a:pt x="3486" y="104465"/>
                </a:lnTo>
                <a:lnTo>
                  <a:pt x="6163" y="111946"/>
                </a:lnTo>
                <a:lnTo>
                  <a:pt x="9560" y="119128"/>
                </a:lnTo>
                <a:lnTo>
                  <a:pt x="13645" y="125943"/>
                </a:lnTo>
                <a:lnTo>
                  <a:pt x="18378" y="132325"/>
                </a:lnTo>
                <a:lnTo>
                  <a:pt x="23713" y="138212"/>
                </a:lnTo>
                <a:lnTo>
                  <a:pt x="29600" y="143547"/>
                </a:lnTo>
                <a:lnTo>
                  <a:pt x="35982" y="148280"/>
                </a:lnTo>
                <a:lnTo>
                  <a:pt x="42797" y="152365"/>
                </a:lnTo>
                <a:lnTo>
                  <a:pt x="49979" y="155762"/>
                </a:lnTo>
                <a:lnTo>
                  <a:pt x="57460" y="158439"/>
                </a:lnTo>
                <a:lnTo>
                  <a:pt x="65167" y="160369"/>
                </a:lnTo>
                <a:lnTo>
                  <a:pt x="73027" y="161535"/>
                </a:lnTo>
                <a:lnTo>
                  <a:pt x="80962" y="161925"/>
                </a:lnTo>
                <a:close/>
              </a:path>
            </a:pathLst>
          </a:custGeom>
          <a:solidFill xmlns:a="http://schemas.openxmlformats.org/drawingml/2006/main">
            <a:srgbClr val="18232E"/>
          </a:solidFill>
          <a:ln xmlns:a="http://schemas.openxmlformats.org/drawingml/2006/main" w="0">
            <a:noFill/>
          </a:ln>
        </p:spPr>
      </p:sp>
      <p:sp>
        <p:nvSpPr>
          <p:cNvPr id="13" name="dp42-v4-qa-detail / n12">
            <a:extLst xmlns:a="http://schemas.openxmlformats.org/drawingml/2006/main">
              <a:ext uri="{FF2B5EF4-FFF2-40B4-BE49-F238E27FC236}">
                <a16:creationId xmlns:a16="http://schemas.microsoft.com/office/drawing/2014/main" id="{F0B91517-CC75-4C6B-83BE-C1A65D77162C}"/>
              </a:ext>
            </a:extLst>
          </p:cNvPr>
          <p:cNvSpPr>
            <a:spLocks xmlns:a="http://schemas.openxmlformats.org/drawingml/2006/main" noGrp="1"/>
          </p:cNvSpPr>
          <p:nvPr/>
        </p:nvSpPr>
        <p:spPr>
          <a:xfrm xmlns:a="http://schemas.openxmlformats.org/drawingml/2006/main">
            <a:off x="2600325" y="1743075"/>
            <a:ext cx="80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5점</a:t>
            </a:r>
          </a:p>
        </p:txBody>
      </p:sp>
      <p:sp>
        <p:nvSpPr>
          <p:cNvPr id="14" name="dp42-v4-qa-detail / n13 / circle">
            <a:extLst xmlns:a="http://schemas.openxmlformats.org/drawingml/2006/main">
              <a:ext uri="{FF2B5EF4-FFF2-40B4-BE49-F238E27FC236}">
                <a16:creationId xmlns:a16="http://schemas.microsoft.com/office/drawing/2014/main" id="{4B0624F7-CF65-4A86-B15F-9E20ECCF4F30}"/>
              </a:ext>
            </a:extLst>
          </p:cNvPr>
          <p:cNvSpPr>
            <a:spLocks xmlns:a="http://schemas.openxmlformats.org/drawingml/2006/main" noGrp="1"/>
          </p:cNvSpPr>
          <p:nvPr/>
        </p:nvSpPr>
        <p:spPr>
          <a:xfrm xmlns:a="http://schemas.openxmlformats.org/drawingml/2006/main">
            <a:off x="3505200" y="1790700"/>
            <a:ext cx="161925" cy="161925"/>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5" name="dp42-v4-qa-detail / n14 / circle">
            <a:extLst xmlns:a="http://schemas.openxmlformats.org/drawingml/2006/main">
              <a:ext uri="{FF2B5EF4-FFF2-40B4-BE49-F238E27FC236}">
                <a16:creationId xmlns:a16="http://schemas.microsoft.com/office/drawing/2014/main" id="{B20E345E-F925-424B-A25E-3E482C4D94EE}"/>
              </a:ext>
            </a:extLst>
          </p:cNvPr>
          <p:cNvSpPr>
            <a:spLocks xmlns:a="http://schemas.openxmlformats.org/drawingml/2006/main" noGrp="1"/>
          </p:cNvSpPr>
          <p:nvPr/>
        </p:nvSpPr>
        <p:spPr>
          <a:xfrm xmlns:a="http://schemas.openxmlformats.org/drawingml/2006/main">
            <a:off x="3705225" y="1790700"/>
            <a:ext cx="161925" cy="161925"/>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6" name="dp42-v4-qa-detail / n15 / circle">
            <a:extLst xmlns:a="http://schemas.openxmlformats.org/drawingml/2006/main">
              <a:ext uri="{FF2B5EF4-FFF2-40B4-BE49-F238E27FC236}">
                <a16:creationId xmlns:a16="http://schemas.microsoft.com/office/drawing/2014/main" id="{8FC15F53-6D84-4511-AFD2-D7C4B9FB3A3B}"/>
              </a:ext>
            </a:extLst>
          </p:cNvPr>
          <p:cNvSpPr>
            <a:spLocks xmlns:a="http://schemas.openxmlformats.org/drawingml/2006/main" noGrp="1"/>
          </p:cNvSpPr>
          <p:nvPr/>
        </p:nvSpPr>
        <p:spPr>
          <a:xfrm xmlns:a="http://schemas.openxmlformats.org/drawingml/2006/main">
            <a:off x="3905250"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7" name="dp42-v4-qa-detail / n16">
            <a:extLst xmlns:a="http://schemas.openxmlformats.org/drawingml/2006/main">
              <a:ext uri="{FF2B5EF4-FFF2-40B4-BE49-F238E27FC236}">
                <a16:creationId xmlns:a16="http://schemas.microsoft.com/office/drawing/2014/main" id="{512015E5-6B4B-47DD-B576-599AF7755EA3}"/>
              </a:ext>
            </a:extLst>
          </p:cNvPr>
          <p:cNvSpPr>
            <a:spLocks xmlns:a="http://schemas.openxmlformats.org/drawingml/2006/main" noGrp="1"/>
          </p:cNvSpPr>
          <p:nvPr/>
        </p:nvSpPr>
        <p:spPr>
          <a:xfrm xmlns:a="http://schemas.openxmlformats.org/drawingml/2006/main">
            <a:off x="4162425" y="1743075"/>
            <a:ext cx="80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4점</a:t>
            </a:r>
          </a:p>
        </p:txBody>
      </p:sp>
      <p:sp>
        <p:nvSpPr>
          <p:cNvPr id="18" name="dp42-v4-qa-detail / n17 / circle">
            <a:extLst xmlns:a="http://schemas.openxmlformats.org/drawingml/2006/main">
              <a:ext uri="{FF2B5EF4-FFF2-40B4-BE49-F238E27FC236}">
                <a16:creationId xmlns:a16="http://schemas.microsoft.com/office/drawing/2014/main" id="{D2B5BC66-389D-4041-B174-6F98CE471364}"/>
              </a:ext>
            </a:extLst>
          </p:cNvPr>
          <p:cNvSpPr>
            <a:spLocks xmlns:a="http://schemas.openxmlformats.org/drawingml/2006/main" noGrp="1"/>
          </p:cNvSpPr>
          <p:nvPr/>
        </p:nvSpPr>
        <p:spPr>
          <a:xfrm xmlns:a="http://schemas.openxmlformats.org/drawingml/2006/main">
            <a:off x="5067300" y="1790700"/>
            <a:ext cx="161925" cy="161925"/>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9" name="dp42-v4-qa-detail / n18 / circle">
            <a:extLst xmlns:a="http://schemas.openxmlformats.org/drawingml/2006/main">
              <a:ext uri="{FF2B5EF4-FFF2-40B4-BE49-F238E27FC236}">
                <a16:creationId xmlns:a16="http://schemas.microsoft.com/office/drawing/2014/main" id="{30D9C519-0981-489D-9C9B-9A7C5F6861BE}"/>
              </a:ext>
            </a:extLst>
          </p:cNvPr>
          <p:cNvSpPr>
            <a:spLocks xmlns:a="http://schemas.openxmlformats.org/drawingml/2006/main" noGrp="1"/>
          </p:cNvSpPr>
          <p:nvPr/>
        </p:nvSpPr>
        <p:spPr>
          <a:xfrm xmlns:a="http://schemas.openxmlformats.org/drawingml/2006/main">
            <a:off x="5267325"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20" name="dp42-v4-qa-detail / n18 / half">
            <a:extLst xmlns:a="http://schemas.openxmlformats.org/drawingml/2006/main">
              <a:ext uri="{FF2B5EF4-FFF2-40B4-BE49-F238E27FC236}">
                <a16:creationId xmlns:a16="http://schemas.microsoft.com/office/drawing/2014/main" id="{C0AAA83A-BDBF-4B98-B16D-8FF46B2D516D}"/>
              </a:ext>
            </a:extLst>
          </p:cNvPr>
          <p:cNvSpPr>
            <a:spLocks xmlns:a="http://schemas.openxmlformats.org/drawingml/2006/main" noGrp="1"/>
          </p:cNvSpPr>
          <p:nvPr/>
        </p:nvSpPr>
        <p:spPr>
          <a:xfrm xmlns:a="http://schemas.openxmlformats.org/drawingml/2006/main">
            <a:off x="5267325" y="1790700"/>
            <a:ext cx="161925" cy="161925"/>
          </a:xfrm>
          <a:custGeom xmlns:a="http://schemas.openxmlformats.org/drawingml/2006/main">
            <a:pathLst>
              <a:path w="161925" h="161925">
                <a:moveTo>
                  <a:pt x="80963" y="0"/>
                </a:moveTo>
                <a:lnTo>
                  <a:pt x="73027" y="390"/>
                </a:lnTo>
                <a:lnTo>
                  <a:pt x="65167" y="1556"/>
                </a:lnTo>
                <a:lnTo>
                  <a:pt x="57460" y="3486"/>
                </a:lnTo>
                <a:lnTo>
                  <a:pt x="49979" y="6163"/>
                </a:lnTo>
                <a:lnTo>
                  <a:pt x="42797" y="9560"/>
                </a:lnTo>
                <a:lnTo>
                  <a:pt x="35982" y="13645"/>
                </a:lnTo>
                <a:lnTo>
                  <a:pt x="29600" y="18378"/>
                </a:lnTo>
                <a:lnTo>
                  <a:pt x="23713" y="23713"/>
                </a:lnTo>
                <a:lnTo>
                  <a:pt x="18378" y="29600"/>
                </a:lnTo>
                <a:lnTo>
                  <a:pt x="13645" y="35982"/>
                </a:lnTo>
                <a:lnTo>
                  <a:pt x="9560" y="42797"/>
                </a:lnTo>
                <a:lnTo>
                  <a:pt x="6163" y="49979"/>
                </a:lnTo>
                <a:lnTo>
                  <a:pt x="3486" y="57460"/>
                </a:lnTo>
                <a:lnTo>
                  <a:pt x="1556" y="65167"/>
                </a:lnTo>
                <a:lnTo>
                  <a:pt x="390" y="73027"/>
                </a:lnTo>
                <a:lnTo>
                  <a:pt x="0" y="80962"/>
                </a:lnTo>
                <a:lnTo>
                  <a:pt x="390" y="88898"/>
                </a:lnTo>
                <a:lnTo>
                  <a:pt x="1556" y="96758"/>
                </a:lnTo>
                <a:lnTo>
                  <a:pt x="3486" y="104465"/>
                </a:lnTo>
                <a:lnTo>
                  <a:pt x="6163" y="111946"/>
                </a:lnTo>
                <a:lnTo>
                  <a:pt x="9560" y="119128"/>
                </a:lnTo>
                <a:lnTo>
                  <a:pt x="13645" y="125943"/>
                </a:lnTo>
                <a:lnTo>
                  <a:pt x="18378" y="132325"/>
                </a:lnTo>
                <a:lnTo>
                  <a:pt x="23713" y="138212"/>
                </a:lnTo>
                <a:lnTo>
                  <a:pt x="29600" y="143547"/>
                </a:lnTo>
                <a:lnTo>
                  <a:pt x="35982" y="148280"/>
                </a:lnTo>
                <a:lnTo>
                  <a:pt x="42797" y="152365"/>
                </a:lnTo>
                <a:lnTo>
                  <a:pt x="49979" y="155762"/>
                </a:lnTo>
                <a:lnTo>
                  <a:pt x="57460" y="158439"/>
                </a:lnTo>
                <a:lnTo>
                  <a:pt x="65167" y="160369"/>
                </a:lnTo>
                <a:lnTo>
                  <a:pt x="73027" y="161535"/>
                </a:lnTo>
                <a:lnTo>
                  <a:pt x="80962" y="161925"/>
                </a:lnTo>
                <a:close/>
              </a:path>
            </a:pathLst>
          </a:custGeom>
          <a:solidFill xmlns:a="http://schemas.openxmlformats.org/drawingml/2006/main">
            <a:srgbClr val="18232E"/>
          </a:solidFill>
          <a:ln xmlns:a="http://schemas.openxmlformats.org/drawingml/2006/main" w="0">
            <a:noFill/>
          </a:ln>
        </p:spPr>
      </p:sp>
      <p:sp>
        <p:nvSpPr>
          <p:cNvPr id="21" name="dp42-v4-qa-detail / n19 / circle">
            <a:extLst xmlns:a="http://schemas.openxmlformats.org/drawingml/2006/main">
              <a:ext uri="{FF2B5EF4-FFF2-40B4-BE49-F238E27FC236}">
                <a16:creationId xmlns:a16="http://schemas.microsoft.com/office/drawing/2014/main" id="{BCBC0E4C-B32E-49F0-9EAC-AA25F253F28B}"/>
              </a:ext>
            </a:extLst>
          </p:cNvPr>
          <p:cNvSpPr>
            <a:spLocks xmlns:a="http://schemas.openxmlformats.org/drawingml/2006/main" noGrp="1"/>
          </p:cNvSpPr>
          <p:nvPr/>
        </p:nvSpPr>
        <p:spPr>
          <a:xfrm xmlns:a="http://schemas.openxmlformats.org/drawingml/2006/main">
            <a:off x="5467350"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22" name="dp42-v4-qa-detail / n20">
            <a:extLst xmlns:a="http://schemas.openxmlformats.org/drawingml/2006/main">
              <a:ext uri="{FF2B5EF4-FFF2-40B4-BE49-F238E27FC236}">
                <a16:creationId xmlns:a16="http://schemas.microsoft.com/office/drawing/2014/main" id="{83AC1D30-0A23-4179-8448-E25EB094D951}"/>
              </a:ext>
            </a:extLst>
          </p:cNvPr>
          <p:cNvSpPr>
            <a:spLocks xmlns:a="http://schemas.openxmlformats.org/drawingml/2006/main" noGrp="1"/>
          </p:cNvSpPr>
          <p:nvPr/>
        </p:nvSpPr>
        <p:spPr>
          <a:xfrm xmlns:a="http://schemas.openxmlformats.org/drawingml/2006/main">
            <a:off x="5724525" y="1743075"/>
            <a:ext cx="80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3점</a:t>
            </a:r>
          </a:p>
        </p:txBody>
      </p:sp>
      <p:sp>
        <p:nvSpPr>
          <p:cNvPr id="23" name="dp42-v4-qa-detail / n21 / circle">
            <a:extLst xmlns:a="http://schemas.openxmlformats.org/drawingml/2006/main">
              <a:ext uri="{FF2B5EF4-FFF2-40B4-BE49-F238E27FC236}">
                <a16:creationId xmlns:a16="http://schemas.microsoft.com/office/drawing/2014/main" id="{C335FD3E-E5CB-4D37-B556-641FD6D194D3}"/>
              </a:ext>
            </a:extLst>
          </p:cNvPr>
          <p:cNvSpPr>
            <a:spLocks xmlns:a="http://schemas.openxmlformats.org/drawingml/2006/main" noGrp="1"/>
          </p:cNvSpPr>
          <p:nvPr/>
        </p:nvSpPr>
        <p:spPr>
          <a:xfrm xmlns:a="http://schemas.openxmlformats.org/drawingml/2006/main">
            <a:off x="6629400" y="1790700"/>
            <a:ext cx="161925" cy="161925"/>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24" name="dp42-v4-qa-detail / n22 / circle">
            <a:extLst xmlns:a="http://schemas.openxmlformats.org/drawingml/2006/main">
              <a:ext uri="{FF2B5EF4-FFF2-40B4-BE49-F238E27FC236}">
                <a16:creationId xmlns:a16="http://schemas.microsoft.com/office/drawing/2014/main" id="{A2787612-6075-4120-92B2-199E28D50BD8}"/>
              </a:ext>
            </a:extLst>
          </p:cNvPr>
          <p:cNvSpPr>
            <a:spLocks xmlns:a="http://schemas.openxmlformats.org/drawingml/2006/main" noGrp="1"/>
          </p:cNvSpPr>
          <p:nvPr/>
        </p:nvSpPr>
        <p:spPr>
          <a:xfrm xmlns:a="http://schemas.openxmlformats.org/drawingml/2006/main">
            <a:off x="6829425"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25" name="dp42-v4-qa-detail / n23 / circle">
            <a:extLst xmlns:a="http://schemas.openxmlformats.org/drawingml/2006/main">
              <a:ext uri="{FF2B5EF4-FFF2-40B4-BE49-F238E27FC236}">
                <a16:creationId xmlns:a16="http://schemas.microsoft.com/office/drawing/2014/main" id="{D0C9507D-11D3-411D-BB19-9AA588252D9A}"/>
              </a:ext>
            </a:extLst>
          </p:cNvPr>
          <p:cNvSpPr>
            <a:spLocks xmlns:a="http://schemas.openxmlformats.org/drawingml/2006/main" noGrp="1"/>
          </p:cNvSpPr>
          <p:nvPr/>
        </p:nvSpPr>
        <p:spPr>
          <a:xfrm xmlns:a="http://schemas.openxmlformats.org/drawingml/2006/main">
            <a:off x="7029450"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26" name="dp42-v4-qa-detail / n24">
            <a:extLst xmlns:a="http://schemas.openxmlformats.org/drawingml/2006/main">
              <a:ext uri="{FF2B5EF4-FFF2-40B4-BE49-F238E27FC236}">
                <a16:creationId xmlns:a16="http://schemas.microsoft.com/office/drawing/2014/main" id="{34AC1F81-5FE9-40C1-AAC9-C50FE5B4BF85}"/>
              </a:ext>
            </a:extLst>
          </p:cNvPr>
          <p:cNvSpPr>
            <a:spLocks xmlns:a="http://schemas.openxmlformats.org/drawingml/2006/main" noGrp="1"/>
          </p:cNvSpPr>
          <p:nvPr/>
        </p:nvSpPr>
        <p:spPr>
          <a:xfrm xmlns:a="http://schemas.openxmlformats.org/drawingml/2006/main">
            <a:off x="7286625" y="1743075"/>
            <a:ext cx="80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2점</a:t>
            </a:r>
          </a:p>
        </p:txBody>
      </p:sp>
      <p:sp>
        <p:nvSpPr>
          <p:cNvPr id="27" name="dp42-v4-qa-detail / n25 / circle">
            <a:extLst xmlns:a="http://schemas.openxmlformats.org/drawingml/2006/main">
              <a:ext uri="{FF2B5EF4-FFF2-40B4-BE49-F238E27FC236}">
                <a16:creationId xmlns:a16="http://schemas.microsoft.com/office/drawing/2014/main" id="{AB6263BF-FAE8-4E4F-AF55-32F8AFE402F9}"/>
              </a:ext>
            </a:extLst>
          </p:cNvPr>
          <p:cNvSpPr>
            <a:spLocks xmlns:a="http://schemas.openxmlformats.org/drawingml/2006/main" noGrp="1"/>
          </p:cNvSpPr>
          <p:nvPr/>
        </p:nvSpPr>
        <p:spPr>
          <a:xfrm xmlns:a="http://schemas.openxmlformats.org/drawingml/2006/main">
            <a:off x="8191500"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28" name="dp42-v4-qa-detail / n25 / half">
            <a:extLst xmlns:a="http://schemas.openxmlformats.org/drawingml/2006/main">
              <a:ext uri="{FF2B5EF4-FFF2-40B4-BE49-F238E27FC236}">
                <a16:creationId xmlns:a16="http://schemas.microsoft.com/office/drawing/2014/main" id="{D6F99E84-FB1A-413F-8281-10759725CDAA}"/>
              </a:ext>
            </a:extLst>
          </p:cNvPr>
          <p:cNvSpPr>
            <a:spLocks xmlns:a="http://schemas.openxmlformats.org/drawingml/2006/main" noGrp="1"/>
          </p:cNvSpPr>
          <p:nvPr/>
        </p:nvSpPr>
        <p:spPr>
          <a:xfrm xmlns:a="http://schemas.openxmlformats.org/drawingml/2006/main">
            <a:off x="8191500" y="1790700"/>
            <a:ext cx="161925" cy="161925"/>
          </a:xfrm>
          <a:custGeom xmlns:a="http://schemas.openxmlformats.org/drawingml/2006/main">
            <a:pathLst>
              <a:path w="161925" h="161925">
                <a:moveTo>
                  <a:pt x="80963" y="0"/>
                </a:moveTo>
                <a:lnTo>
                  <a:pt x="73027" y="390"/>
                </a:lnTo>
                <a:lnTo>
                  <a:pt x="65167" y="1556"/>
                </a:lnTo>
                <a:lnTo>
                  <a:pt x="57460" y="3486"/>
                </a:lnTo>
                <a:lnTo>
                  <a:pt x="49979" y="6163"/>
                </a:lnTo>
                <a:lnTo>
                  <a:pt x="42797" y="9560"/>
                </a:lnTo>
                <a:lnTo>
                  <a:pt x="35982" y="13645"/>
                </a:lnTo>
                <a:lnTo>
                  <a:pt x="29600" y="18378"/>
                </a:lnTo>
                <a:lnTo>
                  <a:pt x="23713" y="23713"/>
                </a:lnTo>
                <a:lnTo>
                  <a:pt x="18378" y="29600"/>
                </a:lnTo>
                <a:lnTo>
                  <a:pt x="13645" y="35982"/>
                </a:lnTo>
                <a:lnTo>
                  <a:pt x="9560" y="42797"/>
                </a:lnTo>
                <a:lnTo>
                  <a:pt x="6163" y="49979"/>
                </a:lnTo>
                <a:lnTo>
                  <a:pt x="3486" y="57460"/>
                </a:lnTo>
                <a:lnTo>
                  <a:pt x="1556" y="65167"/>
                </a:lnTo>
                <a:lnTo>
                  <a:pt x="390" y="73027"/>
                </a:lnTo>
                <a:lnTo>
                  <a:pt x="0" y="80962"/>
                </a:lnTo>
                <a:lnTo>
                  <a:pt x="390" y="88898"/>
                </a:lnTo>
                <a:lnTo>
                  <a:pt x="1556" y="96758"/>
                </a:lnTo>
                <a:lnTo>
                  <a:pt x="3486" y="104465"/>
                </a:lnTo>
                <a:lnTo>
                  <a:pt x="6163" y="111946"/>
                </a:lnTo>
                <a:lnTo>
                  <a:pt x="9560" y="119128"/>
                </a:lnTo>
                <a:lnTo>
                  <a:pt x="13645" y="125943"/>
                </a:lnTo>
                <a:lnTo>
                  <a:pt x="18378" y="132325"/>
                </a:lnTo>
                <a:lnTo>
                  <a:pt x="23713" y="138212"/>
                </a:lnTo>
                <a:lnTo>
                  <a:pt x="29600" y="143547"/>
                </a:lnTo>
                <a:lnTo>
                  <a:pt x="35982" y="148280"/>
                </a:lnTo>
                <a:lnTo>
                  <a:pt x="42797" y="152365"/>
                </a:lnTo>
                <a:lnTo>
                  <a:pt x="49979" y="155762"/>
                </a:lnTo>
                <a:lnTo>
                  <a:pt x="57460" y="158439"/>
                </a:lnTo>
                <a:lnTo>
                  <a:pt x="65167" y="160369"/>
                </a:lnTo>
                <a:lnTo>
                  <a:pt x="73027" y="161535"/>
                </a:lnTo>
                <a:lnTo>
                  <a:pt x="80962" y="161925"/>
                </a:lnTo>
                <a:close/>
              </a:path>
            </a:pathLst>
          </a:custGeom>
          <a:solidFill xmlns:a="http://schemas.openxmlformats.org/drawingml/2006/main">
            <a:srgbClr val="18232E"/>
          </a:solidFill>
          <a:ln xmlns:a="http://schemas.openxmlformats.org/drawingml/2006/main" w="0">
            <a:noFill/>
          </a:ln>
        </p:spPr>
      </p:sp>
      <p:sp>
        <p:nvSpPr>
          <p:cNvPr id="29" name="dp42-v4-qa-detail / n26 / circle">
            <a:extLst xmlns:a="http://schemas.openxmlformats.org/drawingml/2006/main">
              <a:ext uri="{FF2B5EF4-FFF2-40B4-BE49-F238E27FC236}">
                <a16:creationId xmlns:a16="http://schemas.microsoft.com/office/drawing/2014/main" id="{6CA7C6C2-F460-4FA1-B599-78A3D26242F7}"/>
              </a:ext>
            </a:extLst>
          </p:cNvPr>
          <p:cNvSpPr>
            <a:spLocks xmlns:a="http://schemas.openxmlformats.org/drawingml/2006/main" noGrp="1"/>
          </p:cNvSpPr>
          <p:nvPr/>
        </p:nvSpPr>
        <p:spPr>
          <a:xfrm xmlns:a="http://schemas.openxmlformats.org/drawingml/2006/main">
            <a:off x="8391525"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0" name="dp42-v4-qa-detail / n27 / circle">
            <a:extLst xmlns:a="http://schemas.openxmlformats.org/drawingml/2006/main">
              <a:ext uri="{FF2B5EF4-FFF2-40B4-BE49-F238E27FC236}">
                <a16:creationId xmlns:a16="http://schemas.microsoft.com/office/drawing/2014/main" id="{668AB6A9-D4CF-497C-B187-98374F79B114}"/>
              </a:ext>
            </a:extLst>
          </p:cNvPr>
          <p:cNvSpPr>
            <a:spLocks xmlns:a="http://schemas.openxmlformats.org/drawingml/2006/main" noGrp="1"/>
          </p:cNvSpPr>
          <p:nvPr/>
        </p:nvSpPr>
        <p:spPr>
          <a:xfrm xmlns:a="http://schemas.openxmlformats.org/drawingml/2006/main">
            <a:off x="8591550"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1" name="dp42-v4-qa-detail / n28">
            <a:extLst xmlns:a="http://schemas.openxmlformats.org/drawingml/2006/main">
              <a:ext uri="{FF2B5EF4-FFF2-40B4-BE49-F238E27FC236}">
                <a16:creationId xmlns:a16="http://schemas.microsoft.com/office/drawing/2014/main" id="{5DE6D238-818B-4674-A624-98E6100BB921}"/>
              </a:ext>
            </a:extLst>
          </p:cNvPr>
          <p:cNvSpPr>
            <a:spLocks xmlns:a="http://schemas.openxmlformats.org/drawingml/2006/main" noGrp="1"/>
          </p:cNvSpPr>
          <p:nvPr/>
        </p:nvSpPr>
        <p:spPr>
          <a:xfrm xmlns:a="http://schemas.openxmlformats.org/drawingml/2006/main">
            <a:off x="8848725" y="1743075"/>
            <a:ext cx="80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1점</a:t>
            </a:r>
          </a:p>
        </p:txBody>
      </p:sp>
      <p:sp>
        <p:nvSpPr>
          <p:cNvPr id="32" name="dp42-v4-qa-detail / n29 / circle">
            <a:extLst xmlns:a="http://schemas.openxmlformats.org/drawingml/2006/main">
              <a:ext uri="{FF2B5EF4-FFF2-40B4-BE49-F238E27FC236}">
                <a16:creationId xmlns:a16="http://schemas.microsoft.com/office/drawing/2014/main" id="{53ED85E1-A5A9-40EA-B09F-FEDC89942AD9}"/>
              </a:ext>
            </a:extLst>
          </p:cNvPr>
          <p:cNvSpPr>
            <a:spLocks xmlns:a="http://schemas.openxmlformats.org/drawingml/2006/main" noGrp="1"/>
          </p:cNvSpPr>
          <p:nvPr/>
        </p:nvSpPr>
        <p:spPr>
          <a:xfrm xmlns:a="http://schemas.openxmlformats.org/drawingml/2006/main">
            <a:off x="9753600"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3" name="dp42-v4-qa-detail / n30 / circle">
            <a:extLst xmlns:a="http://schemas.openxmlformats.org/drawingml/2006/main">
              <a:ext uri="{FF2B5EF4-FFF2-40B4-BE49-F238E27FC236}">
                <a16:creationId xmlns:a16="http://schemas.microsoft.com/office/drawing/2014/main" id="{C4040E8A-EA50-4C1D-8504-233A95D5FB8C}"/>
              </a:ext>
            </a:extLst>
          </p:cNvPr>
          <p:cNvSpPr>
            <a:spLocks xmlns:a="http://schemas.openxmlformats.org/drawingml/2006/main" noGrp="1"/>
          </p:cNvSpPr>
          <p:nvPr/>
        </p:nvSpPr>
        <p:spPr>
          <a:xfrm xmlns:a="http://schemas.openxmlformats.org/drawingml/2006/main">
            <a:off x="9953625"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4" name="dp42-v4-qa-detail / n31 / circle">
            <a:extLst xmlns:a="http://schemas.openxmlformats.org/drawingml/2006/main">
              <a:ext uri="{FF2B5EF4-FFF2-40B4-BE49-F238E27FC236}">
                <a16:creationId xmlns:a16="http://schemas.microsoft.com/office/drawing/2014/main" id="{811C0168-E26D-4C40-B3D2-EE8384A30B92}"/>
              </a:ext>
            </a:extLst>
          </p:cNvPr>
          <p:cNvSpPr>
            <a:spLocks xmlns:a="http://schemas.openxmlformats.org/drawingml/2006/main" noGrp="1"/>
          </p:cNvSpPr>
          <p:nvPr/>
        </p:nvSpPr>
        <p:spPr>
          <a:xfrm xmlns:a="http://schemas.openxmlformats.org/drawingml/2006/main">
            <a:off x="10153650" y="1790700"/>
            <a:ext cx="161925" cy="161925"/>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35" name="dp42-v4-qa-detail / n32">
            <a:extLst xmlns:a="http://schemas.openxmlformats.org/drawingml/2006/main">
              <a:ext uri="{FF2B5EF4-FFF2-40B4-BE49-F238E27FC236}">
                <a16:creationId xmlns:a16="http://schemas.microsoft.com/office/drawing/2014/main" id="{F5FE673F-C5BA-44D1-A929-BD8863D7096A}"/>
              </a:ext>
            </a:extLst>
          </p:cNvPr>
          <p:cNvSpPr>
            <a:spLocks xmlns:a="http://schemas.openxmlformats.org/drawingml/2006/main" noGrp="1"/>
          </p:cNvSpPr>
          <p:nvPr/>
        </p:nvSpPr>
        <p:spPr>
          <a:xfrm xmlns:a="http://schemas.openxmlformats.org/drawingml/2006/main">
            <a:off x="10410825" y="1743075"/>
            <a:ext cx="80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0점</a:t>
            </a:r>
          </a:p>
        </p:txBody>
      </p:sp>
      <p:sp>
        <p:nvSpPr>
          <p:cNvPr id="36" name="dp42-v4-qa-detail / n33">
            <a:extLst xmlns:a="http://schemas.openxmlformats.org/drawingml/2006/main">
              <a:ext uri="{FF2B5EF4-FFF2-40B4-BE49-F238E27FC236}">
                <a16:creationId xmlns:a16="http://schemas.microsoft.com/office/drawing/2014/main" id="{E3A12BF2-871D-46C4-BCAD-C5A208C9857C}"/>
              </a:ext>
            </a:extLst>
          </p:cNvPr>
          <p:cNvSpPr>
            <a:spLocks xmlns:a="http://schemas.openxmlformats.org/drawingml/2006/main" noGrp="1"/>
          </p:cNvSpPr>
          <p:nvPr/>
        </p:nvSpPr>
        <p:spPr>
          <a:xfrm xmlns:a="http://schemas.openxmlformats.org/drawingml/2006/main">
            <a:off x="11811000" y="1762125"/>
            <a:ext cx="609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5F6B77"/>
                </a:solidFill>
                <a:latin typeface="Apple SD Gothic Neo"/>
                <a:ea typeface="Apple SD Gothic Neo"/>
                <a:cs typeface="Apple SD Gothic Neo"/>
              </a:defRPr>
            </a:pPr>
            <a:r>
              <a:rPr sz="1500" b="0">
                <a:solidFill>
                  <a:srgbClr val="5F6B77"/>
                </a:solidFill>
                <a:latin typeface="Apple SD Gothic Neo"/>
                <a:ea typeface="Apple SD Gothic Neo"/>
                <a:cs typeface="Apple SD Gothic Neo"/>
              </a:rPr>
              <a:t>원값 차이와 점수 차이는 별도 확인</a:t>
            </a:r>
          </a:p>
        </p:txBody>
      </p:sp>
      <p:sp>
        <p:nvSpPr>
          <p:cNvPr id="37" name="dp42-v4-qa-detail / n34">
            <a:extLst xmlns:a="http://schemas.openxmlformats.org/drawingml/2006/main">
              <a:ext uri="{FF2B5EF4-FFF2-40B4-BE49-F238E27FC236}">
                <a16:creationId xmlns:a16="http://schemas.microsoft.com/office/drawing/2014/main" id="{2EE671D5-5A1B-4D34-A732-73274AB32948}"/>
              </a:ext>
            </a:extLst>
          </p:cNvPr>
          <p:cNvSpPr>
            <a:spLocks xmlns:a="http://schemas.openxmlformats.org/drawingml/2006/main" noGrp="1"/>
          </p:cNvSpPr>
          <p:nvPr/>
        </p:nvSpPr>
        <p:spPr>
          <a:xfrm xmlns:a="http://schemas.openxmlformats.org/drawingml/2006/main">
            <a:off x="381000" y="2143125"/>
            <a:ext cx="17526000" cy="457200"/>
          </a:xfrm>
          <a:prstGeom xmlns:a="http://schemas.openxmlformats.org/drawingml/2006/main" prst="rect">
            <a:avLst/>
          </a:prstGeom>
          <a:solidFill xmlns:a="http://schemas.openxmlformats.org/drawingml/2006/main">
            <a:srgbClr val="D5E7C7"/>
          </a:solidFill>
          <a:ln xmlns:a="http://schemas.openxmlformats.org/drawingml/2006/main" w="0">
            <a:noFill/>
          </a:ln>
        </p:spPr>
      </p:sp>
      <p:sp>
        <p:nvSpPr>
          <p:cNvPr id="38" name="dp42-v4-qa-detail / n35">
            <a:extLst xmlns:a="http://schemas.openxmlformats.org/drawingml/2006/main">
              <a:ext uri="{FF2B5EF4-FFF2-40B4-BE49-F238E27FC236}">
                <a16:creationId xmlns:a16="http://schemas.microsoft.com/office/drawing/2014/main" id="{65A6A7AE-794D-400F-9446-290EFE76EA19}"/>
              </a:ext>
            </a:extLst>
          </p:cNvPr>
          <p:cNvSpPr>
            <a:spLocks xmlns:a="http://schemas.openxmlformats.org/drawingml/2006/main" noGrp="1"/>
          </p:cNvSpPr>
          <p:nvPr/>
        </p:nvSpPr>
        <p:spPr>
          <a:xfrm xmlns:a="http://schemas.openxmlformats.org/drawingml/2006/main">
            <a:off x="533400" y="2238375"/>
            <a:ext cx="247650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QA / 목표</a:t>
            </a:r>
          </a:p>
        </p:txBody>
      </p:sp>
      <p:sp>
        <p:nvSpPr>
          <p:cNvPr id="39" name="dp42-v4-qa-detail / n36">
            <a:extLst xmlns:a="http://schemas.openxmlformats.org/drawingml/2006/main">
              <a:ext uri="{FF2B5EF4-FFF2-40B4-BE49-F238E27FC236}">
                <a16:creationId xmlns:a16="http://schemas.microsoft.com/office/drawing/2014/main" id="{8ABE60BC-5435-4A50-A075-EF27BCB88F9F}"/>
              </a:ext>
            </a:extLst>
          </p:cNvPr>
          <p:cNvSpPr>
            <a:spLocks xmlns:a="http://schemas.openxmlformats.org/drawingml/2006/main" noGrp="1"/>
          </p:cNvSpPr>
          <p:nvPr/>
        </p:nvSpPr>
        <p:spPr>
          <a:xfrm xmlns:a="http://schemas.openxmlformats.org/drawingml/2006/main">
            <a:off x="3457575" y="2238375"/>
            <a:ext cx="581025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A 통합 Core의 공동 확정</a:t>
            </a:r>
          </a:p>
        </p:txBody>
      </p:sp>
      <p:sp>
        <p:nvSpPr>
          <p:cNvPr id="40" name="dp42-v4-qa-detail / n37">
            <a:extLst xmlns:a="http://schemas.openxmlformats.org/drawingml/2006/main">
              <a:ext uri="{FF2B5EF4-FFF2-40B4-BE49-F238E27FC236}">
                <a16:creationId xmlns:a16="http://schemas.microsoft.com/office/drawing/2014/main" id="{9656E501-D1AE-4E37-BCFA-B60CE6A078EA}"/>
              </a:ext>
            </a:extLst>
          </p:cNvPr>
          <p:cNvSpPr>
            <a:spLocks xmlns:a="http://schemas.openxmlformats.org/drawingml/2006/main" noGrp="1"/>
          </p:cNvSpPr>
          <p:nvPr/>
        </p:nvSpPr>
        <p:spPr>
          <a:xfrm xmlns:a="http://schemas.openxmlformats.org/drawingml/2006/main">
            <a:off x="9648825" y="2238375"/>
            <a:ext cx="581025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B 독립 대화와 Task 서비스의 접수</a:t>
            </a:r>
          </a:p>
        </p:txBody>
      </p:sp>
      <p:sp>
        <p:nvSpPr>
          <p:cNvPr id="41" name="dp42-v4-qa-detail / n38">
            <a:extLst xmlns:a="http://schemas.openxmlformats.org/drawingml/2006/main">
              <a:ext uri="{FF2B5EF4-FFF2-40B4-BE49-F238E27FC236}">
                <a16:creationId xmlns:a16="http://schemas.microsoft.com/office/drawing/2014/main" id="{B7206D79-F420-42CB-B07D-8869A87EBD70}"/>
              </a:ext>
            </a:extLst>
          </p:cNvPr>
          <p:cNvSpPr>
            <a:spLocks xmlns:a="http://schemas.openxmlformats.org/drawingml/2006/main" noGrp="1"/>
          </p:cNvSpPr>
          <p:nvPr/>
        </p:nvSpPr>
        <p:spPr>
          <a:xfrm xmlns:a="http://schemas.openxmlformats.org/drawingml/2006/main">
            <a:off x="15801975" y="2238375"/>
            <a:ext cx="1952625"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원값 차이</a:t>
            </a:r>
          </a:p>
        </p:txBody>
      </p:sp>
      <p:sp>
        <p:nvSpPr>
          <p:cNvPr id="42" name="dp42-v4-qa-detail / n39">
            <a:extLst xmlns:a="http://schemas.openxmlformats.org/drawingml/2006/main">
              <a:ext uri="{FF2B5EF4-FFF2-40B4-BE49-F238E27FC236}">
                <a16:creationId xmlns:a16="http://schemas.microsoft.com/office/drawing/2014/main" id="{F937059B-E45C-465A-834A-FFCFFBBB99DB}"/>
              </a:ext>
            </a:extLst>
          </p:cNvPr>
          <p:cNvSpPr>
            <a:spLocks xmlns:a="http://schemas.openxmlformats.org/drawingml/2006/main" noGrp="1"/>
          </p:cNvSpPr>
          <p:nvPr/>
        </p:nvSpPr>
        <p:spPr>
          <a:xfrm xmlns:a="http://schemas.openxmlformats.org/drawingml/2006/main">
            <a:off x="381000" y="35909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43" name="dp42-v4-qa-detail / n40">
            <a:extLst xmlns:a="http://schemas.openxmlformats.org/drawingml/2006/main">
              <a:ext uri="{FF2B5EF4-FFF2-40B4-BE49-F238E27FC236}">
                <a16:creationId xmlns:a16="http://schemas.microsoft.com/office/drawing/2014/main" id="{E2F04344-673A-4B67-A9C8-569D15217648}"/>
              </a:ext>
            </a:extLst>
          </p:cNvPr>
          <p:cNvSpPr>
            <a:spLocks xmlns:a="http://schemas.openxmlformats.org/drawingml/2006/main" noGrp="1"/>
          </p:cNvSpPr>
          <p:nvPr/>
        </p:nvSpPr>
        <p:spPr>
          <a:xfrm xmlns:a="http://schemas.openxmlformats.org/drawingml/2006/main">
            <a:off x="533400" y="2695575"/>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01  요청 처리 정확성</a:t>
            </a:r>
          </a:p>
        </p:txBody>
      </p:sp>
      <p:sp>
        <p:nvSpPr>
          <p:cNvPr id="44" name="dp42-v4-qa-detail / n41">
            <a:extLst xmlns:a="http://schemas.openxmlformats.org/drawingml/2006/main">
              <a:ext uri="{FF2B5EF4-FFF2-40B4-BE49-F238E27FC236}">
                <a16:creationId xmlns:a16="http://schemas.microsoft.com/office/drawing/2014/main" id="{82EB657A-5A32-481B-B228-3D74D6B7581A}"/>
              </a:ext>
            </a:extLst>
          </p:cNvPr>
          <p:cNvSpPr>
            <a:spLocks xmlns:a="http://schemas.openxmlformats.org/drawingml/2006/main" noGrp="1"/>
          </p:cNvSpPr>
          <p:nvPr/>
        </p:nvSpPr>
        <p:spPr>
          <a:xfrm xmlns:a="http://schemas.openxmlformats.org/drawingml/2006/main">
            <a:off x="533400" y="3057525"/>
            <a:ext cx="25146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목표 ≥98%</a:t>
            </a:r>
          </a:p>
        </p:txBody>
      </p:sp>
      <p:sp>
        <p:nvSpPr>
          <p:cNvPr id="45" name="dp42-v4-qa-detail / n42 / circle">
            <a:extLst xmlns:a="http://schemas.openxmlformats.org/drawingml/2006/main">
              <a:ext uri="{FF2B5EF4-FFF2-40B4-BE49-F238E27FC236}">
                <a16:creationId xmlns:a16="http://schemas.microsoft.com/office/drawing/2014/main" id="{97432B58-CC62-4929-8C9D-2CB851DBCBCC}"/>
              </a:ext>
            </a:extLst>
          </p:cNvPr>
          <p:cNvSpPr>
            <a:spLocks xmlns:a="http://schemas.openxmlformats.org/drawingml/2006/main" noGrp="1"/>
          </p:cNvSpPr>
          <p:nvPr/>
        </p:nvSpPr>
        <p:spPr>
          <a:xfrm xmlns:a="http://schemas.openxmlformats.org/drawingml/2006/main">
            <a:off x="3457575" y="2752725"/>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46" name="dp42-v4-qa-detail / n43 / circle">
            <a:extLst xmlns:a="http://schemas.openxmlformats.org/drawingml/2006/main">
              <a:ext uri="{FF2B5EF4-FFF2-40B4-BE49-F238E27FC236}">
                <a16:creationId xmlns:a16="http://schemas.microsoft.com/office/drawing/2014/main" id="{39DF6BC1-CBB5-40CF-AFA9-2A63ADF55A10}"/>
              </a:ext>
            </a:extLst>
          </p:cNvPr>
          <p:cNvSpPr>
            <a:spLocks xmlns:a="http://schemas.openxmlformats.org/drawingml/2006/main" noGrp="1"/>
          </p:cNvSpPr>
          <p:nvPr/>
        </p:nvSpPr>
        <p:spPr>
          <a:xfrm xmlns:a="http://schemas.openxmlformats.org/drawingml/2006/main">
            <a:off x="3667125" y="2752725"/>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47" name="dp42-v4-qa-detail / n44 / circle">
            <a:extLst xmlns:a="http://schemas.openxmlformats.org/drawingml/2006/main">
              <a:ext uri="{FF2B5EF4-FFF2-40B4-BE49-F238E27FC236}">
                <a16:creationId xmlns:a16="http://schemas.microsoft.com/office/drawing/2014/main" id="{C5D5E0D0-4A16-40A5-826B-792CE102B53D}"/>
              </a:ext>
            </a:extLst>
          </p:cNvPr>
          <p:cNvSpPr>
            <a:spLocks xmlns:a="http://schemas.openxmlformats.org/drawingml/2006/main" noGrp="1"/>
          </p:cNvSpPr>
          <p:nvPr/>
        </p:nvSpPr>
        <p:spPr>
          <a:xfrm xmlns:a="http://schemas.openxmlformats.org/drawingml/2006/main">
            <a:off x="3876675" y="2752725"/>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48" name="dp42-v4-qa-detail / n44 / half">
            <a:extLst xmlns:a="http://schemas.openxmlformats.org/drawingml/2006/main">
              <a:ext uri="{FF2B5EF4-FFF2-40B4-BE49-F238E27FC236}">
                <a16:creationId xmlns:a16="http://schemas.microsoft.com/office/drawing/2014/main" id="{1EF0E438-E0E3-4F52-BD63-03B64BFFDAB0}"/>
              </a:ext>
            </a:extLst>
          </p:cNvPr>
          <p:cNvSpPr>
            <a:spLocks xmlns:a="http://schemas.openxmlformats.org/drawingml/2006/main" noGrp="1"/>
          </p:cNvSpPr>
          <p:nvPr/>
        </p:nvSpPr>
        <p:spPr>
          <a:xfrm xmlns:a="http://schemas.openxmlformats.org/drawingml/2006/main">
            <a:off x="3876675" y="2752725"/>
            <a:ext cx="171450" cy="171450"/>
          </a:xfrm>
          <a:custGeom xmlns:a="http://schemas.openxmlformats.org/drawingml/2006/main">
            <a:pathLst>
              <a:path w="171450" h="171450">
                <a:moveTo>
                  <a:pt x="85725" y="0"/>
                </a:moveTo>
                <a:lnTo>
                  <a:pt x="77322" y="413"/>
                </a:lnTo>
                <a:lnTo>
                  <a:pt x="69001" y="1647"/>
                </a:lnTo>
                <a:lnTo>
                  <a:pt x="60840" y="3691"/>
                </a:lnTo>
                <a:lnTo>
                  <a:pt x="52919" y="6525"/>
                </a:lnTo>
                <a:lnTo>
                  <a:pt x="45315" y="10122"/>
                </a:lnTo>
                <a:lnTo>
                  <a:pt x="38099" y="14447"/>
                </a:lnTo>
                <a:lnTo>
                  <a:pt x="31342" y="19459"/>
                </a:lnTo>
                <a:lnTo>
                  <a:pt x="25108" y="25108"/>
                </a:lnTo>
                <a:lnTo>
                  <a:pt x="19459" y="31342"/>
                </a:lnTo>
                <a:lnTo>
                  <a:pt x="14447" y="38099"/>
                </a:lnTo>
                <a:lnTo>
                  <a:pt x="10122" y="45315"/>
                </a:lnTo>
                <a:lnTo>
                  <a:pt x="6525" y="52919"/>
                </a:lnTo>
                <a:lnTo>
                  <a:pt x="3691" y="60840"/>
                </a:lnTo>
                <a:lnTo>
                  <a:pt x="1647" y="69001"/>
                </a:lnTo>
                <a:lnTo>
                  <a:pt x="413" y="77322"/>
                </a:lnTo>
                <a:lnTo>
                  <a:pt x="0" y="85725"/>
                </a:lnTo>
                <a:lnTo>
                  <a:pt x="413" y="94128"/>
                </a:lnTo>
                <a:lnTo>
                  <a:pt x="1647" y="102449"/>
                </a:lnTo>
                <a:lnTo>
                  <a:pt x="3691" y="110610"/>
                </a:lnTo>
                <a:lnTo>
                  <a:pt x="6525" y="118531"/>
                </a:lnTo>
                <a:lnTo>
                  <a:pt x="10122" y="126135"/>
                </a:lnTo>
                <a:lnTo>
                  <a:pt x="14447" y="133351"/>
                </a:lnTo>
                <a:lnTo>
                  <a:pt x="19459" y="140108"/>
                </a:lnTo>
                <a:lnTo>
                  <a:pt x="25108" y="146342"/>
                </a:lnTo>
                <a:lnTo>
                  <a:pt x="31342" y="151991"/>
                </a:lnTo>
                <a:lnTo>
                  <a:pt x="38099" y="157003"/>
                </a:lnTo>
                <a:lnTo>
                  <a:pt x="45315" y="161328"/>
                </a:lnTo>
                <a:lnTo>
                  <a:pt x="52919" y="164925"/>
                </a:lnTo>
                <a:lnTo>
                  <a:pt x="60840" y="167759"/>
                </a:lnTo>
                <a:lnTo>
                  <a:pt x="69001" y="169803"/>
                </a:lnTo>
                <a:lnTo>
                  <a:pt x="77322" y="171037"/>
                </a:lnTo>
                <a:lnTo>
                  <a:pt x="85725" y="171450"/>
                </a:lnTo>
                <a:close/>
              </a:path>
            </a:pathLst>
          </a:custGeom>
          <a:solidFill xmlns:a="http://schemas.openxmlformats.org/drawingml/2006/main">
            <a:srgbClr val="18232E"/>
          </a:solidFill>
          <a:ln xmlns:a="http://schemas.openxmlformats.org/drawingml/2006/main" w="0">
            <a:noFill/>
          </a:ln>
        </p:spPr>
      </p:sp>
      <p:sp>
        <p:nvSpPr>
          <p:cNvPr id="49" name="dp42-v4-qa-detail / n45">
            <a:extLst xmlns:a="http://schemas.openxmlformats.org/drawingml/2006/main">
              <a:ext uri="{FF2B5EF4-FFF2-40B4-BE49-F238E27FC236}">
                <a16:creationId xmlns:a16="http://schemas.microsoft.com/office/drawing/2014/main" id="{76E7B30E-16B7-4C5E-AB6B-C7BE6E234F44}"/>
              </a:ext>
            </a:extLst>
          </p:cNvPr>
          <p:cNvSpPr>
            <a:spLocks xmlns:a="http://schemas.openxmlformats.org/drawingml/2006/main" noGrp="1"/>
          </p:cNvSpPr>
          <p:nvPr/>
        </p:nvSpPr>
        <p:spPr>
          <a:xfrm xmlns:a="http://schemas.openxmlformats.org/drawingml/2006/main">
            <a:off x="4181475" y="2686050"/>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5점</a:t>
            </a:r>
          </a:p>
        </p:txBody>
      </p:sp>
      <p:sp>
        <p:nvSpPr>
          <p:cNvPr id="50" name="dp42-v4-qa-detail / n46">
            <a:extLst xmlns:a="http://schemas.openxmlformats.org/drawingml/2006/main">
              <a:ext uri="{FF2B5EF4-FFF2-40B4-BE49-F238E27FC236}">
                <a16:creationId xmlns:a16="http://schemas.microsoft.com/office/drawing/2014/main" id="{1A4A1A94-084E-4CC9-87BE-BB4A8D2D14D1}"/>
              </a:ext>
            </a:extLst>
          </p:cNvPr>
          <p:cNvSpPr>
            <a:spLocks xmlns:a="http://schemas.openxmlformats.org/drawingml/2006/main" noGrp="1"/>
          </p:cNvSpPr>
          <p:nvPr/>
        </p:nvSpPr>
        <p:spPr>
          <a:xfrm xmlns:a="http://schemas.openxmlformats.org/drawingml/2006/main">
            <a:off x="5076825" y="2667000"/>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99.63%</a:t>
            </a:r>
          </a:p>
        </p:txBody>
      </p:sp>
      <p:sp>
        <p:nvSpPr>
          <p:cNvPr id="51" name="dp42-v4-qa-detail / n47">
            <a:extLst xmlns:a="http://schemas.openxmlformats.org/drawingml/2006/main">
              <a:ext uri="{FF2B5EF4-FFF2-40B4-BE49-F238E27FC236}">
                <a16:creationId xmlns:a16="http://schemas.microsoft.com/office/drawing/2014/main" id="{02C9677F-18F4-40A0-BFA9-F7470D5BFCB2}"/>
              </a:ext>
            </a:extLst>
          </p:cNvPr>
          <p:cNvSpPr>
            <a:spLocks xmlns:a="http://schemas.openxmlformats.org/drawingml/2006/main" noGrp="1"/>
          </p:cNvSpPr>
          <p:nvPr/>
        </p:nvSpPr>
        <p:spPr>
          <a:xfrm xmlns:a="http://schemas.openxmlformats.org/drawingml/2006/main">
            <a:off x="3457575" y="3095625"/>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같은 의미 판단과 접수 규칙</a:t>
            </a:r>
          </a:p>
        </p:txBody>
      </p:sp>
      <p:sp>
        <p:nvSpPr>
          <p:cNvPr id="52" name="dp42-v4-qa-detail / n48 / circle">
            <a:extLst xmlns:a="http://schemas.openxmlformats.org/drawingml/2006/main">
              <a:ext uri="{FF2B5EF4-FFF2-40B4-BE49-F238E27FC236}">
                <a16:creationId xmlns:a16="http://schemas.microsoft.com/office/drawing/2014/main" id="{D98A2661-C8B2-4C46-A3B4-EE20F7E686BE}"/>
              </a:ext>
            </a:extLst>
          </p:cNvPr>
          <p:cNvSpPr>
            <a:spLocks xmlns:a="http://schemas.openxmlformats.org/drawingml/2006/main" noGrp="1"/>
          </p:cNvSpPr>
          <p:nvPr/>
        </p:nvSpPr>
        <p:spPr>
          <a:xfrm xmlns:a="http://schemas.openxmlformats.org/drawingml/2006/main">
            <a:off x="9648825" y="2752725"/>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53" name="dp42-v4-qa-detail / n49 / circle">
            <a:extLst xmlns:a="http://schemas.openxmlformats.org/drawingml/2006/main">
              <a:ext uri="{FF2B5EF4-FFF2-40B4-BE49-F238E27FC236}">
                <a16:creationId xmlns:a16="http://schemas.microsoft.com/office/drawing/2014/main" id="{A3A98318-7258-4D41-94D8-8CB75121FC9D}"/>
              </a:ext>
            </a:extLst>
          </p:cNvPr>
          <p:cNvSpPr>
            <a:spLocks xmlns:a="http://schemas.openxmlformats.org/drawingml/2006/main" noGrp="1"/>
          </p:cNvSpPr>
          <p:nvPr/>
        </p:nvSpPr>
        <p:spPr>
          <a:xfrm xmlns:a="http://schemas.openxmlformats.org/drawingml/2006/main">
            <a:off x="9858375" y="2752725"/>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54" name="dp42-v4-qa-detail / n50 / circle">
            <a:extLst xmlns:a="http://schemas.openxmlformats.org/drawingml/2006/main">
              <a:ext uri="{FF2B5EF4-FFF2-40B4-BE49-F238E27FC236}">
                <a16:creationId xmlns:a16="http://schemas.microsoft.com/office/drawing/2014/main" id="{D9256C98-ED85-4EDE-B02B-0EA963F8D216}"/>
              </a:ext>
            </a:extLst>
          </p:cNvPr>
          <p:cNvSpPr>
            <a:spLocks xmlns:a="http://schemas.openxmlformats.org/drawingml/2006/main" noGrp="1"/>
          </p:cNvSpPr>
          <p:nvPr/>
        </p:nvSpPr>
        <p:spPr>
          <a:xfrm xmlns:a="http://schemas.openxmlformats.org/drawingml/2006/main">
            <a:off x="10067925" y="2752725"/>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55" name="dp42-v4-qa-detail / n50 / half">
            <a:extLst xmlns:a="http://schemas.openxmlformats.org/drawingml/2006/main">
              <a:ext uri="{FF2B5EF4-FFF2-40B4-BE49-F238E27FC236}">
                <a16:creationId xmlns:a16="http://schemas.microsoft.com/office/drawing/2014/main" id="{2F5FA46C-DE1A-4C40-91A5-040425E4535B}"/>
              </a:ext>
            </a:extLst>
          </p:cNvPr>
          <p:cNvSpPr>
            <a:spLocks xmlns:a="http://schemas.openxmlformats.org/drawingml/2006/main" noGrp="1"/>
          </p:cNvSpPr>
          <p:nvPr/>
        </p:nvSpPr>
        <p:spPr>
          <a:xfrm xmlns:a="http://schemas.openxmlformats.org/drawingml/2006/main">
            <a:off x="10067925" y="2752725"/>
            <a:ext cx="171450" cy="171450"/>
          </a:xfrm>
          <a:custGeom xmlns:a="http://schemas.openxmlformats.org/drawingml/2006/main">
            <a:pathLst>
              <a:path w="171450" h="171450">
                <a:moveTo>
                  <a:pt x="85725" y="0"/>
                </a:moveTo>
                <a:lnTo>
                  <a:pt x="77322" y="413"/>
                </a:lnTo>
                <a:lnTo>
                  <a:pt x="69001" y="1647"/>
                </a:lnTo>
                <a:lnTo>
                  <a:pt x="60840" y="3691"/>
                </a:lnTo>
                <a:lnTo>
                  <a:pt x="52919" y="6525"/>
                </a:lnTo>
                <a:lnTo>
                  <a:pt x="45315" y="10122"/>
                </a:lnTo>
                <a:lnTo>
                  <a:pt x="38099" y="14447"/>
                </a:lnTo>
                <a:lnTo>
                  <a:pt x="31342" y="19459"/>
                </a:lnTo>
                <a:lnTo>
                  <a:pt x="25108" y="25108"/>
                </a:lnTo>
                <a:lnTo>
                  <a:pt x="19459" y="31342"/>
                </a:lnTo>
                <a:lnTo>
                  <a:pt x="14447" y="38099"/>
                </a:lnTo>
                <a:lnTo>
                  <a:pt x="10122" y="45315"/>
                </a:lnTo>
                <a:lnTo>
                  <a:pt x="6525" y="52919"/>
                </a:lnTo>
                <a:lnTo>
                  <a:pt x="3691" y="60840"/>
                </a:lnTo>
                <a:lnTo>
                  <a:pt x="1647" y="69001"/>
                </a:lnTo>
                <a:lnTo>
                  <a:pt x="413" y="77322"/>
                </a:lnTo>
                <a:lnTo>
                  <a:pt x="0" y="85725"/>
                </a:lnTo>
                <a:lnTo>
                  <a:pt x="413" y="94128"/>
                </a:lnTo>
                <a:lnTo>
                  <a:pt x="1647" y="102449"/>
                </a:lnTo>
                <a:lnTo>
                  <a:pt x="3691" y="110610"/>
                </a:lnTo>
                <a:lnTo>
                  <a:pt x="6525" y="118531"/>
                </a:lnTo>
                <a:lnTo>
                  <a:pt x="10122" y="126135"/>
                </a:lnTo>
                <a:lnTo>
                  <a:pt x="14447" y="133351"/>
                </a:lnTo>
                <a:lnTo>
                  <a:pt x="19459" y="140108"/>
                </a:lnTo>
                <a:lnTo>
                  <a:pt x="25108" y="146342"/>
                </a:lnTo>
                <a:lnTo>
                  <a:pt x="31342" y="151991"/>
                </a:lnTo>
                <a:lnTo>
                  <a:pt x="38099" y="157003"/>
                </a:lnTo>
                <a:lnTo>
                  <a:pt x="45315" y="161328"/>
                </a:lnTo>
                <a:lnTo>
                  <a:pt x="52919" y="164925"/>
                </a:lnTo>
                <a:lnTo>
                  <a:pt x="60840" y="167759"/>
                </a:lnTo>
                <a:lnTo>
                  <a:pt x="69001" y="169803"/>
                </a:lnTo>
                <a:lnTo>
                  <a:pt x="77322" y="171037"/>
                </a:lnTo>
                <a:lnTo>
                  <a:pt x="85725" y="171450"/>
                </a:lnTo>
                <a:close/>
              </a:path>
            </a:pathLst>
          </a:custGeom>
          <a:solidFill xmlns:a="http://schemas.openxmlformats.org/drawingml/2006/main">
            <a:srgbClr val="18232E"/>
          </a:solidFill>
          <a:ln xmlns:a="http://schemas.openxmlformats.org/drawingml/2006/main" w="0">
            <a:noFill/>
          </a:ln>
        </p:spPr>
      </p:sp>
      <p:sp>
        <p:nvSpPr>
          <p:cNvPr id="56" name="dp42-v4-qa-detail / n51">
            <a:extLst xmlns:a="http://schemas.openxmlformats.org/drawingml/2006/main">
              <a:ext uri="{FF2B5EF4-FFF2-40B4-BE49-F238E27FC236}">
                <a16:creationId xmlns:a16="http://schemas.microsoft.com/office/drawing/2014/main" id="{DB9507BA-2F19-4672-B7E3-8C8294F524EC}"/>
              </a:ext>
            </a:extLst>
          </p:cNvPr>
          <p:cNvSpPr>
            <a:spLocks xmlns:a="http://schemas.openxmlformats.org/drawingml/2006/main" noGrp="1"/>
          </p:cNvSpPr>
          <p:nvPr/>
        </p:nvSpPr>
        <p:spPr>
          <a:xfrm xmlns:a="http://schemas.openxmlformats.org/drawingml/2006/main">
            <a:off x="10372725" y="2686050"/>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5점</a:t>
            </a:r>
          </a:p>
        </p:txBody>
      </p:sp>
      <p:sp>
        <p:nvSpPr>
          <p:cNvPr id="57" name="dp42-v4-qa-detail / n52">
            <a:extLst xmlns:a="http://schemas.openxmlformats.org/drawingml/2006/main">
              <a:ext uri="{FF2B5EF4-FFF2-40B4-BE49-F238E27FC236}">
                <a16:creationId xmlns:a16="http://schemas.microsoft.com/office/drawing/2014/main" id="{74E3A1BE-96BF-487C-BBF6-DF56E083104C}"/>
              </a:ext>
            </a:extLst>
          </p:cNvPr>
          <p:cNvSpPr>
            <a:spLocks xmlns:a="http://schemas.openxmlformats.org/drawingml/2006/main" noGrp="1"/>
          </p:cNvSpPr>
          <p:nvPr/>
        </p:nvSpPr>
        <p:spPr>
          <a:xfrm xmlns:a="http://schemas.openxmlformats.org/drawingml/2006/main">
            <a:off x="11268075" y="2667000"/>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99.63%</a:t>
            </a:r>
          </a:p>
        </p:txBody>
      </p:sp>
      <p:sp>
        <p:nvSpPr>
          <p:cNvPr id="58" name="dp42-v4-qa-detail / n53">
            <a:extLst xmlns:a="http://schemas.openxmlformats.org/drawingml/2006/main">
              <a:ext uri="{FF2B5EF4-FFF2-40B4-BE49-F238E27FC236}">
                <a16:creationId xmlns:a16="http://schemas.microsoft.com/office/drawing/2014/main" id="{ECE4CE66-2694-46AF-8441-101CFA9399ED}"/>
              </a:ext>
            </a:extLst>
          </p:cNvPr>
          <p:cNvSpPr>
            <a:spLocks xmlns:a="http://schemas.openxmlformats.org/drawingml/2006/main" noGrp="1"/>
          </p:cNvSpPr>
          <p:nvPr/>
        </p:nvSpPr>
        <p:spPr>
          <a:xfrm xmlns:a="http://schemas.openxmlformats.org/drawingml/2006/main">
            <a:off x="9648825" y="3095625"/>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같은 의미 판단과 접수 규칙</a:t>
            </a:r>
          </a:p>
        </p:txBody>
      </p:sp>
      <p:sp>
        <p:nvSpPr>
          <p:cNvPr id="59" name="dp42-v4-qa-detail / n54">
            <a:extLst xmlns:a="http://schemas.openxmlformats.org/drawingml/2006/main">
              <a:ext uri="{FF2B5EF4-FFF2-40B4-BE49-F238E27FC236}">
                <a16:creationId xmlns:a16="http://schemas.microsoft.com/office/drawing/2014/main" id="{4EB7970F-8262-47A4-B3BF-B5B212E90465}"/>
              </a:ext>
            </a:extLst>
          </p:cNvPr>
          <p:cNvSpPr>
            <a:spLocks xmlns:a="http://schemas.openxmlformats.org/drawingml/2006/main" noGrp="1"/>
          </p:cNvSpPr>
          <p:nvPr/>
        </p:nvSpPr>
        <p:spPr>
          <a:xfrm xmlns:a="http://schemas.openxmlformats.org/drawingml/2006/main">
            <a:off x="15801975" y="2743200"/>
            <a:ext cx="1952625"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0.00%p</a:t>
            </a:r>
          </a:p>
        </p:txBody>
      </p:sp>
      <p:sp>
        <p:nvSpPr>
          <p:cNvPr id="60" name="dp42-v4-qa-detail / n55">
            <a:extLst xmlns:a="http://schemas.openxmlformats.org/drawingml/2006/main">
              <a:ext uri="{FF2B5EF4-FFF2-40B4-BE49-F238E27FC236}">
                <a16:creationId xmlns:a16="http://schemas.microsoft.com/office/drawing/2014/main" id="{57DF6C55-D62A-4821-A96D-A1969CAEA3F2}"/>
              </a:ext>
            </a:extLst>
          </p:cNvPr>
          <p:cNvSpPr>
            <a:spLocks xmlns:a="http://schemas.openxmlformats.org/drawingml/2006/main" noGrp="1"/>
          </p:cNvSpPr>
          <p:nvPr/>
        </p:nvSpPr>
        <p:spPr>
          <a:xfrm xmlns:a="http://schemas.openxmlformats.org/drawingml/2006/main">
            <a:off x="15801975" y="3124200"/>
            <a:ext cx="1952625"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같은 가정값</a:t>
            </a:r>
          </a:p>
        </p:txBody>
      </p:sp>
      <p:sp>
        <p:nvSpPr>
          <p:cNvPr id="61" name="dp42-v4-qa-detail / n56">
            <a:extLst xmlns:a="http://schemas.openxmlformats.org/drawingml/2006/main">
              <a:ext uri="{FF2B5EF4-FFF2-40B4-BE49-F238E27FC236}">
                <a16:creationId xmlns:a16="http://schemas.microsoft.com/office/drawing/2014/main" id="{BB64A2A7-90EF-4301-A80C-F66AF6104632}"/>
              </a:ext>
            </a:extLst>
          </p:cNvPr>
          <p:cNvSpPr>
            <a:spLocks xmlns:a="http://schemas.openxmlformats.org/drawingml/2006/main" noGrp="1"/>
          </p:cNvSpPr>
          <p:nvPr/>
        </p:nvSpPr>
        <p:spPr>
          <a:xfrm xmlns:a="http://schemas.openxmlformats.org/drawingml/2006/main">
            <a:off x="15801975" y="3352800"/>
            <a:ext cx="1952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기준 1%p</a:t>
            </a:r>
          </a:p>
        </p:txBody>
      </p:sp>
      <p:sp>
        <p:nvSpPr>
          <p:cNvPr id="62" name="dp42-v4-qa-detail / n57">
            <a:extLst xmlns:a="http://schemas.openxmlformats.org/drawingml/2006/main">
              <a:ext uri="{FF2B5EF4-FFF2-40B4-BE49-F238E27FC236}">
                <a16:creationId xmlns:a16="http://schemas.microsoft.com/office/drawing/2014/main" id="{CD473939-5A63-4143-A8F7-7760C0F1752E}"/>
              </a:ext>
            </a:extLst>
          </p:cNvPr>
          <p:cNvSpPr>
            <a:spLocks xmlns:a="http://schemas.openxmlformats.org/drawingml/2006/main" noGrp="1"/>
          </p:cNvSpPr>
          <p:nvPr/>
        </p:nvSpPr>
        <p:spPr>
          <a:xfrm xmlns:a="http://schemas.openxmlformats.org/drawingml/2006/main">
            <a:off x="381000" y="45910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63" name="dp42-v4-qa-detail / n58">
            <a:extLst xmlns:a="http://schemas.openxmlformats.org/drawingml/2006/main">
              <a:ext uri="{FF2B5EF4-FFF2-40B4-BE49-F238E27FC236}">
                <a16:creationId xmlns:a16="http://schemas.microsoft.com/office/drawing/2014/main" id="{D633A829-78CB-4269-9D78-52E3F5F00D52}"/>
              </a:ext>
            </a:extLst>
          </p:cNvPr>
          <p:cNvSpPr>
            <a:spLocks xmlns:a="http://schemas.openxmlformats.org/drawingml/2006/main" noGrp="1"/>
          </p:cNvSpPr>
          <p:nvPr/>
        </p:nvSpPr>
        <p:spPr>
          <a:xfrm xmlns:a="http://schemas.openxmlformats.org/drawingml/2006/main">
            <a:off x="533400" y="3695700"/>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02  상호작용 응답시간</a:t>
            </a:r>
          </a:p>
        </p:txBody>
      </p:sp>
      <p:sp>
        <p:nvSpPr>
          <p:cNvPr id="64" name="dp42-v4-qa-detail / n59">
            <a:extLst xmlns:a="http://schemas.openxmlformats.org/drawingml/2006/main">
              <a:ext uri="{FF2B5EF4-FFF2-40B4-BE49-F238E27FC236}">
                <a16:creationId xmlns:a16="http://schemas.microsoft.com/office/drawing/2014/main" id="{434F4404-F60F-4A7E-B98D-CE96EB6F227C}"/>
              </a:ext>
            </a:extLst>
          </p:cNvPr>
          <p:cNvSpPr>
            <a:spLocks xmlns:a="http://schemas.openxmlformats.org/drawingml/2006/main" noGrp="1"/>
          </p:cNvSpPr>
          <p:nvPr/>
        </p:nvSpPr>
        <p:spPr>
          <a:xfrm xmlns:a="http://schemas.openxmlformats.org/drawingml/2006/main">
            <a:off x="533400" y="4057650"/>
            <a:ext cx="25146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목표 ≤1초</a:t>
            </a:r>
          </a:p>
        </p:txBody>
      </p:sp>
      <p:sp>
        <p:nvSpPr>
          <p:cNvPr id="65" name="dp42-v4-qa-detail / n60 / circle">
            <a:extLst xmlns:a="http://schemas.openxmlformats.org/drawingml/2006/main">
              <a:ext uri="{FF2B5EF4-FFF2-40B4-BE49-F238E27FC236}">
                <a16:creationId xmlns:a16="http://schemas.microsoft.com/office/drawing/2014/main" id="{52A53313-93BC-4661-8501-05DAE5560D55}"/>
              </a:ext>
            </a:extLst>
          </p:cNvPr>
          <p:cNvSpPr>
            <a:spLocks xmlns:a="http://schemas.openxmlformats.org/drawingml/2006/main" noGrp="1"/>
          </p:cNvSpPr>
          <p:nvPr/>
        </p:nvSpPr>
        <p:spPr>
          <a:xfrm xmlns:a="http://schemas.openxmlformats.org/drawingml/2006/main">
            <a:off x="3457575" y="3752850"/>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66" name="dp42-v4-qa-detail / n61 / circle">
            <a:extLst xmlns:a="http://schemas.openxmlformats.org/drawingml/2006/main">
              <a:ext uri="{FF2B5EF4-FFF2-40B4-BE49-F238E27FC236}">
                <a16:creationId xmlns:a16="http://schemas.microsoft.com/office/drawing/2014/main" id="{8A83E5FC-90A4-4B25-8578-2D1523B9D948}"/>
              </a:ext>
            </a:extLst>
          </p:cNvPr>
          <p:cNvSpPr>
            <a:spLocks xmlns:a="http://schemas.openxmlformats.org/drawingml/2006/main" noGrp="1"/>
          </p:cNvSpPr>
          <p:nvPr/>
        </p:nvSpPr>
        <p:spPr>
          <a:xfrm xmlns:a="http://schemas.openxmlformats.org/drawingml/2006/main">
            <a:off x="3667125" y="3752850"/>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67" name="dp42-v4-qa-detail / n62 / circle">
            <a:extLst xmlns:a="http://schemas.openxmlformats.org/drawingml/2006/main">
              <a:ext uri="{FF2B5EF4-FFF2-40B4-BE49-F238E27FC236}">
                <a16:creationId xmlns:a16="http://schemas.microsoft.com/office/drawing/2014/main" id="{D35205C2-E0EB-4E42-8704-B77F0780581A}"/>
              </a:ext>
            </a:extLst>
          </p:cNvPr>
          <p:cNvSpPr>
            <a:spLocks xmlns:a="http://schemas.openxmlformats.org/drawingml/2006/main" noGrp="1"/>
          </p:cNvSpPr>
          <p:nvPr/>
        </p:nvSpPr>
        <p:spPr>
          <a:xfrm xmlns:a="http://schemas.openxmlformats.org/drawingml/2006/main">
            <a:off x="3876675" y="3752850"/>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68" name="dp42-v4-qa-detail / n63">
            <a:extLst xmlns:a="http://schemas.openxmlformats.org/drawingml/2006/main">
              <a:ext uri="{FF2B5EF4-FFF2-40B4-BE49-F238E27FC236}">
                <a16:creationId xmlns:a16="http://schemas.microsoft.com/office/drawing/2014/main" id="{C03C543C-3CBC-4071-A3D8-FB13F1B6AB55}"/>
              </a:ext>
            </a:extLst>
          </p:cNvPr>
          <p:cNvSpPr>
            <a:spLocks xmlns:a="http://schemas.openxmlformats.org/drawingml/2006/main" noGrp="1"/>
          </p:cNvSpPr>
          <p:nvPr/>
        </p:nvSpPr>
        <p:spPr>
          <a:xfrm xmlns:a="http://schemas.openxmlformats.org/drawingml/2006/main">
            <a:off x="4181475" y="3686175"/>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2점</a:t>
            </a:r>
          </a:p>
        </p:txBody>
      </p:sp>
      <p:sp>
        <p:nvSpPr>
          <p:cNvPr id="69" name="dp42-v4-qa-detail / n64">
            <a:extLst xmlns:a="http://schemas.openxmlformats.org/drawingml/2006/main">
              <a:ext uri="{FF2B5EF4-FFF2-40B4-BE49-F238E27FC236}">
                <a16:creationId xmlns:a16="http://schemas.microsoft.com/office/drawing/2014/main" id="{60601F25-3477-40AB-8D93-0DCE4FF98B32}"/>
              </a:ext>
            </a:extLst>
          </p:cNvPr>
          <p:cNvSpPr>
            <a:spLocks xmlns:a="http://schemas.openxmlformats.org/drawingml/2006/main" noGrp="1"/>
          </p:cNvSpPr>
          <p:nvPr/>
        </p:nvSpPr>
        <p:spPr>
          <a:xfrm xmlns:a="http://schemas.openxmlformats.org/drawingml/2006/main">
            <a:off x="5076825" y="3667125"/>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0.818초</a:t>
            </a:r>
          </a:p>
        </p:txBody>
      </p:sp>
      <p:sp>
        <p:nvSpPr>
          <p:cNvPr id="70" name="dp42-v4-qa-detail / n65">
            <a:extLst xmlns:a="http://schemas.openxmlformats.org/drawingml/2006/main">
              <a:ext uri="{FF2B5EF4-FFF2-40B4-BE49-F238E27FC236}">
                <a16:creationId xmlns:a16="http://schemas.microsoft.com/office/drawing/2014/main" id="{42BA65CF-8DBB-4909-823E-C9F7AA228C41}"/>
              </a:ext>
            </a:extLst>
          </p:cNvPr>
          <p:cNvSpPr>
            <a:spLocks xmlns:a="http://schemas.openxmlformats.org/drawingml/2006/main" noGrp="1"/>
          </p:cNvSpPr>
          <p:nvPr/>
        </p:nvSpPr>
        <p:spPr>
          <a:xfrm xmlns:a="http://schemas.openxmlformats.org/drawingml/2006/main">
            <a:off x="3457575" y="4095750"/>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공동 commit으로 관련 상태 반영</a:t>
            </a:r>
          </a:p>
        </p:txBody>
      </p:sp>
      <p:sp>
        <p:nvSpPr>
          <p:cNvPr id="71" name="dp42-v4-qa-detail / n66 / circle">
            <a:extLst xmlns:a="http://schemas.openxmlformats.org/drawingml/2006/main">
              <a:ext uri="{FF2B5EF4-FFF2-40B4-BE49-F238E27FC236}">
                <a16:creationId xmlns:a16="http://schemas.microsoft.com/office/drawing/2014/main" id="{91FE6EB5-1DED-4233-A488-233B5F70D0B0}"/>
              </a:ext>
            </a:extLst>
          </p:cNvPr>
          <p:cNvSpPr>
            <a:spLocks xmlns:a="http://schemas.openxmlformats.org/drawingml/2006/main" noGrp="1"/>
          </p:cNvSpPr>
          <p:nvPr/>
        </p:nvSpPr>
        <p:spPr>
          <a:xfrm xmlns:a="http://schemas.openxmlformats.org/drawingml/2006/main">
            <a:off x="9648825" y="3752850"/>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72" name="dp42-v4-qa-detail / n67 / circle">
            <a:extLst xmlns:a="http://schemas.openxmlformats.org/drawingml/2006/main">
              <a:ext uri="{FF2B5EF4-FFF2-40B4-BE49-F238E27FC236}">
                <a16:creationId xmlns:a16="http://schemas.microsoft.com/office/drawing/2014/main" id="{41E80F3B-6182-479B-8E63-8C4EA9BCF985}"/>
              </a:ext>
            </a:extLst>
          </p:cNvPr>
          <p:cNvSpPr>
            <a:spLocks xmlns:a="http://schemas.openxmlformats.org/drawingml/2006/main" noGrp="1"/>
          </p:cNvSpPr>
          <p:nvPr/>
        </p:nvSpPr>
        <p:spPr>
          <a:xfrm xmlns:a="http://schemas.openxmlformats.org/drawingml/2006/main">
            <a:off x="9858375" y="3752850"/>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73" name="dp42-v4-qa-detail / n68 / circle">
            <a:extLst xmlns:a="http://schemas.openxmlformats.org/drawingml/2006/main">
              <a:ext uri="{FF2B5EF4-FFF2-40B4-BE49-F238E27FC236}">
                <a16:creationId xmlns:a16="http://schemas.microsoft.com/office/drawing/2014/main" id="{0D63EE21-4DB9-493A-9EA1-545F67E1952C}"/>
              </a:ext>
            </a:extLst>
          </p:cNvPr>
          <p:cNvSpPr>
            <a:spLocks xmlns:a="http://schemas.openxmlformats.org/drawingml/2006/main" noGrp="1"/>
          </p:cNvSpPr>
          <p:nvPr/>
        </p:nvSpPr>
        <p:spPr>
          <a:xfrm xmlns:a="http://schemas.openxmlformats.org/drawingml/2006/main">
            <a:off x="10067925" y="3752850"/>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74" name="dp42-v4-qa-detail / n69">
            <a:extLst xmlns:a="http://schemas.openxmlformats.org/drawingml/2006/main">
              <a:ext uri="{FF2B5EF4-FFF2-40B4-BE49-F238E27FC236}">
                <a16:creationId xmlns:a16="http://schemas.microsoft.com/office/drawing/2014/main" id="{E8D057C2-A4CA-4AA1-8BA5-A12EDD394434}"/>
              </a:ext>
            </a:extLst>
          </p:cNvPr>
          <p:cNvSpPr>
            <a:spLocks xmlns:a="http://schemas.openxmlformats.org/drawingml/2006/main" noGrp="1"/>
          </p:cNvSpPr>
          <p:nvPr/>
        </p:nvSpPr>
        <p:spPr>
          <a:xfrm xmlns:a="http://schemas.openxmlformats.org/drawingml/2006/main">
            <a:off x="10372725" y="3686175"/>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2점</a:t>
            </a:r>
          </a:p>
        </p:txBody>
      </p:sp>
      <p:sp>
        <p:nvSpPr>
          <p:cNvPr id="75" name="dp42-v4-qa-detail / n70">
            <a:extLst xmlns:a="http://schemas.openxmlformats.org/drawingml/2006/main">
              <a:ext uri="{FF2B5EF4-FFF2-40B4-BE49-F238E27FC236}">
                <a16:creationId xmlns:a16="http://schemas.microsoft.com/office/drawing/2014/main" id="{6CF93CFC-19B2-4605-90DB-081904F19AA0}"/>
              </a:ext>
            </a:extLst>
          </p:cNvPr>
          <p:cNvSpPr>
            <a:spLocks xmlns:a="http://schemas.openxmlformats.org/drawingml/2006/main" noGrp="1"/>
          </p:cNvSpPr>
          <p:nvPr/>
        </p:nvSpPr>
        <p:spPr>
          <a:xfrm xmlns:a="http://schemas.openxmlformats.org/drawingml/2006/main">
            <a:off x="11268075" y="3667125"/>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0.828초</a:t>
            </a:r>
          </a:p>
        </p:txBody>
      </p:sp>
      <p:sp>
        <p:nvSpPr>
          <p:cNvPr id="76" name="dp42-v4-qa-detail / n71">
            <a:extLst xmlns:a="http://schemas.openxmlformats.org/drawingml/2006/main">
              <a:ext uri="{FF2B5EF4-FFF2-40B4-BE49-F238E27FC236}">
                <a16:creationId xmlns:a16="http://schemas.microsoft.com/office/drawing/2014/main" id="{D12A5785-3A1E-4DFB-9597-879DDA8819B6}"/>
              </a:ext>
            </a:extLst>
          </p:cNvPr>
          <p:cNvSpPr>
            <a:spLocks xmlns:a="http://schemas.openxmlformats.org/drawingml/2006/main" noGrp="1"/>
          </p:cNvSpPr>
          <p:nvPr/>
        </p:nvSpPr>
        <p:spPr>
          <a:xfrm xmlns:a="http://schemas.openxmlformats.org/drawingml/2006/main">
            <a:off x="9648825" y="4095750"/>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독립 접수와 반영</a:t>
            </a:r>
          </a:p>
        </p:txBody>
      </p:sp>
      <p:sp>
        <p:nvSpPr>
          <p:cNvPr id="77" name="dp42-v4-qa-detail / n72">
            <a:extLst xmlns:a="http://schemas.openxmlformats.org/drawingml/2006/main">
              <a:ext uri="{FF2B5EF4-FFF2-40B4-BE49-F238E27FC236}">
                <a16:creationId xmlns:a16="http://schemas.microsoft.com/office/drawing/2014/main" id="{34D86DB3-3134-4638-9577-EADF0462CA47}"/>
              </a:ext>
            </a:extLst>
          </p:cNvPr>
          <p:cNvSpPr>
            <a:spLocks xmlns:a="http://schemas.openxmlformats.org/drawingml/2006/main" noGrp="1"/>
          </p:cNvSpPr>
          <p:nvPr/>
        </p:nvSpPr>
        <p:spPr>
          <a:xfrm xmlns:a="http://schemas.openxmlformats.org/drawingml/2006/main">
            <a:off x="9648825" y="4333875"/>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평균 0.010초 추가 가정</a:t>
            </a:r>
          </a:p>
        </p:txBody>
      </p:sp>
      <p:sp>
        <p:nvSpPr>
          <p:cNvPr id="78" name="dp42-v4-qa-detail / n73">
            <a:extLst xmlns:a="http://schemas.openxmlformats.org/drawingml/2006/main">
              <a:ext uri="{FF2B5EF4-FFF2-40B4-BE49-F238E27FC236}">
                <a16:creationId xmlns:a16="http://schemas.microsoft.com/office/drawing/2014/main" id="{F2E3F0EA-FF8D-44D7-BB90-6AAAE04B8790}"/>
              </a:ext>
            </a:extLst>
          </p:cNvPr>
          <p:cNvSpPr>
            <a:spLocks xmlns:a="http://schemas.openxmlformats.org/drawingml/2006/main" noGrp="1"/>
          </p:cNvSpPr>
          <p:nvPr/>
        </p:nvSpPr>
        <p:spPr>
          <a:xfrm xmlns:a="http://schemas.openxmlformats.org/drawingml/2006/main">
            <a:off x="15801975" y="3743325"/>
            <a:ext cx="1952625"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0.010초</a:t>
            </a:r>
          </a:p>
        </p:txBody>
      </p:sp>
      <p:sp>
        <p:nvSpPr>
          <p:cNvPr id="79" name="dp42-v4-qa-detail / n74">
            <a:extLst xmlns:a="http://schemas.openxmlformats.org/drawingml/2006/main">
              <a:ext uri="{FF2B5EF4-FFF2-40B4-BE49-F238E27FC236}">
                <a16:creationId xmlns:a16="http://schemas.microsoft.com/office/drawing/2014/main" id="{CC038B9C-2D40-4047-AA0B-C561F9E17026}"/>
              </a:ext>
            </a:extLst>
          </p:cNvPr>
          <p:cNvSpPr>
            <a:spLocks xmlns:a="http://schemas.openxmlformats.org/drawingml/2006/main" noGrp="1"/>
          </p:cNvSpPr>
          <p:nvPr/>
        </p:nvSpPr>
        <p:spPr>
          <a:xfrm xmlns:a="http://schemas.openxmlformats.org/drawingml/2006/main">
            <a:off x="15801975" y="4124325"/>
            <a:ext cx="1952625"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차이 기준 미만</a:t>
            </a:r>
          </a:p>
        </p:txBody>
      </p:sp>
      <p:sp>
        <p:nvSpPr>
          <p:cNvPr id="80" name="dp42-v4-qa-detail / n75">
            <a:extLst xmlns:a="http://schemas.openxmlformats.org/drawingml/2006/main">
              <a:ext uri="{FF2B5EF4-FFF2-40B4-BE49-F238E27FC236}">
                <a16:creationId xmlns:a16="http://schemas.microsoft.com/office/drawing/2014/main" id="{F8D2B6AF-E2AB-4DC9-B5E7-494F05490488}"/>
              </a:ext>
            </a:extLst>
          </p:cNvPr>
          <p:cNvSpPr>
            <a:spLocks xmlns:a="http://schemas.openxmlformats.org/drawingml/2006/main" noGrp="1"/>
          </p:cNvSpPr>
          <p:nvPr/>
        </p:nvSpPr>
        <p:spPr>
          <a:xfrm xmlns:a="http://schemas.openxmlformats.org/drawingml/2006/main">
            <a:off x="15801975" y="4352925"/>
            <a:ext cx="1952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기준 0.10초</a:t>
            </a:r>
          </a:p>
        </p:txBody>
      </p:sp>
      <p:sp>
        <p:nvSpPr>
          <p:cNvPr id="81" name="dp42-v4-qa-detail / n76">
            <a:extLst xmlns:a="http://schemas.openxmlformats.org/drawingml/2006/main">
              <a:ext uri="{FF2B5EF4-FFF2-40B4-BE49-F238E27FC236}">
                <a16:creationId xmlns:a16="http://schemas.microsoft.com/office/drawing/2014/main" id="{B5336C5D-66D2-47CD-B927-69BD9745D988}"/>
              </a:ext>
            </a:extLst>
          </p:cNvPr>
          <p:cNvSpPr>
            <a:spLocks xmlns:a="http://schemas.openxmlformats.org/drawingml/2006/main" noGrp="1"/>
          </p:cNvSpPr>
          <p:nvPr/>
        </p:nvSpPr>
        <p:spPr>
          <a:xfrm xmlns:a="http://schemas.openxmlformats.org/drawingml/2006/main">
            <a:off x="381000" y="55911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82" name="dp42-v4-qa-detail / n77">
            <a:extLst xmlns:a="http://schemas.openxmlformats.org/drawingml/2006/main">
              <a:ext uri="{FF2B5EF4-FFF2-40B4-BE49-F238E27FC236}">
                <a16:creationId xmlns:a16="http://schemas.microsoft.com/office/drawing/2014/main" id="{094F0B6F-37CD-4866-9E29-98CC5C8C1F9C}"/>
              </a:ext>
            </a:extLst>
          </p:cNvPr>
          <p:cNvSpPr>
            <a:spLocks xmlns:a="http://schemas.openxmlformats.org/drawingml/2006/main" noGrp="1"/>
          </p:cNvSpPr>
          <p:nvPr/>
        </p:nvSpPr>
        <p:spPr>
          <a:xfrm xmlns:a="http://schemas.openxmlformats.org/drawingml/2006/main">
            <a:off x="533400" y="4695825"/>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03  VIA 요청 처리시간</a:t>
            </a:r>
          </a:p>
        </p:txBody>
      </p:sp>
      <p:sp>
        <p:nvSpPr>
          <p:cNvPr id="83" name="dp42-v4-qa-detail / n78">
            <a:extLst xmlns:a="http://schemas.openxmlformats.org/drawingml/2006/main">
              <a:ext uri="{FF2B5EF4-FFF2-40B4-BE49-F238E27FC236}">
                <a16:creationId xmlns:a16="http://schemas.microsoft.com/office/drawing/2014/main" id="{C7882A84-EBFB-4BAB-9500-841749FA31B3}"/>
              </a:ext>
            </a:extLst>
          </p:cNvPr>
          <p:cNvSpPr>
            <a:spLocks xmlns:a="http://schemas.openxmlformats.org/drawingml/2006/main" noGrp="1"/>
          </p:cNvSpPr>
          <p:nvPr/>
        </p:nvSpPr>
        <p:spPr>
          <a:xfrm xmlns:a="http://schemas.openxmlformats.org/drawingml/2006/main">
            <a:off x="533400" y="5057775"/>
            <a:ext cx="25146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목표 ≤10초</a:t>
            </a:r>
          </a:p>
        </p:txBody>
      </p:sp>
      <p:sp>
        <p:nvSpPr>
          <p:cNvPr id="84" name="dp42-v4-qa-detail / n79 / circle">
            <a:extLst xmlns:a="http://schemas.openxmlformats.org/drawingml/2006/main">
              <a:ext uri="{FF2B5EF4-FFF2-40B4-BE49-F238E27FC236}">
                <a16:creationId xmlns:a16="http://schemas.microsoft.com/office/drawing/2014/main" id="{23BA7B7E-5CD0-4057-AEE9-10673C36499B}"/>
              </a:ext>
            </a:extLst>
          </p:cNvPr>
          <p:cNvSpPr>
            <a:spLocks xmlns:a="http://schemas.openxmlformats.org/drawingml/2006/main" noGrp="1"/>
          </p:cNvSpPr>
          <p:nvPr/>
        </p:nvSpPr>
        <p:spPr>
          <a:xfrm xmlns:a="http://schemas.openxmlformats.org/drawingml/2006/main">
            <a:off x="3457575" y="4752975"/>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85" name="dp42-v4-qa-detail / n80 / circle">
            <a:extLst xmlns:a="http://schemas.openxmlformats.org/drawingml/2006/main">
              <a:ext uri="{FF2B5EF4-FFF2-40B4-BE49-F238E27FC236}">
                <a16:creationId xmlns:a16="http://schemas.microsoft.com/office/drawing/2014/main" id="{C17ED1BE-37A6-435B-92B5-B3206C844ED0}"/>
              </a:ext>
            </a:extLst>
          </p:cNvPr>
          <p:cNvSpPr>
            <a:spLocks xmlns:a="http://schemas.openxmlformats.org/drawingml/2006/main" noGrp="1"/>
          </p:cNvSpPr>
          <p:nvPr/>
        </p:nvSpPr>
        <p:spPr>
          <a:xfrm xmlns:a="http://schemas.openxmlformats.org/drawingml/2006/main">
            <a:off x="3667125" y="4752975"/>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86" name="dp42-v4-qa-detail / n80 / half">
            <a:extLst xmlns:a="http://schemas.openxmlformats.org/drawingml/2006/main">
              <a:ext uri="{FF2B5EF4-FFF2-40B4-BE49-F238E27FC236}">
                <a16:creationId xmlns:a16="http://schemas.microsoft.com/office/drawing/2014/main" id="{D912F003-FEAF-45D8-9C89-CFD6382779A0}"/>
              </a:ext>
            </a:extLst>
          </p:cNvPr>
          <p:cNvSpPr>
            <a:spLocks xmlns:a="http://schemas.openxmlformats.org/drawingml/2006/main" noGrp="1"/>
          </p:cNvSpPr>
          <p:nvPr/>
        </p:nvSpPr>
        <p:spPr>
          <a:xfrm xmlns:a="http://schemas.openxmlformats.org/drawingml/2006/main">
            <a:off x="3667125" y="4752975"/>
            <a:ext cx="171450" cy="171450"/>
          </a:xfrm>
          <a:custGeom xmlns:a="http://schemas.openxmlformats.org/drawingml/2006/main">
            <a:pathLst>
              <a:path w="171450" h="171450">
                <a:moveTo>
                  <a:pt x="85725" y="0"/>
                </a:moveTo>
                <a:lnTo>
                  <a:pt x="77322" y="413"/>
                </a:lnTo>
                <a:lnTo>
                  <a:pt x="69001" y="1647"/>
                </a:lnTo>
                <a:lnTo>
                  <a:pt x="60840" y="3691"/>
                </a:lnTo>
                <a:lnTo>
                  <a:pt x="52919" y="6525"/>
                </a:lnTo>
                <a:lnTo>
                  <a:pt x="45315" y="10122"/>
                </a:lnTo>
                <a:lnTo>
                  <a:pt x="38099" y="14447"/>
                </a:lnTo>
                <a:lnTo>
                  <a:pt x="31342" y="19459"/>
                </a:lnTo>
                <a:lnTo>
                  <a:pt x="25108" y="25108"/>
                </a:lnTo>
                <a:lnTo>
                  <a:pt x="19459" y="31342"/>
                </a:lnTo>
                <a:lnTo>
                  <a:pt x="14447" y="38099"/>
                </a:lnTo>
                <a:lnTo>
                  <a:pt x="10122" y="45315"/>
                </a:lnTo>
                <a:lnTo>
                  <a:pt x="6525" y="52919"/>
                </a:lnTo>
                <a:lnTo>
                  <a:pt x="3691" y="60840"/>
                </a:lnTo>
                <a:lnTo>
                  <a:pt x="1647" y="69001"/>
                </a:lnTo>
                <a:lnTo>
                  <a:pt x="413" y="77322"/>
                </a:lnTo>
                <a:lnTo>
                  <a:pt x="0" y="85725"/>
                </a:lnTo>
                <a:lnTo>
                  <a:pt x="413" y="94128"/>
                </a:lnTo>
                <a:lnTo>
                  <a:pt x="1647" y="102449"/>
                </a:lnTo>
                <a:lnTo>
                  <a:pt x="3691" y="110610"/>
                </a:lnTo>
                <a:lnTo>
                  <a:pt x="6525" y="118531"/>
                </a:lnTo>
                <a:lnTo>
                  <a:pt x="10122" y="126135"/>
                </a:lnTo>
                <a:lnTo>
                  <a:pt x="14447" y="133351"/>
                </a:lnTo>
                <a:lnTo>
                  <a:pt x="19459" y="140108"/>
                </a:lnTo>
                <a:lnTo>
                  <a:pt x="25108" y="146342"/>
                </a:lnTo>
                <a:lnTo>
                  <a:pt x="31342" y="151991"/>
                </a:lnTo>
                <a:lnTo>
                  <a:pt x="38099" y="157003"/>
                </a:lnTo>
                <a:lnTo>
                  <a:pt x="45315" y="161328"/>
                </a:lnTo>
                <a:lnTo>
                  <a:pt x="52919" y="164925"/>
                </a:lnTo>
                <a:lnTo>
                  <a:pt x="60840" y="167759"/>
                </a:lnTo>
                <a:lnTo>
                  <a:pt x="69001" y="169803"/>
                </a:lnTo>
                <a:lnTo>
                  <a:pt x="77322" y="171037"/>
                </a:lnTo>
                <a:lnTo>
                  <a:pt x="85725" y="171450"/>
                </a:lnTo>
                <a:close/>
              </a:path>
            </a:pathLst>
          </a:custGeom>
          <a:solidFill xmlns:a="http://schemas.openxmlformats.org/drawingml/2006/main">
            <a:srgbClr val="18232E"/>
          </a:solidFill>
          <a:ln xmlns:a="http://schemas.openxmlformats.org/drawingml/2006/main" w="0">
            <a:noFill/>
          </a:ln>
        </p:spPr>
      </p:sp>
      <p:sp>
        <p:nvSpPr>
          <p:cNvPr id="87" name="dp42-v4-qa-detail / n81 / circle">
            <a:extLst xmlns:a="http://schemas.openxmlformats.org/drawingml/2006/main">
              <a:ext uri="{FF2B5EF4-FFF2-40B4-BE49-F238E27FC236}">
                <a16:creationId xmlns:a16="http://schemas.microsoft.com/office/drawing/2014/main" id="{FE124A61-994B-4273-BC89-59DD1EDC4BE4}"/>
              </a:ext>
            </a:extLst>
          </p:cNvPr>
          <p:cNvSpPr>
            <a:spLocks xmlns:a="http://schemas.openxmlformats.org/drawingml/2006/main" noGrp="1"/>
          </p:cNvSpPr>
          <p:nvPr/>
        </p:nvSpPr>
        <p:spPr>
          <a:xfrm xmlns:a="http://schemas.openxmlformats.org/drawingml/2006/main">
            <a:off x="3876675" y="4752975"/>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88" name="dp42-v4-qa-detail / n82">
            <a:extLst xmlns:a="http://schemas.openxmlformats.org/drawingml/2006/main">
              <a:ext uri="{FF2B5EF4-FFF2-40B4-BE49-F238E27FC236}">
                <a16:creationId xmlns:a16="http://schemas.microsoft.com/office/drawing/2014/main" id="{773CC631-A111-4466-9E5C-2E29AF46ABF3}"/>
              </a:ext>
            </a:extLst>
          </p:cNvPr>
          <p:cNvSpPr>
            <a:spLocks xmlns:a="http://schemas.openxmlformats.org/drawingml/2006/main" noGrp="1"/>
          </p:cNvSpPr>
          <p:nvPr/>
        </p:nvSpPr>
        <p:spPr>
          <a:xfrm xmlns:a="http://schemas.openxmlformats.org/drawingml/2006/main">
            <a:off x="4181475" y="4686300"/>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3점</a:t>
            </a:r>
          </a:p>
        </p:txBody>
      </p:sp>
      <p:sp>
        <p:nvSpPr>
          <p:cNvPr id="89" name="dp42-v4-qa-detail / n83">
            <a:extLst xmlns:a="http://schemas.openxmlformats.org/drawingml/2006/main">
              <a:ext uri="{FF2B5EF4-FFF2-40B4-BE49-F238E27FC236}">
                <a16:creationId xmlns:a16="http://schemas.microsoft.com/office/drawing/2014/main" id="{3E226234-F543-4A59-B719-045C59FB6FEA}"/>
              </a:ext>
            </a:extLst>
          </p:cNvPr>
          <p:cNvSpPr>
            <a:spLocks xmlns:a="http://schemas.openxmlformats.org/drawingml/2006/main" noGrp="1"/>
          </p:cNvSpPr>
          <p:nvPr/>
        </p:nvSpPr>
        <p:spPr>
          <a:xfrm xmlns:a="http://schemas.openxmlformats.org/drawingml/2006/main">
            <a:off x="5076825" y="4667250"/>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5.600초</a:t>
            </a:r>
          </a:p>
        </p:txBody>
      </p:sp>
      <p:sp>
        <p:nvSpPr>
          <p:cNvPr id="90" name="dp42-v4-qa-detail / n84">
            <a:extLst xmlns:a="http://schemas.openxmlformats.org/drawingml/2006/main">
              <a:ext uri="{FF2B5EF4-FFF2-40B4-BE49-F238E27FC236}">
                <a16:creationId xmlns:a16="http://schemas.microsoft.com/office/drawing/2014/main" id="{2BC7E8A5-8BDF-4591-81A7-59BE7D7AC1DC}"/>
              </a:ext>
            </a:extLst>
          </p:cNvPr>
          <p:cNvSpPr>
            <a:spLocks xmlns:a="http://schemas.openxmlformats.org/drawingml/2006/main" noGrp="1"/>
          </p:cNvSpPr>
          <p:nvPr/>
        </p:nvSpPr>
        <p:spPr>
          <a:xfrm xmlns:a="http://schemas.openxmlformats.org/drawingml/2006/main">
            <a:off x="3457575" y="5095875"/>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공동 확정 4회 × 0.010초 가정</a:t>
            </a:r>
          </a:p>
        </p:txBody>
      </p:sp>
      <p:sp>
        <p:nvSpPr>
          <p:cNvPr id="91" name="dp42-v4-qa-detail / n85 / circle">
            <a:extLst xmlns:a="http://schemas.openxmlformats.org/drawingml/2006/main">
              <a:ext uri="{FF2B5EF4-FFF2-40B4-BE49-F238E27FC236}">
                <a16:creationId xmlns:a16="http://schemas.microsoft.com/office/drawing/2014/main" id="{2D3AC156-9F2F-4D9D-8CB6-EDADC1B66BAE}"/>
              </a:ext>
            </a:extLst>
          </p:cNvPr>
          <p:cNvSpPr>
            <a:spLocks xmlns:a="http://schemas.openxmlformats.org/drawingml/2006/main" noGrp="1"/>
          </p:cNvSpPr>
          <p:nvPr/>
        </p:nvSpPr>
        <p:spPr>
          <a:xfrm xmlns:a="http://schemas.openxmlformats.org/drawingml/2006/main">
            <a:off x="9648825" y="4752975"/>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92" name="dp42-v4-qa-detail / n86 / circle">
            <a:extLst xmlns:a="http://schemas.openxmlformats.org/drawingml/2006/main">
              <a:ext uri="{FF2B5EF4-FFF2-40B4-BE49-F238E27FC236}">
                <a16:creationId xmlns:a16="http://schemas.microsoft.com/office/drawing/2014/main" id="{4067B825-E391-4D17-96BA-2DD1A3A230B0}"/>
              </a:ext>
            </a:extLst>
          </p:cNvPr>
          <p:cNvSpPr>
            <a:spLocks xmlns:a="http://schemas.openxmlformats.org/drawingml/2006/main" noGrp="1"/>
          </p:cNvSpPr>
          <p:nvPr/>
        </p:nvSpPr>
        <p:spPr>
          <a:xfrm xmlns:a="http://schemas.openxmlformats.org/drawingml/2006/main">
            <a:off x="9858375" y="4752975"/>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93" name="dp42-v4-qa-detail / n86 / half">
            <a:extLst xmlns:a="http://schemas.openxmlformats.org/drawingml/2006/main">
              <a:ext uri="{FF2B5EF4-FFF2-40B4-BE49-F238E27FC236}">
                <a16:creationId xmlns:a16="http://schemas.microsoft.com/office/drawing/2014/main" id="{37B1D909-2CD6-48B1-BBA6-951FC0F99B25}"/>
              </a:ext>
            </a:extLst>
          </p:cNvPr>
          <p:cNvSpPr>
            <a:spLocks xmlns:a="http://schemas.openxmlformats.org/drawingml/2006/main" noGrp="1"/>
          </p:cNvSpPr>
          <p:nvPr/>
        </p:nvSpPr>
        <p:spPr>
          <a:xfrm xmlns:a="http://schemas.openxmlformats.org/drawingml/2006/main">
            <a:off x="9858375" y="4752975"/>
            <a:ext cx="171450" cy="171450"/>
          </a:xfrm>
          <a:custGeom xmlns:a="http://schemas.openxmlformats.org/drawingml/2006/main">
            <a:pathLst>
              <a:path w="171450" h="171450">
                <a:moveTo>
                  <a:pt x="85725" y="0"/>
                </a:moveTo>
                <a:lnTo>
                  <a:pt x="77322" y="413"/>
                </a:lnTo>
                <a:lnTo>
                  <a:pt x="69001" y="1647"/>
                </a:lnTo>
                <a:lnTo>
                  <a:pt x="60840" y="3691"/>
                </a:lnTo>
                <a:lnTo>
                  <a:pt x="52919" y="6525"/>
                </a:lnTo>
                <a:lnTo>
                  <a:pt x="45315" y="10122"/>
                </a:lnTo>
                <a:lnTo>
                  <a:pt x="38099" y="14447"/>
                </a:lnTo>
                <a:lnTo>
                  <a:pt x="31342" y="19459"/>
                </a:lnTo>
                <a:lnTo>
                  <a:pt x="25108" y="25108"/>
                </a:lnTo>
                <a:lnTo>
                  <a:pt x="19459" y="31342"/>
                </a:lnTo>
                <a:lnTo>
                  <a:pt x="14447" y="38099"/>
                </a:lnTo>
                <a:lnTo>
                  <a:pt x="10122" y="45315"/>
                </a:lnTo>
                <a:lnTo>
                  <a:pt x="6525" y="52919"/>
                </a:lnTo>
                <a:lnTo>
                  <a:pt x="3691" y="60840"/>
                </a:lnTo>
                <a:lnTo>
                  <a:pt x="1647" y="69001"/>
                </a:lnTo>
                <a:lnTo>
                  <a:pt x="413" y="77322"/>
                </a:lnTo>
                <a:lnTo>
                  <a:pt x="0" y="85725"/>
                </a:lnTo>
                <a:lnTo>
                  <a:pt x="413" y="94128"/>
                </a:lnTo>
                <a:lnTo>
                  <a:pt x="1647" y="102449"/>
                </a:lnTo>
                <a:lnTo>
                  <a:pt x="3691" y="110610"/>
                </a:lnTo>
                <a:lnTo>
                  <a:pt x="6525" y="118531"/>
                </a:lnTo>
                <a:lnTo>
                  <a:pt x="10122" y="126135"/>
                </a:lnTo>
                <a:lnTo>
                  <a:pt x="14447" y="133351"/>
                </a:lnTo>
                <a:lnTo>
                  <a:pt x="19459" y="140108"/>
                </a:lnTo>
                <a:lnTo>
                  <a:pt x="25108" y="146342"/>
                </a:lnTo>
                <a:lnTo>
                  <a:pt x="31342" y="151991"/>
                </a:lnTo>
                <a:lnTo>
                  <a:pt x="38099" y="157003"/>
                </a:lnTo>
                <a:lnTo>
                  <a:pt x="45315" y="161328"/>
                </a:lnTo>
                <a:lnTo>
                  <a:pt x="52919" y="164925"/>
                </a:lnTo>
                <a:lnTo>
                  <a:pt x="60840" y="167759"/>
                </a:lnTo>
                <a:lnTo>
                  <a:pt x="69001" y="169803"/>
                </a:lnTo>
                <a:lnTo>
                  <a:pt x="77322" y="171037"/>
                </a:lnTo>
                <a:lnTo>
                  <a:pt x="85725" y="171450"/>
                </a:lnTo>
                <a:close/>
              </a:path>
            </a:pathLst>
          </a:custGeom>
          <a:solidFill xmlns:a="http://schemas.openxmlformats.org/drawingml/2006/main">
            <a:srgbClr val="18232E"/>
          </a:solidFill>
          <a:ln xmlns:a="http://schemas.openxmlformats.org/drawingml/2006/main" w="0">
            <a:noFill/>
          </a:ln>
        </p:spPr>
      </p:sp>
      <p:sp>
        <p:nvSpPr>
          <p:cNvPr id="94" name="dp42-v4-qa-detail / n87 / circle">
            <a:extLst xmlns:a="http://schemas.openxmlformats.org/drawingml/2006/main">
              <a:ext uri="{FF2B5EF4-FFF2-40B4-BE49-F238E27FC236}">
                <a16:creationId xmlns:a16="http://schemas.microsoft.com/office/drawing/2014/main" id="{36D014B2-360F-4DCA-BE1A-158AB4A26A56}"/>
              </a:ext>
            </a:extLst>
          </p:cNvPr>
          <p:cNvSpPr>
            <a:spLocks xmlns:a="http://schemas.openxmlformats.org/drawingml/2006/main" noGrp="1"/>
          </p:cNvSpPr>
          <p:nvPr/>
        </p:nvSpPr>
        <p:spPr>
          <a:xfrm xmlns:a="http://schemas.openxmlformats.org/drawingml/2006/main">
            <a:off x="10067925" y="4752975"/>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95" name="dp42-v4-qa-detail / n88">
            <a:extLst xmlns:a="http://schemas.openxmlformats.org/drawingml/2006/main">
              <a:ext uri="{FF2B5EF4-FFF2-40B4-BE49-F238E27FC236}">
                <a16:creationId xmlns:a16="http://schemas.microsoft.com/office/drawing/2014/main" id="{813FF8C2-89BE-43D3-99A7-C99A774C450D}"/>
              </a:ext>
            </a:extLst>
          </p:cNvPr>
          <p:cNvSpPr>
            <a:spLocks xmlns:a="http://schemas.openxmlformats.org/drawingml/2006/main" noGrp="1"/>
          </p:cNvSpPr>
          <p:nvPr/>
        </p:nvSpPr>
        <p:spPr>
          <a:xfrm xmlns:a="http://schemas.openxmlformats.org/drawingml/2006/main">
            <a:off x="10372725" y="4686300"/>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3점</a:t>
            </a:r>
          </a:p>
        </p:txBody>
      </p:sp>
      <p:sp>
        <p:nvSpPr>
          <p:cNvPr id="96" name="dp42-v4-qa-detail / n89">
            <a:extLst xmlns:a="http://schemas.openxmlformats.org/drawingml/2006/main">
              <a:ext uri="{FF2B5EF4-FFF2-40B4-BE49-F238E27FC236}">
                <a16:creationId xmlns:a16="http://schemas.microsoft.com/office/drawing/2014/main" id="{6B06B809-C58B-4EF7-9C82-954D06AD99A0}"/>
              </a:ext>
            </a:extLst>
          </p:cNvPr>
          <p:cNvSpPr>
            <a:spLocks xmlns:a="http://schemas.openxmlformats.org/drawingml/2006/main" noGrp="1"/>
          </p:cNvSpPr>
          <p:nvPr/>
        </p:nvSpPr>
        <p:spPr>
          <a:xfrm xmlns:a="http://schemas.openxmlformats.org/drawingml/2006/main">
            <a:off x="11268075" y="4667250"/>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5.660초</a:t>
            </a:r>
          </a:p>
        </p:txBody>
      </p:sp>
      <p:sp>
        <p:nvSpPr>
          <p:cNvPr id="97" name="dp42-v4-qa-detail / n90">
            <a:extLst xmlns:a="http://schemas.openxmlformats.org/drawingml/2006/main">
              <a:ext uri="{FF2B5EF4-FFF2-40B4-BE49-F238E27FC236}">
                <a16:creationId xmlns:a16="http://schemas.microsoft.com/office/drawing/2014/main" id="{850E832F-E0CF-4E9D-AB03-F456A4BFBD48}"/>
              </a:ext>
            </a:extLst>
          </p:cNvPr>
          <p:cNvSpPr>
            <a:spLocks xmlns:a="http://schemas.openxmlformats.org/drawingml/2006/main" noGrp="1"/>
          </p:cNvSpPr>
          <p:nvPr/>
        </p:nvSpPr>
        <p:spPr>
          <a:xfrm xmlns:a="http://schemas.openxmlformats.org/drawingml/2006/main">
            <a:off x="9648825" y="5095875"/>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독립 인계 4회 × 0.025초</a:t>
            </a:r>
          </a:p>
        </p:txBody>
      </p:sp>
      <p:sp>
        <p:nvSpPr>
          <p:cNvPr id="98" name="dp42-v4-qa-detail / n91">
            <a:extLst xmlns:a="http://schemas.openxmlformats.org/drawingml/2006/main">
              <a:ext uri="{FF2B5EF4-FFF2-40B4-BE49-F238E27FC236}">
                <a16:creationId xmlns:a16="http://schemas.microsoft.com/office/drawing/2014/main" id="{FA66D893-56A8-4066-877B-A261EB37DA4D}"/>
              </a:ext>
            </a:extLst>
          </p:cNvPr>
          <p:cNvSpPr>
            <a:spLocks xmlns:a="http://schemas.openxmlformats.org/drawingml/2006/main" noGrp="1"/>
          </p:cNvSpPr>
          <p:nvPr/>
        </p:nvSpPr>
        <p:spPr>
          <a:xfrm xmlns:a="http://schemas.openxmlformats.org/drawingml/2006/main">
            <a:off x="9648825" y="5334000"/>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0.060초 추가 가정</a:t>
            </a:r>
          </a:p>
        </p:txBody>
      </p:sp>
      <p:sp>
        <p:nvSpPr>
          <p:cNvPr id="99" name="dp42-v4-qa-detail / n92">
            <a:extLst xmlns:a="http://schemas.openxmlformats.org/drawingml/2006/main">
              <a:ext uri="{FF2B5EF4-FFF2-40B4-BE49-F238E27FC236}">
                <a16:creationId xmlns:a16="http://schemas.microsoft.com/office/drawing/2014/main" id="{D8BCAF75-0494-4898-8DED-85DF872F8ECE}"/>
              </a:ext>
            </a:extLst>
          </p:cNvPr>
          <p:cNvSpPr>
            <a:spLocks xmlns:a="http://schemas.openxmlformats.org/drawingml/2006/main" noGrp="1"/>
          </p:cNvSpPr>
          <p:nvPr/>
        </p:nvSpPr>
        <p:spPr>
          <a:xfrm xmlns:a="http://schemas.openxmlformats.org/drawingml/2006/main">
            <a:off x="15801975" y="4743450"/>
            <a:ext cx="1952625"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0.060초</a:t>
            </a:r>
          </a:p>
        </p:txBody>
      </p:sp>
      <p:sp>
        <p:nvSpPr>
          <p:cNvPr id="100" name="dp42-v4-qa-detail / n93">
            <a:extLst xmlns:a="http://schemas.openxmlformats.org/drawingml/2006/main">
              <a:ext uri="{FF2B5EF4-FFF2-40B4-BE49-F238E27FC236}">
                <a16:creationId xmlns:a16="http://schemas.microsoft.com/office/drawing/2014/main" id="{BFFA95B5-E80D-4A92-AD45-5E66E401384A}"/>
              </a:ext>
            </a:extLst>
          </p:cNvPr>
          <p:cNvSpPr>
            <a:spLocks xmlns:a="http://schemas.openxmlformats.org/drawingml/2006/main" noGrp="1"/>
          </p:cNvSpPr>
          <p:nvPr/>
        </p:nvSpPr>
        <p:spPr>
          <a:xfrm xmlns:a="http://schemas.openxmlformats.org/drawingml/2006/main">
            <a:off x="15801975" y="5124450"/>
            <a:ext cx="1952625"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차이 기준 미만</a:t>
            </a:r>
          </a:p>
        </p:txBody>
      </p:sp>
      <p:sp>
        <p:nvSpPr>
          <p:cNvPr id="101" name="dp42-v4-qa-detail / n94">
            <a:extLst xmlns:a="http://schemas.openxmlformats.org/drawingml/2006/main">
              <a:ext uri="{FF2B5EF4-FFF2-40B4-BE49-F238E27FC236}">
                <a16:creationId xmlns:a16="http://schemas.microsoft.com/office/drawing/2014/main" id="{F45B4146-B09C-4131-8F21-4D4699989204}"/>
              </a:ext>
            </a:extLst>
          </p:cNvPr>
          <p:cNvSpPr>
            <a:spLocks xmlns:a="http://schemas.openxmlformats.org/drawingml/2006/main" noGrp="1"/>
          </p:cNvSpPr>
          <p:nvPr/>
        </p:nvSpPr>
        <p:spPr>
          <a:xfrm xmlns:a="http://schemas.openxmlformats.org/drawingml/2006/main">
            <a:off x="15801975" y="5353050"/>
            <a:ext cx="1952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기준 0.50초</a:t>
            </a:r>
          </a:p>
        </p:txBody>
      </p:sp>
      <p:sp>
        <p:nvSpPr>
          <p:cNvPr id="102" name="dp42-v4-qa-detail / n95">
            <a:extLst xmlns:a="http://schemas.openxmlformats.org/drawingml/2006/main">
              <a:ext uri="{FF2B5EF4-FFF2-40B4-BE49-F238E27FC236}">
                <a16:creationId xmlns:a16="http://schemas.microsoft.com/office/drawing/2014/main" id="{7F71B2D6-BBA3-4B80-992E-7EBE09FA0F6F}"/>
              </a:ext>
            </a:extLst>
          </p:cNvPr>
          <p:cNvSpPr>
            <a:spLocks xmlns:a="http://schemas.openxmlformats.org/drawingml/2006/main" noGrp="1"/>
          </p:cNvSpPr>
          <p:nvPr/>
        </p:nvSpPr>
        <p:spPr>
          <a:xfrm xmlns:a="http://schemas.openxmlformats.org/drawingml/2006/main">
            <a:off x="381000" y="65913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103" name="dp42-v4-qa-detail / n96">
            <a:extLst xmlns:a="http://schemas.openxmlformats.org/drawingml/2006/main">
              <a:ext uri="{FF2B5EF4-FFF2-40B4-BE49-F238E27FC236}">
                <a16:creationId xmlns:a16="http://schemas.microsoft.com/office/drawing/2014/main" id="{E3342324-A96B-4B97-A982-ADC9D9B9D91C}"/>
              </a:ext>
            </a:extLst>
          </p:cNvPr>
          <p:cNvSpPr>
            <a:spLocks xmlns:a="http://schemas.openxmlformats.org/drawingml/2006/main" noGrp="1"/>
          </p:cNvSpPr>
          <p:nvPr/>
        </p:nvSpPr>
        <p:spPr>
          <a:xfrm xmlns:a="http://schemas.openxmlformats.org/drawingml/2006/main">
            <a:off x="533400" y="5695950"/>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04  VIA 모델 사용 비용</a:t>
            </a:r>
          </a:p>
        </p:txBody>
      </p:sp>
      <p:sp>
        <p:nvSpPr>
          <p:cNvPr id="104" name="dp42-v4-qa-detail / n97">
            <a:extLst xmlns:a="http://schemas.openxmlformats.org/drawingml/2006/main">
              <a:ext uri="{FF2B5EF4-FFF2-40B4-BE49-F238E27FC236}">
                <a16:creationId xmlns:a16="http://schemas.microsoft.com/office/drawing/2014/main" id="{881400EF-8D05-4A47-8E0F-D668F2FFD551}"/>
              </a:ext>
            </a:extLst>
          </p:cNvPr>
          <p:cNvSpPr>
            <a:spLocks xmlns:a="http://schemas.openxmlformats.org/drawingml/2006/main" noGrp="1"/>
          </p:cNvSpPr>
          <p:nvPr/>
        </p:nvSpPr>
        <p:spPr>
          <a:xfrm xmlns:a="http://schemas.openxmlformats.org/drawingml/2006/main">
            <a:off x="533400" y="6057900"/>
            <a:ext cx="25146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목표 ≤$1.50/W100</a:t>
            </a:r>
          </a:p>
        </p:txBody>
      </p:sp>
      <p:sp>
        <p:nvSpPr>
          <p:cNvPr id="105" name="dp42-v4-qa-detail / n98 / circle">
            <a:extLst xmlns:a="http://schemas.openxmlformats.org/drawingml/2006/main">
              <a:ext uri="{FF2B5EF4-FFF2-40B4-BE49-F238E27FC236}">
                <a16:creationId xmlns:a16="http://schemas.microsoft.com/office/drawing/2014/main" id="{95543E89-3389-447D-B77B-5A7DC0F002C8}"/>
              </a:ext>
            </a:extLst>
          </p:cNvPr>
          <p:cNvSpPr>
            <a:spLocks xmlns:a="http://schemas.openxmlformats.org/drawingml/2006/main" noGrp="1"/>
          </p:cNvSpPr>
          <p:nvPr/>
        </p:nvSpPr>
        <p:spPr>
          <a:xfrm xmlns:a="http://schemas.openxmlformats.org/drawingml/2006/main">
            <a:off x="3457575" y="5753100"/>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06" name="dp42-v4-qa-detail / n99 / circle">
            <a:extLst xmlns:a="http://schemas.openxmlformats.org/drawingml/2006/main">
              <a:ext uri="{FF2B5EF4-FFF2-40B4-BE49-F238E27FC236}">
                <a16:creationId xmlns:a16="http://schemas.microsoft.com/office/drawing/2014/main" id="{ABFFE2B4-351E-4626-B75E-1B3AF02EF64B}"/>
              </a:ext>
            </a:extLst>
          </p:cNvPr>
          <p:cNvSpPr>
            <a:spLocks xmlns:a="http://schemas.openxmlformats.org/drawingml/2006/main" noGrp="1"/>
          </p:cNvSpPr>
          <p:nvPr/>
        </p:nvSpPr>
        <p:spPr>
          <a:xfrm xmlns:a="http://schemas.openxmlformats.org/drawingml/2006/main">
            <a:off x="3667125" y="5753100"/>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07" name="dp42-v4-qa-detail / n100 / circle">
            <a:extLst xmlns:a="http://schemas.openxmlformats.org/drawingml/2006/main">
              <a:ext uri="{FF2B5EF4-FFF2-40B4-BE49-F238E27FC236}">
                <a16:creationId xmlns:a16="http://schemas.microsoft.com/office/drawing/2014/main" id="{2D937A63-CFDD-4D9D-97B9-E1A8B32040EB}"/>
              </a:ext>
            </a:extLst>
          </p:cNvPr>
          <p:cNvSpPr>
            <a:spLocks xmlns:a="http://schemas.openxmlformats.org/drawingml/2006/main" noGrp="1"/>
          </p:cNvSpPr>
          <p:nvPr/>
        </p:nvSpPr>
        <p:spPr>
          <a:xfrm xmlns:a="http://schemas.openxmlformats.org/drawingml/2006/main">
            <a:off x="3876675" y="5753100"/>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08" name="dp42-v4-qa-detail / n101">
            <a:extLst xmlns:a="http://schemas.openxmlformats.org/drawingml/2006/main">
              <a:ext uri="{FF2B5EF4-FFF2-40B4-BE49-F238E27FC236}">
                <a16:creationId xmlns:a16="http://schemas.microsoft.com/office/drawing/2014/main" id="{03C70670-1ACA-4ECE-B337-A80A164680C6}"/>
              </a:ext>
            </a:extLst>
          </p:cNvPr>
          <p:cNvSpPr>
            <a:spLocks xmlns:a="http://schemas.openxmlformats.org/drawingml/2006/main" noGrp="1"/>
          </p:cNvSpPr>
          <p:nvPr/>
        </p:nvSpPr>
        <p:spPr>
          <a:xfrm xmlns:a="http://schemas.openxmlformats.org/drawingml/2006/main">
            <a:off x="4181475" y="5686425"/>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2점</a:t>
            </a:r>
          </a:p>
        </p:txBody>
      </p:sp>
      <p:sp>
        <p:nvSpPr>
          <p:cNvPr id="109" name="dp42-v4-qa-detail / n102">
            <a:extLst xmlns:a="http://schemas.openxmlformats.org/drawingml/2006/main">
              <a:ext uri="{FF2B5EF4-FFF2-40B4-BE49-F238E27FC236}">
                <a16:creationId xmlns:a16="http://schemas.microsoft.com/office/drawing/2014/main" id="{97424DBC-5440-4E41-984A-911F827952FB}"/>
              </a:ext>
            </a:extLst>
          </p:cNvPr>
          <p:cNvSpPr>
            <a:spLocks xmlns:a="http://schemas.openxmlformats.org/drawingml/2006/main" noGrp="1"/>
          </p:cNvSpPr>
          <p:nvPr/>
        </p:nvSpPr>
        <p:spPr>
          <a:xfrm xmlns:a="http://schemas.openxmlformats.org/drawingml/2006/main">
            <a:off x="5076825" y="5667375"/>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$1.1867</a:t>
            </a:r>
          </a:p>
        </p:txBody>
      </p:sp>
      <p:sp>
        <p:nvSpPr>
          <p:cNvPr id="110" name="dp42-v4-qa-detail / n103">
            <a:extLst xmlns:a="http://schemas.openxmlformats.org/drawingml/2006/main">
              <a:ext uri="{FF2B5EF4-FFF2-40B4-BE49-F238E27FC236}">
                <a16:creationId xmlns:a16="http://schemas.microsoft.com/office/drawing/2014/main" id="{9592A50B-4B30-4AFC-8CA3-BF3CF5DD1C47}"/>
              </a:ext>
            </a:extLst>
          </p:cNvPr>
          <p:cNvSpPr>
            <a:spLocks xmlns:a="http://schemas.openxmlformats.org/drawingml/2006/main" noGrp="1"/>
          </p:cNvSpPr>
          <p:nvPr/>
        </p:nvSpPr>
        <p:spPr>
          <a:xfrm xmlns:a="http://schemas.openxmlformats.org/drawingml/2006/main">
            <a:off x="3457575" y="6096000"/>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저장과 연결은 코드 처리</a:t>
            </a:r>
          </a:p>
        </p:txBody>
      </p:sp>
      <p:sp>
        <p:nvSpPr>
          <p:cNvPr id="111" name="dp42-v4-qa-detail / n104">
            <a:extLst xmlns:a="http://schemas.openxmlformats.org/drawingml/2006/main">
              <a:ext uri="{FF2B5EF4-FFF2-40B4-BE49-F238E27FC236}">
                <a16:creationId xmlns:a16="http://schemas.microsoft.com/office/drawing/2014/main" id="{36AC398B-F2B1-4644-BC96-FB326FFF494A}"/>
              </a:ext>
            </a:extLst>
          </p:cNvPr>
          <p:cNvSpPr>
            <a:spLocks xmlns:a="http://schemas.openxmlformats.org/drawingml/2006/main" noGrp="1"/>
          </p:cNvSpPr>
          <p:nvPr/>
        </p:nvSpPr>
        <p:spPr>
          <a:xfrm xmlns:a="http://schemas.openxmlformats.org/drawingml/2006/main">
            <a:off x="3457575" y="6334125"/>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모델 역할 동일</a:t>
            </a:r>
          </a:p>
        </p:txBody>
      </p:sp>
      <p:sp>
        <p:nvSpPr>
          <p:cNvPr id="112" name="dp42-v4-qa-detail / n105 / circle">
            <a:extLst xmlns:a="http://schemas.openxmlformats.org/drawingml/2006/main">
              <a:ext uri="{FF2B5EF4-FFF2-40B4-BE49-F238E27FC236}">
                <a16:creationId xmlns:a16="http://schemas.microsoft.com/office/drawing/2014/main" id="{D756B41F-CD15-43D0-B8E1-5E94D0F7BD68}"/>
              </a:ext>
            </a:extLst>
          </p:cNvPr>
          <p:cNvSpPr>
            <a:spLocks xmlns:a="http://schemas.openxmlformats.org/drawingml/2006/main" noGrp="1"/>
          </p:cNvSpPr>
          <p:nvPr/>
        </p:nvSpPr>
        <p:spPr>
          <a:xfrm xmlns:a="http://schemas.openxmlformats.org/drawingml/2006/main">
            <a:off x="9648825" y="5753100"/>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13" name="dp42-v4-qa-detail / n106 / circle">
            <a:extLst xmlns:a="http://schemas.openxmlformats.org/drawingml/2006/main">
              <a:ext uri="{FF2B5EF4-FFF2-40B4-BE49-F238E27FC236}">
                <a16:creationId xmlns:a16="http://schemas.microsoft.com/office/drawing/2014/main" id="{BDFD1DBD-8A39-4A7E-8A47-DAAF8BBD5B0D}"/>
              </a:ext>
            </a:extLst>
          </p:cNvPr>
          <p:cNvSpPr>
            <a:spLocks xmlns:a="http://schemas.openxmlformats.org/drawingml/2006/main" noGrp="1"/>
          </p:cNvSpPr>
          <p:nvPr/>
        </p:nvSpPr>
        <p:spPr>
          <a:xfrm xmlns:a="http://schemas.openxmlformats.org/drawingml/2006/main">
            <a:off x="9858375" y="5753100"/>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14" name="dp42-v4-qa-detail / n107 / circle">
            <a:extLst xmlns:a="http://schemas.openxmlformats.org/drawingml/2006/main">
              <a:ext uri="{FF2B5EF4-FFF2-40B4-BE49-F238E27FC236}">
                <a16:creationId xmlns:a16="http://schemas.microsoft.com/office/drawing/2014/main" id="{4EEF005D-E1CB-4AFC-B108-F148B9EF6A12}"/>
              </a:ext>
            </a:extLst>
          </p:cNvPr>
          <p:cNvSpPr>
            <a:spLocks xmlns:a="http://schemas.openxmlformats.org/drawingml/2006/main" noGrp="1"/>
          </p:cNvSpPr>
          <p:nvPr/>
        </p:nvSpPr>
        <p:spPr>
          <a:xfrm xmlns:a="http://schemas.openxmlformats.org/drawingml/2006/main">
            <a:off x="10067925" y="5753100"/>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15" name="dp42-v4-qa-detail / n108">
            <a:extLst xmlns:a="http://schemas.openxmlformats.org/drawingml/2006/main">
              <a:ext uri="{FF2B5EF4-FFF2-40B4-BE49-F238E27FC236}">
                <a16:creationId xmlns:a16="http://schemas.microsoft.com/office/drawing/2014/main" id="{C46BEA2C-A20F-4285-B4A4-5378B5658F4C}"/>
              </a:ext>
            </a:extLst>
          </p:cNvPr>
          <p:cNvSpPr>
            <a:spLocks xmlns:a="http://schemas.openxmlformats.org/drawingml/2006/main" noGrp="1"/>
          </p:cNvSpPr>
          <p:nvPr/>
        </p:nvSpPr>
        <p:spPr>
          <a:xfrm xmlns:a="http://schemas.openxmlformats.org/drawingml/2006/main">
            <a:off x="10372725" y="5686425"/>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2점</a:t>
            </a:r>
          </a:p>
        </p:txBody>
      </p:sp>
      <p:sp>
        <p:nvSpPr>
          <p:cNvPr id="116" name="dp42-v4-qa-detail / n109">
            <a:extLst xmlns:a="http://schemas.openxmlformats.org/drawingml/2006/main">
              <a:ext uri="{FF2B5EF4-FFF2-40B4-BE49-F238E27FC236}">
                <a16:creationId xmlns:a16="http://schemas.microsoft.com/office/drawing/2014/main" id="{F5729E5B-D455-4B8A-B879-074359945862}"/>
              </a:ext>
            </a:extLst>
          </p:cNvPr>
          <p:cNvSpPr>
            <a:spLocks xmlns:a="http://schemas.openxmlformats.org/drawingml/2006/main" noGrp="1"/>
          </p:cNvSpPr>
          <p:nvPr/>
        </p:nvSpPr>
        <p:spPr>
          <a:xfrm xmlns:a="http://schemas.openxmlformats.org/drawingml/2006/main">
            <a:off x="11268075" y="5667375"/>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$1.1867</a:t>
            </a:r>
          </a:p>
        </p:txBody>
      </p:sp>
      <p:sp>
        <p:nvSpPr>
          <p:cNvPr id="117" name="dp42-v4-qa-detail / n110">
            <a:extLst xmlns:a="http://schemas.openxmlformats.org/drawingml/2006/main">
              <a:ext uri="{FF2B5EF4-FFF2-40B4-BE49-F238E27FC236}">
                <a16:creationId xmlns:a16="http://schemas.microsoft.com/office/drawing/2014/main" id="{D6E6F474-622E-4E96-B95F-EA0004AED594}"/>
              </a:ext>
            </a:extLst>
          </p:cNvPr>
          <p:cNvSpPr>
            <a:spLocks xmlns:a="http://schemas.openxmlformats.org/drawingml/2006/main" noGrp="1"/>
          </p:cNvSpPr>
          <p:nvPr/>
        </p:nvSpPr>
        <p:spPr>
          <a:xfrm xmlns:a="http://schemas.openxmlformats.org/drawingml/2006/main">
            <a:off x="9648825" y="6096000"/>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IPC 자체는 모델 호출 아님</a:t>
            </a:r>
          </a:p>
        </p:txBody>
      </p:sp>
      <p:sp>
        <p:nvSpPr>
          <p:cNvPr id="118" name="dp42-v4-qa-detail / n111">
            <a:extLst xmlns:a="http://schemas.openxmlformats.org/drawingml/2006/main">
              <a:ext uri="{FF2B5EF4-FFF2-40B4-BE49-F238E27FC236}">
                <a16:creationId xmlns:a16="http://schemas.microsoft.com/office/drawing/2014/main" id="{27B2A370-5BA3-456A-A0B7-E714E694E264}"/>
              </a:ext>
            </a:extLst>
          </p:cNvPr>
          <p:cNvSpPr>
            <a:spLocks xmlns:a="http://schemas.openxmlformats.org/drawingml/2006/main" noGrp="1"/>
          </p:cNvSpPr>
          <p:nvPr/>
        </p:nvSpPr>
        <p:spPr>
          <a:xfrm xmlns:a="http://schemas.openxmlformats.org/drawingml/2006/main">
            <a:off x="9648825" y="6334125"/>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추가 재해석 없음</a:t>
            </a:r>
          </a:p>
        </p:txBody>
      </p:sp>
      <p:sp>
        <p:nvSpPr>
          <p:cNvPr id="119" name="dp42-v4-qa-detail / n112">
            <a:extLst xmlns:a="http://schemas.openxmlformats.org/drawingml/2006/main">
              <a:ext uri="{FF2B5EF4-FFF2-40B4-BE49-F238E27FC236}">
                <a16:creationId xmlns:a16="http://schemas.microsoft.com/office/drawing/2014/main" id="{FC6B3D25-DFF3-4122-86EF-3CC6990955F4}"/>
              </a:ext>
            </a:extLst>
          </p:cNvPr>
          <p:cNvSpPr>
            <a:spLocks xmlns:a="http://schemas.openxmlformats.org/drawingml/2006/main" noGrp="1"/>
          </p:cNvSpPr>
          <p:nvPr/>
        </p:nvSpPr>
        <p:spPr>
          <a:xfrm xmlns:a="http://schemas.openxmlformats.org/drawingml/2006/main">
            <a:off x="15801975" y="5743575"/>
            <a:ext cx="1952625"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0.0000USD</a:t>
            </a:r>
          </a:p>
        </p:txBody>
      </p:sp>
      <p:sp>
        <p:nvSpPr>
          <p:cNvPr id="120" name="dp42-v4-qa-detail / n113">
            <a:extLst xmlns:a="http://schemas.openxmlformats.org/drawingml/2006/main">
              <a:ext uri="{FF2B5EF4-FFF2-40B4-BE49-F238E27FC236}">
                <a16:creationId xmlns:a16="http://schemas.microsoft.com/office/drawing/2014/main" id="{7CD077C9-0D08-4222-8FB6-6DE3F3044CA6}"/>
              </a:ext>
            </a:extLst>
          </p:cNvPr>
          <p:cNvSpPr>
            <a:spLocks xmlns:a="http://schemas.openxmlformats.org/drawingml/2006/main" noGrp="1"/>
          </p:cNvSpPr>
          <p:nvPr/>
        </p:nvSpPr>
        <p:spPr>
          <a:xfrm xmlns:a="http://schemas.openxmlformats.org/drawingml/2006/main">
            <a:off x="15801975" y="6124575"/>
            <a:ext cx="1952625"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같은 가정값</a:t>
            </a:r>
          </a:p>
        </p:txBody>
      </p:sp>
      <p:sp>
        <p:nvSpPr>
          <p:cNvPr id="121" name="dp42-v4-qa-detail / n114">
            <a:extLst xmlns:a="http://schemas.openxmlformats.org/drawingml/2006/main">
              <a:ext uri="{FF2B5EF4-FFF2-40B4-BE49-F238E27FC236}">
                <a16:creationId xmlns:a16="http://schemas.microsoft.com/office/drawing/2014/main" id="{2B53181A-9D89-426B-9821-D69FA64FCE4A}"/>
              </a:ext>
            </a:extLst>
          </p:cNvPr>
          <p:cNvSpPr>
            <a:spLocks xmlns:a="http://schemas.openxmlformats.org/drawingml/2006/main" noGrp="1"/>
          </p:cNvSpPr>
          <p:nvPr/>
        </p:nvSpPr>
        <p:spPr>
          <a:xfrm xmlns:a="http://schemas.openxmlformats.org/drawingml/2006/main">
            <a:off x="15801975" y="6353175"/>
            <a:ext cx="1952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기준 0.15USD</a:t>
            </a:r>
          </a:p>
        </p:txBody>
      </p:sp>
      <p:sp>
        <p:nvSpPr>
          <p:cNvPr id="122" name="dp42-v4-qa-detail / n115">
            <a:extLst xmlns:a="http://schemas.openxmlformats.org/drawingml/2006/main">
              <a:ext uri="{FF2B5EF4-FFF2-40B4-BE49-F238E27FC236}">
                <a16:creationId xmlns:a16="http://schemas.microsoft.com/office/drawing/2014/main" id="{1793AD9F-41A8-4A7F-A52E-9D74C7040248}"/>
              </a:ext>
            </a:extLst>
          </p:cNvPr>
          <p:cNvSpPr>
            <a:spLocks xmlns:a="http://schemas.openxmlformats.org/drawingml/2006/main" noGrp="1"/>
          </p:cNvSpPr>
          <p:nvPr/>
        </p:nvSpPr>
        <p:spPr>
          <a:xfrm xmlns:a="http://schemas.openxmlformats.org/drawingml/2006/main">
            <a:off x="381000" y="75914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123" name="dp42-v4-qa-detail / n116">
            <a:extLst xmlns:a="http://schemas.openxmlformats.org/drawingml/2006/main">
              <a:ext uri="{FF2B5EF4-FFF2-40B4-BE49-F238E27FC236}">
                <a16:creationId xmlns:a16="http://schemas.microsoft.com/office/drawing/2014/main" id="{E5B364E3-12FC-437D-B3EE-09C5753AEEDB}"/>
              </a:ext>
            </a:extLst>
          </p:cNvPr>
          <p:cNvSpPr>
            <a:spLocks xmlns:a="http://schemas.openxmlformats.org/drawingml/2006/main" noGrp="1"/>
          </p:cNvSpPr>
          <p:nvPr/>
        </p:nvSpPr>
        <p:spPr>
          <a:xfrm xmlns:a="http://schemas.openxmlformats.org/drawingml/2006/main">
            <a:off x="533400" y="6696075"/>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05  VIA 변경 용이성</a:t>
            </a:r>
          </a:p>
        </p:txBody>
      </p:sp>
      <p:sp>
        <p:nvSpPr>
          <p:cNvPr id="124" name="dp42-v4-qa-detail / n117">
            <a:extLst xmlns:a="http://schemas.openxmlformats.org/drawingml/2006/main">
              <a:ext uri="{FF2B5EF4-FFF2-40B4-BE49-F238E27FC236}">
                <a16:creationId xmlns:a16="http://schemas.microsoft.com/office/drawing/2014/main" id="{CFB3D994-B504-44B6-96CF-BFC0B46F21C0}"/>
              </a:ext>
            </a:extLst>
          </p:cNvPr>
          <p:cNvSpPr>
            <a:spLocks xmlns:a="http://schemas.openxmlformats.org/drawingml/2006/main" noGrp="1"/>
          </p:cNvSpPr>
          <p:nvPr/>
        </p:nvSpPr>
        <p:spPr>
          <a:xfrm xmlns:a="http://schemas.openxmlformats.org/drawingml/2006/main">
            <a:off x="533400" y="7058025"/>
            <a:ext cx="25146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목표 ≤3개 / 과제</a:t>
            </a:r>
          </a:p>
        </p:txBody>
      </p:sp>
      <p:sp>
        <p:nvSpPr>
          <p:cNvPr id="125" name="dp42-v4-qa-detail / n118 / circle">
            <a:extLst xmlns:a="http://schemas.openxmlformats.org/drawingml/2006/main">
              <a:ext uri="{FF2B5EF4-FFF2-40B4-BE49-F238E27FC236}">
                <a16:creationId xmlns:a16="http://schemas.microsoft.com/office/drawing/2014/main" id="{D534E6A1-8AEB-419F-AB12-76B66A895C3D}"/>
              </a:ext>
            </a:extLst>
          </p:cNvPr>
          <p:cNvSpPr>
            <a:spLocks xmlns:a="http://schemas.openxmlformats.org/drawingml/2006/main" noGrp="1"/>
          </p:cNvSpPr>
          <p:nvPr/>
        </p:nvSpPr>
        <p:spPr>
          <a:xfrm xmlns:a="http://schemas.openxmlformats.org/drawingml/2006/main">
            <a:off x="3457575" y="6753225"/>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26" name="dp42-v4-qa-detail / n119 / circle">
            <a:extLst xmlns:a="http://schemas.openxmlformats.org/drawingml/2006/main">
              <a:ext uri="{FF2B5EF4-FFF2-40B4-BE49-F238E27FC236}">
                <a16:creationId xmlns:a16="http://schemas.microsoft.com/office/drawing/2014/main" id="{2AD620CC-5D2A-404E-931E-3EA90895B41B}"/>
              </a:ext>
            </a:extLst>
          </p:cNvPr>
          <p:cNvSpPr>
            <a:spLocks xmlns:a="http://schemas.openxmlformats.org/drawingml/2006/main" noGrp="1"/>
          </p:cNvSpPr>
          <p:nvPr/>
        </p:nvSpPr>
        <p:spPr>
          <a:xfrm xmlns:a="http://schemas.openxmlformats.org/drawingml/2006/main">
            <a:off x="3667125" y="6753225"/>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27" name="dp42-v4-qa-detail / n119 / half">
            <a:extLst xmlns:a="http://schemas.openxmlformats.org/drawingml/2006/main">
              <a:ext uri="{FF2B5EF4-FFF2-40B4-BE49-F238E27FC236}">
                <a16:creationId xmlns:a16="http://schemas.microsoft.com/office/drawing/2014/main" id="{88D47274-FEDD-49C5-90BC-0587ABE4E9BE}"/>
              </a:ext>
            </a:extLst>
          </p:cNvPr>
          <p:cNvSpPr>
            <a:spLocks xmlns:a="http://schemas.openxmlformats.org/drawingml/2006/main" noGrp="1"/>
          </p:cNvSpPr>
          <p:nvPr/>
        </p:nvSpPr>
        <p:spPr>
          <a:xfrm xmlns:a="http://schemas.openxmlformats.org/drawingml/2006/main">
            <a:off x="3667125" y="6753225"/>
            <a:ext cx="171450" cy="171450"/>
          </a:xfrm>
          <a:custGeom xmlns:a="http://schemas.openxmlformats.org/drawingml/2006/main">
            <a:pathLst>
              <a:path w="171450" h="171450">
                <a:moveTo>
                  <a:pt x="85725" y="0"/>
                </a:moveTo>
                <a:lnTo>
                  <a:pt x="77322" y="413"/>
                </a:lnTo>
                <a:lnTo>
                  <a:pt x="69001" y="1647"/>
                </a:lnTo>
                <a:lnTo>
                  <a:pt x="60840" y="3691"/>
                </a:lnTo>
                <a:lnTo>
                  <a:pt x="52919" y="6525"/>
                </a:lnTo>
                <a:lnTo>
                  <a:pt x="45315" y="10122"/>
                </a:lnTo>
                <a:lnTo>
                  <a:pt x="38099" y="14447"/>
                </a:lnTo>
                <a:lnTo>
                  <a:pt x="31342" y="19459"/>
                </a:lnTo>
                <a:lnTo>
                  <a:pt x="25108" y="25108"/>
                </a:lnTo>
                <a:lnTo>
                  <a:pt x="19459" y="31342"/>
                </a:lnTo>
                <a:lnTo>
                  <a:pt x="14447" y="38099"/>
                </a:lnTo>
                <a:lnTo>
                  <a:pt x="10122" y="45315"/>
                </a:lnTo>
                <a:lnTo>
                  <a:pt x="6525" y="52919"/>
                </a:lnTo>
                <a:lnTo>
                  <a:pt x="3691" y="60840"/>
                </a:lnTo>
                <a:lnTo>
                  <a:pt x="1647" y="69001"/>
                </a:lnTo>
                <a:lnTo>
                  <a:pt x="413" y="77322"/>
                </a:lnTo>
                <a:lnTo>
                  <a:pt x="0" y="85725"/>
                </a:lnTo>
                <a:lnTo>
                  <a:pt x="413" y="94128"/>
                </a:lnTo>
                <a:lnTo>
                  <a:pt x="1647" y="102449"/>
                </a:lnTo>
                <a:lnTo>
                  <a:pt x="3691" y="110610"/>
                </a:lnTo>
                <a:lnTo>
                  <a:pt x="6525" y="118531"/>
                </a:lnTo>
                <a:lnTo>
                  <a:pt x="10122" y="126135"/>
                </a:lnTo>
                <a:lnTo>
                  <a:pt x="14447" y="133351"/>
                </a:lnTo>
                <a:lnTo>
                  <a:pt x="19459" y="140108"/>
                </a:lnTo>
                <a:lnTo>
                  <a:pt x="25108" y="146342"/>
                </a:lnTo>
                <a:lnTo>
                  <a:pt x="31342" y="151991"/>
                </a:lnTo>
                <a:lnTo>
                  <a:pt x="38099" y="157003"/>
                </a:lnTo>
                <a:lnTo>
                  <a:pt x="45315" y="161328"/>
                </a:lnTo>
                <a:lnTo>
                  <a:pt x="52919" y="164925"/>
                </a:lnTo>
                <a:lnTo>
                  <a:pt x="60840" y="167759"/>
                </a:lnTo>
                <a:lnTo>
                  <a:pt x="69001" y="169803"/>
                </a:lnTo>
                <a:lnTo>
                  <a:pt x="77322" y="171037"/>
                </a:lnTo>
                <a:lnTo>
                  <a:pt x="85725" y="171450"/>
                </a:lnTo>
                <a:close/>
              </a:path>
            </a:pathLst>
          </a:custGeom>
          <a:solidFill xmlns:a="http://schemas.openxmlformats.org/drawingml/2006/main">
            <a:srgbClr val="18232E"/>
          </a:solidFill>
          <a:ln xmlns:a="http://schemas.openxmlformats.org/drawingml/2006/main" w="0">
            <a:noFill/>
          </a:ln>
        </p:spPr>
      </p:sp>
      <p:sp>
        <p:nvSpPr>
          <p:cNvPr id="128" name="dp42-v4-qa-detail / n120 / circle">
            <a:extLst xmlns:a="http://schemas.openxmlformats.org/drawingml/2006/main">
              <a:ext uri="{FF2B5EF4-FFF2-40B4-BE49-F238E27FC236}">
                <a16:creationId xmlns:a16="http://schemas.microsoft.com/office/drawing/2014/main" id="{825B068F-F15B-4678-863F-8F10A2CD5A6D}"/>
              </a:ext>
            </a:extLst>
          </p:cNvPr>
          <p:cNvSpPr>
            <a:spLocks xmlns:a="http://schemas.openxmlformats.org/drawingml/2006/main" noGrp="1"/>
          </p:cNvSpPr>
          <p:nvPr/>
        </p:nvSpPr>
        <p:spPr>
          <a:xfrm xmlns:a="http://schemas.openxmlformats.org/drawingml/2006/main">
            <a:off x="3876675" y="6753225"/>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29" name="dp42-v4-qa-detail / n121">
            <a:extLst xmlns:a="http://schemas.openxmlformats.org/drawingml/2006/main">
              <a:ext uri="{FF2B5EF4-FFF2-40B4-BE49-F238E27FC236}">
                <a16:creationId xmlns:a16="http://schemas.microsoft.com/office/drawing/2014/main" id="{F12368B4-47BC-43E7-81A7-38B9067B434E}"/>
              </a:ext>
            </a:extLst>
          </p:cNvPr>
          <p:cNvSpPr>
            <a:spLocks xmlns:a="http://schemas.openxmlformats.org/drawingml/2006/main" noGrp="1"/>
          </p:cNvSpPr>
          <p:nvPr/>
        </p:nvSpPr>
        <p:spPr>
          <a:xfrm xmlns:a="http://schemas.openxmlformats.org/drawingml/2006/main">
            <a:off x="4181475" y="6686550"/>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3점</a:t>
            </a:r>
          </a:p>
        </p:txBody>
      </p:sp>
      <p:sp>
        <p:nvSpPr>
          <p:cNvPr id="130" name="dp42-v4-qa-detail / n122">
            <a:extLst xmlns:a="http://schemas.openxmlformats.org/drawingml/2006/main">
              <a:ext uri="{FF2B5EF4-FFF2-40B4-BE49-F238E27FC236}">
                <a16:creationId xmlns:a16="http://schemas.microsoft.com/office/drawing/2014/main" id="{FE0CF725-392A-4124-A769-DAED3EBF7A58}"/>
              </a:ext>
            </a:extLst>
          </p:cNvPr>
          <p:cNvSpPr>
            <a:spLocks xmlns:a="http://schemas.openxmlformats.org/drawingml/2006/main" noGrp="1"/>
          </p:cNvSpPr>
          <p:nvPr/>
        </p:nvSpPr>
        <p:spPr>
          <a:xfrm xmlns:a="http://schemas.openxmlformats.org/drawingml/2006/main">
            <a:off x="5076825" y="6667500"/>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2.167개</a:t>
            </a:r>
          </a:p>
        </p:txBody>
      </p:sp>
      <p:sp>
        <p:nvSpPr>
          <p:cNvPr id="131" name="dp42-v4-qa-detail / n123">
            <a:extLst xmlns:a="http://schemas.openxmlformats.org/drawingml/2006/main">
              <a:ext uri="{FF2B5EF4-FFF2-40B4-BE49-F238E27FC236}">
                <a16:creationId xmlns:a16="http://schemas.microsoft.com/office/drawing/2014/main" id="{BE99B536-537E-48EB-AF7E-0817F490A767}"/>
              </a:ext>
            </a:extLst>
          </p:cNvPr>
          <p:cNvSpPr>
            <a:spLocks xmlns:a="http://schemas.openxmlformats.org/drawingml/2006/main" noGrp="1"/>
          </p:cNvSpPr>
          <p:nvPr/>
        </p:nvSpPr>
        <p:spPr>
          <a:xfrm xmlns:a="http://schemas.openxmlformats.org/drawingml/2006/main">
            <a:off x="3457575" y="7096125"/>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질문 token 변경</a:t>
            </a:r>
          </a:p>
        </p:txBody>
      </p:sp>
      <p:sp>
        <p:nvSpPr>
          <p:cNvPr id="132" name="dp42-v4-qa-detail / n124">
            <a:extLst xmlns:a="http://schemas.openxmlformats.org/drawingml/2006/main">
              <a:ext uri="{FF2B5EF4-FFF2-40B4-BE49-F238E27FC236}">
                <a16:creationId xmlns:a16="http://schemas.microsoft.com/office/drawing/2014/main" id="{9F56C12B-A8CC-45B5-BD6B-06A8FC18A627}"/>
              </a:ext>
            </a:extLst>
          </p:cNvPr>
          <p:cNvSpPr>
            <a:spLocks xmlns:a="http://schemas.openxmlformats.org/drawingml/2006/main" noGrp="1"/>
          </p:cNvSpPr>
          <p:nvPr/>
        </p:nvSpPr>
        <p:spPr>
          <a:xfrm xmlns:a="http://schemas.openxmlformats.org/drawingml/2006/main">
            <a:off x="3457575" y="7334250"/>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공동 상태 계약 수정</a:t>
            </a:r>
          </a:p>
        </p:txBody>
      </p:sp>
      <p:sp>
        <p:nvSpPr>
          <p:cNvPr id="133" name="dp42-v4-qa-detail / n125 / circle">
            <a:extLst xmlns:a="http://schemas.openxmlformats.org/drawingml/2006/main">
              <a:ext uri="{FF2B5EF4-FFF2-40B4-BE49-F238E27FC236}">
                <a16:creationId xmlns:a16="http://schemas.microsoft.com/office/drawing/2014/main" id="{8474A1BF-4BAF-42F1-94AE-10EE239C53B8}"/>
              </a:ext>
            </a:extLst>
          </p:cNvPr>
          <p:cNvSpPr>
            <a:spLocks xmlns:a="http://schemas.openxmlformats.org/drawingml/2006/main" noGrp="1"/>
          </p:cNvSpPr>
          <p:nvPr/>
        </p:nvSpPr>
        <p:spPr>
          <a:xfrm xmlns:a="http://schemas.openxmlformats.org/drawingml/2006/main">
            <a:off x="9648825" y="6753225"/>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34" name="dp42-v4-qa-detail / n126 / circle">
            <a:extLst xmlns:a="http://schemas.openxmlformats.org/drawingml/2006/main">
              <a:ext uri="{FF2B5EF4-FFF2-40B4-BE49-F238E27FC236}">
                <a16:creationId xmlns:a16="http://schemas.microsoft.com/office/drawing/2014/main" id="{8E5AB279-2879-45A5-9F94-A53E108E637F}"/>
              </a:ext>
            </a:extLst>
          </p:cNvPr>
          <p:cNvSpPr>
            <a:spLocks xmlns:a="http://schemas.openxmlformats.org/drawingml/2006/main" noGrp="1"/>
          </p:cNvSpPr>
          <p:nvPr/>
        </p:nvSpPr>
        <p:spPr>
          <a:xfrm xmlns:a="http://schemas.openxmlformats.org/drawingml/2006/main">
            <a:off x="9858375" y="6753225"/>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35" name="dp42-v4-qa-detail / n127 / circle">
            <a:extLst xmlns:a="http://schemas.openxmlformats.org/drawingml/2006/main">
              <a:ext uri="{FF2B5EF4-FFF2-40B4-BE49-F238E27FC236}">
                <a16:creationId xmlns:a16="http://schemas.microsoft.com/office/drawing/2014/main" id="{C21DCB5A-E568-474A-B1FB-82EF787A9D01}"/>
              </a:ext>
            </a:extLst>
          </p:cNvPr>
          <p:cNvSpPr>
            <a:spLocks xmlns:a="http://schemas.openxmlformats.org/drawingml/2006/main" noGrp="1"/>
          </p:cNvSpPr>
          <p:nvPr/>
        </p:nvSpPr>
        <p:spPr>
          <a:xfrm xmlns:a="http://schemas.openxmlformats.org/drawingml/2006/main">
            <a:off x="10067925" y="6753225"/>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36" name="dp42-v4-qa-detail / n128">
            <a:extLst xmlns:a="http://schemas.openxmlformats.org/drawingml/2006/main">
              <a:ext uri="{FF2B5EF4-FFF2-40B4-BE49-F238E27FC236}">
                <a16:creationId xmlns:a16="http://schemas.microsoft.com/office/drawing/2014/main" id="{980DD224-FC6A-4AA4-B96A-0A1FD7E54A5F}"/>
              </a:ext>
            </a:extLst>
          </p:cNvPr>
          <p:cNvSpPr>
            <a:spLocks xmlns:a="http://schemas.openxmlformats.org/drawingml/2006/main" noGrp="1"/>
          </p:cNvSpPr>
          <p:nvPr/>
        </p:nvSpPr>
        <p:spPr>
          <a:xfrm xmlns:a="http://schemas.openxmlformats.org/drawingml/2006/main">
            <a:off x="10372725" y="6686550"/>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2점</a:t>
            </a:r>
          </a:p>
        </p:txBody>
      </p:sp>
      <p:sp>
        <p:nvSpPr>
          <p:cNvPr id="137" name="dp42-v4-qa-detail / n129">
            <a:extLst xmlns:a="http://schemas.openxmlformats.org/drawingml/2006/main">
              <a:ext uri="{FF2B5EF4-FFF2-40B4-BE49-F238E27FC236}">
                <a16:creationId xmlns:a16="http://schemas.microsoft.com/office/drawing/2014/main" id="{155F702D-81B9-44DA-BD4D-115FA9F116BC}"/>
              </a:ext>
            </a:extLst>
          </p:cNvPr>
          <p:cNvSpPr>
            <a:spLocks xmlns:a="http://schemas.openxmlformats.org/drawingml/2006/main" noGrp="1"/>
          </p:cNvSpPr>
          <p:nvPr/>
        </p:nvSpPr>
        <p:spPr>
          <a:xfrm xmlns:a="http://schemas.openxmlformats.org/drawingml/2006/main">
            <a:off x="11268075" y="6667500"/>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2.333개</a:t>
            </a:r>
          </a:p>
        </p:txBody>
      </p:sp>
      <p:sp>
        <p:nvSpPr>
          <p:cNvPr id="138" name="dp42-v4-qa-detail / n130">
            <a:extLst xmlns:a="http://schemas.openxmlformats.org/drawingml/2006/main">
              <a:ext uri="{FF2B5EF4-FFF2-40B4-BE49-F238E27FC236}">
                <a16:creationId xmlns:a16="http://schemas.microsoft.com/office/drawing/2014/main" id="{A39DBFBC-1CC9-4FBE-AD64-3CFC97470A82}"/>
              </a:ext>
            </a:extLst>
          </p:cNvPr>
          <p:cNvSpPr>
            <a:spLocks xmlns:a="http://schemas.openxmlformats.org/drawingml/2006/main" noGrp="1"/>
          </p:cNvSpPr>
          <p:nvPr/>
        </p:nvSpPr>
        <p:spPr>
          <a:xfrm xmlns:a="http://schemas.openxmlformats.org/drawingml/2006/main">
            <a:off x="9648825" y="7096125"/>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질문 token 변경</a:t>
            </a:r>
          </a:p>
        </p:txBody>
      </p:sp>
      <p:sp>
        <p:nvSpPr>
          <p:cNvPr id="139" name="dp42-v4-qa-detail / n131">
            <a:extLst xmlns:a="http://schemas.openxmlformats.org/drawingml/2006/main">
              <a:ext uri="{FF2B5EF4-FFF2-40B4-BE49-F238E27FC236}">
                <a16:creationId xmlns:a16="http://schemas.microsoft.com/office/drawing/2014/main" id="{3903FB3B-B7F3-42F0-ABA1-34A5918CC433}"/>
              </a:ext>
            </a:extLst>
          </p:cNvPr>
          <p:cNvSpPr>
            <a:spLocks xmlns:a="http://schemas.openxmlformats.org/drawingml/2006/main" noGrp="1"/>
          </p:cNvSpPr>
          <p:nvPr/>
        </p:nvSpPr>
        <p:spPr>
          <a:xfrm xmlns:a="http://schemas.openxmlformats.org/drawingml/2006/main">
            <a:off x="9648825" y="7334250"/>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독립 인계 계약 1개 추가</a:t>
            </a:r>
          </a:p>
        </p:txBody>
      </p:sp>
      <p:sp>
        <p:nvSpPr>
          <p:cNvPr id="140" name="dp42-v4-qa-detail / n132">
            <a:extLst xmlns:a="http://schemas.openxmlformats.org/drawingml/2006/main">
              <a:ext uri="{FF2B5EF4-FFF2-40B4-BE49-F238E27FC236}">
                <a16:creationId xmlns:a16="http://schemas.microsoft.com/office/drawing/2014/main" id="{FD3C6B49-8B89-4431-B377-8DC103523CF1}"/>
              </a:ext>
            </a:extLst>
          </p:cNvPr>
          <p:cNvSpPr>
            <a:spLocks xmlns:a="http://schemas.openxmlformats.org/drawingml/2006/main" noGrp="1"/>
          </p:cNvSpPr>
          <p:nvPr/>
        </p:nvSpPr>
        <p:spPr>
          <a:xfrm xmlns:a="http://schemas.openxmlformats.org/drawingml/2006/main">
            <a:off x="15801975" y="6743700"/>
            <a:ext cx="1952625"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0.167개</a:t>
            </a:r>
          </a:p>
        </p:txBody>
      </p:sp>
      <p:sp>
        <p:nvSpPr>
          <p:cNvPr id="141" name="dp42-v4-qa-detail / n133">
            <a:extLst xmlns:a="http://schemas.openxmlformats.org/drawingml/2006/main">
              <a:ext uri="{FF2B5EF4-FFF2-40B4-BE49-F238E27FC236}">
                <a16:creationId xmlns:a16="http://schemas.microsoft.com/office/drawing/2014/main" id="{29318149-B021-4E34-BE9B-C9AA14E5883D}"/>
              </a:ext>
            </a:extLst>
          </p:cNvPr>
          <p:cNvSpPr>
            <a:spLocks xmlns:a="http://schemas.openxmlformats.org/drawingml/2006/main" noGrp="1"/>
          </p:cNvSpPr>
          <p:nvPr/>
        </p:nvSpPr>
        <p:spPr>
          <a:xfrm xmlns:a="http://schemas.openxmlformats.org/drawingml/2006/main">
            <a:off x="15801975" y="7124700"/>
            <a:ext cx="1952625"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차이 기준 미만</a:t>
            </a:r>
          </a:p>
        </p:txBody>
      </p:sp>
      <p:sp>
        <p:nvSpPr>
          <p:cNvPr id="142" name="dp42-v4-qa-detail / n134">
            <a:extLst xmlns:a="http://schemas.openxmlformats.org/drawingml/2006/main">
              <a:ext uri="{FF2B5EF4-FFF2-40B4-BE49-F238E27FC236}">
                <a16:creationId xmlns:a16="http://schemas.microsoft.com/office/drawing/2014/main" id="{6C58FDE2-997A-46F0-A58D-55A17ED1E4F3}"/>
              </a:ext>
            </a:extLst>
          </p:cNvPr>
          <p:cNvSpPr>
            <a:spLocks xmlns:a="http://schemas.openxmlformats.org/drawingml/2006/main" noGrp="1"/>
          </p:cNvSpPr>
          <p:nvPr/>
        </p:nvSpPr>
        <p:spPr>
          <a:xfrm xmlns:a="http://schemas.openxmlformats.org/drawingml/2006/main">
            <a:off x="15801975" y="7353300"/>
            <a:ext cx="1952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기준 0.50개</a:t>
            </a:r>
          </a:p>
        </p:txBody>
      </p:sp>
      <p:sp>
        <p:nvSpPr>
          <p:cNvPr id="143" name="dp42-v4-qa-detail / n135">
            <a:extLst xmlns:a="http://schemas.openxmlformats.org/drawingml/2006/main">
              <a:ext uri="{FF2B5EF4-FFF2-40B4-BE49-F238E27FC236}">
                <a16:creationId xmlns:a16="http://schemas.microsoft.com/office/drawing/2014/main" id="{0CBA8C49-EF80-4B5D-A0BC-817109DB2407}"/>
              </a:ext>
            </a:extLst>
          </p:cNvPr>
          <p:cNvSpPr>
            <a:spLocks xmlns:a="http://schemas.openxmlformats.org/drawingml/2006/main" noGrp="1"/>
          </p:cNvSpPr>
          <p:nvPr/>
        </p:nvSpPr>
        <p:spPr>
          <a:xfrm xmlns:a="http://schemas.openxmlformats.org/drawingml/2006/main">
            <a:off x="381000" y="85915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144" name="dp42-v4-qa-detail / n136">
            <a:extLst xmlns:a="http://schemas.openxmlformats.org/drawingml/2006/main">
              <a:ext uri="{FF2B5EF4-FFF2-40B4-BE49-F238E27FC236}">
                <a16:creationId xmlns:a16="http://schemas.microsoft.com/office/drawing/2014/main" id="{1E18D398-9287-4439-8168-C561DC7D95F5}"/>
              </a:ext>
            </a:extLst>
          </p:cNvPr>
          <p:cNvSpPr>
            <a:spLocks xmlns:a="http://schemas.openxmlformats.org/drawingml/2006/main" noGrp="1"/>
          </p:cNvSpPr>
          <p:nvPr/>
        </p:nvSpPr>
        <p:spPr>
          <a:xfrm xmlns:a="http://schemas.openxmlformats.org/drawingml/2006/main">
            <a:off x="533400" y="7696200"/>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06  로컬 VIA 메모리 사용량</a:t>
            </a:r>
          </a:p>
        </p:txBody>
      </p:sp>
      <p:sp>
        <p:nvSpPr>
          <p:cNvPr id="145" name="dp42-v4-qa-detail / n137">
            <a:extLst xmlns:a="http://schemas.openxmlformats.org/drawingml/2006/main">
              <a:ext uri="{FF2B5EF4-FFF2-40B4-BE49-F238E27FC236}">
                <a16:creationId xmlns:a16="http://schemas.microsoft.com/office/drawing/2014/main" id="{CDC2D242-E080-4C91-BDFA-4FEDF7B13B1A}"/>
              </a:ext>
            </a:extLst>
          </p:cNvPr>
          <p:cNvSpPr>
            <a:spLocks xmlns:a="http://schemas.openxmlformats.org/drawingml/2006/main" noGrp="1"/>
          </p:cNvSpPr>
          <p:nvPr/>
        </p:nvSpPr>
        <p:spPr>
          <a:xfrm xmlns:a="http://schemas.openxmlformats.org/drawingml/2006/main">
            <a:off x="533400" y="8058150"/>
            <a:ext cx="25146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목표 ≤4,096MiB</a:t>
            </a:r>
          </a:p>
        </p:txBody>
      </p:sp>
      <p:sp>
        <p:nvSpPr>
          <p:cNvPr id="146" name="dp42-v4-qa-detail / n138 / circle">
            <a:extLst xmlns:a="http://schemas.openxmlformats.org/drawingml/2006/main">
              <a:ext uri="{FF2B5EF4-FFF2-40B4-BE49-F238E27FC236}">
                <a16:creationId xmlns:a16="http://schemas.microsoft.com/office/drawing/2014/main" id="{F746660C-7745-4CC3-B4FC-B85116C34692}"/>
              </a:ext>
            </a:extLst>
          </p:cNvPr>
          <p:cNvSpPr>
            <a:spLocks xmlns:a="http://schemas.openxmlformats.org/drawingml/2006/main" noGrp="1"/>
          </p:cNvSpPr>
          <p:nvPr/>
        </p:nvSpPr>
        <p:spPr>
          <a:xfrm xmlns:a="http://schemas.openxmlformats.org/drawingml/2006/main">
            <a:off x="3457575" y="7753350"/>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47" name="dp42-v4-qa-detail / n139 / circle">
            <a:extLst xmlns:a="http://schemas.openxmlformats.org/drawingml/2006/main">
              <a:ext uri="{FF2B5EF4-FFF2-40B4-BE49-F238E27FC236}">
                <a16:creationId xmlns:a16="http://schemas.microsoft.com/office/drawing/2014/main" id="{1A793ECF-B28B-43C1-90C9-9D704083981E}"/>
              </a:ext>
            </a:extLst>
          </p:cNvPr>
          <p:cNvSpPr>
            <a:spLocks xmlns:a="http://schemas.openxmlformats.org/drawingml/2006/main" noGrp="1"/>
          </p:cNvSpPr>
          <p:nvPr/>
        </p:nvSpPr>
        <p:spPr>
          <a:xfrm xmlns:a="http://schemas.openxmlformats.org/drawingml/2006/main">
            <a:off x="3667125" y="7753350"/>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48" name="dp42-v4-qa-detail / n140 / circle">
            <a:extLst xmlns:a="http://schemas.openxmlformats.org/drawingml/2006/main">
              <a:ext uri="{FF2B5EF4-FFF2-40B4-BE49-F238E27FC236}">
                <a16:creationId xmlns:a16="http://schemas.microsoft.com/office/drawing/2014/main" id="{1CF479A9-19DA-444B-890C-B3CE5CD4820C}"/>
              </a:ext>
            </a:extLst>
          </p:cNvPr>
          <p:cNvSpPr>
            <a:spLocks xmlns:a="http://schemas.openxmlformats.org/drawingml/2006/main" noGrp="1"/>
          </p:cNvSpPr>
          <p:nvPr/>
        </p:nvSpPr>
        <p:spPr>
          <a:xfrm xmlns:a="http://schemas.openxmlformats.org/drawingml/2006/main">
            <a:off x="3876675" y="7753350"/>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49" name="dp42-v4-qa-detail / n141">
            <a:extLst xmlns:a="http://schemas.openxmlformats.org/drawingml/2006/main">
              <a:ext uri="{FF2B5EF4-FFF2-40B4-BE49-F238E27FC236}">
                <a16:creationId xmlns:a16="http://schemas.microsoft.com/office/drawing/2014/main" id="{5C37738B-8E36-4949-B329-5BE9F81E3D3C}"/>
              </a:ext>
            </a:extLst>
          </p:cNvPr>
          <p:cNvSpPr>
            <a:spLocks xmlns:a="http://schemas.openxmlformats.org/drawingml/2006/main" noGrp="1"/>
          </p:cNvSpPr>
          <p:nvPr/>
        </p:nvSpPr>
        <p:spPr>
          <a:xfrm xmlns:a="http://schemas.openxmlformats.org/drawingml/2006/main">
            <a:off x="4181475" y="7686675"/>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4점</a:t>
            </a:r>
          </a:p>
        </p:txBody>
      </p:sp>
      <p:sp>
        <p:nvSpPr>
          <p:cNvPr id="150" name="dp42-v4-qa-detail / n142">
            <a:extLst xmlns:a="http://schemas.openxmlformats.org/drawingml/2006/main">
              <a:ext uri="{FF2B5EF4-FFF2-40B4-BE49-F238E27FC236}">
                <a16:creationId xmlns:a16="http://schemas.microsoft.com/office/drawing/2014/main" id="{86E68E50-E4F7-45A0-AD54-F2731AE6764F}"/>
              </a:ext>
            </a:extLst>
          </p:cNvPr>
          <p:cNvSpPr>
            <a:spLocks xmlns:a="http://schemas.openxmlformats.org/drawingml/2006/main" noGrp="1"/>
          </p:cNvSpPr>
          <p:nvPr/>
        </p:nvSpPr>
        <p:spPr>
          <a:xfrm xmlns:a="http://schemas.openxmlformats.org/drawingml/2006/main">
            <a:off x="5076825" y="7667625"/>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1,792MiB</a:t>
            </a:r>
          </a:p>
        </p:txBody>
      </p:sp>
      <p:sp>
        <p:nvSpPr>
          <p:cNvPr id="151" name="dp42-v4-qa-detail / n143">
            <a:extLst xmlns:a="http://schemas.openxmlformats.org/drawingml/2006/main">
              <a:ext uri="{FF2B5EF4-FFF2-40B4-BE49-F238E27FC236}">
                <a16:creationId xmlns:a16="http://schemas.microsoft.com/office/drawing/2014/main" id="{194CB08E-98AB-4929-B260-0B90A2F8C87D}"/>
              </a:ext>
            </a:extLst>
          </p:cNvPr>
          <p:cNvSpPr>
            <a:spLocks xmlns:a="http://schemas.openxmlformats.org/drawingml/2006/main" noGrp="1"/>
          </p:cNvSpPr>
          <p:nvPr/>
        </p:nvSpPr>
        <p:spPr>
          <a:xfrm xmlns:a="http://schemas.openxmlformats.org/drawingml/2006/main">
            <a:off x="3457575" y="8096250"/>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통합 실행체의 상태와 대기열</a:t>
            </a:r>
          </a:p>
        </p:txBody>
      </p:sp>
      <p:sp>
        <p:nvSpPr>
          <p:cNvPr id="152" name="dp42-v4-qa-detail / n144 / circle">
            <a:extLst xmlns:a="http://schemas.openxmlformats.org/drawingml/2006/main">
              <a:ext uri="{FF2B5EF4-FFF2-40B4-BE49-F238E27FC236}">
                <a16:creationId xmlns:a16="http://schemas.microsoft.com/office/drawing/2014/main" id="{18BFE907-B9E6-4A56-8D17-B5740810F230}"/>
              </a:ext>
            </a:extLst>
          </p:cNvPr>
          <p:cNvSpPr>
            <a:spLocks xmlns:a="http://schemas.openxmlformats.org/drawingml/2006/main" noGrp="1"/>
          </p:cNvSpPr>
          <p:nvPr/>
        </p:nvSpPr>
        <p:spPr>
          <a:xfrm xmlns:a="http://schemas.openxmlformats.org/drawingml/2006/main">
            <a:off x="9648825" y="7753350"/>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53" name="dp42-v4-qa-detail / n145 / circle">
            <a:extLst xmlns:a="http://schemas.openxmlformats.org/drawingml/2006/main">
              <a:ext uri="{FF2B5EF4-FFF2-40B4-BE49-F238E27FC236}">
                <a16:creationId xmlns:a16="http://schemas.microsoft.com/office/drawing/2014/main" id="{F4813A25-906A-4C2A-A56D-7899980F8851}"/>
              </a:ext>
            </a:extLst>
          </p:cNvPr>
          <p:cNvSpPr>
            <a:spLocks xmlns:a="http://schemas.openxmlformats.org/drawingml/2006/main" noGrp="1"/>
          </p:cNvSpPr>
          <p:nvPr/>
        </p:nvSpPr>
        <p:spPr>
          <a:xfrm xmlns:a="http://schemas.openxmlformats.org/drawingml/2006/main">
            <a:off x="9858375" y="7753350"/>
            <a:ext cx="171450" cy="171450"/>
          </a:xfrm>
          <a:prstGeom xmlns:a="http://schemas.openxmlformats.org/drawingml/2006/main" prst="ellipse">
            <a:avLst/>
          </a:prstGeom>
          <a:solidFill xmlns:a="http://schemas.openxmlformats.org/drawingml/2006/main">
            <a:srgbClr val="18232E"/>
          </a:solidFill>
          <a:ln xmlns:a="http://schemas.openxmlformats.org/drawingml/2006/main" w="10478">
            <a:solidFill>
              <a:srgbClr val="18232E"/>
            </a:solidFill>
          </a:ln>
        </p:spPr>
      </p:sp>
      <p:sp>
        <p:nvSpPr>
          <p:cNvPr id="154" name="dp42-v4-qa-detail / n146 / circle">
            <a:extLst xmlns:a="http://schemas.openxmlformats.org/drawingml/2006/main">
              <a:ext uri="{FF2B5EF4-FFF2-40B4-BE49-F238E27FC236}">
                <a16:creationId xmlns:a16="http://schemas.microsoft.com/office/drawing/2014/main" id="{29CE7923-F156-4C7D-A655-42CFD0C0141A}"/>
              </a:ext>
            </a:extLst>
          </p:cNvPr>
          <p:cNvSpPr>
            <a:spLocks xmlns:a="http://schemas.openxmlformats.org/drawingml/2006/main" noGrp="1"/>
          </p:cNvSpPr>
          <p:nvPr/>
        </p:nvSpPr>
        <p:spPr>
          <a:xfrm xmlns:a="http://schemas.openxmlformats.org/drawingml/2006/main">
            <a:off x="10067925" y="7753350"/>
            <a:ext cx="171450" cy="171450"/>
          </a:xfrm>
          <a:prstGeom xmlns:a="http://schemas.openxmlformats.org/drawingml/2006/main" prst="ellipse">
            <a:avLst/>
          </a:prstGeom>
          <a:solidFill xmlns:a="http://schemas.openxmlformats.org/drawingml/2006/main">
            <a:srgbClr val="FFFFFF"/>
          </a:solidFill>
          <a:ln xmlns:a="http://schemas.openxmlformats.org/drawingml/2006/main" w="10478">
            <a:solidFill>
              <a:srgbClr val="18232E"/>
            </a:solidFill>
          </a:ln>
        </p:spPr>
      </p:sp>
      <p:sp>
        <p:nvSpPr>
          <p:cNvPr id="155" name="dp42-v4-qa-detail / n147">
            <a:extLst xmlns:a="http://schemas.openxmlformats.org/drawingml/2006/main">
              <a:ext uri="{FF2B5EF4-FFF2-40B4-BE49-F238E27FC236}">
                <a16:creationId xmlns:a16="http://schemas.microsoft.com/office/drawing/2014/main" id="{4B919022-14F5-4A6D-BCAA-FBA18A2F4BB0}"/>
              </a:ext>
            </a:extLst>
          </p:cNvPr>
          <p:cNvSpPr>
            <a:spLocks xmlns:a="http://schemas.openxmlformats.org/drawingml/2006/main" noGrp="1"/>
          </p:cNvSpPr>
          <p:nvPr/>
        </p:nvSpPr>
        <p:spPr>
          <a:xfrm xmlns:a="http://schemas.openxmlformats.org/drawingml/2006/main">
            <a:off x="10372725" y="7686675"/>
            <a:ext cx="8096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4점</a:t>
            </a:r>
          </a:p>
        </p:txBody>
      </p:sp>
      <p:sp>
        <p:nvSpPr>
          <p:cNvPr id="156" name="dp42-v4-qa-detail / n148">
            <a:extLst xmlns:a="http://schemas.openxmlformats.org/drawingml/2006/main">
              <a:ext uri="{FF2B5EF4-FFF2-40B4-BE49-F238E27FC236}">
                <a16:creationId xmlns:a16="http://schemas.microsoft.com/office/drawing/2014/main" id="{E2C4EA34-3AC6-48B2-9132-A9C64D526557}"/>
              </a:ext>
            </a:extLst>
          </p:cNvPr>
          <p:cNvSpPr>
            <a:spLocks xmlns:a="http://schemas.openxmlformats.org/drawingml/2006/main" noGrp="1"/>
          </p:cNvSpPr>
          <p:nvPr/>
        </p:nvSpPr>
        <p:spPr>
          <a:xfrm xmlns:a="http://schemas.openxmlformats.org/drawingml/2006/main">
            <a:off x="11268075" y="7667625"/>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2,080MiB</a:t>
            </a:r>
          </a:p>
        </p:txBody>
      </p:sp>
      <p:sp>
        <p:nvSpPr>
          <p:cNvPr id="157" name="dp42-v4-qa-detail / n149">
            <a:extLst xmlns:a="http://schemas.openxmlformats.org/drawingml/2006/main">
              <a:ext uri="{FF2B5EF4-FFF2-40B4-BE49-F238E27FC236}">
                <a16:creationId xmlns:a16="http://schemas.microsoft.com/office/drawing/2014/main" id="{3D008C39-64BF-43E9-8FCD-7173BD868E17}"/>
              </a:ext>
            </a:extLst>
          </p:cNvPr>
          <p:cNvSpPr>
            <a:spLocks xmlns:a="http://schemas.openxmlformats.org/drawingml/2006/main" noGrp="1"/>
          </p:cNvSpPr>
          <p:nvPr/>
        </p:nvSpPr>
        <p:spPr>
          <a:xfrm xmlns:a="http://schemas.openxmlformats.org/drawingml/2006/main">
            <a:off x="9648825" y="8096250"/>
            <a:ext cx="582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추가 service와 receipt 상태 288MiB 가정</a:t>
            </a:r>
          </a:p>
        </p:txBody>
      </p:sp>
      <p:sp>
        <p:nvSpPr>
          <p:cNvPr id="158" name="dp42-v4-qa-detail / n150">
            <a:extLst xmlns:a="http://schemas.openxmlformats.org/drawingml/2006/main">
              <a:ext uri="{FF2B5EF4-FFF2-40B4-BE49-F238E27FC236}">
                <a16:creationId xmlns:a16="http://schemas.microsoft.com/office/drawing/2014/main" id="{48D41EBE-0531-4FB3-863A-5CB28F7658F6}"/>
              </a:ext>
            </a:extLst>
          </p:cNvPr>
          <p:cNvSpPr>
            <a:spLocks xmlns:a="http://schemas.openxmlformats.org/drawingml/2006/main" noGrp="1"/>
          </p:cNvSpPr>
          <p:nvPr/>
        </p:nvSpPr>
        <p:spPr>
          <a:xfrm xmlns:a="http://schemas.openxmlformats.org/drawingml/2006/main">
            <a:off x="15801975" y="7743825"/>
            <a:ext cx="1952625"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288MiB</a:t>
            </a:r>
          </a:p>
        </p:txBody>
      </p:sp>
      <p:sp>
        <p:nvSpPr>
          <p:cNvPr id="159" name="dp42-v4-qa-detail / n151">
            <a:extLst xmlns:a="http://schemas.openxmlformats.org/drawingml/2006/main">
              <a:ext uri="{FF2B5EF4-FFF2-40B4-BE49-F238E27FC236}">
                <a16:creationId xmlns:a16="http://schemas.microsoft.com/office/drawing/2014/main" id="{98CC2D75-E9B6-4993-92EE-2C663A467663}"/>
              </a:ext>
            </a:extLst>
          </p:cNvPr>
          <p:cNvSpPr>
            <a:spLocks xmlns:a="http://schemas.openxmlformats.org/drawingml/2006/main" noGrp="1"/>
          </p:cNvSpPr>
          <p:nvPr/>
        </p:nvSpPr>
        <p:spPr>
          <a:xfrm xmlns:a="http://schemas.openxmlformats.org/drawingml/2006/main">
            <a:off x="15801975" y="8124825"/>
            <a:ext cx="1952625"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가정상 A 유리</a:t>
            </a:r>
          </a:p>
        </p:txBody>
      </p:sp>
      <p:sp>
        <p:nvSpPr>
          <p:cNvPr id="160" name="dp42-v4-qa-detail / n152">
            <a:extLst xmlns:a="http://schemas.openxmlformats.org/drawingml/2006/main">
              <a:ext uri="{FF2B5EF4-FFF2-40B4-BE49-F238E27FC236}">
                <a16:creationId xmlns:a16="http://schemas.microsoft.com/office/drawing/2014/main" id="{E6F7FF42-4F05-483E-BA96-77A2BA878D79}"/>
              </a:ext>
            </a:extLst>
          </p:cNvPr>
          <p:cNvSpPr>
            <a:spLocks xmlns:a="http://schemas.openxmlformats.org/drawingml/2006/main" noGrp="1"/>
          </p:cNvSpPr>
          <p:nvPr/>
        </p:nvSpPr>
        <p:spPr>
          <a:xfrm xmlns:a="http://schemas.openxmlformats.org/drawingml/2006/main">
            <a:off x="15801975" y="8353425"/>
            <a:ext cx="1952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기준 128MiB</a:t>
            </a:r>
          </a:p>
        </p:txBody>
      </p:sp>
      <p:sp>
        <p:nvSpPr>
          <p:cNvPr id="161" name="dp42-v4-qa-detail / n153">
            <a:extLst xmlns:a="http://schemas.openxmlformats.org/drawingml/2006/main">
              <a:ext uri="{FF2B5EF4-FFF2-40B4-BE49-F238E27FC236}">
                <a16:creationId xmlns:a16="http://schemas.microsoft.com/office/drawing/2014/main" id="{5824C294-5B24-400E-A9C8-3DB0B373B343}"/>
              </a:ext>
            </a:extLst>
          </p:cNvPr>
          <p:cNvSpPr>
            <a:spLocks xmlns:a="http://schemas.openxmlformats.org/drawingml/2006/main" noGrp="1"/>
          </p:cNvSpPr>
          <p:nvPr/>
        </p:nvSpPr>
        <p:spPr>
          <a:xfrm xmlns:a="http://schemas.openxmlformats.org/drawingml/2006/main">
            <a:off x="3238500" y="2143125"/>
            <a:ext cx="953" cy="6457950"/>
          </a:xfrm>
          <a:custGeom xmlns:a="http://schemas.openxmlformats.org/drawingml/2006/main">
            <a:pathLst>
              <a:path w="953" h="6457950">
                <a:moveTo>
                  <a:pt x="0" y="0"/>
                </a:moveTo>
                <a:lnTo>
                  <a:pt x="953" y="6457950"/>
                </a:lnTo>
              </a:path>
            </a:pathLst>
          </a:custGeom>
          <a:noFill xmlns:a="http://schemas.openxmlformats.org/drawingml/2006/main"/>
          <a:ln xmlns:a="http://schemas.openxmlformats.org/drawingml/2006/main" w="11430">
            <a:solidFill>
              <a:srgbClr val="CDD6DE"/>
            </a:solidFill>
          </a:ln>
        </p:spPr>
      </p:sp>
      <p:sp>
        <p:nvSpPr>
          <p:cNvPr id="162" name="dp42-v4-qa-detail / n154">
            <a:extLst xmlns:a="http://schemas.openxmlformats.org/drawingml/2006/main">
              <a:ext uri="{FF2B5EF4-FFF2-40B4-BE49-F238E27FC236}">
                <a16:creationId xmlns:a16="http://schemas.microsoft.com/office/drawing/2014/main" id="{A2A30255-1D60-417D-BF95-DB320BBB08DE}"/>
              </a:ext>
            </a:extLst>
          </p:cNvPr>
          <p:cNvSpPr>
            <a:spLocks xmlns:a="http://schemas.openxmlformats.org/drawingml/2006/main" noGrp="1"/>
          </p:cNvSpPr>
          <p:nvPr/>
        </p:nvSpPr>
        <p:spPr>
          <a:xfrm xmlns:a="http://schemas.openxmlformats.org/drawingml/2006/main">
            <a:off x="9429750" y="2143125"/>
            <a:ext cx="953" cy="6457950"/>
          </a:xfrm>
          <a:custGeom xmlns:a="http://schemas.openxmlformats.org/drawingml/2006/main">
            <a:pathLst>
              <a:path w="953" h="6457950">
                <a:moveTo>
                  <a:pt x="0" y="0"/>
                </a:moveTo>
                <a:lnTo>
                  <a:pt x="953" y="6457950"/>
                </a:lnTo>
              </a:path>
            </a:pathLst>
          </a:custGeom>
          <a:noFill xmlns:a="http://schemas.openxmlformats.org/drawingml/2006/main"/>
          <a:ln xmlns:a="http://schemas.openxmlformats.org/drawingml/2006/main" w="11430">
            <a:solidFill>
              <a:srgbClr val="CDD6DE"/>
            </a:solidFill>
          </a:ln>
        </p:spPr>
      </p:sp>
      <p:sp>
        <p:nvSpPr>
          <p:cNvPr id="163" name="dp42-v4-qa-detail / n155">
            <a:extLst xmlns:a="http://schemas.openxmlformats.org/drawingml/2006/main">
              <a:ext uri="{FF2B5EF4-FFF2-40B4-BE49-F238E27FC236}">
                <a16:creationId xmlns:a16="http://schemas.microsoft.com/office/drawing/2014/main" id="{B6F27C6D-3A63-4073-92AF-87E45AB9BE15}"/>
              </a:ext>
            </a:extLst>
          </p:cNvPr>
          <p:cNvSpPr>
            <a:spLocks xmlns:a="http://schemas.openxmlformats.org/drawingml/2006/main" noGrp="1"/>
          </p:cNvSpPr>
          <p:nvPr/>
        </p:nvSpPr>
        <p:spPr>
          <a:xfrm xmlns:a="http://schemas.openxmlformats.org/drawingml/2006/main">
            <a:off x="15621000" y="2143125"/>
            <a:ext cx="953" cy="6457950"/>
          </a:xfrm>
          <a:custGeom xmlns:a="http://schemas.openxmlformats.org/drawingml/2006/main">
            <a:pathLst>
              <a:path w="953" h="6457950">
                <a:moveTo>
                  <a:pt x="0" y="0"/>
                </a:moveTo>
                <a:lnTo>
                  <a:pt x="953" y="6457950"/>
                </a:lnTo>
              </a:path>
            </a:pathLst>
          </a:custGeom>
          <a:noFill xmlns:a="http://schemas.openxmlformats.org/drawingml/2006/main"/>
          <a:ln xmlns:a="http://schemas.openxmlformats.org/drawingml/2006/main" w="11430">
            <a:solidFill>
              <a:srgbClr val="CDD6DE"/>
            </a:solidFill>
          </a:ln>
        </p:spPr>
      </p:sp>
      <p:sp>
        <p:nvSpPr>
          <p:cNvPr id="164" name="dp42-v4-qa-detail / n156">
            <a:extLst xmlns:a="http://schemas.openxmlformats.org/drawingml/2006/main">
              <a:ext uri="{FF2B5EF4-FFF2-40B4-BE49-F238E27FC236}">
                <a16:creationId xmlns:a16="http://schemas.microsoft.com/office/drawing/2014/main" id="{CAB49160-4969-4977-9FB2-70FA19CFC392}"/>
              </a:ext>
            </a:extLst>
          </p:cNvPr>
          <p:cNvSpPr>
            <a:spLocks xmlns:a="http://schemas.openxmlformats.org/drawingml/2006/main" noGrp="1"/>
          </p:cNvSpPr>
          <p:nvPr/>
        </p:nvSpPr>
        <p:spPr>
          <a:xfrm xmlns:a="http://schemas.openxmlformats.org/drawingml/2006/main">
            <a:off x="381000" y="8867775"/>
            <a:ext cx="1752600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18232E"/>
                </a:solidFill>
                <a:latin typeface="Apple SD Gothic Neo"/>
                <a:ea typeface="Apple SD Gothic Neo"/>
                <a:cs typeface="Apple SD Gothic Neo"/>
              </a:defRPr>
            </a:pPr>
            <a:r>
              <a:rPr sz="1725" b="0">
                <a:solidFill>
                  <a:srgbClr val="18232E"/>
                </a:solidFill>
                <a:latin typeface="Apple SD Gothic Neo"/>
                <a:ea typeface="Apple SD Gothic Neo"/>
                <a:cs typeface="Apple SD Gothic Neo"/>
              </a:rPr>
              <a:t>정상 로컬 실행 / 별도 재해석 없이 같은 의미와 Task 처리</a:t>
            </a:r>
          </a:p>
        </p:txBody>
      </p:sp>
      <p:sp>
        <p:nvSpPr>
          <p:cNvPr id="165" name="dp42-v4-qa-detail / n157">
            <a:extLst xmlns:a="http://schemas.openxmlformats.org/drawingml/2006/main">
              <a:ext uri="{FF2B5EF4-FFF2-40B4-BE49-F238E27FC236}">
                <a16:creationId xmlns:a16="http://schemas.microsoft.com/office/drawing/2014/main" id="{03F979D5-D516-4976-AF73-3092EE468E0A}"/>
              </a:ext>
            </a:extLst>
          </p:cNvPr>
          <p:cNvSpPr>
            <a:spLocks xmlns:a="http://schemas.openxmlformats.org/drawingml/2006/main" noGrp="1"/>
          </p:cNvSpPr>
          <p:nvPr/>
        </p:nvSpPr>
        <p:spPr>
          <a:xfrm xmlns:a="http://schemas.openxmlformats.org/drawingml/2006/main">
            <a:off x="381000" y="9220200"/>
            <a:ext cx="17526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F6B77"/>
                </a:solidFill>
                <a:latin typeface="Apple SD Gothic Neo"/>
                <a:ea typeface="Apple SD Gothic Neo"/>
                <a:cs typeface="Apple SD Gothic Neo"/>
              </a:defRPr>
            </a:pPr>
            <a:r>
              <a:rPr sz="1650" b="0">
                <a:solidFill>
                  <a:srgbClr val="5F6B77"/>
                </a:solidFill>
                <a:latin typeface="Apple SD Gothic Neo"/>
                <a:ea typeface="Apple SD Gothic Neo"/>
                <a:cs typeface="Apple SD Gothic Neo"/>
              </a:rPr>
              <a:t>독립 운영 요구가 없다면 B의 추가 접수와 상태 비용 확인</a:t>
            </a:r>
          </a:p>
        </p:txBody>
      </p:sp>
      <p:sp>
        <p:nvSpPr>
          <p:cNvPr id="166" name="dp42-v4-qa-detail / n158">
            <a:extLst xmlns:a="http://schemas.openxmlformats.org/drawingml/2006/main">
              <a:ext uri="{FF2B5EF4-FFF2-40B4-BE49-F238E27FC236}">
                <a16:creationId xmlns:a16="http://schemas.microsoft.com/office/drawing/2014/main" id="{A8F4C71F-C7A9-44AA-AADA-7E94A7084026}"/>
              </a:ext>
            </a:extLst>
          </p:cNvPr>
          <p:cNvSpPr>
            <a:spLocks xmlns:a="http://schemas.openxmlformats.org/drawingml/2006/main" noGrp="1"/>
          </p:cNvSpPr>
          <p:nvPr/>
        </p:nvSpPr>
        <p:spPr>
          <a:xfrm xmlns:a="http://schemas.openxmlformats.org/drawingml/2006/main">
            <a:off x="381000" y="9858375"/>
            <a:ext cx="175260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사고 실험 / ASR-QA-v5 스냅샷 / 실측 전 / 보호 조건 별도 / 점수 합산 없음</a:t>
            </a:r>
          </a:p>
        </p:txBody>
      </p:sp>
    </p:spTree>
    <p:extLst>
      <p:ext uri="{BB962C8B-B14F-4D97-AF65-F5344CB8AC3E}">
        <p14:creationId xmlns:p14="http://schemas.microsoft.com/office/powerpoint/2010/main" val="181628841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16</ap:Slides>
  <ap:Notes>16</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2026-10-08T11:10:07.7400000Z</dcterms:created>
  <dcterms:modified xsi:type="dcterms:W3CDTF">2026-10-08T11:10:07.7400000Z</dcterms:modified>
</coreProperties>
</file>