
<file path=[Content_Types].xml><?xml version="1.0" encoding="utf-8"?>
<Types xmlns="http://schemas.openxmlformats.org/package/2006/content-types">
  <Default Extension="xml" ContentType="application/vnd.openxmlformats-package.core-properties+xml"/>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a23e4b3bc3a44561" /><Relationship Type="http://schemas.openxmlformats.org/officeDocument/2006/relationships/extended-properties" Target="/docProps/app.xml" Id="R54818af2fb2d45b3" /><Relationship Type="http://schemas.openxmlformats.org/officeDocument/2006/relationships/officeDocument" Target="/ppt/presentation.xml" Id="R7f854bfd4e2d4d54" /></Relationships>
</file>

<file path=ppt/presentation.xml><?xml version="1.0" encoding="utf-8"?>
<p:presentation xmlns:p="http://schemas.openxmlformats.org/presentationml/2006/main">
  <p:sldMasterIdLst>
    <p:sldMasterId xmlns:r="http://schemas.openxmlformats.org/officeDocument/2006/relationships" id="2147483648" r:id="Rf3ab3244cd7f414d"/>
  </p:sldMasterIdLst>
  <p:notesMasterIdLst>
    <p:notesMasterId xmlns:r="http://schemas.openxmlformats.org/officeDocument/2006/relationships" r:id="R99c50bece4a1430d"/>
  </p:notesMasterIdLst>
  <p:sldIdLst>
    <p:sldId xmlns:r="http://schemas.openxmlformats.org/officeDocument/2006/relationships" id="256" r:id="R5d3146c2e3cf474a"/>
  </p:sldIdLst>
  <p:sldSz cx="18288000" cy="10287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ad1ed6b7cc50493e" /><Relationship Type="http://schemas.openxmlformats.org/officeDocument/2006/relationships/slideMaster" Target="/ppt/slideMasters/slideMaster1.xml" Id="Rf3ab3244cd7f414d" /><Relationship Type="http://schemas.openxmlformats.org/officeDocument/2006/relationships/notesMaster" Target="/ppt/notesMasters/notesMaster1.xml" Id="R99c50bece4a1430d" /><Relationship Type="http://schemas.openxmlformats.org/officeDocument/2006/relationships/presProps" Target="/ppt/presProps.xml" Id="R162b75a462044b6c" /><Relationship Type="http://schemas.openxmlformats.org/officeDocument/2006/relationships/tableStyles" Target="/ppt/tableStyles.xml" Id="R814d1c70fbf64051" /><Relationship Type="http://schemas.openxmlformats.org/officeDocument/2006/relationships/slide" Target="/ppt/slides/slide1.xml" Id="R5d3146c2e3cf474a"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cc3325d9c28b4110"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4742324e19cd41e0" /><Relationship Type="http://schemas.openxmlformats.org/officeDocument/2006/relationships/notesMaster" Target="/ppt/notesMasters/notesMaster1.xml" Id="R40bfebf5b9804d2f"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설계 Overview: VIA overall architecture와 04-41~45의 주요 설계 범위</a:t>
            </a:r>
          </a:p>
          <a:p xmlns:a="http://schemas.openxmlformats.org/drawingml/2006/main">
            <a:r>
              <a:t/>
            </a:r>
          </a:p>
          <a:p xmlns:a="http://schemas.openxmlformats.org/drawingml/2006/main">
            <a:r>
              <a:t>사용자 제공 VIA overall architecture(1000001540.jpg)의 경계, 영역, Component 이름과 배치를 편집 가능한 도형으로 재구성했다. NOS 레퍼런스(1000001497.png)의 품질 목표, DP 목록, 색상 점선과 반복 번호 표기 방식을 따른다.</a:t>
            </a:r>
          </a:p>
          <a:p xmlns:a="http://schemas.openxmlformats.org/drawingml/2006/main">
            <a:r>
              <a:t/>
            </a:r>
          </a:p>
          <a:p xmlns:a="http://schemas.openxmlformats.org/drawingml/2006/main">
            <a:r>
              <a:t>색상 점선은 참조 구조에 대한 주요 비교 위치다. 모든 의존성 또는 변경 영향의 전수 집합이 아니며, 특정 A/B/C가 채택된 최종 구조나 OS process 경계를 나타내지 않는다. 같은 Component에 여러 점선이 겹치면 서로 다른 결정 질문이 교차한다는 뜻이다. 새 대안의 Request Resolution Engine, Memory Publisher와 Repository 등은 비교 문서에서 읽으며 현 overview에 이미 구현된 Component로 추가하지 않는다.</a:t>
            </a:r>
          </a:p>
          <a:p xmlns:a="http://schemas.openxmlformats.org/drawingml/2006/main">
            <a:r>
              <a:t/>
            </a:r>
          </a:p>
          <a:p xmlns:a="http://schemas.openxmlformats.org/drawingml/2006/main">
            <a:r>
              <a:t>04-41: Request Interpreter의 해석과 Request Controller의 진행/채택 경계. 모델이 조회와 전체 의미를 제안하는 ReAct와 코드 Request Resolution Engine이 표현된 관계를 완성하는 비교다. Context Manager 및 Task Manager의 조회, Policy Manager와 Model Access는 관련 공통 계약이다.</a:t>
            </a:r>
          </a:p>
          <a:p xmlns:a="http://schemas.openxmlformats.org/drawingml/2006/main">
            <a:r>
              <a:t>04-42: Request Controller의 Conversation/Request 상태와 Task Manager/Agent Gateway의 업무/실행/전달 상태, State Store의 공동 또는 분리 확정 경계. Response Manager의 내구 전달 상태도 대화 측 관련 계약이다. 모듈화된 통합 Core와 독립 대화/업무 서비스의 상태 소유 및 실행 수명을 비교하며, 의미 생산의 중앙/분산 비교와 구별한다.</a:t>
            </a:r>
          </a:p>
          <a:p xmlns:a="http://schemas.openxmlformats.org/drawingml/2006/main">
            <a:r>
              <a:t>04-43: Request Interpreter 내부의 F1 의도, F2 지칭, F3 대화/Task 연결, F4 요청 관계, F5 정정 범위, F6 처리 방향의 생산 책임과 조정. A 통합 생산과 C 기능별 생산이다. Request Controller의 채택, Context/Task 원본과 공유 Omni는 공통이다.</a:t>
            </a:r>
          </a:p>
          <a:p xmlns:a="http://schemas.openxmlformats.org/drawingml/2006/main">
            <a:r>
              <a:t>04-44: Interaction Manager, Request Controller 및 Response Manager를 잇는 후속 실행의 조직. 중앙 비동기 Orchestration/Mediator와 반응형 Dataflow/Pipes-and-Filters다. Task Manager/Agent Gateway의 확인된 질문/결과도 이 흐름에 들어오고 모델 자원은 공통이다. 반응형이 항상 빠르다는 측정 결론은 없다.</a:t>
            </a:r>
          </a:p>
          <a:p xmlns:a="http://schemas.openxmlformats.org/drawingml/2006/main">
            <a:r>
              <a:t>04-45: Context Manager의 근거 생산/조회/폐기와 State Store에 유지하는 기억. 원본 서비스 조합과 공통 파생 기억 저장소를 비교한다. 입력, Request, Task와 실제 전달 기록의 원본 소유자는 유지한다. 저장소만 추가하거나 State Store가 의미 권한을 가져가는 비교가 아니다.</a:t>
            </a:r>
          </a:p>
          <a:p xmlns:a="http://schemas.openxmlformats.org/drawingml/2006/main">
            <a:r>
              <a:t/>
            </a:r>
          </a:p>
          <a:p xmlns:a="http://schemas.openxmlformats.org/drawingml/2006/main">
            <a:r>
              <a:t>왼쪽 품질 목표는 각 DP 배경의 주된 설계 동기다. 전체 적용 품질을 3개로 제한하지 않으며 각 본문의 V-01~13 검토와 회귀/비용 조건을 유지한다. 구조 비교 후보는 미선정이고 구현/모델 실행/측정은 없다.</a:t>
            </a:r>
          </a:p>
          <a:p xmlns:a="http://schemas.openxmlformats.org/drawingml/2006/main">
            <a:r>
              <a:t/>
            </a:r>
          </a:p>
          <a:p xmlns:a="http://schemas.openxmlformats.org/drawingml/2006/main">
            <a:r>
              <a:t>https://github.com/cbyche/via-sw-architecture/blob/main/docs/architecture/12-decisions/target-architecture/architecture.md#4-component와-상태-소유권</a:t>
            </a:r>
          </a:p>
          <a:p xmlns:a="http://schemas.openxmlformats.org/drawingml/2006/main">
            <a:r>
              <a:t>04-41: https://github.com/cbyche/via-sw-architecture/blob/main/docs/architecture/12-decisions/decision-packages/04-41-request-resolution-control.md</a:t>
            </a:r>
          </a:p>
          <a:p xmlns:a="http://schemas.openxmlformats.org/drawingml/2006/main">
            <a:r>
              <a:t>04-42: https://github.com/cbyche/via-sw-architecture/blob/main/docs/architecture/12-decisions/decision-packages/04-42-lifecycle-ownership.md</a:t>
            </a:r>
          </a:p>
          <a:p xmlns:a="http://schemas.openxmlformats.org/drawingml/2006/main">
            <a:r>
              <a:t>04-43: https://github.com/cbyche/via-sw-architecture/blob/main/docs/architecture/12-decisions/decision-packages/04-43-request-interpretation.md</a:t>
            </a:r>
          </a:p>
          <a:p xmlns:a="http://schemas.openxmlformats.org/drawingml/2006/main">
            <a:r>
              <a:t>04-44: https://github.com/cbyche/via-sw-architecture/blob/main/docs/architecture/12-decisions/decision-packages/04-44-continuous-interaction.md</a:t>
            </a:r>
          </a:p>
          <a:p xmlns:a="http://schemas.openxmlformats.org/drawingml/2006/main">
            <a:r>
              <a:t>04-45: https://github.com/cbyche/via-sw-architecture/blob/main/docs/architecture/12-decisions/decision-packages/04-45-memory-and-context.md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ad6e30ec3e5c4efa"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66ed2d5726204c69" /><Relationship Type="http://schemas.openxmlformats.org/officeDocument/2006/relationships/slideLayout" Target="/ppt/slideLayouts/slideLayout1.xml" Id="Rc7f0fa929f7247fa"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c7f0fa929f7247fa"/>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855d8b075b9a4fb6" /><Relationship Type="http://schemas.openxmlformats.org/officeDocument/2006/relationships/notesSlide" Target="/ppt/notesSlides/notesSlide1.xml" Id="Rf5df94b254274ffb" /></Relationships>
</file>

<file path=ppt/slides/slide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0" name="overview-title">
            <a:extLst xmlns:a="http://schemas.openxmlformats.org/drawingml/2006/main">
              <a:ext uri="{FF2B5EF4-FFF2-40B4-BE49-F238E27FC236}">
                <a16:creationId xmlns:a16="http://schemas.microsoft.com/office/drawing/2014/main" id="{F6676593-2C10-4614-9D11-3B92B920EADA}"/>
              </a:ext>
            </a:extLst>
          </p:cNvPr>
          <p:cNvSpPr>
            <a:spLocks xmlns:a="http://schemas.openxmlformats.org/drawingml/2006/main" noGrp="1"/>
          </p:cNvSpPr>
          <p:nvPr/>
        </p:nvSpPr>
        <p:spPr>
          <a:xfrm xmlns:a="http://schemas.openxmlformats.org/drawingml/2006/main">
            <a:off x="495300" y="228600"/>
            <a:ext cx="666750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l">
              <a:defRPr sz="4800" b="1">
                <a:solidFill>
                  <a:srgbClr val="141414"/>
                </a:solidFill>
                <a:latin typeface="Apple SD Gothic Neo"/>
                <a:ea typeface="Apple SD Gothic Neo"/>
                <a:cs typeface="Apple SD Gothic Neo"/>
              </a:defRPr>
            </a:pPr>
            <a:r>
              <a:rPr sz="4800" b="1">
                <a:solidFill>
                  <a:srgbClr val="141414"/>
                </a:solidFill>
                <a:latin typeface="Apple SD Gothic Neo"/>
                <a:ea typeface="Apple SD Gothic Neo"/>
                <a:cs typeface="Apple SD Gothic Neo"/>
              </a:rPr>
              <a:t>설계 Overview</a:t>
            </a:r>
          </a:p>
        </p:txBody>
      </p:sp>
      <p:sp>
        <p:nvSpPr>
          <p:cNvPr id="2" name="overview-step-0">
            <a:extLst xmlns:a="http://schemas.openxmlformats.org/drawingml/2006/main">
              <a:ext uri="{FF2B5EF4-FFF2-40B4-BE49-F238E27FC236}">
                <a16:creationId xmlns:a16="http://schemas.microsoft.com/office/drawing/2014/main" id="{B6BF91A6-D044-43BF-BCE1-32D6AC88A093}"/>
              </a:ext>
            </a:extLst>
          </p:cNvPr>
          <p:cNvSpPr>
            <a:spLocks xmlns:a="http://schemas.openxmlformats.org/drawingml/2006/main" noGrp="1"/>
          </p:cNvSpPr>
          <p:nvPr/>
        </p:nvSpPr>
        <p:spPr>
          <a:xfrm xmlns:a="http://schemas.openxmlformats.org/drawingml/2006/main">
            <a:off x="10763250" y="276225"/>
            <a:ext cx="1457325" cy="447675"/>
          </a:xfrm>
          <a:custGeom xmlns:a="http://schemas.openxmlformats.org/drawingml/2006/main">
            <a:pathLst>
              <a:path w="1457325" h="447675">
                <a:moveTo>
                  <a:pt x="0" y="0"/>
                </a:moveTo>
                <a:lnTo>
                  <a:pt x="1276350" y="0"/>
                </a:lnTo>
                <a:lnTo>
                  <a:pt x="1457325" y="223838"/>
                </a:lnTo>
                <a:lnTo>
                  <a:pt x="1276350" y="447675"/>
                </a:lnTo>
                <a:lnTo>
                  <a:pt x="0" y="447675"/>
                </a:lnTo>
                <a:close/>
              </a:path>
            </a:pathLst>
          </a:custGeom>
          <a:solidFill xmlns:a="http://schemas.openxmlformats.org/drawingml/2006/main">
            <a:srgbClr val="95989B"/>
          </a:solidFill>
          <a:ln xmlns:a="http://schemas.openxmlformats.org/drawingml/2006/main" w="28575">
            <a:solidFill>
              <a:srgbClr val="FFFFFF"/>
            </a:solidFill>
            <a:prstDash val="solid"/>
          </a:ln>
        </p:spPr>
      </p:sp>
      <p:sp>
        <p:nvSpPr>
          <p:cNvPr id="3" name="overview-step-label-0">
            <a:extLst xmlns:a="http://schemas.openxmlformats.org/drawingml/2006/main">
              <a:ext uri="{FF2B5EF4-FFF2-40B4-BE49-F238E27FC236}">
                <a16:creationId xmlns:a16="http://schemas.microsoft.com/office/drawing/2014/main" id="{D7A394C8-99BD-4044-9850-A25F0E04CF93}"/>
              </a:ext>
            </a:extLst>
          </p:cNvPr>
          <p:cNvSpPr>
            <a:spLocks xmlns:a="http://schemas.openxmlformats.org/drawingml/2006/main" noGrp="1"/>
          </p:cNvSpPr>
          <p:nvPr/>
        </p:nvSpPr>
        <p:spPr>
          <a:xfrm xmlns:a="http://schemas.openxmlformats.org/drawingml/2006/main">
            <a:off x="10763250" y="276225"/>
            <a:ext cx="1371600" cy="4476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ctr">
              <a:defRPr sz="1650" b="1">
                <a:solidFill>
                  <a:srgbClr val="FFFFFF"/>
                </a:solidFill>
                <a:latin typeface="Apple SD Gothic Neo"/>
                <a:ea typeface="Apple SD Gothic Neo"/>
                <a:cs typeface="Apple SD Gothic Neo"/>
              </a:defRPr>
            </a:pPr>
            <a:r>
              <a:rPr sz="1650" b="1">
                <a:solidFill>
                  <a:srgbClr val="FFFFFF"/>
                </a:solidFill>
                <a:latin typeface="Apple SD Gothic Neo"/>
                <a:ea typeface="Apple SD Gothic Neo"/>
                <a:cs typeface="Apple SD Gothic Neo"/>
              </a:rPr>
              <a:t>과제 소개</a:t>
            </a:r>
          </a:p>
        </p:txBody>
      </p:sp>
      <p:sp>
        <p:nvSpPr>
          <p:cNvPr id="4" name="overview-step-1">
            <a:extLst xmlns:a="http://schemas.openxmlformats.org/drawingml/2006/main">
              <a:ext uri="{FF2B5EF4-FFF2-40B4-BE49-F238E27FC236}">
                <a16:creationId xmlns:a16="http://schemas.microsoft.com/office/drawing/2014/main" id="{E8E7E136-423C-47FF-AFDA-FA2DCC793DCC}"/>
              </a:ext>
            </a:extLst>
          </p:cNvPr>
          <p:cNvSpPr>
            <a:spLocks xmlns:a="http://schemas.openxmlformats.org/drawingml/2006/main" noGrp="1"/>
          </p:cNvSpPr>
          <p:nvPr/>
        </p:nvSpPr>
        <p:spPr>
          <a:xfrm xmlns:a="http://schemas.openxmlformats.org/drawingml/2006/main">
            <a:off x="12172950" y="276225"/>
            <a:ext cx="1457325" cy="447675"/>
          </a:xfrm>
          <a:custGeom xmlns:a="http://schemas.openxmlformats.org/drawingml/2006/main">
            <a:pathLst>
              <a:path w="1457325" h="447675">
                <a:moveTo>
                  <a:pt x="0" y="0"/>
                </a:moveTo>
                <a:lnTo>
                  <a:pt x="1276350" y="0"/>
                </a:lnTo>
                <a:lnTo>
                  <a:pt x="1457325" y="223838"/>
                </a:lnTo>
                <a:lnTo>
                  <a:pt x="1276350" y="447675"/>
                </a:lnTo>
                <a:lnTo>
                  <a:pt x="0" y="447675"/>
                </a:lnTo>
                <a:lnTo>
                  <a:pt x="180975" y="223838"/>
                </a:lnTo>
                <a:close/>
              </a:path>
            </a:pathLst>
          </a:custGeom>
          <a:solidFill xmlns:a="http://schemas.openxmlformats.org/drawingml/2006/main">
            <a:srgbClr val="95989B"/>
          </a:solidFill>
          <a:ln xmlns:a="http://schemas.openxmlformats.org/drawingml/2006/main" w="28575">
            <a:solidFill>
              <a:srgbClr val="FFFFFF"/>
            </a:solidFill>
            <a:prstDash val="solid"/>
          </a:ln>
        </p:spPr>
      </p:sp>
      <p:sp>
        <p:nvSpPr>
          <p:cNvPr id="5" name="overview-step-label-1">
            <a:extLst xmlns:a="http://schemas.openxmlformats.org/drawingml/2006/main">
              <a:ext uri="{FF2B5EF4-FFF2-40B4-BE49-F238E27FC236}">
                <a16:creationId xmlns:a16="http://schemas.microsoft.com/office/drawing/2014/main" id="{F4F4464A-4402-4378-9F27-477643274909}"/>
              </a:ext>
            </a:extLst>
          </p:cNvPr>
          <p:cNvSpPr>
            <a:spLocks xmlns:a="http://schemas.openxmlformats.org/drawingml/2006/main" noGrp="1"/>
          </p:cNvSpPr>
          <p:nvPr/>
        </p:nvSpPr>
        <p:spPr>
          <a:xfrm xmlns:a="http://schemas.openxmlformats.org/drawingml/2006/main">
            <a:off x="12325350" y="276225"/>
            <a:ext cx="1266825" cy="4476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ctr">
              <a:defRPr sz="1650" b="1">
                <a:solidFill>
                  <a:srgbClr val="FFFFFF"/>
                </a:solidFill>
                <a:latin typeface="Apple SD Gothic Neo"/>
                <a:ea typeface="Apple SD Gothic Neo"/>
                <a:cs typeface="Apple SD Gothic Neo"/>
              </a:defRPr>
            </a:pPr>
            <a:r>
              <a:rPr sz="1650" b="1">
                <a:solidFill>
                  <a:srgbClr val="FFFFFF"/>
                </a:solidFill>
                <a:latin typeface="Apple SD Gothic Neo"/>
                <a:ea typeface="Apple SD Gothic Neo"/>
                <a:cs typeface="Apple SD Gothic Neo"/>
              </a:rPr>
              <a:t>요구사항 분석</a:t>
            </a:r>
          </a:p>
        </p:txBody>
      </p:sp>
      <p:sp>
        <p:nvSpPr>
          <p:cNvPr id="6" name="overview-step-2">
            <a:extLst xmlns:a="http://schemas.openxmlformats.org/drawingml/2006/main">
              <a:ext uri="{FF2B5EF4-FFF2-40B4-BE49-F238E27FC236}">
                <a16:creationId xmlns:a16="http://schemas.microsoft.com/office/drawing/2014/main" id="{284DDAF0-ED81-400A-928E-411F50131E9F}"/>
              </a:ext>
            </a:extLst>
          </p:cNvPr>
          <p:cNvSpPr>
            <a:spLocks xmlns:a="http://schemas.openxmlformats.org/drawingml/2006/main" noGrp="1"/>
          </p:cNvSpPr>
          <p:nvPr/>
        </p:nvSpPr>
        <p:spPr>
          <a:xfrm xmlns:a="http://schemas.openxmlformats.org/drawingml/2006/main">
            <a:off x="13582650" y="276225"/>
            <a:ext cx="1457325" cy="447675"/>
          </a:xfrm>
          <a:custGeom xmlns:a="http://schemas.openxmlformats.org/drawingml/2006/main">
            <a:pathLst>
              <a:path w="1457325" h="447675">
                <a:moveTo>
                  <a:pt x="0" y="0"/>
                </a:moveTo>
                <a:lnTo>
                  <a:pt x="1276350" y="0"/>
                </a:lnTo>
                <a:lnTo>
                  <a:pt x="1457325" y="223838"/>
                </a:lnTo>
                <a:lnTo>
                  <a:pt x="1276350" y="447675"/>
                </a:lnTo>
                <a:lnTo>
                  <a:pt x="0" y="447675"/>
                </a:lnTo>
                <a:lnTo>
                  <a:pt x="180975" y="223838"/>
                </a:lnTo>
                <a:close/>
              </a:path>
            </a:pathLst>
          </a:custGeom>
          <a:solidFill xmlns:a="http://schemas.openxmlformats.org/drawingml/2006/main">
            <a:srgbClr val="38A9C9"/>
          </a:solidFill>
          <a:ln xmlns:a="http://schemas.openxmlformats.org/drawingml/2006/main" w="28575">
            <a:solidFill>
              <a:srgbClr val="FFFFFF"/>
            </a:solidFill>
            <a:prstDash val="solid"/>
          </a:ln>
        </p:spPr>
      </p:sp>
      <p:sp>
        <p:nvSpPr>
          <p:cNvPr id="7" name="overview-step-label-2">
            <a:extLst xmlns:a="http://schemas.openxmlformats.org/drawingml/2006/main">
              <a:ext uri="{FF2B5EF4-FFF2-40B4-BE49-F238E27FC236}">
                <a16:creationId xmlns:a16="http://schemas.microsoft.com/office/drawing/2014/main" id="{99894498-9D3F-4FF3-8EFC-195967B63EB6}"/>
              </a:ext>
            </a:extLst>
          </p:cNvPr>
          <p:cNvSpPr>
            <a:spLocks xmlns:a="http://schemas.openxmlformats.org/drawingml/2006/main" noGrp="1"/>
          </p:cNvSpPr>
          <p:nvPr/>
        </p:nvSpPr>
        <p:spPr>
          <a:xfrm xmlns:a="http://schemas.openxmlformats.org/drawingml/2006/main">
            <a:off x="13735050" y="276225"/>
            <a:ext cx="1266825" cy="4476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ctr">
              <a:defRPr sz="1650" b="1">
                <a:solidFill>
                  <a:srgbClr val="FFFFFF"/>
                </a:solidFill>
                <a:latin typeface="Apple SD Gothic Neo"/>
                <a:ea typeface="Apple SD Gothic Neo"/>
                <a:cs typeface="Apple SD Gothic Neo"/>
              </a:defRPr>
            </a:pPr>
            <a:r>
              <a:rPr sz="1650" b="1">
                <a:solidFill>
                  <a:srgbClr val="FFFFFF"/>
                </a:solidFill>
                <a:latin typeface="Apple SD Gothic Neo"/>
                <a:ea typeface="Apple SD Gothic Neo"/>
                <a:cs typeface="Apple SD Gothic Neo"/>
              </a:rPr>
              <a:t>설계</a:t>
            </a:r>
          </a:p>
        </p:txBody>
      </p:sp>
      <p:sp>
        <p:nvSpPr>
          <p:cNvPr id="8" name="overview-step-3">
            <a:extLst xmlns:a="http://schemas.openxmlformats.org/drawingml/2006/main">
              <a:ext uri="{FF2B5EF4-FFF2-40B4-BE49-F238E27FC236}">
                <a16:creationId xmlns:a16="http://schemas.microsoft.com/office/drawing/2014/main" id="{51EC3765-5E9F-4FB8-B327-FFC17A0EE482}"/>
              </a:ext>
            </a:extLst>
          </p:cNvPr>
          <p:cNvSpPr>
            <a:spLocks xmlns:a="http://schemas.openxmlformats.org/drawingml/2006/main" noGrp="1"/>
          </p:cNvSpPr>
          <p:nvPr/>
        </p:nvSpPr>
        <p:spPr>
          <a:xfrm xmlns:a="http://schemas.openxmlformats.org/drawingml/2006/main">
            <a:off x="14992350" y="276225"/>
            <a:ext cx="1457325" cy="447675"/>
          </a:xfrm>
          <a:custGeom xmlns:a="http://schemas.openxmlformats.org/drawingml/2006/main">
            <a:pathLst>
              <a:path w="1457325" h="447675">
                <a:moveTo>
                  <a:pt x="0" y="0"/>
                </a:moveTo>
                <a:lnTo>
                  <a:pt x="1276350" y="0"/>
                </a:lnTo>
                <a:lnTo>
                  <a:pt x="1457325" y="223838"/>
                </a:lnTo>
                <a:lnTo>
                  <a:pt x="1276350" y="447675"/>
                </a:lnTo>
                <a:lnTo>
                  <a:pt x="0" y="447675"/>
                </a:lnTo>
                <a:lnTo>
                  <a:pt x="180975" y="223838"/>
                </a:lnTo>
                <a:close/>
              </a:path>
            </a:pathLst>
          </a:custGeom>
          <a:solidFill xmlns:a="http://schemas.openxmlformats.org/drawingml/2006/main">
            <a:srgbClr val="95989B"/>
          </a:solidFill>
          <a:ln xmlns:a="http://schemas.openxmlformats.org/drawingml/2006/main" w="28575">
            <a:solidFill>
              <a:srgbClr val="FFFFFF"/>
            </a:solidFill>
            <a:prstDash val="solid"/>
          </a:ln>
        </p:spPr>
      </p:sp>
      <p:sp>
        <p:nvSpPr>
          <p:cNvPr id="9" name="overview-step-label-3">
            <a:extLst xmlns:a="http://schemas.openxmlformats.org/drawingml/2006/main">
              <a:ext uri="{FF2B5EF4-FFF2-40B4-BE49-F238E27FC236}">
                <a16:creationId xmlns:a16="http://schemas.microsoft.com/office/drawing/2014/main" id="{D2470542-F802-46FC-A233-7FCAC659A081}"/>
              </a:ext>
            </a:extLst>
          </p:cNvPr>
          <p:cNvSpPr>
            <a:spLocks xmlns:a="http://schemas.openxmlformats.org/drawingml/2006/main" noGrp="1"/>
          </p:cNvSpPr>
          <p:nvPr/>
        </p:nvSpPr>
        <p:spPr>
          <a:xfrm xmlns:a="http://schemas.openxmlformats.org/drawingml/2006/main">
            <a:off x="15144750" y="276225"/>
            <a:ext cx="1266825" cy="4476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ctr">
              <a:defRPr sz="1650" b="1">
                <a:solidFill>
                  <a:srgbClr val="FFFFFF"/>
                </a:solidFill>
                <a:latin typeface="Apple SD Gothic Neo"/>
                <a:ea typeface="Apple SD Gothic Neo"/>
                <a:cs typeface="Apple SD Gothic Neo"/>
              </a:defRPr>
            </a:pPr>
            <a:r>
              <a:rPr sz="1650" b="1">
                <a:solidFill>
                  <a:srgbClr val="FFFFFF"/>
                </a:solidFill>
                <a:latin typeface="Apple SD Gothic Neo"/>
                <a:ea typeface="Apple SD Gothic Neo"/>
                <a:cs typeface="Apple SD Gothic Neo"/>
              </a:rPr>
              <a:t>구현 및 검증</a:t>
            </a:r>
          </a:p>
        </p:txBody>
      </p:sp>
      <p:sp>
        <p:nvSpPr>
          <p:cNvPr id="10" name="overview-step-4">
            <a:extLst xmlns:a="http://schemas.openxmlformats.org/drawingml/2006/main">
              <a:ext uri="{FF2B5EF4-FFF2-40B4-BE49-F238E27FC236}">
                <a16:creationId xmlns:a16="http://schemas.microsoft.com/office/drawing/2014/main" id="{78166B5C-E38E-4F05-B0A0-2882CCB762B9}"/>
              </a:ext>
            </a:extLst>
          </p:cNvPr>
          <p:cNvSpPr>
            <a:spLocks xmlns:a="http://schemas.openxmlformats.org/drawingml/2006/main" noGrp="1"/>
          </p:cNvSpPr>
          <p:nvPr/>
        </p:nvSpPr>
        <p:spPr>
          <a:xfrm xmlns:a="http://schemas.openxmlformats.org/drawingml/2006/main">
            <a:off x="16402050" y="276225"/>
            <a:ext cx="1457325" cy="447675"/>
          </a:xfrm>
          <a:custGeom xmlns:a="http://schemas.openxmlformats.org/drawingml/2006/main">
            <a:pathLst>
              <a:path w="1457325" h="447675">
                <a:moveTo>
                  <a:pt x="0" y="0"/>
                </a:moveTo>
                <a:lnTo>
                  <a:pt x="1276350" y="0"/>
                </a:lnTo>
                <a:lnTo>
                  <a:pt x="1457325" y="223838"/>
                </a:lnTo>
                <a:lnTo>
                  <a:pt x="1276350" y="447675"/>
                </a:lnTo>
                <a:lnTo>
                  <a:pt x="0" y="447675"/>
                </a:lnTo>
                <a:lnTo>
                  <a:pt x="180975" y="223838"/>
                </a:lnTo>
                <a:close/>
              </a:path>
            </a:pathLst>
          </a:custGeom>
          <a:solidFill xmlns:a="http://schemas.openxmlformats.org/drawingml/2006/main">
            <a:srgbClr val="95989B"/>
          </a:solidFill>
          <a:ln xmlns:a="http://schemas.openxmlformats.org/drawingml/2006/main" w="28575">
            <a:solidFill>
              <a:srgbClr val="FFFFFF"/>
            </a:solidFill>
            <a:prstDash val="solid"/>
          </a:ln>
        </p:spPr>
      </p:sp>
      <p:sp>
        <p:nvSpPr>
          <p:cNvPr id="11" name="overview-step-label-4">
            <a:extLst xmlns:a="http://schemas.openxmlformats.org/drawingml/2006/main">
              <a:ext uri="{FF2B5EF4-FFF2-40B4-BE49-F238E27FC236}">
                <a16:creationId xmlns:a16="http://schemas.microsoft.com/office/drawing/2014/main" id="{252D2759-9423-4D4B-B43E-17D017211182}"/>
              </a:ext>
            </a:extLst>
          </p:cNvPr>
          <p:cNvSpPr>
            <a:spLocks xmlns:a="http://schemas.openxmlformats.org/drawingml/2006/main" noGrp="1"/>
          </p:cNvSpPr>
          <p:nvPr/>
        </p:nvSpPr>
        <p:spPr>
          <a:xfrm xmlns:a="http://schemas.openxmlformats.org/drawingml/2006/main">
            <a:off x="16554450" y="276225"/>
            <a:ext cx="1266825" cy="4476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ctr">
              <a:defRPr sz="1650" b="1">
                <a:solidFill>
                  <a:srgbClr val="FFFFFF"/>
                </a:solidFill>
                <a:latin typeface="Apple SD Gothic Neo"/>
                <a:ea typeface="Apple SD Gothic Neo"/>
                <a:cs typeface="Apple SD Gothic Neo"/>
              </a:defRPr>
            </a:pPr>
            <a:r>
              <a:rPr sz="1650" b="1">
                <a:solidFill>
                  <a:srgbClr val="FFFFFF"/>
                </a:solidFill>
                <a:latin typeface="Apple SD Gothic Neo"/>
                <a:ea typeface="Apple SD Gothic Neo"/>
                <a:cs typeface="Apple SD Gothic Neo"/>
              </a:rPr>
              <a:t>결론</a:t>
            </a:r>
          </a:p>
        </p:txBody>
      </p:sp>
      <p:sp>
        <p:nvSpPr>
          <p:cNvPr id="12" name="overview-header-rule">
            <a:extLst xmlns:a="http://schemas.openxmlformats.org/drawingml/2006/main">
              <a:ext uri="{FF2B5EF4-FFF2-40B4-BE49-F238E27FC236}">
                <a16:creationId xmlns:a16="http://schemas.microsoft.com/office/drawing/2014/main" id="{9B9BE56E-7A6B-4AE3-9827-B05E441ED4F9}"/>
              </a:ext>
            </a:extLst>
          </p:cNvPr>
          <p:cNvSpPr>
            <a:spLocks xmlns:a="http://schemas.openxmlformats.org/drawingml/2006/main" noGrp="1"/>
          </p:cNvSpPr>
          <p:nvPr/>
        </p:nvSpPr>
        <p:spPr>
          <a:xfrm xmlns:a="http://schemas.openxmlformats.org/drawingml/2006/main">
            <a:off x="495300" y="1009650"/>
            <a:ext cx="17335500" cy="953"/>
          </a:xfrm>
          <a:custGeom xmlns:a="http://schemas.openxmlformats.org/drawingml/2006/main">
            <a:pathLst>
              <a:path w="17335500" h="953">
                <a:moveTo>
                  <a:pt x="0" y="0"/>
                </a:moveTo>
                <a:lnTo>
                  <a:pt x="17335500" y="0"/>
                </a:lnTo>
              </a:path>
            </a:pathLst>
          </a:custGeom>
          <a:noFill xmlns:a="http://schemas.openxmlformats.org/drawingml/2006/main"/>
          <a:ln xmlns:a="http://schemas.openxmlformats.org/drawingml/2006/main" w="23813">
            <a:solidFill>
              <a:srgbClr val="9A9A9A"/>
            </a:solidFill>
            <a:prstDash val="solid"/>
          </a:ln>
        </p:spPr>
      </p:sp>
      <p:sp>
        <p:nvSpPr>
          <p:cNvPr id="13" name="overview-left-heading">
            <a:extLst xmlns:a="http://schemas.openxmlformats.org/drawingml/2006/main">
              <a:ext uri="{FF2B5EF4-FFF2-40B4-BE49-F238E27FC236}">
                <a16:creationId xmlns:a16="http://schemas.microsoft.com/office/drawing/2014/main" id="{A031AC41-76AF-4098-9EBF-2A99A6BB15CE}"/>
              </a:ext>
            </a:extLst>
          </p:cNvPr>
          <p:cNvSpPr>
            <a:spLocks xmlns:a="http://schemas.openxmlformats.org/drawingml/2006/main" noGrp="1"/>
          </p:cNvSpPr>
          <p:nvPr/>
        </p:nvSpPr>
        <p:spPr>
          <a:xfrm xmlns:a="http://schemas.openxmlformats.org/drawingml/2006/main">
            <a:off x="495300" y="1571625"/>
            <a:ext cx="74295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l">
              <a:defRPr sz="2550" b="1">
                <a:solidFill>
                  <a:srgbClr val="354354"/>
                </a:solidFill>
                <a:latin typeface="Apple SD Gothic Neo"/>
                <a:ea typeface="Apple SD Gothic Neo"/>
                <a:cs typeface="Apple SD Gothic Neo"/>
              </a:defRPr>
            </a:pPr>
            <a:r>
              <a:rPr sz="2550" b="1">
                <a:solidFill>
                  <a:srgbClr val="354354"/>
                </a:solidFill>
                <a:latin typeface="Apple SD Gothic Neo"/>
                <a:ea typeface="Apple SD Gothic Neo"/>
                <a:cs typeface="Apple SD Gothic Neo"/>
              </a:rPr>
              <a:t>품질 목표와 주요 설계 결정</a:t>
            </a:r>
          </a:p>
        </p:txBody>
      </p:sp>
      <p:sp>
        <p:nvSpPr>
          <p:cNvPr id="14" name="overview-goal-41">
            <a:extLst xmlns:a="http://schemas.openxmlformats.org/drawingml/2006/main">
              <a:ext uri="{FF2B5EF4-FFF2-40B4-BE49-F238E27FC236}">
                <a16:creationId xmlns:a16="http://schemas.microsoft.com/office/drawing/2014/main" id="{24028A3F-2752-4F3D-9384-5F0EF1290299}"/>
              </a:ext>
            </a:extLst>
          </p:cNvPr>
          <p:cNvSpPr>
            <a:spLocks xmlns:a="http://schemas.openxmlformats.org/drawingml/2006/main" noGrp="1"/>
          </p:cNvSpPr>
          <p:nvPr/>
        </p:nvSpPr>
        <p:spPr>
          <a:xfrm xmlns:a="http://schemas.openxmlformats.org/drawingml/2006/main">
            <a:off x="2743200" y="2686050"/>
            <a:ext cx="533400" cy="1095375"/>
          </a:xfrm>
          <a:custGeom xmlns:a="http://schemas.openxmlformats.org/drawingml/2006/main">
            <a:pathLst>
              <a:path w="533400" h="1095375">
                <a:moveTo>
                  <a:pt x="0" y="1095375"/>
                </a:moveTo>
                <a:lnTo>
                  <a:pt x="533400" y="0"/>
                </a:lnTo>
              </a:path>
            </a:pathLst>
          </a:custGeom>
          <a:noFill xmlns:a="http://schemas.openxmlformats.org/drawingml/2006/main"/>
          <a:ln xmlns:a="http://schemas.openxmlformats.org/drawingml/2006/main" w="33338">
            <a:solidFill>
              <a:srgbClr val="E5A700"/>
            </a:solidFill>
            <a:prstDash val="solid"/>
          </a:ln>
        </p:spPr>
      </p:sp>
      <p:sp>
        <p:nvSpPr>
          <p:cNvPr id="15" name="overview-goal-43">
            <a:extLst xmlns:a="http://schemas.openxmlformats.org/drawingml/2006/main">
              <a:ext uri="{FF2B5EF4-FFF2-40B4-BE49-F238E27FC236}">
                <a16:creationId xmlns:a16="http://schemas.microsoft.com/office/drawing/2014/main" id="{14D037F6-DC8E-4D0E-B4B6-9A94510B89B1}"/>
              </a:ext>
            </a:extLst>
          </p:cNvPr>
          <p:cNvSpPr>
            <a:spLocks xmlns:a="http://schemas.openxmlformats.org/drawingml/2006/main" noGrp="1"/>
          </p:cNvSpPr>
          <p:nvPr/>
        </p:nvSpPr>
        <p:spPr>
          <a:xfrm xmlns:a="http://schemas.openxmlformats.org/drawingml/2006/main">
            <a:off x="2743200" y="3762375"/>
            <a:ext cx="533400" cy="19050"/>
          </a:xfrm>
          <a:custGeom xmlns:a="http://schemas.openxmlformats.org/drawingml/2006/main">
            <a:pathLst>
              <a:path w="533400" h="19050">
                <a:moveTo>
                  <a:pt x="0" y="19050"/>
                </a:moveTo>
                <a:lnTo>
                  <a:pt x="533400" y="0"/>
                </a:lnTo>
              </a:path>
            </a:pathLst>
          </a:custGeom>
          <a:noFill xmlns:a="http://schemas.openxmlformats.org/drawingml/2006/main"/>
          <a:ln xmlns:a="http://schemas.openxmlformats.org/drawingml/2006/main" w="33338">
            <a:solidFill>
              <a:srgbClr val="E73338"/>
            </a:solidFill>
            <a:prstDash val="solid"/>
          </a:ln>
        </p:spPr>
      </p:sp>
      <p:sp>
        <p:nvSpPr>
          <p:cNvPr id="16" name="overview-goal-45">
            <a:extLst xmlns:a="http://schemas.openxmlformats.org/drawingml/2006/main">
              <a:ext uri="{FF2B5EF4-FFF2-40B4-BE49-F238E27FC236}">
                <a16:creationId xmlns:a16="http://schemas.microsoft.com/office/drawing/2014/main" id="{3F0DF884-D9F2-4D6D-B16A-187EB1D0B00F}"/>
              </a:ext>
            </a:extLst>
          </p:cNvPr>
          <p:cNvSpPr>
            <a:spLocks xmlns:a="http://schemas.openxmlformats.org/drawingml/2006/main" noGrp="1"/>
          </p:cNvSpPr>
          <p:nvPr/>
        </p:nvSpPr>
        <p:spPr>
          <a:xfrm xmlns:a="http://schemas.openxmlformats.org/drawingml/2006/main">
            <a:off x="2743200" y="3781425"/>
            <a:ext cx="533400" cy="1057275"/>
          </a:xfrm>
          <a:custGeom xmlns:a="http://schemas.openxmlformats.org/drawingml/2006/main">
            <a:pathLst>
              <a:path w="533400" h="1057275">
                <a:moveTo>
                  <a:pt x="0" y="0"/>
                </a:moveTo>
                <a:lnTo>
                  <a:pt x="533400" y="1057275"/>
                </a:lnTo>
              </a:path>
            </a:pathLst>
          </a:custGeom>
          <a:noFill xmlns:a="http://schemas.openxmlformats.org/drawingml/2006/main"/>
          <a:ln xmlns:a="http://schemas.openxmlformats.org/drawingml/2006/main" w="33338">
            <a:solidFill>
              <a:srgbClr val="8D49B8"/>
            </a:solidFill>
            <a:prstDash val="solid"/>
          </a:ln>
        </p:spPr>
      </p:sp>
      <p:sp>
        <p:nvSpPr>
          <p:cNvPr id="17" name="overview-goal-기능 정확성">
            <a:extLst xmlns:a="http://schemas.openxmlformats.org/drawingml/2006/main">
              <a:ext uri="{FF2B5EF4-FFF2-40B4-BE49-F238E27FC236}">
                <a16:creationId xmlns:a16="http://schemas.microsoft.com/office/drawing/2014/main" id="{9624A6FB-D405-49A7-B36D-EBC26DC68C30}"/>
              </a:ext>
            </a:extLst>
          </p:cNvPr>
          <p:cNvSpPr>
            <a:spLocks xmlns:a="http://schemas.openxmlformats.org/drawingml/2006/main" noGrp="1"/>
          </p:cNvSpPr>
          <p:nvPr/>
        </p:nvSpPr>
        <p:spPr>
          <a:xfrm xmlns:a="http://schemas.openxmlformats.org/drawingml/2006/main">
            <a:off x="495300" y="3409950"/>
            <a:ext cx="2247900" cy="742950"/>
          </a:xfrm>
          <a:prstGeom xmlns:a="http://schemas.openxmlformats.org/drawingml/2006/main" prst="rect">
            <a:avLst/>
          </a:prstGeom>
          <a:solidFill xmlns:a="http://schemas.openxmlformats.org/drawingml/2006/main">
            <a:srgbClr val="354354"/>
          </a:solidFill>
          <a:ln xmlns:a="http://schemas.openxmlformats.org/drawingml/2006/main" w="19050">
            <a:solidFill>
              <a:srgbClr val="45699B"/>
            </a:solidFill>
            <a:prstDash val="solid"/>
          </a:ln>
        </p:spPr>
      </p:sp>
      <p:sp>
        <p:nvSpPr>
          <p:cNvPr id="18" name="overview-goal-name-기능 정확성">
            <a:extLst xmlns:a="http://schemas.openxmlformats.org/drawingml/2006/main">
              <a:ext uri="{FF2B5EF4-FFF2-40B4-BE49-F238E27FC236}">
                <a16:creationId xmlns:a16="http://schemas.microsoft.com/office/drawing/2014/main" id="{CF580015-B494-4718-802A-B857E7D20324}"/>
              </a:ext>
            </a:extLst>
          </p:cNvPr>
          <p:cNvSpPr>
            <a:spLocks xmlns:a="http://schemas.openxmlformats.org/drawingml/2006/main" noGrp="1"/>
          </p:cNvSpPr>
          <p:nvPr/>
        </p:nvSpPr>
        <p:spPr>
          <a:xfrm xmlns:a="http://schemas.openxmlformats.org/drawingml/2006/main">
            <a:off x="542925" y="3409950"/>
            <a:ext cx="2152650" cy="742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ctr">
              <a:defRPr sz="2475" b="1">
                <a:solidFill>
                  <a:srgbClr val="FFFFFF"/>
                </a:solidFill>
                <a:latin typeface="Apple SD Gothic Neo"/>
                <a:ea typeface="Apple SD Gothic Neo"/>
                <a:cs typeface="Apple SD Gothic Neo"/>
              </a:defRPr>
            </a:pPr>
            <a:r>
              <a:rPr sz="2475" b="1">
                <a:solidFill>
                  <a:srgbClr val="FFFFFF"/>
                </a:solidFill>
                <a:latin typeface="Apple SD Gothic Neo"/>
                <a:ea typeface="Apple SD Gothic Neo"/>
                <a:cs typeface="Apple SD Gothic Neo"/>
              </a:rPr>
              <a:t>기능 정확성</a:t>
            </a:r>
          </a:p>
        </p:txBody>
      </p:sp>
      <p:sp>
        <p:nvSpPr>
          <p:cNvPr id="19" name="overview-goal-44">
            <a:extLst xmlns:a="http://schemas.openxmlformats.org/drawingml/2006/main">
              <a:ext uri="{FF2B5EF4-FFF2-40B4-BE49-F238E27FC236}">
                <a16:creationId xmlns:a16="http://schemas.microsoft.com/office/drawing/2014/main" id="{A34161F5-DB52-4009-8B4A-D30EB9CC0F81}"/>
              </a:ext>
            </a:extLst>
          </p:cNvPr>
          <p:cNvSpPr>
            <a:spLocks xmlns:a="http://schemas.openxmlformats.org/drawingml/2006/main" noGrp="1"/>
          </p:cNvSpPr>
          <p:nvPr/>
        </p:nvSpPr>
        <p:spPr>
          <a:xfrm xmlns:a="http://schemas.openxmlformats.org/drawingml/2006/main">
            <a:off x="2743200" y="6000750"/>
            <a:ext cx="533400" cy="953"/>
          </a:xfrm>
          <a:custGeom xmlns:a="http://schemas.openxmlformats.org/drawingml/2006/main">
            <a:pathLst>
              <a:path w="533400" h="953">
                <a:moveTo>
                  <a:pt x="0" y="0"/>
                </a:moveTo>
                <a:lnTo>
                  <a:pt x="533400" y="0"/>
                </a:lnTo>
              </a:path>
            </a:pathLst>
          </a:custGeom>
          <a:noFill xmlns:a="http://schemas.openxmlformats.org/drawingml/2006/main"/>
          <a:ln xmlns:a="http://schemas.openxmlformats.org/drawingml/2006/main" w="33338">
            <a:solidFill>
              <a:srgbClr val="00A65A"/>
            </a:solidFill>
            <a:prstDash val="solid"/>
          </a:ln>
        </p:spPr>
      </p:sp>
      <p:sp>
        <p:nvSpPr>
          <p:cNvPr id="20" name="overview-goal-반응성">
            <a:extLst xmlns:a="http://schemas.openxmlformats.org/drawingml/2006/main">
              <a:ext uri="{FF2B5EF4-FFF2-40B4-BE49-F238E27FC236}">
                <a16:creationId xmlns:a16="http://schemas.microsoft.com/office/drawing/2014/main" id="{2C1EF522-F788-4FB5-BBEB-A6D466E2E87B}"/>
              </a:ext>
            </a:extLst>
          </p:cNvPr>
          <p:cNvSpPr>
            <a:spLocks xmlns:a="http://schemas.openxmlformats.org/drawingml/2006/main" noGrp="1"/>
          </p:cNvSpPr>
          <p:nvPr/>
        </p:nvSpPr>
        <p:spPr>
          <a:xfrm xmlns:a="http://schemas.openxmlformats.org/drawingml/2006/main">
            <a:off x="495300" y="5629275"/>
            <a:ext cx="2247900" cy="742950"/>
          </a:xfrm>
          <a:prstGeom xmlns:a="http://schemas.openxmlformats.org/drawingml/2006/main" prst="rect">
            <a:avLst/>
          </a:prstGeom>
          <a:solidFill xmlns:a="http://schemas.openxmlformats.org/drawingml/2006/main">
            <a:srgbClr val="354354"/>
          </a:solidFill>
          <a:ln xmlns:a="http://schemas.openxmlformats.org/drawingml/2006/main" w="19050">
            <a:solidFill>
              <a:srgbClr val="45699B"/>
            </a:solidFill>
            <a:prstDash val="solid"/>
          </a:ln>
        </p:spPr>
      </p:sp>
      <p:sp>
        <p:nvSpPr>
          <p:cNvPr id="21" name="overview-goal-name-반응성">
            <a:extLst xmlns:a="http://schemas.openxmlformats.org/drawingml/2006/main">
              <a:ext uri="{FF2B5EF4-FFF2-40B4-BE49-F238E27FC236}">
                <a16:creationId xmlns:a16="http://schemas.microsoft.com/office/drawing/2014/main" id="{F6B75F18-120B-4985-AA6C-5A00831684CF}"/>
              </a:ext>
            </a:extLst>
          </p:cNvPr>
          <p:cNvSpPr>
            <a:spLocks xmlns:a="http://schemas.openxmlformats.org/drawingml/2006/main" noGrp="1"/>
          </p:cNvSpPr>
          <p:nvPr/>
        </p:nvSpPr>
        <p:spPr>
          <a:xfrm xmlns:a="http://schemas.openxmlformats.org/drawingml/2006/main">
            <a:off x="542925" y="5629275"/>
            <a:ext cx="2152650" cy="742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ctr">
              <a:defRPr sz="2475" b="1">
                <a:solidFill>
                  <a:srgbClr val="FFFFFF"/>
                </a:solidFill>
                <a:latin typeface="Apple SD Gothic Neo"/>
                <a:ea typeface="Apple SD Gothic Neo"/>
                <a:cs typeface="Apple SD Gothic Neo"/>
              </a:defRPr>
            </a:pPr>
            <a:r>
              <a:rPr sz="2475" b="1">
                <a:solidFill>
                  <a:srgbClr val="FFFFFF"/>
                </a:solidFill>
                <a:latin typeface="Apple SD Gothic Neo"/>
                <a:ea typeface="Apple SD Gothic Neo"/>
                <a:cs typeface="Apple SD Gothic Neo"/>
              </a:rPr>
              <a:t>반응성</a:t>
            </a:r>
          </a:p>
        </p:txBody>
      </p:sp>
      <p:sp>
        <p:nvSpPr>
          <p:cNvPr id="22" name="overview-goal-42">
            <a:extLst xmlns:a="http://schemas.openxmlformats.org/drawingml/2006/main">
              <a:ext uri="{FF2B5EF4-FFF2-40B4-BE49-F238E27FC236}">
                <a16:creationId xmlns:a16="http://schemas.microsoft.com/office/drawing/2014/main" id="{F40F4895-125F-4870-BC3F-19D59E3C956F}"/>
              </a:ext>
            </a:extLst>
          </p:cNvPr>
          <p:cNvSpPr>
            <a:spLocks xmlns:a="http://schemas.openxmlformats.org/drawingml/2006/main" noGrp="1"/>
          </p:cNvSpPr>
          <p:nvPr/>
        </p:nvSpPr>
        <p:spPr>
          <a:xfrm xmlns:a="http://schemas.openxmlformats.org/drawingml/2006/main">
            <a:off x="2743200" y="7353300"/>
            <a:ext cx="533400" cy="953"/>
          </a:xfrm>
          <a:custGeom xmlns:a="http://schemas.openxmlformats.org/drawingml/2006/main">
            <a:pathLst>
              <a:path w="533400" h="953">
                <a:moveTo>
                  <a:pt x="0" y="0"/>
                </a:moveTo>
                <a:lnTo>
                  <a:pt x="533400" y="0"/>
                </a:lnTo>
              </a:path>
            </a:pathLst>
          </a:custGeom>
          <a:noFill xmlns:a="http://schemas.openxmlformats.org/drawingml/2006/main"/>
          <a:ln xmlns:a="http://schemas.openxmlformats.org/drawingml/2006/main" w="33338">
            <a:solidFill>
              <a:srgbClr val="2463DD"/>
            </a:solidFill>
            <a:prstDash val="solid"/>
          </a:ln>
        </p:spPr>
      </p:sp>
      <p:sp>
        <p:nvSpPr>
          <p:cNvPr id="23" name="overview-goal-변경 용이성">
            <a:extLst xmlns:a="http://schemas.openxmlformats.org/drawingml/2006/main">
              <a:ext uri="{FF2B5EF4-FFF2-40B4-BE49-F238E27FC236}">
                <a16:creationId xmlns:a16="http://schemas.microsoft.com/office/drawing/2014/main" id="{0461FD20-F7B1-4876-8C36-915D58289154}"/>
              </a:ext>
            </a:extLst>
          </p:cNvPr>
          <p:cNvSpPr>
            <a:spLocks xmlns:a="http://schemas.openxmlformats.org/drawingml/2006/main" noGrp="1"/>
          </p:cNvSpPr>
          <p:nvPr/>
        </p:nvSpPr>
        <p:spPr>
          <a:xfrm xmlns:a="http://schemas.openxmlformats.org/drawingml/2006/main">
            <a:off x="495300" y="6981825"/>
            <a:ext cx="2247900" cy="742950"/>
          </a:xfrm>
          <a:prstGeom xmlns:a="http://schemas.openxmlformats.org/drawingml/2006/main" prst="rect">
            <a:avLst/>
          </a:prstGeom>
          <a:solidFill xmlns:a="http://schemas.openxmlformats.org/drawingml/2006/main">
            <a:srgbClr val="354354"/>
          </a:solidFill>
          <a:ln xmlns:a="http://schemas.openxmlformats.org/drawingml/2006/main" w="19050">
            <a:solidFill>
              <a:srgbClr val="45699B"/>
            </a:solidFill>
            <a:prstDash val="solid"/>
          </a:ln>
        </p:spPr>
      </p:sp>
      <p:sp>
        <p:nvSpPr>
          <p:cNvPr id="24" name="overview-goal-name-변경 용이성">
            <a:extLst xmlns:a="http://schemas.openxmlformats.org/drawingml/2006/main">
              <a:ext uri="{FF2B5EF4-FFF2-40B4-BE49-F238E27FC236}">
                <a16:creationId xmlns:a16="http://schemas.microsoft.com/office/drawing/2014/main" id="{5B024587-35C9-4997-9DA4-D7F26D3944C0}"/>
              </a:ext>
            </a:extLst>
          </p:cNvPr>
          <p:cNvSpPr>
            <a:spLocks xmlns:a="http://schemas.openxmlformats.org/drawingml/2006/main" noGrp="1"/>
          </p:cNvSpPr>
          <p:nvPr/>
        </p:nvSpPr>
        <p:spPr>
          <a:xfrm xmlns:a="http://schemas.openxmlformats.org/drawingml/2006/main">
            <a:off x="542925" y="6981825"/>
            <a:ext cx="2152650" cy="742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ctr">
              <a:defRPr sz="2475" b="1">
                <a:solidFill>
                  <a:srgbClr val="FFFFFF"/>
                </a:solidFill>
                <a:latin typeface="Apple SD Gothic Neo"/>
                <a:ea typeface="Apple SD Gothic Neo"/>
                <a:cs typeface="Apple SD Gothic Neo"/>
              </a:defRPr>
            </a:pPr>
            <a:r>
              <a:rPr sz="2475" b="1">
                <a:solidFill>
                  <a:srgbClr val="FFFFFF"/>
                </a:solidFill>
                <a:latin typeface="Apple SD Gothic Neo"/>
                <a:ea typeface="Apple SD Gothic Neo"/>
                <a:cs typeface="Apple SD Gothic Neo"/>
              </a:rPr>
              <a:t>변경 용이성</a:t>
            </a:r>
          </a:p>
        </p:txBody>
      </p:sp>
      <p:sp>
        <p:nvSpPr>
          <p:cNvPr id="25" name="overview-swatch-41">
            <a:extLst xmlns:a="http://schemas.openxmlformats.org/drawingml/2006/main">
              <a:ext uri="{FF2B5EF4-FFF2-40B4-BE49-F238E27FC236}">
                <a16:creationId xmlns:a16="http://schemas.microsoft.com/office/drawing/2014/main" id="{6617CB8A-EE02-43F9-9AED-8B0F9967119E}"/>
              </a:ext>
            </a:extLst>
          </p:cNvPr>
          <p:cNvSpPr>
            <a:spLocks xmlns:a="http://schemas.openxmlformats.org/drawingml/2006/main" noGrp="1"/>
          </p:cNvSpPr>
          <p:nvPr/>
        </p:nvSpPr>
        <p:spPr>
          <a:xfrm xmlns:a="http://schemas.openxmlformats.org/drawingml/2006/main">
            <a:off x="3276600" y="2486025"/>
            <a:ext cx="228600" cy="400050"/>
          </a:xfrm>
          <a:prstGeom xmlns:a="http://schemas.openxmlformats.org/drawingml/2006/main" prst="rect">
            <a:avLst/>
          </a:prstGeom>
          <a:solidFill xmlns:a="http://schemas.openxmlformats.org/drawingml/2006/main">
            <a:srgbClr val="E5A700"/>
          </a:solidFill>
          <a:ln xmlns:a="http://schemas.openxmlformats.org/drawingml/2006/main" w="0">
            <a:solidFill>
              <a:srgbClr val="E5A700"/>
            </a:solidFill>
            <a:prstDash val="solid"/>
          </a:ln>
        </p:spPr>
      </p:sp>
      <p:sp>
        <p:nvSpPr>
          <p:cNvPr id="26" name="overview-decision-title-41">
            <a:extLst xmlns:a="http://schemas.openxmlformats.org/drawingml/2006/main">
              <a:ext uri="{FF2B5EF4-FFF2-40B4-BE49-F238E27FC236}">
                <a16:creationId xmlns:a16="http://schemas.microsoft.com/office/drawing/2014/main" id="{39A2352C-7501-4DC2-AD2E-0317F08FB075}"/>
              </a:ext>
            </a:extLst>
          </p:cNvPr>
          <p:cNvSpPr>
            <a:spLocks xmlns:a="http://schemas.openxmlformats.org/drawingml/2006/main" noGrp="1"/>
          </p:cNvSpPr>
          <p:nvPr/>
        </p:nvSpPr>
        <p:spPr>
          <a:xfrm xmlns:a="http://schemas.openxmlformats.org/drawingml/2006/main">
            <a:off x="3714750" y="2381250"/>
            <a:ext cx="44386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l">
              <a:defRPr sz="2475" b="1">
                <a:solidFill>
                  <a:srgbClr val="141414"/>
                </a:solidFill>
                <a:latin typeface="Apple SD Gothic Neo"/>
                <a:ea typeface="Apple SD Gothic Neo"/>
                <a:cs typeface="Apple SD Gothic Neo"/>
              </a:defRPr>
            </a:pPr>
            <a:r>
              <a:rPr sz="2475" b="1">
                <a:solidFill>
                  <a:srgbClr val="141414"/>
                </a:solidFill>
                <a:latin typeface="Apple SD Gothic Neo"/>
                <a:ea typeface="Apple SD Gothic Neo"/>
                <a:cs typeface="Apple SD Gothic Neo"/>
              </a:rPr>
              <a:t>04-41. Request 해석 제어</a:t>
            </a:r>
          </a:p>
        </p:txBody>
      </p:sp>
      <p:sp>
        <p:nvSpPr>
          <p:cNvPr id="27" name="overview-decision-detail-41">
            <a:extLst xmlns:a="http://schemas.openxmlformats.org/drawingml/2006/main">
              <a:ext uri="{FF2B5EF4-FFF2-40B4-BE49-F238E27FC236}">
                <a16:creationId xmlns:a16="http://schemas.microsoft.com/office/drawing/2014/main" id="{097A1D6B-536B-4A74-B5F9-0348BCF2837F}"/>
              </a:ext>
            </a:extLst>
          </p:cNvPr>
          <p:cNvSpPr>
            <a:spLocks xmlns:a="http://schemas.openxmlformats.org/drawingml/2006/main" noGrp="1"/>
          </p:cNvSpPr>
          <p:nvPr/>
        </p:nvSpPr>
        <p:spPr>
          <a:xfrm xmlns:a="http://schemas.openxmlformats.org/drawingml/2006/main">
            <a:off x="3714750" y="2876550"/>
            <a:ext cx="4429125" cy="3714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l">
              <a:defRPr sz="2025" b="0">
                <a:solidFill>
                  <a:srgbClr val="505760"/>
                </a:solidFill>
                <a:latin typeface="Apple SD Gothic Neo"/>
                <a:ea typeface="Apple SD Gothic Neo"/>
                <a:cs typeface="Apple SD Gothic Neo"/>
              </a:defRPr>
            </a:pPr>
            <a:r>
              <a:rPr sz="2025" b="0">
                <a:solidFill>
                  <a:srgbClr val="505760"/>
                </a:solidFill>
                <a:latin typeface="Apple SD Gothic Neo"/>
                <a:ea typeface="Apple SD Gothic Neo"/>
                <a:cs typeface="Apple SD Gothic Neo"/>
              </a:rPr>
              <a:t>조회와 의미 완성의 진행 책임</a:t>
            </a:r>
          </a:p>
        </p:txBody>
      </p:sp>
      <p:sp>
        <p:nvSpPr>
          <p:cNvPr id="28" name="overview-swatch-43">
            <a:extLst xmlns:a="http://schemas.openxmlformats.org/drawingml/2006/main">
              <a:ext uri="{FF2B5EF4-FFF2-40B4-BE49-F238E27FC236}">
                <a16:creationId xmlns:a16="http://schemas.microsoft.com/office/drawing/2014/main" id="{F1920F14-CE22-4674-B31D-01C4A464AD17}"/>
              </a:ext>
            </a:extLst>
          </p:cNvPr>
          <p:cNvSpPr>
            <a:spLocks xmlns:a="http://schemas.openxmlformats.org/drawingml/2006/main" noGrp="1"/>
          </p:cNvSpPr>
          <p:nvPr/>
        </p:nvSpPr>
        <p:spPr>
          <a:xfrm xmlns:a="http://schemas.openxmlformats.org/drawingml/2006/main">
            <a:off x="3276600" y="3562350"/>
            <a:ext cx="228600" cy="400050"/>
          </a:xfrm>
          <a:prstGeom xmlns:a="http://schemas.openxmlformats.org/drawingml/2006/main" prst="rect">
            <a:avLst/>
          </a:prstGeom>
          <a:solidFill xmlns:a="http://schemas.openxmlformats.org/drawingml/2006/main">
            <a:srgbClr val="E73338"/>
          </a:solidFill>
          <a:ln xmlns:a="http://schemas.openxmlformats.org/drawingml/2006/main" w="0">
            <a:solidFill>
              <a:srgbClr val="E73338"/>
            </a:solidFill>
            <a:prstDash val="solid"/>
          </a:ln>
        </p:spPr>
      </p:sp>
      <p:sp>
        <p:nvSpPr>
          <p:cNvPr id="29" name="overview-decision-title-43">
            <a:extLst xmlns:a="http://schemas.openxmlformats.org/drawingml/2006/main">
              <a:ext uri="{FF2B5EF4-FFF2-40B4-BE49-F238E27FC236}">
                <a16:creationId xmlns:a16="http://schemas.microsoft.com/office/drawing/2014/main" id="{2B0B04C3-6E53-47D9-8065-C9CBF78D81EA}"/>
              </a:ext>
            </a:extLst>
          </p:cNvPr>
          <p:cNvSpPr>
            <a:spLocks xmlns:a="http://schemas.openxmlformats.org/drawingml/2006/main" noGrp="1"/>
          </p:cNvSpPr>
          <p:nvPr/>
        </p:nvSpPr>
        <p:spPr>
          <a:xfrm xmlns:a="http://schemas.openxmlformats.org/drawingml/2006/main">
            <a:off x="3714750" y="3457575"/>
            <a:ext cx="44386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l">
              <a:defRPr sz="2475" b="1">
                <a:solidFill>
                  <a:srgbClr val="141414"/>
                </a:solidFill>
                <a:latin typeface="Apple SD Gothic Neo"/>
                <a:ea typeface="Apple SD Gothic Neo"/>
                <a:cs typeface="Apple SD Gothic Neo"/>
              </a:defRPr>
            </a:pPr>
            <a:r>
              <a:rPr sz="2475" b="1">
                <a:solidFill>
                  <a:srgbClr val="141414"/>
                </a:solidFill>
                <a:latin typeface="Apple SD Gothic Neo"/>
                <a:ea typeface="Apple SD Gothic Neo"/>
                <a:cs typeface="Apple SD Gothic Neo"/>
              </a:rPr>
              <a:t>04-43. Request 의미 판단</a:t>
            </a:r>
          </a:p>
        </p:txBody>
      </p:sp>
      <p:sp>
        <p:nvSpPr>
          <p:cNvPr id="30" name="overview-decision-detail-43">
            <a:extLst xmlns:a="http://schemas.openxmlformats.org/drawingml/2006/main">
              <a:ext uri="{FF2B5EF4-FFF2-40B4-BE49-F238E27FC236}">
                <a16:creationId xmlns:a16="http://schemas.microsoft.com/office/drawing/2014/main" id="{121EF9CA-8B04-47F4-9C9C-3C4BE0B3BEC7}"/>
              </a:ext>
            </a:extLst>
          </p:cNvPr>
          <p:cNvSpPr>
            <a:spLocks xmlns:a="http://schemas.openxmlformats.org/drawingml/2006/main" noGrp="1"/>
          </p:cNvSpPr>
          <p:nvPr/>
        </p:nvSpPr>
        <p:spPr>
          <a:xfrm xmlns:a="http://schemas.openxmlformats.org/drawingml/2006/main">
            <a:off x="3714750" y="3952875"/>
            <a:ext cx="4429125" cy="3714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l">
              <a:defRPr sz="2025" b="0">
                <a:solidFill>
                  <a:srgbClr val="505760"/>
                </a:solidFill>
                <a:latin typeface="Apple SD Gothic Neo"/>
                <a:ea typeface="Apple SD Gothic Neo"/>
                <a:cs typeface="Apple SD Gothic Neo"/>
              </a:defRPr>
            </a:pPr>
            <a:r>
              <a:rPr sz="2025" b="0">
                <a:solidFill>
                  <a:srgbClr val="505760"/>
                </a:solidFill>
                <a:latin typeface="Apple SD Gothic Neo"/>
                <a:ea typeface="Apple SD Gothic Neo"/>
                <a:cs typeface="Apple SD Gothic Neo"/>
              </a:rPr>
              <a:t>통합 판단과 기능별 판단의 생산 책임</a:t>
            </a:r>
          </a:p>
        </p:txBody>
      </p:sp>
      <p:sp>
        <p:nvSpPr>
          <p:cNvPr id="31" name="overview-swatch-45">
            <a:extLst xmlns:a="http://schemas.openxmlformats.org/drawingml/2006/main">
              <a:ext uri="{FF2B5EF4-FFF2-40B4-BE49-F238E27FC236}">
                <a16:creationId xmlns:a16="http://schemas.microsoft.com/office/drawing/2014/main" id="{E7B3F9B0-F3E4-4AE5-A261-DB0F8827B5CB}"/>
              </a:ext>
            </a:extLst>
          </p:cNvPr>
          <p:cNvSpPr>
            <a:spLocks xmlns:a="http://schemas.openxmlformats.org/drawingml/2006/main" noGrp="1"/>
          </p:cNvSpPr>
          <p:nvPr/>
        </p:nvSpPr>
        <p:spPr>
          <a:xfrm xmlns:a="http://schemas.openxmlformats.org/drawingml/2006/main">
            <a:off x="3276600" y="4638675"/>
            <a:ext cx="228600" cy="400050"/>
          </a:xfrm>
          <a:prstGeom xmlns:a="http://schemas.openxmlformats.org/drawingml/2006/main" prst="rect">
            <a:avLst/>
          </a:prstGeom>
          <a:solidFill xmlns:a="http://schemas.openxmlformats.org/drawingml/2006/main">
            <a:srgbClr val="8D49B8"/>
          </a:solidFill>
          <a:ln xmlns:a="http://schemas.openxmlformats.org/drawingml/2006/main" w="0">
            <a:solidFill>
              <a:srgbClr val="8D49B8"/>
            </a:solidFill>
            <a:prstDash val="solid"/>
          </a:ln>
        </p:spPr>
      </p:sp>
      <p:sp>
        <p:nvSpPr>
          <p:cNvPr id="32" name="overview-decision-title-45">
            <a:extLst xmlns:a="http://schemas.openxmlformats.org/drawingml/2006/main">
              <a:ext uri="{FF2B5EF4-FFF2-40B4-BE49-F238E27FC236}">
                <a16:creationId xmlns:a16="http://schemas.microsoft.com/office/drawing/2014/main" id="{223DFE7C-564B-42D1-98BA-49835EE98576}"/>
              </a:ext>
            </a:extLst>
          </p:cNvPr>
          <p:cNvSpPr>
            <a:spLocks xmlns:a="http://schemas.openxmlformats.org/drawingml/2006/main" noGrp="1"/>
          </p:cNvSpPr>
          <p:nvPr/>
        </p:nvSpPr>
        <p:spPr>
          <a:xfrm xmlns:a="http://schemas.openxmlformats.org/drawingml/2006/main">
            <a:off x="3714750" y="4533900"/>
            <a:ext cx="44386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l">
              <a:defRPr sz="2475" b="1">
                <a:solidFill>
                  <a:srgbClr val="141414"/>
                </a:solidFill>
                <a:latin typeface="Apple SD Gothic Neo"/>
                <a:ea typeface="Apple SD Gothic Neo"/>
                <a:cs typeface="Apple SD Gothic Neo"/>
              </a:defRPr>
            </a:pPr>
            <a:r>
              <a:rPr sz="2475" b="1">
                <a:solidFill>
                  <a:srgbClr val="141414"/>
                </a:solidFill>
                <a:latin typeface="Apple SD Gothic Neo"/>
                <a:ea typeface="Apple SD Gothic Neo"/>
                <a:cs typeface="Apple SD Gothic Neo"/>
              </a:rPr>
              <a:t>04-45. 기억과 Context</a:t>
            </a:r>
          </a:p>
        </p:txBody>
      </p:sp>
      <p:sp>
        <p:nvSpPr>
          <p:cNvPr id="33" name="overview-decision-detail-45">
            <a:extLst xmlns:a="http://schemas.openxmlformats.org/drawingml/2006/main">
              <a:ext uri="{FF2B5EF4-FFF2-40B4-BE49-F238E27FC236}">
                <a16:creationId xmlns:a16="http://schemas.microsoft.com/office/drawing/2014/main" id="{401FCFAE-D98A-4C64-8210-F8D9A1631B20}"/>
              </a:ext>
            </a:extLst>
          </p:cNvPr>
          <p:cNvSpPr>
            <a:spLocks xmlns:a="http://schemas.openxmlformats.org/drawingml/2006/main" noGrp="1"/>
          </p:cNvSpPr>
          <p:nvPr/>
        </p:nvSpPr>
        <p:spPr>
          <a:xfrm xmlns:a="http://schemas.openxmlformats.org/drawingml/2006/main">
            <a:off x="3714750" y="5029200"/>
            <a:ext cx="4429125" cy="3714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l">
              <a:defRPr sz="2025" b="0">
                <a:solidFill>
                  <a:srgbClr val="505760"/>
                </a:solidFill>
                <a:latin typeface="Apple SD Gothic Neo"/>
                <a:ea typeface="Apple SD Gothic Neo"/>
                <a:cs typeface="Apple SD Gothic Neo"/>
              </a:defRPr>
            </a:pPr>
            <a:r>
              <a:rPr sz="2025" b="0">
                <a:solidFill>
                  <a:srgbClr val="505760"/>
                </a:solidFill>
                <a:latin typeface="Apple SD Gothic Neo"/>
                <a:ea typeface="Apple SD Gothic Neo"/>
                <a:cs typeface="Apple SD Gothic Neo"/>
              </a:rPr>
              <a:t>과거 근거의 구성 및 공통 기억 제공</a:t>
            </a:r>
          </a:p>
        </p:txBody>
      </p:sp>
      <p:sp>
        <p:nvSpPr>
          <p:cNvPr id="34" name="overview-swatch-44">
            <a:extLst xmlns:a="http://schemas.openxmlformats.org/drawingml/2006/main">
              <a:ext uri="{FF2B5EF4-FFF2-40B4-BE49-F238E27FC236}">
                <a16:creationId xmlns:a16="http://schemas.microsoft.com/office/drawing/2014/main" id="{1107228C-AE89-4B88-9298-1BB8A58B6086}"/>
              </a:ext>
            </a:extLst>
          </p:cNvPr>
          <p:cNvSpPr>
            <a:spLocks xmlns:a="http://schemas.openxmlformats.org/drawingml/2006/main" noGrp="1"/>
          </p:cNvSpPr>
          <p:nvPr/>
        </p:nvSpPr>
        <p:spPr>
          <a:xfrm xmlns:a="http://schemas.openxmlformats.org/drawingml/2006/main">
            <a:off x="3276600" y="5800725"/>
            <a:ext cx="228600" cy="400050"/>
          </a:xfrm>
          <a:prstGeom xmlns:a="http://schemas.openxmlformats.org/drawingml/2006/main" prst="rect">
            <a:avLst/>
          </a:prstGeom>
          <a:solidFill xmlns:a="http://schemas.openxmlformats.org/drawingml/2006/main">
            <a:srgbClr val="00A65A"/>
          </a:solidFill>
          <a:ln xmlns:a="http://schemas.openxmlformats.org/drawingml/2006/main" w="0">
            <a:solidFill>
              <a:srgbClr val="00A65A"/>
            </a:solidFill>
            <a:prstDash val="solid"/>
          </a:ln>
        </p:spPr>
      </p:sp>
      <p:sp>
        <p:nvSpPr>
          <p:cNvPr id="35" name="overview-decision-title-44">
            <a:extLst xmlns:a="http://schemas.openxmlformats.org/drawingml/2006/main">
              <a:ext uri="{FF2B5EF4-FFF2-40B4-BE49-F238E27FC236}">
                <a16:creationId xmlns:a16="http://schemas.microsoft.com/office/drawing/2014/main" id="{7F80A15F-A443-4801-A5CE-C6887D757DFB}"/>
              </a:ext>
            </a:extLst>
          </p:cNvPr>
          <p:cNvSpPr>
            <a:spLocks xmlns:a="http://schemas.openxmlformats.org/drawingml/2006/main" noGrp="1"/>
          </p:cNvSpPr>
          <p:nvPr/>
        </p:nvSpPr>
        <p:spPr>
          <a:xfrm xmlns:a="http://schemas.openxmlformats.org/drawingml/2006/main">
            <a:off x="3714750" y="5695950"/>
            <a:ext cx="44386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l">
              <a:defRPr sz="2475" b="1">
                <a:solidFill>
                  <a:srgbClr val="141414"/>
                </a:solidFill>
                <a:latin typeface="Apple SD Gothic Neo"/>
                <a:ea typeface="Apple SD Gothic Neo"/>
                <a:cs typeface="Apple SD Gothic Neo"/>
              </a:defRPr>
            </a:pPr>
            <a:r>
              <a:rPr sz="2475" b="1">
                <a:solidFill>
                  <a:srgbClr val="141414"/>
                </a:solidFill>
                <a:latin typeface="Apple SD Gothic Neo"/>
                <a:ea typeface="Apple SD Gothic Neo"/>
                <a:cs typeface="Apple SD Gothic Neo"/>
              </a:rPr>
              <a:t>04-44. 지속 대화 실행</a:t>
            </a:r>
          </a:p>
        </p:txBody>
      </p:sp>
      <p:sp>
        <p:nvSpPr>
          <p:cNvPr id="36" name="overview-decision-detail-44">
            <a:extLst xmlns:a="http://schemas.openxmlformats.org/drawingml/2006/main">
              <a:ext uri="{FF2B5EF4-FFF2-40B4-BE49-F238E27FC236}">
                <a16:creationId xmlns:a16="http://schemas.microsoft.com/office/drawing/2014/main" id="{E1F195B6-2287-4B08-9DE2-8F8D49ACC599}"/>
              </a:ext>
            </a:extLst>
          </p:cNvPr>
          <p:cNvSpPr>
            <a:spLocks xmlns:a="http://schemas.openxmlformats.org/drawingml/2006/main" noGrp="1"/>
          </p:cNvSpPr>
          <p:nvPr/>
        </p:nvSpPr>
        <p:spPr>
          <a:xfrm xmlns:a="http://schemas.openxmlformats.org/drawingml/2006/main">
            <a:off x="3714750" y="6191250"/>
            <a:ext cx="4429125" cy="3714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l">
              <a:defRPr sz="2025" b="0">
                <a:solidFill>
                  <a:srgbClr val="505760"/>
                </a:solidFill>
                <a:latin typeface="Apple SD Gothic Neo"/>
                <a:ea typeface="Apple SD Gothic Neo"/>
                <a:cs typeface="Apple SD Gothic Neo"/>
              </a:defRPr>
            </a:pPr>
            <a:r>
              <a:rPr sz="2025" b="0">
                <a:solidFill>
                  <a:srgbClr val="505760"/>
                </a:solidFill>
                <a:latin typeface="Apple SD Gothic Neo"/>
                <a:ea typeface="Apple SD Gothic Neo"/>
                <a:cs typeface="Apple SD Gothic Neo"/>
              </a:rPr>
              <a:t>입력과 질문 및 결과의 후속 실행</a:t>
            </a:r>
          </a:p>
        </p:txBody>
      </p:sp>
      <p:sp>
        <p:nvSpPr>
          <p:cNvPr id="37" name="overview-swatch-42">
            <a:extLst xmlns:a="http://schemas.openxmlformats.org/drawingml/2006/main">
              <a:ext uri="{FF2B5EF4-FFF2-40B4-BE49-F238E27FC236}">
                <a16:creationId xmlns:a16="http://schemas.microsoft.com/office/drawing/2014/main" id="{FBFF4D86-C4DA-4937-B760-7950FFFEBADC}"/>
              </a:ext>
            </a:extLst>
          </p:cNvPr>
          <p:cNvSpPr>
            <a:spLocks xmlns:a="http://schemas.openxmlformats.org/drawingml/2006/main" noGrp="1"/>
          </p:cNvSpPr>
          <p:nvPr/>
        </p:nvSpPr>
        <p:spPr>
          <a:xfrm xmlns:a="http://schemas.openxmlformats.org/drawingml/2006/main">
            <a:off x="3276600" y="7153275"/>
            <a:ext cx="228600" cy="400050"/>
          </a:xfrm>
          <a:prstGeom xmlns:a="http://schemas.openxmlformats.org/drawingml/2006/main" prst="rect">
            <a:avLst/>
          </a:prstGeom>
          <a:solidFill xmlns:a="http://schemas.openxmlformats.org/drawingml/2006/main">
            <a:srgbClr val="2463DD"/>
          </a:solidFill>
          <a:ln xmlns:a="http://schemas.openxmlformats.org/drawingml/2006/main" w="0">
            <a:solidFill>
              <a:srgbClr val="2463DD"/>
            </a:solidFill>
            <a:prstDash val="solid"/>
          </a:ln>
        </p:spPr>
      </p:sp>
      <p:sp>
        <p:nvSpPr>
          <p:cNvPr id="38" name="overview-decision-title-42">
            <a:extLst xmlns:a="http://schemas.openxmlformats.org/drawingml/2006/main">
              <a:ext uri="{FF2B5EF4-FFF2-40B4-BE49-F238E27FC236}">
                <a16:creationId xmlns:a16="http://schemas.microsoft.com/office/drawing/2014/main" id="{0334C01A-7F2A-440F-9FA3-8E2A07A582AA}"/>
              </a:ext>
            </a:extLst>
          </p:cNvPr>
          <p:cNvSpPr>
            <a:spLocks xmlns:a="http://schemas.openxmlformats.org/drawingml/2006/main" noGrp="1"/>
          </p:cNvSpPr>
          <p:nvPr/>
        </p:nvSpPr>
        <p:spPr>
          <a:xfrm xmlns:a="http://schemas.openxmlformats.org/drawingml/2006/main">
            <a:off x="3714750" y="7048500"/>
            <a:ext cx="44386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l">
              <a:defRPr sz="2475" b="1">
                <a:solidFill>
                  <a:srgbClr val="141414"/>
                </a:solidFill>
                <a:latin typeface="Apple SD Gothic Neo"/>
                <a:ea typeface="Apple SD Gothic Neo"/>
                <a:cs typeface="Apple SD Gothic Neo"/>
              </a:defRPr>
            </a:pPr>
            <a:r>
              <a:rPr sz="2475" b="1">
                <a:solidFill>
                  <a:srgbClr val="141414"/>
                </a:solidFill>
                <a:latin typeface="Apple SD Gothic Neo"/>
                <a:ea typeface="Apple SD Gothic Neo"/>
                <a:cs typeface="Apple SD Gothic Neo"/>
              </a:rPr>
              <a:t>04-42. Conversation과 Task 관리</a:t>
            </a:r>
          </a:p>
        </p:txBody>
      </p:sp>
      <p:sp>
        <p:nvSpPr>
          <p:cNvPr id="39" name="overview-decision-detail-42">
            <a:extLst xmlns:a="http://schemas.openxmlformats.org/drawingml/2006/main">
              <a:ext uri="{FF2B5EF4-FFF2-40B4-BE49-F238E27FC236}">
                <a16:creationId xmlns:a16="http://schemas.microsoft.com/office/drawing/2014/main" id="{38AB7BE8-3228-44C6-AF23-70E630733A1C}"/>
              </a:ext>
            </a:extLst>
          </p:cNvPr>
          <p:cNvSpPr>
            <a:spLocks xmlns:a="http://schemas.openxmlformats.org/drawingml/2006/main" noGrp="1"/>
          </p:cNvSpPr>
          <p:nvPr/>
        </p:nvSpPr>
        <p:spPr>
          <a:xfrm xmlns:a="http://schemas.openxmlformats.org/drawingml/2006/main">
            <a:off x="3714750" y="7543800"/>
            <a:ext cx="4429125" cy="3714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l">
              <a:defRPr sz="2025" b="0">
                <a:solidFill>
                  <a:srgbClr val="505760"/>
                </a:solidFill>
                <a:latin typeface="Apple SD Gothic Neo"/>
                <a:ea typeface="Apple SD Gothic Neo"/>
                <a:cs typeface="Apple SD Gothic Neo"/>
              </a:defRPr>
            </a:pPr>
            <a:r>
              <a:rPr sz="2025" b="0">
                <a:solidFill>
                  <a:srgbClr val="505760"/>
                </a:solidFill>
                <a:latin typeface="Apple SD Gothic Neo"/>
                <a:ea typeface="Apple SD Gothic Neo"/>
                <a:cs typeface="Apple SD Gothic Neo"/>
              </a:rPr>
              <a:t>상태 소유와 실행 수명의 분리 방식</a:t>
            </a:r>
          </a:p>
        </p:txBody>
      </p:sp>
      <p:sp>
        <p:nvSpPr>
          <p:cNvPr id="40" name="overview-VIA-boundary">
            <a:extLst xmlns:a="http://schemas.openxmlformats.org/drawingml/2006/main">
              <a:ext uri="{FF2B5EF4-FFF2-40B4-BE49-F238E27FC236}">
                <a16:creationId xmlns:a16="http://schemas.microsoft.com/office/drawing/2014/main" id="{6092F400-97A3-46D2-8949-722E210BFEB7}"/>
              </a:ext>
            </a:extLst>
          </p:cNvPr>
          <p:cNvSpPr>
            <a:spLocks xmlns:a="http://schemas.openxmlformats.org/drawingml/2006/main" noGrp="1"/>
          </p:cNvSpPr>
          <p:nvPr/>
        </p:nvSpPr>
        <p:spPr>
          <a:xfrm xmlns:a="http://schemas.openxmlformats.org/drawingml/2006/main">
            <a:off x="8439150" y="1285875"/>
            <a:ext cx="9372600" cy="7324725"/>
          </a:xfrm>
          <a:prstGeom xmlns:a="http://schemas.openxmlformats.org/drawingml/2006/main" prst="rect">
            <a:avLst/>
          </a:prstGeom>
          <a:solidFill xmlns:a="http://schemas.openxmlformats.org/drawingml/2006/main">
            <a:srgbClr val="FFFFFF"/>
          </a:solidFill>
          <a:ln xmlns:a="http://schemas.openxmlformats.org/drawingml/2006/main" w="16193">
            <a:solidFill>
              <a:srgbClr val="141414"/>
            </a:solidFill>
            <a:prstDash val="solid"/>
          </a:ln>
        </p:spPr>
      </p:sp>
      <p:sp>
        <p:nvSpPr>
          <p:cNvPr id="41" name="overview-VIA-label">
            <a:extLst xmlns:a="http://schemas.openxmlformats.org/drawingml/2006/main">
              <a:ext uri="{FF2B5EF4-FFF2-40B4-BE49-F238E27FC236}">
                <a16:creationId xmlns:a16="http://schemas.microsoft.com/office/drawing/2014/main" id="{41D121AB-66D5-4758-BF87-C39953B307F7}"/>
              </a:ext>
            </a:extLst>
          </p:cNvPr>
          <p:cNvSpPr>
            <a:spLocks xmlns:a="http://schemas.openxmlformats.org/drawingml/2006/main" noGrp="1"/>
          </p:cNvSpPr>
          <p:nvPr/>
        </p:nvSpPr>
        <p:spPr>
          <a:xfrm xmlns:a="http://schemas.openxmlformats.org/drawingml/2006/main">
            <a:off x="8658225" y="1381125"/>
            <a:ext cx="20955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l">
              <a:defRPr sz="2625" b="0">
                <a:solidFill>
                  <a:srgbClr val="141414"/>
                </a:solidFill>
                <a:latin typeface="Apple SD Gothic Neo"/>
                <a:ea typeface="Apple SD Gothic Neo"/>
                <a:cs typeface="Apple SD Gothic Neo"/>
              </a:defRPr>
            </a:pPr>
            <a:r>
              <a:rPr sz="2625" b="0">
                <a:solidFill>
                  <a:srgbClr val="141414"/>
                </a:solidFill>
                <a:latin typeface="Apple SD Gothic Neo"/>
                <a:ea typeface="Apple SD Gothic Neo"/>
                <a:cs typeface="Apple SD Gothic Neo"/>
              </a:rPr>
              <a:t>VIA</a:t>
            </a:r>
          </a:p>
        </p:txBody>
      </p:sp>
      <p:sp>
        <p:nvSpPr>
          <p:cNvPr id="42" name="overview-Interaction">
            <a:extLst xmlns:a="http://schemas.openxmlformats.org/drawingml/2006/main">
              <a:ext uri="{FF2B5EF4-FFF2-40B4-BE49-F238E27FC236}">
                <a16:creationId xmlns:a16="http://schemas.microsoft.com/office/drawing/2014/main" id="{98897458-9DD3-4FD3-BDCB-651BE0190A21}"/>
              </a:ext>
            </a:extLst>
          </p:cNvPr>
          <p:cNvSpPr>
            <a:spLocks xmlns:a="http://schemas.openxmlformats.org/drawingml/2006/main" noGrp="1"/>
          </p:cNvSpPr>
          <p:nvPr/>
        </p:nvSpPr>
        <p:spPr>
          <a:xfrm xmlns:a="http://schemas.openxmlformats.org/drawingml/2006/main">
            <a:off x="8620125" y="1857375"/>
            <a:ext cx="9001125" cy="1381125"/>
          </a:xfrm>
          <a:prstGeom xmlns:a="http://schemas.openxmlformats.org/drawingml/2006/main" prst="rect">
            <a:avLst/>
          </a:prstGeom>
          <a:solidFill xmlns:a="http://schemas.openxmlformats.org/drawingml/2006/main">
            <a:srgbClr val="F6F7F8"/>
          </a:solidFill>
          <a:ln xmlns:a="http://schemas.openxmlformats.org/drawingml/2006/main" w="16193">
            <a:solidFill>
              <a:srgbClr val="141414"/>
            </a:solidFill>
            <a:prstDash val="solid"/>
          </a:ln>
        </p:spPr>
      </p:sp>
      <p:sp>
        <p:nvSpPr>
          <p:cNvPr id="43" name="overview-Interaction-label">
            <a:extLst xmlns:a="http://schemas.openxmlformats.org/drawingml/2006/main">
              <a:ext uri="{FF2B5EF4-FFF2-40B4-BE49-F238E27FC236}">
                <a16:creationId xmlns:a16="http://schemas.microsoft.com/office/drawing/2014/main" id="{3DCB3690-EE04-4E33-8360-EF1B57598588}"/>
              </a:ext>
            </a:extLst>
          </p:cNvPr>
          <p:cNvSpPr>
            <a:spLocks xmlns:a="http://schemas.openxmlformats.org/drawingml/2006/main" noGrp="1"/>
          </p:cNvSpPr>
          <p:nvPr/>
        </p:nvSpPr>
        <p:spPr>
          <a:xfrm xmlns:a="http://schemas.openxmlformats.org/drawingml/2006/main">
            <a:off x="8801100" y="1885950"/>
            <a:ext cx="42862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l">
              <a:defRPr sz="2175" b="0">
                <a:solidFill>
                  <a:srgbClr val="141414"/>
                </a:solidFill>
                <a:latin typeface="Apple SD Gothic Neo"/>
                <a:ea typeface="Apple SD Gothic Neo"/>
                <a:cs typeface="Apple SD Gothic Neo"/>
              </a:defRPr>
            </a:pPr>
            <a:r>
              <a:rPr sz="2175" b="0">
                <a:solidFill>
                  <a:srgbClr val="141414"/>
                </a:solidFill>
                <a:latin typeface="Apple SD Gothic Neo"/>
                <a:ea typeface="Apple SD Gothic Neo"/>
                <a:cs typeface="Apple SD Gothic Neo"/>
              </a:rPr>
              <a:t>Interaction</a:t>
            </a:r>
          </a:p>
        </p:txBody>
      </p:sp>
      <p:sp>
        <p:nvSpPr>
          <p:cNvPr id="44" name="overview-component-Interaction Manager">
            <a:extLst xmlns:a="http://schemas.openxmlformats.org/drawingml/2006/main">
              <a:ext uri="{FF2B5EF4-FFF2-40B4-BE49-F238E27FC236}">
                <a16:creationId xmlns:a16="http://schemas.microsoft.com/office/drawing/2014/main" id="{56A3AB06-9C8A-4809-BB5B-65C412CE6B65}"/>
              </a:ext>
            </a:extLst>
          </p:cNvPr>
          <p:cNvSpPr>
            <a:spLocks xmlns:a="http://schemas.openxmlformats.org/drawingml/2006/main" noGrp="1"/>
          </p:cNvSpPr>
          <p:nvPr/>
        </p:nvSpPr>
        <p:spPr>
          <a:xfrm xmlns:a="http://schemas.openxmlformats.org/drawingml/2006/main">
            <a:off x="8915400" y="2400300"/>
            <a:ext cx="4105275" cy="533400"/>
          </a:xfrm>
          <a:prstGeom xmlns:a="http://schemas.openxmlformats.org/drawingml/2006/main" prst="rect">
            <a:avLst/>
          </a:prstGeom>
          <a:solidFill xmlns:a="http://schemas.openxmlformats.org/drawingml/2006/main">
            <a:srgbClr val="FFFFFF"/>
          </a:solidFill>
          <a:ln xmlns:a="http://schemas.openxmlformats.org/drawingml/2006/main" w="16193">
            <a:solidFill>
              <a:srgbClr val="141414"/>
            </a:solidFill>
            <a:prstDash val="solid"/>
          </a:ln>
        </p:spPr>
      </p:sp>
      <p:sp>
        <p:nvSpPr>
          <p:cNvPr id="45" name="overview-name-Interaction Manager">
            <a:extLst xmlns:a="http://schemas.openxmlformats.org/drawingml/2006/main">
              <a:ext uri="{FF2B5EF4-FFF2-40B4-BE49-F238E27FC236}">
                <a16:creationId xmlns:a16="http://schemas.microsoft.com/office/drawing/2014/main" id="{3CE66761-8A2F-477C-B89A-084F73E21F7D}"/>
              </a:ext>
            </a:extLst>
          </p:cNvPr>
          <p:cNvSpPr>
            <a:spLocks xmlns:a="http://schemas.openxmlformats.org/drawingml/2006/main" noGrp="1"/>
          </p:cNvSpPr>
          <p:nvPr/>
        </p:nvSpPr>
        <p:spPr>
          <a:xfrm xmlns:a="http://schemas.openxmlformats.org/drawingml/2006/main">
            <a:off x="8982075" y="2400300"/>
            <a:ext cx="3971925"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ctr">
              <a:defRPr sz="2400" b="0">
                <a:solidFill>
                  <a:srgbClr val="141414"/>
                </a:solidFill>
                <a:latin typeface="Apple SD Gothic Neo"/>
                <a:ea typeface="Apple SD Gothic Neo"/>
                <a:cs typeface="Apple SD Gothic Neo"/>
              </a:defRPr>
            </a:pPr>
            <a:r>
              <a:rPr sz="2400" b="0">
                <a:solidFill>
                  <a:srgbClr val="141414"/>
                </a:solidFill>
                <a:latin typeface="Apple SD Gothic Neo"/>
                <a:ea typeface="Apple SD Gothic Neo"/>
                <a:cs typeface="Apple SD Gothic Neo"/>
              </a:rPr>
              <a:t>Interaction Manager</a:t>
            </a:r>
          </a:p>
        </p:txBody>
      </p:sp>
      <p:sp>
        <p:nvSpPr>
          <p:cNvPr id="46" name="overview-component-Response Manager">
            <a:extLst xmlns:a="http://schemas.openxmlformats.org/drawingml/2006/main">
              <a:ext uri="{FF2B5EF4-FFF2-40B4-BE49-F238E27FC236}">
                <a16:creationId xmlns:a16="http://schemas.microsoft.com/office/drawing/2014/main" id="{AE363D9E-D027-433F-874B-F998A167BFB6}"/>
              </a:ext>
            </a:extLst>
          </p:cNvPr>
          <p:cNvSpPr>
            <a:spLocks xmlns:a="http://schemas.openxmlformats.org/drawingml/2006/main" noGrp="1"/>
          </p:cNvSpPr>
          <p:nvPr/>
        </p:nvSpPr>
        <p:spPr>
          <a:xfrm xmlns:a="http://schemas.openxmlformats.org/drawingml/2006/main">
            <a:off x="13296900" y="2400300"/>
            <a:ext cx="4105275" cy="533400"/>
          </a:xfrm>
          <a:prstGeom xmlns:a="http://schemas.openxmlformats.org/drawingml/2006/main" prst="rect">
            <a:avLst/>
          </a:prstGeom>
          <a:solidFill xmlns:a="http://schemas.openxmlformats.org/drawingml/2006/main">
            <a:srgbClr val="FFFFFF"/>
          </a:solidFill>
          <a:ln xmlns:a="http://schemas.openxmlformats.org/drawingml/2006/main" w="16193">
            <a:solidFill>
              <a:srgbClr val="141414"/>
            </a:solidFill>
            <a:prstDash val="solid"/>
          </a:ln>
        </p:spPr>
      </p:sp>
      <p:sp>
        <p:nvSpPr>
          <p:cNvPr id="47" name="overview-name-Response Manager">
            <a:extLst xmlns:a="http://schemas.openxmlformats.org/drawingml/2006/main">
              <a:ext uri="{FF2B5EF4-FFF2-40B4-BE49-F238E27FC236}">
                <a16:creationId xmlns:a16="http://schemas.microsoft.com/office/drawing/2014/main" id="{FD1386B3-F5FA-43CB-9737-DE7A035249CB}"/>
              </a:ext>
            </a:extLst>
          </p:cNvPr>
          <p:cNvSpPr>
            <a:spLocks xmlns:a="http://schemas.openxmlformats.org/drawingml/2006/main" noGrp="1"/>
          </p:cNvSpPr>
          <p:nvPr/>
        </p:nvSpPr>
        <p:spPr>
          <a:xfrm xmlns:a="http://schemas.openxmlformats.org/drawingml/2006/main">
            <a:off x="13363575" y="2400300"/>
            <a:ext cx="3971925"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ctr">
              <a:defRPr sz="2400" b="0">
                <a:solidFill>
                  <a:srgbClr val="141414"/>
                </a:solidFill>
                <a:latin typeface="Apple SD Gothic Neo"/>
                <a:ea typeface="Apple SD Gothic Neo"/>
                <a:cs typeface="Apple SD Gothic Neo"/>
              </a:defRPr>
            </a:pPr>
            <a:r>
              <a:rPr sz="2400" b="0">
                <a:solidFill>
                  <a:srgbClr val="141414"/>
                </a:solidFill>
                <a:latin typeface="Apple SD Gothic Neo"/>
                <a:ea typeface="Apple SD Gothic Neo"/>
                <a:cs typeface="Apple SD Gothic Neo"/>
              </a:rPr>
              <a:t>Response Manager</a:t>
            </a:r>
          </a:p>
        </p:txBody>
      </p:sp>
      <p:sp>
        <p:nvSpPr>
          <p:cNvPr id="48" name="overview-Orchestration">
            <a:extLst xmlns:a="http://schemas.openxmlformats.org/drawingml/2006/main">
              <a:ext uri="{FF2B5EF4-FFF2-40B4-BE49-F238E27FC236}">
                <a16:creationId xmlns:a16="http://schemas.microsoft.com/office/drawing/2014/main" id="{394A7073-8491-4DB4-80E5-08B2F0E9DD5C}"/>
              </a:ext>
            </a:extLst>
          </p:cNvPr>
          <p:cNvSpPr>
            <a:spLocks xmlns:a="http://schemas.openxmlformats.org/drawingml/2006/main" noGrp="1"/>
          </p:cNvSpPr>
          <p:nvPr/>
        </p:nvSpPr>
        <p:spPr>
          <a:xfrm xmlns:a="http://schemas.openxmlformats.org/drawingml/2006/main">
            <a:off x="8620125" y="3371850"/>
            <a:ext cx="9001125" cy="3486150"/>
          </a:xfrm>
          <a:prstGeom xmlns:a="http://schemas.openxmlformats.org/drawingml/2006/main" prst="rect">
            <a:avLst/>
          </a:prstGeom>
          <a:solidFill xmlns:a="http://schemas.openxmlformats.org/drawingml/2006/main">
            <a:srgbClr val="F6F7F8"/>
          </a:solidFill>
          <a:ln xmlns:a="http://schemas.openxmlformats.org/drawingml/2006/main" w="16193">
            <a:solidFill>
              <a:srgbClr val="141414"/>
            </a:solidFill>
            <a:prstDash val="solid"/>
          </a:ln>
        </p:spPr>
      </p:sp>
      <p:sp>
        <p:nvSpPr>
          <p:cNvPr id="49" name="overview-Orchestration-label">
            <a:extLst xmlns:a="http://schemas.openxmlformats.org/drawingml/2006/main">
              <a:ext uri="{FF2B5EF4-FFF2-40B4-BE49-F238E27FC236}">
                <a16:creationId xmlns:a16="http://schemas.microsoft.com/office/drawing/2014/main" id="{5373FEE3-27B0-452D-83AD-27D2C111C8D8}"/>
              </a:ext>
            </a:extLst>
          </p:cNvPr>
          <p:cNvSpPr>
            <a:spLocks xmlns:a="http://schemas.openxmlformats.org/drawingml/2006/main" noGrp="1"/>
          </p:cNvSpPr>
          <p:nvPr/>
        </p:nvSpPr>
        <p:spPr>
          <a:xfrm xmlns:a="http://schemas.openxmlformats.org/drawingml/2006/main">
            <a:off x="8801100" y="3400425"/>
            <a:ext cx="2333625" cy="4095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l">
              <a:defRPr sz="2175" b="0">
                <a:solidFill>
                  <a:srgbClr val="141414"/>
                </a:solidFill>
                <a:latin typeface="Apple SD Gothic Neo"/>
                <a:ea typeface="Apple SD Gothic Neo"/>
                <a:cs typeface="Apple SD Gothic Neo"/>
              </a:defRPr>
            </a:pPr>
            <a:r>
              <a:rPr sz="2175" b="0">
                <a:solidFill>
                  <a:srgbClr val="141414"/>
                </a:solidFill>
                <a:latin typeface="Apple SD Gothic Neo"/>
                <a:ea typeface="Apple SD Gothic Neo"/>
                <a:cs typeface="Apple SD Gothic Neo"/>
              </a:rPr>
              <a:t>Orchestration</a:t>
            </a:r>
          </a:p>
        </p:txBody>
      </p:sp>
      <p:sp>
        <p:nvSpPr>
          <p:cNvPr id="50" name="overview-component-Request Controller">
            <a:extLst xmlns:a="http://schemas.openxmlformats.org/drawingml/2006/main">
              <a:ext uri="{FF2B5EF4-FFF2-40B4-BE49-F238E27FC236}">
                <a16:creationId xmlns:a16="http://schemas.microsoft.com/office/drawing/2014/main" id="{C5DB38EF-D503-4FEA-AF9C-FE47AEE73044}"/>
              </a:ext>
            </a:extLst>
          </p:cNvPr>
          <p:cNvSpPr>
            <a:spLocks xmlns:a="http://schemas.openxmlformats.org/drawingml/2006/main" noGrp="1"/>
          </p:cNvSpPr>
          <p:nvPr/>
        </p:nvSpPr>
        <p:spPr>
          <a:xfrm xmlns:a="http://schemas.openxmlformats.org/drawingml/2006/main">
            <a:off x="8915400" y="4076700"/>
            <a:ext cx="4105275" cy="495300"/>
          </a:xfrm>
          <a:prstGeom xmlns:a="http://schemas.openxmlformats.org/drawingml/2006/main" prst="rect">
            <a:avLst/>
          </a:prstGeom>
          <a:solidFill xmlns:a="http://schemas.openxmlformats.org/drawingml/2006/main">
            <a:srgbClr val="FFFFFF"/>
          </a:solidFill>
          <a:ln xmlns:a="http://schemas.openxmlformats.org/drawingml/2006/main" w="16193">
            <a:solidFill>
              <a:srgbClr val="141414"/>
            </a:solidFill>
            <a:prstDash val="solid"/>
          </a:ln>
        </p:spPr>
      </p:sp>
      <p:sp>
        <p:nvSpPr>
          <p:cNvPr id="51" name="overview-name-Request Controller">
            <a:extLst xmlns:a="http://schemas.openxmlformats.org/drawingml/2006/main">
              <a:ext uri="{FF2B5EF4-FFF2-40B4-BE49-F238E27FC236}">
                <a16:creationId xmlns:a16="http://schemas.microsoft.com/office/drawing/2014/main" id="{FBD05ECF-B1EC-43F2-947F-EFD5CC22D078}"/>
              </a:ext>
            </a:extLst>
          </p:cNvPr>
          <p:cNvSpPr>
            <a:spLocks xmlns:a="http://schemas.openxmlformats.org/drawingml/2006/main" noGrp="1"/>
          </p:cNvSpPr>
          <p:nvPr/>
        </p:nvSpPr>
        <p:spPr>
          <a:xfrm xmlns:a="http://schemas.openxmlformats.org/drawingml/2006/main">
            <a:off x="8982075" y="4076700"/>
            <a:ext cx="3971925"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ctr">
              <a:defRPr sz="2400" b="0">
                <a:solidFill>
                  <a:srgbClr val="141414"/>
                </a:solidFill>
                <a:latin typeface="Apple SD Gothic Neo"/>
                <a:ea typeface="Apple SD Gothic Neo"/>
                <a:cs typeface="Apple SD Gothic Neo"/>
              </a:defRPr>
            </a:pPr>
            <a:r>
              <a:rPr sz="2400" b="0">
                <a:solidFill>
                  <a:srgbClr val="141414"/>
                </a:solidFill>
                <a:latin typeface="Apple SD Gothic Neo"/>
                <a:ea typeface="Apple SD Gothic Neo"/>
                <a:cs typeface="Apple SD Gothic Neo"/>
              </a:rPr>
              <a:t>Request Controller</a:t>
            </a:r>
          </a:p>
        </p:txBody>
      </p:sp>
      <p:sp>
        <p:nvSpPr>
          <p:cNvPr id="52" name="overview-component-Request Interpreter">
            <a:extLst xmlns:a="http://schemas.openxmlformats.org/drawingml/2006/main">
              <a:ext uri="{FF2B5EF4-FFF2-40B4-BE49-F238E27FC236}">
                <a16:creationId xmlns:a16="http://schemas.microsoft.com/office/drawing/2014/main" id="{8B160582-ED2C-46E8-98EC-6B8DFF8F3710}"/>
              </a:ext>
            </a:extLst>
          </p:cNvPr>
          <p:cNvSpPr>
            <a:spLocks xmlns:a="http://schemas.openxmlformats.org/drawingml/2006/main" noGrp="1"/>
          </p:cNvSpPr>
          <p:nvPr/>
        </p:nvSpPr>
        <p:spPr>
          <a:xfrm xmlns:a="http://schemas.openxmlformats.org/drawingml/2006/main">
            <a:off x="13296900" y="4076700"/>
            <a:ext cx="4105275" cy="495300"/>
          </a:xfrm>
          <a:prstGeom xmlns:a="http://schemas.openxmlformats.org/drawingml/2006/main" prst="rect">
            <a:avLst/>
          </a:prstGeom>
          <a:solidFill xmlns:a="http://schemas.openxmlformats.org/drawingml/2006/main">
            <a:srgbClr val="FFFFFF"/>
          </a:solidFill>
          <a:ln xmlns:a="http://schemas.openxmlformats.org/drawingml/2006/main" w="16193">
            <a:solidFill>
              <a:srgbClr val="141414"/>
            </a:solidFill>
            <a:prstDash val="solid"/>
          </a:ln>
        </p:spPr>
      </p:sp>
      <p:sp>
        <p:nvSpPr>
          <p:cNvPr id="53" name="overview-name-Request Interpreter">
            <a:extLst xmlns:a="http://schemas.openxmlformats.org/drawingml/2006/main">
              <a:ext uri="{FF2B5EF4-FFF2-40B4-BE49-F238E27FC236}">
                <a16:creationId xmlns:a16="http://schemas.microsoft.com/office/drawing/2014/main" id="{D8DB87C1-E6EB-4E94-908C-AC0EA0B2440E}"/>
              </a:ext>
            </a:extLst>
          </p:cNvPr>
          <p:cNvSpPr>
            <a:spLocks xmlns:a="http://schemas.openxmlformats.org/drawingml/2006/main" noGrp="1"/>
          </p:cNvSpPr>
          <p:nvPr/>
        </p:nvSpPr>
        <p:spPr>
          <a:xfrm xmlns:a="http://schemas.openxmlformats.org/drawingml/2006/main">
            <a:off x="13363575" y="4076700"/>
            <a:ext cx="3971925"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ctr">
              <a:defRPr sz="2400" b="0">
                <a:solidFill>
                  <a:srgbClr val="141414"/>
                </a:solidFill>
                <a:latin typeface="Apple SD Gothic Neo"/>
                <a:ea typeface="Apple SD Gothic Neo"/>
                <a:cs typeface="Apple SD Gothic Neo"/>
              </a:defRPr>
            </a:pPr>
            <a:r>
              <a:rPr sz="2400" b="0">
                <a:solidFill>
                  <a:srgbClr val="141414"/>
                </a:solidFill>
                <a:latin typeface="Apple SD Gothic Neo"/>
                <a:ea typeface="Apple SD Gothic Neo"/>
                <a:cs typeface="Apple SD Gothic Neo"/>
              </a:rPr>
              <a:t>Request Interpreter</a:t>
            </a:r>
          </a:p>
        </p:txBody>
      </p:sp>
      <p:sp>
        <p:nvSpPr>
          <p:cNvPr id="54" name="overview-component-Context Manager">
            <a:extLst xmlns:a="http://schemas.openxmlformats.org/drawingml/2006/main">
              <a:ext uri="{FF2B5EF4-FFF2-40B4-BE49-F238E27FC236}">
                <a16:creationId xmlns:a16="http://schemas.microsoft.com/office/drawing/2014/main" id="{AC901521-6117-433C-8F5E-C596016BE0B2}"/>
              </a:ext>
            </a:extLst>
          </p:cNvPr>
          <p:cNvSpPr>
            <a:spLocks xmlns:a="http://schemas.openxmlformats.org/drawingml/2006/main" noGrp="1"/>
          </p:cNvSpPr>
          <p:nvPr/>
        </p:nvSpPr>
        <p:spPr>
          <a:xfrm xmlns:a="http://schemas.openxmlformats.org/drawingml/2006/main">
            <a:off x="8915400" y="4981575"/>
            <a:ext cx="4105275" cy="495300"/>
          </a:xfrm>
          <a:prstGeom xmlns:a="http://schemas.openxmlformats.org/drawingml/2006/main" prst="rect">
            <a:avLst/>
          </a:prstGeom>
          <a:solidFill xmlns:a="http://schemas.openxmlformats.org/drawingml/2006/main">
            <a:srgbClr val="FFFFFF"/>
          </a:solidFill>
          <a:ln xmlns:a="http://schemas.openxmlformats.org/drawingml/2006/main" w="16193">
            <a:solidFill>
              <a:srgbClr val="141414"/>
            </a:solidFill>
            <a:prstDash val="solid"/>
          </a:ln>
        </p:spPr>
      </p:sp>
      <p:sp>
        <p:nvSpPr>
          <p:cNvPr id="55" name="overview-name-Context Manager">
            <a:extLst xmlns:a="http://schemas.openxmlformats.org/drawingml/2006/main">
              <a:ext uri="{FF2B5EF4-FFF2-40B4-BE49-F238E27FC236}">
                <a16:creationId xmlns:a16="http://schemas.microsoft.com/office/drawing/2014/main" id="{7DA49012-CF53-4953-A5C0-B2E1CCB4DB51}"/>
              </a:ext>
            </a:extLst>
          </p:cNvPr>
          <p:cNvSpPr>
            <a:spLocks xmlns:a="http://schemas.openxmlformats.org/drawingml/2006/main" noGrp="1"/>
          </p:cNvSpPr>
          <p:nvPr/>
        </p:nvSpPr>
        <p:spPr>
          <a:xfrm xmlns:a="http://schemas.openxmlformats.org/drawingml/2006/main">
            <a:off x="8982075" y="4981575"/>
            <a:ext cx="3971925"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ctr">
              <a:defRPr sz="2400" b="0">
                <a:solidFill>
                  <a:srgbClr val="141414"/>
                </a:solidFill>
                <a:latin typeface="Apple SD Gothic Neo"/>
                <a:ea typeface="Apple SD Gothic Neo"/>
                <a:cs typeface="Apple SD Gothic Neo"/>
              </a:defRPr>
            </a:pPr>
            <a:r>
              <a:rPr sz="2400" b="0">
                <a:solidFill>
                  <a:srgbClr val="141414"/>
                </a:solidFill>
                <a:latin typeface="Apple SD Gothic Neo"/>
                <a:ea typeface="Apple SD Gothic Neo"/>
                <a:cs typeface="Apple SD Gothic Neo"/>
              </a:rPr>
              <a:t>Context Manager</a:t>
            </a:r>
          </a:p>
        </p:txBody>
      </p:sp>
      <p:sp>
        <p:nvSpPr>
          <p:cNvPr id="56" name="overview-component-Policy Manager">
            <a:extLst xmlns:a="http://schemas.openxmlformats.org/drawingml/2006/main">
              <a:ext uri="{FF2B5EF4-FFF2-40B4-BE49-F238E27FC236}">
                <a16:creationId xmlns:a16="http://schemas.microsoft.com/office/drawing/2014/main" id="{E27475CC-FCDA-4B8B-A0A3-9BE22D49E96D}"/>
              </a:ext>
            </a:extLst>
          </p:cNvPr>
          <p:cNvSpPr>
            <a:spLocks xmlns:a="http://schemas.openxmlformats.org/drawingml/2006/main" noGrp="1"/>
          </p:cNvSpPr>
          <p:nvPr/>
        </p:nvSpPr>
        <p:spPr>
          <a:xfrm xmlns:a="http://schemas.openxmlformats.org/drawingml/2006/main">
            <a:off x="13296900" y="4981575"/>
            <a:ext cx="4105275" cy="495300"/>
          </a:xfrm>
          <a:prstGeom xmlns:a="http://schemas.openxmlformats.org/drawingml/2006/main" prst="rect">
            <a:avLst/>
          </a:prstGeom>
          <a:solidFill xmlns:a="http://schemas.openxmlformats.org/drawingml/2006/main">
            <a:srgbClr val="FFFFFF"/>
          </a:solidFill>
          <a:ln xmlns:a="http://schemas.openxmlformats.org/drawingml/2006/main" w="16193">
            <a:solidFill>
              <a:srgbClr val="141414"/>
            </a:solidFill>
            <a:prstDash val="solid"/>
          </a:ln>
        </p:spPr>
      </p:sp>
      <p:sp>
        <p:nvSpPr>
          <p:cNvPr id="57" name="overview-name-Policy Manager">
            <a:extLst xmlns:a="http://schemas.openxmlformats.org/drawingml/2006/main">
              <a:ext uri="{FF2B5EF4-FFF2-40B4-BE49-F238E27FC236}">
                <a16:creationId xmlns:a16="http://schemas.microsoft.com/office/drawing/2014/main" id="{10834BA4-32B7-4BCA-862E-6BB4B30A2037}"/>
              </a:ext>
            </a:extLst>
          </p:cNvPr>
          <p:cNvSpPr>
            <a:spLocks xmlns:a="http://schemas.openxmlformats.org/drawingml/2006/main" noGrp="1"/>
          </p:cNvSpPr>
          <p:nvPr/>
        </p:nvSpPr>
        <p:spPr>
          <a:xfrm xmlns:a="http://schemas.openxmlformats.org/drawingml/2006/main">
            <a:off x="13363575" y="4981575"/>
            <a:ext cx="3971925"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ctr">
              <a:defRPr sz="2400" b="0">
                <a:solidFill>
                  <a:srgbClr val="141414"/>
                </a:solidFill>
                <a:latin typeface="Apple SD Gothic Neo"/>
                <a:ea typeface="Apple SD Gothic Neo"/>
                <a:cs typeface="Apple SD Gothic Neo"/>
              </a:defRPr>
            </a:pPr>
            <a:r>
              <a:rPr sz="2400" b="0">
                <a:solidFill>
                  <a:srgbClr val="141414"/>
                </a:solidFill>
                <a:latin typeface="Apple SD Gothic Neo"/>
                <a:ea typeface="Apple SD Gothic Neo"/>
                <a:cs typeface="Apple SD Gothic Neo"/>
              </a:rPr>
              <a:t>Policy Manager</a:t>
            </a:r>
          </a:p>
        </p:txBody>
      </p:sp>
      <p:sp>
        <p:nvSpPr>
          <p:cNvPr id="58" name="overview-component-Task Manager">
            <a:extLst xmlns:a="http://schemas.openxmlformats.org/drawingml/2006/main">
              <a:ext uri="{FF2B5EF4-FFF2-40B4-BE49-F238E27FC236}">
                <a16:creationId xmlns:a16="http://schemas.microsoft.com/office/drawing/2014/main" id="{82F2D3EE-6C0D-42C1-BAD2-A829B22AA798}"/>
              </a:ext>
            </a:extLst>
          </p:cNvPr>
          <p:cNvSpPr>
            <a:spLocks xmlns:a="http://schemas.openxmlformats.org/drawingml/2006/main" noGrp="1"/>
          </p:cNvSpPr>
          <p:nvPr/>
        </p:nvSpPr>
        <p:spPr>
          <a:xfrm xmlns:a="http://schemas.openxmlformats.org/drawingml/2006/main">
            <a:off x="8915400" y="5886450"/>
            <a:ext cx="4105275" cy="495300"/>
          </a:xfrm>
          <a:prstGeom xmlns:a="http://schemas.openxmlformats.org/drawingml/2006/main" prst="rect">
            <a:avLst/>
          </a:prstGeom>
          <a:solidFill xmlns:a="http://schemas.openxmlformats.org/drawingml/2006/main">
            <a:srgbClr val="FFFFFF"/>
          </a:solidFill>
          <a:ln xmlns:a="http://schemas.openxmlformats.org/drawingml/2006/main" w="16193">
            <a:solidFill>
              <a:srgbClr val="141414"/>
            </a:solidFill>
            <a:prstDash val="solid"/>
          </a:ln>
        </p:spPr>
      </p:sp>
      <p:sp>
        <p:nvSpPr>
          <p:cNvPr id="59" name="overview-name-Task Manager">
            <a:extLst xmlns:a="http://schemas.openxmlformats.org/drawingml/2006/main">
              <a:ext uri="{FF2B5EF4-FFF2-40B4-BE49-F238E27FC236}">
                <a16:creationId xmlns:a16="http://schemas.microsoft.com/office/drawing/2014/main" id="{3D8B9086-1E6F-4AA8-A143-D4EBE0D494A3}"/>
              </a:ext>
            </a:extLst>
          </p:cNvPr>
          <p:cNvSpPr>
            <a:spLocks xmlns:a="http://schemas.openxmlformats.org/drawingml/2006/main" noGrp="1"/>
          </p:cNvSpPr>
          <p:nvPr/>
        </p:nvSpPr>
        <p:spPr>
          <a:xfrm xmlns:a="http://schemas.openxmlformats.org/drawingml/2006/main">
            <a:off x="8982075" y="5886450"/>
            <a:ext cx="3971925"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ctr">
              <a:defRPr sz="2400" b="0">
                <a:solidFill>
                  <a:srgbClr val="141414"/>
                </a:solidFill>
                <a:latin typeface="Apple SD Gothic Neo"/>
                <a:ea typeface="Apple SD Gothic Neo"/>
                <a:cs typeface="Apple SD Gothic Neo"/>
              </a:defRPr>
            </a:pPr>
            <a:r>
              <a:rPr sz="2400" b="0">
                <a:solidFill>
                  <a:srgbClr val="141414"/>
                </a:solidFill>
                <a:latin typeface="Apple SD Gothic Neo"/>
                <a:ea typeface="Apple SD Gothic Neo"/>
                <a:cs typeface="Apple SD Gothic Neo"/>
              </a:rPr>
              <a:t>Task Manager</a:t>
            </a:r>
          </a:p>
        </p:txBody>
      </p:sp>
      <p:sp>
        <p:nvSpPr>
          <p:cNvPr id="60" name="overview-component-Agent Gateway">
            <a:extLst xmlns:a="http://schemas.openxmlformats.org/drawingml/2006/main">
              <a:ext uri="{FF2B5EF4-FFF2-40B4-BE49-F238E27FC236}">
                <a16:creationId xmlns:a16="http://schemas.microsoft.com/office/drawing/2014/main" id="{3F5CEEB9-E948-4DC6-AA9C-047CFC1A93EC}"/>
              </a:ext>
            </a:extLst>
          </p:cNvPr>
          <p:cNvSpPr>
            <a:spLocks xmlns:a="http://schemas.openxmlformats.org/drawingml/2006/main" noGrp="1"/>
          </p:cNvSpPr>
          <p:nvPr/>
        </p:nvSpPr>
        <p:spPr>
          <a:xfrm xmlns:a="http://schemas.openxmlformats.org/drawingml/2006/main">
            <a:off x="13296900" y="5886450"/>
            <a:ext cx="4105275" cy="495300"/>
          </a:xfrm>
          <a:prstGeom xmlns:a="http://schemas.openxmlformats.org/drawingml/2006/main" prst="rect">
            <a:avLst/>
          </a:prstGeom>
          <a:solidFill xmlns:a="http://schemas.openxmlformats.org/drawingml/2006/main">
            <a:srgbClr val="FFFFFF"/>
          </a:solidFill>
          <a:ln xmlns:a="http://schemas.openxmlformats.org/drawingml/2006/main" w="16193">
            <a:solidFill>
              <a:srgbClr val="141414"/>
            </a:solidFill>
            <a:prstDash val="solid"/>
          </a:ln>
        </p:spPr>
      </p:sp>
      <p:sp>
        <p:nvSpPr>
          <p:cNvPr id="61" name="overview-name-Agent Gateway">
            <a:extLst xmlns:a="http://schemas.openxmlformats.org/drawingml/2006/main">
              <a:ext uri="{FF2B5EF4-FFF2-40B4-BE49-F238E27FC236}">
                <a16:creationId xmlns:a16="http://schemas.microsoft.com/office/drawing/2014/main" id="{1ED19A3E-4957-46AF-A0F3-A8B66C4C3D02}"/>
              </a:ext>
            </a:extLst>
          </p:cNvPr>
          <p:cNvSpPr>
            <a:spLocks xmlns:a="http://schemas.openxmlformats.org/drawingml/2006/main" noGrp="1"/>
          </p:cNvSpPr>
          <p:nvPr/>
        </p:nvSpPr>
        <p:spPr>
          <a:xfrm xmlns:a="http://schemas.openxmlformats.org/drawingml/2006/main">
            <a:off x="13363575" y="5886450"/>
            <a:ext cx="3971925"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ctr">
              <a:defRPr sz="2400" b="0">
                <a:solidFill>
                  <a:srgbClr val="141414"/>
                </a:solidFill>
                <a:latin typeface="Apple SD Gothic Neo"/>
                <a:ea typeface="Apple SD Gothic Neo"/>
                <a:cs typeface="Apple SD Gothic Neo"/>
              </a:defRPr>
            </a:pPr>
            <a:r>
              <a:rPr sz="2400" b="0">
                <a:solidFill>
                  <a:srgbClr val="141414"/>
                </a:solidFill>
                <a:latin typeface="Apple SD Gothic Neo"/>
                <a:ea typeface="Apple SD Gothic Neo"/>
                <a:cs typeface="Apple SD Gothic Neo"/>
              </a:rPr>
              <a:t>Agent Gateway</a:t>
            </a:r>
          </a:p>
        </p:txBody>
      </p:sp>
      <p:sp>
        <p:nvSpPr>
          <p:cNvPr id="62" name="overview-Shared">
            <a:extLst xmlns:a="http://schemas.openxmlformats.org/drawingml/2006/main">
              <a:ext uri="{FF2B5EF4-FFF2-40B4-BE49-F238E27FC236}">
                <a16:creationId xmlns:a16="http://schemas.microsoft.com/office/drawing/2014/main" id="{07204EA6-4F43-45C0-9181-F585AD538F0B}"/>
              </a:ext>
            </a:extLst>
          </p:cNvPr>
          <p:cNvSpPr>
            <a:spLocks xmlns:a="http://schemas.openxmlformats.org/drawingml/2006/main" noGrp="1"/>
          </p:cNvSpPr>
          <p:nvPr/>
        </p:nvSpPr>
        <p:spPr>
          <a:xfrm xmlns:a="http://schemas.openxmlformats.org/drawingml/2006/main">
            <a:off x="8620125" y="7029450"/>
            <a:ext cx="9001125" cy="1400175"/>
          </a:xfrm>
          <a:prstGeom xmlns:a="http://schemas.openxmlformats.org/drawingml/2006/main" prst="rect">
            <a:avLst/>
          </a:prstGeom>
          <a:solidFill xmlns:a="http://schemas.openxmlformats.org/drawingml/2006/main">
            <a:srgbClr val="F6F7F8"/>
          </a:solidFill>
          <a:ln xmlns:a="http://schemas.openxmlformats.org/drawingml/2006/main" w="16193">
            <a:solidFill>
              <a:srgbClr val="141414"/>
            </a:solidFill>
            <a:prstDash val="solid"/>
          </a:ln>
        </p:spPr>
      </p:sp>
      <p:sp>
        <p:nvSpPr>
          <p:cNvPr id="63" name="overview-Shared-label">
            <a:extLst xmlns:a="http://schemas.openxmlformats.org/drawingml/2006/main">
              <a:ext uri="{FF2B5EF4-FFF2-40B4-BE49-F238E27FC236}">
                <a16:creationId xmlns:a16="http://schemas.microsoft.com/office/drawing/2014/main" id="{334737E3-C55A-4042-8A4B-9154A325D520}"/>
              </a:ext>
            </a:extLst>
          </p:cNvPr>
          <p:cNvSpPr>
            <a:spLocks xmlns:a="http://schemas.openxmlformats.org/drawingml/2006/main" noGrp="1"/>
          </p:cNvSpPr>
          <p:nvPr/>
        </p:nvSpPr>
        <p:spPr>
          <a:xfrm xmlns:a="http://schemas.openxmlformats.org/drawingml/2006/main">
            <a:off x="8801100" y="7086600"/>
            <a:ext cx="1905000" cy="4095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l">
              <a:defRPr sz="2175" b="0">
                <a:solidFill>
                  <a:srgbClr val="141414"/>
                </a:solidFill>
                <a:latin typeface="Apple SD Gothic Neo"/>
                <a:ea typeface="Apple SD Gothic Neo"/>
                <a:cs typeface="Apple SD Gothic Neo"/>
              </a:defRPr>
            </a:pPr>
            <a:r>
              <a:rPr sz="2175" b="0">
                <a:solidFill>
                  <a:srgbClr val="141414"/>
                </a:solidFill>
                <a:latin typeface="Apple SD Gothic Neo"/>
                <a:ea typeface="Apple SD Gothic Neo"/>
                <a:cs typeface="Apple SD Gothic Neo"/>
              </a:rPr>
              <a:t>Shared</a:t>
            </a:r>
          </a:p>
        </p:txBody>
      </p:sp>
      <p:sp>
        <p:nvSpPr>
          <p:cNvPr id="64" name="overview-component-State Store">
            <a:extLst xmlns:a="http://schemas.openxmlformats.org/drawingml/2006/main">
              <a:ext uri="{FF2B5EF4-FFF2-40B4-BE49-F238E27FC236}">
                <a16:creationId xmlns:a16="http://schemas.microsoft.com/office/drawing/2014/main" id="{B11F1CB5-88C5-4555-AB46-8AD835B0137D}"/>
              </a:ext>
            </a:extLst>
          </p:cNvPr>
          <p:cNvSpPr>
            <a:spLocks xmlns:a="http://schemas.openxmlformats.org/drawingml/2006/main" noGrp="1"/>
          </p:cNvSpPr>
          <p:nvPr/>
        </p:nvSpPr>
        <p:spPr>
          <a:xfrm xmlns:a="http://schemas.openxmlformats.org/drawingml/2006/main">
            <a:off x="8915400" y="7781925"/>
            <a:ext cx="4105275" cy="447675"/>
          </a:xfrm>
          <a:prstGeom xmlns:a="http://schemas.openxmlformats.org/drawingml/2006/main" prst="can">
            <a:avLst/>
          </a:prstGeom>
          <a:solidFill xmlns:a="http://schemas.openxmlformats.org/drawingml/2006/main">
            <a:srgbClr val="FFFFFF"/>
          </a:solidFill>
          <a:ln xmlns:a="http://schemas.openxmlformats.org/drawingml/2006/main" w="16193">
            <a:solidFill>
              <a:srgbClr val="141414"/>
            </a:solidFill>
            <a:prstDash val="solid"/>
          </a:ln>
        </p:spPr>
      </p:sp>
      <p:sp>
        <p:nvSpPr>
          <p:cNvPr id="65" name="overview-name-State Store">
            <a:extLst xmlns:a="http://schemas.openxmlformats.org/drawingml/2006/main">
              <a:ext uri="{FF2B5EF4-FFF2-40B4-BE49-F238E27FC236}">
                <a16:creationId xmlns:a16="http://schemas.microsoft.com/office/drawing/2014/main" id="{AF2A75E7-59C9-462F-994F-FC407639792C}"/>
              </a:ext>
            </a:extLst>
          </p:cNvPr>
          <p:cNvSpPr>
            <a:spLocks xmlns:a="http://schemas.openxmlformats.org/drawingml/2006/main" noGrp="1"/>
          </p:cNvSpPr>
          <p:nvPr/>
        </p:nvSpPr>
        <p:spPr>
          <a:xfrm xmlns:a="http://schemas.openxmlformats.org/drawingml/2006/main">
            <a:off x="8982075" y="7781925"/>
            <a:ext cx="3971925" cy="4476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ctr">
              <a:defRPr sz="2400" b="0">
                <a:solidFill>
                  <a:srgbClr val="141414"/>
                </a:solidFill>
                <a:latin typeface="Apple SD Gothic Neo"/>
                <a:ea typeface="Apple SD Gothic Neo"/>
                <a:cs typeface="Apple SD Gothic Neo"/>
              </a:defRPr>
            </a:pPr>
            <a:r>
              <a:rPr sz="2400" b="0">
                <a:solidFill>
                  <a:srgbClr val="141414"/>
                </a:solidFill>
                <a:latin typeface="Apple SD Gothic Neo"/>
                <a:ea typeface="Apple SD Gothic Neo"/>
                <a:cs typeface="Apple SD Gothic Neo"/>
              </a:rPr>
              <a:t>State Store</a:t>
            </a:r>
          </a:p>
        </p:txBody>
      </p:sp>
      <p:sp>
        <p:nvSpPr>
          <p:cNvPr id="66" name="overview-component-Model Access">
            <a:extLst xmlns:a="http://schemas.openxmlformats.org/drawingml/2006/main">
              <a:ext uri="{FF2B5EF4-FFF2-40B4-BE49-F238E27FC236}">
                <a16:creationId xmlns:a16="http://schemas.microsoft.com/office/drawing/2014/main" id="{9586494B-F25D-42E5-87F5-117EC35D87DB}"/>
              </a:ext>
            </a:extLst>
          </p:cNvPr>
          <p:cNvSpPr>
            <a:spLocks xmlns:a="http://schemas.openxmlformats.org/drawingml/2006/main" noGrp="1"/>
          </p:cNvSpPr>
          <p:nvPr/>
        </p:nvSpPr>
        <p:spPr>
          <a:xfrm xmlns:a="http://schemas.openxmlformats.org/drawingml/2006/main">
            <a:off x="13296900" y="7781925"/>
            <a:ext cx="4105275" cy="447675"/>
          </a:xfrm>
          <a:prstGeom xmlns:a="http://schemas.openxmlformats.org/drawingml/2006/main" prst="rect">
            <a:avLst/>
          </a:prstGeom>
          <a:solidFill xmlns:a="http://schemas.openxmlformats.org/drawingml/2006/main">
            <a:srgbClr val="FFFFFF"/>
          </a:solidFill>
          <a:ln xmlns:a="http://schemas.openxmlformats.org/drawingml/2006/main" w="16193">
            <a:solidFill>
              <a:srgbClr val="141414"/>
            </a:solidFill>
            <a:prstDash val="solid"/>
          </a:ln>
        </p:spPr>
      </p:sp>
      <p:sp>
        <p:nvSpPr>
          <p:cNvPr id="67" name="overview-name-Model Access">
            <a:extLst xmlns:a="http://schemas.openxmlformats.org/drawingml/2006/main">
              <a:ext uri="{FF2B5EF4-FFF2-40B4-BE49-F238E27FC236}">
                <a16:creationId xmlns:a16="http://schemas.microsoft.com/office/drawing/2014/main" id="{AA1C104C-47C8-4954-B908-ABEC6E0268B8}"/>
              </a:ext>
            </a:extLst>
          </p:cNvPr>
          <p:cNvSpPr>
            <a:spLocks xmlns:a="http://schemas.openxmlformats.org/drawingml/2006/main" noGrp="1"/>
          </p:cNvSpPr>
          <p:nvPr/>
        </p:nvSpPr>
        <p:spPr>
          <a:xfrm xmlns:a="http://schemas.openxmlformats.org/drawingml/2006/main">
            <a:off x="13363575" y="7781925"/>
            <a:ext cx="3971925" cy="4476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ctr">
              <a:defRPr sz="2400" b="0">
                <a:solidFill>
                  <a:srgbClr val="141414"/>
                </a:solidFill>
                <a:latin typeface="Apple SD Gothic Neo"/>
                <a:ea typeface="Apple SD Gothic Neo"/>
                <a:cs typeface="Apple SD Gothic Neo"/>
              </a:defRPr>
            </a:pPr>
            <a:r>
              <a:rPr sz="2400" b="0">
                <a:solidFill>
                  <a:srgbClr val="141414"/>
                </a:solidFill>
                <a:latin typeface="Apple SD Gothic Neo"/>
                <a:ea typeface="Apple SD Gothic Neo"/>
                <a:cs typeface="Apple SD Gothic Neo"/>
              </a:rPr>
              <a:t>Model Access</a:t>
            </a:r>
          </a:p>
        </p:txBody>
      </p:sp>
      <p:sp>
        <p:nvSpPr>
          <p:cNvPr id="68" name="overview-External-boundary">
            <a:extLst xmlns:a="http://schemas.openxmlformats.org/drawingml/2006/main">
              <a:ext uri="{FF2B5EF4-FFF2-40B4-BE49-F238E27FC236}">
                <a16:creationId xmlns:a16="http://schemas.microsoft.com/office/drawing/2014/main" id="{479861B2-3098-4650-964B-D83E7E558878}"/>
              </a:ext>
            </a:extLst>
          </p:cNvPr>
          <p:cNvSpPr>
            <a:spLocks xmlns:a="http://schemas.openxmlformats.org/drawingml/2006/main" noGrp="1"/>
          </p:cNvSpPr>
          <p:nvPr/>
        </p:nvSpPr>
        <p:spPr>
          <a:xfrm xmlns:a="http://schemas.openxmlformats.org/drawingml/2006/main">
            <a:off x="8439150" y="8782050"/>
            <a:ext cx="9372600" cy="1066800"/>
          </a:xfrm>
          <a:prstGeom xmlns:a="http://schemas.openxmlformats.org/drawingml/2006/main" prst="rect">
            <a:avLst/>
          </a:prstGeom>
          <a:solidFill xmlns:a="http://schemas.openxmlformats.org/drawingml/2006/main">
            <a:srgbClr val="FFFFFF"/>
          </a:solidFill>
          <a:ln xmlns:a="http://schemas.openxmlformats.org/drawingml/2006/main" w="16193">
            <a:solidFill>
              <a:srgbClr val="141414"/>
            </a:solidFill>
            <a:prstDash val="solid"/>
          </a:ln>
        </p:spPr>
      </p:sp>
      <p:sp>
        <p:nvSpPr>
          <p:cNvPr id="69" name="overview-External-label">
            <a:extLst xmlns:a="http://schemas.openxmlformats.org/drawingml/2006/main">
              <a:ext uri="{FF2B5EF4-FFF2-40B4-BE49-F238E27FC236}">
                <a16:creationId xmlns:a16="http://schemas.microsoft.com/office/drawing/2014/main" id="{9CB3EAD1-CC67-4944-8857-1137B1A58448}"/>
              </a:ext>
            </a:extLst>
          </p:cNvPr>
          <p:cNvSpPr>
            <a:spLocks xmlns:a="http://schemas.openxmlformats.org/drawingml/2006/main" noGrp="1"/>
          </p:cNvSpPr>
          <p:nvPr/>
        </p:nvSpPr>
        <p:spPr>
          <a:xfrm xmlns:a="http://schemas.openxmlformats.org/drawingml/2006/main">
            <a:off x="8658225" y="8829675"/>
            <a:ext cx="5715000" cy="3524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l">
              <a:defRPr sz="2100" b="0">
                <a:solidFill>
                  <a:srgbClr val="141414"/>
                </a:solidFill>
                <a:latin typeface="Apple SD Gothic Neo"/>
                <a:ea typeface="Apple SD Gothic Neo"/>
                <a:cs typeface="Apple SD Gothic Neo"/>
              </a:defRPr>
            </a:pPr>
            <a:r>
              <a:rPr sz="2100" b="0">
                <a:solidFill>
                  <a:srgbClr val="141414"/>
                </a:solidFill>
                <a:latin typeface="Apple SD Gothic Neo"/>
                <a:ea typeface="Apple SD Gothic Neo"/>
                <a:cs typeface="Apple SD Gothic Neo"/>
              </a:rPr>
              <a:t>External Components</a:t>
            </a:r>
          </a:p>
        </p:txBody>
      </p:sp>
      <p:sp>
        <p:nvSpPr>
          <p:cNvPr id="70" name="overview-component-Context Sources">
            <a:extLst xmlns:a="http://schemas.openxmlformats.org/drawingml/2006/main">
              <a:ext uri="{FF2B5EF4-FFF2-40B4-BE49-F238E27FC236}">
                <a16:creationId xmlns:a16="http://schemas.microsoft.com/office/drawing/2014/main" id="{516B78C6-5823-499A-A4B0-0AEBCB319886}"/>
              </a:ext>
            </a:extLst>
          </p:cNvPr>
          <p:cNvSpPr>
            <a:spLocks xmlns:a="http://schemas.openxmlformats.org/drawingml/2006/main" noGrp="1"/>
          </p:cNvSpPr>
          <p:nvPr/>
        </p:nvSpPr>
        <p:spPr>
          <a:xfrm xmlns:a="http://schemas.openxmlformats.org/drawingml/2006/main">
            <a:off x="8648700" y="9296400"/>
            <a:ext cx="2181225" cy="381000"/>
          </a:xfrm>
          <a:prstGeom xmlns:a="http://schemas.openxmlformats.org/drawingml/2006/main" prst="rect">
            <a:avLst/>
          </a:prstGeom>
          <a:solidFill xmlns:a="http://schemas.openxmlformats.org/drawingml/2006/main">
            <a:srgbClr val="DDE0E4"/>
          </a:solidFill>
          <a:ln xmlns:a="http://schemas.openxmlformats.org/drawingml/2006/main" w="16193">
            <a:solidFill>
              <a:srgbClr val="141414"/>
            </a:solidFill>
            <a:prstDash val="solid"/>
          </a:ln>
        </p:spPr>
      </p:sp>
      <p:sp>
        <p:nvSpPr>
          <p:cNvPr id="71" name="overview-name-Context Sources">
            <a:extLst xmlns:a="http://schemas.openxmlformats.org/drawingml/2006/main">
              <a:ext uri="{FF2B5EF4-FFF2-40B4-BE49-F238E27FC236}">
                <a16:creationId xmlns:a16="http://schemas.microsoft.com/office/drawing/2014/main" id="{2B517FC9-80D8-4F6E-9180-10AE21411DF0}"/>
              </a:ext>
            </a:extLst>
          </p:cNvPr>
          <p:cNvSpPr>
            <a:spLocks xmlns:a="http://schemas.openxmlformats.org/drawingml/2006/main" noGrp="1"/>
          </p:cNvSpPr>
          <p:nvPr/>
        </p:nvSpPr>
        <p:spPr>
          <a:xfrm xmlns:a="http://schemas.openxmlformats.org/drawingml/2006/main">
            <a:off x="8715375" y="9296400"/>
            <a:ext cx="2047875"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ctr">
              <a:defRPr sz="1800" b="0">
                <a:solidFill>
                  <a:srgbClr val="141414"/>
                </a:solidFill>
                <a:latin typeface="Apple SD Gothic Neo"/>
                <a:ea typeface="Apple SD Gothic Neo"/>
                <a:cs typeface="Apple SD Gothic Neo"/>
              </a:defRPr>
            </a:pPr>
            <a:r>
              <a:rPr sz="1800" b="0">
                <a:solidFill>
                  <a:srgbClr val="141414"/>
                </a:solidFill>
                <a:latin typeface="Apple SD Gothic Neo"/>
                <a:ea typeface="Apple SD Gothic Neo"/>
                <a:cs typeface="Apple SD Gothic Neo"/>
              </a:rPr>
              <a:t>Context Sources</a:t>
            </a:r>
          </a:p>
        </p:txBody>
      </p:sp>
      <p:sp>
        <p:nvSpPr>
          <p:cNvPr id="72" name="overview-component-Downstream Agents">
            <a:extLst xmlns:a="http://schemas.openxmlformats.org/drawingml/2006/main">
              <a:ext uri="{FF2B5EF4-FFF2-40B4-BE49-F238E27FC236}">
                <a16:creationId xmlns:a16="http://schemas.microsoft.com/office/drawing/2014/main" id="{EBE070EC-2F31-44BC-B096-36F074F46B85}"/>
              </a:ext>
            </a:extLst>
          </p:cNvPr>
          <p:cNvSpPr>
            <a:spLocks xmlns:a="http://schemas.openxmlformats.org/drawingml/2006/main" noGrp="1"/>
          </p:cNvSpPr>
          <p:nvPr/>
        </p:nvSpPr>
        <p:spPr>
          <a:xfrm xmlns:a="http://schemas.openxmlformats.org/drawingml/2006/main">
            <a:off x="10991850" y="9296400"/>
            <a:ext cx="2314575" cy="381000"/>
          </a:xfrm>
          <a:prstGeom xmlns:a="http://schemas.openxmlformats.org/drawingml/2006/main" prst="rect">
            <a:avLst/>
          </a:prstGeom>
          <a:solidFill xmlns:a="http://schemas.openxmlformats.org/drawingml/2006/main">
            <a:srgbClr val="DDE0E4"/>
          </a:solidFill>
          <a:ln xmlns:a="http://schemas.openxmlformats.org/drawingml/2006/main" w="16193">
            <a:solidFill>
              <a:srgbClr val="141414"/>
            </a:solidFill>
            <a:prstDash val="solid"/>
          </a:ln>
        </p:spPr>
      </p:sp>
      <p:sp>
        <p:nvSpPr>
          <p:cNvPr id="73" name="overview-name-Downstream Agents">
            <a:extLst xmlns:a="http://schemas.openxmlformats.org/drawingml/2006/main">
              <a:ext uri="{FF2B5EF4-FFF2-40B4-BE49-F238E27FC236}">
                <a16:creationId xmlns:a16="http://schemas.microsoft.com/office/drawing/2014/main" id="{50B4C4CF-BC53-4F6F-B078-A05B0F6373EF}"/>
              </a:ext>
            </a:extLst>
          </p:cNvPr>
          <p:cNvSpPr>
            <a:spLocks xmlns:a="http://schemas.openxmlformats.org/drawingml/2006/main" noGrp="1"/>
          </p:cNvSpPr>
          <p:nvPr/>
        </p:nvSpPr>
        <p:spPr>
          <a:xfrm xmlns:a="http://schemas.openxmlformats.org/drawingml/2006/main">
            <a:off x="11058525" y="9296400"/>
            <a:ext cx="2181225"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ctr">
              <a:defRPr sz="1800" b="0">
                <a:solidFill>
                  <a:srgbClr val="141414"/>
                </a:solidFill>
                <a:latin typeface="Apple SD Gothic Neo"/>
                <a:ea typeface="Apple SD Gothic Neo"/>
                <a:cs typeface="Apple SD Gothic Neo"/>
              </a:defRPr>
            </a:pPr>
            <a:r>
              <a:rPr sz="1800" b="0">
                <a:solidFill>
                  <a:srgbClr val="141414"/>
                </a:solidFill>
                <a:latin typeface="Apple SD Gothic Neo"/>
                <a:ea typeface="Apple SD Gothic Neo"/>
                <a:cs typeface="Apple SD Gothic Neo"/>
              </a:rPr>
              <a:t>Downstream Agents</a:t>
            </a:r>
          </a:p>
        </p:txBody>
      </p:sp>
      <p:sp>
        <p:nvSpPr>
          <p:cNvPr id="74" name="overview-Model-runtime">
            <a:extLst xmlns:a="http://schemas.openxmlformats.org/drawingml/2006/main">
              <a:ext uri="{FF2B5EF4-FFF2-40B4-BE49-F238E27FC236}">
                <a16:creationId xmlns:a16="http://schemas.microsoft.com/office/drawing/2014/main" id="{50D1BFEA-DC94-41EB-9C0E-60F70D5A5909}"/>
              </a:ext>
            </a:extLst>
          </p:cNvPr>
          <p:cNvSpPr>
            <a:spLocks xmlns:a="http://schemas.openxmlformats.org/drawingml/2006/main" noGrp="1"/>
          </p:cNvSpPr>
          <p:nvPr/>
        </p:nvSpPr>
        <p:spPr>
          <a:xfrm xmlns:a="http://schemas.openxmlformats.org/drawingml/2006/main">
            <a:off x="13468350" y="9134475"/>
            <a:ext cx="4124325" cy="619125"/>
          </a:xfrm>
          <a:prstGeom xmlns:a="http://schemas.openxmlformats.org/drawingml/2006/main" prst="rect">
            <a:avLst/>
          </a:prstGeom>
          <a:solidFill xmlns:a="http://schemas.openxmlformats.org/drawingml/2006/main">
            <a:srgbClr val="F6F7F8"/>
          </a:solidFill>
          <a:ln xmlns:a="http://schemas.openxmlformats.org/drawingml/2006/main" w="16193">
            <a:solidFill>
              <a:srgbClr val="141414"/>
            </a:solidFill>
            <a:prstDash val="solid"/>
          </a:ln>
        </p:spPr>
      </p:sp>
      <p:sp>
        <p:nvSpPr>
          <p:cNvPr id="75" name="overview-Model-runtime-label">
            <a:extLst xmlns:a="http://schemas.openxmlformats.org/drawingml/2006/main">
              <a:ext uri="{FF2B5EF4-FFF2-40B4-BE49-F238E27FC236}">
                <a16:creationId xmlns:a16="http://schemas.microsoft.com/office/drawing/2014/main" id="{2AA163DD-9E96-4145-9139-A77184EE096D}"/>
              </a:ext>
            </a:extLst>
          </p:cNvPr>
          <p:cNvSpPr>
            <a:spLocks xmlns:a="http://schemas.openxmlformats.org/drawingml/2006/main" noGrp="1"/>
          </p:cNvSpPr>
          <p:nvPr/>
        </p:nvSpPr>
        <p:spPr>
          <a:xfrm xmlns:a="http://schemas.openxmlformats.org/drawingml/2006/main">
            <a:off x="13582650" y="9144000"/>
            <a:ext cx="3810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l">
              <a:defRPr sz="1575" b="0">
                <a:solidFill>
                  <a:srgbClr val="141414"/>
                </a:solidFill>
                <a:latin typeface="Apple SD Gothic Neo"/>
                <a:ea typeface="Apple SD Gothic Neo"/>
                <a:cs typeface="Apple SD Gothic Neo"/>
              </a:defRPr>
            </a:pPr>
            <a:r>
              <a:rPr sz="1575" b="0">
                <a:solidFill>
                  <a:srgbClr val="141414"/>
                </a:solidFill>
                <a:latin typeface="Apple SD Gothic Neo"/>
                <a:ea typeface="Apple SD Gothic Neo"/>
                <a:cs typeface="Apple SD Gothic Neo"/>
              </a:rPr>
              <a:t>Model Runtime</a:t>
            </a:r>
          </a:p>
        </p:txBody>
      </p:sp>
      <p:sp>
        <p:nvSpPr>
          <p:cNvPr id="76" name="overview-component-LLM Omni">
            <a:extLst xmlns:a="http://schemas.openxmlformats.org/drawingml/2006/main">
              <a:ext uri="{FF2B5EF4-FFF2-40B4-BE49-F238E27FC236}">
                <a16:creationId xmlns:a16="http://schemas.microsoft.com/office/drawing/2014/main" id="{D97DB5CF-A55A-467E-AFE8-9C3ED3837599}"/>
              </a:ext>
            </a:extLst>
          </p:cNvPr>
          <p:cNvSpPr>
            <a:spLocks xmlns:a="http://schemas.openxmlformats.org/drawingml/2006/main" noGrp="1"/>
          </p:cNvSpPr>
          <p:nvPr/>
        </p:nvSpPr>
        <p:spPr>
          <a:xfrm xmlns:a="http://schemas.openxmlformats.org/drawingml/2006/main">
            <a:off x="13601700" y="9429750"/>
            <a:ext cx="1657350" cy="238125"/>
          </a:xfrm>
          <a:prstGeom xmlns:a="http://schemas.openxmlformats.org/drawingml/2006/main" prst="rect">
            <a:avLst/>
          </a:prstGeom>
          <a:solidFill xmlns:a="http://schemas.openxmlformats.org/drawingml/2006/main">
            <a:srgbClr val="DDE0E4"/>
          </a:solidFill>
          <a:ln xmlns:a="http://schemas.openxmlformats.org/drawingml/2006/main" w="16193">
            <a:solidFill>
              <a:srgbClr val="141414"/>
            </a:solidFill>
            <a:prstDash val="solid"/>
          </a:ln>
        </p:spPr>
      </p:sp>
      <p:sp>
        <p:nvSpPr>
          <p:cNvPr id="77" name="overview-name-LLM Omni">
            <a:extLst xmlns:a="http://schemas.openxmlformats.org/drawingml/2006/main">
              <a:ext uri="{FF2B5EF4-FFF2-40B4-BE49-F238E27FC236}">
                <a16:creationId xmlns:a16="http://schemas.microsoft.com/office/drawing/2014/main" id="{EE20AFB6-C0DD-4A0A-BACA-34D72F5CA405}"/>
              </a:ext>
            </a:extLst>
          </p:cNvPr>
          <p:cNvSpPr>
            <a:spLocks xmlns:a="http://schemas.openxmlformats.org/drawingml/2006/main" noGrp="1"/>
          </p:cNvSpPr>
          <p:nvPr/>
        </p:nvSpPr>
        <p:spPr>
          <a:xfrm xmlns:a="http://schemas.openxmlformats.org/drawingml/2006/main">
            <a:off x="13668375" y="9429750"/>
            <a:ext cx="15240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ctr">
              <a:defRPr sz="1575" b="0">
                <a:solidFill>
                  <a:srgbClr val="141414"/>
                </a:solidFill>
                <a:latin typeface="Apple SD Gothic Neo"/>
                <a:ea typeface="Apple SD Gothic Neo"/>
                <a:cs typeface="Apple SD Gothic Neo"/>
              </a:defRPr>
            </a:pPr>
            <a:r>
              <a:rPr sz="1575" b="0">
                <a:solidFill>
                  <a:srgbClr val="141414"/>
                </a:solidFill>
                <a:latin typeface="Apple SD Gothic Neo"/>
                <a:ea typeface="Apple SD Gothic Neo"/>
                <a:cs typeface="Apple SD Gothic Neo"/>
              </a:rPr>
              <a:t>LLM Omni</a:t>
            </a:r>
          </a:p>
        </p:txBody>
      </p:sp>
      <p:sp>
        <p:nvSpPr>
          <p:cNvPr id="78" name="overview-component-Streaming ASR">
            <a:extLst xmlns:a="http://schemas.openxmlformats.org/drawingml/2006/main">
              <a:ext uri="{FF2B5EF4-FFF2-40B4-BE49-F238E27FC236}">
                <a16:creationId xmlns:a16="http://schemas.microsoft.com/office/drawing/2014/main" id="{DC5484AB-5B41-4A40-9E6F-632253D94B6B}"/>
              </a:ext>
            </a:extLst>
          </p:cNvPr>
          <p:cNvSpPr>
            <a:spLocks xmlns:a="http://schemas.openxmlformats.org/drawingml/2006/main" noGrp="1"/>
          </p:cNvSpPr>
          <p:nvPr/>
        </p:nvSpPr>
        <p:spPr>
          <a:xfrm xmlns:a="http://schemas.openxmlformats.org/drawingml/2006/main">
            <a:off x="15430500" y="9429750"/>
            <a:ext cx="2019300" cy="238125"/>
          </a:xfrm>
          <a:prstGeom xmlns:a="http://schemas.openxmlformats.org/drawingml/2006/main" prst="rect">
            <a:avLst/>
          </a:prstGeom>
          <a:solidFill xmlns:a="http://schemas.openxmlformats.org/drawingml/2006/main">
            <a:srgbClr val="DDE0E4"/>
          </a:solidFill>
          <a:ln xmlns:a="http://schemas.openxmlformats.org/drawingml/2006/main" w="16193">
            <a:solidFill>
              <a:srgbClr val="141414"/>
            </a:solidFill>
            <a:prstDash val="solid"/>
          </a:ln>
        </p:spPr>
      </p:sp>
      <p:sp>
        <p:nvSpPr>
          <p:cNvPr id="79" name="overview-name-Streaming ASR">
            <a:extLst xmlns:a="http://schemas.openxmlformats.org/drawingml/2006/main">
              <a:ext uri="{FF2B5EF4-FFF2-40B4-BE49-F238E27FC236}">
                <a16:creationId xmlns:a16="http://schemas.microsoft.com/office/drawing/2014/main" id="{43C2DAF2-E044-417B-BAD0-2AF4C6BE99AD}"/>
              </a:ext>
            </a:extLst>
          </p:cNvPr>
          <p:cNvSpPr>
            <a:spLocks xmlns:a="http://schemas.openxmlformats.org/drawingml/2006/main" noGrp="1"/>
          </p:cNvSpPr>
          <p:nvPr/>
        </p:nvSpPr>
        <p:spPr>
          <a:xfrm xmlns:a="http://schemas.openxmlformats.org/drawingml/2006/main">
            <a:off x="15497175" y="9429750"/>
            <a:ext cx="188595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ctr">
              <a:defRPr sz="1575" b="0">
                <a:solidFill>
                  <a:srgbClr val="141414"/>
                </a:solidFill>
                <a:latin typeface="Apple SD Gothic Neo"/>
                <a:ea typeface="Apple SD Gothic Neo"/>
                <a:cs typeface="Apple SD Gothic Neo"/>
              </a:defRPr>
            </a:pPr>
            <a:r>
              <a:rPr sz="1575" b="0">
                <a:solidFill>
                  <a:srgbClr val="141414"/>
                </a:solidFill>
                <a:latin typeface="Apple SD Gothic Neo"/>
                <a:ea typeface="Apple SD Gothic Neo"/>
                <a:cs typeface="Apple SD Gothic Neo"/>
              </a:rPr>
              <a:t>Streaming ASR</a:t>
            </a:r>
          </a:p>
        </p:txBody>
      </p:sp>
      <p:sp>
        <p:nvSpPr>
          <p:cNvPr id="80" name="overview-dp44-interaction-and-control">
            <a:extLst xmlns:a="http://schemas.openxmlformats.org/drawingml/2006/main">
              <a:ext uri="{FF2B5EF4-FFF2-40B4-BE49-F238E27FC236}">
                <a16:creationId xmlns:a16="http://schemas.microsoft.com/office/drawing/2014/main" id="{1987472F-A111-4121-802C-9B7BE9B8DC1D}"/>
              </a:ext>
            </a:extLst>
          </p:cNvPr>
          <p:cNvSpPr>
            <a:spLocks xmlns:a="http://schemas.openxmlformats.org/drawingml/2006/main" noGrp="1"/>
          </p:cNvSpPr>
          <p:nvPr/>
        </p:nvSpPr>
        <p:spPr>
          <a:xfrm xmlns:a="http://schemas.openxmlformats.org/drawingml/2006/main">
            <a:off x="8734425" y="2324100"/>
            <a:ext cx="8772525" cy="2352675"/>
          </a:xfrm>
          <a:custGeom xmlns:a="http://schemas.openxmlformats.org/drawingml/2006/main">
            <a:pathLst>
              <a:path w="8772525" h="2352675">
                <a:moveTo>
                  <a:pt x="0" y="0"/>
                </a:moveTo>
                <a:lnTo>
                  <a:pt x="8772525" y="0"/>
                </a:lnTo>
                <a:lnTo>
                  <a:pt x="8772525" y="685800"/>
                </a:lnTo>
                <a:lnTo>
                  <a:pt x="4371975" y="685800"/>
                </a:lnTo>
                <a:lnTo>
                  <a:pt x="4371975" y="2352675"/>
                </a:lnTo>
                <a:lnTo>
                  <a:pt x="0" y="2352675"/>
                </a:lnTo>
                <a:lnTo>
                  <a:pt x="0" y="0"/>
                </a:lnTo>
              </a:path>
            </a:pathLst>
          </a:custGeom>
          <a:noFill xmlns:a="http://schemas.openxmlformats.org/drawingml/2006/main"/>
          <a:ln xmlns:a="http://schemas.openxmlformats.org/drawingml/2006/main" w="38100">
            <a:solidFill>
              <a:srgbClr val="00A65A"/>
            </a:solidFill>
            <a:prstDash val="dash"/>
          </a:ln>
        </p:spPr>
      </p:sp>
      <p:sp>
        <p:nvSpPr>
          <p:cNvPr id="81" name="overview-tag-44-interaction">
            <a:extLst xmlns:a="http://schemas.openxmlformats.org/drawingml/2006/main">
              <a:ext uri="{FF2B5EF4-FFF2-40B4-BE49-F238E27FC236}">
                <a16:creationId xmlns:a16="http://schemas.microsoft.com/office/drawing/2014/main" id="{3FADC77F-ECCC-49FB-BB13-4CAE848F31DD}"/>
              </a:ext>
            </a:extLst>
          </p:cNvPr>
          <p:cNvSpPr>
            <a:spLocks xmlns:a="http://schemas.openxmlformats.org/drawingml/2006/main" noGrp="1"/>
          </p:cNvSpPr>
          <p:nvPr/>
        </p:nvSpPr>
        <p:spPr>
          <a:xfrm xmlns:a="http://schemas.openxmlformats.org/drawingml/2006/main">
            <a:off x="16440150" y="1933575"/>
            <a:ext cx="1000125" cy="342900"/>
          </a:xfrm>
          <a:prstGeom xmlns:a="http://schemas.openxmlformats.org/drawingml/2006/main" prst="rect">
            <a:avLst/>
          </a:prstGeom>
          <a:solidFill xmlns:a="http://schemas.openxmlformats.org/drawingml/2006/main">
            <a:srgbClr val="E0F5E8"/>
          </a:solidFill>
          <a:ln xmlns:a="http://schemas.openxmlformats.org/drawingml/2006/main" w="28575">
            <a:solidFill>
              <a:srgbClr val="00A65A"/>
            </a:solidFill>
            <a:prstDash val="solid"/>
          </a:ln>
        </p:spPr>
      </p:sp>
      <p:sp>
        <p:nvSpPr>
          <p:cNvPr id="82" name="overview-tag-text-44-interaction">
            <a:extLst xmlns:a="http://schemas.openxmlformats.org/drawingml/2006/main">
              <a:ext uri="{FF2B5EF4-FFF2-40B4-BE49-F238E27FC236}">
                <a16:creationId xmlns:a16="http://schemas.microsoft.com/office/drawing/2014/main" id="{6110B6C5-3F8F-4F19-921C-6BCA96C27A7C}"/>
              </a:ext>
            </a:extLst>
          </p:cNvPr>
          <p:cNvSpPr>
            <a:spLocks xmlns:a="http://schemas.openxmlformats.org/drawingml/2006/main" noGrp="1"/>
          </p:cNvSpPr>
          <p:nvPr/>
        </p:nvSpPr>
        <p:spPr>
          <a:xfrm xmlns:a="http://schemas.openxmlformats.org/drawingml/2006/main">
            <a:off x="16440150" y="1933575"/>
            <a:ext cx="1000125"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ctr">
              <a:defRPr sz="2100" b="0">
                <a:solidFill>
                  <a:srgbClr val="141414"/>
                </a:solidFill>
                <a:latin typeface="Apple SD Gothic Neo"/>
                <a:ea typeface="Apple SD Gothic Neo"/>
                <a:cs typeface="Apple SD Gothic Neo"/>
              </a:defRPr>
            </a:pPr>
            <a:r>
              <a:rPr sz="2100" b="0">
                <a:solidFill>
                  <a:srgbClr val="141414"/>
                </a:solidFill>
                <a:latin typeface="Apple SD Gothic Neo"/>
                <a:ea typeface="Apple SD Gothic Neo"/>
                <a:cs typeface="Apple SD Gothic Neo"/>
              </a:rPr>
              <a:t>04-44</a:t>
            </a:r>
          </a:p>
        </p:txBody>
      </p:sp>
      <p:sp>
        <p:nvSpPr>
          <p:cNvPr id="83" name="overview-dp41-resolution-control">
            <a:extLst xmlns:a="http://schemas.openxmlformats.org/drawingml/2006/main">
              <a:ext uri="{FF2B5EF4-FFF2-40B4-BE49-F238E27FC236}">
                <a16:creationId xmlns:a16="http://schemas.microsoft.com/office/drawing/2014/main" id="{81B334E1-0AD8-4CFB-9367-57E3F369EDC4}"/>
              </a:ext>
            </a:extLst>
          </p:cNvPr>
          <p:cNvSpPr>
            <a:spLocks xmlns:a="http://schemas.openxmlformats.org/drawingml/2006/main" noGrp="1"/>
          </p:cNvSpPr>
          <p:nvPr/>
        </p:nvSpPr>
        <p:spPr>
          <a:xfrm xmlns:a="http://schemas.openxmlformats.org/drawingml/2006/main">
            <a:off x="8801100" y="3962400"/>
            <a:ext cx="8705850" cy="676275"/>
          </a:xfrm>
          <a:prstGeom xmlns:a="http://schemas.openxmlformats.org/drawingml/2006/main" prst="rect">
            <a:avLst/>
          </a:prstGeom>
          <a:noFill xmlns:a="http://schemas.openxmlformats.org/drawingml/2006/main"/>
          <a:ln xmlns:a="http://schemas.openxmlformats.org/drawingml/2006/main" w="38100">
            <a:solidFill>
              <a:srgbClr val="E5A700"/>
            </a:solidFill>
            <a:prstDash val="dash"/>
          </a:ln>
        </p:spPr>
      </p:sp>
      <p:sp>
        <p:nvSpPr>
          <p:cNvPr id="84" name="overview-tag-41-resolution">
            <a:extLst xmlns:a="http://schemas.openxmlformats.org/drawingml/2006/main">
              <a:ext uri="{FF2B5EF4-FFF2-40B4-BE49-F238E27FC236}">
                <a16:creationId xmlns:a16="http://schemas.microsoft.com/office/drawing/2014/main" id="{5E84ACA3-01F5-44D4-A7A8-D75E73C5D329}"/>
              </a:ext>
            </a:extLst>
          </p:cNvPr>
          <p:cNvSpPr>
            <a:spLocks xmlns:a="http://schemas.openxmlformats.org/drawingml/2006/main" noGrp="1"/>
          </p:cNvSpPr>
          <p:nvPr/>
        </p:nvSpPr>
        <p:spPr>
          <a:xfrm xmlns:a="http://schemas.openxmlformats.org/drawingml/2006/main">
            <a:off x="12249150" y="3495675"/>
            <a:ext cx="1000125" cy="342900"/>
          </a:xfrm>
          <a:prstGeom xmlns:a="http://schemas.openxmlformats.org/drawingml/2006/main" prst="rect">
            <a:avLst/>
          </a:prstGeom>
          <a:solidFill xmlns:a="http://schemas.openxmlformats.org/drawingml/2006/main">
            <a:srgbClr val="FFF1BE"/>
          </a:solidFill>
          <a:ln xmlns:a="http://schemas.openxmlformats.org/drawingml/2006/main" w="28575">
            <a:solidFill>
              <a:srgbClr val="E5A700"/>
            </a:solidFill>
            <a:prstDash val="solid"/>
          </a:ln>
        </p:spPr>
      </p:sp>
      <p:sp>
        <p:nvSpPr>
          <p:cNvPr id="85" name="overview-tag-text-41-resolution">
            <a:extLst xmlns:a="http://schemas.openxmlformats.org/drawingml/2006/main">
              <a:ext uri="{FF2B5EF4-FFF2-40B4-BE49-F238E27FC236}">
                <a16:creationId xmlns:a16="http://schemas.microsoft.com/office/drawing/2014/main" id="{BF57437B-D8C6-4D28-AFAF-3B21ADD7F9C4}"/>
              </a:ext>
            </a:extLst>
          </p:cNvPr>
          <p:cNvSpPr>
            <a:spLocks xmlns:a="http://schemas.openxmlformats.org/drawingml/2006/main" noGrp="1"/>
          </p:cNvSpPr>
          <p:nvPr/>
        </p:nvSpPr>
        <p:spPr>
          <a:xfrm xmlns:a="http://schemas.openxmlformats.org/drawingml/2006/main">
            <a:off x="12249150" y="3495675"/>
            <a:ext cx="1000125"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ctr">
              <a:defRPr sz="2100" b="0">
                <a:solidFill>
                  <a:srgbClr val="141414"/>
                </a:solidFill>
                <a:latin typeface="Apple SD Gothic Neo"/>
                <a:ea typeface="Apple SD Gothic Neo"/>
                <a:cs typeface="Apple SD Gothic Neo"/>
              </a:defRPr>
            </a:pPr>
            <a:r>
              <a:rPr sz="2100" b="0">
                <a:solidFill>
                  <a:srgbClr val="141414"/>
                </a:solidFill>
                <a:latin typeface="Apple SD Gothic Neo"/>
                <a:ea typeface="Apple SD Gothic Neo"/>
                <a:cs typeface="Apple SD Gothic Neo"/>
              </a:rPr>
              <a:t>04-41</a:t>
            </a:r>
          </a:p>
        </p:txBody>
      </p:sp>
      <p:sp>
        <p:nvSpPr>
          <p:cNvPr id="86" name="overview-dp41-tag-link">
            <a:extLst xmlns:a="http://schemas.openxmlformats.org/drawingml/2006/main">
              <a:ext uri="{FF2B5EF4-FFF2-40B4-BE49-F238E27FC236}">
                <a16:creationId xmlns:a16="http://schemas.microsoft.com/office/drawing/2014/main" id="{205F8EDC-4921-4872-BCCF-C50C897F4E1A}"/>
              </a:ext>
            </a:extLst>
          </p:cNvPr>
          <p:cNvSpPr>
            <a:spLocks xmlns:a="http://schemas.openxmlformats.org/drawingml/2006/main" noGrp="1"/>
          </p:cNvSpPr>
          <p:nvPr/>
        </p:nvSpPr>
        <p:spPr>
          <a:xfrm xmlns:a="http://schemas.openxmlformats.org/drawingml/2006/main">
            <a:off x="12744450" y="3838575"/>
            <a:ext cx="953" cy="123825"/>
          </a:xfrm>
          <a:custGeom xmlns:a="http://schemas.openxmlformats.org/drawingml/2006/main">
            <a:pathLst>
              <a:path w="953" h="123825">
                <a:moveTo>
                  <a:pt x="0" y="0"/>
                </a:moveTo>
                <a:lnTo>
                  <a:pt x="0" y="123825"/>
                </a:lnTo>
              </a:path>
            </a:pathLst>
          </a:custGeom>
          <a:noFill xmlns:a="http://schemas.openxmlformats.org/drawingml/2006/main"/>
          <a:ln xmlns:a="http://schemas.openxmlformats.org/drawingml/2006/main" w="28575">
            <a:solidFill>
              <a:srgbClr val="E5A700"/>
            </a:solidFill>
            <a:prstDash val="solid"/>
          </a:ln>
        </p:spPr>
      </p:sp>
      <p:sp>
        <p:nvSpPr>
          <p:cNvPr id="87" name="overview-dp43-semantic-production">
            <a:extLst xmlns:a="http://schemas.openxmlformats.org/drawingml/2006/main">
              <a:ext uri="{FF2B5EF4-FFF2-40B4-BE49-F238E27FC236}">
                <a16:creationId xmlns:a16="http://schemas.microsoft.com/office/drawing/2014/main" id="{8A44B922-A929-4969-A2C9-D550256740C7}"/>
              </a:ext>
            </a:extLst>
          </p:cNvPr>
          <p:cNvSpPr>
            <a:spLocks xmlns:a="http://schemas.openxmlformats.org/drawingml/2006/main" noGrp="1"/>
          </p:cNvSpPr>
          <p:nvPr/>
        </p:nvSpPr>
        <p:spPr>
          <a:xfrm xmlns:a="http://schemas.openxmlformats.org/drawingml/2006/main">
            <a:off x="13211175" y="4010025"/>
            <a:ext cx="4229100" cy="600075"/>
          </a:xfrm>
          <a:prstGeom xmlns:a="http://schemas.openxmlformats.org/drawingml/2006/main" prst="rect">
            <a:avLst/>
          </a:prstGeom>
          <a:noFill xmlns:a="http://schemas.openxmlformats.org/drawingml/2006/main"/>
          <a:ln xmlns:a="http://schemas.openxmlformats.org/drawingml/2006/main" w="38100">
            <a:solidFill>
              <a:srgbClr val="E73338"/>
            </a:solidFill>
            <a:prstDash val="dash"/>
          </a:ln>
        </p:spPr>
      </p:sp>
      <p:sp>
        <p:nvSpPr>
          <p:cNvPr id="88" name="overview-tag-43-production">
            <a:extLst xmlns:a="http://schemas.openxmlformats.org/drawingml/2006/main">
              <a:ext uri="{FF2B5EF4-FFF2-40B4-BE49-F238E27FC236}">
                <a16:creationId xmlns:a16="http://schemas.microsoft.com/office/drawing/2014/main" id="{45A3BADA-B237-4292-B594-7B28A12AB957}"/>
              </a:ext>
            </a:extLst>
          </p:cNvPr>
          <p:cNvSpPr>
            <a:spLocks xmlns:a="http://schemas.openxmlformats.org/drawingml/2006/main" noGrp="1"/>
          </p:cNvSpPr>
          <p:nvPr/>
        </p:nvSpPr>
        <p:spPr>
          <a:xfrm xmlns:a="http://schemas.openxmlformats.org/drawingml/2006/main">
            <a:off x="16344900" y="3495675"/>
            <a:ext cx="1000125" cy="342900"/>
          </a:xfrm>
          <a:prstGeom xmlns:a="http://schemas.openxmlformats.org/drawingml/2006/main" prst="rect">
            <a:avLst/>
          </a:prstGeom>
          <a:solidFill xmlns:a="http://schemas.openxmlformats.org/drawingml/2006/main">
            <a:srgbClr val="FFE5E6"/>
          </a:solidFill>
          <a:ln xmlns:a="http://schemas.openxmlformats.org/drawingml/2006/main" w="28575">
            <a:solidFill>
              <a:srgbClr val="E73338"/>
            </a:solidFill>
            <a:prstDash val="solid"/>
          </a:ln>
        </p:spPr>
      </p:sp>
      <p:sp>
        <p:nvSpPr>
          <p:cNvPr id="89" name="overview-tag-text-43-production">
            <a:extLst xmlns:a="http://schemas.openxmlformats.org/drawingml/2006/main">
              <a:ext uri="{FF2B5EF4-FFF2-40B4-BE49-F238E27FC236}">
                <a16:creationId xmlns:a16="http://schemas.microsoft.com/office/drawing/2014/main" id="{312C09E3-8693-4577-8A75-3A102849CE16}"/>
              </a:ext>
            </a:extLst>
          </p:cNvPr>
          <p:cNvSpPr>
            <a:spLocks xmlns:a="http://schemas.openxmlformats.org/drawingml/2006/main" noGrp="1"/>
          </p:cNvSpPr>
          <p:nvPr/>
        </p:nvSpPr>
        <p:spPr>
          <a:xfrm xmlns:a="http://schemas.openxmlformats.org/drawingml/2006/main">
            <a:off x="16344900" y="3495675"/>
            <a:ext cx="1000125"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ctr">
              <a:defRPr sz="2100" b="0">
                <a:solidFill>
                  <a:srgbClr val="141414"/>
                </a:solidFill>
                <a:latin typeface="Apple SD Gothic Neo"/>
                <a:ea typeface="Apple SD Gothic Neo"/>
                <a:cs typeface="Apple SD Gothic Neo"/>
              </a:defRPr>
            </a:pPr>
            <a:r>
              <a:rPr sz="2100" b="0">
                <a:solidFill>
                  <a:srgbClr val="141414"/>
                </a:solidFill>
                <a:latin typeface="Apple SD Gothic Neo"/>
                <a:ea typeface="Apple SD Gothic Neo"/>
                <a:cs typeface="Apple SD Gothic Neo"/>
              </a:rPr>
              <a:t>04-43</a:t>
            </a:r>
          </a:p>
        </p:txBody>
      </p:sp>
      <p:sp>
        <p:nvSpPr>
          <p:cNvPr id="90" name="overview-dp43-tag-link">
            <a:extLst xmlns:a="http://schemas.openxmlformats.org/drawingml/2006/main">
              <a:ext uri="{FF2B5EF4-FFF2-40B4-BE49-F238E27FC236}">
                <a16:creationId xmlns:a16="http://schemas.microsoft.com/office/drawing/2014/main" id="{4FF80992-D60A-48C6-8F56-E42953C453DC}"/>
              </a:ext>
            </a:extLst>
          </p:cNvPr>
          <p:cNvSpPr>
            <a:spLocks xmlns:a="http://schemas.openxmlformats.org/drawingml/2006/main" noGrp="1"/>
          </p:cNvSpPr>
          <p:nvPr/>
        </p:nvSpPr>
        <p:spPr>
          <a:xfrm xmlns:a="http://schemas.openxmlformats.org/drawingml/2006/main">
            <a:off x="16840200" y="3838575"/>
            <a:ext cx="953" cy="171450"/>
          </a:xfrm>
          <a:custGeom xmlns:a="http://schemas.openxmlformats.org/drawingml/2006/main">
            <a:pathLst>
              <a:path w="953" h="171450">
                <a:moveTo>
                  <a:pt x="0" y="0"/>
                </a:moveTo>
                <a:lnTo>
                  <a:pt x="0" y="171450"/>
                </a:lnTo>
              </a:path>
            </a:pathLst>
          </a:custGeom>
          <a:noFill xmlns:a="http://schemas.openxmlformats.org/drawingml/2006/main"/>
          <a:ln xmlns:a="http://schemas.openxmlformats.org/drawingml/2006/main" w="28575">
            <a:solidFill>
              <a:srgbClr val="E73338"/>
            </a:solidFill>
            <a:prstDash val="solid"/>
          </a:ln>
        </p:spPr>
      </p:sp>
      <p:sp>
        <p:nvSpPr>
          <p:cNvPr id="91" name="overview-dp42-dialogue-authority">
            <a:extLst xmlns:a="http://schemas.openxmlformats.org/drawingml/2006/main">
              <a:ext uri="{FF2B5EF4-FFF2-40B4-BE49-F238E27FC236}">
                <a16:creationId xmlns:a16="http://schemas.microsoft.com/office/drawing/2014/main" id="{61360AD1-5A6E-4B6A-B5DA-1448CA2AD50F}"/>
              </a:ext>
            </a:extLst>
          </p:cNvPr>
          <p:cNvSpPr>
            <a:spLocks xmlns:a="http://schemas.openxmlformats.org/drawingml/2006/main" noGrp="1"/>
          </p:cNvSpPr>
          <p:nvPr/>
        </p:nvSpPr>
        <p:spPr>
          <a:xfrm xmlns:a="http://schemas.openxmlformats.org/drawingml/2006/main">
            <a:off x="8858250" y="4010025"/>
            <a:ext cx="4210050" cy="600075"/>
          </a:xfrm>
          <a:prstGeom xmlns:a="http://schemas.openxmlformats.org/drawingml/2006/main" prst="rect">
            <a:avLst/>
          </a:prstGeom>
          <a:noFill xmlns:a="http://schemas.openxmlformats.org/drawingml/2006/main"/>
          <a:ln xmlns:a="http://schemas.openxmlformats.org/drawingml/2006/main" w="38100">
            <a:solidFill>
              <a:srgbClr val="2463DD"/>
            </a:solidFill>
            <a:prstDash val="dash"/>
          </a:ln>
        </p:spPr>
      </p:sp>
      <p:sp>
        <p:nvSpPr>
          <p:cNvPr id="92" name="overview-tag-42-dialogue">
            <a:extLst xmlns:a="http://schemas.openxmlformats.org/drawingml/2006/main">
              <a:ext uri="{FF2B5EF4-FFF2-40B4-BE49-F238E27FC236}">
                <a16:creationId xmlns:a16="http://schemas.microsoft.com/office/drawing/2014/main" id="{89884329-4DAC-48F9-9BA5-890CA1CE4A1B}"/>
              </a:ext>
            </a:extLst>
          </p:cNvPr>
          <p:cNvSpPr>
            <a:spLocks xmlns:a="http://schemas.openxmlformats.org/drawingml/2006/main" noGrp="1"/>
          </p:cNvSpPr>
          <p:nvPr/>
        </p:nvSpPr>
        <p:spPr>
          <a:xfrm xmlns:a="http://schemas.openxmlformats.org/drawingml/2006/main">
            <a:off x="11125200" y="3495675"/>
            <a:ext cx="1000125" cy="342900"/>
          </a:xfrm>
          <a:prstGeom xmlns:a="http://schemas.openxmlformats.org/drawingml/2006/main" prst="rect">
            <a:avLst/>
          </a:prstGeom>
          <a:solidFill xmlns:a="http://schemas.openxmlformats.org/drawingml/2006/main">
            <a:srgbClr val="E4EDFF"/>
          </a:solidFill>
          <a:ln xmlns:a="http://schemas.openxmlformats.org/drawingml/2006/main" w="28575">
            <a:solidFill>
              <a:srgbClr val="2463DD"/>
            </a:solidFill>
            <a:prstDash val="solid"/>
          </a:ln>
        </p:spPr>
      </p:sp>
      <p:sp>
        <p:nvSpPr>
          <p:cNvPr id="93" name="overview-tag-text-42-dialogue">
            <a:extLst xmlns:a="http://schemas.openxmlformats.org/drawingml/2006/main">
              <a:ext uri="{FF2B5EF4-FFF2-40B4-BE49-F238E27FC236}">
                <a16:creationId xmlns:a16="http://schemas.microsoft.com/office/drawing/2014/main" id="{CD756C85-7426-4E8E-9290-3B63FA19C1DD}"/>
              </a:ext>
            </a:extLst>
          </p:cNvPr>
          <p:cNvSpPr>
            <a:spLocks xmlns:a="http://schemas.openxmlformats.org/drawingml/2006/main" noGrp="1"/>
          </p:cNvSpPr>
          <p:nvPr/>
        </p:nvSpPr>
        <p:spPr>
          <a:xfrm xmlns:a="http://schemas.openxmlformats.org/drawingml/2006/main">
            <a:off x="11125200" y="3495675"/>
            <a:ext cx="1000125"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ctr">
              <a:defRPr sz="2100" b="0">
                <a:solidFill>
                  <a:srgbClr val="141414"/>
                </a:solidFill>
                <a:latin typeface="Apple SD Gothic Neo"/>
                <a:ea typeface="Apple SD Gothic Neo"/>
                <a:cs typeface="Apple SD Gothic Neo"/>
              </a:defRPr>
            </a:pPr>
            <a:r>
              <a:rPr sz="2100" b="0">
                <a:solidFill>
                  <a:srgbClr val="141414"/>
                </a:solidFill>
                <a:latin typeface="Apple SD Gothic Neo"/>
                <a:ea typeface="Apple SD Gothic Neo"/>
                <a:cs typeface="Apple SD Gothic Neo"/>
              </a:rPr>
              <a:t>04-42</a:t>
            </a:r>
          </a:p>
        </p:txBody>
      </p:sp>
      <p:sp>
        <p:nvSpPr>
          <p:cNvPr id="94" name="overview-dp42-dialogue-tag-link">
            <a:extLst xmlns:a="http://schemas.openxmlformats.org/drawingml/2006/main">
              <a:ext uri="{FF2B5EF4-FFF2-40B4-BE49-F238E27FC236}">
                <a16:creationId xmlns:a16="http://schemas.microsoft.com/office/drawing/2014/main" id="{D82759C1-AF12-4734-9FFC-947FFD7B4494}"/>
              </a:ext>
            </a:extLst>
          </p:cNvPr>
          <p:cNvSpPr>
            <a:spLocks xmlns:a="http://schemas.openxmlformats.org/drawingml/2006/main" noGrp="1"/>
          </p:cNvSpPr>
          <p:nvPr/>
        </p:nvSpPr>
        <p:spPr>
          <a:xfrm xmlns:a="http://schemas.openxmlformats.org/drawingml/2006/main">
            <a:off x="11620500" y="3838575"/>
            <a:ext cx="953" cy="171450"/>
          </a:xfrm>
          <a:custGeom xmlns:a="http://schemas.openxmlformats.org/drawingml/2006/main">
            <a:pathLst>
              <a:path w="953" h="171450">
                <a:moveTo>
                  <a:pt x="0" y="0"/>
                </a:moveTo>
                <a:lnTo>
                  <a:pt x="0" y="171450"/>
                </a:lnTo>
              </a:path>
            </a:pathLst>
          </a:custGeom>
          <a:noFill xmlns:a="http://schemas.openxmlformats.org/drawingml/2006/main"/>
          <a:ln xmlns:a="http://schemas.openxmlformats.org/drawingml/2006/main" w="28575">
            <a:solidFill>
              <a:srgbClr val="2463DD"/>
            </a:solidFill>
            <a:prstDash val="solid"/>
          </a:ln>
        </p:spPr>
      </p:sp>
      <p:sp>
        <p:nvSpPr>
          <p:cNvPr id="95" name="overview-dp42-work-authority">
            <a:extLst xmlns:a="http://schemas.openxmlformats.org/drawingml/2006/main">
              <a:ext uri="{FF2B5EF4-FFF2-40B4-BE49-F238E27FC236}">
                <a16:creationId xmlns:a16="http://schemas.microsoft.com/office/drawing/2014/main" id="{F892980D-3FC3-465A-8BA0-556D65A8C165}"/>
              </a:ext>
            </a:extLst>
          </p:cNvPr>
          <p:cNvSpPr>
            <a:spLocks xmlns:a="http://schemas.openxmlformats.org/drawingml/2006/main" noGrp="1"/>
          </p:cNvSpPr>
          <p:nvPr/>
        </p:nvSpPr>
        <p:spPr>
          <a:xfrm xmlns:a="http://schemas.openxmlformats.org/drawingml/2006/main">
            <a:off x="8791575" y="5800725"/>
            <a:ext cx="8715375" cy="657225"/>
          </a:xfrm>
          <a:prstGeom xmlns:a="http://schemas.openxmlformats.org/drawingml/2006/main" prst="rect">
            <a:avLst/>
          </a:prstGeom>
          <a:noFill xmlns:a="http://schemas.openxmlformats.org/drawingml/2006/main"/>
          <a:ln xmlns:a="http://schemas.openxmlformats.org/drawingml/2006/main" w="38100">
            <a:solidFill>
              <a:srgbClr val="2463DD"/>
            </a:solidFill>
            <a:prstDash val="dash"/>
          </a:ln>
        </p:spPr>
      </p:sp>
      <p:sp>
        <p:nvSpPr>
          <p:cNvPr id="96" name="overview-tag-42-work">
            <a:extLst xmlns:a="http://schemas.openxmlformats.org/drawingml/2006/main">
              <a:ext uri="{FF2B5EF4-FFF2-40B4-BE49-F238E27FC236}">
                <a16:creationId xmlns:a16="http://schemas.microsoft.com/office/drawing/2014/main" id="{413753B7-3AD3-40CF-B266-2FE2BCF94C36}"/>
              </a:ext>
            </a:extLst>
          </p:cNvPr>
          <p:cNvSpPr>
            <a:spLocks xmlns:a="http://schemas.openxmlformats.org/drawingml/2006/main" noGrp="1"/>
          </p:cNvSpPr>
          <p:nvPr/>
        </p:nvSpPr>
        <p:spPr>
          <a:xfrm xmlns:a="http://schemas.openxmlformats.org/drawingml/2006/main">
            <a:off x="16344900" y="6486525"/>
            <a:ext cx="1000125" cy="342900"/>
          </a:xfrm>
          <a:prstGeom xmlns:a="http://schemas.openxmlformats.org/drawingml/2006/main" prst="rect">
            <a:avLst/>
          </a:prstGeom>
          <a:solidFill xmlns:a="http://schemas.openxmlformats.org/drawingml/2006/main">
            <a:srgbClr val="E4EDFF"/>
          </a:solidFill>
          <a:ln xmlns:a="http://schemas.openxmlformats.org/drawingml/2006/main" w="28575">
            <a:solidFill>
              <a:srgbClr val="2463DD"/>
            </a:solidFill>
            <a:prstDash val="solid"/>
          </a:ln>
        </p:spPr>
      </p:sp>
      <p:sp>
        <p:nvSpPr>
          <p:cNvPr id="97" name="overview-tag-text-42-work">
            <a:extLst xmlns:a="http://schemas.openxmlformats.org/drawingml/2006/main">
              <a:ext uri="{FF2B5EF4-FFF2-40B4-BE49-F238E27FC236}">
                <a16:creationId xmlns:a16="http://schemas.microsoft.com/office/drawing/2014/main" id="{A98DFBAB-2A75-43BE-A47E-2DD177687C77}"/>
              </a:ext>
            </a:extLst>
          </p:cNvPr>
          <p:cNvSpPr>
            <a:spLocks xmlns:a="http://schemas.openxmlformats.org/drawingml/2006/main" noGrp="1"/>
          </p:cNvSpPr>
          <p:nvPr/>
        </p:nvSpPr>
        <p:spPr>
          <a:xfrm xmlns:a="http://schemas.openxmlformats.org/drawingml/2006/main">
            <a:off x="16344900" y="6486525"/>
            <a:ext cx="1000125"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ctr">
              <a:defRPr sz="2100" b="0">
                <a:solidFill>
                  <a:srgbClr val="141414"/>
                </a:solidFill>
                <a:latin typeface="Apple SD Gothic Neo"/>
                <a:ea typeface="Apple SD Gothic Neo"/>
                <a:cs typeface="Apple SD Gothic Neo"/>
              </a:defRPr>
            </a:pPr>
            <a:r>
              <a:rPr sz="2100" b="0">
                <a:solidFill>
                  <a:srgbClr val="141414"/>
                </a:solidFill>
                <a:latin typeface="Apple SD Gothic Neo"/>
                <a:ea typeface="Apple SD Gothic Neo"/>
                <a:cs typeface="Apple SD Gothic Neo"/>
              </a:rPr>
              <a:t>04-42</a:t>
            </a:r>
          </a:p>
        </p:txBody>
      </p:sp>
      <p:sp>
        <p:nvSpPr>
          <p:cNvPr id="98" name="overview-dp45-context-production">
            <a:extLst xmlns:a="http://schemas.openxmlformats.org/drawingml/2006/main">
              <a:ext uri="{FF2B5EF4-FFF2-40B4-BE49-F238E27FC236}">
                <a16:creationId xmlns:a16="http://schemas.microsoft.com/office/drawing/2014/main" id="{FDF8B8FC-514E-41FF-9E4D-B346B6E9C9B2}"/>
              </a:ext>
            </a:extLst>
          </p:cNvPr>
          <p:cNvSpPr>
            <a:spLocks xmlns:a="http://schemas.openxmlformats.org/drawingml/2006/main" noGrp="1"/>
          </p:cNvSpPr>
          <p:nvPr/>
        </p:nvSpPr>
        <p:spPr>
          <a:xfrm xmlns:a="http://schemas.openxmlformats.org/drawingml/2006/main">
            <a:off x="8791575" y="4886325"/>
            <a:ext cx="4333875" cy="676275"/>
          </a:xfrm>
          <a:prstGeom xmlns:a="http://schemas.openxmlformats.org/drawingml/2006/main" prst="rect">
            <a:avLst/>
          </a:prstGeom>
          <a:noFill xmlns:a="http://schemas.openxmlformats.org/drawingml/2006/main"/>
          <a:ln xmlns:a="http://schemas.openxmlformats.org/drawingml/2006/main" w="38100">
            <a:solidFill>
              <a:srgbClr val="8D49B8"/>
            </a:solidFill>
            <a:prstDash val="dash"/>
          </a:ln>
        </p:spPr>
      </p:sp>
      <p:sp>
        <p:nvSpPr>
          <p:cNvPr id="99" name="overview-tag-45-context">
            <a:extLst xmlns:a="http://schemas.openxmlformats.org/drawingml/2006/main">
              <a:ext uri="{FF2B5EF4-FFF2-40B4-BE49-F238E27FC236}">
                <a16:creationId xmlns:a16="http://schemas.microsoft.com/office/drawing/2014/main" id="{E855FC02-3B50-478A-8230-C5E4AC5C0A82}"/>
              </a:ext>
            </a:extLst>
          </p:cNvPr>
          <p:cNvSpPr>
            <a:spLocks xmlns:a="http://schemas.openxmlformats.org/drawingml/2006/main" noGrp="1"/>
          </p:cNvSpPr>
          <p:nvPr/>
        </p:nvSpPr>
        <p:spPr>
          <a:xfrm xmlns:a="http://schemas.openxmlformats.org/drawingml/2006/main">
            <a:off x="11858625" y="4695825"/>
            <a:ext cx="1000125" cy="266700"/>
          </a:xfrm>
          <a:prstGeom xmlns:a="http://schemas.openxmlformats.org/drawingml/2006/main" prst="rect">
            <a:avLst/>
          </a:prstGeom>
          <a:solidFill xmlns:a="http://schemas.openxmlformats.org/drawingml/2006/main">
            <a:srgbClr val="F1E5FA"/>
          </a:solidFill>
          <a:ln xmlns:a="http://schemas.openxmlformats.org/drawingml/2006/main" w="28575">
            <a:solidFill>
              <a:srgbClr val="8D49B8"/>
            </a:solidFill>
            <a:prstDash val="solid"/>
          </a:ln>
        </p:spPr>
      </p:sp>
      <p:sp>
        <p:nvSpPr>
          <p:cNvPr id="100" name="overview-tag-text-45-context">
            <a:extLst xmlns:a="http://schemas.openxmlformats.org/drawingml/2006/main">
              <a:ext uri="{FF2B5EF4-FFF2-40B4-BE49-F238E27FC236}">
                <a16:creationId xmlns:a16="http://schemas.microsoft.com/office/drawing/2014/main" id="{43A1AB8E-E991-4E18-A7F5-BA4D53201457}"/>
              </a:ext>
            </a:extLst>
          </p:cNvPr>
          <p:cNvSpPr>
            <a:spLocks xmlns:a="http://schemas.openxmlformats.org/drawingml/2006/main" noGrp="1"/>
          </p:cNvSpPr>
          <p:nvPr/>
        </p:nvSpPr>
        <p:spPr>
          <a:xfrm xmlns:a="http://schemas.openxmlformats.org/drawingml/2006/main">
            <a:off x="11858625" y="4695825"/>
            <a:ext cx="1000125"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ctr">
              <a:defRPr sz="1800" b="0">
                <a:solidFill>
                  <a:srgbClr val="141414"/>
                </a:solidFill>
                <a:latin typeface="Apple SD Gothic Neo"/>
                <a:ea typeface="Apple SD Gothic Neo"/>
                <a:cs typeface="Apple SD Gothic Neo"/>
              </a:defRPr>
            </a:pPr>
            <a:r>
              <a:rPr sz="1800" b="0">
                <a:solidFill>
                  <a:srgbClr val="141414"/>
                </a:solidFill>
                <a:latin typeface="Apple SD Gothic Neo"/>
                <a:ea typeface="Apple SD Gothic Neo"/>
                <a:cs typeface="Apple SD Gothic Neo"/>
              </a:rPr>
              <a:t>04-45</a:t>
            </a:r>
          </a:p>
        </p:txBody>
      </p:sp>
      <p:sp>
        <p:nvSpPr>
          <p:cNvPr id="101" name="overview-dp42-durable-ownership">
            <a:extLst xmlns:a="http://schemas.openxmlformats.org/drawingml/2006/main">
              <a:ext uri="{FF2B5EF4-FFF2-40B4-BE49-F238E27FC236}">
                <a16:creationId xmlns:a16="http://schemas.microsoft.com/office/drawing/2014/main" id="{B5313D77-86A5-4606-BF02-6DCE3DEA607E}"/>
              </a:ext>
            </a:extLst>
          </p:cNvPr>
          <p:cNvSpPr>
            <a:spLocks xmlns:a="http://schemas.openxmlformats.org/drawingml/2006/main" noGrp="1"/>
          </p:cNvSpPr>
          <p:nvPr/>
        </p:nvSpPr>
        <p:spPr>
          <a:xfrm xmlns:a="http://schemas.openxmlformats.org/drawingml/2006/main">
            <a:off x="8791575" y="7639050"/>
            <a:ext cx="4333875" cy="695325"/>
          </a:xfrm>
          <a:prstGeom xmlns:a="http://schemas.openxmlformats.org/drawingml/2006/main" prst="rect">
            <a:avLst/>
          </a:prstGeom>
          <a:noFill xmlns:a="http://schemas.openxmlformats.org/drawingml/2006/main"/>
          <a:ln xmlns:a="http://schemas.openxmlformats.org/drawingml/2006/main" w="38100">
            <a:solidFill>
              <a:srgbClr val="2463DD"/>
            </a:solidFill>
            <a:prstDash val="dash"/>
          </a:ln>
        </p:spPr>
      </p:sp>
      <p:sp>
        <p:nvSpPr>
          <p:cNvPr id="102" name="overview-dp45-memory-storage">
            <a:extLst xmlns:a="http://schemas.openxmlformats.org/drawingml/2006/main">
              <a:ext uri="{FF2B5EF4-FFF2-40B4-BE49-F238E27FC236}">
                <a16:creationId xmlns:a16="http://schemas.microsoft.com/office/drawing/2014/main" id="{F663AED7-4086-4A33-B5AF-6E0CCDA26434}"/>
              </a:ext>
            </a:extLst>
          </p:cNvPr>
          <p:cNvSpPr>
            <a:spLocks xmlns:a="http://schemas.openxmlformats.org/drawingml/2006/main" noGrp="1"/>
          </p:cNvSpPr>
          <p:nvPr/>
        </p:nvSpPr>
        <p:spPr>
          <a:xfrm xmlns:a="http://schemas.openxmlformats.org/drawingml/2006/main">
            <a:off x="8858250" y="7705725"/>
            <a:ext cx="4200525" cy="561975"/>
          </a:xfrm>
          <a:prstGeom xmlns:a="http://schemas.openxmlformats.org/drawingml/2006/main" prst="rect">
            <a:avLst/>
          </a:prstGeom>
          <a:noFill xmlns:a="http://schemas.openxmlformats.org/drawingml/2006/main"/>
          <a:ln xmlns:a="http://schemas.openxmlformats.org/drawingml/2006/main" w="38100">
            <a:solidFill>
              <a:srgbClr val="8D49B8"/>
            </a:solidFill>
            <a:prstDash val="dash"/>
          </a:ln>
        </p:spPr>
      </p:sp>
      <p:sp>
        <p:nvSpPr>
          <p:cNvPr id="103" name="overview-tag-42-store">
            <a:extLst xmlns:a="http://schemas.openxmlformats.org/drawingml/2006/main">
              <a:ext uri="{FF2B5EF4-FFF2-40B4-BE49-F238E27FC236}">
                <a16:creationId xmlns:a16="http://schemas.microsoft.com/office/drawing/2014/main" id="{6275D8A5-2170-4FD7-88EC-8FCAB4D6E2E4}"/>
              </a:ext>
            </a:extLst>
          </p:cNvPr>
          <p:cNvSpPr>
            <a:spLocks xmlns:a="http://schemas.openxmlformats.org/drawingml/2006/main" noGrp="1"/>
          </p:cNvSpPr>
          <p:nvPr/>
        </p:nvSpPr>
        <p:spPr>
          <a:xfrm xmlns:a="http://schemas.openxmlformats.org/drawingml/2006/main">
            <a:off x="10982325" y="7143750"/>
            <a:ext cx="1000125" cy="342900"/>
          </a:xfrm>
          <a:prstGeom xmlns:a="http://schemas.openxmlformats.org/drawingml/2006/main" prst="rect">
            <a:avLst/>
          </a:prstGeom>
          <a:solidFill xmlns:a="http://schemas.openxmlformats.org/drawingml/2006/main">
            <a:srgbClr val="E4EDFF"/>
          </a:solidFill>
          <a:ln xmlns:a="http://schemas.openxmlformats.org/drawingml/2006/main" w="28575">
            <a:solidFill>
              <a:srgbClr val="2463DD"/>
            </a:solidFill>
            <a:prstDash val="solid"/>
          </a:ln>
        </p:spPr>
      </p:sp>
      <p:sp>
        <p:nvSpPr>
          <p:cNvPr id="104" name="overview-tag-text-42-store">
            <a:extLst xmlns:a="http://schemas.openxmlformats.org/drawingml/2006/main">
              <a:ext uri="{FF2B5EF4-FFF2-40B4-BE49-F238E27FC236}">
                <a16:creationId xmlns:a16="http://schemas.microsoft.com/office/drawing/2014/main" id="{7C4CEBBE-DB41-4B3A-B1CD-EA47CCFEF810}"/>
              </a:ext>
            </a:extLst>
          </p:cNvPr>
          <p:cNvSpPr>
            <a:spLocks xmlns:a="http://schemas.openxmlformats.org/drawingml/2006/main" noGrp="1"/>
          </p:cNvSpPr>
          <p:nvPr/>
        </p:nvSpPr>
        <p:spPr>
          <a:xfrm xmlns:a="http://schemas.openxmlformats.org/drawingml/2006/main">
            <a:off x="10982325" y="7143750"/>
            <a:ext cx="1000125"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ctr">
              <a:defRPr sz="2100" b="0">
                <a:solidFill>
                  <a:srgbClr val="141414"/>
                </a:solidFill>
                <a:latin typeface="Apple SD Gothic Neo"/>
                <a:ea typeface="Apple SD Gothic Neo"/>
                <a:cs typeface="Apple SD Gothic Neo"/>
              </a:defRPr>
            </a:pPr>
            <a:r>
              <a:rPr sz="2100" b="0">
                <a:solidFill>
                  <a:srgbClr val="141414"/>
                </a:solidFill>
                <a:latin typeface="Apple SD Gothic Neo"/>
                <a:ea typeface="Apple SD Gothic Neo"/>
                <a:cs typeface="Apple SD Gothic Neo"/>
              </a:rPr>
              <a:t>04-42</a:t>
            </a:r>
          </a:p>
        </p:txBody>
      </p:sp>
      <p:sp>
        <p:nvSpPr>
          <p:cNvPr id="105" name="overview-tag-45-store">
            <a:extLst xmlns:a="http://schemas.openxmlformats.org/drawingml/2006/main">
              <a:ext uri="{FF2B5EF4-FFF2-40B4-BE49-F238E27FC236}">
                <a16:creationId xmlns:a16="http://schemas.microsoft.com/office/drawing/2014/main" id="{32935D09-E61A-4022-8CE3-1E5E00477960}"/>
              </a:ext>
            </a:extLst>
          </p:cNvPr>
          <p:cNvSpPr>
            <a:spLocks xmlns:a="http://schemas.openxmlformats.org/drawingml/2006/main" noGrp="1"/>
          </p:cNvSpPr>
          <p:nvPr/>
        </p:nvSpPr>
        <p:spPr>
          <a:xfrm xmlns:a="http://schemas.openxmlformats.org/drawingml/2006/main">
            <a:off x="12125325" y="7143750"/>
            <a:ext cx="1000125" cy="342900"/>
          </a:xfrm>
          <a:prstGeom xmlns:a="http://schemas.openxmlformats.org/drawingml/2006/main" prst="rect">
            <a:avLst/>
          </a:prstGeom>
          <a:solidFill xmlns:a="http://schemas.openxmlformats.org/drawingml/2006/main">
            <a:srgbClr val="F1E5FA"/>
          </a:solidFill>
          <a:ln xmlns:a="http://schemas.openxmlformats.org/drawingml/2006/main" w="28575">
            <a:solidFill>
              <a:srgbClr val="8D49B8"/>
            </a:solidFill>
            <a:prstDash val="solid"/>
          </a:ln>
        </p:spPr>
      </p:sp>
      <p:sp>
        <p:nvSpPr>
          <p:cNvPr id="106" name="overview-tag-text-45-store">
            <a:extLst xmlns:a="http://schemas.openxmlformats.org/drawingml/2006/main">
              <a:ext uri="{FF2B5EF4-FFF2-40B4-BE49-F238E27FC236}">
                <a16:creationId xmlns:a16="http://schemas.microsoft.com/office/drawing/2014/main" id="{86110F27-A961-4B2F-A54E-B73064DCF0E7}"/>
              </a:ext>
            </a:extLst>
          </p:cNvPr>
          <p:cNvSpPr>
            <a:spLocks xmlns:a="http://schemas.openxmlformats.org/drawingml/2006/main" noGrp="1"/>
          </p:cNvSpPr>
          <p:nvPr/>
        </p:nvSpPr>
        <p:spPr>
          <a:xfrm xmlns:a="http://schemas.openxmlformats.org/drawingml/2006/main">
            <a:off x="12125325" y="7143750"/>
            <a:ext cx="1000125"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ctr">
              <a:defRPr sz="2100" b="0">
                <a:solidFill>
                  <a:srgbClr val="141414"/>
                </a:solidFill>
                <a:latin typeface="Apple SD Gothic Neo"/>
                <a:ea typeface="Apple SD Gothic Neo"/>
                <a:cs typeface="Apple SD Gothic Neo"/>
              </a:defRPr>
            </a:pPr>
            <a:r>
              <a:rPr sz="2100" b="0">
                <a:solidFill>
                  <a:srgbClr val="141414"/>
                </a:solidFill>
                <a:latin typeface="Apple SD Gothic Neo"/>
                <a:ea typeface="Apple SD Gothic Neo"/>
                <a:cs typeface="Apple SD Gothic Neo"/>
              </a:rPr>
              <a:t>04-45</a:t>
            </a:r>
          </a:p>
        </p:txBody>
      </p:sp>
      <p:sp>
        <p:nvSpPr>
          <p:cNvPr id="107" name="overview-dp42-store-tag-link">
            <a:extLst xmlns:a="http://schemas.openxmlformats.org/drawingml/2006/main">
              <a:ext uri="{FF2B5EF4-FFF2-40B4-BE49-F238E27FC236}">
                <a16:creationId xmlns:a16="http://schemas.microsoft.com/office/drawing/2014/main" id="{AC32B1BC-C562-4380-A6FB-442F80E2122B}"/>
              </a:ext>
            </a:extLst>
          </p:cNvPr>
          <p:cNvSpPr>
            <a:spLocks xmlns:a="http://schemas.openxmlformats.org/drawingml/2006/main" noGrp="1"/>
          </p:cNvSpPr>
          <p:nvPr/>
        </p:nvSpPr>
        <p:spPr>
          <a:xfrm xmlns:a="http://schemas.openxmlformats.org/drawingml/2006/main">
            <a:off x="11477625" y="7486650"/>
            <a:ext cx="953" cy="152400"/>
          </a:xfrm>
          <a:custGeom xmlns:a="http://schemas.openxmlformats.org/drawingml/2006/main">
            <a:pathLst>
              <a:path w="953" h="152400">
                <a:moveTo>
                  <a:pt x="0" y="0"/>
                </a:moveTo>
                <a:lnTo>
                  <a:pt x="0" y="152400"/>
                </a:lnTo>
              </a:path>
            </a:pathLst>
          </a:custGeom>
          <a:noFill xmlns:a="http://schemas.openxmlformats.org/drawingml/2006/main"/>
          <a:ln xmlns:a="http://schemas.openxmlformats.org/drawingml/2006/main" w="28575">
            <a:solidFill>
              <a:srgbClr val="2463DD"/>
            </a:solidFill>
            <a:prstDash val="solid"/>
          </a:ln>
        </p:spPr>
      </p:sp>
      <p:sp>
        <p:nvSpPr>
          <p:cNvPr id="108" name="overview-dp45-store-tag-link">
            <a:extLst xmlns:a="http://schemas.openxmlformats.org/drawingml/2006/main">
              <a:ext uri="{FF2B5EF4-FFF2-40B4-BE49-F238E27FC236}">
                <a16:creationId xmlns:a16="http://schemas.microsoft.com/office/drawing/2014/main" id="{399B1D5D-3B2B-4B7E-AC58-73835C631E4E}"/>
              </a:ext>
            </a:extLst>
          </p:cNvPr>
          <p:cNvSpPr>
            <a:spLocks xmlns:a="http://schemas.openxmlformats.org/drawingml/2006/main" noGrp="1"/>
          </p:cNvSpPr>
          <p:nvPr/>
        </p:nvSpPr>
        <p:spPr>
          <a:xfrm xmlns:a="http://schemas.openxmlformats.org/drawingml/2006/main">
            <a:off x="12620625" y="7486650"/>
            <a:ext cx="953" cy="219075"/>
          </a:xfrm>
          <a:custGeom xmlns:a="http://schemas.openxmlformats.org/drawingml/2006/main">
            <a:pathLst>
              <a:path w="953" h="219075">
                <a:moveTo>
                  <a:pt x="0" y="0"/>
                </a:moveTo>
                <a:lnTo>
                  <a:pt x="0" y="219075"/>
                </a:lnTo>
              </a:path>
            </a:pathLst>
          </a:custGeom>
          <a:noFill xmlns:a="http://schemas.openxmlformats.org/drawingml/2006/main"/>
          <a:ln xmlns:a="http://schemas.openxmlformats.org/drawingml/2006/main" w="28575">
            <a:solidFill>
              <a:srgbClr val="8D49B8"/>
            </a:solidFill>
            <a:prstDash val="solid"/>
          </a:ln>
        </p:spPr>
      </p:sp>
      <p:sp>
        <p:nvSpPr>
          <p:cNvPr id="109" name="overview-legend">
            <a:extLst xmlns:a="http://schemas.openxmlformats.org/drawingml/2006/main">
              <a:ext uri="{FF2B5EF4-FFF2-40B4-BE49-F238E27FC236}">
                <a16:creationId xmlns:a16="http://schemas.microsoft.com/office/drawing/2014/main" id="{3ECB32A4-1421-437F-9DEF-EC86870C4031}"/>
              </a:ext>
            </a:extLst>
          </p:cNvPr>
          <p:cNvSpPr>
            <a:spLocks xmlns:a="http://schemas.openxmlformats.org/drawingml/2006/main" noGrp="1"/>
          </p:cNvSpPr>
          <p:nvPr/>
        </p:nvSpPr>
        <p:spPr>
          <a:xfrm xmlns:a="http://schemas.openxmlformats.org/drawingml/2006/main">
            <a:off x="495300" y="8429625"/>
            <a:ext cx="7419975" cy="1419225"/>
          </a:xfrm>
          <a:prstGeom xmlns:a="http://schemas.openxmlformats.org/drawingml/2006/main" prst="rect">
            <a:avLst/>
          </a:prstGeom>
          <a:solidFill xmlns:a="http://schemas.openxmlformats.org/drawingml/2006/main">
            <a:srgbClr val="FFFFFF"/>
          </a:solidFill>
          <a:ln xmlns:a="http://schemas.openxmlformats.org/drawingml/2006/main" w="16193">
            <a:solidFill>
              <a:srgbClr val="141414"/>
            </a:solidFill>
            <a:prstDash val="solid"/>
          </a:ln>
        </p:spPr>
      </p:sp>
      <p:sp>
        <p:nvSpPr>
          <p:cNvPr id="110" name="overview-legend-title">
            <a:extLst xmlns:a="http://schemas.openxmlformats.org/drawingml/2006/main">
              <a:ext uri="{FF2B5EF4-FFF2-40B4-BE49-F238E27FC236}">
                <a16:creationId xmlns:a16="http://schemas.microsoft.com/office/drawing/2014/main" id="{EC6EDF36-4276-4796-86E8-68B26596018B}"/>
              </a:ext>
            </a:extLst>
          </p:cNvPr>
          <p:cNvSpPr>
            <a:spLocks xmlns:a="http://schemas.openxmlformats.org/drawingml/2006/main" noGrp="1"/>
          </p:cNvSpPr>
          <p:nvPr/>
        </p:nvSpPr>
        <p:spPr>
          <a:xfrm xmlns:a="http://schemas.openxmlformats.org/drawingml/2006/main">
            <a:off x="495300" y="8448675"/>
            <a:ext cx="7419975" cy="333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ctr">
              <a:defRPr sz="2025" b="0">
                <a:solidFill>
                  <a:srgbClr val="141414"/>
                </a:solidFill>
                <a:latin typeface="Apple SD Gothic Neo"/>
                <a:ea typeface="Apple SD Gothic Neo"/>
                <a:cs typeface="Apple SD Gothic Neo"/>
              </a:defRPr>
            </a:pPr>
            <a:r>
              <a:rPr sz="2025" b="0">
                <a:solidFill>
                  <a:srgbClr val="141414"/>
                </a:solidFill>
                <a:latin typeface="Apple SD Gothic Neo"/>
                <a:ea typeface="Apple SD Gothic Neo"/>
                <a:cs typeface="Apple SD Gothic Neo"/>
              </a:rPr>
              <a:t>Legend</a:t>
            </a:r>
          </a:p>
        </p:txBody>
      </p:sp>
      <p:sp>
        <p:nvSpPr>
          <p:cNvPr id="111" name="overview-legend-module">
            <a:extLst xmlns:a="http://schemas.openxmlformats.org/drawingml/2006/main">
              <a:ext uri="{FF2B5EF4-FFF2-40B4-BE49-F238E27FC236}">
                <a16:creationId xmlns:a16="http://schemas.microsoft.com/office/drawing/2014/main" id="{52DF1F6D-C1B4-4AED-ABBB-423EA19EF7B3}"/>
              </a:ext>
            </a:extLst>
          </p:cNvPr>
          <p:cNvSpPr>
            <a:spLocks xmlns:a="http://schemas.openxmlformats.org/drawingml/2006/main" noGrp="1"/>
          </p:cNvSpPr>
          <p:nvPr/>
        </p:nvSpPr>
        <p:spPr>
          <a:xfrm xmlns:a="http://schemas.openxmlformats.org/drawingml/2006/main">
            <a:off x="685800" y="8953500"/>
            <a:ext cx="561975" cy="266700"/>
          </a:xfrm>
          <a:prstGeom xmlns:a="http://schemas.openxmlformats.org/drawingml/2006/main" prst="rect">
            <a:avLst/>
          </a:prstGeom>
          <a:solidFill xmlns:a="http://schemas.openxmlformats.org/drawingml/2006/main">
            <a:srgbClr val="FFFFFF"/>
          </a:solidFill>
          <a:ln xmlns:a="http://schemas.openxmlformats.org/drawingml/2006/main" w="16193">
            <a:solidFill>
              <a:srgbClr val="141414"/>
            </a:solidFill>
            <a:prstDash val="solid"/>
          </a:ln>
        </p:spPr>
      </p:sp>
      <p:sp>
        <p:nvSpPr>
          <p:cNvPr id="112" name="overview-legend-module-text">
            <a:extLst xmlns:a="http://schemas.openxmlformats.org/drawingml/2006/main">
              <a:ext uri="{FF2B5EF4-FFF2-40B4-BE49-F238E27FC236}">
                <a16:creationId xmlns:a16="http://schemas.microsoft.com/office/drawing/2014/main" id="{2BCD6DB4-6CD4-4013-9664-A4B81FFDDA22}"/>
              </a:ext>
            </a:extLst>
          </p:cNvPr>
          <p:cNvSpPr>
            <a:spLocks xmlns:a="http://schemas.openxmlformats.org/drawingml/2006/main" noGrp="1"/>
          </p:cNvSpPr>
          <p:nvPr/>
        </p:nvSpPr>
        <p:spPr>
          <a:xfrm xmlns:a="http://schemas.openxmlformats.org/drawingml/2006/main">
            <a:off x="1381125" y="8905875"/>
            <a:ext cx="1743075"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l">
              <a:defRPr sz="1725" b="0">
                <a:solidFill>
                  <a:srgbClr val="141414"/>
                </a:solidFill>
                <a:latin typeface="Apple SD Gothic Neo"/>
                <a:ea typeface="Apple SD Gothic Neo"/>
                <a:cs typeface="Apple SD Gothic Neo"/>
              </a:defRPr>
            </a:pPr>
            <a:r>
              <a:rPr sz="1725" b="0">
                <a:solidFill>
                  <a:srgbClr val="141414"/>
                </a:solidFill>
                <a:latin typeface="Apple SD Gothic Neo"/>
                <a:ea typeface="Apple SD Gothic Neo"/>
                <a:cs typeface="Apple SD Gothic Neo"/>
              </a:rPr>
              <a:t>기능 모듈</a:t>
            </a:r>
          </a:p>
        </p:txBody>
      </p:sp>
      <p:sp>
        <p:nvSpPr>
          <p:cNvPr id="113" name="overview-legend-external">
            <a:extLst xmlns:a="http://schemas.openxmlformats.org/drawingml/2006/main">
              <a:ext uri="{FF2B5EF4-FFF2-40B4-BE49-F238E27FC236}">
                <a16:creationId xmlns:a16="http://schemas.microsoft.com/office/drawing/2014/main" id="{A210D06A-7F5E-4A88-818A-BAAA62DCF632}"/>
              </a:ext>
            </a:extLst>
          </p:cNvPr>
          <p:cNvSpPr>
            <a:spLocks xmlns:a="http://schemas.openxmlformats.org/drawingml/2006/main" noGrp="1"/>
          </p:cNvSpPr>
          <p:nvPr/>
        </p:nvSpPr>
        <p:spPr>
          <a:xfrm xmlns:a="http://schemas.openxmlformats.org/drawingml/2006/main">
            <a:off x="3543300" y="8953500"/>
            <a:ext cx="561975" cy="266700"/>
          </a:xfrm>
          <a:prstGeom xmlns:a="http://schemas.openxmlformats.org/drawingml/2006/main" prst="rect">
            <a:avLst/>
          </a:prstGeom>
          <a:solidFill xmlns:a="http://schemas.openxmlformats.org/drawingml/2006/main">
            <a:srgbClr val="DDE0E4"/>
          </a:solidFill>
          <a:ln xmlns:a="http://schemas.openxmlformats.org/drawingml/2006/main" w="16193">
            <a:solidFill>
              <a:srgbClr val="141414"/>
            </a:solidFill>
            <a:prstDash val="solid"/>
          </a:ln>
        </p:spPr>
      </p:sp>
      <p:sp>
        <p:nvSpPr>
          <p:cNvPr id="114" name="overview-legend-external-text">
            <a:extLst xmlns:a="http://schemas.openxmlformats.org/drawingml/2006/main">
              <a:ext uri="{FF2B5EF4-FFF2-40B4-BE49-F238E27FC236}">
                <a16:creationId xmlns:a16="http://schemas.microsoft.com/office/drawing/2014/main" id="{20A82E72-AA12-455A-9561-BD17603A0EA3}"/>
              </a:ext>
            </a:extLst>
          </p:cNvPr>
          <p:cNvSpPr>
            <a:spLocks xmlns:a="http://schemas.openxmlformats.org/drawingml/2006/main" noGrp="1"/>
          </p:cNvSpPr>
          <p:nvPr/>
        </p:nvSpPr>
        <p:spPr>
          <a:xfrm xmlns:a="http://schemas.openxmlformats.org/drawingml/2006/main">
            <a:off x="4238625" y="8905875"/>
            <a:ext cx="2905125"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l">
              <a:defRPr sz="1725" b="0">
                <a:solidFill>
                  <a:srgbClr val="141414"/>
                </a:solidFill>
                <a:latin typeface="Apple SD Gothic Neo"/>
                <a:ea typeface="Apple SD Gothic Neo"/>
                <a:cs typeface="Apple SD Gothic Neo"/>
              </a:defRPr>
            </a:pPr>
            <a:r>
              <a:rPr sz="1725" b="0">
                <a:solidFill>
                  <a:srgbClr val="141414"/>
                </a:solidFill>
                <a:latin typeface="Apple SD Gothic Neo"/>
                <a:ea typeface="Apple SD Gothic Neo"/>
                <a:cs typeface="Apple SD Gothic Neo"/>
              </a:rPr>
              <a:t>외부 책임 모듈</a:t>
            </a:r>
          </a:p>
        </p:txBody>
      </p:sp>
      <p:sp>
        <p:nvSpPr>
          <p:cNvPr id="115" name="overview-legend-store">
            <a:extLst xmlns:a="http://schemas.openxmlformats.org/drawingml/2006/main">
              <a:ext uri="{FF2B5EF4-FFF2-40B4-BE49-F238E27FC236}">
                <a16:creationId xmlns:a16="http://schemas.microsoft.com/office/drawing/2014/main" id="{38A3D9D5-8358-47D4-ABA0-D226DE61222C}"/>
              </a:ext>
            </a:extLst>
          </p:cNvPr>
          <p:cNvSpPr>
            <a:spLocks xmlns:a="http://schemas.openxmlformats.org/drawingml/2006/main" noGrp="1"/>
          </p:cNvSpPr>
          <p:nvPr/>
        </p:nvSpPr>
        <p:spPr>
          <a:xfrm xmlns:a="http://schemas.openxmlformats.org/drawingml/2006/main">
            <a:off x="685800" y="9439275"/>
            <a:ext cx="561975" cy="257175"/>
          </a:xfrm>
          <a:prstGeom xmlns:a="http://schemas.openxmlformats.org/drawingml/2006/main" prst="can">
            <a:avLst/>
          </a:prstGeom>
          <a:solidFill xmlns:a="http://schemas.openxmlformats.org/drawingml/2006/main">
            <a:srgbClr val="FFFFFF"/>
          </a:solidFill>
          <a:ln xmlns:a="http://schemas.openxmlformats.org/drawingml/2006/main" w="16193">
            <a:solidFill>
              <a:srgbClr val="141414"/>
            </a:solidFill>
            <a:prstDash val="solid"/>
          </a:ln>
        </p:spPr>
      </p:sp>
      <p:sp>
        <p:nvSpPr>
          <p:cNvPr id="116" name="overview-legend-store-text">
            <a:extLst xmlns:a="http://schemas.openxmlformats.org/drawingml/2006/main">
              <a:ext uri="{FF2B5EF4-FFF2-40B4-BE49-F238E27FC236}">
                <a16:creationId xmlns:a16="http://schemas.microsoft.com/office/drawing/2014/main" id="{34AD5AC5-F9F4-4BF3-8F6E-1B15A8971A05}"/>
              </a:ext>
            </a:extLst>
          </p:cNvPr>
          <p:cNvSpPr>
            <a:spLocks xmlns:a="http://schemas.openxmlformats.org/drawingml/2006/main" noGrp="1"/>
          </p:cNvSpPr>
          <p:nvPr/>
        </p:nvSpPr>
        <p:spPr>
          <a:xfrm xmlns:a="http://schemas.openxmlformats.org/drawingml/2006/main">
            <a:off x="1381125" y="9382125"/>
            <a:ext cx="18097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l">
              <a:defRPr sz="1725" b="0">
                <a:solidFill>
                  <a:srgbClr val="141414"/>
                </a:solidFill>
                <a:latin typeface="Apple SD Gothic Neo"/>
                <a:ea typeface="Apple SD Gothic Neo"/>
                <a:cs typeface="Apple SD Gothic Neo"/>
              </a:defRPr>
            </a:pPr>
            <a:r>
              <a:rPr sz="1725" b="0">
                <a:solidFill>
                  <a:srgbClr val="141414"/>
                </a:solidFill>
                <a:latin typeface="Apple SD Gothic Neo"/>
                <a:ea typeface="Apple SD Gothic Neo"/>
                <a:cs typeface="Apple SD Gothic Neo"/>
              </a:rPr>
              <a:t>영속 저장소</a:t>
            </a:r>
          </a:p>
        </p:txBody>
      </p:sp>
      <p:sp>
        <p:nvSpPr>
          <p:cNvPr id="117" name="overview-legend-dp">
            <a:extLst xmlns:a="http://schemas.openxmlformats.org/drawingml/2006/main">
              <a:ext uri="{FF2B5EF4-FFF2-40B4-BE49-F238E27FC236}">
                <a16:creationId xmlns:a16="http://schemas.microsoft.com/office/drawing/2014/main" id="{E9586B6F-DCD8-49ED-9F64-14382900124E}"/>
              </a:ext>
            </a:extLst>
          </p:cNvPr>
          <p:cNvSpPr>
            <a:spLocks xmlns:a="http://schemas.openxmlformats.org/drawingml/2006/main" noGrp="1"/>
          </p:cNvSpPr>
          <p:nvPr/>
        </p:nvSpPr>
        <p:spPr>
          <a:xfrm xmlns:a="http://schemas.openxmlformats.org/drawingml/2006/main">
            <a:off x="3543300" y="9439275"/>
            <a:ext cx="561975" cy="257175"/>
          </a:xfrm>
          <a:prstGeom xmlns:a="http://schemas.openxmlformats.org/drawingml/2006/main" prst="rect">
            <a:avLst/>
          </a:prstGeom>
          <a:noFill xmlns:a="http://schemas.openxmlformats.org/drawingml/2006/main"/>
          <a:ln xmlns:a="http://schemas.openxmlformats.org/drawingml/2006/main" w="28575">
            <a:solidFill>
              <a:srgbClr val="2463DD"/>
            </a:solidFill>
            <a:prstDash val="dash"/>
          </a:ln>
        </p:spPr>
      </p:sp>
      <p:sp>
        <p:nvSpPr>
          <p:cNvPr id="118" name="overview-legend-dp-text">
            <a:extLst xmlns:a="http://schemas.openxmlformats.org/drawingml/2006/main">
              <a:ext uri="{FF2B5EF4-FFF2-40B4-BE49-F238E27FC236}">
                <a16:creationId xmlns:a16="http://schemas.microsoft.com/office/drawing/2014/main" id="{53663033-4CF2-4F39-A970-DEF6F266C079}"/>
              </a:ext>
            </a:extLst>
          </p:cNvPr>
          <p:cNvSpPr>
            <a:spLocks xmlns:a="http://schemas.openxmlformats.org/drawingml/2006/main" noGrp="1"/>
          </p:cNvSpPr>
          <p:nvPr/>
        </p:nvSpPr>
        <p:spPr>
          <a:xfrm xmlns:a="http://schemas.openxmlformats.org/drawingml/2006/main">
            <a:off x="4238625" y="9382125"/>
            <a:ext cx="33718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l">
              <a:defRPr sz="1725" b="0">
                <a:solidFill>
                  <a:srgbClr val="141414"/>
                </a:solidFill>
                <a:latin typeface="Apple SD Gothic Neo"/>
                <a:ea typeface="Apple SD Gothic Neo"/>
                <a:cs typeface="Apple SD Gothic Neo"/>
              </a:defRPr>
            </a:pPr>
            <a:r>
              <a:rPr sz="1725" b="0">
                <a:solidFill>
                  <a:srgbClr val="141414"/>
                </a:solidFill>
                <a:latin typeface="Apple SD Gothic Neo"/>
                <a:ea typeface="Apple SD Gothic Neo"/>
                <a:cs typeface="Apple SD Gothic Neo"/>
              </a:rPr>
              <a:t>색상 점선: 주요 DP 범위</a:t>
            </a:r>
          </a:p>
        </p:txBody>
      </p:sp>
      <p:sp>
        <p:nvSpPr>
          <p:cNvPr id="119" name="overview-scope-footnote">
            <a:extLst xmlns:a="http://schemas.openxmlformats.org/drawingml/2006/main">
              <a:ext uri="{FF2B5EF4-FFF2-40B4-BE49-F238E27FC236}">
                <a16:creationId xmlns:a16="http://schemas.microsoft.com/office/drawing/2014/main" id="{795AED64-758C-43F0-BBB4-081912166752}"/>
              </a:ext>
            </a:extLst>
          </p:cNvPr>
          <p:cNvSpPr>
            <a:spLocks xmlns:a="http://schemas.openxmlformats.org/drawingml/2006/main" noGrp="1"/>
          </p:cNvSpPr>
          <p:nvPr/>
        </p:nvSpPr>
        <p:spPr>
          <a:xfrm xmlns:a="http://schemas.openxmlformats.org/drawingml/2006/main">
            <a:off x="495300" y="9934575"/>
            <a:ext cx="173164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l">
              <a:defRPr sz="1650" b="0">
                <a:solidFill>
                  <a:srgbClr val="59616B"/>
                </a:solidFill>
                <a:latin typeface="Apple SD Gothic Neo"/>
                <a:ea typeface="Apple SD Gothic Neo"/>
                <a:cs typeface="Apple SD Gothic Neo"/>
              </a:defRPr>
            </a:pPr>
            <a:r>
              <a:rPr sz="1650" b="0">
                <a:solidFill>
                  <a:srgbClr val="59616B"/>
                </a:solidFill>
                <a:latin typeface="Apple SD Gothic Neo"/>
                <a:ea typeface="Apple SD Gothic Neo"/>
                <a:cs typeface="Apple SD Gothic Neo"/>
              </a:rPr>
              <a:t>참조 구조 위의 주요 비교 위치. 같은 번호의 영역은 함께 검토하며 대안 채택을 뜻하지 않음</a:t>
            </a:r>
          </a:p>
        </p:txBody>
      </p:sp>
    </p:spTree>
    <p:extLst>
      <p:ext uri="{BB962C8B-B14F-4D97-AF65-F5344CB8AC3E}">
        <p14:creationId xmlns:p14="http://schemas.microsoft.com/office/powerpoint/2010/main" val="1112730487"/>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2026-10-07T08:14:33.5230000Z</dcterms:created>
  <dcterms:modified xsi:type="dcterms:W3CDTF">2026-10-07T08:14:33.5230000Z</dcterms:modified>
</coreProperties>
</file>