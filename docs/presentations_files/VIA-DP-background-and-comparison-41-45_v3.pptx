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png" ContentType="image/png"/>
</Types>
</file>

<file path=_rels/.rels>&#65279;<?xml version="1.0" encoding="utf-8"?><Relationships xmlns="http://schemas.openxmlformats.org/package/2006/relationships"><Relationship Type="http://schemas.openxmlformats.org/package/2006/relationships/metadata/core-properties" Target="/docProps/core.xml" Id="R2e004a03eb924e7e" /><Relationship Type="http://schemas.openxmlformats.org/officeDocument/2006/relationships/extended-properties" Target="/docProps/app.xml" Id="R64e31a4b3c1148a7" /><Relationship Type="http://schemas.openxmlformats.org/officeDocument/2006/relationships/officeDocument" Target="/ppt/presentation.xml" Id="R53bbc0bcb9d54c0b" /></Relationships>
</file>

<file path=ppt/presentation.xml><?xml version="1.0" encoding="utf-8"?>
<p:presentation xmlns:p="http://schemas.openxmlformats.org/presentationml/2006/main" xmlns:p14="http://schemas.microsoft.com/office/powerpoint/2010/main" xmlns:r="http://schemas.openxmlformats.org/officeDocument/2006/relationships">
  <p:sldMasterIdLst>
    <p:sldMasterId id="2147483648" r:id="R0c3c72e8465844a2"/>
  </p:sldMasterIdLst>
  <p:notesMasterIdLst>
    <p:notesMasterId r:id="R5ca85e813e954014"/>
  </p:notesMasterIdLst>
  <p:sldIdLst>
    <p:sldId id="266" r:id="RviaOverview"/>
    <p:sldId id="267" r:id="RviaV2Experience"/>
    <p:sldId id="256" r:id="Rd5bb284998304d72"/>
    <p:sldId id="257" r:id="R28e6acf7e558438e"/>
    <p:sldId id="262" r:id="Re800c95b3ccc48b2"/>
    <p:sldId id="263" r:id="R0b939428bc6f4c75"/>
    <p:sldId id="264" r:id="R96a9b5e32194401d"/>
    <p:sldId id="265" r:id="Rd4e355067edc4ce1"/>
    <p:sldId id="258" r:id="R7e9e5d353de448df"/>
    <p:sldId id="259" r:id="R87d1a1c2c5fd4dbd"/>
    <p:sldId id="260" r:id="R12b0e32653054459"/>
    <p:sldId id="261" r:id="R31db13b4990d4952"/>
  </p:sldIdLst>
  <p:sldSz cx="18288000" cy="10287000"/>
  <p:notesSz cx="6858000" cy="9144000"/>
  <p:extLst>
    <p:ext uri="{521415D9-36F7-43E2-AB2F-B90AF26B5E84}">
      <p14:sectionLst>
        <p14:section name="본 발표" id="{82000001-0000-4000-8000-000000000001}">
          <p14:sldIdLst>
            <p14:sldId id="266"/>
            <p14:sldId id="267"/>
            <p14:sldId id="256"/>
            <p14:sldId id="257"/>
            <p14:sldId id="262"/>
            <p14:sldId id="263"/>
            <p14:sldId id="264"/>
            <p14:sldId id="265"/>
            <p14:sldId id="258"/>
            <p14:sldId id="259"/>
          </p14:sldIdLst>
        </p14:section>
        <p14:section name="부록 · 보충 자료" id="{82000001-0000-4000-8000-000000000002}">
          <p14:sldIdLst>
            <p14:sldId id="260"/>
            <p14:sldId id="261"/>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07dfdd6d08314bc3" /><ns0:Relationship Type="http://schemas.openxmlformats.org/officeDocument/2006/relationships/slideMaster" Target="/ppt/slideMasters/slideMaster1.xml" Id="R0c3c72e8465844a2" /><ns0:Relationship Type="http://schemas.openxmlformats.org/officeDocument/2006/relationships/notesMaster" Target="/ppt/notesMasters/notesMaster1.xml" Id="R5ca85e813e954014" /><ns0:Relationship Type="http://schemas.openxmlformats.org/officeDocument/2006/relationships/presProps" Target="/ppt/presProps.xml" Id="Rdbcc7842291b4826" /><ns0:Relationship Type="http://schemas.openxmlformats.org/officeDocument/2006/relationships/tableStyles" Target="/ppt/tableStyles.xml" Id="Rb850dac62b96484f" /><ns0:Relationship Type="http://schemas.openxmlformats.org/officeDocument/2006/relationships/slide" Target="/ppt/slides/slide1.xml" Id="Rd5bb284998304d72" /><ns0:Relationship Type="http://schemas.openxmlformats.org/officeDocument/2006/relationships/slide" Target="/ppt/slides/slide2.xml" Id="R28e6acf7e558438e" /><ns0:Relationship Type="http://schemas.openxmlformats.org/officeDocument/2006/relationships/slide" Target="/ppt/slides/slide3.xml" Id="R7e9e5d353de448df" /><ns0:Relationship Type="http://schemas.openxmlformats.org/officeDocument/2006/relationships/slide" Target="/ppt/slides/slide4.xml" Id="R87d1a1c2c5fd4dbd" /><ns0:Relationship Type="http://schemas.openxmlformats.org/officeDocument/2006/relationships/slide" Target="/ppt/slides/slide5.xml" Id="R12b0e32653054459" /><ns0:Relationship Type="http://schemas.openxmlformats.org/officeDocument/2006/relationships/slide" Target="/ppt/slides/slide6.xml" Id="R31db13b4990d4952" /><ns0:Relationship Type="http://schemas.openxmlformats.org/officeDocument/2006/relationships/slide" Target="/ppt/slides/slide7.xml" Id="Re800c95b3ccc48b2" /><ns0:Relationship Type="http://schemas.openxmlformats.org/officeDocument/2006/relationships/slide" Target="/ppt/slides/slide8.xml" Id="R0b939428bc6f4c75" /><ns0:Relationship Type="http://schemas.openxmlformats.org/officeDocument/2006/relationships/slide" Target="/ppt/slides/slide9.xml" Id="R96a9b5e32194401d" /><ns0:Relationship Type="http://schemas.openxmlformats.org/officeDocument/2006/relationships/slide" Target="/ppt/slides/slide10.xml" Id="Rd4e355067edc4ce1" /><ns0:Relationship Type="http://schemas.openxmlformats.org/officeDocument/2006/relationships/slide" Target="/ppt/slides/slide11.xml" Id="RviaOverview" /><ns0:Relationship Id="RviaV2Experience" Type="http://schemas.openxmlformats.org/officeDocument/2006/relationships/slide" Target="/ppt/slides/slide12.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e00c7f09bf47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411b37618c4e8a" /><Relationship Type="http://schemas.openxmlformats.org/officeDocument/2006/relationships/notesMaster" Target="/ppt/notesMasters/notesMaster1.xml" Id="Rd94b16226d9742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695a13ef524abb" /><Relationship Type="http://schemas.openxmlformats.org/officeDocument/2006/relationships/notesMaster" Target="/ppt/notesMasters/notesMaster1.xml" Id="Rf7dd7de0035d41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30f09d8a244954" /><Relationship Type="http://schemas.openxmlformats.org/officeDocument/2006/relationships/notesMaster" Target="/ppt/notesMasters/notesMaster1.xml" Id="Rf3499972cade4e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ea582a54c24c83" /><Relationship Type="http://schemas.openxmlformats.org/officeDocument/2006/relationships/notesMaster" Target="/ppt/notesMasters/notesMaster1.xml" Id="R24a2b618dbd740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2f5f856c9d4e1f" /><Relationship Type="http://schemas.openxmlformats.org/officeDocument/2006/relationships/notesMaster" Target="/ppt/notesMasters/notesMaster1.xml" Id="R51598463350841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3412f5785a45f5" /><Relationship Type="http://schemas.openxmlformats.org/officeDocument/2006/relationships/notesMaster" Target="/ppt/notesMasters/notesMaster1.xml" Id="R21cc2a96400647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7a3ac7c4c14f76" /><Relationship Type="http://schemas.openxmlformats.org/officeDocument/2006/relationships/notesMaster" Target="/ppt/notesMasters/notesMaster1.xml" Id="Rad29ecd59eaa4a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6046e19a934426" /><Relationship Type="http://schemas.openxmlformats.org/officeDocument/2006/relationships/notesMaster" Target="/ppt/notesMasters/notesMaster1.xml" Id="R39514067d3f64c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722c512a9c466b" /><Relationship Type="http://schemas.openxmlformats.org/officeDocument/2006/relationships/notesMaster" Target="/ppt/notesMasters/notesMaster1.xml" Id="R6877b8abd8454a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706b4d6e834580" /><Relationship Type="http://schemas.openxmlformats.org/officeDocument/2006/relationships/notesMaster" Target="/ppt/notesMasters/notesMaster1.xml" Id="R1a32d61983b14d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25f551bf0c4525" /><Relationship Type="http://schemas.openxmlformats.org/officeDocument/2006/relationships/notesMaster" Target="/ppt/notesMasters/notesMaster1.xml" Id="R325333de39404226" /></Relationships>
</file>

<file path=ppt/notesSlides/_rels/notesSlide12.xml.rels><?xml version='1.0' encoding='utf-8'?>
<ns0:Relationships xmlns:ns0="http://schemas.openxmlformats.org/package/2006/relationships"><ns0:Relationship Type="http://schemas.openxmlformats.org/officeDocument/2006/relationships/slide" Target="/ppt/slides/slide12.xml" Id="Rc125f551bf0c4525" /><ns0:Relationship Type="http://schemas.openxmlformats.org/officeDocument/2006/relationships/notesMaster" Target="/ppt/notesMasters/notesMaster1.xml" Id="R325333de39404226" /></ns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의미 생산의 기능 분할(43), 실행 연결(44), 과거 정보 공급(45), 대화/업무 상태 권한(42)을 다시 선택하지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04-41. VIA Request 이해의 모델 판단 반복과 코드 해결 반복</a:t>
            </a:r>
          </a:p>
          <a:p xmlns:a="http://schemas.openxmlformats.org/drawingml/2006/main">
            <a:r>
              <a:t>https://github.com/cbyche/via-sw-architecture/blob/main/docs/architecture/12-decisions/decision-packages/04-41-request-resolution-control.md</a:t>
            </a:r>
          </a:p>
          <a:p xmlns:a="http://schemas.openxmlformats.org/drawingml/2006/main">
            <a:r>
              <a:t>https://github.com/cbyche/via-sw-architecture/blob/main/docs/presentations_files/dp-comparison/dp41-comparison.svg</a:t>
            </a:r>
          </a:p>
          <a:p xmlns:a="http://schemas.openxmlformats.org/drawingml/2006/main">
            <a:r>
              <a:t>조건별 정성 비교 / 미선정 / 미측정</a:t>
            </a:r>
          </a:p>
          <a:p xmlns:a="http://schemas.openxmlformats.org/drawingml/2006/main">
            <a: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p>
          <a:p xmlns:a="http://schemas.openxmlformats.org/drawingml/2006/main">
            <a: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p>
          <a:p xmlns:a="http://schemas.openxmlformats.org/drawingml/2006/main">
            <a: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p>
          <a:p xmlns:a="http://schemas.openxmlformats.org/drawingml/2006/main">
            <a: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p>
          <a:p xmlns:a="http://schemas.openxmlformats.org/drawingml/2006/main">
            <a: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p>
          <a:p xmlns:a="http://schemas.openxmlformats.org/drawingml/2006/main">
            <a: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p>
          <a:p xmlns:a="http://schemas.openxmlformats.org/drawingml/2006/main">
            <a: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p>
          <a:p xmlns:a="http://schemas.openxmlformats.org/drawingml/2006/main">
            <a: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p>
          <a:p xmlns:a="http://schemas.openxmlformats.org/drawingml/2006/main">
            <a: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p>
          <a:p xmlns:a="http://schemas.openxmlformats.org/drawingml/2006/main">
            <a:r>
              <a:t>도구 조회 자체는 모델 호출이 아니다. Context 의미 가공, 응답 구성, 음성/전사, 실패/재시도/폐기된 호출의 실제 사용량도 비용에 포함한다. 조건별 trade-off는 가설이며 품질 우열을 측정하지 않았다.</a:t>
            </a:r>
          </a:p>
          <a:p xmlns:a="http://schemas.openxmlformats.org/drawingml/2006/main">
            <a: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p>
          <a:p xmlns:a="http://schemas.openxmlformats.org/drawingml/2006/main">
            <a:r>
              <a:t>다음 주제로 연결</a:t>
            </a:r>
          </a:p>
          <a:p xmlns:a="http://schemas.openxmlformats.org/drawingml/2006/main">
            <a:r>
              <a:t>요청을 이해하는 중에도 새 입력과 업무 알림은 계속 들어옵니다. 다음으로, 겹친 사건과 여러 처리를 이어가는 실행 구조를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04-42. 대화와 Task 상태의 소유 및 확정</a:t>
            </a:r>
          </a:p>
          <a:p xmlns:a="http://schemas.openxmlformats.org/drawingml/2006/main">
            <a:r>
              <a:t>https://github.com/cbyche/via-sw-architecture/blob/main/docs/architecture/12-decisions/decision-packages/04-42-lifecycle-ownership.md</a:t>
            </a:r>
          </a:p>
          <a:p xmlns:a="http://schemas.openxmlformats.org/drawingml/2006/main">
            <a:r>
              <a:t>https://github.com/cbyche/via-sw-architecture/blob/main/docs/presentations_files/dp-comparison/dp42-comparison.svg</a:t>
            </a:r>
          </a:p>
          <a:p xmlns:a="http://schemas.openxmlformats.org/drawingml/2006/main">
            <a: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p>
          <a:p xmlns:a="http://schemas.openxmlformats.org/drawingml/2006/main">
            <a: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p>
          <a:p xmlns:a="http://schemas.openxmlformats.org/drawingml/2006/main">
            <a: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p>
          <a:p xmlns:a="http://schemas.openxmlformats.org/drawingml/2006/main">
            <a: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04-43. 기능 정확성을 위한 VIA Request 의미 판단 설계</a:t>
            </a:r>
          </a:p>
          <a:p xmlns:a="http://schemas.openxmlformats.org/drawingml/2006/main">
            <a:r>
              <a:t>https://github.com/cbyche/via-sw-architecture/blob/main/docs/architecture/12-decisions/decision-packages/04-43-request-interpretation.md</a:t>
            </a:r>
          </a:p>
          <a:p xmlns:a="http://schemas.openxmlformats.org/drawingml/2006/main">
            <a:r>
              <a:t>https://github.com/cbyche/via-sw-architecture/blob/main/docs/architecture/12-decisions/decision-packages/diagrams/dp43-background.svg</a:t>
            </a:r>
          </a:p>
          <a:p xmlns:a="http://schemas.openxmlformats.org/drawingml/2006/main">
            <a:r>
              <a:t>공통 문제와 설계 고려 사항의 배경이며 특정 설계안의 선택을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04-43. 기능 정확성을 위한 VIA Request 의미 판단 설계</a:t>
            </a:r>
          </a:p>
          <a:p xmlns:a="http://schemas.openxmlformats.org/drawingml/2006/main">
            <a:r>
              <a:t>https://github.com/cbyche/via-sw-architecture/blob/main/docs/architecture/12-decisions/decision-packages/04-43-request-interpretation.md</a:t>
            </a:r>
          </a:p>
          <a:p xmlns:a="http://schemas.openxmlformats.org/drawingml/2006/main">
            <a:r>
              <a:t>https://github.com/cbyche/via-sw-architecture/blob/main/docs/presentations_files/dp-comparison/dp43-comparison.svg</a:t>
            </a:r>
          </a:p>
          <a:p xmlns:a="http://schemas.openxmlformats.org/drawingml/2006/main">
            <a:r>
              <a:t>수치와 원형 점수는 형식 검토용 예상 예시이며 실측 또는 대안 선정 결과가 아니다. V-04는 평균 반응시간, V-05는 평균 VIA 처리시간이다. V-05는 외부 작업이나 사용자 답변만 기다리는 구간을 제외한다. 기존 시간 수치는 평균 시간의 형식 예시이며 p95 측정값을 변환한 결과가 아니다. 양안 조건은 본문과 그림의 비교 예시 조건을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04-44. VIA 지속 입력과 Task 알림의 후속 실행 구조</a:t>
            </a:r>
          </a:p>
          <a:p xmlns:a="http://schemas.openxmlformats.org/drawingml/2006/main">
            <a:r>
              <a:t>https://github.com/cbyche/via-sw-architecture/blob/main/docs/architecture/12-decisions/decision-packages/04-44-continuous-interaction.md</a:t>
            </a:r>
          </a:p>
          <a:p xmlns:a="http://schemas.openxmlformats.org/drawingml/2006/main">
            <a:r>
              <a:t>https://github.com/cbyche/via-sw-architecture/blob/main/docs/presentations_files/dp-comparison/dp44-comparison.svg</a:t>
            </a:r>
          </a:p>
          <a:p xmlns:a="http://schemas.openxmlformats.org/drawingml/2006/main">
            <a:r>
              <a:t>조건별 정성 비교 / 미선정 / 미측정. 표는 최신 여섯 ASR의 조건부 영향이며 수치 점수 또는 우열 측정이 아니다.</a:t>
            </a:r>
          </a:p>
          <a:p xmlns:a="http://schemas.openxmlformats.org/drawingml/2006/main">
            <a: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p>
          <a:p xmlns:a="http://schemas.openxmlformats.org/drawingml/2006/main">
            <a: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p>
          <a:p xmlns:a="http://schemas.openxmlformats.org/drawingml/2006/main">
            <a: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p>
          <a:p xmlns:a="http://schemas.openxmlformats.org/drawingml/2006/main">
            <a:r>
              <a:t>다음 주제로 연결</a:t>
            </a:r>
          </a:p>
          <a:p xmlns:a="http://schemas.openxmlformats.org/drawingml/2006/main">
            <a:r>
              <a:t>들어온 사건을 처리하는 데 더해, 현재 요청이 가리키는 과거 설명과 업무 결과를 연결해야 합니다. 다음으로, 여러 활동의 과거 맥락을 제공하는 방식을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04-45. VIA 과거 정보의 Request별 구성과 공통 생산 및 조회</a:t>
            </a:r>
          </a:p>
          <a:p xmlns:a="http://schemas.openxmlformats.org/drawingml/2006/main">
            <a:r>
              <a:t>https://github.com/cbyche/via-sw-architecture/blob/main/docs/architecture/12-decisions/decision-packages/04-45-memory-and-context.md</a:t>
            </a:r>
          </a:p>
          <a:p xmlns:a="http://schemas.openxmlformats.org/drawingml/2006/main">
            <a:r>
              <a:t>https://github.com/cbyche/via-sw-architecture/blob/main/docs/presentations_files/dp-comparison/dp45-comparison.svg</a:t>
            </a:r>
          </a:p>
          <a:p xmlns:a="http://schemas.openxmlformats.org/drawingml/2006/main">
            <a:r>
              <a:t>조건별 정성 trade-off이며 최종 선정 또는 품질 측정이 아니다. 첫 요청, 반복 R24, 정정 직후와 표현 밖 새 관계를 구별한다.</a:t>
            </a:r>
          </a:p>
          <a:p xmlns:a="http://schemas.openxmlformats.org/drawingml/2006/main">
            <a: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p>
          <a:p xmlns:a="http://schemas.openxmlformats.org/drawingml/2006/main">
            <a: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p>
          <a:p xmlns:a="http://schemas.openxmlformats.org/drawingml/2006/main">
            <a: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p>
          <a:p xmlns:a="http://schemas.openxmlformats.org/drawingml/2006/main">
            <a: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p>
          <a:p xmlns:a="http://schemas.openxmlformats.org/drawingml/2006/main">
            <a: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p>
          <a:p xmlns:a="http://schemas.openxmlformats.org/drawingml/2006/main">
            <a: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p>
          <a:p xmlns:a="http://schemas.openxmlformats.org/drawingml/2006/main">
            <a:r>
              <a:t>공식 Reference (본문 §9):</a:t>
            </a:r>
          </a:p>
          <a:p xmlns:a="http://schemas.openxmlformats.org/drawingml/2006/main">
            <a:r>
              <a:t>A https://docs.langchain.com/oss/python/deepagents/retrieval — 현재 질문의 원본 획득 선례. VIA Task/실제 전달/정정 계약 전체 구현 사례 아님.</a:t>
            </a:r>
          </a:p>
          <a:p xmlns:a="http://schemas.openxmlformats.org/drawingml/2006/main">
            <a: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p>
          <a:p xmlns:a="http://schemas.openxmlformats.org/drawingml/2006/main">
            <a:r>
              <a:t>실행 https://langchain-ai.github.io/langmem/guides/delayed_processing/ — 대기 생산/재예약 선례. thread/지연값/배치를 채택하지 않는다.</a:t>
            </a:r>
          </a:p>
          <a:p xmlns:a="http://schemas.openxmlformats.org/drawingml/2006/main">
            <a:r>
              <a:t>연결 참고 https://docs.mem0.ai/platform/features/graph-memory — 공통 개체 연결 선례이며 typed 정정/대체/실제 전달 관계 구현 증거 아님. cloud/embedding/helper를 도입하지 않는다. 공식 사례는 VIA 성능 우위의 증거가 아니다.</a:t>
            </a:r>
          </a:p>
          <a:p xmlns:a="http://schemas.openxmlformats.org/drawingml/2006/main">
            <a: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p>
          <a:p xmlns:a="http://schemas.openxmlformats.org/drawingml/2006/main">
            <a: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p>
          <a:p xmlns:a="http://schemas.openxmlformats.org/drawingml/2006/main">
            <a:r>
              <a:t>다음 주제로 연결</a:t>
            </a:r>
          </a:p>
          <a:p xmlns:a="http://schemas.openxmlformats.org/drawingml/2006/main">
            <a:r>
              <a:t>이 연결을 유지하려면 대화·요청·업무·실행의 상태를 각자의 수명에 맞게 관리해야 합니다. 마지막으로, 서로 다른 수명과 상태 관리 책임을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1: VIA의 책임</a:t>
            </a:r>
          </a:p>
          <a:p xmlns:a="http://schemas.openxmlformats.org/drawingml/2006/main">
            <a: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p>
          <a:p xmlns:a="http://schemas.openxmlformats.org/drawingml/2006/main">
            <a:r>
              <a:t>근거: docs/architecture/01-system-mission-and-boundary.md §1.1~1.2, docs/architecture/05-representative-use-cases.md UC-03/05/06/08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2: 계속되는 입력과 비동기 업무 결과</a:t>
            </a:r>
          </a:p>
          <a:p xmlns:a="http://schemas.openxmlformats.org/drawingml/2006/main">
            <a: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p>
          <a:p xmlns:a="http://schemas.openxmlformats.org/drawingml/2006/main">
            <a: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p>
          <a:p xmlns:a="http://schemas.openxmlformats.org/drawingml/2006/main">
            <a:r>
              <a:t>이 장면은 요청과 관계의 이해, 계속되는 실행 연결, 대화·업무 맥락의 유지, 서로 다른 업무 상태 추적이 필요한 이유를 소개한다. DP 번호와 세부 상태 schema는 다음 비교 페이지에서 다룬다.</a:t>
            </a:r>
          </a:p>
          <a:p xmlns:a="http://schemas.openxmlformats.org/drawingml/2006/main">
            <a:r>
              <a:t>근거: docs/architecture/05-representative-use-cases.md UC-09/10/11/13/14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f07e463daf47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86413db9a24cbc" /><Relationship Type="http://schemas.openxmlformats.org/officeDocument/2006/relationships/slideLayout" Target="/ppt/slideLayouts/slideLayout1.xml" Id="R663e5bb2ae2c48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3e5bb2ae2c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1f054bf24ee64584" /><ns0:Relationship Type="http://schemas.openxmlformats.org/officeDocument/2006/relationships/notesSlide" Target="/ppt/notesSlides/notesSlide1.xml" Id="R0fb64cd22d524375" /><ns0:Relationship Id="RviaBackgroundImage1" Type="http://schemas.openxmlformats.org/officeDocument/2006/relationships/image" Target="/ppt/media/via-v2-bg41-1.png" /><ns0:Relationship Id="RviaBackgroundImage2" Type="http://schemas.openxmlformats.org/officeDocument/2006/relationships/image" Target="/ppt/media/via-v2-bg41-2.png" /><ns0:Relationship Id="RviaBackgroundImage3" Type="http://schemas.openxmlformats.org/officeDocument/2006/relationships/image" Target="/ppt/media/via-v2-bg41-3.png" /></ns0: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6806d47c644c63" /><Relationship Type="http://schemas.openxmlformats.org/officeDocument/2006/relationships/notesSlide" Target="/ppt/notesSlides/notesSlide2.xml" Id="R704ed05a7b664af2" /></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1.xml" Id="R4b5772cdc81b41b9" /><ns0:Relationship Type="http://schemas.openxmlformats.org/officeDocument/2006/relationships/notesSlide" Target="/ppt/notesSlides/notesSlide3.xml" Id="R22430df242ca4bf6" /><ns0:Relationship Id="RviaBackgroundImage1" Type="http://schemas.openxmlformats.org/officeDocument/2006/relationships/image" Target="/ppt/media/via-v2-bg42-1.png" /><ns0:Relationship Id="RviaBackgroundImage2" Type="http://schemas.openxmlformats.org/officeDocument/2006/relationships/image" Target="/ppt/media/via-v2-bg42-2.png" /><ns0:Relationship Id="RviaBackgroundImage3" Type="http://schemas.openxmlformats.org/officeDocument/2006/relationships/image" Target="/ppt/media/via-v2-bg42-3.png" /></ns0: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c557a35e79434f" /><Relationship Type="http://schemas.openxmlformats.org/officeDocument/2006/relationships/notesSlide" Target="/ppt/notesSlides/notesSlide4.xml" Id="Rc06947a345af4d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1ba80a6364412a" /><Relationship Type="http://schemas.openxmlformats.org/officeDocument/2006/relationships/notesSlide" Target="/ppt/notesSlides/notesSlide5.xml" Id="Rd7f0a3fc64b14b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7ea5618b7240a4" /><Relationship Type="http://schemas.openxmlformats.org/officeDocument/2006/relationships/notesSlide" Target="/ppt/notesSlides/notesSlide6.xml" Id="Rb3fad9ea5c7a4010" /></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b9084e82e5dd4339" /><ns0:Relationship Type="http://schemas.openxmlformats.org/officeDocument/2006/relationships/notesSlide" Target="/ppt/notesSlides/notesSlide7.xml" Id="R73212bb7779f42af" /><ns0:Relationship Id="RviaBackgroundImage1" Type="http://schemas.openxmlformats.org/officeDocument/2006/relationships/image" Target="/ppt/media/via-v2-bg44-1.png" /><ns0:Relationship Id="RviaBackgroundImage2" Type="http://schemas.openxmlformats.org/officeDocument/2006/relationships/image" Target="/ppt/media/via-v2-bg44-2.png" /><ns0:Relationship Id="RviaBackgroundImage3" Type="http://schemas.openxmlformats.org/officeDocument/2006/relationships/image" Target="/ppt/media/via-v2-bg44-3.png" /></ns0: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12008e1db1467f" /><Relationship Type="http://schemas.openxmlformats.org/officeDocument/2006/relationships/notesSlide" Target="/ppt/notesSlides/notesSlide8.xml" Id="R776926d34d01485a" /></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e9b73f500e104ec9" /><ns0:Relationship Type="http://schemas.openxmlformats.org/officeDocument/2006/relationships/notesSlide" Target="/ppt/notesSlides/notesSlide9.xml" Id="Reb3935ab28774dd7" /><ns0:Relationship Id="RviaBackgroundImage1" Type="http://schemas.openxmlformats.org/officeDocument/2006/relationships/image" Target="/ppt/media/via-v2-bg45-1.png" /><ns0:Relationship Id="RviaBackgroundImage2" Type="http://schemas.openxmlformats.org/officeDocument/2006/relationships/image" Target="/ppt/media/via-v2-bg45-2.png" /><ns0:Relationship Id="RviaBackgroundImage3" Type="http://schemas.openxmlformats.org/officeDocument/2006/relationships/image" Target="/ppt/media/via-v2-bg45-3.png" /></ns0: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6154affa0f4dd5" /><Relationship Type="http://schemas.openxmlformats.org/officeDocument/2006/relationships/notesSlide" Target="/ppt/notesSlides/notesSlide10.xml" Id="Rdf7f7506b1884c7e" /></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11502e4a4ab346a0" /><ns0:Relationship Type="http://schemas.openxmlformats.org/officeDocument/2006/relationships/notesSlide" Target="/ppt/notesSlides/notesSlide11.xml" Id="R59bf0a34ca3b4002" /><ns0:Relationship Id="RviaIntroImage1" Type="http://schemas.openxmlformats.org/officeDocument/2006/relationships/image" Target="/ppt/media/via-v2-intro-1-1.png" /><ns0:Relationship Id="RviaIntroImage2" Type="http://schemas.openxmlformats.org/officeDocument/2006/relationships/image" Target="/ppt/media/via-v2-intro-1-2.png" /><ns0:Relationship Id="RviaIntroImage3" Type="http://schemas.openxmlformats.org/officeDocument/2006/relationships/image" Target="/ppt/media/via-v2-intro-1-3.png"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1.xml" Id="R11502e4a4ab346a0" /><ns0:Relationship Type="http://schemas.openxmlformats.org/officeDocument/2006/relationships/notesSlide" Target="/ppt/notesSlides/notesSlide12.xml" Id="R59bf0a34ca3b4002" /><ns0:Relationship Id="RviaIntroImage1" Type="http://schemas.openxmlformats.org/officeDocument/2006/relationships/image" Target="/ppt/media/via-v2-intro-2-1.png" /><ns0:Relationship Id="RviaIntroImage2" Type="http://schemas.openxmlformats.org/officeDocument/2006/relationships/image" Target="/ppt/media/via-v2-intro-2-2.png" /><ns0:Relationship Id="RviaIntroImage3" Type="http://schemas.openxmlformats.org/officeDocument/2006/relationships/image" Target="/ppt/media/via-v2-intro-2-3.png" /></ns0: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28" name="dp41-background / title / 1">
            <a:extLst>
              <a:ext uri="{FF2B5EF4-FFF2-40B4-BE49-F238E27FC236}">
                <ns2:creationId id="{8B992013-1FE2-4F9E-804A-32951F3BDB08}"/>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말 속의 지칭 대상과 조건을 찾아,</a:t>
            </a:r>
          </a:p>
        </p:txBody>
      </p:sp>
      <p:sp>
        <p:nvSpPr>
          <p:cNvPr id="2" name="dp41-background / title / 2">
            <a:extLst>
              <a:ext uri="{FF2B5EF4-FFF2-40B4-BE49-F238E27FC236}">
                <ns2:creationId id="{9D6A26AB-060B-42DB-91A1-FFB55DBF4846}"/>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위임할 Request를 완성하는 VIA</a:t>
            </a:r>
          </a:p>
        </p:txBody>
      </p:sp>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표를 아까 보고서에 넣고,</a:t>
            </a: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메일은 보내지 말고 보고서 결과로 메일 초안만 만들어줘.”</a:t>
            </a: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발화 + 선택한 화면</a:t>
            </a: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Request 이해</a:t>
            </a: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위임할 Task</a:t>
            </a: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화면에서 선택한 표</a:t>
            </a: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대화에 남아 있는 보고서</a:t>
            </a: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지칭 대상: 어느 표, 어느 보고서?</a:t>
            </a: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순서: 보고서 수정 → 메일 초안</a:t>
            </a: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조건: 메일 발송 금지</a:t>
            </a: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보고서에 표 추가</a:t>
            </a: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그 결과로 메일 초안 작성</a:t>
            </a: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발송하지 않는 조건 유지</a:t>
            </a: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875" b="0">
                <a:solidFill>
                  <a:srgbClr val="66777D"/>
                </a:solidFill>
                <a:latin typeface="Apple SD Gothic Neo"/>
                <a:ea typeface="Apple SD Gothic Neo"/>
                <a:cs typeface="Apple SD Gothic Neo"/>
              </a:defRPr>
            </a:pPr>
            <a:r>
              <a:rPr sz="1875" b="0">
                <a:solidFill>
                  <a:srgbClr val="66777D"/>
                </a:solidFill>
                <a:latin typeface="Apple SD Gothic Neo"/>
                <a:ea typeface="Apple SD Gothic Neo"/>
                <a:cs typeface="Apple SD Gothic Neo"/>
              </a:rPr>
              <a:t>지칭 대상이 모호하면 VIA가 사용자에게 확인합니다</a:t>
            </a: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파일명이나 Task 번호를 외우지 않아도, 지칭 대상과 순서, 조건을 함께 말할 수 있습니다</a:t>
            </a: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발화만으로 알 수 없는 정보를 찾아 확인하고,</a:t>
            </a: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조회 결과에 따라 추가 조회와 해석을 이어가며 Request를 완성하는 구조</a:t>
            </a:r>
          </a:p>
        </p:txBody>
      </p:sp>
    </p:spTree>
    <p:extLst>
      <p:ext uri="{BB962C8B-B14F-4D97-AF65-F5344CB8AC3E}">
        <p14:creationId val="750015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6" name="dp41-comparison / n1">
            <a:extLst xmlns:a="http://schemas.openxmlformats.org/drawingml/2006/main">
              <a:ext uri="{FF2B5EF4-FFF2-40B4-BE49-F238E27FC236}">
                <a16:creationId xmlns:a16="http://schemas.microsoft.com/office/drawing/2014/main" id="{46B28C88-BA2E-45AD-9221-7A32E4CAD2A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1-comparison / n2 / text 1">
            <a:extLst xmlns:a="http://schemas.openxmlformats.org/drawingml/2006/main">
              <a:ext uri="{FF2B5EF4-FFF2-40B4-BE49-F238E27FC236}">
                <a16:creationId xmlns:a16="http://schemas.microsoft.com/office/drawing/2014/main" id="{A71840D6-27F0-49AA-97B7-031BE15F8849}"/>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1-comparison / n3 / text 1">
            <a:extLst xmlns:a="http://schemas.openxmlformats.org/drawingml/2006/main">
              <a:ext uri="{FF2B5EF4-FFF2-40B4-BE49-F238E27FC236}">
                <a16:creationId xmlns:a16="http://schemas.microsoft.com/office/drawing/2014/main" id="{4AFEFC50-A5A4-4D78-8E59-83E63AA00CFE}"/>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1-comparison / n4 / text 1">
            <a:extLst xmlns:a="http://schemas.openxmlformats.org/drawingml/2006/main">
              <a:ext uri="{FF2B5EF4-FFF2-40B4-BE49-F238E27FC236}">
                <a16:creationId xmlns:a16="http://schemas.microsoft.com/office/drawing/2014/main" id="{656BD057-373A-406D-8382-C77CCFB46245}"/>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04-41. VIA Request 이해의 모델 판단 반복과 코드 해결 반복</a:t>
            </a:r>
          </a:p>
        </p:txBody>
      </p:sp>
      <p:sp>
        <p:nvSpPr>
          <p:cNvPr id="5" name="dp41-comparison / n5 / path">
            <a:extLst xmlns:a="http://schemas.openxmlformats.org/drawingml/2006/main">
              <a:ext uri="{FF2B5EF4-FFF2-40B4-BE49-F238E27FC236}">
                <a16:creationId xmlns:a16="http://schemas.microsoft.com/office/drawing/2014/main" id="{C306E9B5-D8C7-46DC-883B-246FB1A114C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1-comparison / n6 / text 1">
            <a:extLst xmlns:a="http://schemas.openxmlformats.org/drawingml/2006/main">
              <a:ext uri="{FF2B5EF4-FFF2-40B4-BE49-F238E27FC236}">
                <a16:creationId xmlns:a16="http://schemas.microsoft.com/office/drawing/2014/main" id="{EA45F1E1-195F-4B06-9ADD-88331AB013F5}"/>
              </a:ext>
            </a:extLst>
          </p:cNvPr>
          <p:cNvSpPr>
            <a:spLocks xmlns:a="http://schemas.openxmlformats.org/drawingml/2006/main" noGrp="1"/>
          </p:cNvSpPr>
          <p:nvPr/>
        </p:nvSpPr>
        <p:spPr>
          <a:xfrm xmlns:a="http://schemas.openxmlformats.org/drawingml/2006/main">
            <a:off x="381000" y="1333500"/>
            <a:ext cx="175260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입력 Input1: “이 표를 아까 보고서에 넣고, 메일은 보내지 말고 결과를 바탕으로 초안만 만들어.”</a:t>
            </a:r>
          </a:p>
        </p:txBody>
      </p:sp>
      <p:sp>
        <p:nvSpPr>
          <p:cNvPr id="7" name="dp41-comparison / n7 / text 1">
            <a:extLst xmlns:a="http://schemas.openxmlformats.org/drawingml/2006/main">
              <a:ext uri="{FF2B5EF4-FFF2-40B4-BE49-F238E27FC236}">
                <a16:creationId xmlns:a16="http://schemas.microsoft.com/office/drawing/2014/main" id="{73435361-2972-4470-8183-3D93EB11931F}"/>
              </a:ext>
            </a:extLst>
          </p:cNvPr>
          <p:cNvSpPr>
            <a:spLocks xmlns:a="http://schemas.openxmlformats.org/drawingml/2006/main" noGrp="1"/>
          </p:cNvSpPr>
          <p:nvPr/>
        </p:nvSpPr>
        <p:spPr>
          <a:xfrm xmlns:a="http://schemas.openxmlformats.org/drawingml/2006/main">
            <a:off x="381000" y="1609725"/>
            <a:ext cx="17526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8232E"/>
                </a:solidFill>
                <a:latin typeface="Apple SD Gothic Neo"/>
                <a:ea typeface="Apple SD Gothic Neo"/>
                <a:cs typeface="Apple SD Gothic Neo"/>
              </a:defRPr>
            </a:pPr>
            <a:r>
              <a:rPr sz="1425" b="0">
                <a:solidFill>
                  <a:srgbClr val="18232E"/>
                </a:solidFill>
                <a:latin typeface="Apple SD Gothic Neo"/>
                <a:ea typeface="Apple SD Gothic Neo"/>
                <a:cs typeface="Apple SD Gothic Neo"/>
              </a:rPr>
              <a:t>Task1: 예산 보고서 / Task2: 실적 보고서 → “어느 보고서인가요?” → 사용자: “예산 보고서” / 결과: 수정된 보고서 → 메일 초안</a:t>
            </a:r>
          </a:p>
        </p:txBody>
      </p:sp>
      <p:sp>
        <p:nvSpPr>
          <p:cNvPr id="8" name="dp41-comparison / n8">
            <a:extLst xmlns:a="http://schemas.openxmlformats.org/drawingml/2006/main">
              <a:ext uri="{FF2B5EF4-FFF2-40B4-BE49-F238E27FC236}">
                <a16:creationId xmlns:a16="http://schemas.microsoft.com/office/drawing/2014/main" id="{298606F2-B0D4-44A2-B4D4-B4B035C21173}"/>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1-comparison / n9 / text 1">
            <a:extLst xmlns:a="http://schemas.openxmlformats.org/drawingml/2006/main">
              <a:ext uri="{FF2B5EF4-FFF2-40B4-BE49-F238E27FC236}">
                <a16:creationId xmlns:a16="http://schemas.microsoft.com/office/drawing/2014/main" id="{80B5CA3A-BFCA-40DD-98A9-E8FDBC8C3B20}"/>
              </a:ext>
            </a:extLst>
          </p:cNvPr>
          <p:cNvSpPr>
            <a:spLocks xmlns:a="http://schemas.openxmlformats.org/drawingml/2006/main" noGrp="1"/>
          </p:cNvSpPr>
          <p:nvPr/>
        </p:nvSpPr>
        <p:spPr>
          <a:xfrm xmlns:a="http://schemas.openxmlformats.org/drawingml/2006/main">
            <a:off x="390525" y="1990725"/>
            <a:ext cx="9334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18232E"/>
                </a:solidFill>
                <a:latin typeface="Apple SD Gothic Neo"/>
                <a:ea typeface="Apple SD Gothic Neo"/>
                <a:cs typeface="Apple SD Gothic Neo"/>
              </a:defRPr>
            </a:pPr>
            <a:r>
              <a:rPr sz="1425" b="1">
                <a:solidFill>
                  <a:srgbClr val="18232E"/>
                </a:solidFill>
                <a:latin typeface="Apple SD Gothic Neo"/>
                <a:ea typeface="Apple SD Gothic Neo"/>
                <a:cs typeface="Apple SD Gothic Neo"/>
              </a:rPr>
              <a:t>설계안</a:t>
            </a:r>
          </a:p>
        </p:txBody>
      </p:sp>
      <p:sp>
        <p:nvSpPr>
          <p:cNvPr id="10" name="dp41-comparison / n10 / text 1">
            <a:extLst xmlns:a="http://schemas.openxmlformats.org/drawingml/2006/main">
              <a:ext uri="{FF2B5EF4-FFF2-40B4-BE49-F238E27FC236}">
                <a16:creationId xmlns:a16="http://schemas.microsoft.com/office/drawing/2014/main" id="{BF1C60DA-B3C8-400E-9F54-6C7D1C3763C0}"/>
              </a:ext>
            </a:extLst>
          </p:cNvPr>
          <p:cNvSpPr>
            <a:spLocks xmlns:a="http://schemas.openxmlformats.org/drawingml/2006/main" noGrp="1"/>
          </p:cNvSpPr>
          <p:nvPr/>
        </p:nvSpPr>
        <p:spPr>
          <a:xfrm xmlns:a="http://schemas.openxmlformats.org/drawingml/2006/main">
            <a:off x="148590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A 모델 주도 해석</a:t>
            </a:r>
          </a:p>
        </p:txBody>
      </p:sp>
      <p:sp>
        <p:nvSpPr>
          <p:cNvPr id="11" name="dp41-comparison / n11 / text 1">
            <a:extLst xmlns:a="http://schemas.openxmlformats.org/drawingml/2006/main">
              <a:ext uri="{FF2B5EF4-FFF2-40B4-BE49-F238E27FC236}">
                <a16:creationId xmlns:a16="http://schemas.microsoft.com/office/drawing/2014/main" id="{E894F28B-957E-44C4-B2BC-2A8DA70A8297}"/>
              </a:ext>
            </a:extLst>
          </p:cNvPr>
          <p:cNvSpPr>
            <a:spLocks xmlns:a="http://schemas.openxmlformats.org/drawingml/2006/main" noGrp="1"/>
          </p:cNvSpPr>
          <p:nvPr/>
        </p:nvSpPr>
        <p:spPr>
          <a:xfrm xmlns:a="http://schemas.openxmlformats.org/drawingml/2006/main">
            <a:off x="977265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B 모델 요청 틀과 코드 주도 완성</a:t>
            </a:r>
          </a:p>
        </p:txBody>
      </p:sp>
      <p:sp>
        <p:nvSpPr>
          <p:cNvPr id="12" name="dp41-comparison / n12 / path">
            <a:extLst xmlns:a="http://schemas.openxmlformats.org/drawingml/2006/main">
              <a:ext uri="{FF2B5EF4-FFF2-40B4-BE49-F238E27FC236}">
                <a16:creationId xmlns:a16="http://schemas.microsoft.com/office/drawing/2014/main" id="{11D61C36-AA31-49E9-A30E-2597116BBFD8}"/>
              </a:ext>
            </a:extLst>
          </p:cNvPr>
          <p:cNvSpPr>
            <a:spLocks xmlns:a="http://schemas.openxmlformats.org/drawingml/2006/main" noGrp="1"/>
          </p:cNvSpPr>
          <p:nvPr/>
        </p:nvSpPr>
        <p:spPr>
          <a:xfrm xmlns:a="http://schemas.openxmlformats.org/drawingml/2006/main">
            <a:off x="9620250" y="1857375"/>
            <a:ext cx="953" cy="6448425"/>
          </a:xfrm>
          <a:custGeom xmlns:a="http://schemas.openxmlformats.org/drawingml/2006/main">
            <a:pathLst>
              <a:path w="953" h="6448425">
                <a:moveTo>
                  <a:pt x="0" y="0"/>
                </a:moveTo>
                <a:lnTo>
                  <a:pt x="0" y="6448425"/>
                </a:lnTo>
              </a:path>
            </a:pathLst>
          </a:custGeom>
          <a:noFill xmlns:a="http://schemas.openxmlformats.org/drawingml/2006/main"/>
          <a:ln xmlns:a="http://schemas.openxmlformats.org/drawingml/2006/main" w="19050">
            <a:solidFill>
              <a:srgbClr val="CDD6DE"/>
            </a:solidFill>
            <a:prstDash val="solid"/>
          </a:ln>
        </p:spPr>
      </p:sp>
      <p:sp>
        <p:nvSpPr>
          <p:cNvPr id="13" name="dp41-comparison / n13 / path">
            <a:extLst xmlns:a="http://schemas.openxmlformats.org/drawingml/2006/main">
              <a:ext uri="{FF2B5EF4-FFF2-40B4-BE49-F238E27FC236}">
                <a16:creationId xmlns:a16="http://schemas.microsoft.com/office/drawing/2014/main" id="{2628A453-97E5-4732-B5B4-274C1B538395}"/>
              </a:ext>
            </a:extLst>
          </p:cNvPr>
          <p:cNvSpPr>
            <a:spLocks xmlns:a="http://schemas.openxmlformats.org/drawingml/2006/main" noGrp="1"/>
          </p:cNvSpPr>
          <p:nvPr/>
        </p:nvSpPr>
        <p:spPr>
          <a:xfrm xmlns:a="http://schemas.openxmlformats.org/drawingml/2006/main">
            <a:off x="381000" y="83058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4" name="dp41-comparison / n14 / text 1">
            <a:extLst xmlns:a="http://schemas.openxmlformats.org/drawingml/2006/main">
              <a:ext uri="{FF2B5EF4-FFF2-40B4-BE49-F238E27FC236}">
                <a16:creationId xmlns:a16="http://schemas.microsoft.com/office/drawing/2014/main" id="{FD9E8158-4D60-4AF2-BE84-CFCD45A57D32}"/>
              </a:ext>
            </a:extLst>
          </p:cNvPr>
          <p:cNvSpPr>
            <a:spLocks xmlns:a="http://schemas.openxmlformats.org/drawingml/2006/main" noGrp="1"/>
          </p:cNvSpPr>
          <p:nvPr/>
        </p:nvSpPr>
        <p:spPr>
          <a:xfrm xmlns:a="http://schemas.openxmlformats.org/drawingml/2006/main">
            <a:off x="400050" y="840105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채택: Request Controller의 현재 입력과 정보, 권한 검사 및 저장 성공 후 응답 또는 Task 위임</a:t>
            </a:r>
          </a:p>
        </p:txBody>
      </p:sp>
      <p:sp>
        <p:nvSpPr>
          <p:cNvPr id="15" name="dp41-comparison / n15 / text 1">
            <a:extLst xmlns:a="http://schemas.openxmlformats.org/drawingml/2006/main">
              <a:ext uri="{FF2B5EF4-FFF2-40B4-BE49-F238E27FC236}">
                <a16:creationId xmlns:a16="http://schemas.microsoft.com/office/drawing/2014/main" id="{F52810BF-0544-4333-B5EE-2750A107E6A8}"/>
              </a:ext>
            </a:extLst>
          </p:cNvPr>
          <p:cNvSpPr>
            <a:spLocks xmlns:a="http://schemas.openxmlformats.org/drawingml/2006/main" noGrp="1"/>
          </p:cNvSpPr>
          <p:nvPr/>
        </p:nvSpPr>
        <p:spPr>
          <a:xfrm xmlns:a="http://schemas.openxmlformats.org/drawingml/2006/main">
            <a:off x="400050" y="863917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반복 종료: 의미 완성, 확인 질문 대기, 실패, 취소, 한도 도달 / 질문을 실제 전달하고 새 답변을 받은 뒤 해석 재개</a:t>
            </a:r>
          </a:p>
        </p:txBody>
      </p:sp>
      <p:sp>
        <p:nvSpPr>
          <p:cNvPr id="327" name="dp41-comparison / asr-qa-table / 1">
            <a:extLst xmlns:a="http://schemas.openxmlformats.org/drawingml/2006/main">
              <a:ext uri="{FF2B5EF4-FFF2-40B4-BE49-F238E27FC236}">
                <a16:creationId xmlns:a16="http://schemas.microsoft.com/office/drawing/2014/main" id="{ADD1E495-1DD9-4950-97EC-F34E5FAEB34D}"/>
              </a:ext>
            </a:extLst>
          </p:cNvPr>
          <p:cNvSpPr>
            <a:spLocks xmlns:a="http://schemas.openxmlformats.org/drawingml/2006/main" noGrp="1"/>
          </p:cNvSpPr>
          <p:nvPr/>
        </p:nvSpPr>
        <p:spPr>
          <a:xfrm xmlns:a="http://schemas.openxmlformats.org/drawingml/2006/main">
            <a:off x="381000" y="88963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28" name="dp41-comparison / asr-qa-table / 2">
            <a:extLst xmlns:a="http://schemas.openxmlformats.org/drawingml/2006/main">
              <a:ext uri="{FF2B5EF4-FFF2-40B4-BE49-F238E27FC236}">
                <a16:creationId xmlns:a16="http://schemas.microsoft.com/office/drawing/2014/main" id="{7DE6D759-444A-4887-B02D-69B261B4AE43}"/>
              </a:ext>
            </a:extLst>
          </p:cNvPr>
          <p:cNvSpPr>
            <a:spLocks xmlns:a="http://schemas.openxmlformats.org/drawingml/2006/main" noGrp="1"/>
          </p:cNvSpPr>
          <p:nvPr/>
        </p:nvSpPr>
        <p:spPr>
          <a:xfrm xmlns:a="http://schemas.openxmlformats.org/drawingml/2006/main">
            <a:off x="400050" y="8915400"/>
            <a:ext cx="23336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요청 처리 정확성</a:t>
            </a:r>
          </a:p>
        </p:txBody>
      </p:sp>
      <p:sp>
        <p:nvSpPr>
          <p:cNvPr id="329" name="dp41-comparison / asr-qa-table / 3">
            <a:extLst xmlns:a="http://schemas.openxmlformats.org/drawingml/2006/main">
              <a:ext uri="{FF2B5EF4-FFF2-40B4-BE49-F238E27FC236}">
                <a16:creationId xmlns:a16="http://schemas.microsoft.com/office/drawing/2014/main" id="{8EF7E5D7-31CB-48E8-B73F-2AE9AFC63B6F}"/>
              </a:ext>
            </a:extLst>
          </p:cNvPr>
          <p:cNvSpPr>
            <a:spLocks xmlns:a="http://schemas.openxmlformats.org/drawingml/2006/main" noGrp="1"/>
          </p:cNvSpPr>
          <p:nvPr/>
        </p:nvSpPr>
        <p:spPr>
          <a:xfrm xmlns:a="http://schemas.openxmlformats.org/drawingml/2006/main">
            <a:off x="2857500" y="8915400"/>
            <a:ext cx="685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열린 의미를 함께 판단 / 검색 누락과 모델 오판 가능</a:t>
            </a:r>
          </a:p>
        </p:txBody>
      </p:sp>
      <p:sp>
        <p:nvSpPr>
          <p:cNvPr id="330" name="dp41-comparison / asr-qa-table / 4">
            <a:extLst xmlns:a="http://schemas.openxmlformats.org/drawingml/2006/main">
              <a:ext uri="{FF2B5EF4-FFF2-40B4-BE49-F238E27FC236}">
                <a16:creationId xmlns:a16="http://schemas.microsoft.com/office/drawing/2014/main" id="{5EFCE898-7D8C-4872-ABAC-38F9B848821C}"/>
              </a:ext>
            </a:extLst>
          </p:cNvPr>
          <p:cNvSpPr>
            <a:spLocks xmlns:a="http://schemas.openxmlformats.org/drawingml/2006/main" noGrp="1"/>
          </p:cNvSpPr>
          <p:nvPr/>
        </p:nvSpPr>
        <p:spPr>
          <a:xfrm xmlns:a="http://schemas.openxmlformats.org/drawingml/2006/main">
            <a:off x="10001250" y="8915400"/>
            <a:ext cx="7810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지원 관계의 코드 결합 / 틀 오류와 표현 밖 관계의 한계</a:t>
            </a:r>
          </a:p>
        </p:txBody>
      </p:sp>
      <p:sp>
        <p:nvSpPr>
          <p:cNvPr id="331" name="dp41-comparison / asr-qa-table / 5">
            <a:extLst xmlns:a="http://schemas.openxmlformats.org/drawingml/2006/main">
              <a:ext uri="{FF2B5EF4-FFF2-40B4-BE49-F238E27FC236}">
                <a16:creationId xmlns:a16="http://schemas.microsoft.com/office/drawing/2014/main" id="{65B3AEE2-CF26-49E4-B4F1-3F9B3FEE3C85}"/>
              </a:ext>
            </a:extLst>
          </p:cNvPr>
          <p:cNvSpPr>
            <a:spLocks xmlns:a="http://schemas.openxmlformats.org/drawingml/2006/main" noGrp="1"/>
          </p:cNvSpPr>
          <p:nvPr/>
        </p:nvSpPr>
        <p:spPr>
          <a:xfrm xmlns:a="http://schemas.openxmlformats.org/drawingml/2006/main">
            <a:off x="381000" y="90773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32" name="dp41-comparison / asr-qa-table / 6">
            <a:extLst xmlns:a="http://schemas.openxmlformats.org/drawingml/2006/main">
              <a:ext uri="{FF2B5EF4-FFF2-40B4-BE49-F238E27FC236}">
                <a16:creationId xmlns:a16="http://schemas.microsoft.com/office/drawing/2014/main" id="{8DE04904-64FC-4220-8155-38EF22B7548D}"/>
              </a:ext>
            </a:extLst>
          </p:cNvPr>
          <p:cNvSpPr>
            <a:spLocks xmlns:a="http://schemas.openxmlformats.org/drawingml/2006/main" noGrp="1"/>
          </p:cNvSpPr>
          <p:nvPr/>
        </p:nvSpPr>
        <p:spPr>
          <a:xfrm xmlns:a="http://schemas.openxmlformats.org/drawingml/2006/main">
            <a:off x="400050" y="9096375"/>
            <a:ext cx="23336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상호작용 응답시간</a:t>
            </a:r>
          </a:p>
        </p:txBody>
      </p:sp>
      <p:sp>
        <p:nvSpPr>
          <p:cNvPr id="333" name="dp41-comparison / asr-qa-table / 7">
            <a:extLst xmlns:a="http://schemas.openxmlformats.org/drawingml/2006/main">
              <a:ext uri="{FF2B5EF4-FFF2-40B4-BE49-F238E27FC236}">
                <a16:creationId xmlns:a16="http://schemas.microsoft.com/office/drawing/2014/main" id="{65953498-AE1B-49D7-8C27-73F88FA4FF4E}"/>
              </a:ext>
            </a:extLst>
          </p:cNvPr>
          <p:cNvSpPr>
            <a:spLocks xmlns:a="http://schemas.openxmlformats.org/drawingml/2006/main" noGrp="1"/>
          </p:cNvSpPr>
          <p:nvPr/>
        </p:nvSpPr>
        <p:spPr>
          <a:xfrm xmlns:a="http://schemas.openxmlformats.org/drawingml/2006/main">
            <a:off x="2857500" y="9096375"/>
            <a:ext cx="685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쉬운 Request는 바로 제안 / 추가 조회와 모델 재판단 대기</a:t>
            </a:r>
          </a:p>
        </p:txBody>
      </p:sp>
      <p:sp>
        <p:nvSpPr>
          <p:cNvPr id="334" name="dp41-comparison / asr-qa-table / 8">
            <a:extLst xmlns:a="http://schemas.openxmlformats.org/drawingml/2006/main">
              <a:ext uri="{FF2B5EF4-FFF2-40B4-BE49-F238E27FC236}">
                <a16:creationId xmlns:a16="http://schemas.microsoft.com/office/drawing/2014/main" id="{66AEC61D-9D6B-4315-9F07-6E143501AC0E}"/>
              </a:ext>
            </a:extLst>
          </p:cNvPr>
          <p:cNvSpPr>
            <a:spLocks xmlns:a="http://schemas.openxmlformats.org/drawingml/2006/main" noGrp="1"/>
          </p:cNvSpPr>
          <p:nvPr/>
        </p:nvSpPr>
        <p:spPr>
          <a:xfrm xmlns:a="http://schemas.openxmlformats.org/drawingml/2006/main">
            <a:off x="10001250" y="9096375"/>
            <a:ext cx="7810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지원 틀은 코드 완성 / 부분 해석과 확인 질문 대기</a:t>
            </a:r>
          </a:p>
        </p:txBody>
      </p:sp>
      <p:sp>
        <p:nvSpPr>
          <p:cNvPr id="335" name="dp41-comparison / asr-qa-table / 9">
            <a:extLst xmlns:a="http://schemas.openxmlformats.org/drawingml/2006/main">
              <a:ext uri="{FF2B5EF4-FFF2-40B4-BE49-F238E27FC236}">
                <a16:creationId xmlns:a16="http://schemas.microsoft.com/office/drawing/2014/main" id="{62EB01A6-8932-4D6A-B7A4-0AA52C2519DA}"/>
              </a:ext>
            </a:extLst>
          </p:cNvPr>
          <p:cNvSpPr>
            <a:spLocks xmlns:a="http://schemas.openxmlformats.org/drawingml/2006/main" noGrp="1"/>
          </p:cNvSpPr>
          <p:nvPr/>
        </p:nvSpPr>
        <p:spPr>
          <a:xfrm xmlns:a="http://schemas.openxmlformats.org/drawingml/2006/main">
            <a:off x="381000" y="9258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36" name="dp41-comparison / asr-qa-table / 10">
            <a:extLst xmlns:a="http://schemas.openxmlformats.org/drawingml/2006/main">
              <a:ext uri="{FF2B5EF4-FFF2-40B4-BE49-F238E27FC236}">
                <a16:creationId xmlns:a16="http://schemas.microsoft.com/office/drawing/2014/main" id="{564C7D46-374B-4959-AC16-D3A762E322CD}"/>
              </a:ext>
            </a:extLst>
          </p:cNvPr>
          <p:cNvSpPr>
            <a:spLocks xmlns:a="http://schemas.openxmlformats.org/drawingml/2006/main" noGrp="1"/>
          </p:cNvSpPr>
          <p:nvPr/>
        </p:nvSpPr>
        <p:spPr>
          <a:xfrm xmlns:a="http://schemas.openxmlformats.org/drawingml/2006/main">
            <a:off x="400050" y="9277350"/>
            <a:ext cx="23336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요청 처리시간</a:t>
            </a:r>
          </a:p>
        </p:txBody>
      </p:sp>
      <p:sp>
        <p:nvSpPr>
          <p:cNvPr id="337" name="dp41-comparison / asr-qa-table / 11">
            <a:extLst xmlns:a="http://schemas.openxmlformats.org/drawingml/2006/main">
              <a:ext uri="{FF2B5EF4-FFF2-40B4-BE49-F238E27FC236}">
                <a16:creationId xmlns:a16="http://schemas.microsoft.com/office/drawing/2014/main" id="{E7EA36E8-83E0-4115-BB9F-D21235AB5C3D}"/>
              </a:ext>
            </a:extLst>
          </p:cNvPr>
          <p:cNvSpPr>
            <a:spLocks xmlns:a="http://schemas.openxmlformats.org/drawingml/2006/main" noGrp="1"/>
          </p:cNvSpPr>
          <p:nvPr/>
        </p:nvSpPr>
        <p:spPr>
          <a:xfrm xmlns:a="http://schemas.openxmlformats.org/drawingml/2006/main">
            <a:off x="2857500" y="9277350"/>
            <a:ext cx="685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조회와 모델 판단 반복 / cache와 부분 수정으로 축소 가능</a:t>
            </a:r>
          </a:p>
        </p:txBody>
      </p:sp>
      <p:sp>
        <p:nvSpPr>
          <p:cNvPr id="338" name="dp41-comparison / asr-qa-table / 12">
            <a:extLst xmlns:a="http://schemas.openxmlformats.org/drawingml/2006/main">
              <a:ext uri="{FF2B5EF4-FFF2-40B4-BE49-F238E27FC236}">
                <a16:creationId xmlns:a16="http://schemas.microsoft.com/office/drawing/2014/main" id="{EA3FC3BA-0623-4A51-9412-5D3838DF77D6}"/>
              </a:ext>
            </a:extLst>
          </p:cNvPr>
          <p:cNvSpPr>
            <a:spLocks xmlns:a="http://schemas.openxmlformats.org/drawingml/2006/main" noGrp="1"/>
          </p:cNvSpPr>
          <p:nvPr/>
        </p:nvSpPr>
        <p:spPr>
          <a:xfrm xmlns:a="http://schemas.openxmlformats.org/drawingml/2006/main">
            <a:off x="10001250" y="9277350"/>
            <a:ext cx="7810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항목 해결과 코드 결합 / 틀 수정과 추가 해석 비용</a:t>
            </a:r>
          </a:p>
        </p:txBody>
      </p:sp>
      <p:sp>
        <p:nvSpPr>
          <p:cNvPr id="339" name="dp41-comparison / asr-qa-table / 13">
            <a:extLst xmlns:a="http://schemas.openxmlformats.org/drawingml/2006/main">
              <a:ext uri="{FF2B5EF4-FFF2-40B4-BE49-F238E27FC236}">
                <a16:creationId xmlns:a16="http://schemas.microsoft.com/office/drawing/2014/main" id="{ED3C6FBE-DD03-4E8E-8F63-8B25065F8AB3}"/>
              </a:ext>
            </a:extLst>
          </p:cNvPr>
          <p:cNvSpPr>
            <a:spLocks xmlns:a="http://schemas.openxmlformats.org/drawingml/2006/main" noGrp="1"/>
          </p:cNvSpPr>
          <p:nvPr/>
        </p:nvSpPr>
        <p:spPr>
          <a:xfrm xmlns:a="http://schemas.openxmlformats.org/drawingml/2006/main">
            <a:off x="381000" y="9439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40" name="dp41-comparison / asr-qa-table / 14">
            <a:extLst xmlns:a="http://schemas.openxmlformats.org/drawingml/2006/main">
              <a:ext uri="{FF2B5EF4-FFF2-40B4-BE49-F238E27FC236}">
                <a16:creationId xmlns:a16="http://schemas.microsoft.com/office/drawing/2014/main" id="{AB4FCC22-FA93-47B6-9487-C76094329F00}"/>
              </a:ext>
            </a:extLst>
          </p:cNvPr>
          <p:cNvSpPr>
            <a:spLocks xmlns:a="http://schemas.openxmlformats.org/drawingml/2006/main" noGrp="1"/>
          </p:cNvSpPr>
          <p:nvPr/>
        </p:nvSpPr>
        <p:spPr>
          <a:xfrm xmlns:a="http://schemas.openxmlformats.org/drawingml/2006/main">
            <a:off x="400050" y="9458325"/>
            <a:ext cx="23336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모델 사용 비용</a:t>
            </a:r>
          </a:p>
        </p:txBody>
      </p:sp>
      <p:sp>
        <p:nvSpPr>
          <p:cNvPr id="341" name="dp41-comparison / asr-qa-table / 15">
            <a:extLst xmlns:a="http://schemas.openxmlformats.org/drawingml/2006/main">
              <a:ext uri="{FF2B5EF4-FFF2-40B4-BE49-F238E27FC236}">
                <a16:creationId xmlns:a16="http://schemas.microsoft.com/office/drawing/2014/main" id="{4E2D9CD8-649F-4ABF-861B-AC99B0C566AA}"/>
              </a:ext>
            </a:extLst>
          </p:cNvPr>
          <p:cNvSpPr>
            <a:spLocks xmlns:a="http://schemas.openxmlformats.org/drawingml/2006/main" noGrp="1"/>
          </p:cNvSpPr>
          <p:nvPr/>
        </p:nvSpPr>
        <p:spPr>
          <a:xfrm xmlns:a="http://schemas.openxmlformats.org/drawingml/2006/main">
            <a:off x="2857500" y="9458325"/>
            <a:ext cx="685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반복 판단과 누적 Context / cache 재사용 가능</a:t>
            </a:r>
          </a:p>
        </p:txBody>
      </p:sp>
      <p:sp>
        <p:nvSpPr>
          <p:cNvPr id="342" name="dp41-comparison / asr-qa-table / 16">
            <a:extLst xmlns:a="http://schemas.openxmlformats.org/drawingml/2006/main">
              <a:ext uri="{FF2B5EF4-FFF2-40B4-BE49-F238E27FC236}">
                <a16:creationId xmlns:a16="http://schemas.microsoft.com/office/drawing/2014/main" id="{3D9A2F54-2D24-4BAD-8429-D47BDDCB5ACE}"/>
              </a:ext>
            </a:extLst>
          </p:cNvPr>
          <p:cNvSpPr>
            <a:spLocks xmlns:a="http://schemas.openxmlformats.org/drawingml/2006/main" noGrp="1"/>
          </p:cNvSpPr>
          <p:nvPr/>
        </p:nvSpPr>
        <p:spPr>
          <a:xfrm xmlns:a="http://schemas.openxmlformats.org/drawingml/2006/main">
            <a:off x="10001250" y="9458325"/>
            <a:ext cx="7810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초기 틀 + 부분 해석 / 틀 수정과 추가 질문 비용 포함</a:t>
            </a:r>
          </a:p>
        </p:txBody>
      </p:sp>
      <p:sp>
        <p:nvSpPr>
          <p:cNvPr id="343" name="dp41-comparison / asr-qa-table / 17">
            <a:extLst xmlns:a="http://schemas.openxmlformats.org/drawingml/2006/main">
              <a:ext uri="{FF2B5EF4-FFF2-40B4-BE49-F238E27FC236}">
                <a16:creationId xmlns:a16="http://schemas.microsoft.com/office/drawing/2014/main" id="{99930054-A3F7-460A-A396-40E4079F1C8F}"/>
              </a:ext>
            </a:extLst>
          </p:cNvPr>
          <p:cNvSpPr>
            <a:spLocks xmlns:a="http://schemas.openxmlformats.org/drawingml/2006/main" noGrp="1"/>
          </p:cNvSpPr>
          <p:nvPr/>
        </p:nvSpPr>
        <p:spPr>
          <a:xfrm xmlns:a="http://schemas.openxmlformats.org/drawingml/2006/main">
            <a:off x="381000" y="96202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44" name="dp41-comparison / asr-qa-table / 18">
            <a:extLst xmlns:a="http://schemas.openxmlformats.org/drawingml/2006/main">
              <a:ext uri="{FF2B5EF4-FFF2-40B4-BE49-F238E27FC236}">
                <a16:creationId xmlns:a16="http://schemas.microsoft.com/office/drawing/2014/main" id="{BB108A3F-F358-4BBF-9F5C-CB6ED5B1229A}"/>
              </a:ext>
            </a:extLst>
          </p:cNvPr>
          <p:cNvSpPr>
            <a:spLocks xmlns:a="http://schemas.openxmlformats.org/drawingml/2006/main" noGrp="1"/>
          </p:cNvSpPr>
          <p:nvPr/>
        </p:nvSpPr>
        <p:spPr>
          <a:xfrm xmlns:a="http://schemas.openxmlformats.org/drawingml/2006/main">
            <a:off x="400050" y="9639300"/>
            <a:ext cx="23336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변경 용이성</a:t>
            </a:r>
          </a:p>
        </p:txBody>
      </p:sp>
      <p:sp>
        <p:nvSpPr>
          <p:cNvPr id="345" name="dp41-comparison / asr-qa-table / 19">
            <a:extLst xmlns:a="http://schemas.openxmlformats.org/drawingml/2006/main">
              <a:ext uri="{FF2B5EF4-FFF2-40B4-BE49-F238E27FC236}">
                <a16:creationId xmlns:a16="http://schemas.microsoft.com/office/drawing/2014/main" id="{2641BF70-FAA6-4DDD-B491-A91F577F68A6}"/>
              </a:ext>
            </a:extLst>
          </p:cNvPr>
          <p:cNvSpPr>
            <a:spLocks xmlns:a="http://schemas.openxmlformats.org/drawingml/2006/main" noGrp="1"/>
          </p:cNvSpPr>
          <p:nvPr/>
        </p:nvSpPr>
        <p:spPr>
          <a:xfrm xmlns:a="http://schemas.openxmlformats.org/drawingml/2006/main">
            <a:off x="2857500" y="9639300"/>
            <a:ext cx="685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새 관계의 모델 지침 / 조회 도구와 검증 변경</a:t>
            </a:r>
          </a:p>
        </p:txBody>
      </p:sp>
      <p:sp>
        <p:nvSpPr>
          <p:cNvPr id="346" name="dp41-comparison / asr-qa-table / 20">
            <a:extLst xmlns:a="http://schemas.openxmlformats.org/drawingml/2006/main">
              <a:ext uri="{FF2B5EF4-FFF2-40B4-BE49-F238E27FC236}">
                <a16:creationId xmlns:a16="http://schemas.microsoft.com/office/drawing/2014/main" id="{023323E8-57D0-4D37-820A-9C95A6C0214C}"/>
              </a:ext>
            </a:extLst>
          </p:cNvPr>
          <p:cNvSpPr>
            <a:spLocks xmlns:a="http://schemas.openxmlformats.org/drawingml/2006/main" noGrp="1"/>
          </p:cNvSpPr>
          <p:nvPr/>
        </p:nvSpPr>
        <p:spPr>
          <a:xfrm xmlns:a="http://schemas.openxmlformats.org/drawingml/2006/main">
            <a:off x="10001250" y="9639300"/>
            <a:ext cx="7810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RequestFrame과 Engine 규칙 확장 / 지원 연산은 코드 제어</a:t>
            </a:r>
          </a:p>
        </p:txBody>
      </p:sp>
      <p:sp>
        <p:nvSpPr>
          <p:cNvPr id="347" name="dp41-comparison / asr-qa-table / 21">
            <a:extLst xmlns:a="http://schemas.openxmlformats.org/drawingml/2006/main">
              <a:ext uri="{FF2B5EF4-FFF2-40B4-BE49-F238E27FC236}">
                <a16:creationId xmlns:a16="http://schemas.microsoft.com/office/drawing/2014/main" id="{D014F10B-9FB9-4D65-9DD7-40BEBDC3D519}"/>
              </a:ext>
            </a:extLst>
          </p:cNvPr>
          <p:cNvSpPr>
            <a:spLocks xmlns:a="http://schemas.openxmlformats.org/drawingml/2006/main" noGrp="1"/>
          </p:cNvSpPr>
          <p:nvPr/>
        </p:nvSpPr>
        <p:spPr>
          <a:xfrm xmlns:a="http://schemas.openxmlformats.org/drawingml/2006/main">
            <a:off x="381000" y="9801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48" name="dp41-comparison / asr-qa-table / 22">
            <a:extLst xmlns:a="http://schemas.openxmlformats.org/drawingml/2006/main">
              <a:ext uri="{FF2B5EF4-FFF2-40B4-BE49-F238E27FC236}">
                <a16:creationId xmlns:a16="http://schemas.microsoft.com/office/drawing/2014/main" id="{D80EE967-49B3-4DB7-B39F-7244FBC7F37E}"/>
              </a:ext>
            </a:extLst>
          </p:cNvPr>
          <p:cNvSpPr>
            <a:spLocks xmlns:a="http://schemas.openxmlformats.org/drawingml/2006/main" noGrp="1"/>
          </p:cNvSpPr>
          <p:nvPr/>
        </p:nvSpPr>
        <p:spPr>
          <a:xfrm xmlns:a="http://schemas.openxmlformats.org/drawingml/2006/main">
            <a:off x="400050" y="9820275"/>
            <a:ext cx="233362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로컬 VIA 메모리 사용량</a:t>
            </a:r>
          </a:p>
        </p:txBody>
      </p:sp>
      <p:sp>
        <p:nvSpPr>
          <p:cNvPr id="349" name="dp41-comparison / asr-qa-table / 23">
            <a:extLst xmlns:a="http://schemas.openxmlformats.org/drawingml/2006/main">
              <a:ext uri="{FF2B5EF4-FFF2-40B4-BE49-F238E27FC236}">
                <a16:creationId xmlns:a16="http://schemas.microsoft.com/office/drawing/2014/main" id="{BB23DEEC-F6B3-4100-B14D-69A612A1BF7E}"/>
              </a:ext>
            </a:extLst>
          </p:cNvPr>
          <p:cNvSpPr>
            <a:spLocks xmlns:a="http://schemas.openxmlformats.org/drawingml/2006/main" noGrp="1"/>
          </p:cNvSpPr>
          <p:nvPr/>
        </p:nvSpPr>
        <p:spPr>
          <a:xfrm xmlns:a="http://schemas.openxmlformats.org/drawingml/2006/main">
            <a:off x="2857500" y="9820275"/>
            <a:ext cx="685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모델 제공 맥락과 조회 결과 buffer / 선택 cache 유지</a:t>
            </a:r>
          </a:p>
        </p:txBody>
      </p:sp>
      <p:sp>
        <p:nvSpPr>
          <p:cNvPr id="350" name="dp41-comparison / asr-qa-table / 24">
            <a:extLst xmlns:a="http://schemas.openxmlformats.org/drawingml/2006/main">
              <a:ext uri="{FF2B5EF4-FFF2-40B4-BE49-F238E27FC236}">
                <a16:creationId xmlns:a16="http://schemas.microsoft.com/office/drawing/2014/main" id="{CB93B83E-C171-47CD-8801-3E6E81148824}"/>
              </a:ext>
            </a:extLst>
          </p:cNvPr>
          <p:cNvSpPr>
            <a:spLocks xmlns:a="http://schemas.openxmlformats.org/drawingml/2006/main" noGrp="1"/>
          </p:cNvSpPr>
          <p:nvPr/>
        </p:nvSpPr>
        <p:spPr>
          <a:xfrm xmlns:a="http://schemas.openxmlformats.org/drawingml/2006/main">
            <a:off x="10001250" y="9820275"/>
            <a:ext cx="7810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요청 틀과 후보 / 항목별 해결 상태 유지</a:t>
            </a:r>
          </a:p>
        </p:txBody>
      </p:sp>
      <p:sp>
        <p:nvSpPr>
          <p:cNvPr id="32" name="dp41-comparison / n32 / text 1">
            <a:extLst xmlns:a="http://schemas.openxmlformats.org/drawingml/2006/main">
              <a:ext uri="{FF2B5EF4-FFF2-40B4-BE49-F238E27FC236}">
                <a16:creationId xmlns:a16="http://schemas.microsoft.com/office/drawing/2014/main" id="{4EABF1DD-1393-4C2E-8554-91BCA75B480D}"/>
              </a:ext>
            </a:extLst>
          </p:cNvPr>
          <p:cNvSpPr>
            <a:spLocks xmlns:a="http://schemas.openxmlformats.org/drawingml/2006/main" noGrp="1"/>
          </p:cNvSpPr>
          <p:nvPr/>
        </p:nvSpPr>
        <p:spPr>
          <a:xfrm xmlns:a="http://schemas.openxmlformats.org/drawingml/2006/main">
            <a:off x="381000" y="10029825"/>
            <a:ext cx="175260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미선정 / 미측정 / A도 구조화 출력과 부분 수정 가능 / B도 조건부 추가 모델 호출 가능 / 코드 결합은 의미 정답 보증이 아님</a:t>
            </a:r>
          </a:p>
        </p:txBody>
      </p:sp>
      <p:sp>
        <p:nvSpPr>
          <p:cNvPr id="33" name="dp41-comparison / n33">
            <a:extLst xmlns:a="http://schemas.openxmlformats.org/drawingml/2006/main">
              <a:ext uri="{FF2B5EF4-FFF2-40B4-BE49-F238E27FC236}">
                <a16:creationId xmlns:a16="http://schemas.microsoft.com/office/drawing/2014/main" id="{8094D5CE-C823-415C-8B62-3745C97B2ABA}"/>
              </a:ext>
            </a:extLst>
          </p:cNvPr>
          <p:cNvSpPr>
            <a:spLocks xmlns:a="http://schemas.openxmlformats.org/drawingml/2006/main" noGrp="1"/>
          </p:cNvSpPr>
          <p:nvPr/>
        </p:nvSpPr>
        <p:spPr>
          <a:xfrm xmlns:a="http://schemas.openxmlformats.org/drawingml/2006/main">
            <a:off x="447675" y="3257550"/>
            <a:ext cx="819150" cy="50006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4" name="dp41-comparison / n34 / text 1">
            <a:extLst xmlns:a="http://schemas.openxmlformats.org/drawingml/2006/main">
              <a:ext uri="{FF2B5EF4-FFF2-40B4-BE49-F238E27FC236}">
                <a16:creationId xmlns:a16="http://schemas.microsoft.com/office/drawing/2014/main" id="{044931FA-E06A-4C2E-BB38-1334EE8CD71E}"/>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5" name="dp41-comparison / n35">
            <a:extLst xmlns:a="http://schemas.openxmlformats.org/drawingml/2006/main">
              <a:ext uri="{FF2B5EF4-FFF2-40B4-BE49-F238E27FC236}">
                <a16:creationId xmlns:a16="http://schemas.microsoft.com/office/drawing/2014/main" id="{2DDDB9B4-A7C8-4779-A6C9-EB47D2677788}"/>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6" name="dp41-comparison / n36 / text 1">
            <a:extLst xmlns:a="http://schemas.openxmlformats.org/drawingml/2006/main">
              <a:ext uri="{FF2B5EF4-FFF2-40B4-BE49-F238E27FC236}">
                <a16:creationId xmlns:a16="http://schemas.microsoft.com/office/drawing/2014/main" id="{74EB7C2A-BEC5-405C-90A9-888CA10074F1}"/>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7" name="dp41-comparison / n37 / text 1">
            <a:extLst xmlns:a="http://schemas.openxmlformats.org/drawingml/2006/main">
              <a:ext uri="{FF2B5EF4-FFF2-40B4-BE49-F238E27FC236}">
                <a16:creationId xmlns:a16="http://schemas.microsoft.com/office/drawing/2014/main" id="{43FEE6A4-0B52-46EF-927B-3200F5382FDD}"/>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8" name="dp41-comparison / n38">
            <a:extLst xmlns:a="http://schemas.openxmlformats.org/drawingml/2006/main">
              <a:ext uri="{FF2B5EF4-FFF2-40B4-BE49-F238E27FC236}">
                <a16:creationId xmlns:a16="http://schemas.microsoft.com/office/drawing/2014/main" id="{F04C860E-9291-447A-8B55-4CC8DFBF76E7}"/>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39" name="dp41-comparison / n39 / text 1">
            <a:extLst xmlns:a="http://schemas.openxmlformats.org/drawingml/2006/main">
              <a:ext uri="{FF2B5EF4-FFF2-40B4-BE49-F238E27FC236}">
                <a16:creationId xmlns:a16="http://schemas.microsoft.com/office/drawing/2014/main" id="{C6F806C1-AAC7-474A-BE7E-B62589B56DFA}"/>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0" name="dp41-comparison / n40 / text 1">
            <a:extLst xmlns:a="http://schemas.openxmlformats.org/drawingml/2006/main">
              <a:ext uri="{FF2B5EF4-FFF2-40B4-BE49-F238E27FC236}">
                <a16:creationId xmlns:a16="http://schemas.microsoft.com/office/drawing/2014/main" id="{66D0DBE6-0033-48AA-885E-4C8BCC006A83}"/>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1" name="dp41-comparison / n41">
            <a:extLst xmlns:a="http://schemas.openxmlformats.org/drawingml/2006/main">
              <a:ext uri="{FF2B5EF4-FFF2-40B4-BE49-F238E27FC236}">
                <a16:creationId xmlns:a16="http://schemas.microsoft.com/office/drawing/2014/main" id="{489AEC08-A147-490A-A72E-35A320D69C14}"/>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2" name="dp41-comparison / n41 / fold">
            <a:extLst xmlns:a="http://schemas.openxmlformats.org/drawingml/2006/main">
              <a:ext uri="{FF2B5EF4-FFF2-40B4-BE49-F238E27FC236}">
                <a16:creationId xmlns:a16="http://schemas.microsoft.com/office/drawing/2014/main" id="{7308B8DB-CE6C-47DA-B136-235330CB0DFB}"/>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3" name="dp41-comparison / n42 / text 1">
            <a:extLst xmlns:a="http://schemas.openxmlformats.org/drawingml/2006/main">
              <a:ext uri="{FF2B5EF4-FFF2-40B4-BE49-F238E27FC236}">
                <a16:creationId xmlns:a16="http://schemas.microsoft.com/office/drawing/2014/main" id="{1EE18145-7510-4DF8-B45E-F0D44EF36451}"/>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4" name="dp41-comparison / n43 / text 1">
            <a:extLst xmlns:a="http://schemas.openxmlformats.org/drawingml/2006/main">
              <a:ext uri="{FF2B5EF4-FFF2-40B4-BE49-F238E27FC236}">
                <a16:creationId xmlns:a16="http://schemas.microsoft.com/office/drawing/2014/main" id="{82CF1234-3E56-451C-9378-09DA64F17CA4}"/>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5" name="dp41-comparison / n44">
            <a:extLst xmlns:a="http://schemas.openxmlformats.org/drawingml/2006/main">
              <a:ext uri="{FF2B5EF4-FFF2-40B4-BE49-F238E27FC236}">
                <a16:creationId xmlns:a16="http://schemas.microsoft.com/office/drawing/2014/main" id="{863C60EB-4620-41FF-BBCC-3C48CFE98703}"/>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46" name="dp41-comparison / n45 / text 1">
            <a:extLst xmlns:a="http://schemas.openxmlformats.org/drawingml/2006/main">
              <a:ext uri="{FF2B5EF4-FFF2-40B4-BE49-F238E27FC236}">
                <a16:creationId xmlns:a16="http://schemas.microsoft.com/office/drawing/2014/main" id="{A1C4AABF-7287-4D91-B12F-E0AF8689B8DB}"/>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47" name="dp41-comparison / n46 / text 1">
            <a:extLst xmlns:a="http://schemas.openxmlformats.org/drawingml/2006/main">
              <a:ext uri="{FF2B5EF4-FFF2-40B4-BE49-F238E27FC236}">
                <a16:creationId xmlns:a16="http://schemas.microsoft.com/office/drawing/2014/main" id="{CC15AAC1-0425-44F3-A5E3-E605BE762CEF}"/>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48" name="dp41-comparison / n47">
            <a:extLst xmlns:a="http://schemas.openxmlformats.org/drawingml/2006/main">
              <a:ext uri="{FF2B5EF4-FFF2-40B4-BE49-F238E27FC236}">
                <a16:creationId xmlns:a16="http://schemas.microsoft.com/office/drawing/2014/main" id="{2C8B6DD8-0D1B-408D-9875-B9C3C18E3393}"/>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49" name="dp41-comparison / n48 / text 1">
            <a:extLst xmlns:a="http://schemas.openxmlformats.org/drawingml/2006/main">
              <a:ext uri="{FF2B5EF4-FFF2-40B4-BE49-F238E27FC236}">
                <a16:creationId xmlns:a16="http://schemas.microsoft.com/office/drawing/2014/main" id="{0B2A1213-5273-4EBA-AC54-FF64D1F092DE}"/>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0" name="dp41-comparison / n49 / text 1">
            <a:extLst xmlns:a="http://schemas.openxmlformats.org/drawingml/2006/main">
              <a:ext uri="{FF2B5EF4-FFF2-40B4-BE49-F238E27FC236}">
                <a16:creationId xmlns:a16="http://schemas.microsoft.com/office/drawing/2014/main" id="{60FDA3C8-7259-4783-9CCA-2AEB85DBF54C}"/>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1" name="dp41-comparison / n50">
            <a:extLst xmlns:a="http://schemas.openxmlformats.org/drawingml/2006/main">
              <a:ext uri="{FF2B5EF4-FFF2-40B4-BE49-F238E27FC236}">
                <a16:creationId xmlns:a16="http://schemas.microsoft.com/office/drawing/2014/main" id="{FDD6D880-0B48-453A-8AE5-D7523C7C7BDF}"/>
              </a:ext>
            </a:extLst>
          </p:cNvPr>
          <p:cNvSpPr>
            <a:spLocks xmlns:a="http://schemas.openxmlformats.org/drawingml/2006/main" noGrp="1"/>
          </p:cNvSpPr>
          <p:nvPr/>
        </p:nvSpPr>
        <p:spPr>
          <a:xfrm xmlns:a="http://schemas.openxmlformats.org/drawingml/2006/main">
            <a:off x="504825" y="6362700"/>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52" name="dp41-comparison / n51 / text 1">
            <a:extLst xmlns:a="http://schemas.openxmlformats.org/drawingml/2006/main">
              <a:ext uri="{FF2B5EF4-FFF2-40B4-BE49-F238E27FC236}">
                <a16:creationId xmlns:a16="http://schemas.microsoft.com/office/drawing/2014/main" id="{B764225E-F120-41FA-91AA-229D24B4154F}"/>
              </a:ext>
            </a:extLst>
          </p:cNvPr>
          <p:cNvSpPr>
            <a:spLocks xmlns:a="http://schemas.openxmlformats.org/drawingml/2006/main" noGrp="1"/>
          </p:cNvSpPr>
          <p:nvPr/>
        </p:nvSpPr>
        <p:spPr>
          <a:xfrm xmlns:a="http://schemas.openxmlformats.org/drawingml/2006/main">
            <a:off x="590550" y="647700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53" name="dp41-comparison / n52 / text 1">
            <a:extLst xmlns:a="http://schemas.openxmlformats.org/drawingml/2006/main">
              <a:ext uri="{FF2B5EF4-FFF2-40B4-BE49-F238E27FC236}">
                <a16:creationId xmlns:a16="http://schemas.microsoft.com/office/drawing/2014/main" id="{B4D91C8B-E559-41CB-BAC4-2FCBF60E1143}"/>
              </a:ext>
            </a:extLst>
          </p:cNvPr>
          <p:cNvSpPr>
            <a:spLocks xmlns:a="http://schemas.openxmlformats.org/drawingml/2006/main" noGrp="1"/>
          </p:cNvSpPr>
          <p:nvPr/>
        </p:nvSpPr>
        <p:spPr>
          <a:xfrm xmlns:a="http://schemas.openxmlformats.org/drawingml/2006/main">
            <a:off x="514350" y="66579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54" name="dp41-comparison / n53 / path">
            <a:extLst xmlns:a="http://schemas.openxmlformats.org/drawingml/2006/main">
              <a:ext uri="{FF2B5EF4-FFF2-40B4-BE49-F238E27FC236}">
                <a16:creationId xmlns:a16="http://schemas.microsoft.com/office/drawing/2014/main" id="{35AB1C5B-7914-4168-A34C-3F16994351F2}"/>
              </a:ext>
            </a:extLst>
          </p:cNvPr>
          <p:cNvSpPr>
            <a:spLocks xmlns:a="http://schemas.openxmlformats.org/drawingml/2006/main" noGrp="1"/>
          </p:cNvSpPr>
          <p:nvPr/>
        </p:nvSpPr>
        <p:spPr>
          <a:xfrm xmlns:a="http://schemas.openxmlformats.org/drawingml/2006/main">
            <a:off x="514350" y="693420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5" name="dp41-comparison / n53 / arrow">
            <a:extLst xmlns:a="http://schemas.openxmlformats.org/drawingml/2006/main">
              <a:ext uri="{FF2B5EF4-FFF2-40B4-BE49-F238E27FC236}">
                <a16:creationId xmlns:a16="http://schemas.microsoft.com/office/drawing/2014/main" id="{4707C8DC-0579-4F3F-B55D-053B265FAE78}"/>
              </a:ext>
            </a:extLst>
          </p:cNvPr>
          <p:cNvSpPr>
            <a:spLocks xmlns:a="http://schemas.openxmlformats.org/drawingml/2006/main" noGrp="1"/>
          </p:cNvSpPr>
          <p:nvPr/>
        </p:nvSpPr>
        <p:spPr>
          <a:xfrm xmlns:a="http://schemas.openxmlformats.org/drawingml/2006/main">
            <a:off x="837819" y="69006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6" name="dp41-comparison / n54 / text 1">
            <a:extLst xmlns:a="http://schemas.openxmlformats.org/drawingml/2006/main">
              <a:ext uri="{FF2B5EF4-FFF2-40B4-BE49-F238E27FC236}">
                <a16:creationId xmlns:a16="http://schemas.microsoft.com/office/drawing/2014/main" id="{01B39486-519A-4F6C-BCB9-97BB59A4F962}"/>
              </a:ext>
            </a:extLst>
          </p:cNvPr>
          <p:cNvSpPr>
            <a:spLocks xmlns:a="http://schemas.openxmlformats.org/drawingml/2006/main" noGrp="1"/>
          </p:cNvSpPr>
          <p:nvPr/>
        </p:nvSpPr>
        <p:spPr>
          <a:xfrm xmlns:a="http://schemas.openxmlformats.org/drawingml/2006/main">
            <a:off x="962025" y="686752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7" name="dp41-comparison / n55 / path">
            <a:extLst xmlns:a="http://schemas.openxmlformats.org/drawingml/2006/main">
              <a:ext uri="{FF2B5EF4-FFF2-40B4-BE49-F238E27FC236}">
                <a16:creationId xmlns:a16="http://schemas.microsoft.com/office/drawing/2014/main" id="{5FCB3381-9F82-4B76-9196-FCAE38AB7ED8}"/>
              </a:ext>
            </a:extLst>
          </p:cNvPr>
          <p:cNvSpPr>
            <a:spLocks xmlns:a="http://schemas.openxmlformats.org/drawingml/2006/main" noGrp="1"/>
          </p:cNvSpPr>
          <p:nvPr/>
        </p:nvSpPr>
        <p:spPr>
          <a:xfrm xmlns:a="http://schemas.openxmlformats.org/drawingml/2006/main">
            <a:off x="514350" y="713422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8" name="dp41-comparison / n55 / arrow">
            <a:extLst xmlns:a="http://schemas.openxmlformats.org/drawingml/2006/main">
              <a:ext uri="{FF2B5EF4-FFF2-40B4-BE49-F238E27FC236}">
                <a16:creationId xmlns:a16="http://schemas.microsoft.com/office/drawing/2014/main" id="{7C36DC3B-12F0-4CDE-A0DC-006E0D902BEB}"/>
              </a:ext>
            </a:extLst>
          </p:cNvPr>
          <p:cNvSpPr>
            <a:spLocks xmlns:a="http://schemas.openxmlformats.org/drawingml/2006/main" noGrp="1"/>
          </p:cNvSpPr>
          <p:nvPr/>
        </p:nvSpPr>
        <p:spPr>
          <a:xfrm xmlns:a="http://schemas.openxmlformats.org/drawingml/2006/main">
            <a:off x="837819" y="7100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9" name="dp41-comparison / n56 / text 1">
            <a:extLst xmlns:a="http://schemas.openxmlformats.org/drawingml/2006/main">
              <a:ext uri="{FF2B5EF4-FFF2-40B4-BE49-F238E27FC236}">
                <a16:creationId xmlns:a16="http://schemas.microsoft.com/office/drawing/2014/main" id="{94D9E694-98CB-4F62-BC4A-EF29E9CE2FC6}"/>
              </a:ext>
            </a:extLst>
          </p:cNvPr>
          <p:cNvSpPr>
            <a:spLocks xmlns:a="http://schemas.openxmlformats.org/drawingml/2006/main" noGrp="1"/>
          </p:cNvSpPr>
          <p:nvPr/>
        </p:nvSpPr>
        <p:spPr>
          <a:xfrm xmlns:a="http://schemas.openxmlformats.org/drawingml/2006/main">
            <a:off x="962025" y="70675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0" name="dp41-comparison / n57 / text 1">
            <a:extLst xmlns:a="http://schemas.openxmlformats.org/drawingml/2006/main">
              <a:ext uri="{FF2B5EF4-FFF2-40B4-BE49-F238E27FC236}">
                <a16:creationId xmlns:a16="http://schemas.microsoft.com/office/drawing/2014/main" id="{238AB59B-866E-4887-AFC7-E28DA0242274}"/>
              </a:ext>
            </a:extLst>
          </p:cNvPr>
          <p:cNvSpPr>
            <a:spLocks xmlns:a="http://schemas.openxmlformats.org/drawingml/2006/main" noGrp="1"/>
          </p:cNvSpPr>
          <p:nvPr/>
        </p:nvSpPr>
        <p:spPr>
          <a:xfrm xmlns:a="http://schemas.openxmlformats.org/drawingml/2006/main">
            <a:off x="514350" y="73818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1" name="dp41-comparison / n58">
            <a:extLst xmlns:a="http://schemas.openxmlformats.org/drawingml/2006/main">
              <a:ext uri="{FF2B5EF4-FFF2-40B4-BE49-F238E27FC236}">
                <a16:creationId xmlns:a16="http://schemas.microsoft.com/office/drawing/2014/main" id="{989FC831-98F1-45EF-8EA9-EA3D2FF866BF}"/>
              </a:ext>
            </a:extLst>
          </p:cNvPr>
          <p:cNvSpPr>
            <a:spLocks xmlns:a="http://schemas.openxmlformats.org/drawingml/2006/main" noGrp="1"/>
          </p:cNvSpPr>
          <p:nvPr/>
        </p:nvSpPr>
        <p:spPr>
          <a:xfrm xmlns:a="http://schemas.openxmlformats.org/drawingml/2006/main">
            <a:off x="504825" y="7591425"/>
            <a:ext cx="28575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2" name="dp41-comparison / n59 / text 1">
            <a:extLst xmlns:a="http://schemas.openxmlformats.org/drawingml/2006/main">
              <a:ext uri="{FF2B5EF4-FFF2-40B4-BE49-F238E27FC236}">
                <a16:creationId xmlns:a16="http://schemas.microsoft.com/office/drawing/2014/main" id="{80B773DD-2FDD-45E4-A809-3BD156413230}"/>
              </a:ext>
            </a:extLst>
          </p:cNvPr>
          <p:cNvSpPr>
            <a:spLocks xmlns:a="http://schemas.openxmlformats.org/drawingml/2006/main" noGrp="1"/>
          </p:cNvSpPr>
          <p:nvPr/>
        </p:nvSpPr>
        <p:spPr>
          <a:xfrm xmlns:a="http://schemas.openxmlformats.org/drawingml/2006/main">
            <a:off x="590550" y="761523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3" name="dp41-comparison / n60 / text 1">
            <a:extLst xmlns:a="http://schemas.openxmlformats.org/drawingml/2006/main">
              <a:ext uri="{FF2B5EF4-FFF2-40B4-BE49-F238E27FC236}">
                <a16:creationId xmlns:a16="http://schemas.microsoft.com/office/drawing/2014/main" id="{A4FDCB96-0E91-4F9E-99AA-07905E43CEDC}"/>
              </a:ext>
            </a:extLst>
          </p:cNvPr>
          <p:cNvSpPr>
            <a:spLocks xmlns:a="http://schemas.openxmlformats.org/drawingml/2006/main" noGrp="1"/>
          </p:cNvSpPr>
          <p:nvPr/>
        </p:nvSpPr>
        <p:spPr>
          <a:xfrm xmlns:a="http://schemas.openxmlformats.org/drawingml/2006/main">
            <a:off x="847725" y="762000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64" name="dp41-comparison / n61">
            <a:extLst xmlns:a="http://schemas.openxmlformats.org/drawingml/2006/main">
              <a:ext uri="{FF2B5EF4-FFF2-40B4-BE49-F238E27FC236}">
                <a16:creationId xmlns:a16="http://schemas.microsoft.com/office/drawing/2014/main" id="{1D24E1BF-18EA-4F87-96FF-8005D98B0A4B}"/>
              </a:ext>
            </a:extLst>
          </p:cNvPr>
          <p:cNvSpPr>
            <a:spLocks xmlns:a="http://schemas.openxmlformats.org/drawingml/2006/main" noGrp="1"/>
          </p:cNvSpPr>
          <p:nvPr/>
        </p:nvSpPr>
        <p:spPr>
          <a:xfrm xmlns:a="http://schemas.openxmlformats.org/drawingml/2006/main">
            <a:off x="504825" y="7905750"/>
            <a:ext cx="285750" cy="1714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65" name="dp41-comparison / n62 / text 1">
            <a:extLst xmlns:a="http://schemas.openxmlformats.org/drawingml/2006/main">
              <a:ext uri="{FF2B5EF4-FFF2-40B4-BE49-F238E27FC236}">
                <a16:creationId xmlns:a16="http://schemas.microsoft.com/office/drawing/2014/main" id="{B87062EE-A82A-49DE-8552-7D833EE8053A}"/>
              </a:ext>
            </a:extLst>
          </p:cNvPr>
          <p:cNvSpPr>
            <a:spLocks xmlns:a="http://schemas.openxmlformats.org/drawingml/2006/main" noGrp="1"/>
          </p:cNvSpPr>
          <p:nvPr/>
        </p:nvSpPr>
        <p:spPr>
          <a:xfrm xmlns:a="http://schemas.openxmlformats.org/drawingml/2006/main">
            <a:off x="590550" y="7929563"/>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6" name="dp41-comparison / n63 / text 1">
            <a:extLst xmlns:a="http://schemas.openxmlformats.org/drawingml/2006/main">
              <a:ext uri="{FF2B5EF4-FFF2-40B4-BE49-F238E27FC236}">
                <a16:creationId xmlns:a16="http://schemas.microsoft.com/office/drawing/2014/main" id="{E02D0505-9AEE-4167-A643-6C3EBDBB4DBC}"/>
              </a:ext>
            </a:extLst>
          </p:cNvPr>
          <p:cNvSpPr>
            <a:spLocks xmlns:a="http://schemas.openxmlformats.org/drawingml/2006/main" noGrp="1"/>
          </p:cNvSpPr>
          <p:nvPr/>
        </p:nvSpPr>
        <p:spPr>
          <a:xfrm xmlns:a="http://schemas.openxmlformats.org/drawingml/2006/main">
            <a:off x="847725" y="7934325"/>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67" name="dp41-comparison / n66">
            <a:extLst xmlns:a="http://schemas.openxmlformats.org/drawingml/2006/main">
              <a:ext uri="{FF2B5EF4-FFF2-40B4-BE49-F238E27FC236}">
                <a16:creationId xmlns:a16="http://schemas.microsoft.com/office/drawing/2014/main" id="{B56BF005-35C6-4AE2-901F-83A529B17B95}"/>
              </a:ext>
            </a:extLst>
          </p:cNvPr>
          <p:cNvSpPr>
            <a:spLocks xmlns:a="http://schemas.openxmlformats.org/drawingml/2006/main" noGrp="1"/>
          </p:cNvSpPr>
          <p:nvPr/>
        </p:nvSpPr>
        <p:spPr>
          <a:xfrm xmlns:a="http://schemas.openxmlformats.org/drawingml/2006/main">
            <a:off x="333375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8" name="dp41-comparison / n67 / text 1">
            <a:extLst xmlns:a="http://schemas.openxmlformats.org/drawingml/2006/main">
              <a:ext uri="{FF2B5EF4-FFF2-40B4-BE49-F238E27FC236}">
                <a16:creationId xmlns:a16="http://schemas.microsoft.com/office/drawing/2014/main" id="{5A5F2C49-C2DF-4018-AB4E-04B36EC7896C}"/>
              </a:ext>
            </a:extLst>
          </p:cNvPr>
          <p:cNvSpPr>
            <a:spLocks xmlns:a="http://schemas.openxmlformats.org/drawingml/2006/main" noGrp="1"/>
          </p:cNvSpPr>
          <p:nvPr/>
        </p:nvSpPr>
        <p:spPr>
          <a:xfrm xmlns:a="http://schemas.openxmlformats.org/drawingml/2006/main">
            <a:off x="341947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9" name="dp41-comparison / n68">
            <a:extLst xmlns:a="http://schemas.openxmlformats.org/drawingml/2006/main">
              <a:ext uri="{FF2B5EF4-FFF2-40B4-BE49-F238E27FC236}">
                <a16:creationId xmlns:a16="http://schemas.microsoft.com/office/drawing/2014/main" id="{AA1016BB-FF9B-4379-8A21-3E35681CAF88}"/>
              </a:ext>
            </a:extLst>
          </p:cNvPr>
          <p:cNvSpPr>
            <a:spLocks xmlns:a="http://schemas.openxmlformats.org/drawingml/2006/main" noGrp="1"/>
          </p:cNvSpPr>
          <p:nvPr/>
        </p:nvSpPr>
        <p:spPr>
          <a:xfrm xmlns:a="http://schemas.openxmlformats.org/drawingml/2006/main">
            <a:off x="604837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1-comparison / n69 / text 1">
            <a:extLst xmlns:a="http://schemas.openxmlformats.org/drawingml/2006/main">
              <a:ext uri="{FF2B5EF4-FFF2-40B4-BE49-F238E27FC236}">
                <a16:creationId xmlns:a16="http://schemas.microsoft.com/office/drawing/2014/main" id="{9773782A-CA11-4988-AB92-A6705E4FBFD2}"/>
              </a:ext>
            </a:extLst>
          </p:cNvPr>
          <p:cNvSpPr>
            <a:spLocks xmlns:a="http://schemas.openxmlformats.org/drawingml/2006/main" noGrp="1"/>
          </p:cNvSpPr>
          <p:nvPr/>
        </p:nvSpPr>
        <p:spPr>
          <a:xfrm xmlns:a="http://schemas.openxmlformats.org/drawingml/2006/main">
            <a:off x="613410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71" name="dp41-comparison / n70 / path">
            <a:extLst xmlns:a="http://schemas.openxmlformats.org/drawingml/2006/main">
              <a:ext uri="{FF2B5EF4-FFF2-40B4-BE49-F238E27FC236}">
                <a16:creationId xmlns:a16="http://schemas.microsoft.com/office/drawing/2014/main" id="{6CF11858-EA85-4315-82BF-07142065EF9E}"/>
              </a:ext>
            </a:extLst>
          </p:cNvPr>
          <p:cNvSpPr>
            <a:spLocks xmlns:a="http://schemas.openxmlformats.org/drawingml/2006/main" noGrp="1"/>
          </p:cNvSpPr>
          <p:nvPr/>
        </p:nvSpPr>
        <p:spPr>
          <a:xfrm xmlns:a="http://schemas.openxmlformats.org/drawingml/2006/main">
            <a:off x="300037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72" name="dp41-comparison / n70 / arrow">
            <a:extLst xmlns:a="http://schemas.openxmlformats.org/drawingml/2006/main">
              <a:ext uri="{FF2B5EF4-FFF2-40B4-BE49-F238E27FC236}">
                <a16:creationId xmlns:a16="http://schemas.microsoft.com/office/drawing/2014/main" id="{D99AEA64-BF63-4E4E-A1A5-7E9811E777C2}"/>
              </a:ext>
            </a:extLst>
          </p:cNvPr>
          <p:cNvSpPr>
            <a:spLocks xmlns:a="http://schemas.openxmlformats.org/drawingml/2006/main" noGrp="1"/>
          </p:cNvSpPr>
          <p:nvPr/>
        </p:nvSpPr>
        <p:spPr>
          <a:xfrm xmlns:a="http://schemas.openxmlformats.org/drawingml/2006/main">
            <a:off x="326669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3" name="dp41-comparison / n71 / path">
            <a:extLst xmlns:a="http://schemas.openxmlformats.org/drawingml/2006/main">
              <a:ext uri="{FF2B5EF4-FFF2-40B4-BE49-F238E27FC236}">
                <a16:creationId xmlns:a16="http://schemas.microsoft.com/office/drawing/2014/main" id="{8467E036-900F-43F0-ADF8-0FF4F73BF0C0}"/>
              </a:ext>
            </a:extLst>
          </p:cNvPr>
          <p:cNvSpPr>
            <a:spLocks xmlns:a="http://schemas.openxmlformats.org/drawingml/2006/main" noGrp="1"/>
          </p:cNvSpPr>
          <p:nvPr/>
        </p:nvSpPr>
        <p:spPr>
          <a:xfrm xmlns:a="http://schemas.openxmlformats.org/drawingml/2006/main">
            <a:off x="561975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74" name="dp41-comparison / n71 / arrow">
            <a:extLst xmlns:a="http://schemas.openxmlformats.org/drawingml/2006/main">
              <a:ext uri="{FF2B5EF4-FFF2-40B4-BE49-F238E27FC236}">
                <a16:creationId xmlns:a16="http://schemas.microsoft.com/office/drawing/2014/main" id="{09C4496F-D82D-4BDA-A682-BEA34790C321}"/>
              </a:ext>
            </a:extLst>
          </p:cNvPr>
          <p:cNvSpPr>
            <a:spLocks xmlns:a="http://schemas.openxmlformats.org/drawingml/2006/main" noGrp="1"/>
          </p:cNvSpPr>
          <p:nvPr/>
        </p:nvSpPr>
        <p:spPr>
          <a:xfrm xmlns:a="http://schemas.openxmlformats.org/drawingml/2006/main">
            <a:off x="598131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5" name="dp41-comparison / n72">
            <a:extLst xmlns:a="http://schemas.openxmlformats.org/drawingml/2006/main">
              <a:ext uri="{FF2B5EF4-FFF2-40B4-BE49-F238E27FC236}">
                <a16:creationId xmlns:a16="http://schemas.microsoft.com/office/drawing/2014/main" id="{0B581E73-90AB-4EF9-A8D0-BEAF3E0291F3}"/>
              </a:ext>
            </a:extLst>
          </p:cNvPr>
          <p:cNvSpPr>
            <a:spLocks xmlns:a="http://schemas.openxmlformats.org/drawingml/2006/main" noGrp="1"/>
          </p:cNvSpPr>
          <p:nvPr/>
        </p:nvSpPr>
        <p:spPr>
          <a:xfrm xmlns:a="http://schemas.openxmlformats.org/drawingml/2006/main">
            <a:off x="166687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76" name="dp41-comparison / n73 / text 1">
            <a:extLst xmlns:a="http://schemas.openxmlformats.org/drawingml/2006/main">
              <a:ext uri="{FF2B5EF4-FFF2-40B4-BE49-F238E27FC236}">
                <a16:creationId xmlns:a16="http://schemas.microsoft.com/office/drawing/2014/main" id="{83028FBE-4561-432E-8972-F30FC20A9033}"/>
              </a:ext>
            </a:extLst>
          </p:cNvPr>
          <p:cNvSpPr>
            <a:spLocks xmlns:a="http://schemas.openxmlformats.org/drawingml/2006/main" noGrp="1"/>
          </p:cNvSpPr>
          <p:nvPr/>
        </p:nvSpPr>
        <p:spPr>
          <a:xfrm xmlns:a="http://schemas.openxmlformats.org/drawingml/2006/main">
            <a:off x="175260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77" name="dp41-comparison / n78">
            <a:extLst xmlns:a="http://schemas.openxmlformats.org/drawingml/2006/main">
              <a:ext uri="{FF2B5EF4-FFF2-40B4-BE49-F238E27FC236}">
                <a16:creationId xmlns:a16="http://schemas.microsoft.com/office/drawing/2014/main" id="{77E9EA80-722B-433E-B9F5-4FFA7DDF337B}"/>
              </a:ext>
            </a:extLst>
          </p:cNvPr>
          <p:cNvSpPr>
            <a:spLocks xmlns:a="http://schemas.openxmlformats.org/drawingml/2006/main" noGrp="1"/>
          </p:cNvSpPr>
          <p:nvPr/>
        </p:nvSpPr>
        <p:spPr>
          <a:xfrm xmlns:a="http://schemas.openxmlformats.org/drawingml/2006/main">
            <a:off x="147637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1-comparison / n79 / text 1">
            <a:extLst xmlns:a="http://schemas.openxmlformats.org/drawingml/2006/main">
              <a:ext uri="{FF2B5EF4-FFF2-40B4-BE49-F238E27FC236}">
                <a16:creationId xmlns:a16="http://schemas.microsoft.com/office/drawing/2014/main" id="{AFBAA44A-FD7D-4FD8-89E0-A6505FF0CE7F}"/>
              </a:ext>
            </a:extLst>
          </p:cNvPr>
          <p:cNvSpPr>
            <a:spLocks xmlns:a="http://schemas.openxmlformats.org/drawingml/2006/main" noGrp="1"/>
          </p:cNvSpPr>
          <p:nvPr/>
        </p:nvSpPr>
        <p:spPr>
          <a:xfrm xmlns:a="http://schemas.openxmlformats.org/drawingml/2006/main">
            <a:off x="46672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79" name="dp41-comparison / n82">
            <a:extLst xmlns:a="http://schemas.openxmlformats.org/drawingml/2006/main">
              <a:ext uri="{FF2B5EF4-FFF2-40B4-BE49-F238E27FC236}">
                <a16:creationId xmlns:a16="http://schemas.microsoft.com/office/drawing/2014/main" id="{03B442A5-CA3E-43E9-95AE-355248693EDF}"/>
              </a:ext>
            </a:extLst>
          </p:cNvPr>
          <p:cNvSpPr>
            <a:spLocks xmlns:a="http://schemas.openxmlformats.org/drawingml/2006/main" noGrp="1"/>
          </p:cNvSpPr>
          <p:nvPr/>
        </p:nvSpPr>
        <p:spPr>
          <a:xfrm xmlns:a="http://schemas.openxmlformats.org/drawingml/2006/main">
            <a:off x="1666875" y="4019550"/>
            <a:ext cx="25241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0" name="dp41-comparison / n83 / text 1">
            <a:extLst xmlns:a="http://schemas.openxmlformats.org/drawingml/2006/main">
              <a:ext uri="{FF2B5EF4-FFF2-40B4-BE49-F238E27FC236}">
                <a16:creationId xmlns:a16="http://schemas.microsoft.com/office/drawing/2014/main" id="{90EC1F9D-1A74-4D78-856D-4F6AE192F819}"/>
              </a:ext>
            </a:extLst>
          </p:cNvPr>
          <p:cNvSpPr>
            <a:spLocks xmlns:a="http://schemas.openxmlformats.org/drawingml/2006/main" noGrp="1"/>
          </p:cNvSpPr>
          <p:nvPr/>
        </p:nvSpPr>
        <p:spPr>
          <a:xfrm xmlns:a="http://schemas.openxmlformats.org/drawingml/2006/main">
            <a:off x="1752600" y="4098608"/>
            <a:ext cx="23526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모델 주도 해석 제어기</a:t>
            </a:r>
          </a:p>
        </p:txBody>
      </p:sp>
      <p:sp>
        <p:nvSpPr>
          <p:cNvPr id="81" name="dp41-comparison / n86">
            <a:extLst xmlns:a="http://schemas.openxmlformats.org/drawingml/2006/main">
              <a:ext uri="{FF2B5EF4-FFF2-40B4-BE49-F238E27FC236}">
                <a16:creationId xmlns:a16="http://schemas.microsoft.com/office/drawing/2014/main" id="{E7C4831B-0281-4076-B54C-D38F5FCF8DD9}"/>
              </a:ext>
            </a:extLst>
          </p:cNvPr>
          <p:cNvSpPr>
            <a:spLocks xmlns:a="http://schemas.openxmlformats.org/drawingml/2006/main" noGrp="1"/>
          </p:cNvSpPr>
          <p:nvPr/>
        </p:nvSpPr>
        <p:spPr>
          <a:xfrm xmlns:a="http://schemas.openxmlformats.org/drawingml/2006/main">
            <a:off x="6762750" y="4019550"/>
            <a:ext cx="2238375"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2" name="dp41-comparison / n87 / text 1">
            <a:extLst xmlns:a="http://schemas.openxmlformats.org/drawingml/2006/main">
              <a:ext uri="{FF2B5EF4-FFF2-40B4-BE49-F238E27FC236}">
                <a16:creationId xmlns:a16="http://schemas.microsoft.com/office/drawing/2014/main" id="{0204BFDD-318D-42A1-9078-43A7E1961F3D}"/>
              </a:ext>
            </a:extLst>
          </p:cNvPr>
          <p:cNvSpPr>
            <a:spLocks xmlns:a="http://schemas.openxmlformats.org/drawingml/2006/main" noGrp="1"/>
          </p:cNvSpPr>
          <p:nvPr/>
        </p:nvSpPr>
        <p:spPr>
          <a:xfrm xmlns:a="http://schemas.openxmlformats.org/drawingml/2006/main">
            <a:off x="6848475" y="410479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읽기 도구 실행기</a:t>
            </a:r>
          </a:p>
        </p:txBody>
      </p:sp>
      <p:sp>
        <p:nvSpPr>
          <p:cNvPr id="83" name="dp41-comparison / n88">
            <a:extLst xmlns:a="http://schemas.openxmlformats.org/drawingml/2006/main">
              <a:ext uri="{FF2B5EF4-FFF2-40B4-BE49-F238E27FC236}">
                <a16:creationId xmlns:a16="http://schemas.microsoft.com/office/drawing/2014/main" id="{07086B55-AC6E-484E-BD22-D2898A2AE49E}"/>
              </a:ext>
            </a:extLst>
          </p:cNvPr>
          <p:cNvSpPr>
            <a:spLocks xmlns:a="http://schemas.openxmlformats.org/drawingml/2006/main" noGrp="1"/>
          </p:cNvSpPr>
          <p:nvPr/>
        </p:nvSpPr>
        <p:spPr>
          <a:xfrm xmlns:a="http://schemas.openxmlformats.org/drawingml/2006/main">
            <a:off x="1666875" y="4981575"/>
            <a:ext cx="2524125" cy="5238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4" name="dp41-comparison / n89 / text 1">
            <a:extLst xmlns:a="http://schemas.openxmlformats.org/drawingml/2006/main">
              <a:ext uri="{FF2B5EF4-FFF2-40B4-BE49-F238E27FC236}">
                <a16:creationId xmlns:a16="http://schemas.microsoft.com/office/drawing/2014/main" id="{BD992A1E-04D6-46EA-92BD-CE7F2941A609}"/>
              </a:ext>
            </a:extLst>
          </p:cNvPr>
          <p:cNvSpPr>
            <a:spLocks xmlns:a="http://schemas.openxmlformats.org/drawingml/2006/main" noGrp="1"/>
          </p:cNvSpPr>
          <p:nvPr/>
        </p:nvSpPr>
        <p:spPr>
          <a:xfrm xmlns:a="http://schemas.openxmlformats.org/drawingml/2006/main">
            <a:off x="1752600" y="5143500"/>
            <a:ext cx="23526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모델에 제공할 해석 맥락</a:t>
            </a:r>
          </a:p>
        </p:txBody>
      </p:sp>
      <p:sp>
        <p:nvSpPr>
          <p:cNvPr id="85" name="dp41-comparison / n92 / path">
            <a:extLst xmlns:a="http://schemas.openxmlformats.org/drawingml/2006/main">
              <a:ext uri="{FF2B5EF4-FFF2-40B4-BE49-F238E27FC236}">
                <a16:creationId xmlns:a16="http://schemas.microsoft.com/office/drawing/2014/main" id="{559D5B10-6D6C-4EFB-B96D-726E73E7E6CB}"/>
              </a:ext>
            </a:extLst>
          </p:cNvPr>
          <p:cNvSpPr>
            <a:spLocks xmlns:a="http://schemas.openxmlformats.org/drawingml/2006/main" noGrp="1"/>
          </p:cNvSpPr>
          <p:nvPr/>
        </p:nvSpPr>
        <p:spPr>
          <a:xfrm xmlns:a="http://schemas.openxmlformats.org/drawingml/2006/main">
            <a:off x="1976438" y="3190875"/>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0478">
            <a:solidFill>
              <a:srgbClr val="B8753F"/>
            </a:solidFill>
            <a:prstDash val="solid"/>
          </a:ln>
        </p:spPr>
      </p:sp>
      <p:sp>
        <p:nvSpPr>
          <p:cNvPr id="86" name="dp41-comparison / n92 / arrow">
            <a:extLst xmlns:a="http://schemas.openxmlformats.org/drawingml/2006/main">
              <a:ext uri="{FF2B5EF4-FFF2-40B4-BE49-F238E27FC236}">
                <a16:creationId xmlns:a16="http://schemas.microsoft.com/office/drawing/2014/main" id="{1A6AB238-6339-4799-894A-D0C6C3443058}"/>
              </a:ext>
            </a:extLst>
          </p:cNvPr>
          <p:cNvSpPr>
            <a:spLocks xmlns:a="http://schemas.openxmlformats.org/drawingml/2006/main" noGrp="1"/>
          </p:cNvSpPr>
          <p:nvPr/>
        </p:nvSpPr>
        <p:spPr>
          <a:xfrm xmlns:a="http://schemas.openxmlformats.org/drawingml/2006/main">
            <a:off x="1942910" y="31908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87" name="dp41-comparison / n93 / path">
            <a:extLst xmlns:a="http://schemas.openxmlformats.org/drawingml/2006/main">
              <a:ext uri="{FF2B5EF4-FFF2-40B4-BE49-F238E27FC236}">
                <a16:creationId xmlns:a16="http://schemas.microsoft.com/office/drawing/2014/main" id="{1FB98B68-E212-4613-BFEE-D91879A1674C}"/>
              </a:ext>
            </a:extLst>
          </p:cNvPr>
          <p:cNvSpPr>
            <a:spLocks xmlns:a="http://schemas.openxmlformats.org/drawingml/2006/main" noGrp="1"/>
          </p:cNvSpPr>
          <p:nvPr/>
        </p:nvSpPr>
        <p:spPr>
          <a:xfrm xmlns:a="http://schemas.openxmlformats.org/drawingml/2006/main">
            <a:off x="3976688" y="3190875"/>
            <a:ext cx="953" cy="828675"/>
          </a:xfrm>
          <a:custGeom xmlns:a="http://schemas.openxmlformats.org/drawingml/2006/main">
            <a:pathLst>
              <a:path w="953" h="828675">
                <a:moveTo>
                  <a:pt x="0" y="0"/>
                </a:moveTo>
                <a:lnTo>
                  <a:pt x="0" y="828675"/>
                </a:lnTo>
              </a:path>
            </a:pathLst>
          </a:custGeom>
          <a:noFill xmlns:a="http://schemas.openxmlformats.org/drawingml/2006/main"/>
          <a:ln xmlns:a="http://schemas.openxmlformats.org/drawingml/2006/main" w="10478">
            <a:solidFill>
              <a:srgbClr val="B8753F"/>
            </a:solidFill>
            <a:prstDash val="dash"/>
          </a:ln>
        </p:spPr>
      </p:sp>
      <p:sp>
        <p:nvSpPr>
          <p:cNvPr id="88" name="dp41-comparison / n93 / arrow">
            <a:extLst xmlns:a="http://schemas.openxmlformats.org/drawingml/2006/main">
              <a:ext uri="{FF2B5EF4-FFF2-40B4-BE49-F238E27FC236}">
                <a16:creationId xmlns:a16="http://schemas.microsoft.com/office/drawing/2014/main" id="{7858DFB3-95BA-4488-B8A2-83D54344E886}"/>
              </a:ext>
            </a:extLst>
          </p:cNvPr>
          <p:cNvSpPr>
            <a:spLocks xmlns:a="http://schemas.openxmlformats.org/drawingml/2006/main" noGrp="1"/>
          </p:cNvSpPr>
          <p:nvPr/>
        </p:nvSpPr>
        <p:spPr>
          <a:xfrm xmlns:a="http://schemas.openxmlformats.org/drawingml/2006/main">
            <a:off x="39431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89" name="dp41-comparison / n98 / path">
            <a:extLst xmlns:a="http://schemas.openxmlformats.org/drawingml/2006/main">
              <a:ext uri="{FF2B5EF4-FFF2-40B4-BE49-F238E27FC236}">
                <a16:creationId xmlns:a16="http://schemas.microsoft.com/office/drawing/2014/main" id="{268D2F80-F77C-44E4-8204-6533198B836E}"/>
              </a:ext>
            </a:extLst>
          </p:cNvPr>
          <p:cNvSpPr>
            <a:spLocks xmlns:a="http://schemas.openxmlformats.org/drawingml/2006/main" noGrp="1"/>
          </p:cNvSpPr>
          <p:nvPr/>
        </p:nvSpPr>
        <p:spPr>
          <a:xfrm xmlns:a="http://schemas.openxmlformats.org/drawingml/2006/main">
            <a:off x="4191000" y="4210050"/>
            <a:ext cx="2571750" cy="953"/>
          </a:xfrm>
          <a:custGeom xmlns:a="http://schemas.openxmlformats.org/drawingml/2006/main">
            <a:pathLst>
              <a:path w="2571750" h="953">
                <a:moveTo>
                  <a:pt x="0" y="0"/>
                </a:moveTo>
                <a:lnTo>
                  <a:pt x="2571750" y="0"/>
                </a:lnTo>
              </a:path>
            </a:pathLst>
          </a:custGeom>
          <a:noFill xmlns:a="http://schemas.openxmlformats.org/drawingml/2006/main"/>
          <a:ln xmlns:a="http://schemas.openxmlformats.org/drawingml/2006/main" w="10478">
            <a:solidFill>
              <a:srgbClr val="B8753F"/>
            </a:solidFill>
            <a:prstDash val="solid"/>
          </a:ln>
        </p:spPr>
      </p:sp>
      <p:sp>
        <p:nvSpPr>
          <p:cNvPr id="90" name="dp41-comparison / n98 / arrow">
            <a:extLst xmlns:a="http://schemas.openxmlformats.org/drawingml/2006/main">
              <a:ext uri="{FF2B5EF4-FFF2-40B4-BE49-F238E27FC236}">
                <a16:creationId xmlns:a16="http://schemas.microsoft.com/office/drawing/2014/main" id="{883BE918-5276-40BE-91A7-43057E1F6BAA}"/>
              </a:ext>
            </a:extLst>
          </p:cNvPr>
          <p:cNvSpPr>
            <a:spLocks xmlns:a="http://schemas.openxmlformats.org/drawingml/2006/main" noGrp="1"/>
          </p:cNvSpPr>
          <p:nvPr/>
        </p:nvSpPr>
        <p:spPr>
          <a:xfrm xmlns:a="http://schemas.openxmlformats.org/drawingml/2006/main">
            <a:off x="6695694" y="41765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1-comparison / n101 / path">
            <a:extLst xmlns:a="http://schemas.openxmlformats.org/drawingml/2006/main">
              <a:ext uri="{FF2B5EF4-FFF2-40B4-BE49-F238E27FC236}">
                <a16:creationId xmlns:a16="http://schemas.microsoft.com/office/drawing/2014/main" id="{5D7274DA-FD3D-4E79-9ED0-B9D22C69275C}"/>
              </a:ext>
            </a:extLst>
          </p:cNvPr>
          <p:cNvSpPr>
            <a:spLocks xmlns:a="http://schemas.openxmlformats.org/drawingml/2006/main" noGrp="1"/>
          </p:cNvSpPr>
          <p:nvPr/>
        </p:nvSpPr>
        <p:spPr>
          <a:xfrm xmlns:a="http://schemas.openxmlformats.org/drawingml/2006/main">
            <a:off x="4191000" y="4210050"/>
            <a:ext cx="5000625" cy="1609725"/>
          </a:xfrm>
          <a:custGeom xmlns:a="http://schemas.openxmlformats.org/drawingml/2006/main">
            <a:pathLst>
              <a:path w="5000625" h="1609725">
                <a:moveTo>
                  <a:pt x="4810125" y="0"/>
                </a:moveTo>
                <a:lnTo>
                  <a:pt x="5000625" y="0"/>
                </a:lnTo>
                <a:lnTo>
                  <a:pt x="5000625" y="1609725"/>
                </a:lnTo>
                <a:lnTo>
                  <a:pt x="238125" y="1609725"/>
                </a:lnTo>
                <a:lnTo>
                  <a:pt x="238125" y="1033463"/>
                </a:lnTo>
                <a:lnTo>
                  <a:pt x="0" y="1033463"/>
                </a:lnTo>
              </a:path>
            </a:pathLst>
          </a:custGeom>
          <a:noFill xmlns:a="http://schemas.openxmlformats.org/drawingml/2006/main"/>
          <a:ln xmlns:a="http://schemas.openxmlformats.org/drawingml/2006/main" w="10478">
            <a:solidFill>
              <a:srgbClr val="B8753F"/>
            </a:solidFill>
            <a:prstDash val="dash"/>
          </a:ln>
        </p:spPr>
      </p:sp>
      <p:sp>
        <p:nvSpPr>
          <p:cNvPr id="92" name="dp41-comparison / n101 / arrow">
            <a:extLst xmlns:a="http://schemas.openxmlformats.org/drawingml/2006/main">
              <a:ext uri="{FF2B5EF4-FFF2-40B4-BE49-F238E27FC236}">
                <a16:creationId xmlns:a16="http://schemas.microsoft.com/office/drawing/2014/main" id="{F062C26B-62CC-4897-BB25-F5D824405CD8}"/>
              </a:ext>
            </a:extLst>
          </p:cNvPr>
          <p:cNvSpPr>
            <a:spLocks xmlns:a="http://schemas.openxmlformats.org/drawingml/2006/main" noGrp="1"/>
          </p:cNvSpPr>
          <p:nvPr/>
        </p:nvSpPr>
        <p:spPr>
          <a:xfrm xmlns:a="http://schemas.openxmlformats.org/drawingml/2006/main">
            <a:off x="4191000" y="5209985"/>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1-comparison / n104 / path">
            <a:extLst xmlns:a="http://schemas.openxmlformats.org/drawingml/2006/main">
              <a:ext uri="{FF2B5EF4-FFF2-40B4-BE49-F238E27FC236}">
                <a16:creationId xmlns:a16="http://schemas.microsoft.com/office/drawing/2014/main" id="{9CA15973-6558-440E-8356-6C0E9E819126}"/>
              </a:ext>
            </a:extLst>
          </p:cNvPr>
          <p:cNvSpPr>
            <a:spLocks xmlns:a="http://schemas.openxmlformats.org/drawingml/2006/main" noGrp="1"/>
          </p:cNvSpPr>
          <p:nvPr/>
        </p:nvSpPr>
        <p:spPr>
          <a:xfrm xmlns:a="http://schemas.openxmlformats.org/drawingml/2006/main">
            <a:off x="3976688" y="4400550"/>
            <a:ext cx="953" cy="581025"/>
          </a:xfrm>
          <a:custGeom xmlns:a="http://schemas.openxmlformats.org/drawingml/2006/main">
            <a:pathLst>
              <a:path w="953" h="581025">
                <a:moveTo>
                  <a:pt x="0" y="581025"/>
                </a:moveTo>
                <a:lnTo>
                  <a:pt x="0" y="0"/>
                </a:lnTo>
              </a:path>
            </a:pathLst>
          </a:custGeom>
          <a:noFill xmlns:a="http://schemas.openxmlformats.org/drawingml/2006/main"/>
          <a:ln xmlns:a="http://schemas.openxmlformats.org/drawingml/2006/main" w="10478">
            <a:solidFill>
              <a:srgbClr val="B8753F"/>
            </a:solidFill>
            <a:prstDash val="solid"/>
          </a:ln>
        </p:spPr>
      </p:sp>
      <p:sp>
        <p:nvSpPr>
          <p:cNvPr id="94" name="dp41-comparison / n104 / arrow">
            <a:extLst xmlns:a="http://schemas.openxmlformats.org/drawingml/2006/main">
              <a:ext uri="{FF2B5EF4-FFF2-40B4-BE49-F238E27FC236}">
                <a16:creationId xmlns:a16="http://schemas.microsoft.com/office/drawing/2014/main" id="{F8208B11-EB84-4E85-8D64-2A5157582C9E}"/>
              </a:ext>
            </a:extLst>
          </p:cNvPr>
          <p:cNvSpPr>
            <a:spLocks xmlns:a="http://schemas.openxmlformats.org/drawingml/2006/main" noGrp="1"/>
          </p:cNvSpPr>
          <p:nvPr/>
        </p:nvSpPr>
        <p:spPr>
          <a:xfrm xmlns:a="http://schemas.openxmlformats.org/drawingml/2006/main">
            <a:off x="3943160" y="44005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95" name="dp41-comparison / n113">
            <a:extLst xmlns:a="http://schemas.openxmlformats.org/drawingml/2006/main">
              <a:ext uri="{FF2B5EF4-FFF2-40B4-BE49-F238E27FC236}">
                <a16:creationId xmlns:a16="http://schemas.microsoft.com/office/drawing/2014/main" id="{A5683A4B-6324-4811-9F58-0E48FBF118A1}"/>
              </a:ext>
            </a:extLst>
          </p:cNvPr>
          <p:cNvSpPr>
            <a:spLocks xmlns:a="http://schemas.openxmlformats.org/drawingml/2006/main" noGrp="1"/>
          </p:cNvSpPr>
          <p:nvPr/>
        </p:nvSpPr>
        <p:spPr>
          <a:xfrm xmlns:a="http://schemas.openxmlformats.org/drawingml/2006/main">
            <a:off x="6762750" y="6019800"/>
            <a:ext cx="22383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96" name="dp41-comparison / n114 / text 1">
            <a:extLst xmlns:a="http://schemas.openxmlformats.org/drawingml/2006/main">
              <a:ext uri="{FF2B5EF4-FFF2-40B4-BE49-F238E27FC236}">
                <a16:creationId xmlns:a16="http://schemas.microsoft.com/office/drawing/2014/main" id="{55088958-8AF0-48D0-ADF2-2223EC7209BA}"/>
              </a:ext>
            </a:extLst>
          </p:cNvPr>
          <p:cNvSpPr>
            <a:spLocks xmlns:a="http://schemas.openxmlformats.org/drawingml/2006/main" noGrp="1"/>
          </p:cNvSpPr>
          <p:nvPr/>
        </p:nvSpPr>
        <p:spPr>
          <a:xfrm xmlns:a="http://schemas.openxmlformats.org/drawingml/2006/main">
            <a:off x="6848475" y="60669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의미 제안 검증기</a:t>
            </a:r>
          </a:p>
        </p:txBody>
      </p:sp>
      <p:sp>
        <p:nvSpPr>
          <p:cNvPr id="97" name="dp41-comparison / n115 / path">
            <a:extLst xmlns:a="http://schemas.openxmlformats.org/drawingml/2006/main">
              <a:ext uri="{FF2B5EF4-FFF2-40B4-BE49-F238E27FC236}">
                <a16:creationId xmlns:a16="http://schemas.microsoft.com/office/drawing/2014/main" id="{BC878E8E-3D9C-4A34-A344-909745777063}"/>
              </a:ext>
            </a:extLst>
          </p:cNvPr>
          <p:cNvSpPr>
            <a:spLocks xmlns:a="http://schemas.openxmlformats.org/drawingml/2006/main" noGrp="1"/>
          </p:cNvSpPr>
          <p:nvPr/>
        </p:nvSpPr>
        <p:spPr>
          <a:xfrm xmlns:a="http://schemas.openxmlformats.org/drawingml/2006/main">
            <a:off x="4191000" y="4324350"/>
            <a:ext cx="5095875" cy="1847850"/>
          </a:xfrm>
          <a:custGeom xmlns:a="http://schemas.openxmlformats.org/drawingml/2006/main">
            <a:pathLst>
              <a:path w="5095875" h="1847850">
                <a:moveTo>
                  <a:pt x="0" y="0"/>
                </a:moveTo>
                <a:lnTo>
                  <a:pt x="5095875" y="0"/>
                </a:lnTo>
                <a:lnTo>
                  <a:pt x="5095875" y="1847850"/>
                </a:lnTo>
                <a:lnTo>
                  <a:pt x="4810125" y="1847850"/>
                </a:lnTo>
              </a:path>
            </a:pathLst>
          </a:custGeom>
          <a:noFill xmlns:a="http://schemas.openxmlformats.org/drawingml/2006/main"/>
          <a:ln xmlns:a="http://schemas.openxmlformats.org/drawingml/2006/main" w="10478">
            <a:solidFill>
              <a:srgbClr val="000000"/>
            </a:solidFill>
            <a:prstDash val="solid"/>
          </a:ln>
        </p:spPr>
      </p:sp>
      <p:sp>
        <p:nvSpPr>
          <p:cNvPr id="98" name="dp41-comparison / n115 / arrow">
            <a:extLst xmlns:a="http://schemas.openxmlformats.org/drawingml/2006/main">
              <a:ext uri="{FF2B5EF4-FFF2-40B4-BE49-F238E27FC236}">
                <a16:creationId xmlns:a16="http://schemas.microsoft.com/office/drawing/2014/main" id="{4B2340CC-6A06-4C24-A786-CE3756289947}"/>
              </a:ext>
            </a:extLst>
          </p:cNvPr>
          <p:cNvSpPr>
            <a:spLocks xmlns:a="http://schemas.openxmlformats.org/drawingml/2006/main" noGrp="1"/>
          </p:cNvSpPr>
          <p:nvPr/>
        </p:nvSpPr>
        <p:spPr>
          <a:xfrm xmlns:a="http://schemas.openxmlformats.org/drawingml/2006/main">
            <a:off x="9001125"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9" name="dp41-comparison / n120 / path">
            <a:extLst xmlns:a="http://schemas.openxmlformats.org/drawingml/2006/main">
              <a:ext uri="{FF2B5EF4-FFF2-40B4-BE49-F238E27FC236}">
                <a16:creationId xmlns:a16="http://schemas.microsoft.com/office/drawing/2014/main" id="{C919AEB2-3F9F-42EF-A476-A5F2F1A1B3BC}"/>
              </a:ext>
            </a:extLst>
          </p:cNvPr>
          <p:cNvSpPr>
            <a:spLocks xmlns:a="http://schemas.openxmlformats.org/drawingml/2006/main" noGrp="1"/>
          </p:cNvSpPr>
          <p:nvPr/>
        </p:nvSpPr>
        <p:spPr>
          <a:xfrm xmlns:a="http://schemas.openxmlformats.org/drawingml/2006/main">
            <a:off x="4071938" y="2743200"/>
            <a:ext cx="5281613" cy="1276350"/>
          </a:xfrm>
          <a:custGeom xmlns:a="http://schemas.openxmlformats.org/drawingml/2006/main">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100" name="dp41-comparison / n120 / arrow">
            <a:extLst xmlns:a="http://schemas.openxmlformats.org/drawingml/2006/main">
              <a:ext uri="{FF2B5EF4-FFF2-40B4-BE49-F238E27FC236}">
                <a16:creationId xmlns:a16="http://schemas.microsoft.com/office/drawing/2014/main" id="{13E2A579-BDC8-42AE-AB96-A8DB1805FFA1}"/>
              </a:ext>
            </a:extLst>
          </p:cNvPr>
          <p:cNvSpPr>
            <a:spLocks xmlns:a="http://schemas.openxmlformats.org/drawingml/2006/main" noGrp="1"/>
          </p:cNvSpPr>
          <p:nvPr/>
        </p:nvSpPr>
        <p:spPr>
          <a:xfrm xmlns:a="http://schemas.openxmlformats.org/drawingml/2006/main">
            <a:off x="403841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1-comparison / n121">
            <a:extLst xmlns:a="http://schemas.openxmlformats.org/drawingml/2006/main">
              <a:ext uri="{FF2B5EF4-FFF2-40B4-BE49-F238E27FC236}">
                <a16:creationId xmlns:a16="http://schemas.microsoft.com/office/drawing/2014/main" id="{61F563A9-8E00-492F-98C2-A68C42969033}"/>
              </a:ext>
            </a:extLst>
          </p:cNvPr>
          <p:cNvSpPr>
            <a:spLocks xmlns:a="http://schemas.openxmlformats.org/drawingml/2006/main" noGrp="1"/>
          </p:cNvSpPr>
          <p:nvPr/>
        </p:nvSpPr>
        <p:spPr>
          <a:xfrm xmlns:a="http://schemas.openxmlformats.org/drawingml/2006/main">
            <a:off x="436245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1-comparison / n122 / text 1">
            <a:extLst xmlns:a="http://schemas.openxmlformats.org/drawingml/2006/main">
              <a:ext uri="{FF2B5EF4-FFF2-40B4-BE49-F238E27FC236}">
                <a16:creationId xmlns:a16="http://schemas.microsoft.com/office/drawing/2014/main" id="{07DAD939-D955-4D5E-A976-2F3B2CAEA0CC}"/>
              </a:ext>
            </a:extLst>
          </p:cNvPr>
          <p:cNvSpPr>
            <a:spLocks xmlns:a="http://schemas.openxmlformats.org/drawingml/2006/main" noGrp="1"/>
          </p:cNvSpPr>
          <p:nvPr/>
        </p:nvSpPr>
        <p:spPr>
          <a:xfrm xmlns:a="http://schemas.openxmlformats.org/drawingml/2006/main">
            <a:off x="444817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103" name="dp41-comparison / n123 / path">
            <a:extLst xmlns:a="http://schemas.openxmlformats.org/drawingml/2006/main">
              <a:ext uri="{FF2B5EF4-FFF2-40B4-BE49-F238E27FC236}">
                <a16:creationId xmlns:a16="http://schemas.microsoft.com/office/drawing/2014/main" id="{9D056350-C4C2-4FDA-8895-BE63F6BC45AE}"/>
              </a:ext>
            </a:extLst>
          </p:cNvPr>
          <p:cNvSpPr>
            <a:spLocks xmlns:a="http://schemas.openxmlformats.org/drawingml/2006/main" noGrp="1"/>
          </p:cNvSpPr>
          <p:nvPr/>
        </p:nvSpPr>
        <p:spPr>
          <a:xfrm xmlns:a="http://schemas.openxmlformats.org/drawingml/2006/main">
            <a:off x="5457825" y="4143375"/>
            <a:ext cx="4010025" cy="2505075"/>
          </a:xfrm>
          <a:custGeom xmlns:a="http://schemas.openxmlformats.org/drawingml/2006/main">
            <a:pathLst>
              <a:path w="4010025" h="2505075">
                <a:moveTo>
                  <a:pt x="3543300" y="0"/>
                </a:moveTo>
                <a:lnTo>
                  <a:pt x="4010025" y="0"/>
                </a:lnTo>
                <a:lnTo>
                  <a:pt x="4010025"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04" name="dp41-comparison / n123 / arrow">
            <a:extLst xmlns:a="http://schemas.openxmlformats.org/drawingml/2006/main">
              <a:ext uri="{FF2B5EF4-FFF2-40B4-BE49-F238E27FC236}">
                <a16:creationId xmlns:a16="http://schemas.microsoft.com/office/drawing/2014/main" id="{02B33E67-6F66-4D16-A793-F2C2F797AEBC}"/>
              </a:ext>
            </a:extLst>
          </p:cNvPr>
          <p:cNvSpPr>
            <a:spLocks xmlns:a="http://schemas.openxmlformats.org/drawingml/2006/main" noGrp="1"/>
          </p:cNvSpPr>
          <p:nvPr/>
        </p:nvSpPr>
        <p:spPr>
          <a:xfrm xmlns:a="http://schemas.openxmlformats.org/drawingml/2006/main">
            <a:off x="542429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5" name="dp41-comparison / n124 / path">
            <a:extLst xmlns:a="http://schemas.openxmlformats.org/drawingml/2006/main">
              <a:ext uri="{FF2B5EF4-FFF2-40B4-BE49-F238E27FC236}">
                <a16:creationId xmlns:a16="http://schemas.microsoft.com/office/drawing/2014/main" id="{439075C7-6387-4305-B8C1-D52A4F18022C}"/>
              </a:ext>
            </a:extLst>
          </p:cNvPr>
          <p:cNvSpPr>
            <a:spLocks xmlns:a="http://schemas.openxmlformats.org/drawingml/2006/main" noGrp="1"/>
          </p:cNvSpPr>
          <p:nvPr/>
        </p:nvSpPr>
        <p:spPr>
          <a:xfrm xmlns:a="http://schemas.openxmlformats.org/drawingml/2006/main">
            <a:off x="5543550" y="4286250"/>
            <a:ext cx="3848100" cy="2362200"/>
          </a:xfrm>
          <a:custGeom xmlns:a="http://schemas.openxmlformats.org/drawingml/2006/main">
            <a:pathLst>
              <a:path w="3848100" h="2362200">
                <a:moveTo>
                  <a:pt x="0" y="2362200"/>
                </a:moveTo>
                <a:lnTo>
                  <a:pt x="0" y="2305050"/>
                </a:lnTo>
                <a:lnTo>
                  <a:pt x="3848100" y="2305050"/>
                </a:lnTo>
                <a:lnTo>
                  <a:pt x="3848100" y="0"/>
                </a:lnTo>
                <a:lnTo>
                  <a:pt x="3457575" y="0"/>
                </a:lnTo>
              </a:path>
            </a:pathLst>
          </a:custGeom>
          <a:noFill xmlns:a="http://schemas.openxmlformats.org/drawingml/2006/main"/>
          <a:ln xmlns:a="http://schemas.openxmlformats.org/drawingml/2006/main" w="10478">
            <a:solidFill>
              <a:srgbClr val="000000"/>
            </a:solidFill>
            <a:prstDash val="dash"/>
          </a:ln>
        </p:spPr>
      </p:sp>
      <p:sp>
        <p:nvSpPr>
          <p:cNvPr id="106" name="dp41-comparison / n124 / arrow">
            <a:extLst xmlns:a="http://schemas.openxmlformats.org/drawingml/2006/main">
              <a:ext uri="{FF2B5EF4-FFF2-40B4-BE49-F238E27FC236}">
                <a16:creationId xmlns:a16="http://schemas.microsoft.com/office/drawing/2014/main" id="{8474D630-4014-4AA9-8209-DE5457B3C01E}"/>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7" name="dp41-comparison / n125">
            <a:extLst xmlns:a="http://schemas.openxmlformats.org/drawingml/2006/main">
              <a:ext uri="{FF2B5EF4-FFF2-40B4-BE49-F238E27FC236}">
                <a16:creationId xmlns:a16="http://schemas.microsoft.com/office/drawing/2014/main" id="{8DCF1B6E-0F96-4F9F-8AEC-C90E790E6C05}"/>
              </a:ext>
            </a:extLst>
          </p:cNvPr>
          <p:cNvSpPr>
            <a:spLocks xmlns:a="http://schemas.openxmlformats.org/drawingml/2006/main" noGrp="1"/>
          </p:cNvSpPr>
          <p:nvPr/>
        </p:nvSpPr>
        <p:spPr>
          <a:xfrm xmlns:a="http://schemas.openxmlformats.org/drawingml/2006/main">
            <a:off x="709612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8" name="dp41-comparison / n126 / text 1">
            <a:extLst xmlns:a="http://schemas.openxmlformats.org/drawingml/2006/main">
              <a:ext uri="{FF2B5EF4-FFF2-40B4-BE49-F238E27FC236}">
                <a16:creationId xmlns:a16="http://schemas.microsoft.com/office/drawing/2014/main" id="{8DCC4788-CFDD-4891-9EFD-D1CA035EDA20}"/>
              </a:ext>
            </a:extLst>
          </p:cNvPr>
          <p:cNvSpPr>
            <a:spLocks xmlns:a="http://schemas.openxmlformats.org/drawingml/2006/main" noGrp="1"/>
          </p:cNvSpPr>
          <p:nvPr/>
        </p:nvSpPr>
        <p:spPr>
          <a:xfrm xmlns:a="http://schemas.openxmlformats.org/drawingml/2006/main">
            <a:off x="718185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109" name="dp41-comparison / n127 / path">
            <a:extLst xmlns:a="http://schemas.openxmlformats.org/drawingml/2006/main">
              <a:ext uri="{FF2B5EF4-FFF2-40B4-BE49-F238E27FC236}">
                <a16:creationId xmlns:a16="http://schemas.microsoft.com/office/drawing/2014/main" id="{5662C839-6DA3-4AA3-BD93-96250B0B3F42}"/>
              </a:ext>
            </a:extLst>
          </p:cNvPr>
          <p:cNvSpPr>
            <a:spLocks xmlns:a="http://schemas.openxmlformats.org/drawingml/2006/main" noGrp="1"/>
          </p:cNvSpPr>
          <p:nvPr/>
        </p:nvSpPr>
        <p:spPr>
          <a:xfrm xmlns:a="http://schemas.openxmlformats.org/drawingml/2006/main">
            <a:off x="8191500" y="4143375"/>
            <a:ext cx="1276350" cy="2505075"/>
          </a:xfrm>
          <a:custGeom xmlns:a="http://schemas.openxmlformats.org/drawingml/2006/main">
            <a:pathLst>
              <a:path w="1276350" h="2505075">
                <a:moveTo>
                  <a:pt x="809625" y="0"/>
                </a:moveTo>
                <a:lnTo>
                  <a:pt x="1276350" y="0"/>
                </a:lnTo>
                <a:lnTo>
                  <a:pt x="1276350"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10" name="dp41-comparison / n127 / arrow">
            <a:extLst xmlns:a="http://schemas.openxmlformats.org/drawingml/2006/main">
              <a:ext uri="{FF2B5EF4-FFF2-40B4-BE49-F238E27FC236}">
                <a16:creationId xmlns:a16="http://schemas.microsoft.com/office/drawing/2014/main" id="{F1707B11-7F33-4C00-B5D3-8F7A93F1E6AE}"/>
              </a:ext>
            </a:extLst>
          </p:cNvPr>
          <p:cNvSpPr>
            <a:spLocks xmlns:a="http://schemas.openxmlformats.org/drawingml/2006/main" noGrp="1"/>
          </p:cNvSpPr>
          <p:nvPr/>
        </p:nvSpPr>
        <p:spPr>
          <a:xfrm xmlns:a="http://schemas.openxmlformats.org/drawingml/2006/main">
            <a:off x="815797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1" name="dp41-comparison / n128 / path">
            <a:extLst xmlns:a="http://schemas.openxmlformats.org/drawingml/2006/main">
              <a:ext uri="{FF2B5EF4-FFF2-40B4-BE49-F238E27FC236}">
                <a16:creationId xmlns:a16="http://schemas.microsoft.com/office/drawing/2014/main" id="{387ACA3D-59B1-47D0-ABAA-20A0EB62245B}"/>
              </a:ext>
            </a:extLst>
          </p:cNvPr>
          <p:cNvSpPr>
            <a:spLocks xmlns:a="http://schemas.openxmlformats.org/drawingml/2006/main" noGrp="1"/>
          </p:cNvSpPr>
          <p:nvPr/>
        </p:nvSpPr>
        <p:spPr>
          <a:xfrm xmlns:a="http://schemas.openxmlformats.org/drawingml/2006/main">
            <a:off x="8277225" y="4286250"/>
            <a:ext cx="1114425" cy="2362200"/>
          </a:xfrm>
          <a:custGeom xmlns:a="http://schemas.openxmlformats.org/drawingml/2006/main">
            <a:pathLst>
              <a:path w="1114425" h="2362200">
                <a:moveTo>
                  <a:pt x="0" y="2362200"/>
                </a:moveTo>
                <a:lnTo>
                  <a:pt x="0" y="2305050"/>
                </a:lnTo>
                <a:lnTo>
                  <a:pt x="1114425" y="2305050"/>
                </a:lnTo>
                <a:lnTo>
                  <a:pt x="1114425" y="0"/>
                </a:lnTo>
                <a:lnTo>
                  <a:pt x="723900" y="0"/>
                </a:lnTo>
              </a:path>
            </a:pathLst>
          </a:custGeom>
          <a:noFill xmlns:a="http://schemas.openxmlformats.org/drawingml/2006/main"/>
          <a:ln xmlns:a="http://schemas.openxmlformats.org/drawingml/2006/main" w="10478">
            <a:solidFill>
              <a:srgbClr val="000000"/>
            </a:solidFill>
            <a:prstDash val="dash"/>
          </a:ln>
        </p:spPr>
      </p:sp>
      <p:sp>
        <p:nvSpPr>
          <p:cNvPr id="112" name="dp41-comparison / n128 / arrow">
            <a:extLst xmlns:a="http://schemas.openxmlformats.org/drawingml/2006/main">
              <a:ext uri="{FF2B5EF4-FFF2-40B4-BE49-F238E27FC236}">
                <a16:creationId xmlns:a16="http://schemas.microsoft.com/office/drawing/2014/main" id="{610A05F6-4128-4329-ACC7-1DB434F28EE8}"/>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3" name="dp41-comparison / n131 / path">
            <a:extLst xmlns:a="http://schemas.openxmlformats.org/drawingml/2006/main">
              <a:ext uri="{FF2B5EF4-FFF2-40B4-BE49-F238E27FC236}">
                <a16:creationId xmlns:a16="http://schemas.microsoft.com/office/drawing/2014/main" id="{8C1D765F-D376-4414-94A5-5CCA69B1FA14}"/>
              </a:ext>
            </a:extLst>
          </p:cNvPr>
          <p:cNvSpPr>
            <a:spLocks xmlns:a="http://schemas.openxmlformats.org/drawingml/2006/main" noGrp="1"/>
          </p:cNvSpPr>
          <p:nvPr/>
        </p:nvSpPr>
        <p:spPr>
          <a:xfrm xmlns:a="http://schemas.openxmlformats.org/drawingml/2006/main">
            <a:off x="147637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114" name="dp41-comparison / n134">
            <a:extLst xmlns:a="http://schemas.openxmlformats.org/drawingml/2006/main">
              <a:ext uri="{FF2B5EF4-FFF2-40B4-BE49-F238E27FC236}">
                <a16:creationId xmlns:a16="http://schemas.microsoft.com/office/drawing/2014/main" id="{77D5D840-FCEB-4477-A07B-F6938C147016}"/>
              </a:ext>
            </a:extLst>
          </p:cNvPr>
          <p:cNvSpPr>
            <a:spLocks xmlns:a="http://schemas.openxmlformats.org/drawingml/2006/main" noGrp="1"/>
          </p:cNvSpPr>
          <p:nvPr/>
        </p:nvSpPr>
        <p:spPr>
          <a:xfrm xmlns:a="http://schemas.openxmlformats.org/drawingml/2006/main">
            <a:off x="1666875"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1-comparison / n135 / text 1">
            <a:extLst xmlns:a="http://schemas.openxmlformats.org/drawingml/2006/main">
              <a:ext uri="{FF2B5EF4-FFF2-40B4-BE49-F238E27FC236}">
                <a16:creationId xmlns:a16="http://schemas.microsoft.com/office/drawing/2014/main" id="{C1C7EF68-3A26-4EA4-8DDD-E79B8E1865F5}"/>
              </a:ext>
            </a:extLst>
          </p:cNvPr>
          <p:cNvSpPr>
            <a:spLocks xmlns:a="http://schemas.openxmlformats.org/drawingml/2006/main" noGrp="1"/>
          </p:cNvSpPr>
          <p:nvPr/>
        </p:nvSpPr>
        <p:spPr>
          <a:xfrm xmlns:a="http://schemas.openxmlformats.org/drawingml/2006/main">
            <a:off x="1752600"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다음 행동 판단</a:t>
            </a:r>
          </a:p>
        </p:txBody>
      </p:sp>
      <p:sp>
        <p:nvSpPr>
          <p:cNvPr id="116" name="dp41-comparison / n136">
            <a:extLst xmlns:a="http://schemas.openxmlformats.org/drawingml/2006/main">
              <a:ext uri="{FF2B5EF4-FFF2-40B4-BE49-F238E27FC236}">
                <a16:creationId xmlns:a16="http://schemas.microsoft.com/office/drawing/2014/main" id="{E3741AB9-09A6-409C-892C-2493A6AD4A53}"/>
              </a:ext>
            </a:extLst>
          </p:cNvPr>
          <p:cNvSpPr>
            <a:spLocks xmlns:a="http://schemas.openxmlformats.org/drawingml/2006/main" noGrp="1"/>
          </p:cNvSpPr>
          <p:nvPr/>
        </p:nvSpPr>
        <p:spPr>
          <a:xfrm xmlns:a="http://schemas.openxmlformats.org/drawingml/2006/main">
            <a:off x="4048125" y="7296150"/>
            <a:ext cx="142875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117" name="dp41-comparison / n137 / text 1">
            <a:extLst xmlns:a="http://schemas.openxmlformats.org/drawingml/2006/main">
              <a:ext uri="{FF2B5EF4-FFF2-40B4-BE49-F238E27FC236}">
                <a16:creationId xmlns:a16="http://schemas.microsoft.com/office/drawing/2014/main" id="{87869321-EDBF-4B74-91AD-F31DDF0A8460}"/>
              </a:ext>
            </a:extLst>
          </p:cNvPr>
          <p:cNvSpPr>
            <a:spLocks xmlns:a="http://schemas.openxmlformats.org/drawingml/2006/main" noGrp="1"/>
          </p:cNvSpPr>
          <p:nvPr/>
        </p:nvSpPr>
        <p:spPr>
          <a:xfrm xmlns:a="http://schemas.openxmlformats.org/drawingml/2006/main">
            <a:off x="4133850" y="7403306"/>
            <a:ext cx="1257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행동?</a:t>
            </a:r>
          </a:p>
        </p:txBody>
      </p:sp>
      <p:sp>
        <p:nvSpPr>
          <p:cNvPr id="118" name="dp41-comparison / n138">
            <a:extLst xmlns:a="http://schemas.openxmlformats.org/drawingml/2006/main">
              <a:ext uri="{FF2B5EF4-FFF2-40B4-BE49-F238E27FC236}">
                <a16:creationId xmlns:a16="http://schemas.microsoft.com/office/drawing/2014/main" id="{C1DEB268-D3EA-426A-8085-BFAD0BA718EA}"/>
              </a:ext>
            </a:extLst>
          </p:cNvPr>
          <p:cNvSpPr>
            <a:spLocks xmlns:a="http://schemas.openxmlformats.org/drawingml/2006/main" noGrp="1"/>
          </p:cNvSpPr>
          <p:nvPr/>
        </p:nvSpPr>
        <p:spPr>
          <a:xfrm xmlns:a="http://schemas.openxmlformats.org/drawingml/2006/main">
            <a:off x="6429375" y="7362825"/>
            <a:ext cx="2095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1-comparison / n139 / text 1">
            <a:extLst xmlns:a="http://schemas.openxmlformats.org/drawingml/2006/main">
              <a:ext uri="{FF2B5EF4-FFF2-40B4-BE49-F238E27FC236}">
                <a16:creationId xmlns:a16="http://schemas.microsoft.com/office/drawing/2014/main" id="{1B088D2A-D406-4013-ABB1-AFC58AC18CB4}"/>
              </a:ext>
            </a:extLst>
          </p:cNvPr>
          <p:cNvSpPr>
            <a:spLocks xmlns:a="http://schemas.openxmlformats.org/drawingml/2006/main" noGrp="1"/>
          </p:cNvSpPr>
          <p:nvPr/>
        </p:nvSpPr>
        <p:spPr>
          <a:xfrm xmlns:a="http://schemas.openxmlformats.org/drawingml/2006/main">
            <a:off x="6515100" y="7403306"/>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지정한 자료 조회</a:t>
            </a:r>
          </a:p>
        </p:txBody>
      </p:sp>
      <p:sp>
        <p:nvSpPr>
          <p:cNvPr id="120" name="dp41-comparison / n140">
            <a:extLst xmlns:a="http://schemas.openxmlformats.org/drawingml/2006/main">
              <a:ext uri="{FF2B5EF4-FFF2-40B4-BE49-F238E27FC236}">
                <a16:creationId xmlns:a16="http://schemas.microsoft.com/office/drawing/2014/main" id="{9B138D3D-EF92-4267-B900-ED27A7AF5B1B}"/>
              </a:ext>
            </a:extLst>
          </p:cNvPr>
          <p:cNvSpPr>
            <a:spLocks xmlns:a="http://schemas.openxmlformats.org/drawingml/2006/main" noGrp="1"/>
          </p:cNvSpPr>
          <p:nvPr/>
        </p:nvSpPr>
        <p:spPr>
          <a:xfrm xmlns:a="http://schemas.openxmlformats.org/drawingml/2006/main">
            <a:off x="6953250" y="7953375"/>
            <a:ext cx="22383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1" name="dp41-comparison / n141 / text 1">
            <a:extLst xmlns:a="http://schemas.openxmlformats.org/drawingml/2006/main">
              <a:ext uri="{FF2B5EF4-FFF2-40B4-BE49-F238E27FC236}">
                <a16:creationId xmlns:a16="http://schemas.microsoft.com/office/drawing/2014/main" id="{8EAF1228-E5FA-4A76-826F-CF19BA9C102F}"/>
              </a:ext>
            </a:extLst>
          </p:cNvPr>
          <p:cNvSpPr>
            <a:spLocks xmlns:a="http://schemas.openxmlformats.org/drawingml/2006/main" noGrp="1"/>
          </p:cNvSpPr>
          <p:nvPr/>
        </p:nvSpPr>
        <p:spPr>
          <a:xfrm xmlns:a="http://schemas.openxmlformats.org/drawingml/2006/main">
            <a:off x="7038975" y="799861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의미 / 질문 제안</a:t>
            </a:r>
          </a:p>
        </p:txBody>
      </p:sp>
      <p:sp>
        <p:nvSpPr>
          <p:cNvPr id="122" name="dp41-comparison / n142 / path">
            <a:extLst xmlns:a="http://schemas.openxmlformats.org/drawingml/2006/main">
              <a:ext uri="{FF2B5EF4-FFF2-40B4-BE49-F238E27FC236}">
                <a16:creationId xmlns:a16="http://schemas.microsoft.com/office/drawing/2014/main" id="{597B22AD-1C23-402C-926C-9500CFE34A07}"/>
              </a:ext>
            </a:extLst>
          </p:cNvPr>
          <p:cNvSpPr>
            <a:spLocks xmlns:a="http://schemas.openxmlformats.org/drawingml/2006/main" noGrp="1"/>
          </p:cNvSpPr>
          <p:nvPr/>
        </p:nvSpPr>
        <p:spPr>
          <a:xfrm xmlns:a="http://schemas.openxmlformats.org/drawingml/2006/main">
            <a:off x="3381375"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123" name="dp41-comparison / n142 / arrow">
            <a:extLst xmlns:a="http://schemas.openxmlformats.org/drawingml/2006/main">
              <a:ext uri="{FF2B5EF4-FFF2-40B4-BE49-F238E27FC236}">
                <a16:creationId xmlns:a16="http://schemas.microsoft.com/office/drawing/2014/main" id="{03856A93-F2F1-4B73-A409-AF7C18992FDE}"/>
              </a:ext>
            </a:extLst>
          </p:cNvPr>
          <p:cNvSpPr>
            <a:spLocks xmlns:a="http://schemas.openxmlformats.org/drawingml/2006/main" noGrp="1"/>
          </p:cNvSpPr>
          <p:nvPr/>
        </p:nvSpPr>
        <p:spPr>
          <a:xfrm xmlns:a="http://schemas.openxmlformats.org/drawingml/2006/main">
            <a:off x="398106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4" name="dp41-comparison / n143 / path">
            <a:extLst xmlns:a="http://schemas.openxmlformats.org/drawingml/2006/main">
              <a:ext uri="{FF2B5EF4-FFF2-40B4-BE49-F238E27FC236}">
                <a16:creationId xmlns:a16="http://schemas.microsoft.com/office/drawing/2014/main" id="{E2FBC27F-4F1A-4BDE-8625-2D41FF134E70}"/>
              </a:ext>
            </a:extLst>
          </p:cNvPr>
          <p:cNvSpPr>
            <a:spLocks xmlns:a="http://schemas.openxmlformats.org/drawingml/2006/main" noGrp="1"/>
          </p:cNvSpPr>
          <p:nvPr/>
        </p:nvSpPr>
        <p:spPr>
          <a:xfrm xmlns:a="http://schemas.openxmlformats.org/drawingml/2006/main">
            <a:off x="5476875" y="74961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10478">
            <a:solidFill>
              <a:srgbClr val="000000"/>
            </a:solidFill>
            <a:prstDash val="solid"/>
          </a:ln>
        </p:spPr>
      </p:sp>
      <p:sp>
        <p:nvSpPr>
          <p:cNvPr id="125" name="dp41-comparison / n143 / arrow">
            <a:extLst xmlns:a="http://schemas.openxmlformats.org/drawingml/2006/main">
              <a:ext uri="{FF2B5EF4-FFF2-40B4-BE49-F238E27FC236}">
                <a16:creationId xmlns:a16="http://schemas.microsoft.com/office/drawing/2014/main" id="{9F842904-827F-467E-8D2F-E1190BC31AC8}"/>
              </a:ext>
            </a:extLst>
          </p:cNvPr>
          <p:cNvSpPr>
            <a:spLocks xmlns:a="http://schemas.openxmlformats.org/drawingml/2006/main" noGrp="1"/>
          </p:cNvSpPr>
          <p:nvPr/>
        </p:nvSpPr>
        <p:spPr>
          <a:xfrm xmlns:a="http://schemas.openxmlformats.org/drawingml/2006/main">
            <a:off x="636231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6" name="dp41-comparison / n146 / path">
            <a:extLst xmlns:a="http://schemas.openxmlformats.org/drawingml/2006/main">
              <a:ext uri="{FF2B5EF4-FFF2-40B4-BE49-F238E27FC236}">
                <a16:creationId xmlns:a16="http://schemas.microsoft.com/office/drawing/2014/main" id="{A53EB285-4815-4FD5-ADF8-12E4D7919FAF}"/>
              </a:ext>
            </a:extLst>
          </p:cNvPr>
          <p:cNvSpPr>
            <a:spLocks xmlns:a="http://schemas.openxmlformats.org/drawingml/2006/main" noGrp="1"/>
          </p:cNvSpPr>
          <p:nvPr/>
        </p:nvSpPr>
        <p:spPr>
          <a:xfrm xmlns:a="http://schemas.openxmlformats.org/drawingml/2006/main">
            <a:off x="2524125" y="7629525"/>
            <a:ext cx="4953000" cy="152400"/>
          </a:xfrm>
          <a:custGeom xmlns:a="http://schemas.openxmlformats.org/drawingml/2006/main">
            <a:pathLst>
              <a:path w="4953000" h="152400">
                <a:moveTo>
                  <a:pt x="4953000" y="0"/>
                </a:moveTo>
                <a:lnTo>
                  <a:pt x="4953000"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127" name="dp41-comparison / n146 / arrow">
            <a:extLst xmlns:a="http://schemas.openxmlformats.org/drawingml/2006/main">
              <a:ext uri="{FF2B5EF4-FFF2-40B4-BE49-F238E27FC236}">
                <a16:creationId xmlns:a16="http://schemas.microsoft.com/office/drawing/2014/main" id="{7438F550-F988-4801-92D7-269A45971C41}"/>
              </a:ext>
            </a:extLst>
          </p:cNvPr>
          <p:cNvSpPr>
            <a:spLocks xmlns:a="http://schemas.openxmlformats.org/drawingml/2006/main" noGrp="1"/>
          </p:cNvSpPr>
          <p:nvPr/>
        </p:nvSpPr>
        <p:spPr>
          <a:xfrm xmlns:a="http://schemas.openxmlformats.org/drawingml/2006/main">
            <a:off x="2490597"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28" name="dp41-comparison / n149 / path">
            <a:extLst xmlns:a="http://schemas.openxmlformats.org/drawingml/2006/main">
              <a:ext uri="{FF2B5EF4-FFF2-40B4-BE49-F238E27FC236}">
                <a16:creationId xmlns:a16="http://schemas.microsoft.com/office/drawing/2014/main" id="{99DDDECC-115F-4169-81FD-FA9AE4DCD29A}"/>
              </a:ext>
            </a:extLst>
          </p:cNvPr>
          <p:cNvSpPr>
            <a:spLocks xmlns:a="http://schemas.openxmlformats.org/drawingml/2006/main" noGrp="1"/>
          </p:cNvSpPr>
          <p:nvPr/>
        </p:nvSpPr>
        <p:spPr>
          <a:xfrm xmlns:a="http://schemas.openxmlformats.org/drawingml/2006/main">
            <a:off x="4762500" y="7696200"/>
            <a:ext cx="2190750" cy="395288"/>
          </a:xfrm>
          <a:custGeom xmlns:a="http://schemas.openxmlformats.org/drawingml/2006/main">
            <a:pathLst>
              <a:path w="2190750" h="395288">
                <a:moveTo>
                  <a:pt x="0" y="0"/>
                </a:moveTo>
                <a:lnTo>
                  <a:pt x="0" y="395288"/>
                </a:lnTo>
                <a:lnTo>
                  <a:pt x="2190750" y="395288"/>
                </a:lnTo>
              </a:path>
            </a:pathLst>
          </a:custGeom>
          <a:noFill xmlns:a="http://schemas.openxmlformats.org/drawingml/2006/main"/>
          <a:ln xmlns:a="http://schemas.openxmlformats.org/drawingml/2006/main" w="10478">
            <a:solidFill>
              <a:srgbClr val="000000"/>
            </a:solidFill>
            <a:prstDash val="solid"/>
          </a:ln>
        </p:spPr>
      </p:sp>
      <p:sp>
        <p:nvSpPr>
          <p:cNvPr id="129" name="dp41-comparison / n149 / arrow">
            <a:extLst xmlns:a="http://schemas.openxmlformats.org/drawingml/2006/main">
              <a:ext uri="{FF2B5EF4-FFF2-40B4-BE49-F238E27FC236}">
                <a16:creationId xmlns:a16="http://schemas.microsoft.com/office/drawing/2014/main" id="{0BB4A9FD-608E-44DE-BEC5-F30BD0DE004C}"/>
              </a:ext>
            </a:extLst>
          </p:cNvPr>
          <p:cNvSpPr>
            <a:spLocks xmlns:a="http://schemas.openxmlformats.org/drawingml/2006/main" noGrp="1"/>
          </p:cNvSpPr>
          <p:nvPr/>
        </p:nvSpPr>
        <p:spPr>
          <a:xfrm xmlns:a="http://schemas.openxmlformats.org/drawingml/2006/main">
            <a:off x="688619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30" name="dp41-comparison / n64">
            <a:extLst xmlns:a="http://schemas.openxmlformats.org/drawingml/2006/main">
              <a:ext uri="{FF2B5EF4-FFF2-40B4-BE49-F238E27FC236}">
                <a16:creationId xmlns:a16="http://schemas.microsoft.com/office/drawing/2014/main" id="{D779FDF0-ED26-47BA-A77C-2785ED767825}"/>
              </a:ext>
            </a:extLst>
          </p:cNvPr>
          <p:cNvSpPr>
            <a:spLocks xmlns:a="http://schemas.openxmlformats.org/drawingml/2006/main" noGrp="1"/>
          </p:cNvSpPr>
          <p:nvPr/>
        </p:nvSpPr>
        <p:spPr>
          <a:xfrm xmlns:a="http://schemas.openxmlformats.org/drawingml/2006/main">
            <a:off x="157162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1" name="dp41-comparison / n64 / fold">
            <a:extLst xmlns:a="http://schemas.openxmlformats.org/drawingml/2006/main">
              <a:ext uri="{FF2B5EF4-FFF2-40B4-BE49-F238E27FC236}">
                <a16:creationId xmlns:a16="http://schemas.microsoft.com/office/drawing/2014/main" id="{13E42500-9E01-4670-A317-87B406F30915}"/>
              </a:ext>
            </a:extLst>
          </p:cNvPr>
          <p:cNvSpPr>
            <a:spLocks xmlns:a="http://schemas.openxmlformats.org/drawingml/2006/main" noGrp="1"/>
          </p:cNvSpPr>
          <p:nvPr/>
        </p:nvSpPr>
        <p:spPr>
          <a:xfrm xmlns:a="http://schemas.openxmlformats.org/drawingml/2006/main">
            <a:off x="282892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2" name="dp41-comparison / n65 / text 1">
            <a:extLst xmlns:a="http://schemas.openxmlformats.org/drawingml/2006/main">
              <a:ext uri="{FF2B5EF4-FFF2-40B4-BE49-F238E27FC236}">
                <a16:creationId xmlns:a16="http://schemas.microsoft.com/office/drawing/2014/main" id="{0FE2A948-5C73-4F9B-8E20-0F96B910355C}"/>
              </a:ext>
            </a:extLst>
          </p:cNvPr>
          <p:cNvSpPr>
            <a:spLocks xmlns:a="http://schemas.openxmlformats.org/drawingml/2006/main" noGrp="1"/>
          </p:cNvSpPr>
          <p:nvPr/>
        </p:nvSpPr>
        <p:spPr>
          <a:xfrm xmlns:a="http://schemas.openxmlformats.org/drawingml/2006/main">
            <a:off x="166687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133" name="dp41-comparison / n74">
            <a:extLst xmlns:a="http://schemas.openxmlformats.org/drawingml/2006/main">
              <a:ext uri="{FF2B5EF4-FFF2-40B4-BE49-F238E27FC236}">
                <a16:creationId xmlns:a16="http://schemas.microsoft.com/office/drawing/2014/main" id="{26A39678-1D34-4300-A50F-037318A2D8C9}"/>
              </a:ext>
            </a:extLst>
          </p:cNvPr>
          <p:cNvSpPr>
            <a:spLocks xmlns:a="http://schemas.openxmlformats.org/drawingml/2006/main" noGrp="1"/>
          </p:cNvSpPr>
          <p:nvPr/>
        </p:nvSpPr>
        <p:spPr>
          <a:xfrm xmlns:a="http://schemas.openxmlformats.org/drawingml/2006/main">
            <a:off x="4505325" y="2943225"/>
            <a:ext cx="3050477"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4" name="dp41-comparison / n75 / text 1">
            <a:extLst xmlns:a="http://schemas.openxmlformats.org/drawingml/2006/main">
              <a:ext uri="{FF2B5EF4-FFF2-40B4-BE49-F238E27FC236}">
                <a16:creationId xmlns:a16="http://schemas.microsoft.com/office/drawing/2014/main" id="{3B5CA446-008C-4AE8-9001-DF2360D92C81}"/>
              </a:ext>
            </a:extLst>
          </p:cNvPr>
          <p:cNvSpPr>
            <a:spLocks xmlns:a="http://schemas.openxmlformats.org/drawingml/2006/main" noGrp="1"/>
          </p:cNvSpPr>
          <p:nvPr/>
        </p:nvSpPr>
        <p:spPr>
          <a:xfrm xmlns:a="http://schemas.openxmlformats.org/drawingml/2006/main">
            <a:off x="452437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조회 결과마다 모델 재판단</a:t>
            </a:r>
          </a:p>
        </p:txBody>
      </p:sp>
      <p:sp>
        <p:nvSpPr>
          <p:cNvPr id="135" name="dp41-comparison / n76">
            <a:extLst xmlns:a="http://schemas.openxmlformats.org/drawingml/2006/main">
              <a:ext uri="{FF2B5EF4-FFF2-40B4-BE49-F238E27FC236}">
                <a16:creationId xmlns:a16="http://schemas.microsoft.com/office/drawing/2014/main" id="{E982A62A-7C04-47F1-99FF-ECA251A07417}"/>
              </a:ext>
            </a:extLst>
          </p:cNvPr>
          <p:cNvSpPr>
            <a:spLocks xmlns:a="http://schemas.openxmlformats.org/drawingml/2006/main" noGrp="1"/>
          </p:cNvSpPr>
          <p:nvPr/>
        </p:nvSpPr>
        <p:spPr>
          <a:xfrm xmlns:a="http://schemas.openxmlformats.org/drawingml/2006/main">
            <a:off x="4648200" y="3314700"/>
            <a:ext cx="3272028" cy="2247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6" name="dp41-comparison / n77 / text 1">
            <a:extLst xmlns:a="http://schemas.openxmlformats.org/drawingml/2006/main">
              <a:ext uri="{FF2B5EF4-FFF2-40B4-BE49-F238E27FC236}">
                <a16:creationId xmlns:a16="http://schemas.microsoft.com/office/drawing/2014/main" id="{FC454F16-F91B-4341-BC9B-4A4E798134B4}"/>
              </a:ext>
            </a:extLst>
          </p:cNvPr>
          <p:cNvSpPr>
            <a:spLocks xmlns:a="http://schemas.openxmlformats.org/drawingml/2006/main" noGrp="1"/>
          </p:cNvSpPr>
          <p:nvPr/>
        </p:nvSpPr>
        <p:spPr>
          <a:xfrm xmlns:a="http://schemas.openxmlformats.org/drawingml/2006/main">
            <a:off x="4667250" y="332422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000000"/>
                </a:solidFill>
                <a:latin typeface="Apple SD Gothic Neo"/>
                <a:ea typeface="Apple SD Gothic Neo"/>
                <a:cs typeface="Apple SD Gothic Neo"/>
              </a:defRPr>
            </a:pPr>
            <a:r>
              <a:rPr sz="1350" b="0">
                <a:solidFill>
                  <a:srgbClr val="000000"/>
                </a:solidFill>
                <a:latin typeface="Apple SD Gothic Neo"/>
                <a:ea typeface="Apple SD Gothic Neo"/>
                <a:cs typeface="Apple SD Gothic Neo"/>
              </a:rPr>
              <a:t>A: 모델이 결과를 보고 다음 조회 선택</a:t>
            </a:r>
          </a:p>
        </p:txBody>
      </p:sp>
      <p:sp>
        <p:nvSpPr>
          <p:cNvPr id="137" name="dp41-comparison / n80">
            <a:extLst xmlns:a="http://schemas.openxmlformats.org/drawingml/2006/main">
              <a:ext uri="{FF2B5EF4-FFF2-40B4-BE49-F238E27FC236}">
                <a16:creationId xmlns:a16="http://schemas.microsoft.com/office/drawing/2014/main" id="{6584029A-B0E7-4B06-AB22-EFBF3160C0F3}"/>
              </a:ext>
            </a:extLst>
          </p:cNvPr>
          <p:cNvSpPr>
            <a:spLocks xmlns:a="http://schemas.openxmlformats.org/drawingml/2006/main" noGrp="1"/>
          </p:cNvSpPr>
          <p:nvPr/>
        </p:nvSpPr>
        <p:spPr>
          <a:xfrm xmlns:a="http://schemas.openxmlformats.org/drawingml/2006/main">
            <a:off x="7505700" y="311467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1-comparison / n81 / text 1">
            <a:extLst xmlns:a="http://schemas.openxmlformats.org/drawingml/2006/main">
              <a:ext uri="{FF2B5EF4-FFF2-40B4-BE49-F238E27FC236}">
                <a16:creationId xmlns:a16="http://schemas.microsoft.com/office/drawing/2014/main" id="{13CEADB9-2FDD-4DAF-9147-349E2970B5A1}"/>
              </a:ext>
            </a:extLst>
          </p:cNvPr>
          <p:cNvSpPr>
            <a:spLocks xmlns:a="http://schemas.openxmlformats.org/drawingml/2006/main" noGrp="1"/>
          </p:cNvSpPr>
          <p:nvPr/>
        </p:nvSpPr>
        <p:spPr>
          <a:xfrm xmlns:a="http://schemas.openxmlformats.org/drawingml/2006/main">
            <a:off x="7524750" y="312420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139" name="dp41-comparison / n84">
            <a:extLst xmlns:a="http://schemas.openxmlformats.org/drawingml/2006/main">
              <a:ext uri="{FF2B5EF4-FFF2-40B4-BE49-F238E27FC236}">
                <a16:creationId xmlns:a16="http://schemas.microsoft.com/office/drawing/2014/main" id="{D8FFE8C1-3912-4BD5-847C-099FC29EE2C9}"/>
              </a:ext>
            </a:extLst>
          </p:cNvPr>
          <p:cNvSpPr>
            <a:spLocks xmlns:a="http://schemas.openxmlformats.org/drawingml/2006/main" noGrp="1"/>
          </p:cNvSpPr>
          <p:nvPr/>
        </p:nvSpPr>
        <p:spPr>
          <a:xfrm xmlns:a="http://schemas.openxmlformats.org/drawingml/2006/main">
            <a:off x="1647825" y="4429125"/>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1-comparison / n85 / text 1">
            <a:extLst xmlns:a="http://schemas.openxmlformats.org/drawingml/2006/main">
              <a:ext uri="{FF2B5EF4-FFF2-40B4-BE49-F238E27FC236}">
                <a16:creationId xmlns:a16="http://schemas.microsoft.com/office/drawing/2014/main" id="{63944F3E-FD9A-463E-8BD4-9D3269E50512}"/>
              </a:ext>
            </a:extLst>
          </p:cNvPr>
          <p:cNvSpPr>
            <a:spLocks xmlns:a="http://schemas.openxmlformats.org/drawingml/2006/main" noGrp="1"/>
          </p:cNvSpPr>
          <p:nvPr/>
        </p:nvSpPr>
        <p:spPr>
          <a:xfrm xmlns:a="http://schemas.openxmlformats.org/drawingml/2006/main">
            <a:off x="1666875" y="4438650"/>
            <a:ext cx="2667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코드: 모델 호출, 도구 결과 대응</a:t>
            </a:r>
          </a:p>
        </p:txBody>
      </p:sp>
      <p:sp>
        <p:nvSpPr>
          <p:cNvPr id="141" name="dp41-comparison / n90">
            <a:extLst xmlns:a="http://schemas.openxmlformats.org/drawingml/2006/main">
              <a:ext uri="{FF2B5EF4-FFF2-40B4-BE49-F238E27FC236}">
                <a16:creationId xmlns:a16="http://schemas.microsoft.com/office/drawing/2014/main" id="{4F5BBE5E-708C-41CA-B10A-7B684567D5F4}"/>
              </a:ext>
            </a:extLst>
          </p:cNvPr>
          <p:cNvSpPr>
            <a:spLocks xmlns:a="http://schemas.openxmlformats.org/drawingml/2006/main" noGrp="1"/>
          </p:cNvSpPr>
          <p:nvPr/>
        </p:nvSpPr>
        <p:spPr>
          <a:xfrm xmlns:a="http://schemas.openxmlformats.org/drawingml/2006/main">
            <a:off x="1647825" y="5534025"/>
            <a:ext cx="21507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1-comparison / n91 / text 1">
            <a:extLst xmlns:a="http://schemas.openxmlformats.org/drawingml/2006/main">
              <a:ext uri="{FF2B5EF4-FFF2-40B4-BE49-F238E27FC236}">
                <a16:creationId xmlns:a16="http://schemas.microsoft.com/office/drawing/2014/main" id="{D4349217-5459-4C33-BA1F-30059CCA4DDF}"/>
              </a:ext>
            </a:extLst>
          </p:cNvPr>
          <p:cNvSpPr>
            <a:spLocks xmlns:a="http://schemas.openxmlformats.org/drawingml/2006/main" noGrp="1"/>
          </p:cNvSpPr>
          <p:nvPr/>
        </p:nvSpPr>
        <p:spPr>
          <a:xfrm xmlns:a="http://schemas.openxmlformats.org/drawingml/2006/main">
            <a:off x="1666875" y="5543550"/>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발화, 조회 결과, 이전 조건 / 임시 상태</a:t>
            </a:r>
          </a:p>
        </p:txBody>
      </p:sp>
      <p:sp>
        <p:nvSpPr>
          <p:cNvPr id="143" name="dp41-comparison / n94">
            <a:extLst xmlns:a="http://schemas.openxmlformats.org/drawingml/2006/main">
              <a:ext uri="{FF2B5EF4-FFF2-40B4-BE49-F238E27FC236}">
                <a16:creationId xmlns:a16="http://schemas.microsoft.com/office/drawing/2014/main" id="{B792C8B9-3B34-481A-82CA-2A40EDAD7769}"/>
              </a:ext>
            </a:extLst>
          </p:cNvPr>
          <p:cNvSpPr>
            <a:spLocks xmlns:a="http://schemas.openxmlformats.org/drawingml/2006/main" noGrp="1"/>
          </p:cNvSpPr>
          <p:nvPr/>
        </p:nvSpPr>
        <p:spPr>
          <a:xfrm xmlns:a="http://schemas.openxmlformats.org/drawingml/2006/main">
            <a:off x="2076450" y="3324225"/>
            <a:ext cx="14843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1-comparison / n95 / text 1">
            <a:extLst xmlns:a="http://schemas.openxmlformats.org/drawingml/2006/main">
              <a:ext uri="{FF2B5EF4-FFF2-40B4-BE49-F238E27FC236}">
                <a16:creationId xmlns:a16="http://schemas.microsoft.com/office/drawing/2014/main" id="{C113BCC3-238E-4705-AAA6-75F4DB0E4624}"/>
              </a:ext>
            </a:extLst>
          </p:cNvPr>
          <p:cNvSpPr>
            <a:spLocks xmlns:a="http://schemas.openxmlformats.org/drawingml/2006/main" noGrp="1"/>
          </p:cNvSpPr>
          <p:nvPr/>
        </p:nvSpPr>
        <p:spPr>
          <a:xfrm xmlns:a="http://schemas.openxmlformats.org/drawingml/2006/main">
            <a:off x="2095500" y="3333750"/>
            <a:ext cx="1733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① 결과와 원문으로 재호출</a:t>
            </a:r>
          </a:p>
        </p:txBody>
      </p:sp>
      <p:sp>
        <p:nvSpPr>
          <p:cNvPr id="145" name="dp41-comparison / n96">
            <a:extLst xmlns:a="http://schemas.openxmlformats.org/drawingml/2006/main">
              <a:ext uri="{FF2B5EF4-FFF2-40B4-BE49-F238E27FC236}">
                <a16:creationId xmlns:a16="http://schemas.microsoft.com/office/drawing/2014/main" id="{C7005650-BD8D-4D79-AD90-E68B64759D80}"/>
              </a:ext>
            </a:extLst>
          </p:cNvPr>
          <p:cNvSpPr>
            <a:spLocks xmlns:a="http://schemas.openxmlformats.org/drawingml/2006/main" noGrp="1"/>
          </p:cNvSpPr>
          <p:nvPr/>
        </p:nvSpPr>
        <p:spPr>
          <a:xfrm xmlns:a="http://schemas.openxmlformats.org/drawingml/2006/main">
            <a:off x="2076450" y="3495675"/>
            <a:ext cx="167087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1-comparison / n97 / text 1">
            <a:extLst xmlns:a="http://schemas.openxmlformats.org/drawingml/2006/main">
              <a:ext uri="{FF2B5EF4-FFF2-40B4-BE49-F238E27FC236}">
                <a16:creationId xmlns:a16="http://schemas.microsoft.com/office/drawing/2014/main" id="{670DC8ED-0ABB-44C7-9654-D1AF13FF3561}"/>
              </a:ext>
            </a:extLst>
          </p:cNvPr>
          <p:cNvSpPr>
            <a:spLocks xmlns:a="http://schemas.openxmlformats.org/drawingml/2006/main" noGrp="1"/>
          </p:cNvSpPr>
          <p:nvPr/>
        </p:nvSpPr>
        <p:spPr>
          <a:xfrm xmlns:a="http://schemas.openxmlformats.org/drawingml/2006/main">
            <a:off x="2095500" y="3505200"/>
            <a:ext cx="17335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모델: 조회 / 질문 / 의미 선택</a:t>
            </a:r>
          </a:p>
        </p:txBody>
      </p:sp>
      <p:sp>
        <p:nvSpPr>
          <p:cNvPr id="147" name="dp41-comparison / n99">
            <a:extLst xmlns:a="http://schemas.openxmlformats.org/drawingml/2006/main">
              <a:ext uri="{FF2B5EF4-FFF2-40B4-BE49-F238E27FC236}">
                <a16:creationId xmlns:a16="http://schemas.microsoft.com/office/drawing/2014/main" id="{A74A6FE6-E5CE-4245-A57B-4C0FA0A530C2}"/>
              </a:ext>
            </a:extLst>
          </p:cNvPr>
          <p:cNvSpPr>
            <a:spLocks xmlns:a="http://schemas.openxmlformats.org/drawingml/2006/main" noGrp="1"/>
          </p:cNvSpPr>
          <p:nvPr/>
        </p:nvSpPr>
        <p:spPr>
          <a:xfrm xmlns:a="http://schemas.openxmlformats.org/drawingml/2006/main">
            <a:off x="4457700" y="4086225"/>
            <a:ext cx="145237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1-comparison / n100 / text 1">
            <a:extLst xmlns:a="http://schemas.openxmlformats.org/drawingml/2006/main">
              <a:ext uri="{FF2B5EF4-FFF2-40B4-BE49-F238E27FC236}">
                <a16:creationId xmlns:a16="http://schemas.microsoft.com/office/drawing/2014/main" id="{45384195-8DED-4C15-AD52-B56398B66B41}"/>
              </a:ext>
            </a:extLst>
          </p:cNvPr>
          <p:cNvSpPr>
            <a:spLocks xmlns:a="http://schemas.openxmlformats.org/drawingml/2006/main" noGrp="1"/>
          </p:cNvSpPr>
          <p:nvPr/>
        </p:nvSpPr>
        <p:spPr>
          <a:xfrm xmlns:a="http://schemas.openxmlformats.org/drawingml/2006/main">
            <a:off x="4476750" y="4095750"/>
            <a:ext cx="2095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모델이 선택한 조회</a:t>
            </a:r>
          </a:p>
        </p:txBody>
      </p:sp>
      <p:sp>
        <p:nvSpPr>
          <p:cNvPr id="149" name="dp41-comparison / n102">
            <a:extLst xmlns:a="http://schemas.openxmlformats.org/drawingml/2006/main">
              <a:ext uri="{FF2B5EF4-FFF2-40B4-BE49-F238E27FC236}">
                <a16:creationId xmlns:a16="http://schemas.microsoft.com/office/drawing/2014/main" id="{2B0659B1-A08D-456F-8FEB-59E3DDF29778}"/>
              </a:ext>
            </a:extLst>
          </p:cNvPr>
          <p:cNvSpPr>
            <a:spLocks xmlns:a="http://schemas.openxmlformats.org/drawingml/2006/main" noGrp="1"/>
          </p:cNvSpPr>
          <p:nvPr/>
        </p:nvSpPr>
        <p:spPr>
          <a:xfrm xmlns:a="http://schemas.openxmlformats.org/drawingml/2006/main">
            <a:off x="4648200" y="4429125"/>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1-comparison / n103 / text 1">
            <a:extLst xmlns:a="http://schemas.openxmlformats.org/drawingml/2006/main">
              <a:ext uri="{FF2B5EF4-FFF2-40B4-BE49-F238E27FC236}">
                <a16:creationId xmlns:a16="http://schemas.microsoft.com/office/drawing/2014/main" id="{58103444-678A-421E-8A22-180B68630829}"/>
              </a:ext>
            </a:extLst>
          </p:cNvPr>
          <p:cNvSpPr>
            <a:spLocks xmlns:a="http://schemas.openxmlformats.org/drawingml/2006/main" noGrp="1"/>
          </p:cNvSpPr>
          <p:nvPr/>
        </p:nvSpPr>
        <p:spPr>
          <a:xfrm xmlns:a="http://schemas.openxmlformats.org/drawingml/2006/main">
            <a:off x="4667250" y="4438650"/>
            <a:ext cx="4333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모델 출력 예시 / 다음 조회는 결과를 본 뒤 선택</a:t>
            </a:r>
          </a:p>
        </p:txBody>
      </p:sp>
      <p:sp>
        <p:nvSpPr>
          <p:cNvPr id="151" name="dp41-comparison / n105">
            <a:extLst xmlns:a="http://schemas.openxmlformats.org/drawingml/2006/main">
              <a:ext uri="{FF2B5EF4-FFF2-40B4-BE49-F238E27FC236}">
                <a16:creationId xmlns:a16="http://schemas.microsoft.com/office/drawing/2014/main" id="{60DA81D4-012E-417B-BF6D-91DD2214FD8B}"/>
              </a:ext>
            </a:extLst>
          </p:cNvPr>
          <p:cNvSpPr>
            <a:spLocks xmlns:a="http://schemas.openxmlformats.org/drawingml/2006/main" noGrp="1"/>
          </p:cNvSpPr>
          <p:nvPr/>
        </p:nvSpPr>
        <p:spPr>
          <a:xfrm xmlns:a="http://schemas.openxmlformats.org/drawingml/2006/main">
            <a:off x="1647825" y="4724400"/>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1-comparison / n106 / text 1">
            <a:extLst xmlns:a="http://schemas.openxmlformats.org/drawingml/2006/main">
              <a:ext uri="{FF2B5EF4-FFF2-40B4-BE49-F238E27FC236}">
                <a16:creationId xmlns:a16="http://schemas.microsoft.com/office/drawing/2014/main" id="{25D07E9A-E8B3-4C35-9656-32DC55FE4755}"/>
              </a:ext>
            </a:extLst>
          </p:cNvPr>
          <p:cNvSpPr>
            <a:spLocks xmlns:a="http://schemas.openxmlformats.org/drawingml/2006/main" noGrp="1"/>
          </p:cNvSpPr>
          <p:nvPr/>
        </p:nvSpPr>
        <p:spPr>
          <a:xfrm xmlns:a="http://schemas.openxmlformats.org/drawingml/2006/main">
            <a:off x="1666875" y="4733925"/>
            <a:ext cx="2209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③ 결과 반영 후 같은 모델 재호출</a:t>
            </a:r>
          </a:p>
        </p:txBody>
      </p:sp>
      <p:sp>
        <p:nvSpPr>
          <p:cNvPr id="153" name="dp41-comparison / n107">
            <a:extLst xmlns:a="http://schemas.openxmlformats.org/drawingml/2006/main">
              <a:ext uri="{FF2B5EF4-FFF2-40B4-BE49-F238E27FC236}">
                <a16:creationId xmlns:a16="http://schemas.microsoft.com/office/drawing/2014/main" id="{478BE98B-C3C2-490D-99E8-C43C4A5900AC}"/>
              </a:ext>
            </a:extLst>
          </p:cNvPr>
          <p:cNvSpPr>
            <a:spLocks xmlns:a="http://schemas.openxmlformats.org/drawingml/2006/main" noGrp="1"/>
          </p:cNvSpPr>
          <p:nvPr/>
        </p:nvSpPr>
        <p:spPr>
          <a:xfrm xmlns:a="http://schemas.openxmlformats.org/drawingml/2006/main">
            <a:off x="4667250" y="4610100"/>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4" name="dp41-comparison / n107 / fold">
            <a:extLst xmlns:a="http://schemas.openxmlformats.org/drawingml/2006/main">
              <a:ext uri="{FF2B5EF4-FFF2-40B4-BE49-F238E27FC236}">
                <a16:creationId xmlns:a16="http://schemas.microsoft.com/office/drawing/2014/main" id="{F4E3A4E7-E783-4B2D-88D2-5CF2B0C14DCC}"/>
              </a:ext>
            </a:extLst>
          </p:cNvPr>
          <p:cNvSpPr>
            <a:spLocks xmlns:a="http://schemas.openxmlformats.org/drawingml/2006/main" noGrp="1"/>
          </p:cNvSpPr>
          <p:nvPr/>
        </p:nvSpPr>
        <p:spPr>
          <a:xfrm xmlns:a="http://schemas.openxmlformats.org/drawingml/2006/main">
            <a:off x="8829675" y="46101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5" name="dp41-comparison / n108 / text 1">
            <a:extLst xmlns:a="http://schemas.openxmlformats.org/drawingml/2006/main">
              <a:ext uri="{FF2B5EF4-FFF2-40B4-BE49-F238E27FC236}">
                <a16:creationId xmlns:a16="http://schemas.microsoft.com/office/drawing/2014/main" id="{2CF62E91-8FF7-48FF-BA74-0798C158E541}"/>
              </a:ext>
            </a:extLst>
          </p:cNvPr>
          <p:cNvSpPr>
            <a:spLocks xmlns:a="http://schemas.openxmlformats.org/drawingml/2006/main" noGrp="1"/>
          </p:cNvSpPr>
          <p:nvPr/>
        </p:nvSpPr>
        <p:spPr>
          <a:xfrm xmlns:a="http://schemas.openxmlformats.org/drawingml/2006/main">
            <a:off x="4762500" y="466725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첫 모델 판단: 보고서와 표 조회</a:t>
            </a:r>
          </a:p>
        </p:txBody>
      </p:sp>
      <p:sp>
        <p:nvSpPr>
          <p:cNvPr id="156" name="dp41-comparison / n108 / text 2">
            <a:extLst xmlns:a="http://schemas.openxmlformats.org/drawingml/2006/main">
              <a:ext uri="{FF2B5EF4-FFF2-40B4-BE49-F238E27FC236}">
                <a16:creationId xmlns:a16="http://schemas.microsoft.com/office/drawing/2014/main" id="{FE913794-0D72-466C-A092-3C417D61065C}"/>
              </a:ext>
            </a:extLst>
          </p:cNvPr>
          <p:cNvSpPr>
            <a:spLocks xmlns:a="http://schemas.openxmlformats.org/drawingml/2006/main" noGrp="1"/>
          </p:cNvSpPr>
          <p:nvPr/>
        </p:nvSpPr>
        <p:spPr>
          <a:xfrm xmlns:a="http://schemas.openxmlformats.org/drawingml/2006/main">
            <a:off x="4762500" y="479298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task_retrieve(query="보고서", limit=5)</a:t>
            </a:r>
          </a:p>
        </p:txBody>
      </p:sp>
      <p:sp>
        <p:nvSpPr>
          <p:cNvPr id="157" name="dp41-comparison / n108 / text 3">
            <a:extLst xmlns:a="http://schemas.openxmlformats.org/drawingml/2006/main">
              <a:ext uri="{FF2B5EF4-FFF2-40B4-BE49-F238E27FC236}">
                <a16:creationId xmlns:a16="http://schemas.microsoft.com/office/drawing/2014/main" id="{EB905423-3A1B-4100-ADB9-F2FB94C61A85}"/>
              </a:ext>
            </a:extLst>
          </p:cNvPr>
          <p:cNvSpPr>
            <a:spLocks xmlns:a="http://schemas.openxmlformats.org/drawingml/2006/main" noGrp="1"/>
          </p:cNvSpPr>
          <p:nvPr/>
        </p:nvSpPr>
        <p:spPr>
          <a:xfrm xmlns:a="http://schemas.openxmlformats.org/drawingml/2006/main">
            <a:off x="4762500" y="491871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context_retrieve(selector="INPUT_SELECTION")</a:t>
            </a:r>
          </a:p>
        </p:txBody>
      </p:sp>
      <p:sp>
        <p:nvSpPr>
          <p:cNvPr id="158" name="dp41-comparison / n109">
            <a:extLst xmlns:a="http://schemas.openxmlformats.org/drawingml/2006/main">
              <a:ext uri="{FF2B5EF4-FFF2-40B4-BE49-F238E27FC236}">
                <a16:creationId xmlns:a16="http://schemas.microsoft.com/office/drawing/2014/main" id="{B1F7D61D-3A32-4E5A-BF29-D26DEDA7A489}"/>
              </a:ext>
            </a:extLst>
          </p:cNvPr>
          <p:cNvSpPr>
            <a:spLocks xmlns:a="http://schemas.openxmlformats.org/drawingml/2006/main" noGrp="1"/>
          </p:cNvSpPr>
          <p:nvPr/>
        </p:nvSpPr>
        <p:spPr>
          <a:xfrm xmlns:a="http://schemas.openxmlformats.org/drawingml/2006/main">
            <a:off x="4648200" y="5114925"/>
            <a:ext cx="342061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9" name="dp41-comparison / n110 / text 1">
            <a:extLst xmlns:a="http://schemas.openxmlformats.org/drawingml/2006/main">
              <a:ext uri="{FF2B5EF4-FFF2-40B4-BE49-F238E27FC236}">
                <a16:creationId xmlns:a16="http://schemas.microsoft.com/office/drawing/2014/main" id="{32399D79-5B60-44B1-9A9B-99ADECFED226}"/>
              </a:ext>
            </a:extLst>
          </p:cNvPr>
          <p:cNvSpPr>
            <a:spLocks xmlns:a="http://schemas.openxmlformats.org/drawingml/2006/main" noGrp="1"/>
          </p:cNvSpPr>
          <p:nvPr/>
        </p:nvSpPr>
        <p:spPr>
          <a:xfrm xmlns:a="http://schemas.openxmlformats.org/drawingml/2006/main">
            <a:off x="4667250" y="5124450"/>
            <a:ext cx="43338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조회 결과: Task1 예산 보고서 / Task2 실적 보고서 / 선택한 표</a:t>
            </a:r>
          </a:p>
        </p:txBody>
      </p:sp>
      <p:sp>
        <p:nvSpPr>
          <p:cNvPr id="160" name="dp41-comparison / n111">
            <a:extLst xmlns:a="http://schemas.openxmlformats.org/drawingml/2006/main">
              <a:ext uri="{FF2B5EF4-FFF2-40B4-BE49-F238E27FC236}">
                <a16:creationId xmlns:a16="http://schemas.microsoft.com/office/drawing/2014/main" id="{7C8868B8-90CF-4016-ACA9-BEC5F05A3899}"/>
              </a:ext>
            </a:extLst>
          </p:cNvPr>
          <p:cNvSpPr>
            <a:spLocks xmlns:a="http://schemas.openxmlformats.org/drawingml/2006/main" noGrp="1"/>
          </p:cNvSpPr>
          <p:nvPr/>
        </p:nvSpPr>
        <p:spPr>
          <a:xfrm xmlns:a="http://schemas.openxmlformats.org/drawingml/2006/main">
            <a:off x="4667250" y="5286375"/>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1" name="dp41-comparison / n111 / fold">
            <a:extLst xmlns:a="http://schemas.openxmlformats.org/drawingml/2006/main">
              <a:ext uri="{FF2B5EF4-FFF2-40B4-BE49-F238E27FC236}">
                <a16:creationId xmlns:a16="http://schemas.microsoft.com/office/drawing/2014/main" id="{56387C3F-EF8A-4863-9F82-ABF32A036A85}"/>
              </a:ext>
            </a:extLst>
          </p:cNvPr>
          <p:cNvSpPr>
            <a:spLocks xmlns:a="http://schemas.openxmlformats.org/drawingml/2006/main" noGrp="1"/>
          </p:cNvSpPr>
          <p:nvPr/>
        </p:nvSpPr>
        <p:spPr>
          <a:xfrm xmlns:a="http://schemas.openxmlformats.org/drawingml/2006/main">
            <a:off x="8829675" y="5286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2" name="dp41-comparison / n112 / text 1">
            <a:extLst xmlns:a="http://schemas.openxmlformats.org/drawingml/2006/main">
              <a:ext uri="{FF2B5EF4-FFF2-40B4-BE49-F238E27FC236}">
                <a16:creationId xmlns:a16="http://schemas.microsoft.com/office/drawing/2014/main" id="{92F065E8-F31E-4DFE-8B46-4056EFBD03ED}"/>
              </a:ext>
            </a:extLst>
          </p:cNvPr>
          <p:cNvSpPr>
            <a:spLocks xmlns:a="http://schemas.openxmlformats.org/drawingml/2006/main" noGrp="1"/>
          </p:cNvSpPr>
          <p:nvPr/>
        </p:nvSpPr>
        <p:spPr>
          <a:xfrm xmlns:a="http://schemas.openxmlformats.org/drawingml/2006/main">
            <a:off x="4762500" y="534352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결과를 받은 다음 모델 판단: 추가 대화 조회</a:t>
            </a:r>
          </a:p>
        </p:txBody>
      </p:sp>
      <p:sp>
        <p:nvSpPr>
          <p:cNvPr id="163" name="dp41-comparison / n112 / text 2">
            <a:extLst xmlns:a="http://schemas.openxmlformats.org/drawingml/2006/main">
              <a:ext uri="{FF2B5EF4-FFF2-40B4-BE49-F238E27FC236}">
                <a16:creationId xmlns:a16="http://schemas.microsoft.com/office/drawing/2014/main" id="{DE98E08F-4A48-43DB-A279-E520E7B32448}"/>
              </a:ext>
            </a:extLst>
          </p:cNvPr>
          <p:cNvSpPr>
            <a:spLocks xmlns:a="http://schemas.openxmlformats.org/drawingml/2006/main" noGrp="1"/>
          </p:cNvSpPr>
          <p:nvPr/>
        </p:nvSpPr>
        <p:spPr>
          <a:xfrm xmlns:a="http://schemas.openxmlformats.org/drawingml/2006/main">
            <a:off x="4762500" y="546925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interaction_retrieve(query="보고서", limit=5)</a:t>
            </a:r>
          </a:p>
        </p:txBody>
      </p:sp>
      <p:sp>
        <p:nvSpPr>
          <p:cNvPr id="164" name="dp41-comparison / n112 / text 3">
            <a:extLst xmlns:a="http://schemas.openxmlformats.org/drawingml/2006/main">
              <a:ext uri="{FF2B5EF4-FFF2-40B4-BE49-F238E27FC236}">
                <a16:creationId xmlns:a16="http://schemas.microsoft.com/office/drawing/2014/main" id="{720E6724-73D8-44BC-93D9-647B8B36143B}"/>
              </a:ext>
            </a:extLst>
          </p:cNvPr>
          <p:cNvSpPr>
            <a:spLocks xmlns:a="http://schemas.openxmlformats.org/drawingml/2006/main" noGrp="1"/>
          </p:cNvSpPr>
          <p:nvPr/>
        </p:nvSpPr>
        <p:spPr>
          <a:xfrm xmlns:a="http://schemas.openxmlformats.org/drawingml/2006/main">
            <a:off x="4762500" y="559498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추가 결과도 같은 맥락으로 반환 / 모델 재판단</a:t>
            </a:r>
          </a:p>
        </p:txBody>
      </p:sp>
      <p:sp>
        <p:nvSpPr>
          <p:cNvPr id="165" name="dp41-comparison / n116">
            <a:extLst xmlns:a="http://schemas.openxmlformats.org/drawingml/2006/main">
              <a:ext uri="{FF2B5EF4-FFF2-40B4-BE49-F238E27FC236}">
                <a16:creationId xmlns:a16="http://schemas.microsoft.com/office/drawing/2014/main" id="{41275EEE-478F-4D2F-B287-C7049AC7CF7D}"/>
              </a:ext>
            </a:extLst>
          </p:cNvPr>
          <p:cNvSpPr>
            <a:spLocks xmlns:a="http://schemas.openxmlformats.org/drawingml/2006/main" noGrp="1"/>
          </p:cNvSpPr>
          <p:nvPr/>
        </p:nvSpPr>
        <p:spPr>
          <a:xfrm xmlns:a="http://schemas.openxmlformats.org/drawingml/2006/main">
            <a:off x="1666875" y="5829300"/>
            <a:ext cx="4667250" cy="495300"/>
          </a:xfrm>
          <a:custGeom xmlns:a="http://schemas.openxmlformats.org/drawingml/2006/main">
            <a:pathLst>
              <a:path w="4667250" h="495300">
                <a:moveTo>
                  <a:pt x="0" y="0"/>
                </a:moveTo>
                <a:lnTo>
                  <a:pt x="4495800" y="0"/>
                </a:lnTo>
                <a:lnTo>
                  <a:pt x="4667250" y="171450"/>
                </a:lnTo>
                <a:lnTo>
                  <a:pt x="4667250"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6" name="dp41-comparison / n116 / fold">
            <a:extLst xmlns:a="http://schemas.openxmlformats.org/drawingml/2006/main">
              <a:ext uri="{FF2B5EF4-FFF2-40B4-BE49-F238E27FC236}">
                <a16:creationId xmlns:a16="http://schemas.microsoft.com/office/drawing/2014/main" id="{39FF5580-7045-4F6F-ACB4-2ABB97A3658F}"/>
              </a:ext>
            </a:extLst>
          </p:cNvPr>
          <p:cNvSpPr>
            <a:spLocks xmlns:a="http://schemas.openxmlformats.org/drawingml/2006/main" noGrp="1"/>
          </p:cNvSpPr>
          <p:nvPr/>
        </p:nvSpPr>
        <p:spPr>
          <a:xfrm xmlns:a="http://schemas.openxmlformats.org/drawingml/2006/main">
            <a:off x="6162675" y="5829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7" name="dp41-comparison / n117 / text 1">
            <a:extLst xmlns:a="http://schemas.openxmlformats.org/drawingml/2006/main">
              <a:ext uri="{FF2B5EF4-FFF2-40B4-BE49-F238E27FC236}">
                <a16:creationId xmlns:a16="http://schemas.microsoft.com/office/drawing/2014/main" id="{763D39D6-F44E-48BA-BDF2-716529F1B7DE}"/>
              </a:ext>
            </a:extLst>
          </p:cNvPr>
          <p:cNvSpPr>
            <a:spLocks xmlns:a="http://schemas.openxmlformats.org/drawingml/2006/main" noGrp="1"/>
          </p:cNvSpPr>
          <p:nvPr/>
        </p:nvSpPr>
        <p:spPr>
          <a:xfrm xmlns:a="http://schemas.openxmlformats.org/drawingml/2006/main">
            <a:off x="1762125" y="588645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⑤ 모델이 만든 MeaningProposal (사용자 확인 뒤)</a:t>
            </a:r>
          </a:p>
        </p:txBody>
      </p:sp>
      <p:sp>
        <p:nvSpPr>
          <p:cNvPr id="168" name="dp41-comparison / n117 / text 2">
            <a:extLst xmlns:a="http://schemas.openxmlformats.org/drawingml/2006/main">
              <a:ext uri="{FF2B5EF4-FFF2-40B4-BE49-F238E27FC236}">
                <a16:creationId xmlns:a16="http://schemas.microsoft.com/office/drawing/2014/main" id="{517FB26C-796F-4785-8BB7-C8C863F6E8A8}"/>
              </a:ext>
            </a:extLst>
          </p:cNvPr>
          <p:cNvSpPr>
            <a:spLocks xmlns:a="http://schemas.openxmlformats.org/drawingml/2006/main" noGrp="1"/>
          </p:cNvSpPr>
          <p:nvPr/>
        </p:nvSpPr>
        <p:spPr>
          <a:xfrm xmlns:a="http://schemas.openxmlformats.org/drawingml/2006/main">
            <a:off x="1762125" y="602361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보고서 + 표 / 보고서 결과로 메일 초안 / SEND 금지</a:t>
            </a:r>
          </a:p>
        </p:txBody>
      </p:sp>
      <p:sp>
        <p:nvSpPr>
          <p:cNvPr id="169" name="dp41-comparison / n118">
            <a:extLst xmlns:a="http://schemas.openxmlformats.org/drawingml/2006/main">
              <a:ext uri="{FF2B5EF4-FFF2-40B4-BE49-F238E27FC236}">
                <a16:creationId xmlns:a16="http://schemas.microsoft.com/office/drawing/2014/main" id="{5B1EC566-E6EB-4866-B7E7-ED04AC1FC577}"/>
              </a:ext>
            </a:extLst>
          </p:cNvPr>
          <p:cNvSpPr>
            <a:spLocks xmlns:a="http://schemas.openxmlformats.org/drawingml/2006/main" noGrp="1"/>
          </p:cNvSpPr>
          <p:nvPr/>
        </p:nvSpPr>
        <p:spPr>
          <a:xfrm xmlns:a="http://schemas.openxmlformats.org/drawingml/2006/main">
            <a:off x="6743700" y="5838825"/>
            <a:ext cx="16169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0" name="dp41-comparison / n119 / text 1">
            <a:extLst xmlns:a="http://schemas.openxmlformats.org/drawingml/2006/main">
              <a:ext uri="{FF2B5EF4-FFF2-40B4-BE49-F238E27FC236}">
                <a16:creationId xmlns:a16="http://schemas.microsoft.com/office/drawing/2014/main" id="{8B51314F-0275-4A75-9E78-D6A695A861BC}"/>
              </a:ext>
            </a:extLst>
          </p:cNvPr>
          <p:cNvSpPr>
            <a:spLocks xmlns:a="http://schemas.openxmlformats.org/drawingml/2006/main" noGrp="1"/>
          </p:cNvSpPr>
          <p:nvPr/>
        </p:nvSpPr>
        <p:spPr>
          <a:xfrm xmlns:a="http://schemas.openxmlformats.org/drawingml/2006/main">
            <a:off x="6762750" y="58483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④ 의미 또는 확인 질문 제안</a:t>
            </a:r>
          </a:p>
        </p:txBody>
      </p:sp>
      <p:sp>
        <p:nvSpPr>
          <p:cNvPr id="171" name="dp41-comparison / n129">
            <a:extLst xmlns:a="http://schemas.openxmlformats.org/drawingml/2006/main">
              <a:ext uri="{FF2B5EF4-FFF2-40B4-BE49-F238E27FC236}">
                <a16:creationId xmlns:a16="http://schemas.microsoft.com/office/drawing/2014/main" id="{51B57A36-EDFD-4310-86F1-CC6F2815EF0F}"/>
              </a:ext>
            </a:extLst>
          </p:cNvPr>
          <p:cNvSpPr>
            <a:spLocks xmlns:a="http://schemas.openxmlformats.org/drawingml/2006/main" noGrp="1"/>
          </p:cNvSpPr>
          <p:nvPr/>
        </p:nvSpPr>
        <p:spPr>
          <a:xfrm xmlns:a="http://schemas.openxmlformats.org/drawingml/2006/main">
            <a:off x="164782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2" name="dp41-comparison / n130 / text 1">
            <a:extLst xmlns:a="http://schemas.openxmlformats.org/drawingml/2006/main">
              <a:ext uri="{FF2B5EF4-FFF2-40B4-BE49-F238E27FC236}">
                <a16:creationId xmlns:a16="http://schemas.microsoft.com/office/drawing/2014/main" id="{C562E14A-7014-426C-991D-92DF7A3CA043}"/>
              </a:ext>
            </a:extLst>
          </p:cNvPr>
          <p:cNvSpPr>
            <a:spLocks xmlns:a="http://schemas.openxmlformats.org/drawingml/2006/main" noGrp="1"/>
          </p:cNvSpPr>
          <p:nvPr/>
        </p:nvSpPr>
        <p:spPr>
          <a:xfrm xmlns:a="http://schemas.openxmlformats.org/drawingml/2006/main">
            <a:off x="166687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173" name="dp41-comparison / n132">
            <a:extLst xmlns:a="http://schemas.openxmlformats.org/drawingml/2006/main">
              <a:ext uri="{FF2B5EF4-FFF2-40B4-BE49-F238E27FC236}">
                <a16:creationId xmlns:a16="http://schemas.microsoft.com/office/drawing/2014/main" id="{5FF11C83-2AED-4398-8612-D4AF62356A30}"/>
              </a:ext>
            </a:extLst>
          </p:cNvPr>
          <p:cNvSpPr>
            <a:spLocks xmlns:a="http://schemas.openxmlformats.org/drawingml/2006/main" noGrp="1"/>
          </p:cNvSpPr>
          <p:nvPr/>
        </p:nvSpPr>
        <p:spPr>
          <a:xfrm xmlns:a="http://schemas.openxmlformats.org/drawingml/2006/main">
            <a:off x="164782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4" name="dp41-comparison / n133 / text 1">
            <a:extLst xmlns:a="http://schemas.openxmlformats.org/drawingml/2006/main">
              <a:ext uri="{FF2B5EF4-FFF2-40B4-BE49-F238E27FC236}">
                <a16:creationId xmlns:a16="http://schemas.microsoft.com/office/drawing/2014/main" id="{2C406C39-03B6-41E0-A488-B93CCFD2BB0E}"/>
              </a:ext>
            </a:extLst>
          </p:cNvPr>
          <p:cNvSpPr>
            <a:spLocks xmlns:a="http://schemas.openxmlformats.org/drawingml/2006/main" noGrp="1"/>
          </p:cNvSpPr>
          <p:nvPr/>
        </p:nvSpPr>
        <p:spPr>
          <a:xfrm xmlns:a="http://schemas.openxmlformats.org/drawingml/2006/main">
            <a:off x="166687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175" name="dp41-comparison / n144">
            <a:extLst xmlns:a="http://schemas.openxmlformats.org/drawingml/2006/main">
              <a:ext uri="{FF2B5EF4-FFF2-40B4-BE49-F238E27FC236}">
                <a16:creationId xmlns:a16="http://schemas.microsoft.com/office/drawing/2014/main" id="{953DFD12-498A-486C-ACE8-76D7239CB0B4}"/>
              </a:ext>
            </a:extLst>
          </p:cNvPr>
          <p:cNvSpPr>
            <a:spLocks xmlns:a="http://schemas.openxmlformats.org/drawingml/2006/main" noGrp="1"/>
          </p:cNvSpPr>
          <p:nvPr/>
        </p:nvSpPr>
        <p:spPr>
          <a:xfrm xmlns:a="http://schemas.openxmlformats.org/drawingml/2006/main">
            <a:off x="5600700" y="7324725"/>
            <a:ext cx="34290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1-comparison / n145 / text 1">
            <a:extLst xmlns:a="http://schemas.openxmlformats.org/drawingml/2006/main">
              <a:ext uri="{FF2B5EF4-FFF2-40B4-BE49-F238E27FC236}">
                <a16:creationId xmlns:a16="http://schemas.microsoft.com/office/drawing/2014/main" id="{93BEFF3A-8CB6-4F3C-BFCF-44D67209C1E6}"/>
              </a:ext>
            </a:extLst>
          </p:cNvPr>
          <p:cNvSpPr>
            <a:spLocks xmlns:a="http://schemas.openxmlformats.org/drawingml/2006/main" noGrp="1"/>
          </p:cNvSpPr>
          <p:nvPr/>
        </p:nvSpPr>
        <p:spPr>
          <a:xfrm xmlns:a="http://schemas.openxmlformats.org/drawingml/2006/main">
            <a:off x="5619750" y="7334250"/>
            <a:ext cx="666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a:t>
            </a:r>
          </a:p>
        </p:txBody>
      </p:sp>
      <p:sp>
        <p:nvSpPr>
          <p:cNvPr id="177" name="dp41-comparison / n147">
            <a:extLst xmlns:a="http://schemas.openxmlformats.org/drawingml/2006/main">
              <a:ext uri="{FF2B5EF4-FFF2-40B4-BE49-F238E27FC236}">
                <a16:creationId xmlns:a16="http://schemas.microsoft.com/office/drawing/2014/main" id="{F05B06C8-3A4A-4186-87B2-6A0D29FEFA9D}"/>
              </a:ext>
            </a:extLst>
          </p:cNvPr>
          <p:cNvSpPr>
            <a:spLocks xmlns:a="http://schemas.openxmlformats.org/drawingml/2006/main" noGrp="1"/>
          </p:cNvSpPr>
          <p:nvPr/>
        </p:nvSpPr>
        <p:spPr>
          <a:xfrm xmlns:a="http://schemas.openxmlformats.org/drawingml/2006/main">
            <a:off x="2962275" y="7591425"/>
            <a:ext cx="27512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1-comparison / n148 / text 1">
            <a:extLst xmlns:a="http://schemas.openxmlformats.org/drawingml/2006/main">
              <a:ext uri="{FF2B5EF4-FFF2-40B4-BE49-F238E27FC236}">
                <a16:creationId xmlns:a16="http://schemas.microsoft.com/office/drawing/2014/main" id="{32887A6C-7752-4AD9-A509-E4239D949BDA}"/>
              </a:ext>
            </a:extLst>
          </p:cNvPr>
          <p:cNvSpPr>
            <a:spLocks xmlns:a="http://schemas.openxmlformats.org/drawingml/2006/main" noGrp="1"/>
          </p:cNvSpPr>
          <p:nvPr/>
        </p:nvSpPr>
        <p:spPr>
          <a:xfrm xmlns:a="http://schemas.openxmlformats.org/drawingml/2006/main">
            <a:off x="2981325" y="7600950"/>
            <a:ext cx="381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 결과로 모델 재호출 / 필요하면 반복</a:t>
            </a:r>
          </a:p>
        </p:txBody>
      </p:sp>
      <p:sp>
        <p:nvSpPr>
          <p:cNvPr id="179" name="dp41-comparison / n150">
            <a:extLst xmlns:a="http://schemas.openxmlformats.org/drawingml/2006/main">
              <a:ext uri="{FF2B5EF4-FFF2-40B4-BE49-F238E27FC236}">
                <a16:creationId xmlns:a16="http://schemas.microsoft.com/office/drawing/2014/main" id="{B2BAA180-2E8E-4105-BBB4-4038F52A28F8}"/>
              </a:ext>
            </a:extLst>
          </p:cNvPr>
          <p:cNvSpPr>
            <a:spLocks xmlns:a="http://schemas.openxmlformats.org/drawingml/2006/main" noGrp="1"/>
          </p:cNvSpPr>
          <p:nvPr/>
        </p:nvSpPr>
        <p:spPr>
          <a:xfrm xmlns:a="http://schemas.openxmlformats.org/drawingml/2006/main">
            <a:off x="4933950" y="7905750"/>
            <a:ext cx="14258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0" name="dp41-comparison / n151 / text 1">
            <a:extLst xmlns:a="http://schemas.openxmlformats.org/drawingml/2006/main">
              <a:ext uri="{FF2B5EF4-FFF2-40B4-BE49-F238E27FC236}">
                <a16:creationId xmlns:a16="http://schemas.microsoft.com/office/drawing/2014/main" id="{AF971DBB-9A76-4010-8165-B58E35780A86}"/>
              </a:ext>
            </a:extLst>
          </p:cNvPr>
          <p:cNvSpPr>
            <a:spLocks xmlns:a="http://schemas.openxmlformats.org/drawingml/2006/main" noGrp="1"/>
          </p:cNvSpPr>
          <p:nvPr/>
        </p:nvSpPr>
        <p:spPr>
          <a:xfrm xmlns:a="http://schemas.openxmlformats.org/drawingml/2006/main">
            <a:off x="4953000" y="7915275"/>
            <a:ext cx="1905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완성 / 확인 질문 필요</a:t>
            </a:r>
          </a:p>
        </p:txBody>
      </p:sp>
      <p:sp>
        <p:nvSpPr>
          <p:cNvPr id="181" name="dp41-comparison / n154">
            <a:extLst xmlns:a="http://schemas.openxmlformats.org/drawingml/2006/main">
              <a:ext uri="{FF2B5EF4-FFF2-40B4-BE49-F238E27FC236}">
                <a16:creationId xmlns:a16="http://schemas.microsoft.com/office/drawing/2014/main" id="{E97D4A76-6401-4DED-A8E2-4F533AC947AC}"/>
              </a:ext>
            </a:extLst>
          </p:cNvPr>
          <p:cNvSpPr>
            <a:spLocks xmlns:a="http://schemas.openxmlformats.org/drawingml/2006/main" noGrp="1"/>
          </p:cNvSpPr>
          <p:nvPr/>
        </p:nvSpPr>
        <p:spPr>
          <a:xfrm xmlns:a="http://schemas.openxmlformats.org/drawingml/2006/main">
            <a:off x="1162050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2" name="dp41-comparison / n155 / text 1">
            <a:extLst xmlns:a="http://schemas.openxmlformats.org/drawingml/2006/main">
              <a:ext uri="{FF2B5EF4-FFF2-40B4-BE49-F238E27FC236}">
                <a16:creationId xmlns:a16="http://schemas.microsoft.com/office/drawing/2014/main" id="{9BE98FF9-BEB5-48A3-8733-FFCF4AA3E7F1}"/>
              </a:ext>
            </a:extLst>
          </p:cNvPr>
          <p:cNvSpPr>
            <a:spLocks xmlns:a="http://schemas.openxmlformats.org/drawingml/2006/main" noGrp="1"/>
          </p:cNvSpPr>
          <p:nvPr/>
        </p:nvSpPr>
        <p:spPr>
          <a:xfrm xmlns:a="http://schemas.openxmlformats.org/drawingml/2006/main">
            <a:off x="1170622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3" name="dp41-comparison / n156">
            <a:extLst xmlns:a="http://schemas.openxmlformats.org/drawingml/2006/main">
              <a:ext uri="{FF2B5EF4-FFF2-40B4-BE49-F238E27FC236}">
                <a16:creationId xmlns:a16="http://schemas.microsoft.com/office/drawing/2014/main" id="{E1DC9232-A414-4157-9A93-8308DFC4A9AC}"/>
              </a:ext>
            </a:extLst>
          </p:cNvPr>
          <p:cNvSpPr>
            <a:spLocks xmlns:a="http://schemas.openxmlformats.org/drawingml/2006/main" noGrp="1"/>
          </p:cNvSpPr>
          <p:nvPr/>
        </p:nvSpPr>
        <p:spPr>
          <a:xfrm xmlns:a="http://schemas.openxmlformats.org/drawingml/2006/main">
            <a:off x="1433512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4" name="dp41-comparison / n157 / text 1">
            <a:extLst xmlns:a="http://schemas.openxmlformats.org/drawingml/2006/main">
              <a:ext uri="{FF2B5EF4-FFF2-40B4-BE49-F238E27FC236}">
                <a16:creationId xmlns:a16="http://schemas.microsoft.com/office/drawing/2014/main" id="{173A468F-697A-431B-A6B9-3B9A4C1C926D}"/>
              </a:ext>
            </a:extLst>
          </p:cNvPr>
          <p:cNvSpPr>
            <a:spLocks xmlns:a="http://schemas.openxmlformats.org/drawingml/2006/main" noGrp="1"/>
          </p:cNvSpPr>
          <p:nvPr/>
        </p:nvSpPr>
        <p:spPr>
          <a:xfrm xmlns:a="http://schemas.openxmlformats.org/drawingml/2006/main">
            <a:off x="1442085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185" name="dp41-comparison / n158 / path">
            <a:extLst xmlns:a="http://schemas.openxmlformats.org/drawingml/2006/main">
              <a:ext uri="{FF2B5EF4-FFF2-40B4-BE49-F238E27FC236}">
                <a16:creationId xmlns:a16="http://schemas.microsoft.com/office/drawing/2014/main" id="{31FDF2F7-F5AD-4907-A4E1-23D01AAF705F}"/>
              </a:ext>
            </a:extLst>
          </p:cNvPr>
          <p:cNvSpPr>
            <a:spLocks xmlns:a="http://schemas.openxmlformats.org/drawingml/2006/main" noGrp="1"/>
          </p:cNvSpPr>
          <p:nvPr/>
        </p:nvSpPr>
        <p:spPr>
          <a:xfrm xmlns:a="http://schemas.openxmlformats.org/drawingml/2006/main">
            <a:off x="1128712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6" name="dp41-comparison / n158 / arrow">
            <a:extLst xmlns:a="http://schemas.openxmlformats.org/drawingml/2006/main">
              <a:ext uri="{FF2B5EF4-FFF2-40B4-BE49-F238E27FC236}">
                <a16:creationId xmlns:a16="http://schemas.microsoft.com/office/drawing/2014/main" id="{98AC6666-3C9F-44ED-AF82-F5BACDB9986C}"/>
              </a:ext>
            </a:extLst>
          </p:cNvPr>
          <p:cNvSpPr>
            <a:spLocks xmlns:a="http://schemas.openxmlformats.org/drawingml/2006/main" noGrp="1"/>
          </p:cNvSpPr>
          <p:nvPr/>
        </p:nvSpPr>
        <p:spPr>
          <a:xfrm xmlns:a="http://schemas.openxmlformats.org/drawingml/2006/main">
            <a:off x="1155344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7" name="dp41-comparison / n159 / path">
            <a:extLst xmlns:a="http://schemas.openxmlformats.org/drawingml/2006/main">
              <a:ext uri="{FF2B5EF4-FFF2-40B4-BE49-F238E27FC236}">
                <a16:creationId xmlns:a16="http://schemas.microsoft.com/office/drawing/2014/main" id="{AA80BFE1-F876-45B1-A761-66D94D170AB1}"/>
              </a:ext>
            </a:extLst>
          </p:cNvPr>
          <p:cNvSpPr>
            <a:spLocks xmlns:a="http://schemas.openxmlformats.org/drawingml/2006/main" noGrp="1"/>
          </p:cNvSpPr>
          <p:nvPr/>
        </p:nvSpPr>
        <p:spPr>
          <a:xfrm xmlns:a="http://schemas.openxmlformats.org/drawingml/2006/main">
            <a:off x="1390650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88" name="dp41-comparison / n159 / arrow">
            <a:extLst xmlns:a="http://schemas.openxmlformats.org/drawingml/2006/main">
              <a:ext uri="{FF2B5EF4-FFF2-40B4-BE49-F238E27FC236}">
                <a16:creationId xmlns:a16="http://schemas.microsoft.com/office/drawing/2014/main" id="{FC3949EB-D10D-4505-A1FE-C91C7DF1896A}"/>
              </a:ext>
            </a:extLst>
          </p:cNvPr>
          <p:cNvSpPr>
            <a:spLocks xmlns:a="http://schemas.openxmlformats.org/drawingml/2006/main" noGrp="1"/>
          </p:cNvSpPr>
          <p:nvPr/>
        </p:nvSpPr>
        <p:spPr>
          <a:xfrm xmlns:a="http://schemas.openxmlformats.org/drawingml/2006/main">
            <a:off x="1426806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9" name="dp41-comparison / n160">
            <a:extLst xmlns:a="http://schemas.openxmlformats.org/drawingml/2006/main">
              <a:ext uri="{FF2B5EF4-FFF2-40B4-BE49-F238E27FC236}">
                <a16:creationId xmlns:a16="http://schemas.microsoft.com/office/drawing/2014/main" id="{6D91B687-535F-4870-984E-BDA4D7667293}"/>
              </a:ext>
            </a:extLst>
          </p:cNvPr>
          <p:cNvSpPr>
            <a:spLocks xmlns:a="http://schemas.openxmlformats.org/drawingml/2006/main" noGrp="1"/>
          </p:cNvSpPr>
          <p:nvPr/>
        </p:nvSpPr>
        <p:spPr>
          <a:xfrm xmlns:a="http://schemas.openxmlformats.org/drawingml/2006/main">
            <a:off x="995362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90" name="dp41-comparison / n161 / text 1">
            <a:extLst xmlns:a="http://schemas.openxmlformats.org/drawingml/2006/main">
              <a:ext uri="{FF2B5EF4-FFF2-40B4-BE49-F238E27FC236}">
                <a16:creationId xmlns:a16="http://schemas.microsoft.com/office/drawing/2014/main" id="{91D70039-1B30-49B0-AB53-D58A258A9BA2}"/>
              </a:ext>
            </a:extLst>
          </p:cNvPr>
          <p:cNvSpPr>
            <a:spLocks xmlns:a="http://schemas.openxmlformats.org/drawingml/2006/main" noGrp="1"/>
          </p:cNvSpPr>
          <p:nvPr/>
        </p:nvSpPr>
        <p:spPr>
          <a:xfrm xmlns:a="http://schemas.openxmlformats.org/drawingml/2006/main">
            <a:off x="1003935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191" name="dp41-comparison / n166">
            <a:extLst xmlns:a="http://schemas.openxmlformats.org/drawingml/2006/main">
              <a:ext uri="{FF2B5EF4-FFF2-40B4-BE49-F238E27FC236}">
                <a16:creationId xmlns:a16="http://schemas.microsoft.com/office/drawing/2014/main" id="{FE0DC5EE-CEDF-43B7-8983-39622DA66959}"/>
              </a:ext>
            </a:extLst>
          </p:cNvPr>
          <p:cNvSpPr>
            <a:spLocks xmlns:a="http://schemas.openxmlformats.org/drawingml/2006/main" noGrp="1"/>
          </p:cNvSpPr>
          <p:nvPr/>
        </p:nvSpPr>
        <p:spPr>
          <a:xfrm xmlns:a="http://schemas.openxmlformats.org/drawingml/2006/main">
            <a:off x="976312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1-comparison / n167 / text 1">
            <a:extLst xmlns:a="http://schemas.openxmlformats.org/drawingml/2006/main">
              <a:ext uri="{FF2B5EF4-FFF2-40B4-BE49-F238E27FC236}">
                <a16:creationId xmlns:a16="http://schemas.microsoft.com/office/drawing/2014/main" id="{0065CF58-1431-469E-AD40-08955E277299}"/>
              </a:ext>
            </a:extLst>
          </p:cNvPr>
          <p:cNvSpPr>
            <a:spLocks xmlns:a="http://schemas.openxmlformats.org/drawingml/2006/main" noGrp="1"/>
          </p:cNvSpPr>
          <p:nvPr/>
        </p:nvSpPr>
        <p:spPr>
          <a:xfrm xmlns:a="http://schemas.openxmlformats.org/drawingml/2006/main">
            <a:off x="98869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193" name="dp41-comparison / n170">
            <a:extLst xmlns:a="http://schemas.openxmlformats.org/drawingml/2006/main">
              <a:ext uri="{FF2B5EF4-FFF2-40B4-BE49-F238E27FC236}">
                <a16:creationId xmlns:a16="http://schemas.microsoft.com/office/drawing/2014/main" id="{257E0BFB-EE88-4D4E-A3D7-C5EE8FF89D09}"/>
              </a:ext>
            </a:extLst>
          </p:cNvPr>
          <p:cNvSpPr>
            <a:spLocks xmlns:a="http://schemas.openxmlformats.org/drawingml/2006/main" noGrp="1"/>
          </p:cNvSpPr>
          <p:nvPr/>
        </p:nvSpPr>
        <p:spPr>
          <a:xfrm xmlns:a="http://schemas.openxmlformats.org/drawingml/2006/main">
            <a:off x="9953625" y="4019550"/>
            <a:ext cx="2333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94" name="dp41-comparison / n171 / text 1">
            <a:extLst xmlns:a="http://schemas.openxmlformats.org/drawingml/2006/main">
              <a:ext uri="{FF2B5EF4-FFF2-40B4-BE49-F238E27FC236}">
                <a16:creationId xmlns:a16="http://schemas.microsoft.com/office/drawing/2014/main" id="{D14B2AE7-2AB0-4673-B98C-2A5F407FA882}"/>
              </a:ext>
            </a:extLst>
          </p:cNvPr>
          <p:cNvSpPr>
            <a:spLocks xmlns:a="http://schemas.openxmlformats.org/drawingml/2006/main" noGrp="1"/>
          </p:cNvSpPr>
          <p:nvPr/>
        </p:nvSpPr>
        <p:spPr>
          <a:xfrm xmlns:a="http://schemas.openxmlformats.org/drawingml/2006/main">
            <a:off x="10039350" y="409860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요청 구조화기</a:t>
            </a:r>
          </a:p>
        </p:txBody>
      </p:sp>
      <p:sp>
        <p:nvSpPr>
          <p:cNvPr id="195" name="dp41-comparison / n172 / path">
            <a:extLst xmlns:a="http://schemas.openxmlformats.org/drawingml/2006/main">
              <a:ext uri="{FF2B5EF4-FFF2-40B4-BE49-F238E27FC236}">
                <a16:creationId xmlns:a16="http://schemas.microsoft.com/office/drawing/2014/main" id="{1BF49D78-AB47-44EE-9358-81D870F5C950}"/>
              </a:ext>
            </a:extLst>
          </p:cNvPr>
          <p:cNvSpPr>
            <a:spLocks xmlns:a="http://schemas.openxmlformats.org/drawingml/2006/main" noGrp="1"/>
          </p:cNvSpPr>
          <p:nvPr/>
        </p:nvSpPr>
        <p:spPr>
          <a:xfrm xmlns:a="http://schemas.openxmlformats.org/drawingml/2006/main">
            <a:off x="9810750" y="3038475"/>
            <a:ext cx="142875" cy="1171575"/>
          </a:xfrm>
          <a:custGeom xmlns:a="http://schemas.openxmlformats.org/drawingml/2006/main">
            <a:pathLst>
              <a:path w="142875" h="1171575">
                <a:moveTo>
                  <a:pt x="142875" y="1171575"/>
                </a:moveTo>
                <a:lnTo>
                  <a:pt x="0" y="1171575"/>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196" name="dp41-comparison / n172 / arrow">
            <a:extLst xmlns:a="http://schemas.openxmlformats.org/drawingml/2006/main">
              <a:ext uri="{FF2B5EF4-FFF2-40B4-BE49-F238E27FC236}">
                <a16:creationId xmlns:a16="http://schemas.microsoft.com/office/drawing/2014/main" id="{B7F91D1F-9D16-480F-9384-316F9DB0BCBB}"/>
              </a:ext>
            </a:extLst>
          </p:cNvPr>
          <p:cNvSpPr>
            <a:spLocks xmlns:a="http://schemas.openxmlformats.org/drawingml/2006/main" noGrp="1"/>
          </p:cNvSpPr>
          <p:nvPr/>
        </p:nvSpPr>
        <p:spPr>
          <a:xfrm xmlns:a="http://schemas.openxmlformats.org/drawingml/2006/main">
            <a:off x="9886569" y="3004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7" name="dp41-comparison / n173 / path">
            <a:extLst xmlns:a="http://schemas.openxmlformats.org/drawingml/2006/main">
              <a:ext uri="{FF2B5EF4-FFF2-40B4-BE49-F238E27FC236}">
                <a16:creationId xmlns:a16="http://schemas.microsoft.com/office/drawing/2014/main" id="{06424E00-38C0-4A8A-A4F6-102C75D2B7D6}"/>
              </a:ext>
            </a:extLst>
          </p:cNvPr>
          <p:cNvSpPr>
            <a:spLocks xmlns:a="http://schemas.openxmlformats.org/drawingml/2006/main" noGrp="1"/>
          </p:cNvSpPr>
          <p:nvPr/>
        </p:nvSpPr>
        <p:spPr>
          <a:xfrm xmlns:a="http://schemas.openxmlformats.org/drawingml/2006/main">
            <a:off x="9715500" y="3038475"/>
            <a:ext cx="238125" cy="1266825"/>
          </a:xfrm>
          <a:custGeom xmlns:a="http://schemas.openxmlformats.org/drawingml/2006/main">
            <a:pathLst>
              <a:path w="238125" h="1266825">
                <a:moveTo>
                  <a:pt x="238125" y="0"/>
                </a:moveTo>
                <a:lnTo>
                  <a:pt x="0" y="0"/>
                </a:lnTo>
                <a:lnTo>
                  <a:pt x="0" y="1266825"/>
                </a:lnTo>
                <a:lnTo>
                  <a:pt x="238125" y="1266825"/>
                </a:lnTo>
              </a:path>
            </a:pathLst>
          </a:custGeom>
          <a:noFill xmlns:a="http://schemas.openxmlformats.org/drawingml/2006/main"/>
          <a:ln xmlns:a="http://schemas.openxmlformats.org/drawingml/2006/main" w="10478">
            <a:solidFill>
              <a:srgbClr val="000000"/>
            </a:solidFill>
            <a:prstDash val="dash"/>
          </a:ln>
        </p:spPr>
      </p:sp>
      <p:sp>
        <p:nvSpPr>
          <p:cNvPr id="198" name="dp41-comparison / n173 / arrow">
            <a:extLst xmlns:a="http://schemas.openxmlformats.org/drawingml/2006/main">
              <a:ext uri="{FF2B5EF4-FFF2-40B4-BE49-F238E27FC236}">
                <a16:creationId xmlns:a16="http://schemas.microsoft.com/office/drawing/2014/main" id="{CFD4D3F7-850E-41E4-9D22-E683D5F86FFB}"/>
              </a:ext>
            </a:extLst>
          </p:cNvPr>
          <p:cNvSpPr>
            <a:spLocks xmlns:a="http://schemas.openxmlformats.org/drawingml/2006/main" noGrp="1"/>
          </p:cNvSpPr>
          <p:nvPr/>
        </p:nvSpPr>
        <p:spPr>
          <a:xfrm xmlns:a="http://schemas.openxmlformats.org/drawingml/2006/main">
            <a:off x="9886569" y="4271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9" name="dp41-comparison / n174">
            <a:extLst xmlns:a="http://schemas.openxmlformats.org/drawingml/2006/main">
              <a:ext uri="{FF2B5EF4-FFF2-40B4-BE49-F238E27FC236}">
                <a16:creationId xmlns:a16="http://schemas.microsoft.com/office/drawing/2014/main" id="{E31AD0A9-CD7F-462F-9945-092C5060E156}"/>
              </a:ext>
            </a:extLst>
          </p:cNvPr>
          <p:cNvSpPr>
            <a:spLocks xmlns:a="http://schemas.openxmlformats.org/drawingml/2006/main" noGrp="1"/>
          </p:cNvSpPr>
          <p:nvPr/>
        </p:nvSpPr>
        <p:spPr>
          <a:xfrm xmlns:a="http://schemas.openxmlformats.org/drawingml/2006/main">
            <a:off x="12858750" y="3943350"/>
            <a:ext cx="4476750" cy="1857375"/>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24765">
            <a:solidFill>
              <a:srgbClr val="B8753F"/>
            </a:solidFill>
            <a:prstDash val="solid"/>
          </a:ln>
        </p:spPr>
      </p:sp>
      <p:sp>
        <p:nvSpPr>
          <p:cNvPr id="200" name="dp41-comparison / n175 / text 1">
            <a:extLst xmlns:a="http://schemas.openxmlformats.org/drawingml/2006/main">
              <a:ext uri="{FF2B5EF4-FFF2-40B4-BE49-F238E27FC236}">
                <a16:creationId xmlns:a16="http://schemas.microsoft.com/office/drawing/2014/main" id="{8AB8D465-4B07-49F8-9B68-A58E16B7D5EC}"/>
              </a:ext>
            </a:extLst>
          </p:cNvPr>
          <p:cNvSpPr>
            <a:spLocks xmlns:a="http://schemas.openxmlformats.org/drawingml/2006/main" noGrp="1"/>
          </p:cNvSpPr>
          <p:nvPr/>
        </p:nvSpPr>
        <p:spPr>
          <a:xfrm xmlns:a="http://schemas.openxmlformats.org/drawingml/2006/main">
            <a:off x="12982575" y="4038600"/>
            <a:ext cx="42291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Resolution Engine</a:t>
            </a:r>
          </a:p>
        </p:txBody>
      </p:sp>
      <p:sp>
        <p:nvSpPr>
          <p:cNvPr id="201" name="dp41-comparison / n176">
            <a:extLst xmlns:a="http://schemas.openxmlformats.org/drawingml/2006/main">
              <a:ext uri="{FF2B5EF4-FFF2-40B4-BE49-F238E27FC236}">
                <a16:creationId xmlns:a16="http://schemas.microsoft.com/office/drawing/2014/main" id="{A7C44B0C-512C-4E84-B625-67CC4E7838B5}"/>
              </a:ext>
            </a:extLst>
          </p:cNvPr>
          <p:cNvSpPr>
            <a:spLocks xmlns:a="http://schemas.openxmlformats.org/drawingml/2006/main" noGrp="1"/>
          </p:cNvSpPr>
          <p:nvPr/>
        </p:nvSpPr>
        <p:spPr>
          <a:xfrm xmlns:a="http://schemas.openxmlformats.org/drawingml/2006/main">
            <a:off x="13049250" y="4286250"/>
            <a:ext cx="1809750"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2" name="dp41-comparison / n177 / text 1">
            <a:extLst xmlns:a="http://schemas.openxmlformats.org/drawingml/2006/main">
              <a:ext uri="{FF2B5EF4-FFF2-40B4-BE49-F238E27FC236}">
                <a16:creationId xmlns:a16="http://schemas.microsoft.com/office/drawing/2014/main" id="{A24059BA-359C-45A4-8CB7-FB389523B9B6}"/>
              </a:ext>
            </a:extLst>
          </p:cNvPr>
          <p:cNvSpPr>
            <a:spLocks xmlns:a="http://schemas.openxmlformats.org/drawingml/2006/main" noGrp="1"/>
          </p:cNvSpPr>
          <p:nvPr/>
        </p:nvSpPr>
        <p:spPr>
          <a:xfrm xmlns:a="http://schemas.openxmlformats.org/drawingml/2006/main">
            <a:off x="13134975" y="4355306"/>
            <a:ext cx="1638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프레임 / 항목 검사기</a:t>
            </a:r>
          </a:p>
        </p:txBody>
      </p:sp>
      <p:sp>
        <p:nvSpPr>
          <p:cNvPr id="203" name="dp41-comparison / n178">
            <a:extLst xmlns:a="http://schemas.openxmlformats.org/drawingml/2006/main">
              <a:ext uri="{FF2B5EF4-FFF2-40B4-BE49-F238E27FC236}">
                <a16:creationId xmlns:a16="http://schemas.microsoft.com/office/drawing/2014/main" id="{6914D8AB-C02F-49A6-8592-8D88CBD8D4AD}"/>
              </a:ext>
            </a:extLst>
          </p:cNvPr>
          <p:cNvSpPr>
            <a:spLocks xmlns:a="http://schemas.openxmlformats.org/drawingml/2006/main" noGrp="1"/>
          </p:cNvSpPr>
          <p:nvPr/>
        </p:nvSpPr>
        <p:spPr>
          <a:xfrm xmlns:a="http://schemas.openxmlformats.org/drawingml/2006/main">
            <a:off x="15097125" y="4286250"/>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4" name="dp41-comparison / n179 / text 1">
            <a:extLst xmlns:a="http://schemas.openxmlformats.org/drawingml/2006/main">
              <a:ext uri="{FF2B5EF4-FFF2-40B4-BE49-F238E27FC236}">
                <a16:creationId xmlns:a16="http://schemas.microsoft.com/office/drawing/2014/main" id="{0D158688-469F-49D3-863B-269641F29AA2}"/>
              </a:ext>
            </a:extLst>
          </p:cNvPr>
          <p:cNvSpPr>
            <a:spLocks xmlns:a="http://schemas.openxmlformats.org/drawingml/2006/main" noGrp="1"/>
          </p:cNvSpPr>
          <p:nvPr/>
        </p:nvSpPr>
        <p:spPr>
          <a:xfrm xmlns:a="http://schemas.openxmlformats.org/drawingml/2006/main">
            <a:off x="15182850" y="4349115"/>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미해결 항목 처리기</a:t>
            </a:r>
          </a:p>
        </p:txBody>
      </p:sp>
      <p:sp>
        <p:nvSpPr>
          <p:cNvPr id="205" name="dp41-comparison / n180">
            <a:extLst xmlns:a="http://schemas.openxmlformats.org/drawingml/2006/main">
              <a:ext uri="{FF2B5EF4-FFF2-40B4-BE49-F238E27FC236}">
                <a16:creationId xmlns:a16="http://schemas.microsoft.com/office/drawing/2014/main" id="{67E62E97-8ABD-412B-839F-8F468233B355}"/>
              </a:ext>
            </a:extLst>
          </p:cNvPr>
          <p:cNvSpPr>
            <a:spLocks xmlns:a="http://schemas.openxmlformats.org/drawingml/2006/main" noGrp="1"/>
          </p:cNvSpPr>
          <p:nvPr/>
        </p:nvSpPr>
        <p:spPr>
          <a:xfrm xmlns:a="http://schemas.openxmlformats.org/drawingml/2006/main">
            <a:off x="13049250" y="4914900"/>
            <a:ext cx="1809750" cy="5048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6" name="dp41-comparison / n181 / text 1">
            <a:extLst xmlns:a="http://schemas.openxmlformats.org/drawingml/2006/main">
              <a:ext uri="{FF2B5EF4-FFF2-40B4-BE49-F238E27FC236}">
                <a16:creationId xmlns:a16="http://schemas.microsoft.com/office/drawing/2014/main" id="{5FCB6FF3-6AD4-4801-887A-9BCAB5DAFE0B}"/>
              </a:ext>
            </a:extLst>
          </p:cNvPr>
          <p:cNvSpPr>
            <a:spLocks xmlns:a="http://schemas.openxmlformats.org/drawingml/2006/main" noGrp="1"/>
          </p:cNvSpPr>
          <p:nvPr/>
        </p:nvSpPr>
        <p:spPr>
          <a:xfrm xmlns:a="http://schemas.openxmlformats.org/drawingml/2006/main">
            <a:off x="13134975" y="5076825"/>
            <a:ext cx="1638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항목별 해결 상태</a:t>
            </a:r>
          </a:p>
        </p:txBody>
      </p:sp>
      <p:sp>
        <p:nvSpPr>
          <p:cNvPr id="207" name="dp41-comparison / n182">
            <a:extLst xmlns:a="http://schemas.openxmlformats.org/drawingml/2006/main">
              <a:ext uri="{FF2B5EF4-FFF2-40B4-BE49-F238E27FC236}">
                <a16:creationId xmlns:a16="http://schemas.microsoft.com/office/drawing/2014/main" id="{C1A1A1B3-1E06-4B74-965E-B4A2509A8890}"/>
              </a:ext>
            </a:extLst>
          </p:cNvPr>
          <p:cNvSpPr>
            <a:spLocks xmlns:a="http://schemas.openxmlformats.org/drawingml/2006/main" noGrp="1"/>
          </p:cNvSpPr>
          <p:nvPr/>
        </p:nvSpPr>
        <p:spPr>
          <a:xfrm xmlns:a="http://schemas.openxmlformats.org/drawingml/2006/main">
            <a:off x="15097125" y="5172075"/>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8" name="dp41-comparison / n183 / text 1">
            <a:extLst xmlns:a="http://schemas.openxmlformats.org/drawingml/2006/main">
              <a:ext uri="{FF2B5EF4-FFF2-40B4-BE49-F238E27FC236}">
                <a16:creationId xmlns:a16="http://schemas.microsoft.com/office/drawing/2014/main" id="{0CEAEE07-6904-4C5A-A081-86654BB78A95}"/>
              </a:ext>
            </a:extLst>
          </p:cNvPr>
          <p:cNvSpPr>
            <a:spLocks xmlns:a="http://schemas.openxmlformats.org/drawingml/2006/main" noGrp="1"/>
          </p:cNvSpPr>
          <p:nvPr/>
        </p:nvSpPr>
        <p:spPr>
          <a:xfrm xmlns:a="http://schemas.openxmlformats.org/drawingml/2006/main">
            <a:off x="15182850" y="52349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관계 결합기</a:t>
            </a:r>
          </a:p>
        </p:txBody>
      </p:sp>
      <p:sp>
        <p:nvSpPr>
          <p:cNvPr id="209" name="dp41-comparison / n184">
            <a:extLst xmlns:a="http://schemas.openxmlformats.org/drawingml/2006/main">
              <a:ext uri="{FF2B5EF4-FFF2-40B4-BE49-F238E27FC236}">
                <a16:creationId xmlns:a16="http://schemas.microsoft.com/office/drawing/2014/main" id="{3363A96A-F8EE-4E49-9B77-73C756ED876C}"/>
              </a:ext>
            </a:extLst>
          </p:cNvPr>
          <p:cNvSpPr>
            <a:spLocks xmlns:a="http://schemas.openxmlformats.org/drawingml/2006/main" noGrp="1"/>
          </p:cNvSpPr>
          <p:nvPr/>
        </p:nvSpPr>
        <p:spPr>
          <a:xfrm xmlns:a="http://schemas.openxmlformats.org/drawingml/2006/main">
            <a:off x="1509712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0" name="dp41-comparison / n185 / text 1">
            <a:extLst xmlns:a="http://schemas.openxmlformats.org/drawingml/2006/main">
              <a:ext uri="{FF2B5EF4-FFF2-40B4-BE49-F238E27FC236}">
                <a16:creationId xmlns:a16="http://schemas.microsoft.com/office/drawing/2014/main" id="{706C027B-A51A-497B-9969-B30A22A39366}"/>
              </a:ext>
            </a:extLst>
          </p:cNvPr>
          <p:cNvSpPr>
            <a:spLocks xmlns:a="http://schemas.openxmlformats.org/drawingml/2006/main" noGrp="1"/>
          </p:cNvSpPr>
          <p:nvPr/>
        </p:nvSpPr>
        <p:spPr>
          <a:xfrm xmlns:a="http://schemas.openxmlformats.org/drawingml/2006/main">
            <a:off x="1518285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읽기 도구 실행기</a:t>
            </a:r>
          </a:p>
        </p:txBody>
      </p:sp>
      <p:sp>
        <p:nvSpPr>
          <p:cNvPr id="211" name="dp41-comparison / n186">
            <a:extLst xmlns:a="http://schemas.openxmlformats.org/drawingml/2006/main">
              <a:ext uri="{FF2B5EF4-FFF2-40B4-BE49-F238E27FC236}">
                <a16:creationId xmlns:a16="http://schemas.microsoft.com/office/drawing/2014/main" id="{FC41BF9C-CAAD-4759-9B9B-AA8E9CF667A7}"/>
              </a:ext>
            </a:extLst>
          </p:cNvPr>
          <p:cNvSpPr>
            <a:spLocks xmlns:a="http://schemas.openxmlformats.org/drawingml/2006/main" noGrp="1"/>
          </p:cNvSpPr>
          <p:nvPr/>
        </p:nvSpPr>
        <p:spPr>
          <a:xfrm xmlns:a="http://schemas.openxmlformats.org/drawingml/2006/main">
            <a:off x="1271587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2" name="dp41-comparison / n187 / text 1">
            <a:extLst xmlns:a="http://schemas.openxmlformats.org/drawingml/2006/main">
              <a:ext uri="{FF2B5EF4-FFF2-40B4-BE49-F238E27FC236}">
                <a16:creationId xmlns:a16="http://schemas.microsoft.com/office/drawing/2014/main" id="{922D2379-AA66-455C-B99F-2E322C386435}"/>
              </a:ext>
            </a:extLst>
          </p:cNvPr>
          <p:cNvSpPr>
            <a:spLocks xmlns:a="http://schemas.openxmlformats.org/drawingml/2006/main" noGrp="1"/>
          </p:cNvSpPr>
          <p:nvPr/>
        </p:nvSpPr>
        <p:spPr>
          <a:xfrm xmlns:a="http://schemas.openxmlformats.org/drawingml/2006/main">
            <a:off x="1280160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의미 제안 검증기</a:t>
            </a:r>
          </a:p>
        </p:txBody>
      </p:sp>
      <p:sp>
        <p:nvSpPr>
          <p:cNvPr id="213" name="dp41-comparison / n188 / path">
            <a:extLst xmlns:a="http://schemas.openxmlformats.org/drawingml/2006/main">
              <a:ext uri="{FF2B5EF4-FFF2-40B4-BE49-F238E27FC236}">
                <a16:creationId xmlns:a16="http://schemas.microsoft.com/office/drawing/2014/main" id="{E4DC6731-219A-4C7D-AD5A-CD395813C519}"/>
              </a:ext>
            </a:extLst>
          </p:cNvPr>
          <p:cNvSpPr>
            <a:spLocks xmlns:a="http://schemas.openxmlformats.org/drawingml/2006/main" noGrp="1"/>
          </p:cNvSpPr>
          <p:nvPr/>
        </p:nvSpPr>
        <p:spPr>
          <a:xfrm xmlns:a="http://schemas.openxmlformats.org/drawingml/2006/main">
            <a:off x="12287250" y="4162425"/>
            <a:ext cx="762000" cy="285750"/>
          </a:xfrm>
          <a:custGeom xmlns:a="http://schemas.openxmlformats.org/drawingml/2006/main">
            <a:pathLst>
              <a:path w="762000" h="285750">
                <a:moveTo>
                  <a:pt x="0" y="0"/>
                </a:moveTo>
                <a:lnTo>
                  <a:pt x="333375" y="0"/>
                </a:lnTo>
                <a:lnTo>
                  <a:pt x="333375" y="285750"/>
                </a:lnTo>
                <a:lnTo>
                  <a:pt x="762000" y="285750"/>
                </a:lnTo>
              </a:path>
            </a:pathLst>
          </a:custGeom>
          <a:noFill xmlns:a="http://schemas.openxmlformats.org/drawingml/2006/main"/>
          <a:ln xmlns:a="http://schemas.openxmlformats.org/drawingml/2006/main" w="10478">
            <a:solidFill>
              <a:srgbClr val="000000"/>
            </a:solidFill>
            <a:prstDash val="solid"/>
          </a:ln>
        </p:spPr>
      </p:sp>
      <p:sp>
        <p:nvSpPr>
          <p:cNvPr id="214" name="dp41-comparison / n188 / arrow">
            <a:extLst xmlns:a="http://schemas.openxmlformats.org/drawingml/2006/main">
              <a:ext uri="{FF2B5EF4-FFF2-40B4-BE49-F238E27FC236}">
                <a16:creationId xmlns:a16="http://schemas.microsoft.com/office/drawing/2014/main" id="{A7FA58F5-C37C-41BD-A291-82F7393AF977}"/>
              </a:ext>
            </a:extLst>
          </p:cNvPr>
          <p:cNvSpPr>
            <a:spLocks xmlns:a="http://schemas.openxmlformats.org/drawingml/2006/main" noGrp="1"/>
          </p:cNvSpPr>
          <p:nvPr/>
        </p:nvSpPr>
        <p:spPr>
          <a:xfrm xmlns:a="http://schemas.openxmlformats.org/drawingml/2006/main">
            <a:off x="12982194"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1-comparison / n189 / path">
            <a:extLst xmlns:a="http://schemas.openxmlformats.org/drawingml/2006/main">
              <a:ext uri="{FF2B5EF4-FFF2-40B4-BE49-F238E27FC236}">
                <a16:creationId xmlns:a16="http://schemas.microsoft.com/office/drawing/2014/main" id="{9835367E-FC50-406A-A458-169F8955D7F4}"/>
              </a:ext>
            </a:extLst>
          </p:cNvPr>
          <p:cNvSpPr>
            <a:spLocks xmlns:a="http://schemas.openxmlformats.org/drawingml/2006/main" noGrp="1"/>
          </p:cNvSpPr>
          <p:nvPr/>
        </p:nvSpPr>
        <p:spPr>
          <a:xfrm xmlns:a="http://schemas.openxmlformats.org/drawingml/2006/main">
            <a:off x="14859000" y="4448175"/>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0478">
            <a:solidFill>
              <a:srgbClr val="B8753F"/>
            </a:solidFill>
            <a:prstDash val="solid"/>
          </a:ln>
        </p:spPr>
      </p:sp>
      <p:sp>
        <p:nvSpPr>
          <p:cNvPr id="216" name="dp41-comparison / n189 / arrow">
            <a:extLst xmlns:a="http://schemas.openxmlformats.org/drawingml/2006/main">
              <a:ext uri="{FF2B5EF4-FFF2-40B4-BE49-F238E27FC236}">
                <a16:creationId xmlns:a16="http://schemas.microsoft.com/office/drawing/2014/main" id="{6AF64307-8BDB-4047-B47A-80DA45C2F5C4}"/>
              </a:ext>
            </a:extLst>
          </p:cNvPr>
          <p:cNvSpPr>
            <a:spLocks xmlns:a="http://schemas.openxmlformats.org/drawingml/2006/main" noGrp="1"/>
          </p:cNvSpPr>
          <p:nvPr/>
        </p:nvSpPr>
        <p:spPr>
          <a:xfrm xmlns:a="http://schemas.openxmlformats.org/drawingml/2006/main">
            <a:off x="15030069"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7" name="dp41-comparison / n190 / path">
            <a:extLst xmlns:a="http://schemas.openxmlformats.org/drawingml/2006/main">
              <a:ext uri="{FF2B5EF4-FFF2-40B4-BE49-F238E27FC236}">
                <a16:creationId xmlns:a16="http://schemas.microsoft.com/office/drawing/2014/main" id="{34625C49-A6CD-4D48-AD51-151DB249CC11}"/>
              </a:ext>
            </a:extLst>
          </p:cNvPr>
          <p:cNvSpPr>
            <a:spLocks xmlns:a="http://schemas.openxmlformats.org/drawingml/2006/main" noGrp="1"/>
          </p:cNvSpPr>
          <p:nvPr/>
        </p:nvSpPr>
        <p:spPr>
          <a:xfrm xmlns:a="http://schemas.openxmlformats.org/drawingml/2006/main">
            <a:off x="17145000" y="4448175"/>
            <a:ext cx="428625" cy="1724025"/>
          </a:xfrm>
          <a:custGeom xmlns:a="http://schemas.openxmlformats.org/drawingml/2006/main">
            <a:pathLst>
              <a:path w="428625" h="1724025">
                <a:moveTo>
                  <a:pt x="0" y="0"/>
                </a:moveTo>
                <a:lnTo>
                  <a:pt x="428625" y="0"/>
                </a:lnTo>
                <a:lnTo>
                  <a:pt x="428625" y="1724025"/>
                </a:lnTo>
                <a:lnTo>
                  <a:pt x="0" y="1724025"/>
                </a:lnTo>
              </a:path>
            </a:pathLst>
          </a:custGeom>
          <a:noFill xmlns:a="http://schemas.openxmlformats.org/drawingml/2006/main"/>
          <a:ln xmlns:a="http://schemas.openxmlformats.org/drawingml/2006/main" w="10478">
            <a:solidFill>
              <a:srgbClr val="B8753F"/>
            </a:solidFill>
            <a:prstDash val="solid"/>
          </a:ln>
        </p:spPr>
      </p:sp>
      <p:sp>
        <p:nvSpPr>
          <p:cNvPr id="218" name="dp41-comparison / n190 / arrow">
            <a:extLst xmlns:a="http://schemas.openxmlformats.org/drawingml/2006/main">
              <a:ext uri="{FF2B5EF4-FFF2-40B4-BE49-F238E27FC236}">
                <a16:creationId xmlns:a16="http://schemas.microsoft.com/office/drawing/2014/main" id="{AC131683-B0DE-4147-899C-6DB42C0DC693}"/>
              </a:ext>
            </a:extLst>
          </p:cNvPr>
          <p:cNvSpPr>
            <a:spLocks xmlns:a="http://schemas.openxmlformats.org/drawingml/2006/main" noGrp="1"/>
          </p:cNvSpPr>
          <p:nvPr/>
        </p:nvSpPr>
        <p:spPr>
          <a:xfrm xmlns:a="http://schemas.openxmlformats.org/drawingml/2006/main">
            <a:off x="17145000"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9" name="dp41-comparison / n195 / path">
            <a:extLst xmlns:a="http://schemas.openxmlformats.org/drawingml/2006/main">
              <a:ext uri="{FF2B5EF4-FFF2-40B4-BE49-F238E27FC236}">
                <a16:creationId xmlns:a16="http://schemas.microsoft.com/office/drawing/2014/main" id="{276DA3F2-3C1F-4AB5-AEDC-A5FE56FF67EE}"/>
              </a:ext>
            </a:extLst>
          </p:cNvPr>
          <p:cNvSpPr>
            <a:spLocks xmlns:a="http://schemas.openxmlformats.org/drawingml/2006/main" noGrp="1"/>
          </p:cNvSpPr>
          <p:nvPr/>
        </p:nvSpPr>
        <p:spPr>
          <a:xfrm xmlns:a="http://schemas.openxmlformats.org/drawingml/2006/main">
            <a:off x="12573000" y="5167313"/>
            <a:ext cx="2524125" cy="1281113"/>
          </a:xfrm>
          <a:custGeom xmlns:a="http://schemas.openxmlformats.org/drawingml/2006/main">
            <a:pathLst>
              <a:path w="2524125" h="1281113">
                <a:moveTo>
                  <a:pt x="2524125" y="1004888"/>
                </a:moveTo>
                <a:lnTo>
                  <a:pt x="2362200" y="1004888"/>
                </a:lnTo>
                <a:lnTo>
                  <a:pt x="2362200" y="1281113"/>
                </a:lnTo>
                <a:lnTo>
                  <a:pt x="0" y="1281113"/>
                </a:lnTo>
                <a:lnTo>
                  <a:pt x="0" y="0"/>
                </a:lnTo>
                <a:lnTo>
                  <a:pt x="476250" y="0"/>
                </a:lnTo>
              </a:path>
            </a:pathLst>
          </a:custGeom>
          <a:noFill xmlns:a="http://schemas.openxmlformats.org/drawingml/2006/main"/>
          <a:ln xmlns:a="http://schemas.openxmlformats.org/drawingml/2006/main" w="10478">
            <a:solidFill>
              <a:srgbClr val="B8753F"/>
            </a:solidFill>
            <a:prstDash val="dash"/>
          </a:ln>
        </p:spPr>
      </p:sp>
      <p:sp>
        <p:nvSpPr>
          <p:cNvPr id="220" name="dp41-comparison / n195 / arrow">
            <a:extLst xmlns:a="http://schemas.openxmlformats.org/drawingml/2006/main">
              <a:ext uri="{FF2B5EF4-FFF2-40B4-BE49-F238E27FC236}">
                <a16:creationId xmlns:a16="http://schemas.microsoft.com/office/drawing/2014/main" id="{57D64A3A-A7C8-4667-ACFC-AA3C5D4E3F2B}"/>
              </a:ext>
            </a:extLst>
          </p:cNvPr>
          <p:cNvSpPr>
            <a:spLocks xmlns:a="http://schemas.openxmlformats.org/drawingml/2006/main" noGrp="1"/>
          </p:cNvSpPr>
          <p:nvPr/>
        </p:nvSpPr>
        <p:spPr>
          <a:xfrm xmlns:a="http://schemas.openxmlformats.org/drawingml/2006/main">
            <a:off x="12982194" y="51337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1" name="dp41-comparison / n196 / text 1">
            <a:extLst xmlns:a="http://schemas.openxmlformats.org/drawingml/2006/main">
              <a:ext uri="{FF2B5EF4-FFF2-40B4-BE49-F238E27FC236}">
                <a16:creationId xmlns:a16="http://schemas.microsoft.com/office/drawing/2014/main" id="{1E74DBAE-DEE0-4451-9C48-ED0289604B69}"/>
              </a:ext>
            </a:extLst>
          </p:cNvPr>
          <p:cNvSpPr>
            <a:spLocks xmlns:a="http://schemas.openxmlformats.org/drawingml/2006/main" noGrp="1"/>
          </p:cNvSpPr>
          <p:nvPr/>
        </p:nvSpPr>
        <p:spPr>
          <a:xfrm xmlns:a="http://schemas.openxmlformats.org/drawingml/2006/main">
            <a:off x="15097125" y="6362700"/>
            <a:ext cx="2333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③ 조회 결과를 해결 상태에 반영</a:t>
            </a:r>
          </a:p>
        </p:txBody>
      </p:sp>
      <p:sp>
        <p:nvSpPr>
          <p:cNvPr id="222" name="dp41-comparison / n197 / path">
            <a:extLst xmlns:a="http://schemas.openxmlformats.org/drawingml/2006/main">
              <a:ext uri="{FF2B5EF4-FFF2-40B4-BE49-F238E27FC236}">
                <a16:creationId xmlns:a16="http://schemas.microsoft.com/office/drawing/2014/main" id="{F36F4548-B153-4E83-A027-BB4B10A9BFE0}"/>
              </a:ext>
            </a:extLst>
          </p:cNvPr>
          <p:cNvSpPr>
            <a:spLocks xmlns:a="http://schemas.openxmlformats.org/drawingml/2006/main" noGrp="1"/>
          </p:cNvSpPr>
          <p:nvPr/>
        </p:nvSpPr>
        <p:spPr>
          <a:xfrm xmlns:a="http://schemas.openxmlformats.org/drawingml/2006/main">
            <a:off x="13716000" y="4610100"/>
            <a:ext cx="953" cy="304800"/>
          </a:xfrm>
          <a:custGeom xmlns:a="http://schemas.openxmlformats.org/drawingml/2006/main">
            <a:pathLst>
              <a:path w="953" h="304800">
                <a:moveTo>
                  <a:pt x="0" y="0"/>
                </a:moveTo>
                <a:lnTo>
                  <a:pt x="0" y="304800"/>
                </a:lnTo>
              </a:path>
            </a:pathLst>
          </a:custGeom>
          <a:noFill xmlns:a="http://schemas.openxmlformats.org/drawingml/2006/main"/>
          <a:ln xmlns:a="http://schemas.openxmlformats.org/drawingml/2006/main" w="10478">
            <a:solidFill>
              <a:srgbClr val="B8753F"/>
            </a:solidFill>
            <a:prstDash val="solid"/>
          </a:ln>
        </p:spPr>
      </p:sp>
      <p:sp>
        <p:nvSpPr>
          <p:cNvPr id="223" name="dp41-comparison / n197 / arrow">
            <a:extLst xmlns:a="http://schemas.openxmlformats.org/drawingml/2006/main">
              <a:ext uri="{FF2B5EF4-FFF2-40B4-BE49-F238E27FC236}">
                <a16:creationId xmlns:a16="http://schemas.microsoft.com/office/drawing/2014/main" id="{D69BF9E3-C965-443C-BEF6-8A49B5C8FFBD}"/>
              </a:ext>
            </a:extLst>
          </p:cNvPr>
          <p:cNvSpPr>
            <a:spLocks xmlns:a="http://schemas.openxmlformats.org/drawingml/2006/main" noGrp="1"/>
          </p:cNvSpPr>
          <p:nvPr/>
        </p:nvSpPr>
        <p:spPr>
          <a:xfrm xmlns:a="http://schemas.openxmlformats.org/drawingml/2006/main">
            <a:off x="13682472" y="4847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4" name="dp41-comparison / n198 / path">
            <a:extLst xmlns:a="http://schemas.openxmlformats.org/drawingml/2006/main">
              <a:ext uri="{FF2B5EF4-FFF2-40B4-BE49-F238E27FC236}">
                <a16:creationId xmlns:a16="http://schemas.microsoft.com/office/drawing/2014/main" id="{FD868A5D-500D-42C7-8F1C-ADD8C6664AC2}"/>
              </a:ext>
            </a:extLst>
          </p:cNvPr>
          <p:cNvSpPr>
            <a:spLocks xmlns:a="http://schemas.openxmlformats.org/drawingml/2006/main" noGrp="1"/>
          </p:cNvSpPr>
          <p:nvPr/>
        </p:nvSpPr>
        <p:spPr>
          <a:xfrm xmlns:a="http://schemas.openxmlformats.org/drawingml/2006/main">
            <a:off x="14192250" y="4610100"/>
            <a:ext cx="953" cy="304800"/>
          </a:xfrm>
          <a:custGeom xmlns:a="http://schemas.openxmlformats.org/drawingml/2006/main">
            <a:pathLst>
              <a:path w="953" h="304800">
                <a:moveTo>
                  <a:pt x="0" y="304800"/>
                </a:moveTo>
                <a:lnTo>
                  <a:pt x="0" y="0"/>
                </a:lnTo>
              </a:path>
            </a:pathLst>
          </a:custGeom>
          <a:noFill xmlns:a="http://schemas.openxmlformats.org/drawingml/2006/main"/>
          <a:ln xmlns:a="http://schemas.openxmlformats.org/drawingml/2006/main" w="10478">
            <a:solidFill>
              <a:srgbClr val="B8753F"/>
            </a:solidFill>
            <a:prstDash val="solid"/>
          </a:ln>
        </p:spPr>
      </p:sp>
      <p:sp>
        <p:nvSpPr>
          <p:cNvPr id="225" name="dp41-comparison / n198 / arrow">
            <a:extLst xmlns:a="http://schemas.openxmlformats.org/drawingml/2006/main">
              <a:ext uri="{FF2B5EF4-FFF2-40B4-BE49-F238E27FC236}">
                <a16:creationId xmlns:a16="http://schemas.microsoft.com/office/drawing/2014/main" id="{90AA2258-3889-4E48-93B3-F162855936BF}"/>
              </a:ext>
            </a:extLst>
          </p:cNvPr>
          <p:cNvSpPr>
            <a:spLocks xmlns:a="http://schemas.openxmlformats.org/drawingml/2006/main" noGrp="1"/>
          </p:cNvSpPr>
          <p:nvPr/>
        </p:nvSpPr>
        <p:spPr>
          <a:xfrm xmlns:a="http://schemas.openxmlformats.org/drawingml/2006/main">
            <a:off x="14158722" y="4610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26" name="dp41-comparison / n201 / path">
            <a:extLst xmlns:a="http://schemas.openxmlformats.org/drawingml/2006/main">
              <a:ext uri="{FF2B5EF4-FFF2-40B4-BE49-F238E27FC236}">
                <a16:creationId xmlns:a16="http://schemas.microsoft.com/office/drawing/2014/main" id="{D8E25140-4782-4E17-81EC-FD62D534C235}"/>
              </a:ext>
            </a:extLst>
          </p:cNvPr>
          <p:cNvSpPr>
            <a:spLocks xmlns:a="http://schemas.openxmlformats.org/drawingml/2006/main" noGrp="1"/>
          </p:cNvSpPr>
          <p:nvPr/>
        </p:nvSpPr>
        <p:spPr>
          <a:xfrm xmlns:a="http://schemas.openxmlformats.org/drawingml/2006/main">
            <a:off x="14859000" y="5167313"/>
            <a:ext cx="238125" cy="166688"/>
          </a:xfrm>
          <a:custGeom xmlns:a="http://schemas.openxmlformats.org/drawingml/2006/main">
            <a:pathLst>
              <a:path w="238125" h="166688">
                <a:moveTo>
                  <a:pt x="0" y="0"/>
                </a:moveTo>
                <a:lnTo>
                  <a:pt x="114300" y="0"/>
                </a:lnTo>
                <a:lnTo>
                  <a:pt x="114300" y="166688"/>
                </a:lnTo>
                <a:lnTo>
                  <a:pt x="238125" y="166688"/>
                </a:lnTo>
              </a:path>
            </a:pathLst>
          </a:custGeom>
          <a:noFill xmlns:a="http://schemas.openxmlformats.org/drawingml/2006/main"/>
          <a:ln xmlns:a="http://schemas.openxmlformats.org/drawingml/2006/main" w="10478">
            <a:solidFill>
              <a:srgbClr val="B8753F"/>
            </a:solidFill>
            <a:prstDash val="solid"/>
          </a:ln>
        </p:spPr>
      </p:sp>
      <p:sp>
        <p:nvSpPr>
          <p:cNvPr id="227" name="dp41-comparison / n201 / arrow">
            <a:extLst xmlns:a="http://schemas.openxmlformats.org/drawingml/2006/main">
              <a:ext uri="{FF2B5EF4-FFF2-40B4-BE49-F238E27FC236}">
                <a16:creationId xmlns:a16="http://schemas.microsoft.com/office/drawing/2014/main" id="{2E1B8FD5-3D46-4385-B468-611781882607}"/>
              </a:ext>
            </a:extLst>
          </p:cNvPr>
          <p:cNvSpPr>
            <a:spLocks xmlns:a="http://schemas.openxmlformats.org/drawingml/2006/main" noGrp="1"/>
          </p:cNvSpPr>
          <p:nvPr/>
        </p:nvSpPr>
        <p:spPr>
          <a:xfrm xmlns:a="http://schemas.openxmlformats.org/drawingml/2006/main">
            <a:off x="15030069" y="53004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8" name="dp41-comparison / n204 / path">
            <a:extLst xmlns:a="http://schemas.openxmlformats.org/drawingml/2006/main">
              <a:ext uri="{FF2B5EF4-FFF2-40B4-BE49-F238E27FC236}">
                <a16:creationId xmlns:a16="http://schemas.microsoft.com/office/drawing/2014/main" id="{4502DD10-6E7A-4E3F-816D-F868AEA61DB9}"/>
              </a:ext>
            </a:extLst>
          </p:cNvPr>
          <p:cNvSpPr>
            <a:spLocks xmlns:a="http://schemas.openxmlformats.org/drawingml/2006/main" noGrp="1"/>
          </p:cNvSpPr>
          <p:nvPr/>
        </p:nvSpPr>
        <p:spPr>
          <a:xfrm xmlns:a="http://schemas.openxmlformats.org/drawingml/2006/main">
            <a:off x="13739813" y="5495925"/>
            <a:ext cx="2381250" cy="523875"/>
          </a:xfrm>
          <a:custGeom xmlns:a="http://schemas.openxmlformats.org/drawingml/2006/main">
            <a:pathLst>
              <a:path w="2381250" h="523875">
                <a:moveTo>
                  <a:pt x="2381250" y="0"/>
                </a:moveTo>
                <a:lnTo>
                  <a:pt x="2381250" y="428625"/>
                </a:lnTo>
                <a:lnTo>
                  <a:pt x="0" y="428625"/>
                </a:lnTo>
                <a:lnTo>
                  <a:pt x="0" y="523875"/>
                </a:lnTo>
              </a:path>
            </a:pathLst>
          </a:custGeom>
          <a:noFill xmlns:a="http://schemas.openxmlformats.org/drawingml/2006/main"/>
          <a:ln xmlns:a="http://schemas.openxmlformats.org/drawingml/2006/main" w="10478">
            <a:solidFill>
              <a:srgbClr val="B8753F"/>
            </a:solidFill>
            <a:prstDash val="solid"/>
          </a:ln>
        </p:spPr>
      </p:sp>
      <p:sp>
        <p:nvSpPr>
          <p:cNvPr id="229" name="dp41-comparison / n204 / arrow">
            <a:extLst xmlns:a="http://schemas.openxmlformats.org/drawingml/2006/main">
              <a:ext uri="{FF2B5EF4-FFF2-40B4-BE49-F238E27FC236}">
                <a16:creationId xmlns:a16="http://schemas.microsoft.com/office/drawing/2014/main" id="{F85A848F-863E-43CA-923D-343EFB72F541}"/>
              </a:ext>
            </a:extLst>
          </p:cNvPr>
          <p:cNvSpPr>
            <a:spLocks xmlns:a="http://schemas.openxmlformats.org/drawingml/2006/main" noGrp="1"/>
          </p:cNvSpPr>
          <p:nvPr/>
        </p:nvSpPr>
        <p:spPr>
          <a:xfrm xmlns:a="http://schemas.openxmlformats.org/drawingml/2006/main">
            <a:off x="13706285"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30" name="dp41-comparison / n207 / path">
            <a:extLst xmlns:a="http://schemas.openxmlformats.org/drawingml/2006/main">
              <a:ext uri="{FF2B5EF4-FFF2-40B4-BE49-F238E27FC236}">
                <a16:creationId xmlns:a16="http://schemas.microsoft.com/office/drawing/2014/main" id="{3A535FB7-A10C-4597-9A69-D4FED3E93F14}"/>
              </a:ext>
            </a:extLst>
          </p:cNvPr>
          <p:cNvSpPr>
            <a:spLocks xmlns:a="http://schemas.openxmlformats.org/drawingml/2006/main" noGrp="1"/>
          </p:cNvSpPr>
          <p:nvPr/>
        </p:nvSpPr>
        <p:spPr>
          <a:xfrm xmlns:a="http://schemas.openxmlformats.org/drawingml/2006/main">
            <a:off x="12287250" y="3857625"/>
            <a:ext cx="5219700" cy="590550"/>
          </a:xfrm>
          <a:custGeom xmlns:a="http://schemas.openxmlformats.org/drawingml/2006/main">
            <a:pathLst>
              <a:path w="5219700" h="590550">
                <a:moveTo>
                  <a:pt x="4857750" y="590550"/>
                </a:moveTo>
                <a:lnTo>
                  <a:pt x="5219700" y="590550"/>
                </a:lnTo>
                <a:lnTo>
                  <a:pt x="5219700" y="0"/>
                </a:lnTo>
                <a:lnTo>
                  <a:pt x="190500" y="0"/>
                </a:lnTo>
                <a:lnTo>
                  <a:pt x="190500" y="447675"/>
                </a:lnTo>
                <a:lnTo>
                  <a:pt x="0" y="447675"/>
                </a:lnTo>
              </a:path>
            </a:pathLst>
          </a:custGeom>
          <a:noFill xmlns:a="http://schemas.openxmlformats.org/drawingml/2006/main"/>
          <a:ln xmlns:a="http://schemas.openxmlformats.org/drawingml/2006/main" w="10478">
            <a:solidFill>
              <a:srgbClr val="000000"/>
            </a:solidFill>
            <a:prstDash val="solid"/>
          </a:ln>
        </p:spPr>
      </p:sp>
      <p:sp>
        <p:nvSpPr>
          <p:cNvPr id="231" name="dp41-comparison / n207 / arrow">
            <a:extLst xmlns:a="http://schemas.openxmlformats.org/drawingml/2006/main">
              <a:ext uri="{FF2B5EF4-FFF2-40B4-BE49-F238E27FC236}">
                <a16:creationId xmlns:a16="http://schemas.microsoft.com/office/drawing/2014/main" id="{D5A7BF88-CCDB-4F96-ADBB-9733C59B021A}"/>
              </a:ext>
            </a:extLst>
          </p:cNvPr>
          <p:cNvSpPr>
            <a:spLocks xmlns:a="http://schemas.openxmlformats.org/drawingml/2006/main" noGrp="1"/>
          </p:cNvSpPr>
          <p:nvPr/>
        </p:nvSpPr>
        <p:spPr>
          <a:xfrm xmlns:a="http://schemas.openxmlformats.org/drawingml/2006/main">
            <a:off x="12287250" y="42717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32" name="dp41-comparison / n216 / path">
            <a:extLst xmlns:a="http://schemas.openxmlformats.org/drawingml/2006/main">
              <a:ext uri="{FF2B5EF4-FFF2-40B4-BE49-F238E27FC236}">
                <a16:creationId xmlns:a16="http://schemas.microsoft.com/office/drawing/2014/main" id="{661BCBD3-8906-4150-A945-DBE01D6135B6}"/>
              </a:ext>
            </a:extLst>
          </p:cNvPr>
          <p:cNvSpPr>
            <a:spLocks xmlns:a="http://schemas.openxmlformats.org/drawingml/2006/main" noGrp="1"/>
          </p:cNvSpPr>
          <p:nvPr/>
        </p:nvSpPr>
        <p:spPr>
          <a:xfrm xmlns:a="http://schemas.openxmlformats.org/drawingml/2006/main">
            <a:off x="12168188" y="2743200"/>
            <a:ext cx="5472113" cy="1276350"/>
          </a:xfrm>
          <a:custGeom xmlns:a="http://schemas.openxmlformats.org/drawingml/2006/main">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233" name="dp41-comparison / n216 / arrow">
            <a:extLst xmlns:a="http://schemas.openxmlformats.org/drawingml/2006/main">
              <a:ext uri="{FF2B5EF4-FFF2-40B4-BE49-F238E27FC236}">
                <a16:creationId xmlns:a16="http://schemas.microsoft.com/office/drawing/2014/main" id="{26FE966C-956F-44EC-94C9-6F1732FD98E9}"/>
              </a:ext>
            </a:extLst>
          </p:cNvPr>
          <p:cNvSpPr>
            <a:spLocks xmlns:a="http://schemas.openxmlformats.org/drawingml/2006/main" noGrp="1"/>
          </p:cNvSpPr>
          <p:nvPr/>
        </p:nvSpPr>
        <p:spPr>
          <a:xfrm xmlns:a="http://schemas.openxmlformats.org/drawingml/2006/main">
            <a:off x="121346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4" name="dp41-comparison / n217">
            <a:extLst xmlns:a="http://schemas.openxmlformats.org/drawingml/2006/main">
              <a:ext uri="{FF2B5EF4-FFF2-40B4-BE49-F238E27FC236}">
                <a16:creationId xmlns:a16="http://schemas.microsoft.com/office/drawing/2014/main" id="{3D9DCF0C-5246-4934-8FBA-504F68AECF1C}"/>
              </a:ext>
            </a:extLst>
          </p:cNvPr>
          <p:cNvSpPr>
            <a:spLocks xmlns:a="http://schemas.openxmlformats.org/drawingml/2006/main" noGrp="1"/>
          </p:cNvSpPr>
          <p:nvPr/>
        </p:nvSpPr>
        <p:spPr>
          <a:xfrm xmlns:a="http://schemas.openxmlformats.org/drawingml/2006/main">
            <a:off x="1264920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1-comparison / n218 / text 1">
            <a:extLst xmlns:a="http://schemas.openxmlformats.org/drawingml/2006/main">
              <a:ext uri="{FF2B5EF4-FFF2-40B4-BE49-F238E27FC236}">
                <a16:creationId xmlns:a16="http://schemas.microsoft.com/office/drawing/2014/main" id="{DA4A5A53-02EA-4436-9BC4-1EFA7AE2C86A}"/>
              </a:ext>
            </a:extLst>
          </p:cNvPr>
          <p:cNvSpPr>
            <a:spLocks xmlns:a="http://schemas.openxmlformats.org/drawingml/2006/main" noGrp="1"/>
          </p:cNvSpPr>
          <p:nvPr/>
        </p:nvSpPr>
        <p:spPr>
          <a:xfrm xmlns:a="http://schemas.openxmlformats.org/drawingml/2006/main">
            <a:off x="1273492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236" name="dp41-comparison / n219 / path">
            <a:extLst xmlns:a="http://schemas.openxmlformats.org/drawingml/2006/main">
              <a:ext uri="{FF2B5EF4-FFF2-40B4-BE49-F238E27FC236}">
                <a16:creationId xmlns:a16="http://schemas.microsoft.com/office/drawing/2014/main" id="{62B72B2E-4563-4CF5-8CC6-8D7B0E7EA04E}"/>
              </a:ext>
            </a:extLst>
          </p:cNvPr>
          <p:cNvSpPr>
            <a:spLocks xmlns:a="http://schemas.openxmlformats.org/drawingml/2006/main" noGrp="1"/>
          </p:cNvSpPr>
          <p:nvPr/>
        </p:nvSpPr>
        <p:spPr>
          <a:xfrm xmlns:a="http://schemas.openxmlformats.org/drawingml/2006/main">
            <a:off x="13744575" y="6105525"/>
            <a:ext cx="4010025" cy="542925"/>
          </a:xfrm>
          <a:custGeom xmlns:a="http://schemas.openxmlformats.org/drawingml/2006/main">
            <a:pathLst>
              <a:path w="4010025" h="542925">
                <a:moveTo>
                  <a:pt x="3400425" y="0"/>
                </a:moveTo>
                <a:lnTo>
                  <a:pt x="4010025" y="0"/>
                </a:lnTo>
                <a:lnTo>
                  <a:pt x="4010025"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37" name="dp41-comparison / n219 / arrow">
            <a:extLst xmlns:a="http://schemas.openxmlformats.org/drawingml/2006/main">
              <a:ext uri="{FF2B5EF4-FFF2-40B4-BE49-F238E27FC236}">
                <a16:creationId xmlns:a16="http://schemas.microsoft.com/office/drawing/2014/main" id="{99A11440-F007-4084-8977-222BF897727B}"/>
              </a:ext>
            </a:extLst>
          </p:cNvPr>
          <p:cNvSpPr>
            <a:spLocks xmlns:a="http://schemas.openxmlformats.org/drawingml/2006/main" noGrp="1"/>
          </p:cNvSpPr>
          <p:nvPr/>
        </p:nvSpPr>
        <p:spPr>
          <a:xfrm xmlns:a="http://schemas.openxmlformats.org/drawingml/2006/main">
            <a:off x="1371104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8" name="dp41-comparison / n220 / path">
            <a:extLst xmlns:a="http://schemas.openxmlformats.org/drawingml/2006/main">
              <a:ext uri="{FF2B5EF4-FFF2-40B4-BE49-F238E27FC236}">
                <a16:creationId xmlns:a16="http://schemas.microsoft.com/office/drawing/2014/main" id="{29AC7DAD-0790-4709-A7DE-74B394B1AC84}"/>
              </a:ext>
            </a:extLst>
          </p:cNvPr>
          <p:cNvSpPr>
            <a:spLocks xmlns:a="http://schemas.openxmlformats.org/drawingml/2006/main" noGrp="1"/>
          </p:cNvSpPr>
          <p:nvPr/>
        </p:nvSpPr>
        <p:spPr>
          <a:xfrm xmlns:a="http://schemas.openxmlformats.org/drawingml/2006/main">
            <a:off x="13830300" y="6248400"/>
            <a:ext cx="3848100" cy="400050"/>
          </a:xfrm>
          <a:custGeom xmlns:a="http://schemas.openxmlformats.org/drawingml/2006/main">
            <a:pathLst>
              <a:path w="3848100" h="400050">
                <a:moveTo>
                  <a:pt x="0" y="400050"/>
                </a:moveTo>
                <a:lnTo>
                  <a:pt x="0" y="342900"/>
                </a:lnTo>
                <a:lnTo>
                  <a:pt x="3848100" y="342900"/>
                </a:lnTo>
                <a:lnTo>
                  <a:pt x="3848100" y="0"/>
                </a:lnTo>
                <a:lnTo>
                  <a:pt x="3314700" y="0"/>
                </a:lnTo>
              </a:path>
            </a:pathLst>
          </a:custGeom>
          <a:noFill xmlns:a="http://schemas.openxmlformats.org/drawingml/2006/main"/>
          <a:ln xmlns:a="http://schemas.openxmlformats.org/drawingml/2006/main" w="10478">
            <a:solidFill>
              <a:srgbClr val="000000"/>
            </a:solidFill>
            <a:prstDash val="dash"/>
          </a:ln>
        </p:spPr>
      </p:sp>
      <p:sp>
        <p:nvSpPr>
          <p:cNvPr id="239" name="dp41-comparison / n220 / arrow">
            <a:extLst xmlns:a="http://schemas.openxmlformats.org/drawingml/2006/main">
              <a:ext uri="{FF2B5EF4-FFF2-40B4-BE49-F238E27FC236}">
                <a16:creationId xmlns:a16="http://schemas.microsoft.com/office/drawing/2014/main" id="{FCA9F086-D60D-4DF8-9EF0-74E4E6279F76}"/>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0" name="dp41-comparison / n221">
            <a:extLst xmlns:a="http://schemas.openxmlformats.org/drawingml/2006/main">
              <a:ext uri="{FF2B5EF4-FFF2-40B4-BE49-F238E27FC236}">
                <a16:creationId xmlns:a16="http://schemas.microsoft.com/office/drawing/2014/main" id="{4C48A42D-8663-4984-8366-AEB72B5BEBB0}"/>
              </a:ext>
            </a:extLst>
          </p:cNvPr>
          <p:cNvSpPr>
            <a:spLocks xmlns:a="http://schemas.openxmlformats.org/drawingml/2006/main" noGrp="1"/>
          </p:cNvSpPr>
          <p:nvPr/>
        </p:nvSpPr>
        <p:spPr>
          <a:xfrm xmlns:a="http://schemas.openxmlformats.org/drawingml/2006/main">
            <a:off x="1538287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1" name="dp41-comparison / n222 / text 1">
            <a:extLst xmlns:a="http://schemas.openxmlformats.org/drawingml/2006/main">
              <a:ext uri="{FF2B5EF4-FFF2-40B4-BE49-F238E27FC236}">
                <a16:creationId xmlns:a16="http://schemas.microsoft.com/office/drawing/2014/main" id="{DB67D77D-083C-49B6-B47F-A5CEAFC4FFFA}"/>
              </a:ext>
            </a:extLst>
          </p:cNvPr>
          <p:cNvSpPr>
            <a:spLocks xmlns:a="http://schemas.openxmlformats.org/drawingml/2006/main" noGrp="1"/>
          </p:cNvSpPr>
          <p:nvPr/>
        </p:nvSpPr>
        <p:spPr>
          <a:xfrm xmlns:a="http://schemas.openxmlformats.org/drawingml/2006/main">
            <a:off x="1546860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242" name="dp41-comparison / n223 / path">
            <a:extLst xmlns:a="http://schemas.openxmlformats.org/drawingml/2006/main">
              <a:ext uri="{FF2B5EF4-FFF2-40B4-BE49-F238E27FC236}">
                <a16:creationId xmlns:a16="http://schemas.microsoft.com/office/drawing/2014/main" id="{A187C130-70CD-4EC7-A802-CF132FA09A6C}"/>
              </a:ext>
            </a:extLst>
          </p:cNvPr>
          <p:cNvSpPr>
            <a:spLocks xmlns:a="http://schemas.openxmlformats.org/drawingml/2006/main" noGrp="1"/>
          </p:cNvSpPr>
          <p:nvPr/>
        </p:nvSpPr>
        <p:spPr>
          <a:xfrm xmlns:a="http://schemas.openxmlformats.org/drawingml/2006/main">
            <a:off x="16478250" y="6105525"/>
            <a:ext cx="1276350" cy="542925"/>
          </a:xfrm>
          <a:custGeom xmlns:a="http://schemas.openxmlformats.org/drawingml/2006/main">
            <a:pathLst>
              <a:path w="1276350" h="542925">
                <a:moveTo>
                  <a:pt x="666750" y="0"/>
                </a:moveTo>
                <a:lnTo>
                  <a:pt x="1276350" y="0"/>
                </a:lnTo>
                <a:lnTo>
                  <a:pt x="1276350"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43" name="dp41-comparison / n223 / arrow">
            <a:extLst xmlns:a="http://schemas.openxmlformats.org/drawingml/2006/main">
              <a:ext uri="{FF2B5EF4-FFF2-40B4-BE49-F238E27FC236}">
                <a16:creationId xmlns:a16="http://schemas.microsoft.com/office/drawing/2014/main" id="{4CB4E792-5968-4512-AE29-F6D4B6891710}"/>
              </a:ext>
            </a:extLst>
          </p:cNvPr>
          <p:cNvSpPr>
            <a:spLocks xmlns:a="http://schemas.openxmlformats.org/drawingml/2006/main" noGrp="1"/>
          </p:cNvSpPr>
          <p:nvPr/>
        </p:nvSpPr>
        <p:spPr>
          <a:xfrm xmlns:a="http://schemas.openxmlformats.org/drawingml/2006/main">
            <a:off x="1644472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44" name="dp41-comparison / n224 / path">
            <a:extLst xmlns:a="http://schemas.openxmlformats.org/drawingml/2006/main">
              <a:ext uri="{FF2B5EF4-FFF2-40B4-BE49-F238E27FC236}">
                <a16:creationId xmlns:a16="http://schemas.microsoft.com/office/drawing/2014/main" id="{B6730A7E-14AA-4EAD-932E-B24A2F36E5E7}"/>
              </a:ext>
            </a:extLst>
          </p:cNvPr>
          <p:cNvSpPr>
            <a:spLocks xmlns:a="http://schemas.openxmlformats.org/drawingml/2006/main" noGrp="1"/>
          </p:cNvSpPr>
          <p:nvPr/>
        </p:nvSpPr>
        <p:spPr>
          <a:xfrm xmlns:a="http://schemas.openxmlformats.org/drawingml/2006/main">
            <a:off x="16563975" y="6248400"/>
            <a:ext cx="1114425" cy="400050"/>
          </a:xfrm>
          <a:custGeom xmlns:a="http://schemas.openxmlformats.org/drawingml/2006/main">
            <a:pathLst>
              <a:path w="1114425" h="400050">
                <a:moveTo>
                  <a:pt x="0" y="400050"/>
                </a:moveTo>
                <a:lnTo>
                  <a:pt x="0" y="342900"/>
                </a:lnTo>
                <a:lnTo>
                  <a:pt x="1114425" y="342900"/>
                </a:lnTo>
                <a:lnTo>
                  <a:pt x="1114425" y="0"/>
                </a:lnTo>
                <a:lnTo>
                  <a:pt x="581025" y="0"/>
                </a:lnTo>
              </a:path>
            </a:pathLst>
          </a:custGeom>
          <a:noFill xmlns:a="http://schemas.openxmlformats.org/drawingml/2006/main"/>
          <a:ln xmlns:a="http://schemas.openxmlformats.org/drawingml/2006/main" w="10478">
            <a:solidFill>
              <a:srgbClr val="000000"/>
            </a:solidFill>
            <a:prstDash val="dash"/>
          </a:ln>
        </p:spPr>
      </p:sp>
      <p:sp>
        <p:nvSpPr>
          <p:cNvPr id="245" name="dp41-comparison / n224 / arrow">
            <a:extLst xmlns:a="http://schemas.openxmlformats.org/drawingml/2006/main">
              <a:ext uri="{FF2B5EF4-FFF2-40B4-BE49-F238E27FC236}">
                <a16:creationId xmlns:a16="http://schemas.microsoft.com/office/drawing/2014/main" id="{A3CFD3A8-818F-4C8D-81C0-9F0917DE86B2}"/>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6" name="dp41-comparison / n227 / path">
            <a:extLst xmlns:a="http://schemas.openxmlformats.org/drawingml/2006/main">
              <a:ext uri="{FF2B5EF4-FFF2-40B4-BE49-F238E27FC236}">
                <a16:creationId xmlns:a16="http://schemas.microsoft.com/office/drawing/2014/main" id="{2D9FE99B-A878-4894-8D83-FF7C4D508294}"/>
              </a:ext>
            </a:extLst>
          </p:cNvPr>
          <p:cNvSpPr>
            <a:spLocks xmlns:a="http://schemas.openxmlformats.org/drawingml/2006/main" noGrp="1"/>
          </p:cNvSpPr>
          <p:nvPr/>
        </p:nvSpPr>
        <p:spPr>
          <a:xfrm xmlns:a="http://schemas.openxmlformats.org/drawingml/2006/main">
            <a:off x="976312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247" name="dp41-comparison / n230">
            <a:extLst xmlns:a="http://schemas.openxmlformats.org/drawingml/2006/main">
              <a:ext uri="{FF2B5EF4-FFF2-40B4-BE49-F238E27FC236}">
                <a16:creationId xmlns:a16="http://schemas.microsoft.com/office/drawing/2014/main" id="{3367DBC4-3CCC-42AE-B4DF-7946AC92940A}"/>
              </a:ext>
            </a:extLst>
          </p:cNvPr>
          <p:cNvSpPr>
            <a:spLocks xmlns:a="http://schemas.openxmlformats.org/drawingml/2006/main" noGrp="1"/>
          </p:cNvSpPr>
          <p:nvPr/>
        </p:nvSpPr>
        <p:spPr>
          <a:xfrm xmlns:a="http://schemas.openxmlformats.org/drawingml/2006/main">
            <a:off x="9858375" y="7362825"/>
            <a:ext cx="1619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1-comparison / n231 / text 1">
            <a:extLst xmlns:a="http://schemas.openxmlformats.org/drawingml/2006/main">
              <a:ext uri="{FF2B5EF4-FFF2-40B4-BE49-F238E27FC236}">
                <a16:creationId xmlns:a16="http://schemas.microsoft.com/office/drawing/2014/main" id="{827C0F7E-6D43-4984-A52A-3F942A8DA582}"/>
              </a:ext>
            </a:extLst>
          </p:cNvPr>
          <p:cNvSpPr>
            <a:spLocks xmlns:a="http://schemas.openxmlformats.org/drawingml/2006/main" noGrp="1"/>
          </p:cNvSpPr>
          <p:nvPr/>
        </p:nvSpPr>
        <p:spPr>
          <a:xfrm xmlns:a="http://schemas.openxmlformats.org/drawingml/2006/main">
            <a:off x="9944100" y="74033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RequestFrame</a:t>
            </a:r>
          </a:p>
        </p:txBody>
      </p:sp>
      <p:sp>
        <p:nvSpPr>
          <p:cNvPr id="249" name="dp41-comparison / n232">
            <a:extLst xmlns:a="http://schemas.openxmlformats.org/drawingml/2006/main">
              <a:ext uri="{FF2B5EF4-FFF2-40B4-BE49-F238E27FC236}">
                <a16:creationId xmlns:a16="http://schemas.microsoft.com/office/drawing/2014/main" id="{13F82E66-5501-42BF-9C31-8F521E824A9D}"/>
              </a:ext>
            </a:extLst>
          </p:cNvPr>
          <p:cNvSpPr>
            <a:spLocks xmlns:a="http://schemas.openxmlformats.org/drawingml/2006/main" noGrp="1"/>
          </p:cNvSpPr>
          <p:nvPr/>
        </p:nvSpPr>
        <p:spPr>
          <a:xfrm xmlns:a="http://schemas.openxmlformats.org/drawingml/2006/main">
            <a:off x="11906250" y="7362825"/>
            <a:ext cx="147637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0" name="dp41-comparison / n233 / text 1">
            <a:extLst xmlns:a="http://schemas.openxmlformats.org/drawingml/2006/main">
              <a:ext uri="{FF2B5EF4-FFF2-40B4-BE49-F238E27FC236}">
                <a16:creationId xmlns:a16="http://schemas.microsoft.com/office/drawing/2014/main" id="{F6636BE9-FDF3-4966-9635-67491C7EABB1}"/>
              </a:ext>
            </a:extLst>
          </p:cNvPr>
          <p:cNvSpPr>
            <a:spLocks xmlns:a="http://schemas.openxmlformats.org/drawingml/2006/main" noGrp="1"/>
          </p:cNvSpPr>
          <p:nvPr/>
        </p:nvSpPr>
        <p:spPr>
          <a:xfrm xmlns:a="http://schemas.openxmlformats.org/drawingml/2006/main">
            <a:off x="11991975" y="7403306"/>
            <a:ext cx="1304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항목 검사</a:t>
            </a:r>
          </a:p>
        </p:txBody>
      </p:sp>
      <p:sp>
        <p:nvSpPr>
          <p:cNvPr id="251" name="dp41-comparison / n234">
            <a:extLst xmlns:a="http://schemas.openxmlformats.org/drawingml/2006/main">
              <a:ext uri="{FF2B5EF4-FFF2-40B4-BE49-F238E27FC236}">
                <a16:creationId xmlns:a16="http://schemas.microsoft.com/office/drawing/2014/main" id="{544AD173-E075-4654-85DF-64198445135F}"/>
              </a:ext>
            </a:extLst>
          </p:cNvPr>
          <p:cNvSpPr>
            <a:spLocks xmlns:a="http://schemas.openxmlformats.org/drawingml/2006/main" noGrp="1"/>
          </p:cNvSpPr>
          <p:nvPr/>
        </p:nvSpPr>
        <p:spPr>
          <a:xfrm xmlns:a="http://schemas.openxmlformats.org/drawingml/2006/main">
            <a:off x="13811250" y="7296150"/>
            <a:ext cx="133350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252" name="dp41-comparison / n235 / text 1">
            <a:extLst xmlns:a="http://schemas.openxmlformats.org/drawingml/2006/main">
              <a:ext uri="{FF2B5EF4-FFF2-40B4-BE49-F238E27FC236}">
                <a16:creationId xmlns:a16="http://schemas.microsoft.com/office/drawing/2014/main" id="{10FB74D3-FC81-42BC-921B-652CEE71F284}"/>
              </a:ext>
            </a:extLst>
          </p:cNvPr>
          <p:cNvSpPr>
            <a:spLocks xmlns:a="http://schemas.openxmlformats.org/drawingml/2006/main" noGrp="1"/>
          </p:cNvSpPr>
          <p:nvPr/>
        </p:nvSpPr>
        <p:spPr>
          <a:xfrm xmlns:a="http://schemas.openxmlformats.org/drawingml/2006/main">
            <a:off x="13896975" y="7403306"/>
            <a:ext cx="1162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처리?</a:t>
            </a:r>
          </a:p>
        </p:txBody>
      </p:sp>
      <p:sp>
        <p:nvSpPr>
          <p:cNvPr id="253" name="dp41-comparison / n236">
            <a:extLst xmlns:a="http://schemas.openxmlformats.org/drawingml/2006/main">
              <a:ext uri="{FF2B5EF4-FFF2-40B4-BE49-F238E27FC236}">
                <a16:creationId xmlns:a16="http://schemas.microsoft.com/office/drawing/2014/main" id="{EFBEE240-4E36-49F0-B498-8A6B1082E9CF}"/>
              </a:ext>
            </a:extLst>
          </p:cNvPr>
          <p:cNvSpPr>
            <a:spLocks xmlns:a="http://schemas.openxmlformats.org/drawingml/2006/main" noGrp="1"/>
          </p:cNvSpPr>
          <p:nvPr/>
        </p:nvSpPr>
        <p:spPr>
          <a:xfrm xmlns:a="http://schemas.openxmlformats.org/drawingml/2006/main">
            <a:off x="15811500"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4" name="dp41-comparison / n237 / text 1">
            <a:extLst xmlns:a="http://schemas.openxmlformats.org/drawingml/2006/main">
              <a:ext uri="{FF2B5EF4-FFF2-40B4-BE49-F238E27FC236}">
                <a16:creationId xmlns:a16="http://schemas.microsoft.com/office/drawing/2014/main" id="{E9980A0D-DDF9-46EC-A531-1D9AA382F9DE}"/>
              </a:ext>
            </a:extLst>
          </p:cNvPr>
          <p:cNvSpPr>
            <a:spLocks xmlns:a="http://schemas.openxmlformats.org/drawingml/2006/main" noGrp="1"/>
          </p:cNvSpPr>
          <p:nvPr/>
        </p:nvSpPr>
        <p:spPr>
          <a:xfrm xmlns:a="http://schemas.openxmlformats.org/drawingml/2006/main">
            <a:off x="15897225"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자료 조회</a:t>
            </a:r>
          </a:p>
        </p:txBody>
      </p:sp>
      <p:sp>
        <p:nvSpPr>
          <p:cNvPr id="255" name="dp41-comparison / n238">
            <a:extLst xmlns:a="http://schemas.openxmlformats.org/drawingml/2006/main">
              <a:ext uri="{FF2B5EF4-FFF2-40B4-BE49-F238E27FC236}">
                <a16:creationId xmlns:a16="http://schemas.microsoft.com/office/drawing/2014/main" id="{429DE821-FA46-444C-B853-5DE83F2DA83A}"/>
              </a:ext>
            </a:extLst>
          </p:cNvPr>
          <p:cNvSpPr>
            <a:spLocks xmlns:a="http://schemas.openxmlformats.org/drawingml/2006/main" noGrp="1"/>
          </p:cNvSpPr>
          <p:nvPr/>
        </p:nvSpPr>
        <p:spPr>
          <a:xfrm xmlns:a="http://schemas.openxmlformats.org/drawingml/2006/main">
            <a:off x="9953625" y="7953375"/>
            <a:ext cx="20955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1-comparison / n239 / text 1">
            <a:extLst xmlns:a="http://schemas.openxmlformats.org/drawingml/2006/main">
              <a:ext uri="{FF2B5EF4-FFF2-40B4-BE49-F238E27FC236}">
                <a16:creationId xmlns:a16="http://schemas.microsoft.com/office/drawing/2014/main" id="{AA0BD0E7-1F78-41E1-849A-F7CDC8E70813}"/>
              </a:ext>
            </a:extLst>
          </p:cNvPr>
          <p:cNvSpPr>
            <a:spLocks xmlns:a="http://schemas.openxmlformats.org/drawingml/2006/main" noGrp="1"/>
          </p:cNvSpPr>
          <p:nvPr/>
        </p:nvSpPr>
        <p:spPr>
          <a:xfrm xmlns:a="http://schemas.openxmlformats.org/drawingml/2006/main">
            <a:off x="10039350" y="7998619"/>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특정 항목 해석</a:t>
            </a:r>
          </a:p>
        </p:txBody>
      </p:sp>
      <p:sp>
        <p:nvSpPr>
          <p:cNvPr id="257" name="dp41-comparison / n240">
            <a:extLst xmlns:a="http://schemas.openxmlformats.org/drawingml/2006/main">
              <a:ext uri="{FF2B5EF4-FFF2-40B4-BE49-F238E27FC236}">
                <a16:creationId xmlns:a16="http://schemas.microsoft.com/office/drawing/2014/main" id="{6BEA25A5-F55E-4E76-AEC4-B66BF4AA733A}"/>
              </a:ext>
            </a:extLst>
          </p:cNvPr>
          <p:cNvSpPr>
            <a:spLocks xmlns:a="http://schemas.openxmlformats.org/drawingml/2006/main" noGrp="1"/>
          </p:cNvSpPr>
          <p:nvPr/>
        </p:nvSpPr>
        <p:spPr>
          <a:xfrm xmlns:a="http://schemas.openxmlformats.org/drawingml/2006/main">
            <a:off x="15621000" y="7953375"/>
            <a:ext cx="19050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1-comparison / n241 / text 1">
            <a:extLst xmlns:a="http://schemas.openxmlformats.org/drawingml/2006/main">
              <a:ext uri="{FF2B5EF4-FFF2-40B4-BE49-F238E27FC236}">
                <a16:creationId xmlns:a16="http://schemas.microsoft.com/office/drawing/2014/main" id="{33AE1346-2759-4ED0-8BDB-85FFB0B2939A}"/>
              </a:ext>
            </a:extLst>
          </p:cNvPr>
          <p:cNvSpPr>
            <a:spLocks xmlns:a="http://schemas.openxmlformats.org/drawingml/2006/main" noGrp="1"/>
          </p:cNvSpPr>
          <p:nvPr/>
        </p:nvSpPr>
        <p:spPr>
          <a:xfrm xmlns:a="http://schemas.openxmlformats.org/drawingml/2006/main">
            <a:off x="15706725" y="7998619"/>
            <a:ext cx="1733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의미 / 질문 제안</a:t>
            </a:r>
          </a:p>
        </p:txBody>
      </p:sp>
      <p:sp>
        <p:nvSpPr>
          <p:cNvPr id="259" name="dp41-comparison / n242 / path">
            <a:extLst xmlns:a="http://schemas.openxmlformats.org/drawingml/2006/main">
              <a:ext uri="{FF2B5EF4-FFF2-40B4-BE49-F238E27FC236}">
                <a16:creationId xmlns:a16="http://schemas.microsoft.com/office/drawing/2014/main" id="{BC57F9A0-77BE-42A8-8776-7F56B093DF3D}"/>
              </a:ext>
            </a:extLst>
          </p:cNvPr>
          <p:cNvSpPr>
            <a:spLocks xmlns:a="http://schemas.openxmlformats.org/drawingml/2006/main" noGrp="1"/>
          </p:cNvSpPr>
          <p:nvPr/>
        </p:nvSpPr>
        <p:spPr>
          <a:xfrm xmlns:a="http://schemas.openxmlformats.org/drawingml/2006/main">
            <a:off x="11477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0" name="dp41-comparison / n242 / arrow">
            <a:extLst xmlns:a="http://schemas.openxmlformats.org/drawingml/2006/main">
              <a:ext uri="{FF2B5EF4-FFF2-40B4-BE49-F238E27FC236}">
                <a16:creationId xmlns:a16="http://schemas.microsoft.com/office/drawing/2014/main" id="{C0B99890-C111-479A-9721-EFE3543E7DDE}"/>
              </a:ext>
            </a:extLst>
          </p:cNvPr>
          <p:cNvSpPr>
            <a:spLocks xmlns:a="http://schemas.openxmlformats.org/drawingml/2006/main" noGrp="1"/>
          </p:cNvSpPr>
          <p:nvPr/>
        </p:nvSpPr>
        <p:spPr>
          <a:xfrm xmlns:a="http://schemas.openxmlformats.org/drawingml/2006/main">
            <a:off x="11839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1" name="dp41-comparison / n243 / path">
            <a:extLst xmlns:a="http://schemas.openxmlformats.org/drawingml/2006/main">
              <a:ext uri="{FF2B5EF4-FFF2-40B4-BE49-F238E27FC236}">
                <a16:creationId xmlns:a16="http://schemas.microsoft.com/office/drawing/2014/main" id="{AB59670D-174A-461A-A5C6-7577DF49384F}"/>
              </a:ext>
            </a:extLst>
          </p:cNvPr>
          <p:cNvSpPr>
            <a:spLocks xmlns:a="http://schemas.openxmlformats.org/drawingml/2006/main" noGrp="1"/>
          </p:cNvSpPr>
          <p:nvPr/>
        </p:nvSpPr>
        <p:spPr>
          <a:xfrm xmlns:a="http://schemas.openxmlformats.org/drawingml/2006/main">
            <a:off x="13382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2" name="dp41-comparison / n243 / arrow">
            <a:extLst xmlns:a="http://schemas.openxmlformats.org/drawingml/2006/main">
              <a:ext uri="{FF2B5EF4-FFF2-40B4-BE49-F238E27FC236}">
                <a16:creationId xmlns:a16="http://schemas.microsoft.com/office/drawing/2014/main" id="{1EAB2E92-4ADE-4263-A383-9C44200F4428}"/>
              </a:ext>
            </a:extLst>
          </p:cNvPr>
          <p:cNvSpPr>
            <a:spLocks xmlns:a="http://schemas.openxmlformats.org/drawingml/2006/main" noGrp="1"/>
          </p:cNvSpPr>
          <p:nvPr/>
        </p:nvSpPr>
        <p:spPr>
          <a:xfrm xmlns:a="http://schemas.openxmlformats.org/drawingml/2006/main">
            <a:off x="13744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3" name="dp41-comparison / n244 / path">
            <a:extLst xmlns:a="http://schemas.openxmlformats.org/drawingml/2006/main">
              <a:ext uri="{FF2B5EF4-FFF2-40B4-BE49-F238E27FC236}">
                <a16:creationId xmlns:a16="http://schemas.microsoft.com/office/drawing/2014/main" id="{1A27E50F-B521-4374-A21D-9BCCB07430E1}"/>
              </a:ext>
            </a:extLst>
          </p:cNvPr>
          <p:cNvSpPr>
            <a:spLocks xmlns:a="http://schemas.openxmlformats.org/drawingml/2006/main" noGrp="1"/>
          </p:cNvSpPr>
          <p:nvPr/>
        </p:nvSpPr>
        <p:spPr>
          <a:xfrm xmlns:a="http://schemas.openxmlformats.org/drawingml/2006/main">
            <a:off x="15144750"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264" name="dp41-comparison / n244 / arrow">
            <a:extLst xmlns:a="http://schemas.openxmlformats.org/drawingml/2006/main">
              <a:ext uri="{FF2B5EF4-FFF2-40B4-BE49-F238E27FC236}">
                <a16:creationId xmlns:a16="http://schemas.microsoft.com/office/drawing/2014/main" id="{7F8B2CE0-3A70-4B52-834B-005DAD316ECB}"/>
              </a:ext>
            </a:extLst>
          </p:cNvPr>
          <p:cNvSpPr>
            <a:spLocks xmlns:a="http://schemas.openxmlformats.org/drawingml/2006/main" noGrp="1"/>
          </p:cNvSpPr>
          <p:nvPr/>
        </p:nvSpPr>
        <p:spPr>
          <a:xfrm xmlns:a="http://schemas.openxmlformats.org/drawingml/2006/main">
            <a:off x="1574444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5" name="dp41-comparison / n247 / path">
            <a:extLst xmlns:a="http://schemas.openxmlformats.org/drawingml/2006/main">
              <a:ext uri="{FF2B5EF4-FFF2-40B4-BE49-F238E27FC236}">
                <a16:creationId xmlns:a16="http://schemas.microsoft.com/office/drawing/2014/main" id="{762ADE31-9636-43ED-A754-418345DDACF6}"/>
              </a:ext>
            </a:extLst>
          </p:cNvPr>
          <p:cNvSpPr>
            <a:spLocks xmlns:a="http://schemas.openxmlformats.org/drawingml/2006/main" noGrp="1"/>
          </p:cNvSpPr>
          <p:nvPr/>
        </p:nvSpPr>
        <p:spPr>
          <a:xfrm xmlns:a="http://schemas.openxmlformats.org/drawingml/2006/main">
            <a:off x="12644438" y="7629525"/>
            <a:ext cx="4024313" cy="152400"/>
          </a:xfrm>
          <a:custGeom xmlns:a="http://schemas.openxmlformats.org/drawingml/2006/main">
            <a:pathLst>
              <a:path w="4024313" h="152400">
                <a:moveTo>
                  <a:pt x="4024313" y="0"/>
                </a:moveTo>
                <a:lnTo>
                  <a:pt x="4024313"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266" name="dp41-comparison / n247 / arrow">
            <a:extLst xmlns:a="http://schemas.openxmlformats.org/drawingml/2006/main">
              <a:ext uri="{FF2B5EF4-FFF2-40B4-BE49-F238E27FC236}">
                <a16:creationId xmlns:a16="http://schemas.microsoft.com/office/drawing/2014/main" id="{71257CE4-EB72-4A77-B4A8-B3BC40D262D1}"/>
              </a:ext>
            </a:extLst>
          </p:cNvPr>
          <p:cNvSpPr>
            <a:spLocks xmlns:a="http://schemas.openxmlformats.org/drawingml/2006/main" noGrp="1"/>
          </p:cNvSpPr>
          <p:nvPr/>
        </p:nvSpPr>
        <p:spPr>
          <a:xfrm xmlns:a="http://schemas.openxmlformats.org/drawingml/2006/main">
            <a:off x="12610910"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67" name="dp41-comparison / n250 / path">
            <a:extLst xmlns:a="http://schemas.openxmlformats.org/drawingml/2006/main">
              <a:ext uri="{FF2B5EF4-FFF2-40B4-BE49-F238E27FC236}">
                <a16:creationId xmlns:a16="http://schemas.microsoft.com/office/drawing/2014/main" id="{10393DAA-E656-4FBD-90B1-E0EF2360FE4E}"/>
              </a:ext>
            </a:extLst>
          </p:cNvPr>
          <p:cNvSpPr>
            <a:spLocks xmlns:a="http://schemas.openxmlformats.org/drawingml/2006/main" noGrp="1"/>
          </p:cNvSpPr>
          <p:nvPr/>
        </p:nvSpPr>
        <p:spPr>
          <a:xfrm xmlns:a="http://schemas.openxmlformats.org/drawingml/2006/main">
            <a:off x="12049125" y="7696200"/>
            <a:ext cx="2428875" cy="395288"/>
          </a:xfrm>
          <a:custGeom xmlns:a="http://schemas.openxmlformats.org/drawingml/2006/main">
            <a:pathLst>
              <a:path w="2428875" h="395288">
                <a:moveTo>
                  <a:pt x="2428875" y="0"/>
                </a:moveTo>
                <a:lnTo>
                  <a:pt x="2428875" y="190500"/>
                </a:lnTo>
                <a:lnTo>
                  <a:pt x="142875" y="190500"/>
                </a:lnTo>
                <a:lnTo>
                  <a:pt x="142875" y="395288"/>
                </a:lnTo>
                <a:lnTo>
                  <a:pt x="0" y="395288"/>
                </a:lnTo>
              </a:path>
            </a:pathLst>
          </a:custGeom>
          <a:noFill xmlns:a="http://schemas.openxmlformats.org/drawingml/2006/main"/>
          <a:ln xmlns:a="http://schemas.openxmlformats.org/drawingml/2006/main" w="10478">
            <a:solidFill>
              <a:srgbClr val="000000"/>
            </a:solidFill>
            <a:prstDash val="solid"/>
          </a:ln>
        </p:spPr>
      </p:sp>
      <p:sp>
        <p:nvSpPr>
          <p:cNvPr id="268" name="dp41-comparison / n250 / arrow">
            <a:extLst xmlns:a="http://schemas.openxmlformats.org/drawingml/2006/main">
              <a:ext uri="{FF2B5EF4-FFF2-40B4-BE49-F238E27FC236}">
                <a16:creationId xmlns:a16="http://schemas.microsoft.com/office/drawing/2014/main" id="{A029CD37-677B-4B36-A000-6DBE8B0CE116}"/>
              </a:ext>
            </a:extLst>
          </p:cNvPr>
          <p:cNvSpPr>
            <a:spLocks xmlns:a="http://schemas.openxmlformats.org/drawingml/2006/main" noGrp="1"/>
          </p:cNvSpPr>
          <p:nvPr/>
        </p:nvSpPr>
        <p:spPr>
          <a:xfrm xmlns:a="http://schemas.openxmlformats.org/drawingml/2006/main">
            <a:off x="12049125" y="80579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69" name="dp41-comparison / n253 / path">
            <a:extLst xmlns:a="http://schemas.openxmlformats.org/drawingml/2006/main">
              <a:ext uri="{FF2B5EF4-FFF2-40B4-BE49-F238E27FC236}">
                <a16:creationId xmlns:a16="http://schemas.microsoft.com/office/drawing/2014/main" id="{CD8C94EA-5C8C-4917-857F-3665981408FB}"/>
              </a:ext>
            </a:extLst>
          </p:cNvPr>
          <p:cNvSpPr>
            <a:spLocks xmlns:a="http://schemas.openxmlformats.org/drawingml/2006/main" noGrp="1"/>
          </p:cNvSpPr>
          <p:nvPr/>
        </p:nvSpPr>
        <p:spPr>
          <a:xfrm xmlns:a="http://schemas.openxmlformats.org/drawingml/2006/main">
            <a:off x="11001375" y="7781925"/>
            <a:ext cx="1643063" cy="171450"/>
          </a:xfrm>
          <a:custGeom xmlns:a="http://schemas.openxmlformats.org/drawingml/2006/main">
            <a:pathLst>
              <a:path w="1643063" h="171450">
                <a:moveTo>
                  <a:pt x="0" y="171450"/>
                </a:moveTo>
                <a:lnTo>
                  <a:pt x="0" y="76200"/>
                </a:lnTo>
                <a:lnTo>
                  <a:pt x="1643063" y="76200"/>
                </a:lnTo>
                <a:lnTo>
                  <a:pt x="1643063" y="0"/>
                </a:lnTo>
              </a:path>
            </a:pathLst>
          </a:custGeom>
          <a:noFill xmlns:a="http://schemas.openxmlformats.org/drawingml/2006/main"/>
          <a:ln xmlns:a="http://schemas.openxmlformats.org/drawingml/2006/main" w="10478">
            <a:solidFill>
              <a:srgbClr val="000000"/>
            </a:solidFill>
            <a:prstDash val="solid"/>
          </a:ln>
        </p:spPr>
      </p:sp>
      <p:sp>
        <p:nvSpPr>
          <p:cNvPr id="270" name="dp41-comparison / n256 / path">
            <a:extLst xmlns:a="http://schemas.openxmlformats.org/drawingml/2006/main">
              <a:ext uri="{FF2B5EF4-FFF2-40B4-BE49-F238E27FC236}">
                <a16:creationId xmlns:a16="http://schemas.microsoft.com/office/drawing/2014/main" id="{F59F18D2-4B15-4E9C-A7AF-927ABFE55079}"/>
              </a:ext>
            </a:extLst>
          </p:cNvPr>
          <p:cNvSpPr>
            <a:spLocks xmlns:a="http://schemas.openxmlformats.org/drawingml/2006/main" noGrp="1"/>
          </p:cNvSpPr>
          <p:nvPr/>
        </p:nvSpPr>
        <p:spPr>
          <a:xfrm xmlns:a="http://schemas.openxmlformats.org/drawingml/2006/main">
            <a:off x="14478000" y="7696200"/>
            <a:ext cx="1143000" cy="395288"/>
          </a:xfrm>
          <a:custGeom xmlns:a="http://schemas.openxmlformats.org/drawingml/2006/main">
            <a:pathLst>
              <a:path w="1143000" h="395288">
                <a:moveTo>
                  <a:pt x="0" y="0"/>
                </a:moveTo>
                <a:lnTo>
                  <a:pt x="0" y="395288"/>
                </a:lnTo>
                <a:lnTo>
                  <a:pt x="1143000" y="395288"/>
                </a:lnTo>
              </a:path>
            </a:pathLst>
          </a:custGeom>
          <a:noFill xmlns:a="http://schemas.openxmlformats.org/drawingml/2006/main"/>
          <a:ln xmlns:a="http://schemas.openxmlformats.org/drawingml/2006/main" w="10478">
            <a:solidFill>
              <a:srgbClr val="000000"/>
            </a:solidFill>
            <a:prstDash val="solid"/>
          </a:ln>
        </p:spPr>
      </p:sp>
      <p:sp>
        <p:nvSpPr>
          <p:cNvPr id="271" name="dp41-comparison / n256 / arrow">
            <a:extLst xmlns:a="http://schemas.openxmlformats.org/drawingml/2006/main">
              <a:ext uri="{FF2B5EF4-FFF2-40B4-BE49-F238E27FC236}">
                <a16:creationId xmlns:a16="http://schemas.microsoft.com/office/drawing/2014/main" id="{8BC2422E-4D4E-4682-B257-D115CFC77388}"/>
              </a:ext>
            </a:extLst>
          </p:cNvPr>
          <p:cNvSpPr>
            <a:spLocks xmlns:a="http://schemas.openxmlformats.org/drawingml/2006/main" noGrp="1"/>
          </p:cNvSpPr>
          <p:nvPr/>
        </p:nvSpPr>
        <p:spPr>
          <a:xfrm xmlns:a="http://schemas.openxmlformats.org/drawingml/2006/main">
            <a:off x="1555394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72" name="dp41-comparison / n152">
            <a:extLst xmlns:a="http://schemas.openxmlformats.org/drawingml/2006/main">
              <a:ext uri="{FF2B5EF4-FFF2-40B4-BE49-F238E27FC236}">
                <a16:creationId xmlns:a16="http://schemas.microsoft.com/office/drawing/2014/main" id="{82A9612D-6750-43E8-9D23-13B050A6DD97}"/>
              </a:ext>
            </a:extLst>
          </p:cNvPr>
          <p:cNvSpPr>
            <a:spLocks xmlns:a="http://schemas.openxmlformats.org/drawingml/2006/main" noGrp="1"/>
          </p:cNvSpPr>
          <p:nvPr/>
        </p:nvSpPr>
        <p:spPr>
          <a:xfrm xmlns:a="http://schemas.openxmlformats.org/drawingml/2006/main">
            <a:off x="985837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3" name="dp41-comparison / n152 / fold">
            <a:extLst xmlns:a="http://schemas.openxmlformats.org/drawingml/2006/main">
              <a:ext uri="{FF2B5EF4-FFF2-40B4-BE49-F238E27FC236}">
                <a16:creationId xmlns:a16="http://schemas.microsoft.com/office/drawing/2014/main" id="{08BC54D0-E0BC-4E9C-92EC-7820C445B8FE}"/>
              </a:ext>
            </a:extLst>
          </p:cNvPr>
          <p:cNvSpPr>
            <a:spLocks xmlns:a="http://schemas.openxmlformats.org/drawingml/2006/main" noGrp="1"/>
          </p:cNvSpPr>
          <p:nvPr/>
        </p:nvSpPr>
        <p:spPr>
          <a:xfrm xmlns:a="http://schemas.openxmlformats.org/drawingml/2006/main">
            <a:off x="1111567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4" name="dp41-comparison / n153 / text 1">
            <a:extLst xmlns:a="http://schemas.openxmlformats.org/drawingml/2006/main">
              <a:ext uri="{FF2B5EF4-FFF2-40B4-BE49-F238E27FC236}">
                <a16:creationId xmlns:a16="http://schemas.microsoft.com/office/drawing/2014/main" id="{74A8991F-E903-4210-8003-868950298FDA}"/>
              </a:ext>
            </a:extLst>
          </p:cNvPr>
          <p:cNvSpPr>
            <a:spLocks xmlns:a="http://schemas.openxmlformats.org/drawingml/2006/main" noGrp="1"/>
          </p:cNvSpPr>
          <p:nvPr/>
        </p:nvSpPr>
        <p:spPr>
          <a:xfrm xmlns:a="http://schemas.openxmlformats.org/drawingml/2006/main">
            <a:off x="995362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275" name="dp41-comparison / n162">
            <a:extLst xmlns:a="http://schemas.openxmlformats.org/drawingml/2006/main">
              <a:ext uri="{FF2B5EF4-FFF2-40B4-BE49-F238E27FC236}">
                <a16:creationId xmlns:a16="http://schemas.microsoft.com/office/drawing/2014/main" id="{912C6565-7ABF-450C-A487-CF00B4C32A8C}"/>
              </a:ext>
            </a:extLst>
          </p:cNvPr>
          <p:cNvSpPr>
            <a:spLocks xmlns:a="http://schemas.openxmlformats.org/drawingml/2006/main" noGrp="1"/>
          </p:cNvSpPr>
          <p:nvPr/>
        </p:nvSpPr>
        <p:spPr>
          <a:xfrm xmlns:a="http://schemas.openxmlformats.org/drawingml/2006/main">
            <a:off x="12792075" y="2943225"/>
            <a:ext cx="33699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1-comparison / n163 / text 1">
            <a:extLst xmlns:a="http://schemas.openxmlformats.org/drawingml/2006/main">
              <a:ext uri="{FF2B5EF4-FFF2-40B4-BE49-F238E27FC236}">
                <a16:creationId xmlns:a16="http://schemas.microsoft.com/office/drawing/2014/main" id="{C5FCC27E-C8B2-4CCA-8070-485E3E0086B3}"/>
              </a:ext>
            </a:extLst>
          </p:cNvPr>
          <p:cNvSpPr>
            <a:spLocks xmlns:a="http://schemas.openxmlformats.org/drawingml/2006/main" noGrp="1"/>
          </p:cNvSpPr>
          <p:nvPr/>
        </p:nvSpPr>
        <p:spPr>
          <a:xfrm xmlns:a="http://schemas.openxmlformats.org/drawingml/2006/main">
            <a:off x="1281112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초기 프레임과 조건부 부분 해석</a:t>
            </a:r>
          </a:p>
        </p:txBody>
      </p:sp>
      <p:sp>
        <p:nvSpPr>
          <p:cNvPr id="277" name="dp41-comparison / n164">
            <a:extLst xmlns:a="http://schemas.openxmlformats.org/drawingml/2006/main">
              <a:ext uri="{FF2B5EF4-FFF2-40B4-BE49-F238E27FC236}">
                <a16:creationId xmlns:a16="http://schemas.microsoft.com/office/drawing/2014/main" id="{846FCEB3-13D8-4B66-86DC-A96BD4993811}"/>
              </a:ext>
            </a:extLst>
          </p:cNvPr>
          <p:cNvSpPr>
            <a:spLocks xmlns:a="http://schemas.openxmlformats.org/drawingml/2006/main" noGrp="1"/>
          </p:cNvSpPr>
          <p:nvPr/>
        </p:nvSpPr>
        <p:spPr>
          <a:xfrm xmlns:a="http://schemas.openxmlformats.org/drawingml/2006/main">
            <a:off x="9934575" y="3314700"/>
            <a:ext cx="5299139"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8" name="dp41-comparison / n165 / text 1">
            <a:extLst xmlns:a="http://schemas.openxmlformats.org/drawingml/2006/main">
              <a:ext uri="{FF2B5EF4-FFF2-40B4-BE49-F238E27FC236}">
                <a16:creationId xmlns:a16="http://schemas.microsoft.com/office/drawing/2014/main" id="{F9858383-DF50-4CC8-82BD-D41E56E22F74}"/>
              </a:ext>
            </a:extLst>
          </p:cNvPr>
          <p:cNvSpPr>
            <a:spLocks xmlns:a="http://schemas.openxmlformats.org/drawingml/2006/main" noGrp="1"/>
          </p:cNvSpPr>
          <p:nvPr/>
        </p:nvSpPr>
        <p:spPr>
          <a:xfrm xmlns:a="http://schemas.openxmlformats.org/drawingml/2006/main">
            <a:off x="9953625" y="3324225"/>
            <a:ext cx="7620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000000"/>
                </a:solidFill>
                <a:latin typeface="Apple SD Gothic Neo"/>
                <a:ea typeface="Apple SD Gothic Neo"/>
                <a:cs typeface="Apple SD Gothic Neo"/>
              </a:defRPr>
            </a:pPr>
            <a:r>
              <a:rPr sz="1425" b="0">
                <a:solidFill>
                  <a:srgbClr val="000000"/>
                </a:solidFill>
                <a:latin typeface="Apple SD Gothic Neo"/>
                <a:ea typeface="Apple SD Gothic Neo"/>
                <a:cs typeface="Apple SD Gothic Neo"/>
              </a:rPr>
              <a:t>B: 항목별 해결 상태를 보고 Engine 코드가 다음 처리 결정</a:t>
            </a:r>
          </a:p>
        </p:txBody>
      </p:sp>
      <p:sp>
        <p:nvSpPr>
          <p:cNvPr id="279" name="dp41-comparison / n168">
            <a:extLst xmlns:a="http://schemas.openxmlformats.org/drawingml/2006/main">
              <a:ext uri="{FF2B5EF4-FFF2-40B4-BE49-F238E27FC236}">
                <a16:creationId xmlns:a16="http://schemas.microsoft.com/office/drawing/2014/main" id="{98C3C31F-DFBF-4A5D-8784-921A0139CBD1}"/>
              </a:ext>
            </a:extLst>
          </p:cNvPr>
          <p:cNvSpPr>
            <a:spLocks xmlns:a="http://schemas.openxmlformats.org/drawingml/2006/main" noGrp="1"/>
          </p:cNvSpPr>
          <p:nvPr/>
        </p:nvSpPr>
        <p:spPr>
          <a:xfrm xmlns:a="http://schemas.openxmlformats.org/drawingml/2006/main">
            <a:off x="15792450" y="332422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0" name="dp41-comparison / n169 / text 1">
            <a:extLst xmlns:a="http://schemas.openxmlformats.org/drawingml/2006/main">
              <a:ext uri="{FF2B5EF4-FFF2-40B4-BE49-F238E27FC236}">
                <a16:creationId xmlns:a16="http://schemas.microsoft.com/office/drawing/2014/main" id="{7872F595-B444-4C71-8317-FBA6E516F1EE}"/>
              </a:ext>
            </a:extLst>
          </p:cNvPr>
          <p:cNvSpPr>
            <a:spLocks xmlns:a="http://schemas.openxmlformats.org/drawingml/2006/main" noGrp="1"/>
          </p:cNvSpPr>
          <p:nvPr/>
        </p:nvSpPr>
        <p:spPr>
          <a:xfrm xmlns:a="http://schemas.openxmlformats.org/drawingml/2006/main">
            <a:off x="15811500" y="333375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281" name="dp41-comparison / n191">
            <a:extLst xmlns:a="http://schemas.openxmlformats.org/drawingml/2006/main">
              <a:ext uri="{FF2B5EF4-FFF2-40B4-BE49-F238E27FC236}">
                <a16:creationId xmlns:a16="http://schemas.microsoft.com/office/drawing/2014/main" id="{555E68DC-7852-4702-B2F0-13E8BB2485C6}"/>
              </a:ext>
            </a:extLst>
          </p:cNvPr>
          <p:cNvSpPr>
            <a:spLocks xmlns:a="http://schemas.openxmlformats.org/drawingml/2006/main" noGrp="1"/>
          </p:cNvSpPr>
          <p:nvPr/>
        </p:nvSpPr>
        <p:spPr>
          <a:xfrm xmlns:a="http://schemas.openxmlformats.org/drawingml/2006/main">
            <a:off x="15078075" y="4657725"/>
            <a:ext cx="12557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2" name="dp41-comparison / n192 / text 1">
            <a:extLst xmlns:a="http://schemas.openxmlformats.org/drawingml/2006/main">
              <a:ext uri="{FF2B5EF4-FFF2-40B4-BE49-F238E27FC236}">
                <a16:creationId xmlns:a16="http://schemas.microsoft.com/office/drawing/2014/main" id="{EC2D2EA6-395B-4B78-BB9B-7554A234E3E3}"/>
              </a:ext>
            </a:extLst>
          </p:cNvPr>
          <p:cNvSpPr>
            <a:spLocks xmlns:a="http://schemas.openxmlformats.org/drawingml/2006/main" noGrp="1"/>
          </p:cNvSpPr>
          <p:nvPr/>
        </p:nvSpPr>
        <p:spPr>
          <a:xfrm xmlns:a="http://schemas.openxmlformats.org/drawingml/2006/main">
            <a:off x="15097125" y="4667250"/>
            <a:ext cx="2286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코드가 선택한 조회</a:t>
            </a:r>
          </a:p>
        </p:txBody>
      </p:sp>
      <p:sp>
        <p:nvSpPr>
          <p:cNvPr id="283" name="dp41-comparison / n193">
            <a:extLst xmlns:a="http://schemas.openxmlformats.org/drawingml/2006/main">
              <a:ext uri="{FF2B5EF4-FFF2-40B4-BE49-F238E27FC236}">
                <a16:creationId xmlns:a16="http://schemas.microsoft.com/office/drawing/2014/main" id="{7880BF7F-F6EA-4200-AC85-5FFC7BAFC6CA}"/>
              </a:ext>
            </a:extLst>
          </p:cNvPr>
          <p:cNvSpPr>
            <a:spLocks xmlns:a="http://schemas.openxmlformats.org/drawingml/2006/main" noGrp="1"/>
          </p:cNvSpPr>
          <p:nvPr/>
        </p:nvSpPr>
        <p:spPr>
          <a:xfrm xmlns:a="http://schemas.openxmlformats.org/drawingml/2006/main">
            <a:off x="15078075" y="4791075"/>
            <a:ext cx="184404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4" name="dp41-comparison / n194 / text 1">
            <a:extLst xmlns:a="http://schemas.openxmlformats.org/drawingml/2006/main">
              <a:ext uri="{FF2B5EF4-FFF2-40B4-BE49-F238E27FC236}">
                <a16:creationId xmlns:a16="http://schemas.microsoft.com/office/drawing/2014/main" id="{95F46752-FBC0-48CE-A193-98CEB164AA61}"/>
              </a:ext>
            </a:extLst>
          </p:cNvPr>
          <p:cNvSpPr>
            <a:spLocks xmlns:a="http://schemas.openxmlformats.org/drawingml/2006/main" noGrp="1"/>
          </p:cNvSpPr>
          <p:nvPr/>
        </p:nvSpPr>
        <p:spPr>
          <a:xfrm xmlns:a="http://schemas.openxmlformats.org/drawingml/2006/main">
            <a:off x="15097125" y="4800600"/>
            <a:ext cx="2238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task_retrieve / context_retrieve</a:t>
            </a:r>
          </a:p>
        </p:txBody>
      </p:sp>
      <p:sp>
        <p:nvSpPr>
          <p:cNvPr id="285" name="dp41-comparison / n199">
            <a:extLst xmlns:a="http://schemas.openxmlformats.org/drawingml/2006/main">
              <a:ext uri="{FF2B5EF4-FFF2-40B4-BE49-F238E27FC236}">
                <a16:creationId xmlns:a16="http://schemas.microsoft.com/office/drawing/2014/main" id="{86BEA2A1-FA7C-47DE-AADC-761679B59526}"/>
              </a:ext>
            </a:extLst>
          </p:cNvPr>
          <p:cNvSpPr>
            <a:spLocks xmlns:a="http://schemas.openxmlformats.org/drawingml/2006/main" noGrp="1"/>
          </p:cNvSpPr>
          <p:nvPr/>
        </p:nvSpPr>
        <p:spPr>
          <a:xfrm xmlns:a="http://schemas.openxmlformats.org/drawingml/2006/main">
            <a:off x="15078075" y="4933950"/>
            <a:ext cx="142779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6" name="dp41-comparison / n200 / text 1">
            <a:extLst xmlns:a="http://schemas.openxmlformats.org/drawingml/2006/main">
              <a:ext uri="{FF2B5EF4-FFF2-40B4-BE49-F238E27FC236}">
                <a16:creationId xmlns:a16="http://schemas.microsoft.com/office/drawing/2014/main" id="{5E2C3E61-179D-4217-B6FB-88DE675BC48A}"/>
              </a:ext>
            </a:extLst>
          </p:cNvPr>
          <p:cNvSpPr>
            <a:spLocks xmlns:a="http://schemas.openxmlformats.org/drawingml/2006/main" noGrp="1"/>
          </p:cNvSpPr>
          <p:nvPr/>
        </p:nvSpPr>
        <p:spPr>
          <a:xfrm xmlns:a="http://schemas.openxmlformats.org/drawingml/2006/main">
            <a:off x="15097125" y="4943475"/>
            <a:ext cx="2238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④ 해결 상태로 코드 재검사</a:t>
            </a:r>
          </a:p>
        </p:txBody>
      </p:sp>
      <p:sp>
        <p:nvSpPr>
          <p:cNvPr id="287" name="dp41-comparison / n202">
            <a:extLst xmlns:a="http://schemas.openxmlformats.org/drawingml/2006/main">
              <a:ext uri="{FF2B5EF4-FFF2-40B4-BE49-F238E27FC236}">
                <a16:creationId xmlns:a16="http://schemas.microsoft.com/office/drawing/2014/main" id="{2EBEC9CD-6518-41D4-9FEA-AE2409370316}"/>
              </a:ext>
            </a:extLst>
          </p:cNvPr>
          <p:cNvSpPr>
            <a:spLocks xmlns:a="http://schemas.openxmlformats.org/drawingml/2006/main" noGrp="1"/>
          </p:cNvSpPr>
          <p:nvPr/>
        </p:nvSpPr>
        <p:spPr>
          <a:xfrm xmlns:a="http://schemas.openxmlformats.org/drawingml/2006/main">
            <a:off x="12992100" y="5486400"/>
            <a:ext cx="1697355" cy="2476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8" name="dp41-comparison / n203 / text 1">
            <a:extLst xmlns:a="http://schemas.openxmlformats.org/drawingml/2006/main">
              <a:ext uri="{FF2B5EF4-FFF2-40B4-BE49-F238E27FC236}">
                <a16:creationId xmlns:a16="http://schemas.microsoft.com/office/drawing/2014/main" id="{A494F995-C979-409F-AAC3-19F5134FF60F}"/>
              </a:ext>
            </a:extLst>
          </p:cNvPr>
          <p:cNvSpPr>
            <a:spLocks xmlns:a="http://schemas.openxmlformats.org/drawingml/2006/main" noGrp="1"/>
          </p:cNvSpPr>
          <p:nvPr/>
        </p:nvSpPr>
        <p:spPr>
          <a:xfrm xmlns:a="http://schemas.openxmlformats.org/drawingml/2006/main">
            <a:off x="13011150" y="54959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report: 두 후보 → 확인 뒤 Task1</a:t>
            </a:r>
          </a:p>
        </p:txBody>
      </p:sp>
      <p:sp>
        <p:nvSpPr>
          <p:cNvPr id="289" name="dp41-comparison / n203 / text 2">
            <a:extLst xmlns:a="http://schemas.openxmlformats.org/drawingml/2006/main">
              <a:ext uri="{FF2B5EF4-FFF2-40B4-BE49-F238E27FC236}">
                <a16:creationId xmlns:a16="http://schemas.microsoft.com/office/drawing/2014/main" id="{707A18D3-5EE7-4B21-B029-347846EA9BBB}"/>
              </a:ext>
            </a:extLst>
          </p:cNvPr>
          <p:cNvSpPr>
            <a:spLocks xmlns:a="http://schemas.openxmlformats.org/drawingml/2006/main" noGrp="1"/>
          </p:cNvSpPr>
          <p:nvPr/>
        </p:nvSpPr>
        <p:spPr>
          <a:xfrm xmlns:a="http://schemas.openxmlformats.org/drawingml/2006/main">
            <a:off x="13011150" y="56102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table: 선택한 표 연결</a:t>
            </a:r>
          </a:p>
        </p:txBody>
      </p:sp>
      <p:sp>
        <p:nvSpPr>
          <p:cNvPr id="290" name="dp41-comparison / n205">
            <a:extLst xmlns:a="http://schemas.openxmlformats.org/drawingml/2006/main">
              <a:ext uri="{FF2B5EF4-FFF2-40B4-BE49-F238E27FC236}">
                <a16:creationId xmlns:a16="http://schemas.microsoft.com/office/drawing/2014/main" id="{9087F84D-B9A7-461A-861F-2DF20F4A9038}"/>
              </a:ext>
            </a:extLst>
          </p:cNvPr>
          <p:cNvSpPr>
            <a:spLocks xmlns:a="http://schemas.openxmlformats.org/drawingml/2006/main" noGrp="1"/>
          </p:cNvSpPr>
          <p:nvPr/>
        </p:nvSpPr>
        <p:spPr>
          <a:xfrm xmlns:a="http://schemas.openxmlformats.org/drawingml/2006/main">
            <a:off x="15078075" y="5543550"/>
            <a:ext cx="169811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1-comparison / n206 / text 1">
            <a:extLst xmlns:a="http://schemas.openxmlformats.org/drawingml/2006/main">
              <a:ext uri="{FF2B5EF4-FFF2-40B4-BE49-F238E27FC236}">
                <a16:creationId xmlns:a16="http://schemas.microsoft.com/office/drawing/2014/main" id="{5ADF5512-B0E9-4A19-968D-0510F9478CF5}"/>
              </a:ext>
            </a:extLst>
          </p:cNvPr>
          <p:cNvSpPr>
            <a:spLocks xmlns:a="http://schemas.openxmlformats.org/drawingml/2006/main" noGrp="1"/>
          </p:cNvSpPr>
          <p:nvPr/>
        </p:nvSpPr>
        <p:spPr>
          <a:xfrm xmlns:a="http://schemas.openxmlformats.org/drawingml/2006/main">
            <a:off x="15097125" y="5553075"/>
            <a:ext cx="2190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⑤ 지원 연산으로 전체 의미 구성</a:t>
            </a:r>
          </a:p>
        </p:txBody>
      </p:sp>
      <p:sp>
        <p:nvSpPr>
          <p:cNvPr id="292" name="dp41-comparison / n208">
            <a:extLst xmlns:a="http://schemas.openxmlformats.org/drawingml/2006/main">
              <a:ext uri="{FF2B5EF4-FFF2-40B4-BE49-F238E27FC236}">
                <a16:creationId xmlns:a16="http://schemas.microsoft.com/office/drawing/2014/main" id="{8F78AEE1-0D7E-427D-B94E-3D98B3A38A04}"/>
              </a:ext>
            </a:extLst>
          </p:cNvPr>
          <p:cNvSpPr>
            <a:spLocks xmlns:a="http://schemas.openxmlformats.org/drawingml/2006/main" noGrp="1"/>
          </p:cNvSpPr>
          <p:nvPr/>
        </p:nvSpPr>
        <p:spPr>
          <a:xfrm xmlns:a="http://schemas.openxmlformats.org/drawingml/2006/main">
            <a:off x="9934575" y="4438650"/>
            <a:ext cx="20732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1-comparison / n209 / text 1">
            <a:extLst xmlns:a="http://schemas.openxmlformats.org/drawingml/2006/main">
              <a:ext uri="{FF2B5EF4-FFF2-40B4-BE49-F238E27FC236}">
                <a16:creationId xmlns:a16="http://schemas.microsoft.com/office/drawing/2014/main" id="{4A11462B-3E6E-431E-AF56-D89C4D9E9A7C}"/>
              </a:ext>
            </a:extLst>
          </p:cNvPr>
          <p:cNvSpPr>
            <a:spLocks xmlns:a="http://schemas.openxmlformats.org/drawingml/2006/main" noGrp="1"/>
          </p:cNvSpPr>
          <p:nvPr/>
        </p:nvSpPr>
        <p:spPr>
          <a:xfrm xmlns:a="http://schemas.openxmlformats.org/drawingml/2006/main">
            <a:off x="9953625" y="4448175"/>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 시: 특정 항목만 모델에 해석 요청</a:t>
            </a:r>
          </a:p>
        </p:txBody>
      </p:sp>
      <p:sp>
        <p:nvSpPr>
          <p:cNvPr id="294" name="dp41-comparison / n210">
            <a:extLst xmlns:a="http://schemas.openxmlformats.org/drawingml/2006/main">
              <a:ext uri="{FF2B5EF4-FFF2-40B4-BE49-F238E27FC236}">
                <a16:creationId xmlns:a16="http://schemas.microsoft.com/office/drawing/2014/main" id="{6D7DEA3C-D9C6-4027-AFF4-77827A40CF8F}"/>
              </a:ext>
            </a:extLst>
          </p:cNvPr>
          <p:cNvSpPr>
            <a:spLocks xmlns:a="http://schemas.openxmlformats.org/drawingml/2006/main" noGrp="1"/>
          </p:cNvSpPr>
          <p:nvPr/>
        </p:nvSpPr>
        <p:spPr>
          <a:xfrm xmlns:a="http://schemas.openxmlformats.org/drawingml/2006/main">
            <a:off x="9953625" y="4667250"/>
            <a:ext cx="2333625" cy="1143000"/>
          </a:xfrm>
          <a:custGeom xmlns:a="http://schemas.openxmlformats.org/drawingml/2006/main">
            <a:pathLst>
              <a:path w="2333625" h="1143000">
                <a:moveTo>
                  <a:pt x="0" y="0"/>
                </a:moveTo>
                <a:lnTo>
                  <a:pt x="2162175" y="0"/>
                </a:lnTo>
                <a:lnTo>
                  <a:pt x="2333625" y="171450"/>
                </a:lnTo>
                <a:lnTo>
                  <a:pt x="2333625" y="1143000"/>
                </a:lnTo>
                <a:lnTo>
                  <a:pt x="0" y="11430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95" name="dp41-comparison / n210 / fold">
            <a:extLst xmlns:a="http://schemas.openxmlformats.org/drawingml/2006/main">
              <a:ext uri="{FF2B5EF4-FFF2-40B4-BE49-F238E27FC236}">
                <a16:creationId xmlns:a16="http://schemas.microsoft.com/office/drawing/2014/main" id="{57E599AB-EC40-40FC-98E9-9CEE205E765E}"/>
              </a:ext>
            </a:extLst>
          </p:cNvPr>
          <p:cNvSpPr>
            <a:spLocks xmlns:a="http://schemas.openxmlformats.org/drawingml/2006/main" noGrp="1"/>
          </p:cNvSpPr>
          <p:nvPr/>
        </p:nvSpPr>
        <p:spPr>
          <a:xfrm xmlns:a="http://schemas.openxmlformats.org/drawingml/2006/main">
            <a:off x="12115800" y="4667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96" name="dp41-comparison / n211 / text 1">
            <a:extLst xmlns:a="http://schemas.openxmlformats.org/drawingml/2006/main">
              <a:ext uri="{FF2B5EF4-FFF2-40B4-BE49-F238E27FC236}">
                <a16:creationId xmlns:a16="http://schemas.microsoft.com/office/drawing/2014/main" id="{6F02B23F-D171-4EEE-AC75-7B40BAEE6FAC}"/>
              </a:ext>
            </a:extLst>
          </p:cNvPr>
          <p:cNvSpPr>
            <a:spLocks xmlns:a="http://schemas.openxmlformats.org/drawingml/2006/main" noGrp="1"/>
          </p:cNvSpPr>
          <p:nvPr/>
        </p:nvSpPr>
        <p:spPr>
          <a:xfrm xmlns:a="http://schemas.openxmlformats.org/drawingml/2006/main">
            <a:off x="10048875" y="47244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모델 출력: RequestFrame (필드 축약)</a:t>
            </a:r>
          </a:p>
        </p:txBody>
      </p:sp>
      <p:sp>
        <p:nvSpPr>
          <p:cNvPr id="297" name="dp41-comparison / n211 / text 2">
            <a:extLst xmlns:a="http://schemas.openxmlformats.org/drawingml/2006/main">
              <a:ext uri="{FF2B5EF4-FFF2-40B4-BE49-F238E27FC236}">
                <a16:creationId xmlns:a16="http://schemas.microsoft.com/office/drawing/2014/main" id="{80FC639D-A181-4563-9F5C-BE3DA06F928F}"/>
              </a:ext>
            </a:extLst>
          </p:cNvPr>
          <p:cNvSpPr>
            <a:spLocks xmlns:a="http://schemas.openxmlformats.org/drawingml/2006/main" noGrp="1"/>
          </p:cNvSpPr>
          <p:nvPr/>
        </p:nvSpPr>
        <p:spPr>
          <a:xfrm xmlns:a="http://schemas.openxmlformats.org/drawingml/2006/main">
            <a:off x="10048875" y="48387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schema_version:1 / input_ref:Input1</a:t>
            </a:r>
          </a:p>
        </p:txBody>
      </p:sp>
      <p:sp>
        <p:nvSpPr>
          <p:cNvPr id="298" name="dp41-comparison / n211 / text 3">
            <a:extLst xmlns:a="http://schemas.openxmlformats.org/drawingml/2006/main">
              <a:ext uri="{FF2B5EF4-FFF2-40B4-BE49-F238E27FC236}">
                <a16:creationId xmlns:a16="http://schemas.microsoft.com/office/drawing/2014/main" id="{2B82C2E3-8D0B-4161-9D23-47455965A2CF}"/>
              </a:ext>
            </a:extLst>
          </p:cNvPr>
          <p:cNvSpPr>
            <a:spLocks xmlns:a="http://schemas.openxmlformats.org/drawingml/2006/main" noGrp="1"/>
          </p:cNvSpPr>
          <p:nvPr/>
        </p:nvSpPr>
        <p:spPr>
          <a:xfrm xmlns:a="http://schemas.openxmlformats.org/drawingml/2006/main">
            <a:off x="10048875" y="49530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goals: G1=UPDATE_TASK(report,table)</a:t>
            </a:r>
          </a:p>
        </p:txBody>
      </p:sp>
      <p:sp>
        <p:nvSpPr>
          <p:cNvPr id="299" name="dp41-comparison / n211 / text 4">
            <a:extLst xmlns:a="http://schemas.openxmlformats.org/drawingml/2006/main">
              <a:ext uri="{FF2B5EF4-FFF2-40B4-BE49-F238E27FC236}">
                <a16:creationId xmlns:a16="http://schemas.microsoft.com/office/drawing/2014/main" id="{FEA47A3D-3F05-4CA7-91A3-9F255A85D9B9}"/>
              </a:ext>
            </a:extLst>
          </p:cNvPr>
          <p:cNvSpPr>
            <a:spLocks xmlns:a="http://schemas.openxmlformats.org/drawingml/2006/main" noGrp="1"/>
          </p:cNvSpPr>
          <p:nvPr/>
        </p:nvSpPr>
        <p:spPr>
          <a:xfrm xmlns:a="http://schemas.openxmlformats.org/drawingml/2006/main">
            <a:off x="10048875" y="50673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G2=NEW_TASK(메일 초안)</a:t>
            </a:r>
          </a:p>
        </p:txBody>
      </p:sp>
      <p:sp>
        <p:nvSpPr>
          <p:cNvPr id="300" name="dp41-comparison / n211 / text 5">
            <a:extLst xmlns:a="http://schemas.openxmlformats.org/drawingml/2006/main">
              <a:ext uri="{FF2B5EF4-FFF2-40B4-BE49-F238E27FC236}">
                <a16:creationId xmlns:a16="http://schemas.microsoft.com/office/drawing/2014/main" id="{6F7A0B14-F21A-4F1D-A09A-2E451E3CFDE7}"/>
              </a:ext>
            </a:extLst>
          </p:cNvPr>
          <p:cNvSpPr>
            <a:spLocks xmlns:a="http://schemas.openxmlformats.org/drawingml/2006/main" noGrp="1"/>
          </p:cNvSpPr>
          <p:nvPr/>
        </p:nvSpPr>
        <p:spPr>
          <a:xfrm xmlns:a="http://schemas.openxmlformats.org/drawingml/2006/main">
            <a:off x="10048875" y="51816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references: report=RECENT_TASK("보고서")</a:t>
            </a:r>
          </a:p>
        </p:txBody>
      </p:sp>
      <p:sp>
        <p:nvSpPr>
          <p:cNvPr id="301" name="dp41-comparison / n211 / text 6">
            <a:extLst xmlns:a="http://schemas.openxmlformats.org/drawingml/2006/main">
              <a:ext uri="{FF2B5EF4-FFF2-40B4-BE49-F238E27FC236}">
                <a16:creationId xmlns:a16="http://schemas.microsoft.com/office/drawing/2014/main" id="{FC7836D9-C420-4ACE-B748-A648FF36C294}"/>
              </a:ext>
            </a:extLst>
          </p:cNvPr>
          <p:cNvSpPr>
            <a:spLocks xmlns:a="http://schemas.openxmlformats.org/drawingml/2006/main" noGrp="1"/>
          </p:cNvSpPr>
          <p:nvPr/>
        </p:nvSpPr>
        <p:spPr>
          <a:xfrm xmlns:a="http://schemas.openxmlformats.org/drawingml/2006/main">
            <a:off x="10048875" y="52959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table=INPUT_SELECTION</a:t>
            </a:r>
          </a:p>
        </p:txBody>
      </p:sp>
      <p:sp>
        <p:nvSpPr>
          <p:cNvPr id="302" name="dp41-comparison / n211 / text 7">
            <a:extLst xmlns:a="http://schemas.openxmlformats.org/drawingml/2006/main">
              <a:ext uri="{FF2B5EF4-FFF2-40B4-BE49-F238E27FC236}">
                <a16:creationId xmlns:a16="http://schemas.microsoft.com/office/drawing/2014/main" id="{6B5A658E-3D90-43D6-9035-F5DBFAC09D80}"/>
              </a:ext>
            </a:extLst>
          </p:cNvPr>
          <p:cNvSpPr>
            <a:spLocks xmlns:a="http://schemas.openxmlformats.org/drawingml/2006/main" noGrp="1"/>
          </p:cNvSpPr>
          <p:nvPr/>
        </p:nvSpPr>
        <p:spPr>
          <a:xfrm xmlns:a="http://schemas.openxmlformats.org/drawingml/2006/main">
            <a:off x="10048875" y="54102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relations: USE_RESULT(G1 → G2)</a:t>
            </a:r>
          </a:p>
        </p:txBody>
      </p:sp>
      <p:sp>
        <p:nvSpPr>
          <p:cNvPr id="303" name="dp41-comparison / n211 / text 8">
            <a:extLst xmlns:a="http://schemas.openxmlformats.org/drawingml/2006/main">
              <a:ext uri="{FF2B5EF4-FFF2-40B4-BE49-F238E27FC236}">
                <a16:creationId xmlns:a16="http://schemas.microsoft.com/office/drawing/2014/main" id="{BD817E87-92AD-43D5-B58E-3FCF31BE1FFA}"/>
              </a:ext>
            </a:extLst>
          </p:cNvPr>
          <p:cNvSpPr>
            <a:spLocks xmlns:a="http://schemas.openxmlformats.org/drawingml/2006/main" noGrp="1"/>
          </p:cNvSpPr>
          <p:nvPr/>
        </p:nvSpPr>
        <p:spPr>
          <a:xfrm xmlns:a="http://schemas.openxmlformats.org/drawingml/2006/main">
            <a:off x="10048875" y="55245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constraints: FORBID_ACTION(G2, SEND)</a:t>
            </a:r>
          </a:p>
        </p:txBody>
      </p:sp>
      <p:sp>
        <p:nvSpPr>
          <p:cNvPr id="304" name="dp41-comparison / n211 / text 9">
            <a:extLst xmlns:a="http://schemas.openxmlformats.org/drawingml/2006/main">
              <a:ext uri="{FF2B5EF4-FFF2-40B4-BE49-F238E27FC236}">
                <a16:creationId xmlns:a16="http://schemas.microsoft.com/office/drawing/2014/main" id="{D7B3A514-4315-48A6-8576-850F9B7CA4FB}"/>
              </a:ext>
            </a:extLst>
          </p:cNvPr>
          <p:cNvSpPr>
            <a:spLocks xmlns:a="http://schemas.openxmlformats.org/drawingml/2006/main" noGrp="1"/>
          </p:cNvSpPr>
          <p:nvPr/>
        </p:nvSpPr>
        <p:spPr>
          <a:xfrm xmlns:a="http://schemas.openxmlformats.org/drawingml/2006/main">
            <a:off x="10048875" y="56388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unparsed_spans:[] / 실제 Task는 미확정</a:t>
            </a:r>
          </a:p>
        </p:txBody>
      </p:sp>
      <p:sp>
        <p:nvSpPr>
          <p:cNvPr id="305" name="dp41-comparison / n212">
            <a:extLst xmlns:a="http://schemas.openxmlformats.org/drawingml/2006/main">
              <a:ext uri="{FF2B5EF4-FFF2-40B4-BE49-F238E27FC236}">
                <a16:creationId xmlns:a16="http://schemas.microsoft.com/office/drawing/2014/main" id="{52AE07F1-7BA1-44F5-B1AB-F0CE258030EF}"/>
              </a:ext>
            </a:extLst>
          </p:cNvPr>
          <p:cNvSpPr>
            <a:spLocks xmlns:a="http://schemas.openxmlformats.org/drawingml/2006/main" noGrp="1"/>
          </p:cNvSpPr>
          <p:nvPr/>
        </p:nvSpPr>
        <p:spPr>
          <a:xfrm xmlns:a="http://schemas.openxmlformats.org/drawingml/2006/main">
            <a:off x="9953625" y="5848350"/>
            <a:ext cx="2333625" cy="495300"/>
          </a:xfrm>
          <a:custGeom xmlns:a="http://schemas.openxmlformats.org/drawingml/2006/main">
            <a:pathLst>
              <a:path w="2333625" h="495300">
                <a:moveTo>
                  <a:pt x="0" y="0"/>
                </a:moveTo>
                <a:lnTo>
                  <a:pt x="2162175" y="0"/>
                </a:lnTo>
                <a:lnTo>
                  <a:pt x="2333625" y="171450"/>
                </a:lnTo>
                <a:lnTo>
                  <a:pt x="233362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306" name="dp41-comparison / n212 / fold">
            <a:extLst xmlns:a="http://schemas.openxmlformats.org/drawingml/2006/main">
              <a:ext uri="{FF2B5EF4-FFF2-40B4-BE49-F238E27FC236}">
                <a16:creationId xmlns:a16="http://schemas.microsoft.com/office/drawing/2014/main" id="{0AB0CD08-943D-4297-807F-DC74FD6649C6}"/>
              </a:ext>
            </a:extLst>
          </p:cNvPr>
          <p:cNvSpPr>
            <a:spLocks xmlns:a="http://schemas.openxmlformats.org/drawingml/2006/main" noGrp="1"/>
          </p:cNvSpPr>
          <p:nvPr/>
        </p:nvSpPr>
        <p:spPr>
          <a:xfrm xmlns:a="http://schemas.openxmlformats.org/drawingml/2006/main">
            <a:off x="12115800" y="5848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307" name="dp41-comparison / n213 / text 1">
            <a:extLst xmlns:a="http://schemas.openxmlformats.org/drawingml/2006/main">
              <a:ext uri="{FF2B5EF4-FFF2-40B4-BE49-F238E27FC236}">
                <a16:creationId xmlns:a16="http://schemas.microsoft.com/office/drawing/2014/main" id="{17D88FFD-A149-445C-BA15-EB3A5C3D2728}"/>
              </a:ext>
            </a:extLst>
          </p:cNvPr>
          <p:cNvSpPr>
            <a:spLocks xmlns:a="http://schemas.openxmlformats.org/drawingml/2006/main" noGrp="1"/>
          </p:cNvSpPr>
          <p:nvPr/>
        </p:nvSpPr>
        <p:spPr>
          <a:xfrm xmlns:a="http://schemas.openxmlformats.org/drawingml/2006/main">
            <a:off x="10048875" y="590550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코드가 만든 MeaningProposal</a:t>
            </a:r>
          </a:p>
        </p:txBody>
      </p:sp>
      <p:sp>
        <p:nvSpPr>
          <p:cNvPr id="308" name="dp41-comparison / n213 / text 2">
            <a:extLst xmlns:a="http://schemas.openxmlformats.org/drawingml/2006/main">
              <a:ext uri="{FF2B5EF4-FFF2-40B4-BE49-F238E27FC236}">
                <a16:creationId xmlns:a16="http://schemas.microsoft.com/office/drawing/2014/main" id="{4B7D7E99-4374-4AA3-BC8C-3B6CF8EB3D77}"/>
              </a:ext>
            </a:extLst>
          </p:cNvPr>
          <p:cNvSpPr>
            <a:spLocks xmlns:a="http://schemas.openxmlformats.org/drawingml/2006/main" noGrp="1"/>
          </p:cNvSpPr>
          <p:nvPr/>
        </p:nvSpPr>
        <p:spPr>
          <a:xfrm xmlns:a="http://schemas.openxmlformats.org/drawingml/2006/main">
            <a:off x="10048875" y="603123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확인 뒤 Task1 + 표 / 결과로 초안</a:t>
            </a:r>
          </a:p>
        </p:txBody>
      </p:sp>
      <p:sp>
        <p:nvSpPr>
          <p:cNvPr id="309" name="dp41-comparison / n213 / text 3">
            <a:extLst xmlns:a="http://schemas.openxmlformats.org/drawingml/2006/main">
              <a:ext uri="{FF2B5EF4-FFF2-40B4-BE49-F238E27FC236}">
                <a16:creationId xmlns:a16="http://schemas.microsoft.com/office/drawing/2014/main" id="{26E6F3F8-41FB-4567-8D37-7DC070310AAD}"/>
              </a:ext>
            </a:extLst>
          </p:cNvPr>
          <p:cNvSpPr>
            <a:spLocks xmlns:a="http://schemas.openxmlformats.org/drawingml/2006/main" noGrp="1"/>
          </p:cNvSpPr>
          <p:nvPr/>
        </p:nvSpPr>
        <p:spPr>
          <a:xfrm xmlns:a="http://schemas.openxmlformats.org/drawingml/2006/main">
            <a:off x="10048875" y="615696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전송 금지 유지</a:t>
            </a:r>
          </a:p>
        </p:txBody>
      </p:sp>
      <p:sp>
        <p:nvSpPr>
          <p:cNvPr id="310" name="dp41-comparison / n214">
            <a:extLst xmlns:a="http://schemas.openxmlformats.org/drawingml/2006/main">
              <a:ext uri="{FF2B5EF4-FFF2-40B4-BE49-F238E27FC236}">
                <a16:creationId xmlns:a16="http://schemas.microsoft.com/office/drawing/2014/main" id="{528E2FB5-CBB8-4E00-9972-6B4BBF19F373}"/>
              </a:ext>
            </a:extLst>
          </p:cNvPr>
          <p:cNvSpPr>
            <a:spLocks xmlns:a="http://schemas.openxmlformats.org/drawingml/2006/main" noGrp="1"/>
          </p:cNvSpPr>
          <p:nvPr/>
        </p:nvSpPr>
        <p:spPr>
          <a:xfrm xmlns:a="http://schemas.openxmlformats.org/drawingml/2006/main">
            <a:off x="12887325" y="3648075"/>
            <a:ext cx="26195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1" name="dp41-comparison / n215 / text 1">
            <a:extLst xmlns:a="http://schemas.openxmlformats.org/drawingml/2006/main">
              <a:ext uri="{FF2B5EF4-FFF2-40B4-BE49-F238E27FC236}">
                <a16:creationId xmlns:a16="http://schemas.microsoft.com/office/drawing/2014/main" id="{F496B6D1-4322-41EC-8EE3-F479127D2A2F}"/>
              </a:ext>
            </a:extLst>
          </p:cNvPr>
          <p:cNvSpPr>
            <a:spLocks xmlns:a="http://schemas.openxmlformats.org/drawingml/2006/main" noGrp="1"/>
          </p:cNvSpPr>
          <p:nvPr/>
        </p:nvSpPr>
        <p:spPr>
          <a:xfrm xmlns:a="http://schemas.openxmlformats.org/drawingml/2006/main">
            <a:off x="12906375" y="3657600"/>
            <a:ext cx="4572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다음 처리 결정과 전체 결합: Engine 코드</a:t>
            </a:r>
          </a:p>
        </p:txBody>
      </p:sp>
      <p:sp>
        <p:nvSpPr>
          <p:cNvPr id="312" name="dp41-comparison / n225">
            <a:extLst xmlns:a="http://schemas.openxmlformats.org/drawingml/2006/main">
              <a:ext uri="{FF2B5EF4-FFF2-40B4-BE49-F238E27FC236}">
                <a16:creationId xmlns:a16="http://schemas.microsoft.com/office/drawing/2014/main" id="{64398EB5-48F2-47C2-850C-DC18D8B8CD44}"/>
              </a:ext>
            </a:extLst>
          </p:cNvPr>
          <p:cNvSpPr>
            <a:spLocks xmlns:a="http://schemas.openxmlformats.org/drawingml/2006/main" noGrp="1"/>
          </p:cNvSpPr>
          <p:nvPr/>
        </p:nvSpPr>
        <p:spPr>
          <a:xfrm xmlns:a="http://schemas.openxmlformats.org/drawingml/2006/main">
            <a:off x="993457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3" name="dp41-comparison / n226 / text 1">
            <a:extLst xmlns:a="http://schemas.openxmlformats.org/drawingml/2006/main">
              <a:ext uri="{FF2B5EF4-FFF2-40B4-BE49-F238E27FC236}">
                <a16:creationId xmlns:a16="http://schemas.microsoft.com/office/drawing/2014/main" id="{182F2778-25F9-4FA4-91DC-89ACB90E51E7}"/>
              </a:ext>
            </a:extLst>
          </p:cNvPr>
          <p:cNvSpPr>
            <a:spLocks xmlns:a="http://schemas.openxmlformats.org/drawingml/2006/main" noGrp="1"/>
          </p:cNvSpPr>
          <p:nvPr/>
        </p:nvSpPr>
        <p:spPr>
          <a:xfrm xmlns:a="http://schemas.openxmlformats.org/drawingml/2006/main">
            <a:off x="995362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314" name="dp41-comparison / n228">
            <a:extLst xmlns:a="http://schemas.openxmlformats.org/drawingml/2006/main">
              <a:ext uri="{FF2B5EF4-FFF2-40B4-BE49-F238E27FC236}">
                <a16:creationId xmlns:a16="http://schemas.microsoft.com/office/drawing/2014/main" id="{A61C8FBE-15EE-4A38-B9CF-238C86CB0E8C}"/>
              </a:ext>
            </a:extLst>
          </p:cNvPr>
          <p:cNvSpPr>
            <a:spLocks xmlns:a="http://schemas.openxmlformats.org/drawingml/2006/main" noGrp="1"/>
          </p:cNvSpPr>
          <p:nvPr/>
        </p:nvSpPr>
        <p:spPr>
          <a:xfrm xmlns:a="http://schemas.openxmlformats.org/drawingml/2006/main">
            <a:off x="993457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5" name="dp41-comparison / n229 / text 1">
            <a:extLst xmlns:a="http://schemas.openxmlformats.org/drawingml/2006/main">
              <a:ext uri="{FF2B5EF4-FFF2-40B4-BE49-F238E27FC236}">
                <a16:creationId xmlns:a16="http://schemas.microsoft.com/office/drawing/2014/main" id="{21D8141A-E644-47F1-A86B-7A85C6CFCB40}"/>
              </a:ext>
            </a:extLst>
          </p:cNvPr>
          <p:cNvSpPr>
            <a:spLocks xmlns:a="http://schemas.openxmlformats.org/drawingml/2006/main" noGrp="1"/>
          </p:cNvSpPr>
          <p:nvPr/>
        </p:nvSpPr>
        <p:spPr>
          <a:xfrm xmlns:a="http://schemas.openxmlformats.org/drawingml/2006/main">
            <a:off x="995362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316" name="dp41-comparison / n245">
            <a:extLst xmlns:a="http://schemas.openxmlformats.org/drawingml/2006/main">
              <a:ext uri="{FF2B5EF4-FFF2-40B4-BE49-F238E27FC236}">
                <a16:creationId xmlns:a16="http://schemas.microsoft.com/office/drawing/2014/main" id="{722F67C3-7A2A-4594-BA8E-F4E546A2860F}"/>
              </a:ext>
            </a:extLst>
          </p:cNvPr>
          <p:cNvSpPr>
            <a:spLocks xmlns:a="http://schemas.openxmlformats.org/drawingml/2006/main" noGrp="1"/>
          </p:cNvSpPr>
          <p:nvPr/>
        </p:nvSpPr>
        <p:spPr>
          <a:xfrm xmlns:a="http://schemas.openxmlformats.org/drawingml/2006/main">
            <a:off x="15230475" y="7324725"/>
            <a:ext cx="32385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7" name="dp41-comparison / n246 / text 1">
            <a:extLst xmlns:a="http://schemas.openxmlformats.org/drawingml/2006/main">
              <a:ext uri="{FF2B5EF4-FFF2-40B4-BE49-F238E27FC236}">
                <a16:creationId xmlns:a16="http://schemas.microsoft.com/office/drawing/2014/main" id="{FB828649-B9CD-4641-B6A0-AF35587AB50E}"/>
              </a:ext>
            </a:extLst>
          </p:cNvPr>
          <p:cNvSpPr>
            <a:spLocks xmlns:a="http://schemas.openxmlformats.org/drawingml/2006/main" noGrp="1"/>
          </p:cNvSpPr>
          <p:nvPr/>
        </p:nvSpPr>
        <p:spPr>
          <a:xfrm xmlns:a="http://schemas.openxmlformats.org/drawingml/2006/main">
            <a:off x="15249525" y="7334250"/>
            <a:ext cx="523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조회</a:t>
            </a:r>
          </a:p>
        </p:txBody>
      </p:sp>
      <p:sp>
        <p:nvSpPr>
          <p:cNvPr id="318" name="dp41-comparison / n248">
            <a:extLst xmlns:a="http://schemas.openxmlformats.org/drawingml/2006/main">
              <a:ext uri="{FF2B5EF4-FFF2-40B4-BE49-F238E27FC236}">
                <a16:creationId xmlns:a16="http://schemas.microsoft.com/office/drawing/2014/main" id="{B6EA957A-8E88-4C44-9FDB-A339C2990D52}"/>
              </a:ext>
            </a:extLst>
          </p:cNvPr>
          <p:cNvSpPr>
            <a:spLocks xmlns:a="http://schemas.openxmlformats.org/drawingml/2006/main" noGrp="1"/>
          </p:cNvSpPr>
          <p:nvPr/>
        </p:nvSpPr>
        <p:spPr>
          <a:xfrm xmlns:a="http://schemas.openxmlformats.org/drawingml/2006/main">
            <a:off x="15316200" y="7791450"/>
            <a:ext cx="19211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9" name="dp41-comparison / n249 / text 1">
            <a:extLst xmlns:a="http://schemas.openxmlformats.org/drawingml/2006/main">
              <a:ext uri="{FF2B5EF4-FFF2-40B4-BE49-F238E27FC236}">
                <a16:creationId xmlns:a16="http://schemas.microsoft.com/office/drawing/2014/main" id="{70BE6585-F385-4E05-A840-307A1F1A3704}"/>
              </a:ext>
            </a:extLst>
          </p:cNvPr>
          <p:cNvSpPr>
            <a:spLocks xmlns:a="http://schemas.openxmlformats.org/drawingml/2006/main" noGrp="1"/>
          </p:cNvSpPr>
          <p:nvPr/>
        </p:nvSpPr>
        <p:spPr>
          <a:xfrm xmlns:a="http://schemas.openxmlformats.org/drawingml/2006/main">
            <a:off x="15335250" y="7800975"/>
            <a:ext cx="2095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해결 상태 갱신 후 코드 재검사</a:t>
            </a:r>
          </a:p>
        </p:txBody>
      </p:sp>
      <p:sp>
        <p:nvSpPr>
          <p:cNvPr id="320" name="dp41-comparison / n251">
            <a:extLst xmlns:a="http://schemas.openxmlformats.org/drawingml/2006/main">
              <a:ext uri="{FF2B5EF4-FFF2-40B4-BE49-F238E27FC236}">
                <a16:creationId xmlns:a16="http://schemas.microsoft.com/office/drawing/2014/main" id="{7328F4E7-7136-4D09-82FD-10F46A37731D}"/>
              </a:ext>
            </a:extLst>
          </p:cNvPr>
          <p:cNvSpPr>
            <a:spLocks xmlns:a="http://schemas.openxmlformats.org/drawingml/2006/main" noGrp="1"/>
          </p:cNvSpPr>
          <p:nvPr/>
        </p:nvSpPr>
        <p:spPr>
          <a:xfrm xmlns:a="http://schemas.openxmlformats.org/drawingml/2006/main">
            <a:off x="12325350" y="7905750"/>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1" name="dp41-comparison / n252 / text 1">
            <a:extLst xmlns:a="http://schemas.openxmlformats.org/drawingml/2006/main">
              <a:ext uri="{FF2B5EF4-FFF2-40B4-BE49-F238E27FC236}">
                <a16:creationId xmlns:a16="http://schemas.microsoft.com/office/drawing/2014/main" id="{EEA7609B-D74D-46F7-8FF1-444F1F686E1A}"/>
              </a:ext>
            </a:extLst>
          </p:cNvPr>
          <p:cNvSpPr>
            <a:spLocks xmlns:a="http://schemas.openxmlformats.org/drawingml/2006/main" noGrp="1"/>
          </p:cNvSpPr>
          <p:nvPr/>
        </p:nvSpPr>
        <p:spPr>
          <a:xfrm xmlns:a="http://schemas.openxmlformats.org/drawingml/2006/main">
            <a:off x="12344400" y="7915275"/>
            <a:ext cx="21145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의미 해석이 필요한 항목</a:t>
            </a:r>
          </a:p>
        </p:txBody>
      </p:sp>
      <p:sp>
        <p:nvSpPr>
          <p:cNvPr id="322" name="dp41-comparison / n254">
            <a:extLst xmlns:a="http://schemas.openxmlformats.org/drawingml/2006/main">
              <a:ext uri="{FF2B5EF4-FFF2-40B4-BE49-F238E27FC236}">
                <a16:creationId xmlns:a16="http://schemas.microsoft.com/office/drawing/2014/main" id="{6DB34A17-60ED-4963-8351-84CB686D7CA6}"/>
              </a:ext>
            </a:extLst>
          </p:cNvPr>
          <p:cNvSpPr>
            <a:spLocks xmlns:a="http://schemas.openxmlformats.org/drawingml/2006/main" noGrp="1"/>
          </p:cNvSpPr>
          <p:nvPr/>
        </p:nvSpPr>
        <p:spPr>
          <a:xfrm xmlns:a="http://schemas.openxmlformats.org/drawingml/2006/main">
            <a:off x="9934575" y="7667625"/>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3" name="dp41-comparison / n255 / text 1">
            <a:extLst xmlns:a="http://schemas.openxmlformats.org/drawingml/2006/main">
              <a:ext uri="{FF2B5EF4-FFF2-40B4-BE49-F238E27FC236}">
                <a16:creationId xmlns:a16="http://schemas.microsoft.com/office/drawing/2014/main" id="{8FC791C4-B8CB-4586-B858-97A2E254BEE5}"/>
              </a:ext>
            </a:extLst>
          </p:cNvPr>
          <p:cNvSpPr>
            <a:spLocks xmlns:a="http://schemas.openxmlformats.org/drawingml/2006/main" noGrp="1"/>
          </p:cNvSpPr>
          <p:nvPr/>
        </p:nvSpPr>
        <p:spPr>
          <a:xfrm xmlns:a="http://schemas.openxmlformats.org/drawingml/2006/main">
            <a:off x="9953625" y="7677150"/>
            <a:ext cx="2381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부분 결과를 코드에 반환</a:t>
            </a:r>
          </a:p>
        </p:txBody>
      </p:sp>
      <p:sp>
        <p:nvSpPr>
          <p:cNvPr id="324" name="dp41-comparison / n257">
            <a:extLst xmlns:a="http://schemas.openxmlformats.org/drawingml/2006/main">
              <a:ext uri="{FF2B5EF4-FFF2-40B4-BE49-F238E27FC236}">
                <a16:creationId xmlns:a16="http://schemas.microsoft.com/office/drawing/2014/main" id="{3965BB6B-0DF8-4BAA-BFF3-A39B0312C9C1}"/>
              </a:ext>
            </a:extLst>
          </p:cNvPr>
          <p:cNvSpPr>
            <a:spLocks xmlns:a="http://schemas.openxmlformats.org/drawingml/2006/main" noGrp="1"/>
          </p:cNvSpPr>
          <p:nvPr/>
        </p:nvSpPr>
        <p:spPr>
          <a:xfrm xmlns:a="http://schemas.openxmlformats.org/drawingml/2006/main">
            <a:off x="14573250" y="7905750"/>
            <a:ext cx="51244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5" name="dp41-comparison / n258 / text 1">
            <a:extLst xmlns:a="http://schemas.openxmlformats.org/drawingml/2006/main">
              <a:ext uri="{FF2B5EF4-FFF2-40B4-BE49-F238E27FC236}">
                <a16:creationId xmlns:a16="http://schemas.microsoft.com/office/drawing/2014/main" id="{C967DE76-77D4-4C84-AEE3-809ACDBDEC0E}"/>
              </a:ext>
            </a:extLst>
          </p:cNvPr>
          <p:cNvSpPr>
            <a:spLocks xmlns:a="http://schemas.openxmlformats.org/drawingml/2006/main" noGrp="1"/>
          </p:cNvSpPr>
          <p:nvPr/>
        </p:nvSpPr>
        <p:spPr>
          <a:xfrm xmlns:a="http://schemas.openxmlformats.org/drawingml/2006/main">
            <a:off x="14592300" y="7915275"/>
            <a:ext cx="685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완성/질문</a:t>
            </a:r>
          </a:p>
        </p:txBody>
      </p:sp>
    </p:spTree>
    <p:extLst>
      <p:ext uri="{BB962C8B-B14F-4D97-AF65-F5344CB8AC3E}">
        <p14:creationId xmlns:p14="http://schemas.microsoft.com/office/powerpoint/2010/main" val="1614029304"/>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8" name="dp42-background / title / 1">
            <a:extLst>
              <a:ext uri="{FF2B5EF4-FFF2-40B4-BE49-F238E27FC236}">
                <ns2:creationId id="{37FDAAFD-5B0F-4220-94DC-2117D8CD4784}"/>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대화와 Task는</a:t>
            </a:r>
          </a:p>
        </p:txBody>
      </p:sp>
      <p:sp>
        <p:nvSpPr>
          <p:cNvPr id="2" name="dp42-background / title / 2">
            <a:extLst>
              <a:ext uri="{FF2B5EF4-FFF2-40B4-BE49-F238E27FC236}">
                <ns2:creationId id="{B729F88A-755D-40E6-BCA0-D6B6892F2370}"/>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서로 다른 시점에 시작하고 끝납니다</a:t>
            </a:r>
          </a:p>
        </p:txBody>
      </p:sp>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보고서를 맡기고 → 음성 연결을 잠시 끊고 → 다시 돌아와 결론을 수정</a:t>
            </a: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보고서 작성 Request</a:t>
            </a: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음성 연결을 잠시 종료</a:t>
            </a: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완료된 보고서 수정 Request</a:t>
            </a: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 자료로 보고서를 만들어줘.”</a:t>
            </a: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보고서 Task는 계속 진행</a:t>
            </a: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“결론 부분만 짧게 바꿔줘.”</a:t>
            </a: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음성 연결</a:t>
            </a: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개별 Request 처리</a:t>
            </a: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보고서 Task 이력</a:t>
            </a: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Agent의 실제 실행</a:t>
            </a: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a:solidFill>
                  <a:srgbClr val="66777D"/>
                </a:solidFill>
                <a:latin typeface="Apple SD Gothic Neo"/>
                <a:ea typeface="Apple SD Gothic Neo"/>
                <a:cs typeface="Apple SD Gothic Neo"/>
              </a:defRPr>
            </a:pPr>
            <a:r>
              <a:rPr sz="1800" b="0">
                <a:solidFill>
                  <a:srgbClr val="66777D"/>
                </a:solidFill>
                <a:latin typeface="Apple SD Gothic Neo"/>
                <a:ea typeface="Apple SD Gothic Neo"/>
                <a:cs typeface="Apple SD Gothic Neo"/>
              </a:rPr>
              <a:t>연결 없음</a:t>
            </a: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위임 Request 처리</a:t>
            </a: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수정 Request 처리</a:t>
            </a: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a:solidFill>
                  <a:srgbClr val="397C80"/>
                </a:solidFill>
                <a:latin typeface="Apple SD Gothic Neo"/>
                <a:ea typeface="Apple SD Gothic Neo"/>
                <a:cs typeface="Apple SD Gothic Neo"/>
              </a:defRPr>
            </a:pPr>
            <a:r>
              <a:rPr sz="1800" b="0">
                <a:solidFill>
                  <a:srgbClr val="397C80"/>
                </a:solidFill>
                <a:latin typeface="Apple SD Gothic Neo"/>
                <a:ea typeface="Apple SD Gothic Neo"/>
                <a:cs typeface="Apple SD Gothic Neo"/>
              </a:rPr>
              <a:t>같은 보고서의 Task, 결과, 정정 이력을 유지</a:t>
            </a: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작성 실행</a:t>
            </a: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수정 실행</a:t>
            </a: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다시 돌아와, 이미 맡긴 보고서의 결과를 확인하고 수정을 이어갑니다</a:t>
            </a: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대화 연결과 Request 처리가 끝나도 Task의 진행 상태와 결과 기록을 유지하고,</a:t>
            </a: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서로 다른 수명을 가진 상태와 연결 관계를 일관되게 관리하는 구조</a:t>
            </a:r>
          </a:p>
        </p:txBody>
      </p:sp>
    </p:spTree>
    <p:extLst>
      <p:ext uri="{BB962C8B-B14F-4D97-AF65-F5344CB8AC3E}">
        <p14:creationId val="20446302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4" name="dp42-comparison / n1">
            <a:extLst xmlns:a="http://schemas.openxmlformats.org/drawingml/2006/main">
              <a:ext uri="{FF2B5EF4-FFF2-40B4-BE49-F238E27FC236}">
                <a16:creationId xmlns:a16="http://schemas.microsoft.com/office/drawing/2014/main" id="{3E4FCF4B-90EB-4D52-9CDE-C617568DEA6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2-comparison / n2 / text 1">
            <a:extLst xmlns:a="http://schemas.openxmlformats.org/drawingml/2006/main">
              <a:ext uri="{FF2B5EF4-FFF2-40B4-BE49-F238E27FC236}">
                <a16:creationId xmlns:a16="http://schemas.microsoft.com/office/drawing/2014/main" id="{2A56A83B-BCFF-4929-87D0-8FDDA5D890E3}"/>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2-comparison / n3 / text 1">
            <a:extLst xmlns:a="http://schemas.openxmlformats.org/drawingml/2006/main">
              <a:ext uri="{FF2B5EF4-FFF2-40B4-BE49-F238E27FC236}">
                <a16:creationId xmlns:a16="http://schemas.microsoft.com/office/drawing/2014/main" id="{DF3ED12C-2CF9-40E7-9AAC-A6C996374737}"/>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2-comparison / n4 / text 1">
            <a:extLst xmlns:a="http://schemas.openxmlformats.org/drawingml/2006/main">
              <a:ext uri="{FF2B5EF4-FFF2-40B4-BE49-F238E27FC236}">
                <a16:creationId xmlns:a16="http://schemas.microsoft.com/office/drawing/2014/main" id="{C95D87CA-E0D7-43A8-B913-3986710D2FED}"/>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04-42. 대화와 Task 상태의 소유 및 확정</a:t>
            </a:r>
          </a:p>
        </p:txBody>
      </p:sp>
      <p:sp>
        <p:nvSpPr>
          <p:cNvPr id="5" name="dp42-comparison / n5 / path">
            <a:extLst xmlns:a="http://schemas.openxmlformats.org/drawingml/2006/main">
              <a:ext uri="{FF2B5EF4-FFF2-40B4-BE49-F238E27FC236}">
                <a16:creationId xmlns:a16="http://schemas.microsoft.com/office/drawing/2014/main" id="{268A1F89-A207-4757-A7C6-BE2F4ECA8A4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2-comparison / n6 / text 1">
            <a:extLst xmlns:a="http://schemas.openxmlformats.org/drawingml/2006/main">
              <a:ext uri="{FF2B5EF4-FFF2-40B4-BE49-F238E27FC236}">
                <a16:creationId xmlns:a16="http://schemas.microsoft.com/office/drawing/2014/main" id="{4342C25F-36CA-4DEF-8BC9-334F46D419E9}"/>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보고서 기간 질문을 실제 제시 → “응, 상반기로 해줘” → 내부 접수 / 외부 전달 확인</a:t>
            </a:r>
          </a:p>
        </p:txBody>
      </p:sp>
      <p:sp>
        <p:nvSpPr>
          <p:cNvPr id="7" name="dp42-comparison / n7 / text 1">
            <a:extLst xmlns:a="http://schemas.openxmlformats.org/drawingml/2006/main">
              <a:ext uri="{FF2B5EF4-FFF2-40B4-BE49-F238E27FC236}">
                <a16:creationId xmlns:a16="http://schemas.microsoft.com/office/drawing/2014/main" id="{979DB739-58E7-47BD-B95D-67A3DBEEBB4C}"/>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별도 Conversation / Request / Task / Execution 수명 / 로컬 VAD와 지속 입력 / 클라우드 모델 / 같은 의미 판단</a:t>
            </a:r>
          </a:p>
        </p:txBody>
      </p:sp>
      <p:sp>
        <p:nvSpPr>
          <p:cNvPr id="8" name="dp42-comparison / n8">
            <a:extLst xmlns:a="http://schemas.openxmlformats.org/drawingml/2006/main">
              <a:ext uri="{FF2B5EF4-FFF2-40B4-BE49-F238E27FC236}">
                <a16:creationId xmlns:a16="http://schemas.microsoft.com/office/drawing/2014/main" id="{7F01871B-D2DF-4DE8-ADBC-334BA042F66C}"/>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2-comparison / n9 / text 1">
            <a:extLst xmlns:a="http://schemas.openxmlformats.org/drawingml/2006/main">
              <a:ext uri="{FF2B5EF4-FFF2-40B4-BE49-F238E27FC236}">
                <a16:creationId xmlns:a16="http://schemas.microsoft.com/office/drawing/2014/main" id="{82A7F328-05A7-416C-9BEA-855B636F7835}"/>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모듈형 통합 Core / 공동 확정</a:t>
            </a:r>
          </a:p>
        </p:txBody>
      </p:sp>
      <p:sp>
        <p:nvSpPr>
          <p:cNvPr id="10" name="dp42-comparison / n10 / text 1">
            <a:extLst xmlns:a="http://schemas.openxmlformats.org/drawingml/2006/main">
              <a:ext uri="{FF2B5EF4-FFF2-40B4-BE49-F238E27FC236}">
                <a16:creationId xmlns:a16="http://schemas.microsoft.com/office/drawing/2014/main" id="{EA3EA96C-FA6C-4299-A30D-71092AA426E1}"/>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 / Task 서비스 / 별도 접수</a:t>
            </a:r>
          </a:p>
        </p:txBody>
      </p:sp>
      <p:sp>
        <p:nvSpPr>
          <p:cNvPr id="11" name="dp42-comparison / n11 / path">
            <a:extLst xmlns:a="http://schemas.openxmlformats.org/drawingml/2006/main">
              <a:ext uri="{FF2B5EF4-FFF2-40B4-BE49-F238E27FC236}">
                <a16:creationId xmlns:a16="http://schemas.microsoft.com/office/drawing/2014/main" id="{ECFB07C1-87C5-45EE-A43C-660BBC2C82E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2-comparison / n12 / path">
            <a:extLst xmlns:a="http://schemas.openxmlformats.org/drawingml/2006/main">
              <a:ext uri="{FF2B5EF4-FFF2-40B4-BE49-F238E27FC236}">
                <a16:creationId xmlns:a16="http://schemas.microsoft.com/office/drawing/2014/main" id="{A5987A08-E1C2-467E-A791-43603A1C1D58}"/>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2-comparison / n13 / text 1">
            <a:extLst xmlns:a="http://schemas.openxmlformats.org/drawingml/2006/main">
              <a:ext uri="{FF2B5EF4-FFF2-40B4-BE49-F238E27FC236}">
                <a16:creationId xmlns:a16="http://schemas.microsoft.com/office/drawing/2014/main" id="{7BC290B2-3A07-458F-A53A-24A6E36A7E1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의미 제안은 Request Interpreter, 채택은 Request Controller / 실제 전달 원장은 Response Manager / 모델 / 외부 통신은 transaction 밖</a:t>
            </a:r>
          </a:p>
        </p:txBody>
      </p:sp>
      <p:sp>
        <p:nvSpPr>
          <p:cNvPr id="14" name="dp42-comparison / n14 / text 1">
            <a:extLst xmlns:a="http://schemas.openxmlformats.org/drawingml/2006/main">
              <a:ext uri="{FF2B5EF4-FFF2-40B4-BE49-F238E27FC236}">
                <a16:creationId xmlns:a16="http://schemas.microsoft.com/office/drawing/2014/main" id="{37CFA3E7-997B-491A-B8D8-908C4E601F44}"/>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B: hold 요청 시각과 업무 gate 적용 ACK 시각은 다름 / ACK 전 DISPATCHING은 UNKNOWN / 외부 확인으로 처리</a:t>
            </a:r>
          </a:p>
        </p:txBody>
      </p:sp>
      <p:sp>
        <p:nvSpPr>
          <p:cNvPr id="15" name="dp42-comparison / n15 / path">
            <a:extLst xmlns:a="http://schemas.openxmlformats.org/drawingml/2006/main">
              <a:ext uri="{FF2B5EF4-FFF2-40B4-BE49-F238E27FC236}">
                <a16:creationId xmlns:a16="http://schemas.microsoft.com/office/drawing/2014/main" id="{6FF39FEE-7E1E-4ABF-B1E7-6CD41B78CBBC}"/>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6" name="dp42-comparison / n16 / text 1">
            <a:extLst xmlns:a="http://schemas.openxmlformats.org/drawingml/2006/main">
              <a:ext uri="{FF2B5EF4-FFF2-40B4-BE49-F238E27FC236}">
                <a16:creationId xmlns:a16="http://schemas.microsoft.com/office/drawing/2014/main" id="{31B7D7C0-E860-46FD-9086-71D831B64DC9}"/>
              </a:ext>
            </a:extLst>
          </p:cNvPr>
          <p:cNvSpPr>
            <a:spLocks xmlns:a="http://schemas.openxmlformats.org/drawingml/2006/main" noGrp="1"/>
          </p:cNvSpPr>
          <p:nvPr/>
        </p:nvSpPr>
        <p:spPr>
          <a:xfrm xmlns:a="http://schemas.openxmlformats.org/drawingml/2006/main">
            <a:off x="400050" y="835342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17" name="dp42-comparison / n17 / text 1">
            <a:extLst xmlns:a="http://schemas.openxmlformats.org/drawingml/2006/main">
              <a:ext uri="{FF2B5EF4-FFF2-40B4-BE49-F238E27FC236}">
                <a16:creationId xmlns:a16="http://schemas.microsoft.com/office/drawing/2014/main" id="{39B23219-B005-4FE0-AB39-2B83F9D3CF55}"/>
              </a:ext>
            </a:extLst>
          </p:cNvPr>
          <p:cNvSpPr>
            <a:spLocks xmlns:a="http://schemas.openxmlformats.org/drawingml/2006/main" noGrp="1"/>
          </p:cNvSpPr>
          <p:nvPr/>
        </p:nvSpPr>
        <p:spPr>
          <a:xfrm xmlns:a="http://schemas.openxmlformats.org/drawingml/2006/main">
            <a:off x="2857500" y="835342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의미 판단 / 공동 확정은 의미 정답 보증 아님</a:t>
            </a:r>
          </a:p>
        </p:txBody>
      </p:sp>
      <p:sp>
        <p:nvSpPr>
          <p:cNvPr id="18" name="dp42-comparison / n18 / text 1">
            <a:extLst xmlns:a="http://schemas.openxmlformats.org/drawingml/2006/main">
              <a:ext uri="{FF2B5EF4-FFF2-40B4-BE49-F238E27FC236}">
                <a16:creationId xmlns:a16="http://schemas.microsoft.com/office/drawing/2014/main" id="{D02E7E9A-C91B-480B-B337-BF89463B9174}"/>
              </a:ext>
            </a:extLst>
          </p:cNvPr>
          <p:cNvSpPr>
            <a:spLocks xmlns:a="http://schemas.openxmlformats.org/drawingml/2006/main" noGrp="1"/>
          </p:cNvSpPr>
          <p:nvPr/>
        </p:nvSpPr>
        <p:spPr>
          <a:xfrm xmlns:a="http://schemas.openxmlformats.org/drawingml/2006/main">
            <a:off x="10001250" y="835342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판단 / 접수와 대화 반영의 일치 관리 필요</a:t>
            </a:r>
          </a:p>
        </p:txBody>
      </p:sp>
      <p:sp>
        <p:nvSpPr>
          <p:cNvPr id="19" name="dp42-comparison / n19 / path">
            <a:extLst xmlns:a="http://schemas.openxmlformats.org/drawingml/2006/main">
              <a:ext uri="{FF2B5EF4-FFF2-40B4-BE49-F238E27FC236}">
                <a16:creationId xmlns:a16="http://schemas.microsoft.com/office/drawing/2014/main" id="{E88FE839-CE15-48A2-A25A-918E8AEC3104}"/>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0" name="dp42-comparison / n20 / text 1">
            <a:extLst xmlns:a="http://schemas.openxmlformats.org/drawingml/2006/main">
              <a:ext uri="{FF2B5EF4-FFF2-40B4-BE49-F238E27FC236}">
                <a16:creationId xmlns:a16="http://schemas.microsoft.com/office/drawing/2014/main" id="{905EB1A0-2F9B-4C05-BCEF-D5022F086F13}"/>
              </a:ext>
            </a:extLst>
          </p:cNvPr>
          <p:cNvSpPr>
            <a:spLocks xmlns:a="http://schemas.openxmlformats.org/drawingml/2006/main" noGrp="1"/>
          </p:cNvSpPr>
          <p:nvPr/>
        </p:nvSpPr>
        <p:spPr>
          <a:xfrm xmlns:a="http://schemas.openxmlformats.org/drawingml/2006/main">
            <a:off x="400050" y="859155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1" name="dp42-comparison / n21 / text 1">
            <a:extLst xmlns:a="http://schemas.openxmlformats.org/drawingml/2006/main">
              <a:ext uri="{FF2B5EF4-FFF2-40B4-BE49-F238E27FC236}">
                <a16:creationId xmlns:a16="http://schemas.microsoft.com/office/drawing/2014/main" id="{9687CF23-8282-4A1E-AAE3-008C6C398643}"/>
              </a:ext>
            </a:extLst>
          </p:cNvPr>
          <p:cNvSpPr>
            <a:spLocks xmlns:a="http://schemas.openxmlformats.org/drawingml/2006/main" noGrp="1"/>
          </p:cNvSpPr>
          <p:nvPr/>
        </p:nvSpPr>
        <p:spPr>
          <a:xfrm xmlns:a="http://schemas.openxmlformats.org/drawingml/2006/main">
            <a:off x="2857500" y="859155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한 번의 관련 변경 확정 / 음성 반응 경로 공통</a:t>
            </a:r>
          </a:p>
        </p:txBody>
      </p:sp>
      <p:sp>
        <p:nvSpPr>
          <p:cNvPr id="22" name="dp42-comparison / n22 / text 1">
            <a:extLst xmlns:a="http://schemas.openxmlformats.org/drawingml/2006/main">
              <a:ext uri="{FF2B5EF4-FFF2-40B4-BE49-F238E27FC236}">
                <a16:creationId xmlns:a16="http://schemas.microsoft.com/office/drawing/2014/main" id="{08CC7114-0CC0-4B6C-A979-0A0EA9A72170}"/>
              </a:ext>
            </a:extLst>
          </p:cNvPr>
          <p:cNvSpPr>
            <a:spLocks xmlns:a="http://schemas.openxmlformats.org/drawingml/2006/main" noGrp="1"/>
          </p:cNvSpPr>
          <p:nvPr/>
        </p:nvSpPr>
        <p:spPr>
          <a:xfrm xmlns:a="http://schemas.openxmlformats.org/drawingml/2006/main">
            <a:off x="10001250" y="859155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의도 / 접수 / 반영 왕복 / 음성 반응 경로 공통</a:t>
            </a:r>
          </a:p>
        </p:txBody>
      </p:sp>
      <p:sp>
        <p:nvSpPr>
          <p:cNvPr id="23" name="dp42-comparison / n23 / path">
            <a:extLst xmlns:a="http://schemas.openxmlformats.org/drawingml/2006/main">
              <a:ext uri="{FF2B5EF4-FFF2-40B4-BE49-F238E27FC236}">
                <a16:creationId xmlns:a16="http://schemas.microsoft.com/office/drawing/2014/main" id="{919612A4-4E90-4C04-80C0-7A73CDA4098D}"/>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4" name="dp42-comparison / n24 / text 1">
            <a:extLst xmlns:a="http://schemas.openxmlformats.org/drawingml/2006/main">
              <a:ext uri="{FF2B5EF4-FFF2-40B4-BE49-F238E27FC236}">
                <a16:creationId xmlns:a16="http://schemas.microsoft.com/office/drawing/2014/main" id="{B9D1CE8A-A686-44DA-94E7-3082C62E7253}"/>
              </a:ext>
            </a:extLst>
          </p:cNvPr>
          <p:cNvSpPr>
            <a:spLocks xmlns:a="http://schemas.openxmlformats.org/drawingml/2006/main" noGrp="1"/>
          </p:cNvSpPr>
          <p:nvPr/>
        </p:nvSpPr>
        <p:spPr>
          <a:xfrm xmlns:a="http://schemas.openxmlformats.org/drawingml/2006/main">
            <a:off x="400050" y="882967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5" name="dp42-comparison / n25 / text 1">
            <a:extLst xmlns:a="http://schemas.openxmlformats.org/drawingml/2006/main">
              <a:ext uri="{FF2B5EF4-FFF2-40B4-BE49-F238E27FC236}">
                <a16:creationId xmlns:a16="http://schemas.microsoft.com/office/drawing/2014/main" id="{FFF511FC-96B8-4BC3-9882-BBC323160C53}"/>
              </a:ext>
            </a:extLst>
          </p:cNvPr>
          <p:cNvSpPr>
            <a:spLocks xmlns:a="http://schemas.openxmlformats.org/drawingml/2006/main" noGrp="1"/>
          </p:cNvSpPr>
          <p:nvPr/>
        </p:nvSpPr>
        <p:spPr>
          <a:xfrm xmlns:a="http://schemas.openxmlformats.org/drawingml/2006/main">
            <a:off x="2857500" y="882967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Core에서 공동 확정 뒤 명령 전송</a:t>
            </a:r>
          </a:p>
        </p:txBody>
      </p:sp>
      <p:sp>
        <p:nvSpPr>
          <p:cNvPr id="26" name="dp42-comparison / n26 / text 1">
            <a:extLst xmlns:a="http://schemas.openxmlformats.org/drawingml/2006/main">
              <a:ext uri="{FF2B5EF4-FFF2-40B4-BE49-F238E27FC236}">
                <a16:creationId xmlns:a16="http://schemas.microsoft.com/office/drawing/2014/main" id="{5B2E8B8C-B5D5-4CEA-992F-F697B52092B6}"/>
              </a:ext>
            </a:extLst>
          </p:cNvPr>
          <p:cNvSpPr>
            <a:spLocks xmlns:a="http://schemas.openxmlformats.org/drawingml/2006/main" noGrp="1"/>
          </p:cNvSpPr>
          <p:nvPr/>
        </p:nvSpPr>
        <p:spPr>
          <a:xfrm xmlns:a="http://schemas.openxmlformats.org/drawingml/2006/main">
            <a:off x="10001250" y="882967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서비스 간 명령과 receipt 연결 / pending 확인 비용</a:t>
            </a:r>
          </a:p>
        </p:txBody>
      </p:sp>
      <p:sp>
        <p:nvSpPr>
          <p:cNvPr id="27" name="dp42-comparison / n27 / path">
            <a:extLst xmlns:a="http://schemas.openxmlformats.org/drawingml/2006/main">
              <a:ext uri="{FF2B5EF4-FFF2-40B4-BE49-F238E27FC236}">
                <a16:creationId xmlns:a16="http://schemas.microsoft.com/office/drawing/2014/main" id="{0654FBC8-821B-4C4B-9B32-E35F01652F79}"/>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8" name="dp42-comparison / n28 / text 1">
            <a:extLst xmlns:a="http://schemas.openxmlformats.org/drawingml/2006/main">
              <a:ext uri="{FF2B5EF4-FFF2-40B4-BE49-F238E27FC236}">
                <a16:creationId xmlns:a16="http://schemas.microsoft.com/office/drawing/2014/main" id="{8B5165B4-19AA-406E-88AC-A7AE6F5343BC}"/>
              </a:ext>
            </a:extLst>
          </p:cNvPr>
          <p:cNvSpPr>
            <a:spLocks xmlns:a="http://schemas.openxmlformats.org/drawingml/2006/main" noGrp="1"/>
          </p:cNvSpPr>
          <p:nvPr/>
        </p:nvSpPr>
        <p:spPr>
          <a:xfrm xmlns:a="http://schemas.openxmlformats.org/drawingml/2006/main">
            <a:off x="400050" y="906780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29" name="dp42-comparison / n29 / text 1">
            <a:extLst xmlns:a="http://schemas.openxmlformats.org/drawingml/2006/main">
              <a:ext uri="{FF2B5EF4-FFF2-40B4-BE49-F238E27FC236}">
                <a16:creationId xmlns:a16="http://schemas.microsoft.com/office/drawing/2014/main" id="{CC722795-7BDB-4C46-8D49-920296104D35}"/>
              </a:ext>
            </a:extLst>
          </p:cNvPr>
          <p:cNvSpPr>
            <a:spLocks xmlns:a="http://schemas.openxmlformats.org/drawingml/2006/main" noGrp="1"/>
          </p:cNvSpPr>
          <p:nvPr/>
        </p:nvSpPr>
        <p:spPr>
          <a:xfrm xmlns:a="http://schemas.openxmlformats.org/drawingml/2006/main">
            <a:off x="2857500" y="906780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의미 판단이면 동일 / 저장은 코드 처리</a:t>
            </a:r>
          </a:p>
        </p:txBody>
      </p:sp>
      <p:sp>
        <p:nvSpPr>
          <p:cNvPr id="30" name="dp42-comparison / n30 / text 1">
            <a:extLst xmlns:a="http://schemas.openxmlformats.org/drawingml/2006/main">
              <a:ext uri="{FF2B5EF4-FFF2-40B4-BE49-F238E27FC236}">
                <a16:creationId xmlns:a16="http://schemas.microsoft.com/office/drawing/2014/main" id="{137B47F8-D849-4833-9711-A85673AD5AD4}"/>
              </a:ext>
            </a:extLst>
          </p:cNvPr>
          <p:cNvSpPr>
            <a:spLocks xmlns:a="http://schemas.openxmlformats.org/drawingml/2006/main" noGrp="1"/>
          </p:cNvSpPr>
          <p:nvPr/>
        </p:nvSpPr>
        <p:spPr>
          <a:xfrm xmlns:a="http://schemas.openxmlformats.org/drawingml/2006/main">
            <a:off x="10001250" y="906780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의미 판단이면 동일 / 인계는 모델 호출 아님</a:t>
            </a:r>
          </a:p>
        </p:txBody>
      </p:sp>
      <p:sp>
        <p:nvSpPr>
          <p:cNvPr id="31" name="dp42-comparison / n31 / path">
            <a:extLst xmlns:a="http://schemas.openxmlformats.org/drawingml/2006/main">
              <a:ext uri="{FF2B5EF4-FFF2-40B4-BE49-F238E27FC236}">
                <a16:creationId xmlns:a16="http://schemas.microsoft.com/office/drawing/2014/main" id="{CE626E0E-17CC-47F5-A40C-4A4A8EA35B59}"/>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2" name="dp42-comparison / n32 / text 1">
            <a:extLst xmlns:a="http://schemas.openxmlformats.org/drawingml/2006/main">
              <a:ext uri="{FF2B5EF4-FFF2-40B4-BE49-F238E27FC236}">
                <a16:creationId xmlns:a16="http://schemas.microsoft.com/office/drawing/2014/main" id="{E4C48540-55AC-4987-A009-5FCC2F8CB0FA}"/>
              </a:ext>
            </a:extLst>
          </p:cNvPr>
          <p:cNvSpPr>
            <a:spLocks xmlns:a="http://schemas.openxmlformats.org/drawingml/2006/main" noGrp="1"/>
          </p:cNvSpPr>
          <p:nvPr/>
        </p:nvSpPr>
        <p:spPr>
          <a:xfrm xmlns:a="http://schemas.openxmlformats.org/drawingml/2006/main">
            <a:off x="400050" y="930592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3" name="dp42-comparison / n33 / text 1">
            <a:extLst xmlns:a="http://schemas.openxmlformats.org/drawingml/2006/main">
              <a:ext uri="{FF2B5EF4-FFF2-40B4-BE49-F238E27FC236}">
                <a16:creationId xmlns:a16="http://schemas.microsoft.com/office/drawing/2014/main" id="{3A189EED-AA5A-45A9-827B-314E1ADFEAF8}"/>
              </a:ext>
            </a:extLst>
          </p:cNvPr>
          <p:cNvSpPr>
            <a:spLocks xmlns:a="http://schemas.openxmlformats.org/drawingml/2006/main" noGrp="1"/>
          </p:cNvSpPr>
          <p:nvPr/>
        </p:nvSpPr>
        <p:spPr>
          <a:xfrm xmlns:a="http://schemas.openxmlformats.org/drawingml/2006/main">
            <a:off x="2857500" y="930592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내부 Module 변경 가능 / 공동 확정 계약 영향</a:t>
            </a:r>
          </a:p>
        </p:txBody>
      </p:sp>
      <p:sp>
        <p:nvSpPr>
          <p:cNvPr id="34" name="dp42-comparison / n34 / text 1">
            <a:extLst xmlns:a="http://schemas.openxmlformats.org/drawingml/2006/main">
              <a:ext uri="{FF2B5EF4-FFF2-40B4-BE49-F238E27FC236}">
                <a16:creationId xmlns:a16="http://schemas.microsoft.com/office/drawing/2014/main" id="{CBA92E58-0A8D-4FB7-91AD-B64B90F3B52C}"/>
              </a:ext>
            </a:extLst>
          </p:cNvPr>
          <p:cNvSpPr>
            <a:spLocks xmlns:a="http://schemas.openxmlformats.org/drawingml/2006/main" noGrp="1"/>
          </p:cNvSpPr>
          <p:nvPr/>
        </p:nvSpPr>
        <p:spPr>
          <a:xfrm xmlns:a="http://schemas.openxmlformats.org/drawingml/2006/main">
            <a:off x="10001250" y="930592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저장과 실행 수명 독립 / 서비스 계약의 호환 비용</a:t>
            </a:r>
          </a:p>
        </p:txBody>
      </p:sp>
      <p:sp>
        <p:nvSpPr>
          <p:cNvPr id="35" name="dp42-comparison / n35 / path">
            <a:extLst xmlns:a="http://schemas.openxmlformats.org/drawingml/2006/main">
              <a:ext uri="{FF2B5EF4-FFF2-40B4-BE49-F238E27FC236}">
                <a16:creationId xmlns:a16="http://schemas.microsoft.com/office/drawing/2014/main" id="{7D68D3EA-5F88-4633-B72C-235FC21B364D}"/>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6" name="dp42-comparison / n36 / text 1">
            <a:extLst xmlns:a="http://schemas.openxmlformats.org/drawingml/2006/main">
              <a:ext uri="{FF2B5EF4-FFF2-40B4-BE49-F238E27FC236}">
                <a16:creationId xmlns:a16="http://schemas.microsoft.com/office/drawing/2014/main" id="{BDA971D9-3CA9-4A26-80AA-88F180B7DD2E}"/>
              </a:ext>
            </a:extLst>
          </p:cNvPr>
          <p:cNvSpPr>
            <a:spLocks xmlns:a="http://schemas.openxmlformats.org/drawingml/2006/main" noGrp="1"/>
          </p:cNvSpPr>
          <p:nvPr/>
        </p:nvSpPr>
        <p:spPr>
          <a:xfrm xmlns:a="http://schemas.openxmlformats.org/drawingml/2006/main">
            <a:off x="400050" y="954405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7" name="dp42-comparison / n37 / text 1">
            <a:extLst xmlns:a="http://schemas.openxmlformats.org/drawingml/2006/main">
              <a:ext uri="{FF2B5EF4-FFF2-40B4-BE49-F238E27FC236}">
                <a16:creationId xmlns:a16="http://schemas.microsoft.com/office/drawing/2014/main" id="{3340549E-E9C0-4043-AF9E-AEBA652A5699}"/>
              </a:ext>
            </a:extLst>
          </p:cNvPr>
          <p:cNvSpPr>
            <a:spLocks xmlns:a="http://schemas.openxmlformats.org/drawingml/2006/main" noGrp="1"/>
          </p:cNvSpPr>
          <p:nvPr/>
        </p:nvSpPr>
        <p:spPr>
          <a:xfrm xmlns:a="http://schemas.openxmlformats.org/drawingml/2006/main">
            <a:off x="2857500" y="954405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실행체의 상태 / 실행 대기열</a:t>
            </a:r>
          </a:p>
        </p:txBody>
      </p:sp>
      <p:sp>
        <p:nvSpPr>
          <p:cNvPr id="38" name="dp42-comparison / n38 / text 1">
            <a:extLst xmlns:a="http://schemas.openxmlformats.org/drawingml/2006/main">
              <a:ext uri="{FF2B5EF4-FFF2-40B4-BE49-F238E27FC236}">
                <a16:creationId xmlns:a16="http://schemas.microsoft.com/office/drawing/2014/main" id="{B2170C88-BBAF-49AE-90E9-8EE8EA8180E9}"/>
              </a:ext>
            </a:extLst>
          </p:cNvPr>
          <p:cNvSpPr>
            <a:spLocks xmlns:a="http://schemas.openxmlformats.org/drawingml/2006/main" noGrp="1"/>
          </p:cNvSpPr>
          <p:nvPr/>
        </p:nvSpPr>
        <p:spPr>
          <a:xfrm xmlns:a="http://schemas.openxmlformats.org/drawingml/2006/main">
            <a:off x="10001250" y="954405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별도 실행체와 각 대기열 / 접수 대기 상태 유지</a:t>
            </a:r>
          </a:p>
        </p:txBody>
      </p:sp>
      <p:sp>
        <p:nvSpPr>
          <p:cNvPr id="39" name="dp42-comparison / n39 / text 1">
            <a:extLst xmlns:a="http://schemas.openxmlformats.org/drawingml/2006/main">
              <a:ext uri="{FF2B5EF4-FFF2-40B4-BE49-F238E27FC236}">
                <a16:creationId xmlns:a16="http://schemas.microsoft.com/office/drawing/2014/main" id="{D926D33D-20DA-4E23-8826-5852179B7BE2}"/>
              </a:ext>
            </a:extLst>
          </p:cNvPr>
          <p:cNvSpPr>
            <a:spLocks xmlns:a="http://schemas.openxmlformats.org/drawingml/2006/main" noGrp="1"/>
          </p:cNvSpPr>
          <p:nvPr/>
        </p:nvSpPr>
        <p:spPr>
          <a:xfrm xmlns:a="http://schemas.openxmlformats.org/drawingml/2006/main">
            <a:off x="381000" y="9810750"/>
            <a:ext cx="175260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미선정 / 미측정. B의 별도 수명 이익은 조건부다. 일반 adapter 변경이나 정상 사용에서 자동 우위는 없다.</a:t>
            </a:r>
          </a:p>
        </p:txBody>
      </p:sp>
      <p:sp>
        <p:nvSpPr>
          <p:cNvPr id="40" name="dp42-comparison / n40 / text 1">
            <a:extLst xmlns:a="http://schemas.openxmlformats.org/drawingml/2006/main">
              <a:ext uri="{FF2B5EF4-FFF2-40B4-BE49-F238E27FC236}">
                <a16:creationId xmlns:a16="http://schemas.microsoft.com/office/drawing/2014/main" id="{92A88346-0C53-48AC-BF95-689BBC8CEA3F}"/>
              </a:ext>
            </a:extLst>
          </p:cNvPr>
          <p:cNvSpPr>
            <a:spLocks xmlns:a="http://schemas.openxmlformats.org/drawingml/2006/main" noGrp="1"/>
          </p:cNvSpPr>
          <p:nvPr/>
        </p:nvSpPr>
        <p:spPr>
          <a:xfrm xmlns:a="http://schemas.openxmlformats.org/drawingml/2006/main">
            <a:off x="381000" y="10067925"/>
            <a:ext cx="1752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준비 완료 / VIA 내부 접수 / 외부 Agent 접수 / 사용자 실제 전달은 별도 확인</a:t>
            </a:r>
          </a:p>
        </p:txBody>
      </p:sp>
      <p:sp>
        <p:nvSpPr>
          <p:cNvPr id="41" name="dp42-comparison / legend_continuation_0">
            <a:extLst xmlns:a="http://schemas.openxmlformats.org/drawingml/2006/main">
              <a:ext uri="{FF2B5EF4-FFF2-40B4-BE49-F238E27FC236}">
                <a16:creationId xmlns:a16="http://schemas.microsoft.com/office/drawing/2014/main" id="{9071856A-91DF-4652-AFFA-86640B40A089}"/>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2-comparison / legend_continuation_1 / text 1">
            <a:extLst xmlns:a="http://schemas.openxmlformats.org/drawingml/2006/main">
              <a:ext uri="{FF2B5EF4-FFF2-40B4-BE49-F238E27FC236}">
                <a16:creationId xmlns:a16="http://schemas.microsoft.com/office/drawing/2014/main" id="{FBDDCB17-AD2A-4CCD-B4C6-C1B45E28584B}"/>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2-comparison / legend_continuation_2">
            <a:extLst xmlns:a="http://schemas.openxmlformats.org/drawingml/2006/main">
              <a:ext uri="{FF2B5EF4-FFF2-40B4-BE49-F238E27FC236}">
                <a16:creationId xmlns:a16="http://schemas.microsoft.com/office/drawing/2014/main" id="{4B50463D-1746-4D9C-8397-7DF92188235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2-comparison / legend_continuation_3 / text 1">
            <a:extLst xmlns:a="http://schemas.openxmlformats.org/drawingml/2006/main">
              <a:ext uri="{FF2B5EF4-FFF2-40B4-BE49-F238E27FC236}">
                <a16:creationId xmlns:a16="http://schemas.microsoft.com/office/drawing/2014/main" id="{F658AE43-4480-453D-BDA6-D908E288A137}"/>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2-comparison / legend_continuation_4 / text 1">
            <a:extLst xmlns:a="http://schemas.openxmlformats.org/drawingml/2006/main">
              <a:ext uri="{FF2B5EF4-FFF2-40B4-BE49-F238E27FC236}">
                <a16:creationId xmlns:a16="http://schemas.microsoft.com/office/drawing/2014/main" id="{04B91AE5-F7AF-48AB-B6E5-A1546518BC4F}"/>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2-comparison / legend_continuation_5">
            <a:extLst xmlns:a="http://schemas.openxmlformats.org/drawingml/2006/main">
              <a:ext uri="{FF2B5EF4-FFF2-40B4-BE49-F238E27FC236}">
                <a16:creationId xmlns:a16="http://schemas.microsoft.com/office/drawing/2014/main" id="{E1DC794E-F1AB-4F0A-A678-94922657E40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2-comparison / legend_continuation_6 / text 1">
            <a:extLst xmlns:a="http://schemas.openxmlformats.org/drawingml/2006/main">
              <a:ext uri="{FF2B5EF4-FFF2-40B4-BE49-F238E27FC236}">
                <a16:creationId xmlns:a16="http://schemas.microsoft.com/office/drawing/2014/main" id="{070803EC-079B-4675-8D67-4941FED3CB88}"/>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2-comparison / legend_continuation_7 / text 1">
            <a:extLst xmlns:a="http://schemas.openxmlformats.org/drawingml/2006/main">
              <a:ext uri="{FF2B5EF4-FFF2-40B4-BE49-F238E27FC236}">
                <a16:creationId xmlns:a16="http://schemas.microsoft.com/office/drawing/2014/main" id="{3EC9F628-A8FF-4C6C-90B4-08E0C4558ECA}"/>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2-comparison / legend_continuation_8">
            <a:extLst xmlns:a="http://schemas.openxmlformats.org/drawingml/2006/main">
              <a:ext uri="{FF2B5EF4-FFF2-40B4-BE49-F238E27FC236}">
                <a16:creationId xmlns:a16="http://schemas.microsoft.com/office/drawing/2014/main" id="{AEE016F7-0432-4A31-B30F-B56B9DE1FEE7}"/>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2-comparison / legend_continuation_8 / fold">
            <a:extLst xmlns:a="http://schemas.openxmlformats.org/drawingml/2006/main">
              <a:ext uri="{FF2B5EF4-FFF2-40B4-BE49-F238E27FC236}">
                <a16:creationId xmlns:a16="http://schemas.microsoft.com/office/drawing/2014/main" id="{984DB165-6D31-4DD4-B055-BB28A3F04881}"/>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2-comparison / legend_continuation_9 / text 1">
            <a:extLst xmlns:a="http://schemas.openxmlformats.org/drawingml/2006/main">
              <a:ext uri="{FF2B5EF4-FFF2-40B4-BE49-F238E27FC236}">
                <a16:creationId xmlns:a16="http://schemas.microsoft.com/office/drawing/2014/main" id="{399B0ED7-3253-472B-AC94-A32AAF7AAF5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2-comparison / legend_continuation_10 / text 1">
            <a:extLst xmlns:a="http://schemas.openxmlformats.org/drawingml/2006/main">
              <a:ext uri="{FF2B5EF4-FFF2-40B4-BE49-F238E27FC236}">
                <a16:creationId xmlns:a16="http://schemas.microsoft.com/office/drawing/2014/main" id="{2D6C36CC-8A5D-42CA-A223-55B3C6BCD4AB}"/>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2-comparison / legend_continuation_11">
            <a:extLst xmlns:a="http://schemas.openxmlformats.org/drawingml/2006/main">
              <a:ext uri="{FF2B5EF4-FFF2-40B4-BE49-F238E27FC236}">
                <a16:creationId xmlns:a16="http://schemas.microsoft.com/office/drawing/2014/main" id="{3F750774-DA40-4330-9468-CA28E5A53439}"/>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2-comparison / legend_continuation_12 / text 1">
            <a:extLst xmlns:a="http://schemas.openxmlformats.org/drawingml/2006/main">
              <a:ext uri="{FF2B5EF4-FFF2-40B4-BE49-F238E27FC236}">
                <a16:creationId xmlns:a16="http://schemas.microsoft.com/office/drawing/2014/main" id="{1D287714-F152-425F-917E-B757AC24E346}"/>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2-comparison / legend_continuation_13 / text 1">
            <a:extLst xmlns:a="http://schemas.openxmlformats.org/drawingml/2006/main">
              <a:ext uri="{FF2B5EF4-FFF2-40B4-BE49-F238E27FC236}">
                <a16:creationId xmlns:a16="http://schemas.microsoft.com/office/drawing/2014/main" id="{6EB93D5E-261A-4169-B04D-477B6F66EF56}"/>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2-comparison / legend_continuation_14">
            <a:extLst xmlns:a="http://schemas.openxmlformats.org/drawingml/2006/main">
              <a:ext uri="{FF2B5EF4-FFF2-40B4-BE49-F238E27FC236}">
                <a16:creationId xmlns:a16="http://schemas.microsoft.com/office/drawing/2014/main" id="{1AD11029-0485-46DF-9D55-7A6098B7C7A4}"/>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2-comparison / legend_continuation_15 / text 1">
            <a:extLst xmlns:a="http://schemas.openxmlformats.org/drawingml/2006/main">
              <a:ext uri="{FF2B5EF4-FFF2-40B4-BE49-F238E27FC236}">
                <a16:creationId xmlns:a16="http://schemas.microsoft.com/office/drawing/2014/main" id="{D07EA871-DA6D-472A-8E99-322C66FD2D10}"/>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2-comparison / legend_continuation_16 / text 1">
            <a:extLst xmlns:a="http://schemas.openxmlformats.org/drawingml/2006/main">
              <a:ext uri="{FF2B5EF4-FFF2-40B4-BE49-F238E27FC236}">
                <a16:creationId xmlns:a16="http://schemas.microsoft.com/office/drawing/2014/main" id="{E442694E-DA5B-4D87-BFF6-554D395E016B}"/>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2-comparison / legend_continuation_17">
            <a:extLst xmlns:a="http://schemas.openxmlformats.org/drawingml/2006/main">
              <a:ext uri="{FF2B5EF4-FFF2-40B4-BE49-F238E27FC236}">
                <a16:creationId xmlns:a16="http://schemas.microsoft.com/office/drawing/2014/main" id="{EEECB04D-A385-4CBF-8C34-D41B637C3BE1}"/>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2-comparison / legend_continuation_18 / text 1">
            <a:extLst xmlns:a="http://schemas.openxmlformats.org/drawingml/2006/main">
              <a:ext uri="{FF2B5EF4-FFF2-40B4-BE49-F238E27FC236}">
                <a16:creationId xmlns:a16="http://schemas.microsoft.com/office/drawing/2014/main" id="{1A69617A-4CC8-4226-AD36-F92C9F3B327F}"/>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2-comparison / legend_continuation_19 / text 1">
            <a:extLst xmlns:a="http://schemas.openxmlformats.org/drawingml/2006/main">
              <a:ext uri="{FF2B5EF4-FFF2-40B4-BE49-F238E27FC236}">
                <a16:creationId xmlns:a16="http://schemas.microsoft.com/office/drawing/2014/main" id="{B1E069DF-531F-479B-9920-57D8842A7780}"/>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2-comparison / legend_continuation_20 / path">
            <a:extLst xmlns:a="http://schemas.openxmlformats.org/drawingml/2006/main">
              <a:ext uri="{FF2B5EF4-FFF2-40B4-BE49-F238E27FC236}">
                <a16:creationId xmlns:a16="http://schemas.microsoft.com/office/drawing/2014/main" id="{30712748-AFB9-46A1-ACEB-EB3A37BEFE26}"/>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2-comparison / legend_continuation_20 / arrow">
            <a:extLst xmlns:a="http://schemas.openxmlformats.org/drawingml/2006/main">
              <a:ext uri="{FF2B5EF4-FFF2-40B4-BE49-F238E27FC236}">
                <a16:creationId xmlns:a16="http://schemas.microsoft.com/office/drawing/2014/main" id="{F18A34CE-7BA1-4AB4-AC08-F0EF51C5AE14}"/>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2-comparison / legend_continuation_21 / text 1">
            <a:extLst xmlns:a="http://schemas.openxmlformats.org/drawingml/2006/main">
              <a:ext uri="{FF2B5EF4-FFF2-40B4-BE49-F238E27FC236}">
                <a16:creationId xmlns:a16="http://schemas.microsoft.com/office/drawing/2014/main" id="{DFA8DEF3-F858-4EE8-AD0D-4919EA0AAEDF}"/>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2-comparison / legend_continuation_22 / path">
            <a:extLst xmlns:a="http://schemas.openxmlformats.org/drawingml/2006/main">
              <a:ext uri="{FF2B5EF4-FFF2-40B4-BE49-F238E27FC236}">
                <a16:creationId xmlns:a16="http://schemas.microsoft.com/office/drawing/2014/main" id="{1A917C4B-76C7-47FC-AE98-D15594FB3D59}"/>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2-comparison / legend_continuation_22 / arrow">
            <a:extLst xmlns:a="http://schemas.openxmlformats.org/drawingml/2006/main">
              <a:ext uri="{FF2B5EF4-FFF2-40B4-BE49-F238E27FC236}">
                <a16:creationId xmlns:a16="http://schemas.microsoft.com/office/drawing/2014/main" id="{63167A26-EA30-488C-B0DB-98643AA32B99}"/>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2-comparison / legend_continuation_23 / text 1">
            <a:extLst xmlns:a="http://schemas.openxmlformats.org/drawingml/2006/main">
              <a:ext uri="{FF2B5EF4-FFF2-40B4-BE49-F238E27FC236}">
                <a16:creationId xmlns:a16="http://schemas.microsoft.com/office/drawing/2014/main" id="{9836846A-62A5-4282-A4A8-59FE139F866C}"/>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2-comparison / legend_continuation_24 / text 1">
            <a:extLst xmlns:a="http://schemas.openxmlformats.org/drawingml/2006/main">
              <a:ext uri="{FF2B5EF4-FFF2-40B4-BE49-F238E27FC236}">
                <a16:creationId xmlns:a16="http://schemas.microsoft.com/office/drawing/2014/main" id="{E6473929-7B0E-4007-B490-588ABA408609}"/>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2-comparison / legend_continuation_25">
            <a:extLst xmlns:a="http://schemas.openxmlformats.org/drawingml/2006/main">
              <a:ext uri="{FF2B5EF4-FFF2-40B4-BE49-F238E27FC236}">
                <a16:creationId xmlns:a16="http://schemas.microsoft.com/office/drawing/2014/main" id="{9093E95D-642A-4DFF-AD44-D45B6CC360FD}"/>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2-comparison / legend_continuation_26 / text 1">
            <a:extLst xmlns:a="http://schemas.openxmlformats.org/drawingml/2006/main">
              <a:ext uri="{FF2B5EF4-FFF2-40B4-BE49-F238E27FC236}">
                <a16:creationId xmlns:a16="http://schemas.microsoft.com/office/drawing/2014/main" id="{608FF45B-9C11-4D58-B59B-9FAA8F14718E}"/>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2-comparison / legend_continuation_27 / text 1">
            <a:extLst xmlns:a="http://schemas.openxmlformats.org/drawingml/2006/main">
              <a:ext uri="{FF2B5EF4-FFF2-40B4-BE49-F238E27FC236}">
                <a16:creationId xmlns:a16="http://schemas.microsoft.com/office/drawing/2014/main" id="{051F5BE7-41E3-413F-B173-D1DE3C8E913E}"/>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2-comparison / legend_continuation_28">
            <a:extLst xmlns:a="http://schemas.openxmlformats.org/drawingml/2006/main">
              <a:ext uri="{FF2B5EF4-FFF2-40B4-BE49-F238E27FC236}">
                <a16:creationId xmlns:a16="http://schemas.microsoft.com/office/drawing/2014/main" id="{B1559AE1-FE7D-4347-A51D-37434CD47142}"/>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2-comparison / legend_continuation_29 / text 1">
            <a:extLst xmlns:a="http://schemas.openxmlformats.org/drawingml/2006/main">
              <a:ext uri="{FF2B5EF4-FFF2-40B4-BE49-F238E27FC236}">
                <a16:creationId xmlns:a16="http://schemas.microsoft.com/office/drawing/2014/main" id="{32216A94-7033-495D-BF74-04D41CFDA673}"/>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2-comparison / legend_continuation_30 / text 1">
            <a:extLst xmlns:a="http://schemas.openxmlformats.org/drawingml/2006/main">
              <a:ext uri="{FF2B5EF4-FFF2-40B4-BE49-F238E27FC236}">
                <a16:creationId xmlns:a16="http://schemas.microsoft.com/office/drawing/2014/main" id="{6B4669D8-10B0-48AB-B0EE-8C868F1C08D4}"/>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2-comparison / n72">
            <a:extLst xmlns:a="http://schemas.openxmlformats.org/drawingml/2006/main">
              <a:ext uri="{FF2B5EF4-FFF2-40B4-BE49-F238E27FC236}">
                <a16:creationId xmlns:a16="http://schemas.microsoft.com/office/drawing/2014/main" id="{3B9CE14D-5E0B-499D-88E3-52C4F3DE865C}"/>
              </a:ext>
            </a:extLst>
          </p:cNvPr>
          <p:cNvSpPr>
            <a:spLocks xmlns:a="http://schemas.openxmlformats.org/drawingml/2006/main" noGrp="1"/>
          </p:cNvSpPr>
          <p:nvPr/>
        </p:nvSpPr>
        <p:spPr>
          <a:xfrm xmlns:a="http://schemas.openxmlformats.org/drawingml/2006/main">
            <a:off x="514350"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solid"/>
          </a:ln>
        </p:spPr>
      </p:sp>
      <p:sp>
        <p:nvSpPr>
          <p:cNvPr id="76" name="dp42-comparison / n73 / text 1">
            <a:extLst xmlns:a="http://schemas.openxmlformats.org/drawingml/2006/main">
              <a:ext uri="{FF2B5EF4-FFF2-40B4-BE49-F238E27FC236}">
                <a16:creationId xmlns:a16="http://schemas.microsoft.com/office/drawing/2014/main" id="{630AB5FD-4502-4579-9B6A-B32799D84F7F}"/>
              </a:ext>
            </a:extLst>
          </p:cNvPr>
          <p:cNvSpPr>
            <a:spLocks xmlns:a="http://schemas.openxmlformats.org/drawingml/2006/main" noGrp="1"/>
          </p:cNvSpPr>
          <p:nvPr/>
        </p:nvSpPr>
        <p:spPr>
          <a:xfrm xmlns:a="http://schemas.openxmlformats.org/drawingml/2006/main">
            <a:off x="533400"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A</a:t>
            </a:r>
          </a:p>
        </p:txBody>
      </p:sp>
      <p:sp>
        <p:nvSpPr>
          <p:cNvPr id="77" name="dp42-comparison / n74">
            <a:extLst xmlns:a="http://schemas.openxmlformats.org/drawingml/2006/main">
              <a:ext uri="{FF2B5EF4-FFF2-40B4-BE49-F238E27FC236}">
                <a16:creationId xmlns:a16="http://schemas.microsoft.com/office/drawing/2014/main" id="{9C09DEB4-A18D-4E25-8164-657CAAD0389B}"/>
              </a:ext>
            </a:extLst>
          </p:cNvPr>
          <p:cNvSpPr>
            <a:spLocks xmlns:a="http://schemas.openxmlformats.org/drawingml/2006/main" noGrp="1"/>
          </p:cNvSpPr>
          <p:nvPr/>
        </p:nvSpPr>
        <p:spPr>
          <a:xfrm xmlns:a="http://schemas.openxmlformats.org/drawingml/2006/main">
            <a:off x="885825"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dash"/>
          </a:ln>
        </p:spPr>
      </p:sp>
      <p:sp>
        <p:nvSpPr>
          <p:cNvPr id="78" name="dp42-comparison / n75 / text 1">
            <a:extLst xmlns:a="http://schemas.openxmlformats.org/drawingml/2006/main">
              <a:ext uri="{FF2B5EF4-FFF2-40B4-BE49-F238E27FC236}">
                <a16:creationId xmlns:a16="http://schemas.microsoft.com/office/drawing/2014/main" id="{E68A6D15-5DC2-4D9D-965C-AF4B47397FFA}"/>
              </a:ext>
            </a:extLst>
          </p:cNvPr>
          <p:cNvSpPr>
            <a:spLocks xmlns:a="http://schemas.openxmlformats.org/drawingml/2006/main" noGrp="1"/>
          </p:cNvSpPr>
          <p:nvPr/>
        </p:nvSpPr>
        <p:spPr>
          <a:xfrm xmlns:a="http://schemas.openxmlformats.org/drawingml/2006/main">
            <a:off x="904875"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B</a:t>
            </a:r>
          </a:p>
        </p:txBody>
      </p:sp>
      <p:sp>
        <p:nvSpPr>
          <p:cNvPr id="79" name="dp42-comparison / n76 / text 1">
            <a:extLst xmlns:a="http://schemas.openxmlformats.org/drawingml/2006/main">
              <a:ext uri="{FF2B5EF4-FFF2-40B4-BE49-F238E27FC236}">
                <a16:creationId xmlns:a16="http://schemas.microsoft.com/office/drawing/2014/main" id="{43C3A445-2067-409D-A90B-A22D59D7DCE2}"/>
              </a:ext>
            </a:extLst>
          </p:cNvPr>
          <p:cNvSpPr>
            <a:spLocks xmlns:a="http://schemas.openxmlformats.org/drawingml/2006/main" noGrp="1"/>
          </p:cNvSpPr>
          <p:nvPr/>
        </p:nvSpPr>
        <p:spPr>
          <a:xfrm xmlns:a="http://schemas.openxmlformats.org/drawingml/2006/main">
            <a:off x="514350" y="29622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실행 / 저장</a:t>
            </a:r>
          </a:p>
        </p:txBody>
      </p:sp>
      <p:sp>
        <p:nvSpPr>
          <p:cNvPr id="80" name="dp42-comparison / n76 / text 2">
            <a:extLst xmlns:a="http://schemas.openxmlformats.org/drawingml/2006/main">
              <a:ext uri="{FF2B5EF4-FFF2-40B4-BE49-F238E27FC236}">
                <a16:creationId xmlns:a16="http://schemas.microsoft.com/office/drawing/2014/main" id="{74A939AF-420E-4FFA-9AE1-CAD36407FDD6}"/>
              </a:ext>
            </a:extLst>
          </p:cNvPr>
          <p:cNvSpPr>
            <a:spLocks xmlns:a="http://schemas.openxmlformats.org/drawingml/2006/main" noGrp="1"/>
          </p:cNvSpPr>
          <p:nvPr/>
        </p:nvSpPr>
        <p:spPr>
          <a:xfrm xmlns:a="http://schemas.openxmlformats.org/drawingml/2006/main">
            <a:off x="514350" y="30765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확정 경계</a:t>
            </a:r>
          </a:p>
        </p:txBody>
      </p:sp>
      <p:sp>
        <p:nvSpPr>
          <p:cNvPr id="81" name="dp42-comparison / n77">
            <a:extLst xmlns:a="http://schemas.openxmlformats.org/drawingml/2006/main">
              <a:ext uri="{FF2B5EF4-FFF2-40B4-BE49-F238E27FC236}">
                <a16:creationId xmlns:a16="http://schemas.microsoft.com/office/drawing/2014/main" id="{FFE7BD3A-F8D2-4176-AEA7-B27013253AC4}"/>
              </a:ext>
            </a:extLst>
          </p:cNvPr>
          <p:cNvSpPr>
            <a:spLocks xmlns:a="http://schemas.openxmlformats.org/drawingml/2006/main" noGrp="1"/>
          </p:cNvSpPr>
          <p:nvPr/>
        </p:nvSpPr>
        <p:spPr>
          <a:xfrm xmlns:a="http://schemas.openxmlformats.org/drawingml/2006/main">
            <a:off x="166687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2-comparison / n78 / text 1">
            <a:extLst xmlns:a="http://schemas.openxmlformats.org/drawingml/2006/main">
              <a:ext uri="{FF2B5EF4-FFF2-40B4-BE49-F238E27FC236}">
                <a16:creationId xmlns:a16="http://schemas.microsoft.com/office/drawing/2014/main" id="{837AA157-D308-4310-8CB9-23F29A6A6F06}"/>
              </a:ext>
            </a:extLst>
          </p:cNvPr>
          <p:cNvSpPr>
            <a:spLocks xmlns:a="http://schemas.openxmlformats.org/drawingml/2006/main" noGrp="1"/>
          </p:cNvSpPr>
          <p:nvPr/>
        </p:nvSpPr>
        <p:spPr>
          <a:xfrm xmlns:a="http://schemas.openxmlformats.org/drawingml/2006/main">
            <a:off x="175260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83" name="dp42-comparison / n81 / path">
            <a:extLst xmlns:a="http://schemas.openxmlformats.org/drawingml/2006/main">
              <a:ext uri="{FF2B5EF4-FFF2-40B4-BE49-F238E27FC236}">
                <a16:creationId xmlns:a16="http://schemas.microsoft.com/office/drawing/2014/main" id="{9913037B-F916-4EC7-BA13-96FCA33C7142}"/>
              </a:ext>
            </a:extLst>
          </p:cNvPr>
          <p:cNvSpPr>
            <a:spLocks xmlns:a="http://schemas.openxmlformats.org/drawingml/2006/main" noGrp="1"/>
          </p:cNvSpPr>
          <p:nvPr/>
        </p:nvSpPr>
        <p:spPr>
          <a:xfrm xmlns:a="http://schemas.openxmlformats.org/drawingml/2006/main">
            <a:off x="423862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84" name="dp42-comparison / n81 / arrow">
            <a:extLst xmlns:a="http://schemas.openxmlformats.org/drawingml/2006/main">
              <a:ext uri="{FF2B5EF4-FFF2-40B4-BE49-F238E27FC236}">
                <a16:creationId xmlns:a16="http://schemas.microsoft.com/office/drawing/2014/main" id="{3AF0878A-A29B-49C8-988C-0E3D5FE56286}"/>
              </a:ext>
            </a:extLst>
          </p:cNvPr>
          <p:cNvSpPr>
            <a:spLocks xmlns:a="http://schemas.openxmlformats.org/drawingml/2006/main" noGrp="1"/>
          </p:cNvSpPr>
          <p:nvPr/>
        </p:nvSpPr>
        <p:spPr>
          <a:xfrm xmlns:a="http://schemas.openxmlformats.org/drawingml/2006/main">
            <a:off x="450494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85" name="dp42-comparison / n86 / path">
            <a:extLst xmlns:a="http://schemas.openxmlformats.org/drawingml/2006/main">
              <a:ext uri="{FF2B5EF4-FFF2-40B4-BE49-F238E27FC236}">
                <a16:creationId xmlns:a16="http://schemas.microsoft.com/office/drawing/2014/main" id="{D3CFE383-8AE9-48FE-B1E0-DD4169A9CE5F}"/>
              </a:ext>
            </a:extLst>
          </p:cNvPr>
          <p:cNvSpPr>
            <a:spLocks xmlns:a="http://schemas.openxmlformats.org/drawingml/2006/main" noGrp="1"/>
          </p:cNvSpPr>
          <p:nvPr/>
        </p:nvSpPr>
        <p:spPr>
          <a:xfrm xmlns:a="http://schemas.openxmlformats.org/drawingml/2006/main">
            <a:off x="310515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6" name="dp42-comparison / n91 / path">
            <a:extLst xmlns:a="http://schemas.openxmlformats.org/drawingml/2006/main">
              <a:ext uri="{FF2B5EF4-FFF2-40B4-BE49-F238E27FC236}">
                <a16:creationId xmlns:a16="http://schemas.microsoft.com/office/drawing/2014/main" id="{0188F03C-44B2-4482-B324-A214D30B4C6B}"/>
              </a:ext>
            </a:extLst>
          </p:cNvPr>
          <p:cNvSpPr>
            <a:spLocks xmlns:a="http://schemas.openxmlformats.org/drawingml/2006/main" noGrp="1"/>
          </p:cNvSpPr>
          <p:nvPr/>
        </p:nvSpPr>
        <p:spPr>
          <a:xfrm xmlns:a="http://schemas.openxmlformats.org/drawingml/2006/main">
            <a:off x="310515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87" name="dp42-comparison / n96 / path">
            <a:extLst xmlns:a="http://schemas.openxmlformats.org/drawingml/2006/main">
              <a:ext uri="{FF2B5EF4-FFF2-40B4-BE49-F238E27FC236}">
                <a16:creationId xmlns:a16="http://schemas.microsoft.com/office/drawing/2014/main" id="{CBA7E758-9E50-4AFA-B2E3-2D30F179708F}"/>
              </a:ext>
            </a:extLst>
          </p:cNvPr>
          <p:cNvSpPr>
            <a:spLocks xmlns:a="http://schemas.openxmlformats.org/drawingml/2006/main" noGrp="1"/>
          </p:cNvSpPr>
          <p:nvPr/>
        </p:nvSpPr>
        <p:spPr>
          <a:xfrm xmlns:a="http://schemas.openxmlformats.org/drawingml/2006/main">
            <a:off x="310515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8" name="dp42-comparison / n101 / path">
            <a:extLst xmlns:a="http://schemas.openxmlformats.org/drawingml/2006/main">
              <a:ext uri="{FF2B5EF4-FFF2-40B4-BE49-F238E27FC236}">
                <a16:creationId xmlns:a16="http://schemas.microsoft.com/office/drawing/2014/main" id="{69624171-32C3-49C9-8F68-A03881D96B49}"/>
              </a:ext>
            </a:extLst>
          </p:cNvPr>
          <p:cNvSpPr>
            <a:spLocks xmlns:a="http://schemas.openxmlformats.org/drawingml/2006/main" noGrp="1"/>
          </p:cNvSpPr>
          <p:nvPr/>
        </p:nvSpPr>
        <p:spPr>
          <a:xfrm xmlns:a="http://schemas.openxmlformats.org/drawingml/2006/main">
            <a:off x="310515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9" name="dp42-comparison / n104">
            <a:extLst xmlns:a="http://schemas.openxmlformats.org/drawingml/2006/main">
              <a:ext uri="{FF2B5EF4-FFF2-40B4-BE49-F238E27FC236}">
                <a16:creationId xmlns:a16="http://schemas.microsoft.com/office/drawing/2014/main" id="{C8E1F564-614E-4D62-A23E-CA4A184213A7}"/>
              </a:ext>
            </a:extLst>
          </p:cNvPr>
          <p:cNvSpPr>
            <a:spLocks xmlns:a="http://schemas.openxmlformats.org/drawingml/2006/main" noGrp="1"/>
          </p:cNvSpPr>
          <p:nvPr/>
        </p:nvSpPr>
        <p:spPr>
          <a:xfrm xmlns:a="http://schemas.openxmlformats.org/drawingml/2006/main">
            <a:off x="1571625" y="3638550"/>
            <a:ext cx="771525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90" name="dp42-comparison / n105 / text 1">
            <a:extLst xmlns:a="http://schemas.openxmlformats.org/drawingml/2006/main">
              <a:ext uri="{FF2B5EF4-FFF2-40B4-BE49-F238E27FC236}">
                <a16:creationId xmlns:a16="http://schemas.microsoft.com/office/drawing/2014/main" id="{D15F40C0-A9EA-4127-BE09-F73BD5C737DF}"/>
              </a:ext>
            </a:extLst>
          </p:cNvPr>
          <p:cNvSpPr>
            <a:spLocks xmlns:a="http://schemas.openxmlformats.org/drawingml/2006/main" noGrp="1"/>
          </p:cNvSpPr>
          <p:nvPr/>
        </p:nvSpPr>
        <p:spPr>
          <a:xfrm xmlns:a="http://schemas.openxmlformats.org/drawingml/2006/main">
            <a:off x="1695450" y="37338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VIA Core 실행 경계</a:t>
            </a:r>
          </a:p>
        </p:txBody>
      </p:sp>
      <p:sp>
        <p:nvSpPr>
          <p:cNvPr id="91" name="dp42-comparison / n108">
            <a:extLst xmlns:a="http://schemas.openxmlformats.org/drawingml/2006/main">
              <a:ext uri="{FF2B5EF4-FFF2-40B4-BE49-F238E27FC236}">
                <a16:creationId xmlns:a16="http://schemas.microsoft.com/office/drawing/2014/main" id="{C17E54AC-B15D-4DAB-AA5C-EA6DE646183A}"/>
              </a:ext>
            </a:extLst>
          </p:cNvPr>
          <p:cNvSpPr>
            <a:spLocks xmlns:a="http://schemas.openxmlformats.org/drawingml/2006/main" noGrp="1"/>
          </p:cNvSpPr>
          <p:nvPr/>
        </p:nvSpPr>
        <p:spPr>
          <a:xfrm xmlns:a="http://schemas.openxmlformats.org/drawingml/2006/main">
            <a:off x="171450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2" name="dp42-comparison / n109 / text 1">
            <a:extLst xmlns:a="http://schemas.openxmlformats.org/drawingml/2006/main">
              <a:ext uri="{FF2B5EF4-FFF2-40B4-BE49-F238E27FC236}">
                <a16:creationId xmlns:a16="http://schemas.microsoft.com/office/drawing/2014/main" id="{E41D0C45-C48B-4EF1-9915-4EB45FA2B86A}"/>
              </a:ext>
            </a:extLst>
          </p:cNvPr>
          <p:cNvSpPr>
            <a:spLocks xmlns:a="http://schemas.openxmlformats.org/drawingml/2006/main" noGrp="1"/>
          </p:cNvSpPr>
          <p:nvPr/>
        </p:nvSpPr>
        <p:spPr>
          <a:xfrm xmlns:a="http://schemas.openxmlformats.org/drawingml/2006/main">
            <a:off x="183832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93" name="dp42-comparison / n110">
            <a:extLst xmlns:a="http://schemas.openxmlformats.org/drawingml/2006/main">
              <a:ext uri="{FF2B5EF4-FFF2-40B4-BE49-F238E27FC236}">
                <a16:creationId xmlns:a16="http://schemas.microsoft.com/office/drawing/2014/main" id="{ABD76D8D-C4C6-45FC-9D92-D545712E85EE}"/>
              </a:ext>
            </a:extLst>
          </p:cNvPr>
          <p:cNvSpPr>
            <a:spLocks xmlns:a="http://schemas.openxmlformats.org/drawingml/2006/main" noGrp="1"/>
          </p:cNvSpPr>
          <p:nvPr/>
        </p:nvSpPr>
        <p:spPr>
          <a:xfrm xmlns:a="http://schemas.openxmlformats.org/drawingml/2006/main">
            <a:off x="180975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94" name="dp42-comparison / n111 / text 1">
            <a:extLst xmlns:a="http://schemas.openxmlformats.org/drawingml/2006/main">
              <a:ext uri="{FF2B5EF4-FFF2-40B4-BE49-F238E27FC236}">
                <a16:creationId xmlns:a16="http://schemas.microsoft.com/office/drawing/2014/main" id="{68E1B450-53E5-4C87-B368-CBB255BCBA9B}"/>
              </a:ext>
            </a:extLst>
          </p:cNvPr>
          <p:cNvSpPr>
            <a:spLocks xmlns:a="http://schemas.openxmlformats.org/drawingml/2006/main" noGrp="1"/>
          </p:cNvSpPr>
          <p:nvPr/>
        </p:nvSpPr>
        <p:spPr>
          <a:xfrm xmlns:a="http://schemas.openxmlformats.org/drawingml/2006/main">
            <a:off x="189547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95" name="dp42-comparison / n112">
            <a:extLst xmlns:a="http://schemas.openxmlformats.org/drawingml/2006/main">
              <a:ext uri="{FF2B5EF4-FFF2-40B4-BE49-F238E27FC236}">
                <a16:creationId xmlns:a16="http://schemas.microsoft.com/office/drawing/2014/main" id="{E778BD3E-EC9B-46DD-B756-D2EBEDAACC40}"/>
              </a:ext>
            </a:extLst>
          </p:cNvPr>
          <p:cNvSpPr>
            <a:spLocks xmlns:a="http://schemas.openxmlformats.org/drawingml/2006/main" noGrp="1"/>
          </p:cNvSpPr>
          <p:nvPr/>
        </p:nvSpPr>
        <p:spPr>
          <a:xfrm xmlns:a="http://schemas.openxmlformats.org/drawingml/2006/main">
            <a:off x="595312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2-comparison / n113 / text 1">
            <a:extLst xmlns:a="http://schemas.openxmlformats.org/drawingml/2006/main">
              <a:ext uri="{FF2B5EF4-FFF2-40B4-BE49-F238E27FC236}">
                <a16:creationId xmlns:a16="http://schemas.microsoft.com/office/drawing/2014/main" id="{D56483F7-8F36-4C24-906C-FA0192AB6AC9}"/>
              </a:ext>
            </a:extLst>
          </p:cNvPr>
          <p:cNvSpPr>
            <a:spLocks xmlns:a="http://schemas.openxmlformats.org/drawingml/2006/main" noGrp="1"/>
          </p:cNvSpPr>
          <p:nvPr/>
        </p:nvSpPr>
        <p:spPr>
          <a:xfrm xmlns:a="http://schemas.openxmlformats.org/drawingml/2006/main">
            <a:off x="607695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97" name="dp42-comparison / n114">
            <a:extLst xmlns:a="http://schemas.openxmlformats.org/drawingml/2006/main">
              <a:ext uri="{FF2B5EF4-FFF2-40B4-BE49-F238E27FC236}">
                <a16:creationId xmlns:a16="http://schemas.microsoft.com/office/drawing/2014/main" id="{498E8CA4-D4C2-49B6-8C7E-BE109FB6932D}"/>
              </a:ext>
            </a:extLst>
          </p:cNvPr>
          <p:cNvSpPr>
            <a:spLocks xmlns:a="http://schemas.openxmlformats.org/drawingml/2006/main" noGrp="1"/>
          </p:cNvSpPr>
          <p:nvPr/>
        </p:nvSpPr>
        <p:spPr>
          <a:xfrm xmlns:a="http://schemas.openxmlformats.org/drawingml/2006/main">
            <a:off x="6096000" y="4400550"/>
            <a:ext cx="2905125"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000000"/>
            </a:solidFill>
            <a:prstDash val="solid"/>
          </a:ln>
        </p:spPr>
      </p:sp>
      <p:sp>
        <p:nvSpPr>
          <p:cNvPr id="98" name="dp42-comparison / n115 / text 1">
            <a:extLst xmlns:a="http://schemas.openxmlformats.org/drawingml/2006/main">
              <a:ext uri="{FF2B5EF4-FFF2-40B4-BE49-F238E27FC236}">
                <a16:creationId xmlns:a16="http://schemas.microsoft.com/office/drawing/2014/main" id="{E104304E-2968-40A7-BE34-FC685466C3EC}"/>
              </a:ext>
            </a:extLst>
          </p:cNvPr>
          <p:cNvSpPr>
            <a:spLocks xmlns:a="http://schemas.openxmlformats.org/drawingml/2006/main" noGrp="1"/>
          </p:cNvSpPr>
          <p:nvPr/>
        </p:nvSpPr>
        <p:spPr>
          <a:xfrm xmlns:a="http://schemas.openxmlformats.org/drawingml/2006/main">
            <a:off x="618172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99" name="dp42-comparison / n116">
            <a:extLst xmlns:a="http://schemas.openxmlformats.org/drawingml/2006/main">
              <a:ext uri="{FF2B5EF4-FFF2-40B4-BE49-F238E27FC236}">
                <a16:creationId xmlns:a16="http://schemas.microsoft.com/office/drawing/2014/main" id="{3B437977-0068-4314-88F2-1106BEF8EEF2}"/>
              </a:ext>
            </a:extLst>
          </p:cNvPr>
          <p:cNvSpPr>
            <a:spLocks xmlns:a="http://schemas.openxmlformats.org/drawingml/2006/main" noGrp="1"/>
          </p:cNvSpPr>
          <p:nvPr/>
        </p:nvSpPr>
        <p:spPr>
          <a:xfrm xmlns:a="http://schemas.openxmlformats.org/drawingml/2006/main">
            <a:off x="604837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0" name="dp42-comparison / n117 / text 1">
            <a:extLst xmlns:a="http://schemas.openxmlformats.org/drawingml/2006/main">
              <a:ext uri="{FF2B5EF4-FFF2-40B4-BE49-F238E27FC236}">
                <a16:creationId xmlns:a16="http://schemas.microsoft.com/office/drawing/2014/main" id="{87DCAEC1-E2DA-4F5A-B7A5-8CA86AEE08F3}"/>
              </a:ext>
            </a:extLst>
          </p:cNvPr>
          <p:cNvSpPr>
            <a:spLocks xmlns:a="http://schemas.openxmlformats.org/drawingml/2006/main" noGrp="1"/>
          </p:cNvSpPr>
          <p:nvPr/>
        </p:nvSpPr>
        <p:spPr>
          <a:xfrm xmlns:a="http://schemas.openxmlformats.org/drawingml/2006/main">
            <a:off x="613410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101" name="dp42-comparison / n118">
            <a:extLst xmlns:a="http://schemas.openxmlformats.org/drawingml/2006/main">
              <a:ext uri="{FF2B5EF4-FFF2-40B4-BE49-F238E27FC236}">
                <a16:creationId xmlns:a16="http://schemas.microsoft.com/office/drawing/2014/main" id="{5CB6CF0D-2A0A-4F26-A39D-F5B762011FB1}"/>
              </a:ext>
            </a:extLst>
          </p:cNvPr>
          <p:cNvSpPr>
            <a:spLocks xmlns:a="http://schemas.openxmlformats.org/drawingml/2006/main" noGrp="1"/>
          </p:cNvSpPr>
          <p:nvPr/>
        </p:nvSpPr>
        <p:spPr>
          <a:xfrm xmlns:a="http://schemas.openxmlformats.org/drawingml/2006/main">
            <a:off x="171450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2-comparison / n119 / text 1">
            <a:extLst xmlns:a="http://schemas.openxmlformats.org/drawingml/2006/main">
              <a:ext uri="{FF2B5EF4-FFF2-40B4-BE49-F238E27FC236}">
                <a16:creationId xmlns:a16="http://schemas.microsoft.com/office/drawing/2014/main" id="{0D5CE792-9E2D-4D98-A763-00A88A42AE45}"/>
              </a:ext>
            </a:extLst>
          </p:cNvPr>
          <p:cNvSpPr>
            <a:spLocks xmlns:a="http://schemas.openxmlformats.org/drawingml/2006/main" noGrp="1"/>
          </p:cNvSpPr>
          <p:nvPr/>
        </p:nvSpPr>
        <p:spPr>
          <a:xfrm xmlns:a="http://schemas.openxmlformats.org/drawingml/2006/main">
            <a:off x="183832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03" name="dp42-comparison / n120">
            <a:extLst xmlns:a="http://schemas.openxmlformats.org/drawingml/2006/main">
              <a:ext uri="{FF2B5EF4-FFF2-40B4-BE49-F238E27FC236}">
                <a16:creationId xmlns:a16="http://schemas.microsoft.com/office/drawing/2014/main" id="{99BE0AF7-B750-4933-B22F-76F175964965}"/>
              </a:ext>
            </a:extLst>
          </p:cNvPr>
          <p:cNvSpPr>
            <a:spLocks xmlns:a="http://schemas.openxmlformats.org/drawingml/2006/main" noGrp="1"/>
          </p:cNvSpPr>
          <p:nvPr/>
        </p:nvSpPr>
        <p:spPr>
          <a:xfrm xmlns:a="http://schemas.openxmlformats.org/drawingml/2006/main">
            <a:off x="180975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4" name="dp42-comparison / n121 / text 1">
            <a:extLst xmlns:a="http://schemas.openxmlformats.org/drawingml/2006/main">
              <a:ext uri="{FF2B5EF4-FFF2-40B4-BE49-F238E27FC236}">
                <a16:creationId xmlns:a16="http://schemas.microsoft.com/office/drawing/2014/main" id="{0DF50C96-D71E-420E-83B3-76A934189444}"/>
              </a:ext>
            </a:extLst>
          </p:cNvPr>
          <p:cNvSpPr>
            <a:spLocks xmlns:a="http://schemas.openxmlformats.org/drawingml/2006/main" noGrp="1"/>
          </p:cNvSpPr>
          <p:nvPr/>
        </p:nvSpPr>
        <p:spPr>
          <a:xfrm xmlns:a="http://schemas.openxmlformats.org/drawingml/2006/main">
            <a:off x="189547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105" name="dp42-comparison / n122">
            <a:extLst xmlns:a="http://schemas.openxmlformats.org/drawingml/2006/main">
              <a:ext uri="{FF2B5EF4-FFF2-40B4-BE49-F238E27FC236}">
                <a16:creationId xmlns:a16="http://schemas.microsoft.com/office/drawing/2014/main" id="{BF7AF3B0-E203-4106-BCA3-D0360648638D}"/>
              </a:ext>
            </a:extLst>
          </p:cNvPr>
          <p:cNvSpPr>
            <a:spLocks xmlns:a="http://schemas.openxmlformats.org/drawingml/2006/main" noGrp="1"/>
          </p:cNvSpPr>
          <p:nvPr/>
        </p:nvSpPr>
        <p:spPr>
          <a:xfrm xmlns:a="http://schemas.openxmlformats.org/drawingml/2006/main">
            <a:off x="595312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6" name="dp42-comparison / n123 / text 1">
            <a:extLst xmlns:a="http://schemas.openxmlformats.org/drawingml/2006/main">
              <a:ext uri="{FF2B5EF4-FFF2-40B4-BE49-F238E27FC236}">
                <a16:creationId xmlns:a16="http://schemas.microsoft.com/office/drawing/2014/main" id="{E8EEFD4C-46A9-4DCC-86F9-4A0957C14E44}"/>
              </a:ext>
            </a:extLst>
          </p:cNvPr>
          <p:cNvSpPr>
            <a:spLocks xmlns:a="http://schemas.openxmlformats.org/drawingml/2006/main" noGrp="1"/>
          </p:cNvSpPr>
          <p:nvPr/>
        </p:nvSpPr>
        <p:spPr>
          <a:xfrm xmlns:a="http://schemas.openxmlformats.org/drawingml/2006/main">
            <a:off x="603885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107" name="dp42-comparison / n126 / path">
            <a:extLst xmlns:a="http://schemas.openxmlformats.org/drawingml/2006/main">
              <a:ext uri="{FF2B5EF4-FFF2-40B4-BE49-F238E27FC236}">
                <a16:creationId xmlns:a16="http://schemas.microsoft.com/office/drawing/2014/main" id="{D76B324A-A859-4F17-9EF4-B41332197409}"/>
              </a:ext>
            </a:extLst>
          </p:cNvPr>
          <p:cNvSpPr>
            <a:spLocks xmlns:a="http://schemas.openxmlformats.org/drawingml/2006/main" noGrp="1"/>
          </p:cNvSpPr>
          <p:nvPr/>
        </p:nvSpPr>
        <p:spPr>
          <a:xfrm xmlns:a="http://schemas.openxmlformats.org/drawingml/2006/main">
            <a:off x="157162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108" name="dp42-comparison / n126 / arrow">
            <a:extLst xmlns:a="http://schemas.openxmlformats.org/drawingml/2006/main">
              <a:ext uri="{FF2B5EF4-FFF2-40B4-BE49-F238E27FC236}">
                <a16:creationId xmlns:a16="http://schemas.microsoft.com/office/drawing/2014/main" id="{9CE673C1-24F4-4A17-89BB-80508663F4A0}"/>
              </a:ext>
            </a:extLst>
          </p:cNvPr>
          <p:cNvSpPr>
            <a:spLocks xmlns:a="http://schemas.openxmlformats.org/drawingml/2006/main" noGrp="1"/>
          </p:cNvSpPr>
          <p:nvPr/>
        </p:nvSpPr>
        <p:spPr>
          <a:xfrm xmlns:a="http://schemas.openxmlformats.org/drawingml/2006/main">
            <a:off x="164744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9" name="dp42-comparison / n127">
            <a:extLst xmlns:a="http://schemas.openxmlformats.org/drawingml/2006/main">
              <a:ext uri="{FF2B5EF4-FFF2-40B4-BE49-F238E27FC236}">
                <a16:creationId xmlns:a16="http://schemas.microsoft.com/office/drawing/2014/main" id="{E9FDA494-A21B-417B-92FA-AD3CF3C17587}"/>
              </a:ext>
            </a:extLst>
          </p:cNvPr>
          <p:cNvSpPr>
            <a:spLocks xmlns:a="http://schemas.openxmlformats.org/drawingml/2006/main" noGrp="1"/>
          </p:cNvSpPr>
          <p:nvPr/>
        </p:nvSpPr>
        <p:spPr>
          <a:xfrm xmlns:a="http://schemas.openxmlformats.org/drawingml/2006/main">
            <a:off x="5000625" y="5629275"/>
            <a:ext cx="4048125" cy="352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2-comparison / n128 / text 1">
            <a:extLst xmlns:a="http://schemas.openxmlformats.org/drawingml/2006/main">
              <a:ext uri="{FF2B5EF4-FFF2-40B4-BE49-F238E27FC236}">
                <a16:creationId xmlns:a16="http://schemas.microsoft.com/office/drawing/2014/main" id="{A2C9F874-61F4-41A9-84AB-517AA1BA7231}"/>
              </a:ext>
            </a:extLst>
          </p:cNvPr>
          <p:cNvSpPr>
            <a:spLocks xmlns:a="http://schemas.openxmlformats.org/drawingml/2006/main" noGrp="1"/>
          </p:cNvSpPr>
          <p:nvPr/>
        </p:nvSpPr>
        <p:spPr>
          <a:xfrm xmlns:a="http://schemas.openxmlformats.org/drawingml/2006/main">
            <a:off x="5124450" y="5724525"/>
            <a:ext cx="38004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State Store</a:t>
            </a:r>
          </a:p>
        </p:txBody>
      </p:sp>
      <p:sp>
        <p:nvSpPr>
          <p:cNvPr id="111" name="dp42-comparison / n129">
            <a:extLst xmlns:a="http://schemas.openxmlformats.org/drawingml/2006/main">
              <a:ext uri="{FF2B5EF4-FFF2-40B4-BE49-F238E27FC236}">
                <a16:creationId xmlns:a16="http://schemas.microsoft.com/office/drawing/2014/main" id="{30446C53-8530-404E-9495-2CA0509D8954}"/>
              </a:ext>
            </a:extLst>
          </p:cNvPr>
          <p:cNvSpPr>
            <a:spLocks xmlns:a="http://schemas.openxmlformats.org/drawingml/2006/main" noGrp="1"/>
          </p:cNvSpPr>
          <p:nvPr/>
        </p:nvSpPr>
        <p:spPr>
          <a:xfrm xmlns:a="http://schemas.openxmlformats.org/drawingml/2006/main">
            <a:off x="7096125" y="5676900"/>
            <a:ext cx="1809750" cy="238125"/>
          </a:xfrm>
          <a:prstGeom xmlns:a="http://schemas.openxmlformats.org/drawingml/2006/main" prst="roundRect">
            <a:avLst>
              <a:gd name="adj" fmla="val 32000"/>
            </a:avLst>
          </a:prstGeom>
          <a:solidFill xmlns:a="http://schemas.openxmlformats.org/drawingml/2006/main">
            <a:srgbClr val="FFF0DD"/>
          </a:solidFill>
          <a:ln xmlns:a="http://schemas.openxmlformats.org/drawingml/2006/main" w="17145">
            <a:solidFill>
              <a:srgbClr val="B8753F"/>
            </a:solidFill>
            <a:prstDash val="solid"/>
          </a:ln>
        </p:spPr>
      </p:sp>
      <p:sp>
        <p:nvSpPr>
          <p:cNvPr id="112" name="dp42-comparison / n130 / text 1">
            <a:extLst xmlns:a="http://schemas.openxmlformats.org/drawingml/2006/main">
              <a:ext uri="{FF2B5EF4-FFF2-40B4-BE49-F238E27FC236}">
                <a16:creationId xmlns:a16="http://schemas.microsoft.com/office/drawing/2014/main" id="{D96E1102-B49C-403B-9A6E-F6134352BA31}"/>
              </a:ext>
            </a:extLst>
          </p:cNvPr>
          <p:cNvSpPr>
            <a:spLocks xmlns:a="http://schemas.openxmlformats.org/drawingml/2006/main" noGrp="1"/>
          </p:cNvSpPr>
          <p:nvPr/>
        </p:nvSpPr>
        <p:spPr>
          <a:xfrm xmlns:a="http://schemas.openxmlformats.org/drawingml/2006/main">
            <a:off x="7181850" y="5709285"/>
            <a:ext cx="16383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트랜잭션 관리자</a:t>
            </a:r>
          </a:p>
        </p:txBody>
      </p:sp>
      <p:sp>
        <p:nvSpPr>
          <p:cNvPr id="113" name="dp42-comparison / n131 / path">
            <a:extLst xmlns:a="http://schemas.openxmlformats.org/drawingml/2006/main">
              <a:ext uri="{FF2B5EF4-FFF2-40B4-BE49-F238E27FC236}">
                <a16:creationId xmlns:a16="http://schemas.microsoft.com/office/drawing/2014/main" id="{42D787F6-E3F0-4F6C-9468-07A5E154481E}"/>
              </a:ext>
            </a:extLst>
          </p:cNvPr>
          <p:cNvSpPr>
            <a:spLocks xmlns:a="http://schemas.openxmlformats.org/drawingml/2006/main" noGrp="1"/>
          </p:cNvSpPr>
          <p:nvPr/>
        </p:nvSpPr>
        <p:spPr>
          <a:xfrm xmlns:a="http://schemas.openxmlformats.org/drawingml/2006/main">
            <a:off x="4667250" y="4371975"/>
            <a:ext cx="2952750" cy="1304925"/>
          </a:xfrm>
          <a:custGeom xmlns:a="http://schemas.openxmlformats.org/drawingml/2006/main">
            <a:pathLst>
              <a:path w="2952750" h="1304925">
                <a:moveTo>
                  <a:pt x="0" y="0"/>
                </a:moveTo>
                <a:lnTo>
                  <a:pt x="190500" y="0"/>
                </a:lnTo>
                <a:lnTo>
                  <a:pt x="190500" y="1219200"/>
                </a:lnTo>
                <a:lnTo>
                  <a:pt x="2952750" y="1219200"/>
                </a:lnTo>
                <a:lnTo>
                  <a:pt x="2952750" y="1304925"/>
                </a:lnTo>
              </a:path>
            </a:pathLst>
          </a:custGeom>
          <a:noFill xmlns:a="http://schemas.openxmlformats.org/drawingml/2006/main"/>
          <a:ln xmlns:a="http://schemas.openxmlformats.org/drawingml/2006/main" w="10478">
            <a:solidFill>
              <a:srgbClr val="000000"/>
            </a:solidFill>
            <a:prstDash val="solid"/>
          </a:ln>
        </p:spPr>
      </p:sp>
      <p:sp>
        <p:nvSpPr>
          <p:cNvPr id="114" name="dp42-comparison / n131 / arrow">
            <a:extLst xmlns:a="http://schemas.openxmlformats.org/drawingml/2006/main">
              <a:ext uri="{FF2B5EF4-FFF2-40B4-BE49-F238E27FC236}">
                <a16:creationId xmlns:a16="http://schemas.microsoft.com/office/drawing/2014/main" id="{D7BD7B37-779D-4E02-8621-6AB8328C4B8E}"/>
              </a:ext>
            </a:extLst>
          </p:cNvPr>
          <p:cNvSpPr>
            <a:spLocks xmlns:a="http://schemas.openxmlformats.org/drawingml/2006/main" noGrp="1"/>
          </p:cNvSpPr>
          <p:nvPr/>
        </p:nvSpPr>
        <p:spPr>
          <a:xfrm xmlns:a="http://schemas.openxmlformats.org/drawingml/2006/main">
            <a:off x="7586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5" name="dp42-comparison / n132 / path">
            <a:extLst xmlns:a="http://schemas.openxmlformats.org/drawingml/2006/main">
              <a:ext uri="{FF2B5EF4-FFF2-40B4-BE49-F238E27FC236}">
                <a16:creationId xmlns:a16="http://schemas.microsoft.com/office/drawing/2014/main" id="{D8690226-1C08-4B81-8B58-AD35C2616D17}"/>
              </a:ext>
            </a:extLst>
          </p:cNvPr>
          <p:cNvSpPr>
            <a:spLocks xmlns:a="http://schemas.openxmlformats.org/drawingml/2006/main" noGrp="1"/>
          </p:cNvSpPr>
          <p:nvPr/>
        </p:nvSpPr>
        <p:spPr>
          <a:xfrm xmlns:a="http://schemas.openxmlformats.org/drawingml/2006/main">
            <a:off x="5848350" y="4371975"/>
            <a:ext cx="2152650" cy="1304925"/>
          </a:xfrm>
          <a:custGeom xmlns:a="http://schemas.openxmlformats.org/drawingml/2006/main">
            <a:pathLst>
              <a:path w="2152650" h="1304925">
                <a:moveTo>
                  <a:pt x="104775" y="0"/>
                </a:moveTo>
                <a:lnTo>
                  <a:pt x="0" y="0"/>
                </a:lnTo>
                <a:lnTo>
                  <a:pt x="0" y="1190625"/>
                </a:lnTo>
                <a:lnTo>
                  <a:pt x="2152650" y="1190625"/>
                </a:lnTo>
                <a:lnTo>
                  <a:pt x="2152650" y="1304925"/>
                </a:lnTo>
              </a:path>
            </a:pathLst>
          </a:custGeom>
          <a:noFill xmlns:a="http://schemas.openxmlformats.org/drawingml/2006/main"/>
          <a:ln xmlns:a="http://schemas.openxmlformats.org/drawingml/2006/main" w="10478">
            <a:solidFill>
              <a:srgbClr val="000000"/>
            </a:solidFill>
            <a:prstDash val="solid"/>
          </a:ln>
        </p:spPr>
      </p:sp>
      <p:sp>
        <p:nvSpPr>
          <p:cNvPr id="116" name="dp42-comparison / n132 / arrow">
            <a:extLst xmlns:a="http://schemas.openxmlformats.org/drawingml/2006/main">
              <a:ext uri="{FF2B5EF4-FFF2-40B4-BE49-F238E27FC236}">
                <a16:creationId xmlns:a16="http://schemas.microsoft.com/office/drawing/2014/main" id="{E78CCD6D-D9B3-49F1-8AF3-35342CBD9732}"/>
              </a:ext>
            </a:extLst>
          </p:cNvPr>
          <p:cNvSpPr>
            <a:spLocks xmlns:a="http://schemas.openxmlformats.org/drawingml/2006/main" noGrp="1"/>
          </p:cNvSpPr>
          <p:nvPr/>
        </p:nvSpPr>
        <p:spPr>
          <a:xfrm xmlns:a="http://schemas.openxmlformats.org/drawingml/2006/main">
            <a:off x="7967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7" name="dp42-comparison / n133 / path">
            <a:extLst xmlns:a="http://schemas.openxmlformats.org/drawingml/2006/main">
              <a:ext uri="{FF2B5EF4-FFF2-40B4-BE49-F238E27FC236}">
                <a16:creationId xmlns:a16="http://schemas.microsoft.com/office/drawing/2014/main" id="{9F880A11-0AF8-44E7-807A-D388F4A7AC36}"/>
              </a:ext>
            </a:extLst>
          </p:cNvPr>
          <p:cNvSpPr>
            <a:spLocks xmlns:a="http://schemas.openxmlformats.org/drawingml/2006/main" noGrp="1"/>
          </p:cNvSpPr>
          <p:nvPr/>
        </p:nvSpPr>
        <p:spPr>
          <a:xfrm xmlns:a="http://schemas.openxmlformats.org/drawingml/2006/main">
            <a:off x="4667250" y="4314825"/>
            <a:ext cx="2428875" cy="1704975"/>
          </a:xfrm>
          <a:custGeom xmlns:a="http://schemas.openxmlformats.org/drawingml/2006/main">
            <a:pathLst>
              <a:path w="2428875" h="1704975">
                <a:moveTo>
                  <a:pt x="2428875" y="1481138"/>
                </a:moveTo>
                <a:lnTo>
                  <a:pt x="2343150" y="1481138"/>
                </a:lnTo>
                <a:lnTo>
                  <a:pt x="2343150" y="1704975"/>
                </a:lnTo>
                <a:lnTo>
                  <a:pt x="228600" y="1704975"/>
                </a:lnTo>
                <a:lnTo>
                  <a:pt x="228600" y="0"/>
                </a:lnTo>
                <a:lnTo>
                  <a:pt x="0" y="0"/>
                </a:lnTo>
              </a:path>
            </a:pathLst>
          </a:custGeom>
          <a:noFill xmlns:a="http://schemas.openxmlformats.org/drawingml/2006/main"/>
          <a:ln xmlns:a="http://schemas.openxmlformats.org/drawingml/2006/main" w="10478">
            <a:solidFill>
              <a:srgbClr val="000000"/>
            </a:solidFill>
            <a:prstDash val="dash"/>
          </a:ln>
        </p:spPr>
      </p:sp>
      <p:sp>
        <p:nvSpPr>
          <p:cNvPr id="118" name="dp42-comparison / n133 / arrow">
            <a:extLst xmlns:a="http://schemas.openxmlformats.org/drawingml/2006/main">
              <a:ext uri="{FF2B5EF4-FFF2-40B4-BE49-F238E27FC236}">
                <a16:creationId xmlns:a16="http://schemas.microsoft.com/office/drawing/2014/main" id="{71BB299B-B18C-48E1-9173-8D6CF9E6076E}"/>
              </a:ext>
            </a:extLst>
          </p:cNvPr>
          <p:cNvSpPr>
            <a:spLocks xmlns:a="http://schemas.openxmlformats.org/drawingml/2006/main" noGrp="1"/>
          </p:cNvSpPr>
          <p:nvPr/>
        </p:nvSpPr>
        <p:spPr>
          <a:xfrm xmlns:a="http://schemas.openxmlformats.org/drawingml/2006/main">
            <a:off x="466725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9" name="dp42-comparison / n134 / path">
            <a:extLst xmlns:a="http://schemas.openxmlformats.org/drawingml/2006/main">
              <a:ext uri="{FF2B5EF4-FFF2-40B4-BE49-F238E27FC236}">
                <a16:creationId xmlns:a16="http://schemas.microsoft.com/office/drawing/2014/main" id="{B9936ECE-56D1-4DAD-A610-A5B0B1A53E71}"/>
              </a:ext>
            </a:extLst>
          </p:cNvPr>
          <p:cNvSpPr>
            <a:spLocks xmlns:a="http://schemas.openxmlformats.org/drawingml/2006/main" noGrp="1"/>
          </p:cNvSpPr>
          <p:nvPr/>
        </p:nvSpPr>
        <p:spPr>
          <a:xfrm xmlns:a="http://schemas.openxmlformats.org/drawingml/2006/main">
            <a:off x="8905875" y="4314825"/>
            <a:ext cx="295275" cy="1481138"/>
          </a:xfrm>
          <a:custGeom xmlns:a="http://schemas.openxmlformats.org/drawingml/2006/main">
            <a:pathLst>
              <a:path w="295275" h="1481138">
                <a:moveTo>
                  <a:pt x="0" y="1481138"/>
                </a:moveTo>
                <a:lnTo>
                  <a:pt x="295275" y="1481138"/>
                </a:lnTo>
                <a:lnTo>
                  <a:pt x="295275" y="0"/>
                </a:lnTo>
                <a:lnTo>
                  <a:pt x="238125" y="0"/>
                </a:lnTo>
              </a:path>
            </a:pathLst>
          </a:custGeom>
          <a:noFill xmlns:a="http://schemas.openxmlformats.org/drawingml/2006/main"/>
          <a:ln xmlns:a="http://schemas.openxmlformats.org/drawingml/2006/main" w="10478">
            <a:solidFill>
              <a:srgbClr val="000000"/>
            </a:solidFill>
            <a:prstDash val="dash"/>
          </a:ln>
        </p:spPr>
      </p:sp>
      <p:sp>
        <p:nvSpPr>
          <p:cNvPr id="120" name="dp42-comparison / n134 / arrow">
            <a:extLst xmlns:a="http://schemas.openxmlformats.org/drawingml/2006/main">
              <a:ext uri="{FF2B5EF4-FFF2-40B4-BE49-F238E27FC236}">
                <a16:creationId xmlns:a16="http://schemas.microsoft.com/office/drawing/2014/main" id="{F66B7812-AA4F-46E1-BE63-40B18C355522}"/>
              </a:ext>
            </a:extLst>
          </p:cNvPr>
          <p:cNvSpPr>
            <a:spLocks xmlns:a="http://schemas.openxmlformats.org/drawingml/2006/main" noGrp="1"/>
          </p:cNvSpPr>
          <p:nvPr/>
        </p:nvSpPr>
        <p:spPr>
          <a:xfrm xmlns:a="http://schemas.openxmlformats.org/drawingml/2006/main">
            <a:off x="914400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2-comparison / n139 / path">
            <a:extLst xmlns:a="http://schemas.openxmlformats.org/drawingml/2006/main">
              <a:ext uri="{FF2B5EF4-FFF2-40B4-BE49-F238E27FC236}">
                <a16:creationId xmlns:a16="http://schemas.microsoft.com/office/drawing/2014/main" id="{07E4188A-1D39-4748-A87E-974458F7CD0D}"/>
              </a:ext>
            </a:extLst>
          </p:cNvPr>
          <p:cNvSpPr>
            <a:spLocks xmlns:a="http://schemas.openxmlformats.org/drawingml/2006/main" noGrp="1"/>
          </p:cNvSpPr>
          <p:nvPr/>
        </p:nvSpPr>
        <p:spPr>
          <a:xfrm xmlns:a="http://schemas.openxmlformats.org/drawingml/2006/main">
            <a:off x="754856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122" name="dp42-comparison / n139 / arrow">
            <a:extLst xmlns:a="http://schemas.openxmlformats.org/drawingml/2006/main">
              <a:ext uri="{FF2B5EF4-FFF2-40B4-BE49-F238E27FC236}">
                <a16:creationId xmlns:a16="http://schemas.microsoft.com/office/drawing/2014/main" id="{65116B88-47CE-4EEA-B2CA-D858035F81B3}"/>
              </a:ext>
            </a:extLst>
          </p:cNvPr>
          <p:cNvSpPr>
            <a:spLocks xmlns:a="http://schemas.openxmlformats.org/drawingml/2006/main" noGrp="1"/>
          </p:cNvSpPr>
          <p:nvPr/>
        </p:nvSpPr>
        <p:spPr>
          <a:xfrm xmlns:a="http://schemas.openxmlformats.org/drawingml/2006/main">
            <a:off x="751503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23" name="dp42-comparison / n144 / path">
            <a:extLst xmlns:a="http://schemas.openxmlformats.org/drawingml/2006/main">
              <a:ext uri="{FF2B5EF4-FFF2-40B4-BE49-F238E27FC236}">
                <a16:creationId xmlns:a16="http://schemas.microsoft.com/office/drawing/2014/main" id="{9D1C015C-3DB5-41D0-853E-969CEA5A174B}"/>
              </a:ext>
            </a:extLst>
          </p:cNvPr>
          <p:cNvSpPr>
            <a:spLocks xmlns:a="http://schemas.openxmlformats.org/drawingml/2006/main" noGrp="1"/>
          </p:cNvSpPr>
          <p:nvPr/>
        </p:nvSpPr>
        <p:spPr>
          <a:xfrm xmlns:a="http://schemas.openxmlformats.org/drawingml/2006/main">
            <a:off x="157162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4" name="dp42-comparison / n147">
            <a:extLst xmlns:a="http://schemas.openxmlformats.org/drawingml/2006/main">
              <a:ext uri="{FF2B5EF4-FFF2-40B4-BE49-F238E27FC236}">
                <a16:creationId xmlns:a16="http://schemas.microsoft.com/office/drawing/2014/main" id="{54A04251-6D49-410A-B5C2-38618B272348}"/>
              </a:ext>
            </a:extLst>
          </p:cNvPr>
          <p:cNvSpPr>
            <a:spLocks xmlns:a="http://schemas.openxmlformats.org/drawingml/2006/main" noGrp="1"/>
          </p:cNvSpPr>
          <p:nvPr/>
        </p:nvSpPr>
        <p:spPr>
          <a:xfrm xmlns:a="http://schemas.openxmlformats.org/drawingml/2006/main">
            <a:off x="1666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2-comparison / n148 / text 1">
            <a:extLst xmlns:a="http://schemas.openxmlformats.org/drawingml/2006/main">
              <a:ext uri="{FF2B5EF4-FFF2-40B4-BE49-F238E27FC236}">
                <a16:creationId xmlns:a16="http://schemas.microsoft.com/office/drawing/2014/main" id="{9FE96EEF-2228-4487-8A3A-770F22419EAF}"/>
              </a:ext>
            </a:extLst>
          </p:cNvPr>
          <p:cNvSpPr>
            <a:spLocks xmlns:a="http://schemas.openxmlformats.org/drawingml/2006/main" noGrp="1"/>
          </p:cNvSpPr>
          <p:nvPr/>
        </p:nvSpPr>
        <p:spPr>
          <a:xfrm xmlns:a="http://schemas.openxmlformats.org/drawingml/2006/main">
            <a:off x="1752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RC / TM: 관련 변경 준비</a:t>
            </a:r>
          </a:p>
        </p:txBody>
      </p:sp>
      <p:sp>
        <p:nvSpPr>
          <p:cNvPr id="126" name="dp42-comparison / n149">
            <a:extLst xmlns:a="http://schemas.openxmlformats.org/drawingml/2006/main">
              <a:ext uri="{FF2B5EF4-FFF2-40B4-BE49-F238E27FC236}">
                <a16:creationId xmlns:a16="http://schemas.microsoft.com/office/drawing/2014/main" id="{92A7BE6D-6AB8-445F-991D-4C948EB92999}"/>
              </a:ext>
            </a:extLst>
          </p:cNvPr>
          <p:cNvSpPr>
            <a:spLocks xmlns:a="http://schemas.openxmlformats.org/drawingml/2006/main" noGrp="1"/>
          </p:cNvSpPr>
          <p:nvPr/>
        </p:nvSpPr>
        <p:spPr>
          <a:xfrm xmlns:a="http://schemas.openxmlformats.org/drawingml/2006/main">
            <a:off x="4333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2-comparison / n150 / text 1">
            <a:extLst xmlns:a="http://schemas.openxmlformats.org/drawingml/2006/main">
              <a:ext uri="{FF2B5EF4-FFF2-40B4-BE49-F238E27FC236}">
                <a16:creationId xmlns:a16="http://schemas.microsoft.com/office/drawing/2014/main" id="{C03DA996-CD74-43CC-813B-74C8C3611C8B}"/>
              </a:ext>
            </a:extLst>
          </p:cNvPr>
          <p:cNvSpPr>
            <a:spLocks xmlns:a="http://schemas.openxmlformats.org/drawingml/2006/main" noGrp="1"/>
          </p:cNvSpPr>
          <p:nvPr/>
        </p:nvSpPr>
        <p:spPr>
          <a:xfrm xmlns:a="http://schemas.openxmlformats.org/drawingml/2006/main">
            <a:off x="4419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트랜잭션 관리자: 공동 확정</a:t>
            </a:r>
          </a:p>
        </p:txBody>
      </p:sp>
      <p:sp>
        <p:nvSpPr>
          <p:cNvPr id="128" name="dp42-comparison / n151 / path">
            <a:extLst xmlns:a="http://schemas.openxmlformats.org/drawingml/2006/main">
              <a:ext uri="{FF2B5EF4-FFF2-40B4-BE49-F238E27FC236}">
                <a16:creationId xmlns:a16="http://schemas.microsoft.com/office/drawing/2014/main" id="{973425CA-B266-460C-A88A-C949C9D7A45D}"/>
              </a:ext>
            </a:extLst>
          </p:cNvPr>
          <p:cNvSpPr>
            <a:spLocks xmlns:a="http://schemas.openxmlformats.org/drawingml/2006/main" noGrp="1"/>
          </p:cNvSpPr>
          <p:nvPr/>
        </p:nvSpPr>
        <p:spPr>
          <a:xfrm xmlns:a="http://schemas.openxmlformats.org/drawingml/2006/main">
            <a:off x="3905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2-comparison / n151 / arrow">
            <a:extLst xmlns:a="http://schemas.openxmlformats.org/drawingml/2006/main">
              <a:ext uri="{FF2B5EF4-FFF2-40B4-BE49-F238E27FC236}">
                <a16:creationId xmlns:a16="http://schemas.microsoft.com/office/drawing/2014/main" id="{37DE5052-88CF-4046-8282-06CAF143B912}"/>
              </a:ext>
            </a:extLst>
          </p:cNvPr>
          <p:cNvSpPr>
            <a:spLocks xmlns:a="http://schemas.openxmlformats.org/drawingml/2006/main" noGrp="1"/>
          </p:cNvSpPr>
          <p:nvPr/>
        </p:nvSpPr>
        <p:spPr>
          <a:xfrm xmlns:a="http://schemas.openxmlformats.org/drawingml/2006/main">
            <a:off x="4266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2-comparison / n152">
            <a:extLst xmlns:a="http://schemas.openxmlformats.org/drawingml/2006/main">
              <a:ext uri="{FF2B5EF4-FFF2-40B4-BE49-F238E27FC236}">
                <a16:creationId xmlns:a16="http://schemas.microsoft.com/office/drawing/2014/main" id="{7441E275-B928-457A-80F9-175F72D7AFDE}"/>
              </a:ext>
            </a:extLst>
          </p:cNvPr>
          <p:cNvSpPr>
            <a:spLocks xmlns:a="http://schemas.openxmlformats.org/drawingml/2006/main" noGrp="1"/>
          </p:cNvSpPr>
          <p:nvPr/>
        </p:nvSpPr>
        <p:spPr>
          <a:xfrm xmlns:a="http://schemas.openxmlformats.org/drawingml/2006/main">
            <a:off x="700087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2-comparison / n153 / text 1">
            <a:extLst xmlns:a="http://schemas.openxmlformats.org/drawingml/2006/main">
              <a:ext uri="{FF2B5EF4-FFF2-40B4-BE49-F238E27FC236}">
                <a16:creationId xmlns:a16="http://schemas.microsoft.com/office/drawing/2014/main" id="{EA1B61BC-4E10-4704-9182-9234959BB808}"/>
              </a:ext>
            </a:extLst>
          </p:cNvPr>
          <p:cNvSpPr>
            <a:spLocks xmlns:a="http://schemas.openxmlformats.org/drawingml/2006/main" noGrp="1"/>
          </p:cNvSpPr>
          <p:nvPr/>
        </p:nvSpPr>
        <p:spPr>
          <a:xfrm xmlns:a="http://schemas.openxmlformats.org/drawingml/2006/main">
            <a:off x="708660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Gateway: 확정 명령 전송</a:t>
            </a:r>
          </a:p>
        </p:txBody>
      </p:sp>
      <p:sp>
        <p:nvSpPr>
          <p:cNvPr id="132" name="dp42-comparison / n154 / path">
            <a:extLst xmlns:a="http://schemas.openxmlformats.org/drawingml/2006/main">
              <a:ext uri="{FF2B5EF4-FFF2-40B4-BE49-F238E27FC236}">
                <a16:creationId xmlns:a16="http://schemas.microsoft.com/office/drawing/2014/main" id="{4229E366-E502-4FF5-9117-D446ED65A4C3}"/>
              </a:ext>
            </a:extLst>
          </p:cNvPr>
          <p:cNvSpPr>
            <a:spLocks xmlns:a="http://schemas.openxmlformats.org/drawingml/2006/main" noGrp="1"/>
          </p:cNvSpPr>
          <p:nvPr/>
        </p:nvSpPr>
        <p:spPr>
          <a:xfrm xmlns:a="http://schemas.openxmlformats.org/drawingml/2006/main">
            <a:off x="6572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2-comparison / n154 / arrow">
            <a:extLst xmlns:a="http://schemas.openxmlformats.org/drawingml/2006/main">
              <a:ext uri="{FF2B5EF4-FFF2-40B4-BE49-F238E27FC236}">
                <a16:creationId xmlns:a16="http://schemas.microsoft.com/office/drawing/2014/main" id="{FA8187EC-61E3-4DF5-9209-4A31DE888858}"/>
              </a:ext>
            </a:extLst>
          </p:cNvPr>
          <p:cNvSpPr>
            <a:spLocks xmlns:a="http://schemas.openxmlformats.org/drawingml/2006/main" noGrp="1"/>
          </p:cNvSpPr>
          <p:nvPr/>
        </p:nvSpPr>
        <p:spPr>
          <a:xfrm xmlns:a="http://schemas.openxmlformats.org/drawingml/2006/main">
            <a:off x="6933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2-comparison / n79">
            <a:extLst xmlns:a="http://schemas.openxmlformats.org/drawingml/2006/main">
              <a:ext uri="{FF2B5EF4-FFF2-40B4-BE49-F238E27FC236}">
                <a16:creationId xmlns:a16="http://schemas.microsoft.com/office/drawing/2014/main" id="{AD16CA4B-44BA-4650-AC3B-EB18900B5EB9}"/>
              </a:ext>
            </a:extLst>
          </p:cNvPr>
          <p:cNvSpPr>
            <a:spLocks xmlns:a="http://schemas.openxmlformats.org/drawingml/2006/main" noGrp="1"/>
          </p:cNvSpPr>
          <p:nvPr/>
        </p:nvSpPr>
        <p:spPr>
          <a:xfrm xmlns:a="http://schemas.openxmlformats.org/drawingml/2006/main">
            <a:off x="457200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5" name="dp42-comparison / n79 / fold">
            <a:extLst xmlns:a="http://schemas.openxmlformats.org/drawingml/2006/main">
              <a:ext uri="{FF2B5EF4-FFF2-40B4-BE49-F238E27FC236}">
                <a16:creationId xmlns:a16="http://schemas.microsoft.com/office/drawing/2014/main" id="{C522FB7D-4213-4D36-AADF-5123CFD9C66B}"/>
              </a:ext>
            </a:extLst>
          </p:cNvPr>
          <p:cNvSpPr>
            <a:spLocks xmlns:a="http://schemas.openxmlformats.org/drawingml/2006/main" noGrp="1"/>
          </p:cNvSpPr>
          <p:nvPr/>
        </p:nvSpPr>
        <p:spPr>
          <a:xfrm xmlns:a="http://schemas.openxmlformats.org/drawingml/2006/main">
            <a:off x="906780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6" name="dp42-comparison / n80 / text 1">
            <a:extLst xmlns:a="http://schemas.openxmlformats.org/drawingml/2006/main">
              <a:ext uri="{FF2B5EF4-FFF2-40B4-BE49-F238E27FC236}">
                <a16:creationId xmlns:a16="http://schemas.microsoft.com/office/drawing/2014/main" id="{FA461BF4-6FBF-4F14-895F-BE30A498AC3F}"/>
              </a:ext>
            </a:extLst>
          </p:cNvPr>
          <p:cNvSpPr>
            <a:spLocks xmlns:a="http://schemas.openxmlformats.org/drawingml/2006/main" noGrp="1"/>
          </p:cNvSpPr>
          <p:nvPr/>
        </p:nvSpPr>
        <p:spPr>
          <a:xfrm xmlns:a="http://schemas.openxmlformats.org/drawingml/2006/main">
            <a:off x="466725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137" name="dp42-comparison / n82">
            <a:extLst xmlns:a="http://schemas.openxmlformats.org/drawingml/2006/main">
              <a:ext uri="{FF2B5EF4-FFF2-40B4-BE49-F238E27FC236}">
                <a16:creationId xmlns:a16="http://schemas.microsoft.com/office/drawing/2014/main" id="{A2FF4B15-8F59-4BD4-BF96-B33CB7670804}"/>
              </a:ext>
            </a:extLst>
          </p:cNvPr>
          <p:cNvSpPr>
            <a:spLocks xmlns:a="http://schemas.openxmlformats.org/drawingml/2006/main" noGrp="1"/>
          </p:cNvSpPr>
          <p:nvPr/>
        </p:nvSpPr>
        <p:spPr>
          <a:xfrm xmlns:a="http://schemas.openxmlformats.org/drawingml/2006/main">
            <a:off x="164782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2-comparison / n83 / text 1">
            <a:extLst xmlns:a="http://schemas.openxmlformats.org/drawingml/2006/main">
              <a:ext uri="{FF2B5EF4-FFF2-40B4-BE49-F238E27FC236}">
                <a16:creationId xmlns:a16="http://schemas.microsoft.com/office/drawing/2014/main" id="{45F58B63-CBCF-4C53-86D4-DCF8D0B1BC51}"/>
              </a:ext>
            </a:extLst>
          </p:cNvPr>
          <p:cNvSpPr>
            <a:spLocks xmlns:a="http://schemas.openxmlformats.org/drawingml/2006/main" noGrp="1"/>
          </p:cNvSpPr>
          <p:nvPr/>
        </p:nvSpPr>
        <p:spPr>
          <a:xfrm xmlns:a="http://schemas.openxmlformats.org/drawingml/2006/main">
            <a:off x="166687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139" name="dp42-comparison / n84">
            <a:extLst xmlns:a="http://schemas.openxmlformats.org/drawingml/2006/main">
              <a:ext uri="{FF2B5EF4-FFF2-40B4-BE49-F238E27FC236}">
                <a16:creationId xmlns:a16="http://schemas.microsoft.com/office/drawing/2014/main" id="{5EA5C5D8-0E42-43E1-A04A-34A649F3B0C4}"/>
              </a:ext>
            </a:extLst>
          </p:cNvPr>
          <p:cNvSpPr>
            <a:spLocks xmlns:a="http://schemas.openxmlformats.org/drawingml/2006/main" noGrp="1"/>
          </p:cNvSpPr>
          <p:nvPr/>
        </p:nvSpPr>
        <p:spPr>
          <a:xfrm xmlns:a="http://schemas.openxmlformats.org/drawingml/2006/main">
            <a:off x="164782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2-comparison / n85 / text 1">
            <a:extLst xmlns:a="http://schemas.openxmlformats.org/drawingml/2006/main">
              <a:ext uri="{FF2B5EF4-FFF2-40B4-BE49-F238E27FC236}">
                <a16:creationId xmlns:a16="http://schemas.microsoft.com/office/drawing/2014/main" id="{84F9F70E-1A19-4A15-825B-2C7F7E7F5B62}"/>
              </a:ext>
            </a:extLst>
          </p:cNvPr>
          <p:cNvSpPr>
            <a:spLocks xmlns:a="http://schemas.openxmlformats.org/drawingml/2006/main" noGrp="1"/>
          </p:cNvSpPr>
          <p:nvPr/>
        </p:nvSpPr>
        <p:spPr>
          <a:xfrm xmlns:a="http://schemas.openxmlformats.org/drawingml/2006/main">
            <a:off x="166687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141" name="dp42-comparison / n87">
            <a:extLst xmlns:a="http://schemas.openxmlformats.org/drawingml/2006/main">
              <a:ext uri="{FF2B5EF4-FFF2-40B4-BE49-F238E27FC236}">
                <a16:creationId xmlns:a16="http://schemas.microsoft.com/office/drawing/2014/main" id="{C0B1D572-CDA3-4D55-8941-40CD66F52219}"/>
              </a:ext>
            </a:extLst>
          </p:cNvPr>
          <p:cNvSpPr>
            <a:spLocks xmlns:a="http://schemas.openxmlformats.org/drawingml/2006/main" noGrp="1"/>
          </p:cNvSpPr>
          <p:nvPr/>
        </p:nvSpPr>
        <p:spPr>
          <a:xfrm xmlns:a="http://schemas.openxmlformats.org/drawingml/2006/main">
            <a:off x="317182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2-comparison / n88 / text 1">
            <a:extLst xmlns:a="http://schemas.openxmlformats.org/drawingml/2006/main">
              <a:ext uri="{FF2B5EF4-FFF2-40B4-BE49-F238E27FC236}">
                <a16:creationId xmlns:a16="http://schemas.microsoft.com/office/drawing/2014/main" id="{EBA48700-4917-4795-A97A-FB1AA82A8B39}"/>
              </a:ext>
            </a:extLst>
          </p:cNvPr>
          <p:cNvSpPr>
            <a:spLocks xmlns:a="http://schemas.openxmlformats.org/drawingml/2006/main" noGrp="1"/>
          </p:cNvSpPr>
          <p:nvPr/>
        </p:nvSpPr>
        <p:spPr>
          <a:xfrm xmlns:a="http://schemas.openxmlformats.org/drawingml/2006/main">
            <a:off x="319087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143" name="dp42-comparison / n89">
            <a:extLst xmlns:a="http://schemas.openxmlformats.org/drawingml/2006/main">
              <a:ext uri="{FF2B5EF4-FFF2-40B4-BE49-F238E27FC236}">
                <a16:creationId xmlns:a16="http://schemas.microsoft.com/office/drawing/2014/main" id="{169A9E2C-895A-449A-A807-06A42BE6B6D3}"/>
              </a:ext>
            </a:extLst>
          </p:cNvPr>
          <p:cNvSpPr>
            <a:spLocks xmlns:a="http://schemas.openxmlformats.org/drawingml/2006/main" noGrp="1"/>
          </p:cNvSpPr>
          <p:nvPr/>
        </p:nvSpPr>
        <p:spPr>
          <a:xfrm xmlns:a="http://schemas.openxmlformats.org/drawingml/2006/main">
            <a:off x="164782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2-comparison / n90 / text 1">
            <a:extLst xmlns:a="http://schemas.openxmlformats.org/drawingml/2006/main">
              <a:ext uri="{FF2B5EF4-FFF2-40B4-BE49-F238E27FC236}">
                <a16:creationId xmlns:a16="http://schemas.microsoft.com/office/drawing/2014/main" id="{55CF8F50-31CE-4D12-B88F-67E4F61BF3EC}"/>
              </a:ext>
            </a:extLst>
          </p:cNvPr>
          <p:cNvSpPr>
            <a:spLocks xmlns:a="http://schemas.openxmlformats.org/drawingml/2006/main" noGrp="1"/>
          </p:cNvSpPr>
          <p:nvPr/>
        </p:nvSpPr>
        <p:spPr>
          <a:xfrm xmlns:a="http://schemas.openxmlformats.org/drawingml/2006/main">
            <a:off x="166687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145" name="dp42-comparison / n92">
            <a:extLst xmlns:a="http://schemas.openxmlformats.org/drawingml/2006/main">
              <a:ext uri="{FF2B5EF4-FFF2-40B4-BE49-F238E27FC236}">
                <a16:creationId xmlns:a16="http://schemas.microsoft.com/office/drawing/2014/main" id="{CF5C77F4-896E-4F76-9842-A4718838CA2A}"/>
              </a:ext>
            </a:extLst>
          </p:cNvPr>
          <p:cNvSpPr>
            <a:spLocks xmlns:a="http://schemas.openxmlformats.org/drawingml/2006/main" noGrp="1"/>
          </p:cNvSpPr>
          <p:nvPr/>
        </p:nvSpPr>
        <p:spPr>
          <a:xfrm xmlns:a="http://schemas.openxmlformats.org/drawingml/2006/main">
            <a:off x="317182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2-comparison / n93 / text 1">
            <a:extLst xmlns:a="http://schemas.openxmlformats.org/drawingml/2006/main">
              <a:ext uri="{FF2B5EF4-FFF2-40B4-BE49-F238E27FC236}">
                <a16:creationId xmlns:a16="http://schemas.microsoft.com/office/drawing/2014/main" id="{55992C8D-FEC6-47AE-BA6C-F820B8233C49}"/>
              </a:ext>
            </a:extLst>
          </p:cNvPr>
          <p:cNvSpPr>
            <a:spLocks xmlns:a="http://schemas.openxmlformats.org/drawingml/2006/main" noGrp="1"/>
          </p:cNvSpPr>
          <p:nvPr/>
        </p:nvSpPr>
        <p:spPr>
          <a:xfrm xmlns:a="http://schemas.openxmlformats.org/drawingml/2006/main">
            <a:off x="319087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147" name="dp42-comparison / n94">
            <a:extLst xmlns:a="http://schemas.openxmlformats.org/drawingml/2006/main">
              <a:ext uri="{FF2B5EF4-FFF2-40B4-BE49-F238E27FC236}">
                <a16:creationId xmlns:a16="http://schemas.microsoft.com/office/drawing/2014/main" id="{096B6CC3-00E3-482F-87F2-4F2886164D48}"/>
              </a:ext>
            </a:extLst>
          </p:cNvPr>
          <p:cNvSpPr>
            <a:spLocks xmlns:a="http://schemas.openxmlformats.org/drawingml/2006/main" noGrp="1"/>
          </p:cNvSpPr>
          <p:nvPr/>
        </p:nvSpPr>
        <p:spPr>
          <a:xfrm xmlns:a="http://schemas.openxmlformats.org/drawingml/2006/main">
            <a:off x="164782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2-comparison / n95 / text 1">
            <a:extLst xmlns:a="http://schemas.openxmlformats.org/drawingml/2006/main">
              <a:ext uri="{FF2B5EF4-FFF2-40B4-BE49-F238E27FC236}">
                <a16:creationId xmlns:a16="http://schemas.microsoft.com/office/drawing/2014/main" id="{BFE4FE09-D03E-4CCF-9168-2BC3EFB3AB02}"/>
              </a:ext>
            </a:extLst>
          </p:cNvPr>
          <p:cNvSpPr>
            <a:spLocks xmlns:a="http://schemas.openxmlformats.org/drawingml/2006/main" noGrp="1"/>
          </p:cNvSpPr>
          <p:nvPr/>
        </p:nvSpPr>
        <p:spPr>
          <a:xfrm xmlns:a="http://schemas.openxmlformats.org/drawingml/2006/main">
            <a:off x="166687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149" name="dp42-comparison / n97">
            <a:extLst xmlns:a="http://schemas.openxmlformats.org/drawingml/2006/main">
              <a:ext uri="{FF2B5EF4-FFF2-40B4-BE49-F238E27FC236}">
                <a16:creationId xmlns:a16="http://schemas.microsoft.com/office/drawing/2014/main" id="{5F5F1A1F-CA23-4EDF-A585-54ADB281EB5E}"/>
              </a:ext>
            </a:extLst>
          </p:cNvPr>
          <p:cNvSpPr>
            <a:spLocks xmlns:a="http://schemas.openxmlformats.org/drawingml/2006/main" noGrp="1"/>
          </p:cNvSpPr>
          <p:nvPr/>
        </p:nvSpPr>
        <p:spPr>
          <a:xfrm xmlns:a="http://schemas.openxmlformats.org/drawingml/2006/main">
            <a:off x="317182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2-comparison / n98 / text 1">
            <a:extLst xmlns:a="http://schemas.openxmlformats.org/drawingml/2006/main">
              <a:ext uri="{FF2B5EF4-FFF2-40B4-BE49-F238E27FC236}">
                <a16:creationId xmlns:a16="http://schemas.microsoft.com/office/drawing/2014/main" id="{C9CB3062-C29E-402F-8A9A-C2DD03CF6A2A}"/>
              </a:ext>
            </a:extLst>
          </p:cNvPr>
          <p:cNvSpPr>
            <a:spLocks xmlns:a="http://schemas.openxmlformats.org/drawingml/2006/main" noGrp="1"/>
          </p:cNvSpPr>
          <p:nvPr/>
        </p:nvSpPr>
        <p:spPr>
          <a:xfrm xmlns:a="http://schemas.openxmlformats.org/drawingml/2006/main">
            <a:off x="319087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151" name="dp42-comparison / n99">
            <a:extLst xmlns:a="http://schemas.openxmlformats.org/drawingml/2006/main">
              <a:ext uri="{FF2B5EF4-FFF2-40B4-BE49-F238E27FC236}">
                <a16:creationId xmlns:a16="http://schemas.microsoft.com/office/drawing/2014/main" id="{713A1F22-8B02-4D5F-9B69-50F36507FBAF}"/>
              </a:ext>
            </a:extLst>
          </p:cNvPr>
          <p:cNvSpPr>
            <a:spLocks xmlns:a="http://schemas.openxmlformats.org/drawingml/2006/main" noGrp="1"/>
          </p:cNvSpPr>
          <p:nvPr/>
        </p:nvSpPr>
        <p:spPr>
          <a:xfrm xmlns:a="http://schemas.openxmlformats.org/drawingml/2006/main">
            <a:off x="164782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2-comparison / n100 / text 1">
            <a:extLst xmlns:a="http://schemas.openxmlformats.org/drawingml/2006/main">
              <a:ext uri="{FF2B5EF4-FFF2-40B4-BE49-F238E27FC236}">
                <a16:creationId xmlns:a16="http://schemas.microsoft.com/office/drawing/2014/main" id="{E90593D7-E1B7-4756-A882-0CDB6371D309}"/>
              </a:ext>
            </a:extLst>
          </p:cNvPr>
          <p:cNvSpPr>
            <a:spLocks xmlns:a="http://schemas.openxmlformats.org/drawingml/2006/main" noGrp="1"/>
          </p:cNvSpPr>
          <p:nvPr/>
        </p:nvSpPr>
        <p:spPr>
          <a:xfrm xmlns:a="http://schemas.openxmlformats.org/drawingml/2006/main">
            <a:off x="166687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153" name="dp42-comparison / n102">
            <a:extLst xmlns:a="http://schemas.openxmlformats.org/drawingml/2006/main">
              <a:ext uri="{FF2B5EF4-FFF2-40B4-BE49-F238E27FC236}">
                <a16:creationId xmlns:a16="http://schemas.microsoft.com/office/drawing/2014/main" id="{82023FBA-219A-40FB-B2C5-B3FA0CB28140}"/>
              </a:ext>
            </a:extLst>
          </p:cNvPr>
          <p:cNvSpPr>
            <a:spLocks xmlns:a="http://schemas.openxmlformats.org/drawingml/2006/main" noGrp="1"/>
          </p:cNvSpPr>
          <p:nvPr/>
        </p:nvSpPr>
        <p:spPr>
          <a:xfrm xmlns:a="http://schemas.openxmlformats.org/drawingml/2006/main">
            <a:off x="317182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4" name="dp42-comparison / n103 / text 1">
            <a:extLst xmlns:a="http://schemas.openxmlformats.org/drawingml/2006/main">
              <a:ext uri="{FF2B5EF4-FFF2-40B4-BE49-F238E27FC236}">
                <a16:creationId xmlns:a16="http://schemas.microsoft.com/office/drawing/2014/main" id="{9819B888-F388-44B7-95D5-FF26F8CC122D}"/>
              </a:ext>
            </a:extLst>
          </p:cNvPr>
          <p:cNvSpPr>
            <a:spLocks xmlns:a="http://schemas.openxmlformats.org/drawingml/2006/main" noGrp="1"/>
          </p:cNvSpPr>
          <p:nvPr/>
        </p:nvSpPr>
        <p:spPr>
          <a:xfrm xmlns:a="http://schemas.openxmlformats.org/drawingml/2006/main">
            <a:off x="319087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155" name="dp42-comparison / n106">
            <a:extLst xmlns:a="http://schemas.openxmlformats.org/drawingml/2006/main">
              <a:ext uri="{FF2B5EF4-FFF2-40B4-BE49-F238E27FC236}">
                <a16:creationId xmlns:a16="http://schemas.microsoft.com/office/drawing/2014/main" id="{CB5C5C44-7AF0-41D1-B8D7-5D72C05335F1}"/>
              </a:ext>
            </a:extLst>
          </p:cNvPr>
          <p:cNvSpPr>
            <a:spLocks xmlns:a="http://schemas.openxmlformats.org/drawingml/2006/main" noGrp="1"/>
          </p:cNvSpPr>
          <p:nvPr/>
        </p:nvSpPr>
        <p:spPr>
          <a:xfrm xmlns:a="http://schemas.openxmlformats.org/drawingml/2006/main">
            <a:off x="5029200" y="3733800"/>
            <a:ext cx="260451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2-comparison / n107 / text 1">
            <a:extLst xmlns:a="http://schemas.openxmlformats.org/drawingml/2006/main">
              <a:ext uri="{FF2B5EF4-FFF2-40B4-BE49-F238E27FC236}">
                <a16:creationId xmlns:a16="http://schemas.microsoft.com/office/drawing/2014/main" id="{82647F4E-C649-40BC-B843-2F1713879849}"/>
              </a:ext>
            </a:extLst>
          </p:cNvPr>
          <p:cNvSpPr>
            <a:spLocks xmlns:a="http://schemas.openxmlformats.org/drawingml/2006/main" noGrp="1"/>
          </p:cNvSpPr>
          <p:nvPr/>
        </p:nvSpPr>
        <p:spPr>
          <a:xfrm xmlns:a="http://schemas.openxmlformats.org/drawingml/2006/main">
            <a:off x="5048250" y="3743325"/>
            <a:ext cx="40195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모듈형 Core / 관련 변경의 한 번 확정</a:t>
            </a:r>
          </a:p>
        </p:txBody>
      </p:sp>
      <p:sp>
        <p:nvSpPr>
          <p:cNvPr id="157" name="dp42-comparison / n124">
            <a:extLst xmlns:a="http://schemas.openxmlformats.org/drawingml/2006/main">
              <a:ext uri="{FF2B5EF4-FFF2-40B4-BE49-F238E27FC236}">
                <a16:creationId xmlns:a16="http://schemas.microsoft.com/office/drawing/2014/main" id="{90C83E23-FEA0-46F1-852A-DD484405CD7D}"/>
              </a:ext>
            </a:extLst>
          </p:cNvPr>
          <p:cNvSpPr>
            <a:spLocks xmlns:a="http://schemas.openxmlformats.org/drawingml/2006/main" noGrp="1"/>
          </p:cNvSpPr>
          <p:nvPr/>
        </p:nvSpPr>
        <p:spPr>
          <a:xfrm xmlns:a="http://schemas.openxmlformats.org/drawingml/2006/main">
            <a:off x="608647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2-comparison / n125 / text 1">
            <a:extLst xmlns:a="http://schemas.openxmlformats.org/drawingml/2006/main">
              <a:ext uri="{FF2B5EF4-FFF2-40B4-BE49-F238E27FC236}">
                <a16:creationId xmlns:a16="http://schemas.microsoft.com/office/drawing/2014/main" id="{F482C8C9-219D-462D-92E7-42204C66B39C}"/>
              </a:ext>
            </a:extLst>
          </p:cNvPr>
          <p:cNvSpPr>
            <a:spLocks xmlns:a="http://schemas.openxmlformats.org/drawingml/2006/main" noGrp="1"/>
          </p:cNvSpPr>
          <p:nvPr/>
        </p:nvSpPr>
        <p:spPr>
          <a:xfrm xmlns:a="http://schemas.openxmlformats.org/drawingml/2006/main">
            <a:off x="610552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159" name="dp42-comparison / n135">
            <a:extLst xmlns:a="http://schemas.openxmlformats.org/drawingml/2006/main">
              <a:ext uri="{FF2B5EF4-FFF2-40B4-BE49-F238E27FC236}">
                <a16:creationId xmlns:a16="http://schemas.microsoft.com/office/drawing/2014/main" id="{367B99DD-7F68-4CA3-8C14-E6C942A4E2F4}"/>
              </a:ext>
            </a:extLst>
          </p:cNvPr>
          <p:cNvSpPr>
            <a:spLocks xmlns:a="http://schemas.openxmlformats.org/drawingml/2006/main" noGrp="1"/>
          </p:cNvSpPr>
          <p:nvPr/>
        </p:nvSpPr>
        <p:spPr>
          <a:xfrm xmlns:a="http://schemas.openxmlformats.org/drawingml/2006/main">
            <a:off x="4838700" y="4381500"/>
            <a:ext cx="6076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2-comparison / n136 / text 1">
            <a:extLst xmlns:a="http://schemas.openxmlformats.org/drawingml/2006/main">
              <a:ext uri="{FF2B5EF4-FFF2-40B4-BE49-F238E27FC236}">
                <a16:creationId xmlns:a16="http://schemas.microsoft.com/office/drawing/2014/main" id="{677E3B54-98D6-41EC-95A2-A44BE50D81FB}"/>
              </a:ext>
            </a:extLst>
          </p:cNvPr>
          <p:cNvSpPr>
            <a:spLocks xmlns:a="http://schemas.openxmlformats.org/drawingml/2006/main" noGrp="1"/>
          </p:cNvSpPr>
          <p:nvPr/>
        </p:nvSpPr>
        <p:spPr>
          <a:xfrm xmlns:a="http://schemas.openxmlformats.org/drawingml/2006/main">
            <a:off x="4857750" y="43910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검증한 변경</a:t>
            </a:r>
          </a:p>
        </p:txBody>
      </p:sp>
      <p:sp>
        <p:nvSpPr>
          <p:cNvPr id="161" name="dp42-comparison / n137">
            <a:extLst xmlns:a="http://schemas.openxmlformats.org/drawingml/2006/main">
              <a:ext uri="{FF2B5EF4-FFF2-40B4-BE49-F238E27FC236}">
                <a16:creationId xmlns:a16="http://schemas.microsoft.com/office/drawing/2014/main" id="{8751B58C-698D-4834-B8A3-471B37293E8E}"/>
              </a:ext>
            </a:extLst>
          </p:cNvPr>
          <p:cNvSpPr>
            <a:spLocks xmlns:a="http://schemas.openxmlformats.org/drawingml/2006/main" noGrp="1"/>
          </p:cNvSpPr>
          <p:nvPr/>
        </p:nvSpPr>
        <p:spPr>
          <a:xfrm xmlns:a="http://schemas.openxmlformats.org/drawingml/2006/main">
            <a:off x="4838700" y="4610100"/>
            <a:ext cx="65341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2-comparison / n138 / text 1">
            <a:extLst xmlns:a="http://schemas.openxmlformats.org/drawingml/2006/main">
              <a:ext uri="{FF2B5EF4-FFF2-40B4-BE49-F238E27FC236}">
                <a16:creationId xmlns:a16="http://schemas.microsoft.com/office/drawing/2014/main" id="{77CB5F22-465E-4E32-905C-F67C2D1BC7F3}"/>
              </a:ext>
            </a:extLst>
          </p:cNvPr>
          <p:cNvSpPr>
            <a:spLocks xmlns:a="http://schemas.openxmlformats.org/drawingml/2006/main" noGrp="1"/>
          </p:cNvSpPr>
          <p:nvPr/>
        </p:nvSpPr>
        <p:spPr>
          <a:xfrm xmlns:a="http://schemas.openxmlformats.org/drawingml/2006/main">
            <a:off x="4857750" y="46196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같은 commit</a:t>
            </a:r>
          </a:p>
        </p:txBody>
      </p:sp>
      <p:sp>
        <p:nvSpPr>
          <p:cNvPr id="163" name="dp42-comparison / n140">
            <a:extLst xmlns:a="http://schemas.openxmlformats.org/drawingml/2006/main">
              <a:ext uri="{FF2B5EF4-FFF2-40B4-BE49-F238E27FC236}">
                <a16:creationId xmlns:a16="http://schemas.microsoft.com/office/drawing/2014/main" id="{6B2B1296-6B29-4153-817D-2D29C7108D6F}"/>
              </a:ext>
            </a:extLst>
          </p:cNvPr>
          <p:cNvSpPr>
            <a:spLocks xmlns:a="http://schemas.openxmlformats.org/drawingml/2006/main" noGrp="1"/>
          </p:cNvSpPr>
          <p:nvPr/>
        </p:nvSpPr>
        <p:spPr>
          <a:xfrm xmlns:a="http://schemas.openxmlformats.org/drawingml/2006/main">
            <a:off x="1666875" y="6191250"/>
            <a:ext cx="3238500" cy="647700"/>
          </a:xfrm>
          <a:custGeom xmlns:a="http://schemas.openxmlformats.org/drawingml/2006/main">
            <a:pathLst>
              <a:path w="3238500" h="647700">
                <a:moveTo>
                  <a:pt x="0" y="0"/>
                </a:moveTo>
                <a:lnTo>
                  <a:pt x="3067050" y="0"/>
                </a:lnTo>
                <a:lnTo>
                  <a:pt x="3238500" y="171450"/>
                </a:lnTo>
                <a:lnTo>
                  <a:pt x="323850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4" name="dp42-comparison / n140 / fold">
            <a:extLst xmlns:a="http://schemas.openxmlformats.org/drawingml/2006/main">
              <a:ext uri="{FF2B5EF4-FFF2-40B4-BE49-F238E27FC236}">
                <a16:creationId xmlns:a16="http://schemas.microsoft.com/office/drawing/2014/main" id="{7ABC59AF-41A3-4B7F-A1DD-A5518EDD6468}"/>
              </a:ext>
            </a:extLst>
          </p:cNvPr>
          <p:cNvSpPr>
            <a:spLocks xmlns:a="http://schemas.openxmlformats.org/drawingml/2006/main" noGrp="1"/>
          </p:cNvSpPr>
          <p:nvPr/>
        </p:nvSpPr>
        <p:spPr>
          <a:xfrm xmlns:a="http://schemas.openxmlformats.org/drawingml/2006/main">
            <a:off x="4733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5" name="dp42-comparison / n141 / text 1">
            <a:extLst xmlns:a="http://schemas.openxmlformats.org/drawingml/2006/main">
              <a:ext uri="{FF2B5EF4-FFF2-40B4-BE49-F238E27FC236}">
                <a16:creationId xmlns:a16="http://schemas.microsoft.com/office/drawing/2014/main" id="{C7B6EBCE-E701-47C5-A7C2-36B79476A61E}"/>
              </a:ext>
            </a:extLst>
          </p:cNvPr>
          <p:cNvSpPr>
            <a:spLocks xmlns:a="http://schemas.openxmlformats.org/drawingml/2006/main" noGrp="1"/>
          </p:cNvSpPr>
          <p:nvPr/>
        </p:nvSpPr>
        <p:spPr>
          <a:xfrm xmlns:a="http://schemas.openxmlformats.org/drawingml/2006/main">
            <a:off x="1762125" y="624840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1 / Request Controller의 관계</a:t>
            </a:r>
          </a:p>
        </p:txBody>
      </p:sp>
      <p:sp>
        <p:nvSpPr>
          <p:cNvPr id="166" name="dp42-comparison / n141 / text 2">
            <a:extLst xmlns:a="http://schemas.openxmlformats.org/drawingml/2006/main">
              <a:ext uri="{FF2B5EF4-FFF2-40B4-BE49-F238E27FC236}">
                <a16:creationId xmlns:a16="http://schemas.microsoft.com/office/drawing/2014/main" id="{7ECD41CA-F053-4E48-A93F-F27C33A1387B}"/>
              </a:ext>
            </a:extLst>
          </p:cNvPr>
          <p:cNvSpPr>
            <a:spLocks xmlns:a="http://schemas.openxmlformats.org/drawingml/2006/main" noGrp="1"/>
          </p:cNvSpPr>
          <p:nvPr/>
        </p:nvSpPr>
        <p:spPr>
          <a:xfrm xmlns:a="http://schemas.openxmlformats.org/drawingml/2006/main">
            <a:off x="1762125" y="638556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 → Question1 → Task1</a:t>
            </a:r>
          </a:p>
        </p:txBody>
      </p:sp>
      <p:sp>
        <p:nvSpPr>
          <p:cNvPr id="167" name="dp42-comparison / n141 / text 3">
            <a:extLst xmlns:a="http://schemas.openxmlformats.org/drawingml/2006/main">
              <a:ext uri="{FF2B5EF4-FFF2-40B4-BE49-F238E27FC236}">
                <a16:creationId xmlns:a16="http://schemas.microsoft.com/office/drawing/2014/main" id="{CF02771E-42B1-4FC1-988D-4258B188CA8D}"/>
              </a:ext>
            </a:extLst>
          </p:cNvPr>
          <p:cNvSpPr>
            <a:spLocks xmlns:a="http://schemas.openxmlformats.org/drawingml/2006/main" noGrp="1"/>
          </p:cNvSpPr>
          <p:nvPr/>
        </p:nvSpPr>
        <p:spPr>
          <a:xfrm xmlns:a="http://schemas.openxmlformats.org/drawingml/2006/main">
            <a:off x="1762125" y="652272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사용자 답변: 상반기</a:t>
            </a:r>
          </a:p>
        </p:txBody>
      </p:sp>
      <p:sp>
        <p:nvSpPr>
          <p:cNvPr id="168" name="dp42-comparison / n141 / text 4">
            <a:extLst xmlns:a="http://schemas.openxmlformats.org/drawingml/2006/main">
              <a:ext uri="{FF2B5EF4-FFF2-40B4-BE49-F238E27FC236}">
                <a16:creationId xmlns:a16="http://schemas.microsoft.com/office/drawing/2014/main" id="{A46E05F4-68FB-4F45-9871-C043238B2655}"/>
              </a:ext>
            </a:extLst>
          </p:cNvPr>
          <p:cNvSpPr>
            <a:spLocks xmlns:a="http://schemas.openxmlformats.org/drawingml/2006/main" noGrp="1"/>
          </p:cNvSpPr>
          <p:nvPr/>
        </p:nvSpPr>
        <p:spPr>
          <a:xfrm xmlns:a="http://schemas.openxmlformats.org/drawingml/2006/main">
            <a:off x="1762125" y="665988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Command1과 연결 / 관련 변경과 함께 확정</a:t>
            </a:r>
          </a:p>
        </p:txBody>
      </p:sp>
      <p:sp>
        <p:nvSpPr>
          <p:cNvPr id="169" name="dp42-comparison / n142">
            <a:extLst xmlns:a="http://schemas.openxmlformats.org/drawingml/2006/main">
              <a:ext uri="{FF2B5EF4-FFF2-40B4-BE49-F238E27FC236}">
                <a16:creationId xmlns:a16="http://schemas.microsoft.com/office/drawing/2014/main" id="{D4532F2B-2231-4381-BB87-25ECDA962701}"/>
              </a:ext>
            </a:extLst>
          </p:cNvPr>
          <p:cNvSpPr>
            <a:spLocks xmlns:a="http://schemas.openxmlformats.org/drawingml/2006/main" noGrp="1"/>
          </p:cNvSpPr>
          <p:nvPr/>
        </p:nvSpPr>
        <p:spPr>
          <a:xfrm xmlns:a="http://schemas.openxmlformats.org/drawingml/2006/main">
            <a:off x="5667375" y="6191250"/>
            <a:ext cx="3524250" cy="647700"/>
          </a:xfrm>
          <a:custGeom xmlns:a="http://schemas.openxmlformats.org/drawingml/2006/main">
            <a:pathLst>
              <a:path w="3524250" h="647700">
                <a:moveTo>
                  <a:pt x="0" y="0"/>
                </a:moveTo>
                <a:lnTo>
                  <a:pt x="3352800" y="0"/>
                </a:lnTo>
                <a:lnTo>
                  <a:pt x="3524250" y="171450"/>
                </a:lnTo>
                <a:lnTo>
                  <a:pt x="352425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70" name="dp42-comparison / n142 / fold">
            <a:extLst xmlns:a="http://schemas.openxmlformats.org/drawingml/2006/main">
              <a:ext uri="{FF2B5EF4-FFF2-40B4-BE49-F238E27FC236}">
                <a16:creationId xmlns:a16="http://schemas.microsoft.com/office/drawing/2014/main" id="{20E90AF9-CF73-4F5F-9848-1CFDC5DA5B0D}"/>
              </a:ext>
            </a:extLst>
          </p:cNvPr>
          <p:cNvSpPr>
            <a:spLocks xmlns:a="http://schemas.openxmlformats.org/drawingml/2006/main" noGrp="1"/>
          </p:cNvSpPr>
          <p:nvPr/>
        </p:nvSpPr>
        <p:spPr>
          <a:xfrm xmlns:a="http://schemas.openxmlformats.org/drawingml/2006/main">
            <a:off x="9020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71" name="dp42-comparison / n143 / text 1">
            <a:extLst xmlns:a="http://schemas.openxmlformats.org/drawingml/2006/main">
              <a:ext uri="{FF2B5EF4-FFF2-40B4-BE49-F238E27FC236}">
                <a16:creationId xmlns:a16="http://schemas.microsoft.com/office/drawing/2014/main" id="{719F2A39-427C-4FDE-B5B1-AE8946933F13}"/>
              </a:ext>
            </a:extLst>
          </p:cNvPr>
          <p:cNvSpPr>
            <a:spLocks xmlns:a="http://schemas.openxmlformats.org/drawingml/2006/main" noGrp="1"/>
          </p:cNvSpPr>
          <p:nvPr/>
        </p:nvSpPr>
        <p:spPr>
          <a:xfrm xmlns:a="http://schemas.openxmlformats.org/drawingml/2006/main">
            <a:off x="5762625" y="624840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2 / Task Manager의 상태</a:t>
            </a:r>
          </a:p>
        </p:txBody>
      </p:sp>
      <p:sp>
        <p:nvSpPr>
          <p:cNvPr id="172" name="dp42-comparison / n143 / text 2">
            <a:extLst xmlns:a="http://schemas.openxmlformats.org/drawingml/2006/main">
              <a:ext uri="{FF2B5EF4-FFF2-40B4-BE49-F238E27FC236}">
                <a16:creationId xmlns:a16="http://schemas.microsoft.com/office/drawing/2014/main" id="{42F2B34E-2F9A-4F38-93F2-58AB4D33E501}"/>
              </a:ext>
            </a:extLst>
          </p:cNvPr>
          <p:cNvSpPr>
            <a:spLocks xmlns:a="http://schemas.openxmlformats.org/drawingml/2006/main" noGrp="1"/>
          </p:cNvSpPr>
          <p:nvPr/>
        </p:nvSpPr>
        <p:spPr>
          <a:xfrm xmlns:a="http://schemas.openxmlformats.org/drawingml/2006/main">
            <a:off x="5762625" y="638556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Question1: OPEN → ANSWERED</a:t>
            </a:r>
          </a:p>
        </p:txBody>
      </p:sp>
      <p:sp>
        <p:nvSpPr>
          <p:cNvPr id="173" name="dp42-comparison / n143 / text 3">
            <a:extLst xmlns:a="http://schemas.openxmlformats.org/drawingml/2006/main">
              <a:ext uri="{FF2B5EF4-FFF2-40B4-BE49-F238E27FC236}">
                <a16:creationId xmlns:a16="http://schemas.microsoft.com/office/drawing/2014/main" id="{0FACC604-C104-435B-9F9B-AE3299FE23FC}"/>
              </a:ext>
            </a:extLst>
          </p:cNvPr>
          <p:cNvSpPr>
            <a:spLocks xmlns:a="http://schemas.openxmlformats.org/drawingml/2006/main" noGrp="1"/>
          </p:cNvSpPr>
          <p:nvPr/>
        </p:nvSpPr>
        <p:spPr>
          <a:xfrm xmlns:a="http://schemas.openxmlformats.org/drawingml/2006/main">
            <a:off x="5762625" y="652272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 PENDING / payload.answer:상반기</a:t>
            </a:r>
          </a:p>
        </p:txBody>
      </p:sp>
      <p:sp>
        <p:nvSpPr>
          <p:cNvPr id="174" name="dp42-comparison / n143 / text 4">
            <a:extLst xmlns:a="http://schemas.openxmlformats.org/drawingml/2006/main">
              <a:ext uri="{FF2B5EF4-FFF2-40B4-BE49-F238E27FC236}">
                <a16:creationId xmlns:a16="http://schemas.microsoft.com/office/drawing/2014/main" id="{EB0E89DB-0395-4539-B97E-6030C7B38FD4}"/>
              </a:ext>
            </a:extLst>
          </p:cNvPr>
          <p:cNvSpPr>
            <a:spLocks xmlns:a="http://schemas.openxmlformats.org/drawingml/2006/main" noGrp="1"/>
          </p:cNvSpPr>
          <p:nvPr/>
        </p:nvSpPr>
        <p:spPr>
          <a:xfrm xmlns:a="http://schemas.openxmlformats.org/drawingml/2006/main">
            <a:off x="5762625" y="665988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성공: 모두 반영 / 충돌과 실패: 모두 미반영</a:t>
            </a:r>
          </a:p>
        </p:txBody>
      </p:sp>
      <p:sp>
        <p:nvSpPr>
          <p:cNvPr id="175" name="dp42-comparison / n145">
            <a:extLst xmlns:a="http://schemas.openxmlformats.org/drawingml/2006/main">
              <a:ext uri="{FF2B5EF4-FFF2-40B4-BE49-F238E27FC236}">
                <a16:creationId xmlns:a16="http://schemas.microsoft.com/office/drawing/2014/main" id="{7AC68273-2825-40B3-9939-09A92DFDA9C5}"/>
              </a:ext>
            </a:extLst>
          </p:cNvPr>
          <p:cNvSpPr>
            <a:spLocks xmlns:a="http://schemas.openxmlformats.org/drawingml/2006/main" noGrp="1"/>
          </p:cNvSpPr>
          <p:nvPr/>
        </p:nvSpPr>
        <p:spPr>
          <a:xfrm xmlns:a="http://schemas.openxmlformats.org/drawingml/2006/main">
            <a:off x="164782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2-comparison / n146 / text 1">
            <a:extLst xmlns:a="http://schemas.openxmlformats.org/drawingml/2006/main">
              <a:ext uri="{FF2B5EF4-FFF2-40B4-BE49-F238E27FC236}">
                <a16:creationId xmlns:a16="http://schemas.microsoft.com/office/drawing/2014/main" id="{CEEAD770-4613-474C-94A7-3F24E97C11F6}"/>
              </a:ext>
            </a:extLst>
          </p:cNvPr>
          <p:cNvSpPr>
            <a:spLocks xmlns:a="http://schemas.openxmlformats.org/drawingml/2006/main" noGrp="1"/>
          </p:cNvSpPr>
          <p:nvPr/>
        </p:nvSpPr>
        <p:spPr>
          <a:xfrm xmlns:a="http://schemas.openxmlformats.org/drawingml/2006/main">
            <a:off x="166687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177" name="dp42-comparison / n155">
            <a:extLst xmlns:a="http://schemas.openxmlformats.org/drawingml/2006/main">
              <a:ext uri="{FF2B5EF4-FFF2-40B4-BE49-F238E27FC236}">
                <a16:creationId xmlns:a16="http://schemas.microsoft.com/office/drawing/2014/main" id="{A61225C5-E548-480D-803A-342B032BDB9E}"/>
              </a:ext>
            </a:extLst>
          </p:cNvPr>
          <p:cNvSpPr>
            <a:spLocks xmlns:a="http://schemas.openxmlformats.org/drawingml/2006/main" noGrp="1"/>
          </p:cNvSpPr>
          <p:nvPr/>
        </p:nvSpPr>
        <p:spPr>
          <a:xfrm xmlns:a="http://schemas.openxmlformats.org/drawingml/2006/main">
            <a:off x="1647825" y="7448550"/>
            <a:ext cx="3101340"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2-comparison / n156 / text 1">
            <a:extLst xmlns:a="http://schemas.openxmlformats.org/drawingml/2006/main">
              <a:ext uri="{FF2B5EF4-FFF2-40B4-BE49-F238E27FC236}">
                <a16:creationId xmlns:a16="http://schemas.microsoft.com/office/drawing/2014/main" id="{E5308301-6EA0-4871-A95C-49CED5A43455}"/>
              </a:ext>
            </a:extLst>
          </p:cNvPr>
          <p:cNvSpPr>
            <a:spLocks xmlns:a="http://schemas.openxmlformats.org/drawingml/2006/main" noGrp="1"/>
          </p:cNvSpPr>
          <p:nvPr/>
        </p:nvSpPr>
        <p:spPr>
          <a:xfrm xmlns:a="http://schemas.openxmlformats.org/drawingml/2006/main">
            <a:off x="166687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충돌과 실패: 함께 미반영 / 모델과 외부 통신은 transaction 밖</a:t>
            </a:r>
          </a:p>
        </p:txBody>
      </p:sp>
      <p:sp>
        <p:nvSpPr>
          <p:cNvPr id="179" name="dp42-comparison / n157">
            <a:extLst xmlns:a="http://schemas.openxmlformats.org/drawingml/2006/main">
              <a:ext uri="{FF2B5EF4-FFF2-40B4-BE49-F238E27FC236}">
                <a16:creationId xmlns:a16="http://schemas.microsoft.com/office/drawing/2014/main" id="{791D83F5-79C2-4356-8D21-71DF34DB67E2}"/>
              </a:ext>
            </a:extLst>
          </p:cNvPr>
          <p:cNvSpPr>
            <a:spLocks xmlns:a="http://schemas.openxmlformats.org/drawingml/2006/main" noGrp="1"/>
          </p:cNvSpPr>
          <p:nvPr/>
        </p:nvSpPr>
        <p:spPr>
          <a:xfrm xmlns:a="http://schemas.openxmlformats.org/drawingml/2006/main">
            <a:off x="995362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0" name="dp42-comparison / n158 / text 1">
            <a:extLst xmlns:a="http://schemas.openxmlformats.org/drawingml/2006/main">
              <a:ext uri="{FF2B5EF4-FFF2-40B4-BE49-F238E27FC236}">
                <a16:creationId xmlns:a16="http://schemas.microsoft.com/office/drawing/2014/main" id="{532A65AA-E128-42E9-82CF-62AA00A47CA3}"/>
              </a:ext>
            </a:extLst>
          </p:cNvPr>
          <p:cNvSpPr>
            <a:spLocks xmlns:a="http://schemas.openxmlformats.org/drawingml/2006/main" noGrp="1"/>
          </p:cNvSpPr>
          <p:nvPr/>
        </p:nvSpPr>
        <p:spPr>
          <a:xfrm xmlns:a="http://schemas.openxmlformats.org/drawingml/2006/main">
            <a:off x="1003935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1" name="dp42-comparison / n161 / path">
            <a:extLst xmlns:a="http://schemas.openxmlformats.org/drawingml/2006/main">
              <a:ext uri="{FF2B5EF4-FFF2-40B4-BE49-F238E27FC236}">
                <a16:creationId xmlns:a16="http://schemas.microsoft.com/office/drawing/2014/main" id="{E064153E-4331-44CE-B0D4-B0E11474ADC2}"/>
              </a:ext>
            </a:extLst>
          </p:cNvPr>
          <p:cNvSpPr>
            <a:spLocks xmlns:a="http://schemas.openxmlformats.org/drawingml/2006/main" noGrp="1"/>
          </p:cNvSpPr>
          <p:nvPr/>
        </p:nvSpPr>
        <p:spPr>
          <a:xfrm xmlns:a="http://schemas.openxmlformats.org/drawingml/2006/main">
            <a:off x="1252537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2" name="dp42-comparison / n161 / arrow">
            <a:extLst xmlns:a="http://schemas.openxmlformats.org/drawingml/2006/main">
              <a:ext uri="{FF2B5EF4-FFF2-40B4-BE49-F238E27FC236}">
                <a16:creationId xmlns:a16="http://schemas.microsoft.com/office/drawing/2014/main" id="{455CB784-FD8D-4FD0-954C-15DF05EADA91}"/>
              </a:ext>
            </a:extLst>
          </p:cNvPr>
          <p:cNvSpPr>
            <a:spLocks xmlns:a="http://schemas.openxmlformats.org/drawingml/2006/main" noGrp="1"/>
          </p:cNvSpPr>
          <p:nvPr/>
        </p:nvSpPr>
        <p:spPr>
          <a:xfrm xmlns:a="http://schemas.openxmlformats.org/drawingml/2006/main">
            <a:off x="1279169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3" name="dp42-comparison / n166 / path">
            <a:extLst xmlns:a="http://schemas.openxmlformats.org/drawingml/2006/main">
              <a:ext uri="{FF2B5EF4-FFF2-40B4-BE49-F238E27FC236}">
                <a16:creationId xmlns:a16="http://schemas.microsoft.com/office/drawing/2014/main" id="{D81372E8-E40C-4843-A8B7-54B443B30B5E}"/>
              </a:ext>
            </a:extLst>
          </p:cNvPr>
          <p:cNvSpPr>
            <a:spLocks xmlns:a="http://schemas.openxmlformats.org/drawingml/2006/main" noGrp="1"/>
          </p:cNvSpPr>
          <p:nvPr/>
        </p:nvSpPr>
        <p:spPr>
          <a:xfrm xmlns:a="http://schemas.openxmlformats.org/drawingml/2006/main">
            <a:off x="1139190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4" name="dp42-comparison / n171 / path">
            <a:extLst xmlns:a="http://schemas.openxmlformats.org/drawingml/2006/main">
              <a:ext uri="{FF2B5EF4-FFF2-40B4-BE49-F238E27FC236}">
                <a16:creationId xmlns:a16="http://schemas.microsoft.com/office/drawing/2014/main" id="{F5AE7F17-9F4A-4C48-BBB1-583101B68D52}"/>
              </a:ext>
            </a:extLst>
          </p:cNvPr>
          <p:cNvSpPr>
            <a:spLocks xmlns:a="http://schemas.openxmlformats.org/drawingml/2006/main" noGrp="1"/>
          </p:cNvSpPr>
          <p:nvPr/>
        </p:nvSpPr>
        <p:spPr>
          <a:xfrm xmlns:a="http://schemas.openxmlformats.org/drawingml/2006/main">
            <a:off x="1139190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185" name="dp42-comparison / n176 / path">
            <a:extLst xmlns:a="http://schemas.openxmlformats.org/drawingml/2006/main">
              <a:ext uri="{FF2B5EF4-FFF2-40B4-BE49-F238E27FC236}">
                <a16:creationId xmlns:a16="http://schemas.microsoft.com/office/drawing/2014/main" id="{4CEDAEBC-EAC5-4CBA-85B3-9628D71AE548}"/>
              </a:ext>
            </a:extLst>
          </p:cNvPr>
          <p:cNvSpPr>
            <a:spLocks xmlns:a="http://schemas.openxmlformats.org/drawingml/2006/main" noGrp="1"/>
          </p:cNvSpPr>
          <p:nvPr/>
        </p:nvSpPr>
        <p:spPr>
          <a:xfrm xmlns:a="http://schemas.openxmlformats.org/drawingml/2006/main">
            <a:off x="1139190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6" name="dp42-comparison / n181 / path">
            <a:extLst xmlns:a="http://schemas.openxmlformats.org/drawingml/2006/main">
              <a:ext uri="{FF2B5EF4-FFF2-40B4-BE49-F238E27FC236}">
                <a16:creationId xmlns:a16="http://schemas.microsoft.com/office/drawing/2014/main" id="{5F6A1C93-EB90-48FB-9EF7-516936B3F99C}"/>
              </a:ext>
            </a:extLst>
          </p:cNvPr>
          <p:cNvSpPr>
            <a:spLocks xmlns:a="http://schemas.openxmlformats.org/drawingml/2006/main" noGrp="1"/>
          </p:cNvSpPr>
          <p:nvPr/>
        </p:nvSpPr>
        <p:spPr>
          <a:xfrm xmlns:a="http://schemas.openxmlformats.org/drawingml/2006/main">
            <a:off x="1139190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7" name="dp42-comparison / n184">
            <a:extLst xmlns:a="http://schemas.openxmlformats.org/drawingml/2006/main">
              <a:ext uri="{FF2B5EF4-FFF2-40B4-BE49-F238E27FC236}">
                <a16:creationId xmlns:a16="http://schemas.microsoft.com/office/drawing/2014/main" id="{AE24BFCF-70C1-4324-A075-77C511392AEF}"/>
              </a:ext>
            </a:extLst>
          </p:cNvPr>
          <p:cNvSpPr>
            <a:spLocks xmlns:a="http://schemas.openxmlformats.org/drawingml/2006/main" noGrp="1"/>
          </p:cNvSpPr>
          <p:nvPr/>
        </p:nvSpPr>
        <p:spPr>
          <a:xfrm xmlns:a="http://schemas.openxmlformats.org/drawingml/2006/main">
            <a:off x="9858375" y="3638550"/>
            <a:ext cx="323850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88" name="dp42-comparison / n185 / text 1">
            <a:extLst xmlns:a="http://schemas.openxmlformats.org/drawingml/2006/main">
              <a:ext uri="{FF2B5EF4-FFF2-40B4-BE49-F238E27FC236}">
                <a16:creationId xmlns:a16="http://schemas.microsoft.com/office/drawing/2014/main" id="{4882C480-3525-43D4-BEED-26705EEA1431}"/>
              </a:ext>
            </a:extLst>
          </p:cNvPr>
          <p:cNvSpPr>
            <a:spLocks xmlns:a="http://schemas.openxmlformats.org/drawingml/2006/main" noGrp="1"/>
          </p:cNvSpPr>
          <p:nvPr/>
        </p:nvSpPr>
        <p:spPr>
          <a:xfrm xmlns:a="http://schemas.openxmlformats.org/drawingml/2006/main">
            <a:off x="9982200" y="3733800"/>
            <a:ext cx="2990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대화 서비스 실행 경계</a:t>
            </a:r>
          </a:p>
        </p:txBody>
      </p:sp>
      <p:sp>
        <p:nvSpPr>
          <p:cNvPr id="189" name="dp42-comparison / n186">
            <a:extLst xmlns:a="http://schemas.openxmlformats.org/drawingml/2006/main">
              <a:ext uri="{FF2B5EF4-FFF2-40B4-BE49-F238E27FC236}">
                <a16:creationId xmlns:a16="http://schemas.microsoft.com/office/drawing/2014/main" id="{5C8065C3-8809-4F7A-BE53-D92F8DF845DD}"/>
              </a:ext>
            </a:extLst>
          </p:cNvPr>
          <p:cNvSpPr>
            <a:spLocks xmlns:a="http://schemas.openxmlformats.org/drawingml/2006/main" noGrp="1"/>
          </p:cNvSpPr>
          <p:nvPr/>
        </p:nvSpPr>
        <p:spPr>
          <a:xfrm xmlns:a="http://schemas.openxmlformats.org/drawingml/2006/main">
            <a:off x="14097000" y="3638550"/>
            <a:ext cx="3476625"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90" name="dp42-comparison / n187 / text 1">
            <a:extLst xmlns:a="http://schemas.openxmlformats.org/drawingml/2006/main">
              <a:ext uri="{FF2B5EF4-FFF2-40B4-BE49-F238E27FC236}">
                <a16:creationId xmlns:a16="http://schemas.microsoft.com/office/drawing/2014/main" id="{3F994FA6-7780-4504-97D5-DDB66242BC01}"/>
              </a:ext>
            </a:extLst>
          </p:cNvPr>
          <p:cNvSpPr>
            <a:spLocks xmlns:a="http://schemas.openxmlformats.org/drawingml/2006/main" noGrp="1"/>
          </p:cNvSpPr>
          <p:nvPr/>
        </p:nvSpPr>
        <p:spPr>
          <a:xfrm xmlns:a="http://schemas.openxmlformats.org/drawingml/2006/main">
            <a:off x="14220825" y="3733800"/>
            <a:ext cx="3228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서비스 실행 경계</a:t>
            </a:r>
          </a:p>
        </p:txBody>
      </p:sp>
      <p:sp>
        <p:nvSpPr>
          <p:cNvPr id="191" name="dp42-comparison / n188">
            <a:extLst xmlns:a="http://schemas.openxmlformats.org/drawingml/2006/main">
              <a:ext uri="{FF2B5EF4-FFF2-40B4-BE49-F238E27FC236}">
                <a16:creationId xmlns:a16="http://schemas.microsoft.com/office/drawing/2014/main" id="{CDBCD7BD-8E84-44AF-A47D-F531669303A9}"/>
              </a:ext>
            </a:extLst>
          </p:cNvPr>
          <p:cNvSpPr>
            <a:spLocks xmlns:a="http://schemas.openxmlformats.org/drawingml/2006/main" noGrp="1"/>
          </p:cNvSpPr>
          <p:nvPr/>
        </p:nvSpPr>
        <p:spPr>
          <a:xfrm xmlns:a="http://schemas.openxmlformats.org/drawingml/2006/main">
            <a:off x="1000125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2-comparison / n189 / text 1">
            <a:extLst xmlns:a="http://schemas.openxmlformats.org/drawingml/2006/main">
              <a:ext uri="{FF2B5EF4-FFF2-40B4-BE49-F238E27FC236}">
                <a16:creationId xmlns:a16="http://schemas.microsoft.com/office/drawing/2014/main" id="{80B0632D-CC44-4054-8667-4A3FDB587F20}"/>
              </a:ext>
            </a:extLst>
          </p:cNvPr>
          <p:cNvSpPr>
            <a:spLocks xmlns:a="http://schemas.openxmlformats.org/drawingml/2006/main" noGrp="1"/>
          </p:cNvSpPr>
          <p:nvPr/>
        </p:nvSpPr>
        <p:spPr>
          <a:xfrm xmlns:a="http://schemas.openxmlformats.org/drawingml/2006/main">
            <a:off x="1012507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93" name="dp42-comparison / n190">
            <a:extLst xmlns:a="http://schemas.openxmlformats.org/drawingml/2006/main">
              <a:ext uri="{FF2B5EF4-FFF2-40B4-BE49-F238E27FC236}">
                <a16:creationId xmlns:a16="http://schemas.microsoft.com/office/drawing/2014/main" id="{541C4357-C268-42BD-A623-D15FD28EA415}"/>
              </a:ext>
            </a:extLst>
          </p:cNvPr>
          <p:cNvSpPr>
            <a:spLocks xmlns:a="http://schemas.openxmlformats.org/drawingml/2006/main" noGrp="1"/>
          </p:cNvSpPr>
          <p:nvPr/>
        </p:nvSpPr>
        <p:spPr>
          <a:xfrm xmlns:a="http://schemas.openxmlformats.org/drawingml/2006/main">
            <a:off x="1009650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94" name="dp42-comparison / n191 / text 1">
            <a:extLst xmlns:a="http://schemas.openxmlformats.org/drawingml/2006/main">
              <a:ext uri="{FF2B5EF4-FFF2-40B4-BE49-F238E27FC236}">
                <a16:creationId xmlns:a16="http://schemas.microsoft.com/office/drawing/2014/main" id="{52DD89B1-E134-4D60-A6CD-FDB6791EC964}"/>
              </a:ext>
            </a:extLst>
          </p:cNvPr>
          <p:cNvSpPr>
            <a:spLocks xmlns:a="http://schemas.openxmlformats.org/drawingml/2006/main" noGrp="1"/>
          </p:cNvSpPr>
          <p:nvPr/>
        </p:nvSpPr>
        <p:spPr>
          <a:xfrm xmlns:a="http://schemas.openxmlformats.org/drawingml/2006/main">
            <a:off x="1018222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195" name="dp42-comparison / n192">
            <a:extLst xmlns:a="http://schemas.openxmlformats.org/drawingml/2006/main">
              <a:ext uri="{FF2B5EF4-FFF2-40B4-BE49-F238E27FC236}">
                <a16:creationId xmlns:a16="http://schemas.microsoft.com/office/drawing/2014/main" id="{8F2C2826-2412-4680-B9CB-3BD8903450A0}"/>
              </a:ext>
            </a:extLst>
          </p:cNvPr>
          <p:cNvSpPr>
            <a:spLocks xmlns:a="http://schemas.openxmlformats.org/drawingml/2006/main" noGrp="1"/>
          </p:cNvSpPr>
          <p:nvPr/>
        </p:nvSpPr>
        <p:spPr>
          <a:xfrm xmlns:a="http://schemas.openxmlformats.org/drawingml/2006/main">
            <a:off x="1423987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6" name="dp42-comparison / n193 / text 1">
            <a:extLst xmlns:a="http://schemas.openxmlformats.org/drawingml/2006/main">
              <a:ext uri="{FF2B5EF4-FFF2-40B4-BE49-F238E27FC236}">
                <a16:creationId xmlns:a16="http://schemas.microsoft.com/office/drawing/2014/main" id="{C71C6D95-555B-4E11-A553-9F9F3631693F}"/>
              </a:ext>
            </a:extLst>
          </p:cNvPr>
          <p:cNvSpPr>
            <a:spLocks xmlns:a="http://schemas.openxmlformats.org/drawingml/2006/main" noGrp="1"/>
          </p:cNvSpPr>
          <p:nvPr/>
        </p:nvSpPr>
        <p:spPr>
          <a:xfrm xmlns:a="http://schemas.openxmlformats.org/drawingml/2006/main">
            <a:off x="1436370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197" name="dp42-comparison / n194">
            <a:extLst xmlns:a="http://schemas.openxmlformats.org/drawingml/2006/main">
              <a:ext uri="{FF2B5EF4-FFF2-40B4-BE49-F238E27FC236}">
                <a16:creationId xmlns:a16="http://schemas.microsoft.com/office/drawing/2014/main" id="{E2B68D76-579E-4CAC-B75B-2FAD6EE8C3C9}"/>
              </a:ext>
            </a:extLst>
          </p:cNvPr>
          <p:cNvSpPr>
            <a:spLocks xmlns:a="http://schemas.openxmlformats.org/drawingml/2006/main" noGrp="1"/>
          </p:cNvSpPr>
          <p:nvPr/>
        </p:nvSpPr>
        <p:spPr>
          <a:xfrm xmlns:a="http://schemas.openxmlformats.org/drawingml/2006/main">
            <a:off x="14382750" y="4400550"/>
            <a:ext cx="2905125" cy="209550"/>
          </a:xfrm>
          <a:prstGeom xmlns:a="http://schemas.openxmlformats.org/drawingml/2006/main" prst="roundRect">
            <a:avLst>
              <a:gd name="adj" fmla="val 36364"/>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2-comparison / n195 / text 1">
            <a:extLst xmlns:a="http://schemas.openxmlformats.org/drawingml/2006/main">
              <a:ext uri="{FF2B5EF4-FFF2-40B4-BE49-F238E27FC236}">
                <a16:creationId xmlns:a16="http://schemas.microsoft.com/office/drawing/2014/main" id="{6AD9D561-B97F-4C4E-B082-927467C9979B}"/>
              </a:ext>
            </a:extLst>
          </p:cNvPr>
          <p:cNvSpPr>
            <a:spLocks xmlns:a="http://schemas.openxmlformats.org/drawingml/2006/main" noGrp="1"/>
          </p:cNvSpPr>
          <p:nvPr/>
        </p:nvSpPr>
        <p:spPr>
          <a:xfrm xmlns:a="http://schemas.openxmlformats.org/drawingml/2006/main">
            <a:off x="1446847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199" name="dp42-comparison / n196">
            <a:extLst xmlns:a="http://schemas.openxmlformats.org/drawingml/2006/main">
              <a:ext uri="{FF2B5EF4-FFF2-40B4-BE49-F238E27FC236}">
                <a16:creationId xmlns:a16="http://schemas.microsoft.com/office/drawing/2014/main" id="{1CB57076-7289-4CED-ABA0-13191D572F3B}"/>
              </a:ext>
            </a:extLst>
          </p:cNvPr>
          <p:cNvSpPr>
            <a:spLocks xmlns:a="http://schemas.openxmlformats.org/drawingml/2006/main" noGrp="1"/>
          </p:cNvSpPr>
          <p:nvPr/>
        </p:nvSpPr>
        <p:spPr>
          <a:xfrm xmlns:a="http://schemas.openxmlformats.org/drawingml/2006/main">
            <a:off x="1433512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0" name="dp42-comparison / n197 / text 1">
            <a:extLst xmlns:a="http://schemas.openxmlformats.org/drawingml/2006/main">
              <a:ext uri="{FF2B5EF4-FFF2-40B4-BE49-F238E27FC236}">
                <a16:creationId xmlns:a16="http://schemas.microsoft.com/office/drawing/2014/main" id="{E2BC8EFB-A77C-4059-9F50-EF29B8ACBB7E}"/>
              </a:ext>
            </a:extLst>
          </p:cNvPr>
          <p:cNvSpPr>
            <a:spLocks xmlns:a="http://schemas.openxmlformats.org/drawingml/2006/main" noGrp="1"/>
          </p:cNvSpPr>
          <p:nvPr/>
        </p:nvSpPr>
        <p:spPr>
          <a:xfrm xmlns:a="http://schemas.openxmlformats.org/drawingml/2006/main">
            <a:off x="1442085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201" name="dp42-comparison / n198">
            <a:extLst xmlns:a="http://schemas.openxmlformats.org/drawingml/2006/main">
              <a:ext uri="{FF2B5EF4-FFF2-40B4-BE49-F238E27FC236}">
                <a16:creationId xmlns:a16="http://schemas.microsoft.com/office/drawing/2014/main" id="{88902767-F5D0-431D-8D5B-D0FA77DE4A89}"/>
              </a:ext>
            </a:extLst>
          </p:cNvPr>
          <p:cNvSpPr>
            <a:spLocks xmlns:a="http://schemas.openxmlformats.org/drawingml/2006/main" noGrp="1"/>
          </p:cNvSpPr>
          <p:nvPr/>
        </p:nvSpPr>
        <p:spPr>
          <a:xfrm xmlns:a="http://schemas.openxmlformats.org/drawingml/2006/main">
            <a:off x="1000125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2" name="dp42-comparison / n199 / text 1">
            <a:extLst xmlns:a="http://schemas.openxmlformats.org/drawingml/2006/main">
              <a:ext uri="{FF2B5EF4-FFF2-40B4-BE49-F238E27FC236}">
                <a16:creationId xmlns:a16="http://schemas.microsoft.com/office/drawing/2014/main" id="{EF11937F-C984-4B26-BCE4-D49B48024286}"/>
              </a:ext>
            </a:extLst>
          </p:cNvPr>
          <p:cNvSpPr>
            <a:spLocks xmlns:a="http://schemas.openxmlformats.org/drawingml/2006/main" noGrp="1"/>
          </p:cNvSpPr>
          <p:nvPr/>
        </p:nvSpPr>
        <p:spPr>
          <a:xfrm xmlns:a="http://schemas.openxmlformats.org/drawingml/2006/main">
            <a:off x="1012507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203" name="dp42-comparison / n200">
            <a:extLst xmlns:a="http://schemas.openxmlformats.org/drawingml/2006/main">
              <a:ext uri="{FF2B5EF4-FFF2-40B4-BE49-F238E27FC236}">
                <a16:creationId xmlns:a16="http://schemas.microsoft.com/office/drawing/2014/main" id="{C3CB287A-96C0-4E86-A24C-83945E974967}"/>
              </a:ext>
            </a:extLst>
          </p:cNvPr>
          <p:cNvSpPr>
            <a:spLocks xmlns:a="http://schemas.openxmlformats.org/drawingml/2006/main" noGrp="1"/>
          </p:cNvSpPr>
          <p:nvPr/>
        </p:nvSpPr>
        <p:spPr>
          <a:xfrm xmlns:a="http://schemas.openxmlformats.org/drawingml/2006/main">
            <a:off x="1009650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4" name="dp42-comparison / n201 / text 1">
            <a:extLst xmlns:a="http://schemas.openxmlformats.org/drawingml/2006/main">
              <a:ext uri="{FF2B5EF4-FFF2-40B4-BE49-F238E27FC236}">
                <a16:creationId xmlns:a16="http://schemas.microsoft.com/office/drawing/2014/main" id="{340ECB31-AC54-4EA2-BBCB-ED4944703CCF}"/>
              </a:ext>
            </a:extLst>
          </p:cNvPr>
          <p:cNvSpPr>
            <a:spLocks xmlns:a="http://schemas.openxmlformats.org/drawingml/2006/main" noGrp="1"/>
          </p:cNvSpPr>
          <p:nvPr/>
        </p:nvSpPr>
        <p:spPr>
          <a:xfrm xmlns:a="http://schemas.openxmlformats.org/drawingml/2006/main">
            <a:off x="1018222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205" name="dp42-comparison / n202">
            <a:extLst xmlns:a="http://schemas.openxmlformats.org/drawingml/2006/main">
              <a:ext uri="{FF2B5EF4-FFF2-40B4-BE49-F238E27FC236}">
                <a16:creationId xmlns:a16="http://schemas.microsoft.com/office/drawing/2014/main" id="{62A3E8C4-9C54-436D-881B-C9A3EB013333}"/>
              </a:ext>
            </a:extLst>
          </p:cNvPr>
          <p:cNvSpPr>
            <a:spLocks xmlns:a="http://schemas.openxmlformats.org/drawingml/2006/main" noGrp="1"/>
          </p:cNvSpPr>
          <p:nvPr/>
        </p:nvSpPr>
        <p:spPr>
          <a:xfrm xmlns:a="http://schemas.openxmlformats.org/drawingml/2006/main">
            <a:off x="1423987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6" name="dp42-comparison / n203 / text 1">
            <a:extLst xmlns:a="http://schemas.openxmlformats.org/drawingml/2006/main">
              <a:ext uri="{FF2B5EF4-FFF2-40B4-BE49-F238E27FC236}">
                <a16:creationId xmlns:a16="http://schemas.microsoft.com/office/drawing/2014/main" id="{C72037FB-55E0-4F74-9666-989BDB529F8F}"/>
              </a:ext>
            </a:extLst>
          </p:cNvPr>
          <p:cNvSpPr>
            <a:spLocks xmlns:a="http://schemas.openxmlformats.org/drawingml/2006/main" noGrp="1"/>
          </p:cNvSpPr>
          <p:nvPr/>
        </p:nvSpPr>
        <p:spPr>
          <a:xfrm xmlns:a="http://schemas.openxmlformats.org/drawingml/2006/main">
            <a:off x="1432560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207" name="dp42-comparison / n206 / path">
            <a:extLst xmlns:a="http://schemas.openxmlformats.org/drawingml/2006/main">
              <a:ext uri="{FF2B5EF4-FFF2-40B4-BE49-F238E27FC236}">
                <a16:creationId xmlns:a16="http://schemas.microsoft.com/office/drawing/2014/main" id="{AC07CF4F-7CB4-4F5E-B325-25B5EE7DBE2E}"/>
              </a:ext>
            </a:extLst>
          </p:cNvPr>
          <p:cNvSpPr>
            <a:spLocks xmlns:a="http://schemas.openxmlformats.org/drawingml/2006/main" noGrp="1"/>
          </p:cNvSpPr>
          <p:nvPr/>
        </p:nvSpPr>
        <p:spPr>
          <a:xfrm xmlns:a="http://schemas.openxmlformats.org/drawingml/2006/main">
            <a:off x="985837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208" name="dp42-comparison / n206 / arrow">
            <a:extLst xmlns:a="http://schemas.openxmlformats.org/drawingml/2006/main">
              <a:ext uri="{FF2B5EF4-FFF2-40B4-BE49-F238E27FC236}">
                <a16:creationId xmlns:a16="http://schemas.microsoft.com/office/drawing/2014/main" id="{193394F1-5A9C-4139-AA33-F34C1C0239B2}"/>
              </a:ext>
            </a:extLst>
          </p:cNvPr>
          <p:cNvSpPr>
            <a:spLocks xmlns:a="http://schemas.openxmlformats.org/drawingml/2006/main" noGrp="1"/>
          </p:cNvSpPr>
          <p:nvPr/>
        </p:nvSpPr>
        <p:spPr>
          <a:xfrm xmlns:a="http://schemas.openxmlformats.org/drawingml/2006/main">
            <a:off x="993419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9" name="dp42-comparison / n207">
            <a:extLst xmlns:a="http://schemas.openxmlformats.org/drawingml/2006/main">
              <a:ext uri="{FF2B5EF4-FFF2-40B4-BE49-F238E27FC236}">
                <a16:creationId xmlns:a16="http://schemas.microsoft.com/office/drawing/2014/main" id="{4247294D-6B06-47DC-BAB6-08520B8C4662}"/>
              </a:ext>
            </a:extLst>
          </p:cNvPr>
          <p:cNvSpPr>
            <a:spLocks xmlns:a="http://schemas.openxmlformats.org/drawingml/2006/main" noGrp="1"/>
          </p:cNvSpPr>
          <p:nvPr/>
        </p:nvSpPr>
        <p:spPr>
          <a:xfrm xmlns:a="http://schemas.openxmlformats.org/drawingml/2006/main">
            <a:off x="10001250" y="5667375"/>
            <a:ext cx="29527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0" name="dp42-comparison / n208 / text 1">
            <a:extLst xmlns:a="http://schemas.openxmlformats.org/drawingml/2006/main">
              <a:ext uri="{FF2B5EF4-FFF2-40B4-BE49-F238E27FC236}">
                <a16:creationId xmlns:a16="http://schemas.microsoft.com/office/drawing/2014/main" id="{AFBFE341-9A46-4E43-BA01-52A786EB0BC1}"/>
              </a:ext>
            </a:extLst>
          </p:cNvPr>
          <p:cNvSpPr>
            <a:spLocks xmlns:a="http://schemas.openxmlformats.org/drawingml/2006/main" noGrp="1"/>
          </p:cNvSpPr>
          <p:nvPr/>
        </p:nvSpPr>
        <p:spPr>
          <a:xfrm xmlns:a="http://schemas.openxmlformats.org/drawingml/2006/main">
            <a:off x="10086975" y="5703570"/>
            <a:ext cx="2781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1" name="dp42-comparison / n209">
            <a:extLst xmlns:a="http://schemas.openxmlformats.org/drawingml/2006/main">
              <a:ext uri="{FF2B5EF4-FFF2-40B4-BE49-F238E27FC236}">
                <a16:creationId xmlns:a16="http://schemas.microsoft.com/office/drawing/2014/main" id="{EF1145CC-9879-43F1-9272-14F843293CF4}"/>
              </a:ext>
            </a:extLst>
          </p:cNvPr>
          <p:cNvSpPr>
            <a:spLocks xmlns:a="http://schemas.openxmlformats.org/drawingml/2006/main" noGrp="1"/>
          </p:cNvSpPr>
          <p:nvPr/>
        </p:nvSpPr>
        <p:spPr>
          <a:xfrm xmlns:a="http://schemas.openxmlformats.org/drawingml/2006/main">
            <a:off x="14239875" y="5667375"/>
            <a:ext cx="31908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2" name="dp42-comparison / n210 / text 1">
            <a:extLst xmlns:a="http://schemas.openxmlformats.org/drawingml/2006/main">
              <a:ext uri="{FF2B5EF4-FFF2-40B4-BE49-F238E27FC236}">
                <a16:creationId xmlns:a16="http://schemas.microsoft.com/office/drawing/2014/main" id="{F11E38E7-1710-46B5-96D0-A68E701739EC}"/>
              </a:ext>
            </a:extLst>
          </p:cNvPr>
          <p:cNvSpPr>
            <a:spLocks xmlns:a="http://schemas.openxmlformats.org/drawingml/2006/main" noGrp="1"/>
          </p:cNvSpPr>
          <p:nvPr/>
        </p:nvSpPr>
        <p:spPr>
          <a:xfrm xmlns:a="http://schemas.openxmlformats.org/drawingml/2006/main">
            <a:off x="14325600" y="5703570"/>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3" name="dp42-comparison / n211 / path">
            <a:extLst xmlns:a="http://schemas.openxmlformats.org/drawingml/2006/main">
              <a:ext uri="{FF2B5EF4-FFF2-40B4-BE49-F238E27FC236}">
                <a16:creationId xmlns:a16="http://schemas.microsoft.com/office/drawing/2014/main" id="{A4A48178-8D79-4D57-9455-CDF95F972256}"/>
              </a:ext>
            </a:extLst>
          </p:cNvPr>
          <p:cNvSpPr>
            <a:spLocks xmlns:a="http://schemas.openxmlformats.org/drawingml/2006/main" noGrp="1"/>
          </p:cNvSpPr>
          <p:nvPr/>
        </p:nvSpPr>
        <p:spPr>
          <a:xfrm xmlns:a="http://schemas.openxmlformats.org/drawingml/2006/main">
            <a:off x="12954000" y="42005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000000"/>
            </a:solidFill>
            <a:prstDash val="solid"/>
          </a:ln>
        </p:spPr>
      </p:sp>
      <p:sp>
        <p:nvSpPr>
          <p:cNvPr id="214" name="dp42-comparison / n211 / arrow">
            <a:extLst xmlns:a="http://schemas.openxmlformats.org/drawingml/2006/main">
              <a:ext uri="{FF2B5EF4-FFF2-40B4-BE49-F238E27FC236}">
                <a16:creationId xmlns:a16="http://schemas.microsoft.com/office/drawing/2014/main" id="{6332AB89-4CD8-454E-BADA-CF62F9532017}"/>
              </a:ext>
            </a:extLst>
          </p:cNvPr>
          <p:cNvSpPr>
            <a:spLocks xmlns:a="http://schemas.openxmlformats.org/drawingml/2006/main" noGrp="1"/>
          </p:cNvSpPr>
          <p:nvPr/>
        </p:nvSpPr>
        <p:spPr>
          <a:xfrm xmlns:a="http://schemas.openxmlformats.org/drawingml/2006/main">
            <a:off x="14172819"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2-comparison / n214 / path">
            <a:extLst xmlns:a="http://schemas.openxmlformats.org/drawingml/2006/main">
              <a:ext uri="{FF2B5EF4-FFF2-40B4-BE49-F238E27FC236}">
                <a16:creationId xmlns:a16="http://schemas.microsoft.com/office/drawing/2014/main" id="{F7D9E950-F3E9-47B5-8874-C13769C37209}"/>
              </a:ext>
            </a:extLst>
          </p:cNvPr>
          <p:cNvSpPr>
            <a:spLocks xmlns:a="http://schemas.openxmlformats.org/drawingml/2006/main" noGrp="1"/>
          </p:cNvSpPr>
          <p:nvPr/>
        </p:nvSpPr>
        <p:spPr>
          <a:xfrm xmlns:a="http://schemas.openxmlformats.org/drawingml/2006/main">
            <a:off x="12954000" y="4371975"/>
            <a:ext cx="1285875" cy="571500"/>
          </a:xfrm>
          <a:custGeom xmlns:a="http://schemas.openxmlformats.org/drawingml/2006/main">
            <a:pathLst>
              <a:path w="1285875" h="571500">
                <a:moveTo>
                  <a:pt x="1285875" y="0"/>
                </a:moveTo>
                <a:lnTo>
                  <a:pt x="1181100" y="0"/>
                </a:lnTo>
                <a:lnTo>
                  <a:pt x="1181100" y="571500"/>
                </a:lnTo>
                <a:lnTo>
                  <a:pt x="123825" y="571500"/>
                </a:lnTo>
                <a:lnTo>
                  <a:pt x="123825" y="0"/>
                </a:lnTo>
                <a:lnTo>
                  <a:pt x="0" y="0"/>
                </a:lnTo>
              </a:path>
            </a:pathLst>
          </a:custGeom>
          <a:noFill xmlns:a="http://schemas.openxmlformats.org/drawingml/2006/main"/>
          <a:ln xmlns:a="http://schemas.openxmlformats.org/drawingml/2006/main" w="10478">
            <a:solidFill>
              <a:srgbClr val="000000"/>
            </a:solidFill>
            <a:prstDash val="dash"/>
          </a:ln>
        </p:spPr>
      </p:sp>
      <p:sp>
        <p:nvSpPr>
          <p:cNvPr id="216" name="dp42-comparison / n214 / arrow">
            <a:extLst xmlns:a="http://schemas.openxmlformats.org/drawingml/2006/main">
              <a:ext uri="{FF2B5EF4-FFF2-40B4-BE49-F238E27FC236}">
                <a16:creationId xmlns:a16="http://schemas.microsoft.com/office/drawing/2014/main" id="{908833FF-CD67-47CC-9277-57DC86FB4C97}"/>
              </a:ext>
            </a:extLst>
          </p:cNvPr>
          <p:cNvSpPr>
            <a:spLocks xmlns:a="http://schemas.openxmlformats.org/drawingml/2006/main" noGrp="1"/>
          </p:cNvSpPr>
          <p:nvPr/>
        </p:nvSpPr>
        <p:spPr>
          <a:xfrm xmlns:a="http://schemas.openxmlformats.org/drawingml/2006/main">
            <a:off x="12954000" y="43384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17" name="dp42-comparison / n217 / path">
            <a:extLst xmlns:a="http://schemas.openxmlformats.org/drawingml/2006/main">
              <a:ext uri="{FF2B5EF4-FFF2-40B4-BE49-F238E27FC236}">
                <a16:creationId xmlns:a16="http://schemas.microsoft.com/office/drawing/2014/main" id="{1016E164-1F46-4020-ABBD-7422634CA4BD}"/>
              </a:ext>
            </a:extLst>
          </p:cNvPr>
          <p:cNvSpPr>
            <a:spLocks xmlns:a="http://schemas.openxmlformats.org/drawingml/2006/main" noGrp="1"/>
          </p:cNvSpPr>
          <p:nvPr/>
        </p:nvSpPr>
        <p:spPr>
          <a:xfrm xmlns:a="http://schemas.openxmlformats.org/drawingml/2006/main">
            <a:off x="11477625" y="4295775"/>
            <a:ext cx="1552575" cy="1371600"/>
          </a:xfrm>
          <a:custGeom xmlns:a="http://schemas.openxmlformats.org/drawingml/2006/main">
            <a:pathLst>
              <a:path w="1552575" h="1371600">
                <a:moveTo>
                  <a:pt x="1476375" y="0"/>
                </a:moveTo>
                <a:lnTo>
                  <a:pt x="1552575" y="0"/>
                </a:lnTo>
                <a:lnTo>
                  <a:pt x="1552575"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18" name="dp42-comparison / n217 / arrow">
            <a:extLst xmlns:a="http://schemas.openxmlformats.org/drawingml/2006/main">
              <a:ext uri="{FF2B5EF4-FFF2-40B4-BE49-F238E27FC236}">
                <a16:creationId xmlns:a16="http://schemas.microsoft.com/office/drawing/2014/main" id="{85826F5C-1D72-4505-BA26-824B91536E67}"/>
              </a:ext>
            </a:extLst>
          </p:cNvPr>
          <p:cNvSpPr>
            <a:spLocks xmlns:a="http://schemas.openxmlformats.org/drawingml/2006/main" noGrp="1"/>
          </p:cNvSpPr>
          <p:nvPr/>
        </p:nvSpPr>
        <p:spPr>
          <a:xfrm xmlns:a="http://schemas.openxmlformats.org/drawingml/2006/main">
            <a:off x="11444097"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9" name="dp42-comparison / n218 / path">
            <a:extLst xmlns:a="http://schemas.openxmlformats.org/drawingml/2006/main">
              <a:ext uri="{FF2B5EF4-FFF2-40B4-BE49-F238E27FC236}">
                <a16:creationId xmlns:a16="http://schemas.microsoft.com/office/drawing/2014/main" id="{523B9EE7-6CC2-4D96-A821-212FC8380D71}"/>
              </a:ext>
            </a:extLst>
          </p:cNvPr>
          <p:cNvSpPr>
            <a:spLocks xmlns:a="http://schemas.openxmlformats.org/drawingml/2006/main" noGrp="1"/>
          </p:cNvSpPr>
          <p:nvPr/>
        </p:nvSpPr>
        <p:spPr>
          <a:xfrm xmlns:a="http://schemas.openxmlformats.org/drawingml/2006/main">
            <a:off x="15835313" y="4295775"/>
            <a:ext cx="1652588" cy="1371600"/>
          </a:xfrm>
          <a:custGeom xmlns:a="http://schemas.openxmlformats.org/drawingml/2006/main">
            <a:pathLst>
              <a:path w="1652588" h="1371600">
                <a:moveTo>
                  <a:pt x="1595438" y="0"/>
                </a:moveTo>
                <a:lnTo>
                  <a:pt x="1652588" y="0"/>
                </a:lnTo>
                <a:lnTo>
                  <a:pt x="1652588"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20" name="dp42-comparison / n218 / arrow">
            <a:extLst xmlns:a="http://schemas.openxmlformats.org/drawingml/2006/main">
              <a:ext uri="{FF2B5EF4-FFF2-40B4-BE49-F238E27FC236}">
                <a16:creationId xmlns:a16="http://schemas.microsoft.com/office/drawing/2014/main" id="{39AA240F-0098-4C48-8F84-8A7A036121A4}"/>
              </a:ext>
            </a:extLst>
          </p:cNvPr>
          <p:cNvSpPr>
            <a:spLocks xmlns:a="http://schemas.openxmlformats.org/drawingml/2006/main" noGrp="1"/>
          </p:cNvSpPr>
          <p:nvPr/>
        </p:nvSpPr>
        <p:spPr>
          <a:xfrm xmlns:a="http://schemas.openxmlformats.org/drawingml/2006/main">
            <a:off x="15801785"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1" name="dp42-comparison / n223 / path">
            <a:extLst xmlns:a="http://schemas.openxmlformats.org/drawingml/2006/main">
              <a:ext uri="{FF2B5EF4-FFF2-40B4-BE49-F238E27FC236}">
                <a16:creationId xmlns:a16="http://schemas.microsoft.com/office/drawing/2014/main" id="{4437FFC7-6CDD-49D8-BD31-93A75FADD7C2}"/>
              </a:ext>
            </a:extLst>
          </p:cNvPr>
          <p:cNvSpPr>
            <a:spLocks xmlns:a="http://schemas.openxmlformats.org/drawingml/2006/main" noGrp="1"/>
          </p:cNvSpPr>
          <p:nvPr/>
        </p:nvSpPr>
        <p:spPr>
          <a:xfrm xmlns:a="http://schemas.openxmlformats.org/drawingml/2006/main">
            <a:off x="1583531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222" name="dp42-comparison / n223 / arrow">
            <a:extLst xmlns:a="http://schemas.openxmlformats.org/drawingml/2006/main">
              <a:ext uri="{FF2B5EF4-FFF2-40B4-BE49-F238E27FC236}">
                <a16:creationId xmlns:a16="http://schemas.microsoft.com/office/drawing/2014/main" id="{F010CF3E-D722-444B-9DCD-C8B82B2345E5}"/>
              </a:ext>
            </a:extLst>
          </p:cNvPr>
          <p:cNvSpPr>
            <a:spLocks xmlns:a="http://schemas.openxmlformats.org/drawingml/2006/main" noGrp="1"/>
          </p:cNvSpPr>
          <p:nvPr/>
        </p:nvSpPr>
        <p:spPr>
          <a:xfrm xmlns:a="http://schemas.openxmlformats.org/drawingml/2006/main">
            <a:off x="1580178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3" name="dp42-comparison / n230 / path">
            <a:extLst xmlns:a="http://schemas.openxmlformats.org/drawingml/2006/main">
              <a:ext uri="{FF2B5EF4-FFF2-40B4-BE49-F238E27FC236}">
                <a16:creationId xmlns:a16="http://schemas.microsoft.com/office/drawing/2014/main" id="{D5806055-29DB-4EA7-A164-3A081B89EE93}"/>
              </a:ext>
            </a:extLst>
          </p:cNvPr>
          <p:cNvSpPr>
            <a:spLocks xmlns:a="http://schemas.openxmlformats.org/drawingml/2006/main" noGrp="1"/>
          </p:cNvSpPr>
          <p:nvPr/>
        </p:nvSpPr>
        <p:spPr>
          <a:xfrm xmlns:a="http://schemas.openxmlformats.org/drawingml/2006/main">
            <a:off x="12239625" y="65484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4" name="dp42-comparison / n230 / arrow">
            <a:extLst xmlns:a="http://schemas.openxmlformats.org/drawingml/2006/main">
              <a:ext uri="{FF2B5EF4-FFF2-40B4-BE49-F238E27FC236}">
                <a16:creationId xmlns:a16="http://schemas.microsoft.com/office/drawing/2014/main" id="{16AF8BEF-0F61-438F-852F-94C222135C35}"/>
              </a:ext>
            </a:extLst>
          </p:cNvPr>
          <p:cNvSpPr>
            <a:spLocks xmlns:a="http://schemas.openxmlformats.org/drawingml/2006/main" noGrp="1"/>
          </p:cNvSpPr>
          <p:nvPr/>
        </p:nvSpPr>
        <p:spPr>
          <a:xfrm xmlns:a="http://schemas.openxmlformats.org/drawingml/2006/main">
            <a:off x="12601194"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5" name="dp42-comparison / n231 / path">
            <a:extLst xmlns:a="http://schemas.openxmlformats.org/drawingml/2006/main">
              <a:ext uri="{FF2B5EF4-FFF2-40B4-BE49-F238E27FC236}">
                <a16:creationId xmlns:a16="http://schemas.microsoft.com/office/drawing/2014/main" id="{753D3489-35FA-4FD6-B06A-074F9BC62437}"/>
              </a:ext>
            </a:extLst>
          </p:cNvPr>
          <p:cNvSpPr>
            <a:spLocks xmlns:a="http://schemas.openxmlformats.org/drawingml/2006/main" noGrp="1"/>
          </p:cNvSpPr>
          <p:nvPr/>
        </p:nvSpPr>
        <p:spPr>
          <a:xfrm xmlns:a="http://schemas.openxmlformats.org/drawingml/2006/main">
            <a:off x="14954250" y="65484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26" name="dp42-comparison / n231 / arrow">
            <a:extLst xmlns:a="http://schemas.openxmlformats.org/drawingml/2006/main">
              <a:ext uri="{FF2B5EF4-FFF2-40B4-BE49-F238E27FC236}">
                <a16:creationId xmlns:a16="http://schemas.microsoft.com/office/drawing/2014/main" id="{E5249B08-E6E0-4519-8109-743215F4F872}"/>
              </a:ext>
            </a:extLst>
          </p:cNvPr>
          <p:cNvSpPr>
            <a:spLocks xmlns:a="http://schemas.openxmlformats.org/drawingml/2006/main" noGrp="1"/>
          </p:cNvSpPr>
          <p:nvPr/>
        </p:nvSpPr>
        <p:spPr>
          <a:xfrm xmlns:a="http://schemas.openxmlformats.org/drawingml/2006/main">
            <a:off x="15220569"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7" name="dp42-comparison / n232 / path">
            <a:extLst xmlns:a="http://schemas.openxmlformats.org/drawingml/2006/main">
              <a:ext uri="{FF2B5EF4-FFF2-40B4-BE49-F238E27FC236}">
                <a16:creationId xmlns:a16="http://schemas.microsoft.com/office/drawing/2014/main" id="{4F3F883B-FAF0-43ED-8B1B-69B2770C20EB}"/>
              </a:ext>
            </a:extLst>
          </p:cNvPr>
          <p:cNvSpPr>
            <a:spLocks xmlns:a="http://schemas.openxmlformats.org/drawingml/2006/main" noGrp="1"/>
          </p:cNvSpPr>
          <p:nvPr/>
        </p:nvSpPr>
        <p:spPr>
          <a:xfrm xmlns:a="http://schemas.openxmlformats.org/drawingml/2006/main">
            <a:off x="985837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28" name="dp42-comparison / n235">
            <a:extLst xmlns:a="http://schemas.openxmlformats.org/drawingml/2006/main">
              <a:ext uri="{FF2B5EF4-FFF2-40B4-BE49-F238E27FC236}">
                <a16:creationId xmlns:a16="http://schemas.microsoft.com/office/drawing/2014/main" id="{DDB5740E-F3E4-485A-9027-F2FA7C2ADA69}"/>
              </a:ext>
            </a:extLst>
          </p:cNvPr>
          <p:cNvSpPr>
            <a:spLocks xmlns:a="http://schemas.openxmlformats.org/drawingml/2006/main" noGrp="1"/>
          </p:cNvSpPr>
          <p:nvPr/>
        </p:nvSpPr>
        <p:spPr>
          <a:xfrm xmlns:a="http://schemas.openxmlformats.org/drawingml/2006/main">
            <a:off x="9953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2-comparison / n236 / text 1">
            <a:extLst xmlns:a="http://schemas.openxmlformats.org/drawingml/2006/main">
              <a:ext uri="{FF2B5EF4-FFF2-40B4-BE49-F238E27FC236}">
                <a16:creationId xmlns:a16="http://schemas.microsoft.com/office/drawing/2014/main" id="{5200D1F4-0C7E-4431-8BD1-4F3315AA5DA0}"/>
              </a:ext>
            </a:extLst>
          </p:cNvPr>
          <p:cNvSpPr>
            <a:spLocks xmlns:a="http://schemas.openxmlformats.org/drawingml/2006/main" noGrp="1"/>
          </p:cNvSpPr>
          <p:nvPr/>
        </p:nvSpPr>
        <p:spPr>
          <a:xfrm xmlns:a="http://schemas.openxmlformats.org/drawingml/2006/main">
            <a:off x="10039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의도 저장</a:t>
            </a:r>
          </a:p>
        </p:txBody>
      </p:sp>
      <p:sp>
        <p:nvSpPr>
          <p:cNvPr id="230" name="dp42-comparison / n237">
            <a:extLst xmlns:a="http://schemas.openxmlformats.org/drawingml/2006/main">
              <a:ext uri="{FF2B5EF4-FFF2-40B4-BE49-F238E27FC236}">
                <a16:creationId xmlns:a16="http://schemas.microsoft.com/office/drawing/2014/main" id="{22E4C20D-0B91-47B5-99A7-E1DB5268801E}"/>
              </a:ext>
            </a:extLst>
          </p:cNvPr>
          <p:cNvSpPr>
            <a:spLocks xmlns:a="http://schemas.openxmlformats.org/drawingml/2006/main" noGrp="1"/>
          </p:cNvSpPr>
          <p:nvPr/>
        </p:nvSpPr>
        <p:spPr>
          <a:xfrm xmlns:a="http://schemas.openxmlformats.org/drawingml/2006/main">
            <a:off x="12620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1" name="dp42-comparison / n238 / text 1">
            <a:extLst xmlns:a="http://schemas.openxmlformats.org/drawingml/2006/main">
              <a:ext uri="{FF2B5EF4-FFF2-40B4-BE49-F238E27FC236}">
                <a16:creationId xmlns:a16="http://schemas.microsoft.com/office/drawing/2014/main" id="{58743EA0-D003-4EFE-BE3C-1455C96B3FBA}"/>
              </a:ext>
            </a:extLst>
          </p:cNvPr>
          <p:cNvSpPr>
            <a:spLocks xmlns:a="http://schemas.openxmlformats.org/drawingml/2006/main" noGrp="1"/>
          </p:cNvSpPr>
          <p:nvPr/>
        </p:nvSpPr>
        <p:spPr>
          <a:xfrm xmlns:a="http://schemas.openxmlformats.org/drawingml/2006/main">
            <a:off x="12706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Task: 접수 상태 확정</a:t>
            </a:r>
          </a:p>
        </p:txBody>
      </p:sp>
      <p:sp>
        <p:nvSpPr>
          <p:cNvPr id="232" name="dp42-comparison / n239 / path">
            <a:extLst xmlns:a="http://schemas.openxmlformats.org/drawingml/2006/main">
              <a:ext uri="{FF2B5EF4-FFF2-40B4-BE49-F238E27FC236}">
                <a16:creationId xmlns:a16="http://schemas.microsoft.com/office/drawing/2014/main" id="{3BB64326-AD0A-40BB-9393-AEFC1860CCD7}"/>
              </a:ext>
            </a:extLst>
          </p:cNvPr>
          <p:cNvSpPr>
            <a:spLocks xmlns:a="http://schemas.openxmlformats.org/drawingml/2006/main" noGrp="1"/>
          </p:cNvSpPr>
          <p:nvPr/>
        </p:nvSpPr>
        <p:spPr>
          <a:xfrm xmlns:a="http://schemas.openxmlformats.org/drawingml/2006/main">
            <a:off x="12192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3" name="dp42-comparison / n239 / arrow">
            <a:extLst xmlns:a="http://schemas.openxmlformats.org/drawingml/2006/main">
              <a:ext uri="{FF2B5EF4-FFF2-40B4-BE49-F238E27FC236}">
                <a16:creationId xmlns:a16="http://schemas.microsoft.com/office/drawing/2014/main" id="{7222CCD2-B47F-419F-9984-63AF3B625CF6}"/>
              </a:ext>
            </a:extLst>
          </p:cNvPr>
          <p:cNvSpPr>
            <a:spLocks xmlns:a="http://schemas.openxmlformats.org/drawingml/2006/main" noGrp="1"/>
          </p:cNvSpPr>
          <p:nvPr/>
        </p:nvSpPr>
        <p:spPr>
          <a:xfrm xmlns:a="http://schemas.openxmlformats.org/drawingml/2006/main">
            <a:off x="12553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4" name="dp42-comparison / n240">
            <a:extLst xmlns:a="http://schemas.openxmlformats.org/drawingml/2006/main">
              <a:ext uri="{FF2B5EF4-FFF2-40B4-BE49-F238E27FC236}">
                <a16:creationId xmlns:a16="http://schemas.microsoft.com/office/drawing/2014/main" id="{B6F1E930-AB9D-4E05-BF25-A3178165D879}"/>
              </a:ext>
            </a:extLst>
          </p:cNvPr>
          <p:cNvSpPr>
            <a:spLocks xmlns:a="http://schemas.openxmlformats.org/drawingml/2006/main" noGrp="1"/>
          </p:cNvSpPr>
          <p:nvPr/>
        </p:nvSpPr>
        <p:spPr>
          <a:xfrm xmlns:a="http://schemas.openxmlformats.org/drawingml/2006/main">
            <a:off x="1528762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2-comparison / n241 / text 1">
            <a:extLst xmlns:a="http://schemas.openxmlformats.org/drawingml/2006/main">
              <a:ext uri="{FF2B5EF4-FFF2-40B4-BE49-F238E27FC236}">
                <a16:creationId xmlns:a16="http://schemas.microsoft.com/office/drawing/2014/main" id="{31967476-5C71-4A9C-B3F7-45C84803E3A7}"/>
              </a:ext>
            </a:extLst>
          </p:cNvPr>
          <p:cNvSpPr>
            <a:spLocks xmlns:a="http://schemas.openxmlformats.org/drawingml/2006/main" noGrp="1"/>
          </p:cNvSpPr>
          <p:nvPr/>
        </p:nvSpPr>
        <p:spPr>
          <a:xfrm xmlns:a="http://schemas.openxmlformats.org/drawingml/2006/main">
            <a:off x="1537335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접수 receipt 반영</a:t>
            </a:r>
          </a:p>
        </p:txBody>
      </p:sp>
      <p:sp>
        <p:nvSpPr>
          <p:cNvPr id="236" name="dp42-comparison / n242 / path">
            <a:extLst xmlns:a="http://schemas.openxmlformats.org/drawingml/2006/main">
              <a:ext uri="{FF2B5EF4-FFF2-40B4-BE49-F238E27FC236}">
                <a16:creationId xmlns:a16="http://schemas.microsoft.com/office/drawing/2014/main" id="{8DD2B051-FC5E-48B3-9693-435FC36AC66A}"/>
              </a:ext>
            </a:extLst>
          </p:cNvPr>
          <p:cNvSpPr>
            <a:spLocks xmlns:a="http://schemas.openxmlformats.org/drawingml/2006/main" noGrp="1"/>
          </p:cNvSpPr>
          <p:nvPr/>
        </p:nvSpPr>
        <p:spPr>
          <a:xfrm xmlns:a="http://schemas.openxmlformats.org/drawingml/2006/main">
            <a:off x="14859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7" name="dp42-comparison / n242 / arrow">
            <a:extLst xmlns:a="http://schemas.openxmlformats.org/drawingml/2006/main">
              <a:ext uri="{FF2B5EF4-FFF2-40B4-BE49-F238E27FC236}">
                <a16:creationId xmlns:a16="http://schemas.microsoft.com/office/drawing/2014/main" id="{5EAC8DDA-2847-4C84-97AE-C9952139D8F1}"/>
              </a:ext>
            </a:extLst>
          </p:cNvPr>
          <p:cNvSpPr>
            <a:spLocks xmlns:a="http://schemas.openxmlformats.org/drawingml/2006/main" noGrp="1"/>
          </p:cNvSpPr>
          <p:nvPr/>
        </p:nvSpPr>
        <p:spPr>
          <a:xfrm xmlns:a="http://schemas.openxmlformats.org/drawingml/2006/main">
            <a:off x="15220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8" name="dp42-comparison / n159">
            <a:extLst xmlns:a="http://schemas.openxmlformats.org/drawingml/2006/main">
              <a:ext uri="{FF2B5EF4-FFF2-40B4-BE49-F238E27FC236}">
                <a16:creationId xmlns:a16="http://schemas.microsoft.com/office/drawing/2014/main" id="{EDD614A1-B7A5-4C47-87B2-57FBC19EF648}"/>
              </a:ext>
            </a:extLst>
          </p:cNvPr>
          <p:cNvSpPr>
            <a:spLocks xmlns:a="http://schemas.openxmlformats.org/drawingml/2006/main" noGrp="1"/>
          </p:cNvSpPr>
          <p:nvPr/>
        </p:nvSpPr>
        <p:spPr>
          <a:xfrm xmlns:a="http://schemas.openxmlformats.org/drawingml/2006/main">
            <a:off x="1285875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39" name="dp42-comparison / n159 / fold">
            <a:extLst xmlns:a="http://schemas.openxmlformats.org/drawingml/2006/main">
              <a:ext uri="{FF2B5EF4-FFF2-40B4-BE49-F238E27FC236}">
                <a16:creationId xmlns:a16="http://schemas.microsoft.com/office/drawing/2014/main" id="{7D749A08-7991-400C-A349-5698287F0E46}"/>
              </a:ext>
            </a:extLst>
          </p:cNvPr>
          <p:cNvSpPr>
            <a:spLocks xmlns:a="http://schemas.openxmlformats.org/drawingml/2006/main" noGrp="1"/>
          </p:cNvSpPr>
          <p:nvPr/>
        </p:nvSpPr>
        <p:spPr>
          <a:xfrm xmlns:a="http://schemas.openxmlformats.org/drawingml/2006/main">
            <a:off x="1735455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40" name="dp42-comparison / n160 / text 1">
            <a:extLst xmlns:a="http://schemas.openxmlformats.org/drawingml/2006/main">
              <a:ext uri="{FF2B5EF4-FFF2-40B4-BE49-F238E27FC236}">
                <a16:creationId xmlns:a16="http://schemas.microsoft.com/office/drawing/2014/main" id="{FF9C31A0-9ACC-49A8-9991-AC8C8148804A}"/>
              </a:ext>
            </a:extLst>
          </p:cNvPr>
          <p:cNvSpPr>
            <a:spLocks xmlns:a="http://schemas.openxmlformats.org/drawingml/2006/main" noGrp="1"/>
          </p:cNvSpPr>
          <p:nvPr/>
        </p:nvSpPr>
        <p:spPr>
          <a:xfrm xmlns:a="http://schemas.openxmlformats.org/drawingml/2006/main">
            <a:off x="1295400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241" name="dp42-comparison / n162">
            <a:extLst xmlns:a="http://schemas.openxmlformats.org/drawingml/2006/main">
              <a:ext uri="{FF2B5EF4-FFF2-40B4-BE49-F238E27FC236}">
                <a16:creationId xmlns:a16="http://schemas.microsoft.com/office/drawing/2014/main" id="{1888CE70-76DE-482E-9A34-2359D470CF36}"/>
              </a:ext>
            </a:extLst>
          </p:cNvPr>
          <p:cNvSpPr>
            <a:spLocks xmlns:a="http://schemas.openxmlformats.org/drawingml/2006/main" noGrp="1"/>
          </p:cNvSpPr>
          <p:nvPr/>
        </p:nvSpPr>
        <p:spPr>
          <a:xfrm xmlns:a="http://schemas.openxmlformats.org/drawingml/2006/main">
            <a:off x="993457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2" name="dp42-comparison / n163 / text 1">
            <a:extLst xmlns:a="http://schemas.openxmlformats.org/drawingml/2006/main">
              <a:ext uri="{FF2B5EF4-FFF2-40B4-BE49-F238E27FC236}">
                <a16:creationId xmlns:a16="http://schemas.microsoft.com/office/drawing/2014/main" id="{747C4523-E463-4361-865E-D17CC8F003DE}"/>
              </a:ext>
            </a:extLst>
          </p:cNvPr>
          <p:cNvSpPr>
            <a:spLocks xmlns:a="http://schemas.openxmlformats.org/drawingml/2006/main" noGrp="1"/>
          </p:cNvSpPr>
          <p:nvPr/>
        </p:nvSpPr>
        <p:spPr>
          <a:xfrm xmlns:a="http://schemas.openxmlformats.org/drawingml/2006/main">
            <a:off x="995362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243" name="dp42-comparison / n164">
            <a:extLst xmlns:a="http://schemas.openxmlformats.org/drawingml/2006/main">
              <a:ext uri="{FF2B5EF4-FFF2-40B4-BE49-F238E27FC236}">
                <a16:creationId xmlns:a16="http://schemas.microsoft.com/office/drawing/2014/main" id="{20DCADF8-6E10-4F45-A696-7DE4D82D99E5}"/>
              </a:ext>
            </a:extLst>
          </p:cNvPr>
          <p:cNvSpPr>
            <a:spLocks xmlns:a="http://schemas.openxmlformats.org/drawingml/2006/main" noGrp="1"/>
          </p:cNvSpPr>
          <p:nvPr/>
        </p:nvSpPr>
        <p:spPr>
          <a:xfrm xmlns:a="http://schemas.openxmlformats.org/drawingml/2006/main">
            <a:off x="993457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4" name="dp42-comparison / n165 / text 1">
            <a:extLst xmlns:a="http://schemas.openxmlformats.org/drawingml/2006/main">
              <a:ext uri="{FF2B5EF4-FFF2-40B4-BE49-F238E27FC236}">
                <a16:creationId xmlns:a16="http://schemas.microsoft.com/office/drawing/2014/main" id="{62100F08-BC7D-4696-B385-D36BF048033A}"/>
              </a:ext>
            </a:extLst>
          </p:cNvPr>
          <p:cNvSpPr>
            <a:spLocks xmlns:a="http://schemas.openxmlformats.org/drawingml/2006/main" noGrp="1"/>
          </p:cNvSpPr>
          <p:nvPr/>
        </p:nvSpPr>
        <p:spPr>
          <a:xfrm xmlns:a="http://schemas.openxmlformats.org/drawingml/2006/main">
            <a:off x="995362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245" name="dp42-comparison / n167">
            <a:extLst xmlns:a="http://schemas.openxmlformats.org/drawingml/2006/main">
              <a:ext uri="{FF2B5EF4-FFF2-40B4-BE49-F238E27FC236}">
                <a16:creationId xmlns:a16="http://schemas.microsoft.com/office/drawing/2014/main" id="{06C7C9ED-F345-47AE-8B3B-8EA0BA2B325A}"/>
              </a:ext>
            </a:extLst>
          </p:cNvPr>
          <p:cNvSpPr>
            <a:spLocks xmlns:a="http://schemas.openxmlformats.org/drawingml/2006/main" noGrp="1"/>
          </p:cNvSpPr>
          <p:nvPr/>
        </p:nvSpPr>
        <p:spPr>
          <a:xfrm xmlns:a="http://schemas.openxmlformats.org/drawingml/2006/main">
            <a:off x="1145857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6" name="dp42-comparison / n168 / text 1">
            <a:extLst xmlns:a="http://schemas.openxmlformats.org/drawingml/2006/main">
              <a:ext uri="{FF2B5EF4-FFF2-40B4-BE49-F238E27FC236}">
                <a16:creationId xmlns:a16="http://schemas.microsoft.com/office/drawing/2014/main" id="{4B5394D1-8070-430B-B862-E0DDB3B379EC}"/>
              </a:ext>
            </a:extLst>
          </p:cNvPr>
          <p:cNvSpPr>
            <a:spLocks xmlns:a="http://schemas.openxmlformats.org/drawingml/2006/main" noGrp="1"/>
          </p:cNvSpPr>
          <p:nvPr/>
        </p:nvSpPr>
        <p:spPr>
          <a:xfrm xmlns:a="http://schemas.openxmlformats.org/drawingml/2006/main">
            <a:off x="1147762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247" name="dp42-comparison / n169">
            <a:extLst xmlns:a="http://schemas.openxmlformats.org/drawingml/2006/main">
              <a:ext uri="{FF2B5EF4-FFF2-40B4-BE49-F238E27FC236}">
                <a16:creationId xmlns:a16="http://schemas.microsoft.com/office/drawing/2014/main" id="{42C0FDBC-E37A-463C-9DFC-9CC5D759E1B3}"/>
              </a:ext>
            </a:extLst>
          </p:cNvPr>
          <p:cNvSpPr>
            <a:spLocks xmlns:a="http://schemas.openxmlformats.org/drawingml/2006/main" noGrp="1"/>
          </p:cNvSpPr>
          <p:nvPr/>
        </p:nvSpPr>
        <p:spPr>
          <a:xfrm xmlns:a="http://schemas.openxmlformats.org/drawingml/2006/main">
            <a:off x="993457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8" name="dp42-comparison / n170 / text 1">
            <a:extLst xmlns:a="http://schemas.openxmlformats.org/drawingml/2006/main">
              <a:ext uri="{FF2B5EF4-FFF2-40B4-BE49-F238E27FC236}">
                <a16:creationId xmlns:a16="http://schemas.microsoft.com/office/drawing/2014/main" id="{9DDB72E6-9E05-4870-9EF8-848D786B83F1}"/>
              </a:ext>
            </a:extLst>
          </p:cNvPr>
          <p:cNvSpPr>
            <a:spLocks xmlns:a="http://schemas.openxmlformats.org/drawingml/2006/main" noGrp="1"/>
          </p:cNvSpPr>
          <p:nvPr/>
        </p:nvSpPr>
        <p:spPr>
          <a:xfrm xmlns:a="http://schemas.openxmlformats.org/drawingml/2006/main">
            <a:off x="995362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249" name="dp42-comparison / n172">
            <a:extLst xmlns:a="http://schemas.openxmlformats.org/drawingml/2006/main">
              <a:ext uri="{FF2B5EF4-FFF2-40B4-BE49-F238E27FC236}">
                <a16:creationId xmlns:a16="http://schemas.microsoft.com/office/drawing/2014/main" id="{2767A8C1-79E0-446A-BC8C-80AFD72D7337}"/>
              </a:ext>
            </a:extLst>
          </p:cNvPr>
          <p:cNvSpPr>
            <a:spLocks xmlns:a="http://schemas.openxmlformats.org/drawingml/2006/main" noGrp="1"/>
          </p:cNvSpPr>
          <p:nvPr/>
        </p:nvSpPr>
        <p:spPr>
          <a:xfrm xmlns:a="http://schemas.openxmlformats.org/drawingml/2006/main">
            <a:off x="1145857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0" name="dp42-comparison / n173 / text 1">
            <a:extLst xmlns:a="http://schemas.openxmlformats.org/drawingml/2006/main">
              <a:ext uri="{FF2B5EF4-FFF2-40B4-BE49-F238E27FC236}">
                <a16:creationId xmlns:a16="http://schemas.microsoft.com/office/drawing/2014/main" id="{7C1BED76-86BE-4BD1-ACDF-EB34D4F251FC}"/>
              </a:ext>
            </a:extLst>
          </p:cNvPr>
          <p:cNvSpPr>
            <a:spLocks xmlns:a="http://schemas.openxmlformats.org/drawingml/2006/main" noGrp="1"/>
          </p:cNvSpPr>
          <p:nvPr/>
        </p:nvSpPr>
        <p:spPr>
          <a:xfrm xmlns:a="http://schemas.openxmlformats.org/drawingml/2006/main">
            <a:off x="1147762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251" name="dp42-comparison / n174">
            <a:extLst xmlns:a="http://schemas.openxmlformats.org/drawingml/2006/main">
              <a:ext uri="{FF2B5EF4-FFF2-40B4-BE49-F238E27FC236}">
                <a16:creationId xmlns:a16="http://schemas.microsoft.com/office/drawing/2014/main" id="{9F2817F9-F0AB-4B78-A6DC-BFF7257F94CB}"/>
              </a:ext>
            </a:extLst>
          </p:cNvPr>
          <p:cNvSpPr>
            <a:spLocks xmlns:a="http://schemas.openxmlformats.org/drawingml/2006/main" noGrp="1"/>
          </p:cNvSpPr>
          <p:nvPr/>
        </p:nvSpPr>
        <p:spPr>
          <a:xfrm xmlns:a="http://schemas.openxmlformats.org/drawingml/2006/main">
            <a:off x="993457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2" name="dp42-comparison / n175 / text 1">
            <a:extLst xmlns:a="http://schemas.openxmlformats.org/drawingml/2006/main">
              <a:ext uri="{FF2B5EF4-FFF2-40B4-BE49-F238E27FC236}">
                <a16:creationId xmlns:a16="http://schemas.microsoft.com/office/drawing/2014/main" id="{2B00A224-582A-460B-A760-7CD3CAD4D2A9}"/>
              </a:ext>
            </a:extLst>
          </p:cNvPr>
          <p:cNvSpPr>
            <a:spLocks xmlns:a="http://schemas.openxmlformats.org/drawingml/2006/main" noGrp="1"/>
          </p:cNvSpPr>
          <p:nvPr/>
        </p:nvSpPr>
        <p:spPr>
          <a:xfrm xmlns:a="http://schemas.openxmlformats.org/drawingml/2006/main">
            <a:off x="995362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253" name="dp42-comparison / n177">
            <a:extLst xmlns:a="http://schemas.openxmlformats.org/drawingml/2006/main">
              <a:ext uri="{FF2B5EF4-FFF2-40B4-BE49-F238E27FC236}">
                <a16:creationId xmlns:a16="http://schemas.microsoft.com/office/drawing/2014/main" id="{CFEDA17C-417D-4844-8636-6E5032F15EAF}"/>
              </a:ext>
            </a:extLst>
          </p:cNvPr>
          <p:cNvSpPr>
            <a:spLocks xmlns:a="http://schemas.openxmlformats.org/drawingml/2006/main" noGrp="1"/>
          </p:cNvSpPr>
          <p:nvPr/>
        </p:nvSpPr>
        <p:spPr>
          <a:xfrm xmlns:a="http://schemas.openxmlformats.org/drawingml/2006/main">
            <a:off x="1145857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4" name="dp42-comparison / n178 / text 1">
            <a:extLst xmlns:a="http://schemas.openxmlformats.org/drawingml/2006/main">
              <a:ext uri="{FF2B5EF4-FFF2-40B4-BE49-F238E27FC236}">
                <a16:creationId xmlns:a16="http://schemas.microsoft.com/office/drawing/2014/main" id="{F00FFA1B-27E1-4AFF-AE09-4F058A22918F}"/>
              </a:ext>
            </a:extLst>
          </p:cNvPr>
          <p:cNvSpPr>
            <a:spLocks xmlns:a="http://schemas.openxmlformats.org/drawingml/2006/main" noGrp="1"/>
          </p:cNvSpPr>
          <p:nvPr/>
        </p:nvSpPr>
        <p:spPr>
          <a:xfrm xmlns:a="http://schemas.openxmlformats.org/drawingml/2006/main">
            <a:off x="1147762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255" name="dp42-comparison / n179">
            <a:extLst xmlns:a="http://schemas.openxmlformats.org/drawingml/2006/main">
              <a:ext uri="{FF2B5EF4-FFF2-40B4-BE49-F238E27FC236}">
                <a16:creationId xmlns:a16="http://schemas.microsoft.com/office/drawing/2014/main" id="{800F7B51-95E7-4D85-AC15-5E8189D63330}"/>
              </a:ext>
            </a:extLst>
          </p:cNvPr>
          <p:cNvSpPr>
            <a:spLocks xmlns:a="http://schemas.openxmlformats.org/drawingml/2006/main" noGrp="1"/>
          </p:cNvSpPr>
          <p:nvPr/>
        </p:nvSpPr>
        <p:spPr>
          <a:xfrm xmlns:a="http://schemas.openxmlformats.org/drawingml/2006/main">
            <a:off x="993457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6" name="dp42-comparison / n180 / text 1">
            <a:extLst xmlns:a="http://schemas.openxmlformats.org/drawingml/2006/main">
              <a:ext uri="{FF2B5EF4-FFF2-40B4-BE49-F238E27FC236}">
                <a16:creationId xmlns:a16="http://schemas.microsoft.com/office/drawing/2014/main" id="{CEB385FB-7906-4783-9276-EF2729847BDB}"/>
              </a:ext>
            </a:extLst>
          </p:cNvPr>
          <p:cNvSpPr>
            <a:spLocks xmlns:a="http://schemas.openxmlformats.org/drawingml/2006/main" noGrp="1"/>
          </p:cNvSpPr>
          <p:nvPr/>
        </p:nvSpPr>
        <p:spPr>
          <a:xfrm xmlns:a="http://schemas.openxmlformats.org/drawingml/2006/main">
            <a:off x="995362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257" name="dp42-comparison / n182">
            <a:extLst xmlns:a="http://schemas.openxmlformats.org/drawingml/2006/main">
              <a:ext uri="{FF2B5EF4-FFF2-40B4-BE49-F238E27FC236}">
                <a16:creationId xmlns:a16="http://schemas.microsoft.com/office/drawing/2014/main" id="{86FC01FD-8D8D-4BA4-94CF-09090962C331}"/>
              </a:ext>
            </a:extLst>
          </p:cNvPr>
          <p:cNvSpPr>
            <a:spLocks xmlns:a="http://schemas.openxmlformats.org/drawingml/2006/main" noGrp="1"/>
          </p:cNvSpPr>
          <p:nvPr/>
        </p:nvSpPr>
        <p:spPr>
          <a:xfrm xmlns:a="http://schemas.openxmlformats.org/drawingml/2006/main">
            <a:off x="1145857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8" name="dp42-comparison / n183 / text 1">
            <a:extLst xmlns:a="http://schemas.openxmlformats.org/drawingml/2006/main">
              <a:ext uri="{FF2B5EF4-FFF2-40B4-BE49-F238E27FC236}">
                <a16:creationId xmlns:a16="http://schemas.microsoft.com/office/drawing/2014/main" id="{E7AE3C44-16FD-4F2F-82C6-E352E1C18B85}"/>
              </a:ext>
            </a:extLst>
          </p:cNvPr>
          <p:cNvSpPr>
            <a:spLocks xmlns:a="http://schemas.openxmlformats.org/drawingml/2006/main" noGrp="1"/>
          </p:cNvSpPr>
          <p:nvPr/>
        </p:nvSpPr>
        <p:spPr>
          <a:xfrm xmlns:a="http://schemas.openxmlformats.org/drawingml/2006/main">
            <a:off x="1147762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259" name="dp42-comparison / n204">
            <a:extLst xmlns:a="http://schemas.openxmlformats.org/drawingml/2006/main">
              <a:ext uri="{FF2B5EF4-FFF2-40B4-BE49-F238E27FC236}">
                <a16:creationId xmlns:a16="http://schemas.microsoft.com/office/drawing/2014/main" id="{EFA55EC9-1CF8-45C2-97FE-75EDF0595613}"/>
              </a:ext>
            </a:extLst>
          </p:cNvPr>
          <p:cNvSpPr>
            <a:spLocks xmlns:a="http://schemas.openxmlformats.org/drawingml/2006/main" noGrp="1"/>
          </p:cNvSpPr>
          <p:nvPr/>
        </p:nvSpPr>
        <p:spPr>
          <a:xfrm xmlns:a="http://schemas.openxmlformats.org/drawingml/2006/main">
            <a:off x="1437322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0" name="dp42-comparison / n205 / text 1">
            <a:extLst xmlns:a="http://schemas.openxmlformats.org/drawingml/2006/main">
              <a:ext uri="{FF2B5EF4-FFF2-40B4-BE49-F238E27FC236}">
                <a16:creationId xmlns:a16="http://schemas.microsoft.com/office/drawing/2014/main" id="{73E0CA4A-D0D7-4628-97F9-A716B0BF928C}"/>
              </a:ext>
            </a:extLst>
          </p:cNvPr>
          <p:cNvSpPr>
            <a:spLocks xmlns:a="http://schemas.openxmlformats.org/drawingml/2006/main" noGrp="1"/>
          </p:cNvSpPr>
          <p:nvPr/>
        </p:nvSpPr>
        <p:spPr>
          <a:xfrm xmlns:a="http://schemas.openxmlformats.org/drawingml/2006/main">
            <a:off x="1439227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261" name="dp42-comparison / n212">
            <a:extLst xmlns:a="http://schemas.openxmlformats.org/drawingml/2006/main">
              <a:ext uri="{FF2B5EF4-FFF2-40B4-BE49-F238E27FC236}">
                <a16:creationId xmlns:a16="http://schemas.microsoft.com/office/drawing/2014/main" id="{9A8656D1-1389-4D82-8C8A-9E77D2CBFB0F}"/>
              </a:ext>
            </a:extLst>
          </p:cNvPr>
          <p:cNvSpPr>
            <a:spLocks xmlns:a="http://schemas.openxmlformats.org/drawingml/2006/main" noGrp="1"/>
          </p:cNvSpPr>
          <p:nvPr/>
        </p:nvSpPr>
        <p:spPr>
          <a:xfrm xmlns:a="http://schemas.openxmlformats.org/drawingml/2006/main">
            <a:off x="13106400" y="4000500"/>
            <a:ext cx="62865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2" name="dp42-comparison / n213 / text 1">
            <a:extLst xmlns:a="http://schemas.openxmlformats.org/drawingml/2006/main">
              <a:ext uri="{FF2B5EF4-FFF2-40B4-BE49-F238E27FC236}">
                <a16:creationId xmlns:a16="http://schemas.microsoft.com/office/drawing/2014/main" id="{744583A2-EFF7-4E0C-AFFF-FD3B051BE337}"/>
              </a:ext>
            </a:extLst>
          </p:cNvPr>
          <p:cNvSpPr>
            <a:spLocks xmlns:a="http://schemas.openxmlformats.org/drawingml/2006/main" noGrp="1"/>
          </p:cNvSpPr>
          <p:nvPr/>
        </p:nvSpPr>
        <p:spPr>
          <a:xfrm xmlns:a="http://schemas.openxmlformats.org/drawingml/2006/main">
            <a:off x="13125450" y="4010025"/>
            <a:ext cx="1047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Command1 →</a:t>
            </a:r>
          </a:p>
        </p:txBody>
      </p:sp>
      <p:sp>
        <p:nvSpPr>
          <p:cNvPr id="263" name="dp42-comparison / n215">
            <a:extLst xmlns:a="http://schemas.openxmlformats.org/drawingml/2006/main">
              <a:ext uri="{FF2B5EF4-FFF2-40B4-BE49-F238E27FC236}">
                <a16:creationId xmlns:a16="http://schemas.microsoft.com/office/drawing/2014/main" id="{7FF70E6A-DE67-43C9-83C6-93A51F4CFDA3}"/>
              </a:ext>
            </a:extLst>
          </p:cNvPr>
          <p:cNvSpPr>
            <a:spLocks xmlns:a="http://schemas.openxmlformats.org/drawingml/2006/main" noGrp="1"/>
          </p:cNvSpPr>
          <p:nvPr/>
        </p:nvSpPr>
        <p:spPr>
          <a:xfrm xmlns:a="http://schemas.openxmlformats.org/drawingml/2006/main">
            <a:off x="13115925" y="4581525"/>
            <a:ext cx="62293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4" name="dp42-comparison / n216 / text 1">
            <a:extLst xmlns:a="http://schemas.openxmlformats.org/drawingml/2006/main">
              <a:ext uri="{FF2B5EF4-FFF2-40B4-BE49-F238E27FC236}">
                <a16:creationId xmlns:a16="http://schemas.microsoft.com/office/drawing/2014/main" id="{4E3AE806-6313-441A-B3C3-52B0573A29F2}"/>
              </a:ext>
            </a:extLst>
          </p:cNvPr>
          <p:cNvSpPr>
            <a:spLocks xmlns:a="http://schemas.openxmlformats.org/drawingml/2006/main" noGrp="1"/>
          </p:cNvSpPr>
          <p:nvPr/>
        </p:nvSpPr>
        <p:spPr>
          <a:xfrm xmlns:a="http://schemas.openxmlformats.org/drawingml/2006/main">
            <a:off x="13134975" y="4591050"/>
            <a:ext cx="9715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접수 결과</a:t>
            </a:r>
          </a:p>
        </p:txBody>
      </p:sp>
      <p:sp>
        <p:nvSpPr>
          <p:cNvPr id="265" name="dp42-comparison / n219">
            <a:extLst xmlns:a="http://schemas.openxmlformats.org/drawingml/2006/main">
              <a:ext uri="{FF2B5EF4-FFF2-40B4-BE49-F238E27FC236}">
                <a16:creationId xmlns:a16="http://schemas.microsoft.com/office/drawing/2014/main" id="{6C681DF3-0E47-4CF2-B3AB-C85B51E7E141}"/>
              </a:ext>
            </a:extLst>
          </p:cNvPr>
          <p:cNvSpPr>
            <a:spLocks xmlns:a="http://schemas.openxmlformats.org/drawingml/2006/main" noGrp="1"/>
          </p:cNvSpPr>
          <p:nvPr/>
        </p:nvSpPr>
        <p:spPr>
          <a:xfrm xmlns:a="http://schemas.openxmlformats.org/drawingml/2006/main">
            <a:off x="10039350" y="596265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2-comparison / n220 / text 1">
            <a:extLst xmlns:a="http://schemas.openxmlformats.org/drawingml/2006/main">
              <a:ext uri="{FF2B5EF4-FFF2-40B4-BE49-F238E27FC236}">
                <a16:creationId xmlns:a16="http://schemas.microsoft.com/office/drawing/2014/main" id="{DFA025CE-2D61-4092-960F-610278C99F9D}"/>
              </a:ext>
            </a:extLst>
          </p:cNvPr>
          <p:cNvSpPr>
            <a:spLocks xmlns:a="http://schemas.openxmlformats.org/drawingml/2006/main" noGrp="1"/>
          </p:cNvSpPr>
          <p:nvPr/>
        </p:nvSpPr>
        <p:spPr>
          <a:xfrm xmlns:a="http://schemas.openxmlformats.org/drawingml/2006/main">
            <a:off x="10058400" y="5972175"/>
            <a:ext cx="28479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대화 원본 / 독립 local transaction</a:t>
            </a:r>
          </a:p>
        </p:txBody>
      </p:sp>
      <p:sp>
        <p:nvSpPr>
          <p:cNvPr id="267" name="dp42-comparison / n221">
            <a:extLst xmlns:a="http://schemas.openxmlformats.org/drawingml/2006/main">
              <a:ext uri="{FF2B5EF4-FFF2-40B4-BE49-F238E27FC236}">
                <a16:creationId xmlns:a16="http://schemas.microsoft.com/office/drawing/2014/main" id="{02E5C838-89D2-4760-9ACB-CA8C8405509D}"/>
              </a:ext>
            </a:extLst>
          </p:cNvPr>
          <p:cNvSpPr>
            <a:spLocks xmlns:a="http://schemas.openxmlformats.org/drawingml/2006/main" noGrp="1"/>
          </p:cNvSpPr>
          <p:nvPr/>
        </p:nvSpPr>
        <p:spPr>
          <a:xfrm xmlns:a="http://schemas.openxmlformats.org/drawingml/2006/main">
            <a:off x="14277975" y="5962650"/>
            <a:ext cx="189357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2-comparison / n222 / text 1">
            <a:extLst xmlns:a="http://schemas.openxmlformats.org/drawingml/2006/main">
              <a:ext uri="{FF2B5EF4-FFF2-40B4-BE49-F238E27FC236}">
                <a16:creationId xmlns:a16="http://schemas.microsoft.com/office/drawing/2014/main" id="{243552D2-5DC2-44C7-91DC-AEC527B26B44}"/>
              </a:ext>
            </a:extLst>
          </p:cNvPr>
          <p:cNvSpPr>
            <a:spLocks xmlns:a="http://schemas.openxmlformats.org/drawingml/2006/main" noGrp="1"/>
          </p:cNvSpPr>
          <p:nvPr/>
        </p:nvSpPr>
        <p:spPr>
          <a:xfrm xmlns:a="http://schemas.openxmlformats.org/drawingml/2006/main">
            <a:off x="14297025" y="5972175"/>
            <a:ext cx="31146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원본 / 독립 local transaction</a:t>
            </a:r>
          </a:p>
        </p:txBody>
      </p:sp>
      <p:sp>
        <p:nvSpPr>
          <p:cNvPr id="269" name="dp42-comparison / n224">
            <a:extLst xmlns:a="http://schemas.openxmlformats.org/drawingml/2006/main">
              <a:ext uri="{FF2B5EF4-FFF2-40B4-BE49-F238E27FC236}">
                <a16:creationId xmlns:a16="http://schemas.microsoft.com/office/drawing/2014/main" id="{72A131C8-EEAD-4D82-B6D5-AC86D5C5B20B}"/>
              </a:ext>
            </a:extLst>
          </p:cNvPr>
          <p:cNvSpPr>
            <a:spLocks xmlns:a="http://schemas.openxmlformats.org/drawingml/2006/main" noGrp="1"/>
          </p:cNvSpPr>
          <p:nvPr/>
        </p:nvSpPr>
        <p:spPr>
          <a:xfrm xmlns:a="http://schemas.openxmlformats.org/drawingml/2006/main">
            <a:off x="9953625"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0" name="dp42-comparison / n224 / fold">
            <a:extLst xmlns:a="http://schemas.openxmlformats.org/drawingml/2006/main">
              <a:ext uri="{FF2B5EF4-FFF2-40B4-BE49-F238E27FC236}">
                <a16:creationId xmlns:a16="http://schemas.microsoft.com/office/drawing/2014/main" id="{E2C3C1D3-78B0-4CF9-A57D-362A1BDEB5FA}"/>
              </a:ext>
            </a:extLst>
          </p:cNvPr>
          <p:cNvSpPr>
            <a:spLocks xmlns:a="http://schemas.openxmlformats.org/drawingml/2006/main" noGrp="1"/>
          </p:cNvSpPr>
          <p:nvPr/>
        </p:nvSpPr>
        <p:spPr>
          <a:xfrm xmlns:a="http://schemas.openxmlformats.org/drawingml/2006/main">
            <a:off x="12068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1" name="dp42-comparison / n225 / text 1">
            <a:extLst xmlns:a="http://schemas.openxmlformats.org/drawingml/2006/main">
              <a:ext uri="{FF2B5EF4-FFF2-40B4-BE49-F238E27FC236}">
                <a16:creationId xmlns:a16="http://schemas.microsoft.com/office/drawing/2014/main" id="{09DB3C43-799C-4F4F-BBC3-E1A8DE8C41F7}"/>
              </a:ext>
            </a:extLst>
          </p:cNvPr>
          <p:cNvSpPr>
            <a:spLocks xmlns:a="http://schemas.openxmlformats.org/drawingml/2006/main" noGrp="1"/>
          </p:cNvSpPr>
          <p:nvPr/>
        </p:nvSpPr>
        <p:spPr>
          <a:xfrm xmlns:a="http://schemas.openxmlformats.org/drawingml/2006/main">
            <a:off x="10048875" y="624840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① 대화 저장 / 접수 대기</a:t>
            </a:r>
          </a:p>
        </p:txBody>
      </p:sp>
      <p:sp>
        <p:nvSpPr>
          <p:cNvPr id="272" name="dp42-comparison / n225 / text 2">
            <a:extLst xmlns:a="http://schemas.openxmlformats.org/drawingml/2006/main">
              <a:ext uri="{FF2B5EF4-FFF2-40B4-BE49-F238E27FC236}">
                <a16:creationId xmlns:a16="http://schemas.microsoft.com/office/drawing/2014/main" id="{72911999-C4A2-4B6A-9A1A-809D53F8AA83}"/>
              </a:ext>
            </a:extLst>
          </p:cNvPr>
          <p:cNvSpPr>
            <a:spLocks xmlns:a="http://schemas.openxmlformats.org/drawingml/2006/main" noGrp="1"/>
          </p:cNvSpPr>
          <p:nvPr/>
        </p:nvSpPr>
        <p:spPr>
          <a:xfrm xmlns:a="http://schemas.openxmlformats.org/drawingml/2006/main">
            <a:off x="10048875" y="636841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 / request_id:Request1</a:t>
            </a:r>
          </a:p>
        </p:txBody>
      </p:sp>
      <p:sp>
        <p:nvSpPr>
          <p:cNvPr id="273" name="dp42-comparison / n225 / text 3">
            <a:extLst xmlns:a="http://schemas.openxmlformats.org/drawingml/2006/main">
              <a:ext uri="{FF2B5EF4-FFF2-40B4-BE49-F238E27FC236}">
                <a16:creationId xmlns:a16="http://schemas.microsoft.com/office/drawing/2014/main" id="{B94F280F-4FE5-45F0-A398-2F18DE80A251}"/>
              </a:ext>
            </a:extLst>
          </p:cNvPr>
          <p:cNvSpPr>
            <a:spLocks xmlns:a="http://schemas.openxmlformats.org/drawingml/2006/main" noGrp="1"/>
          </p:cNvSpPr>
          <p:nvPr/>
        </p:nvSpPr>
        <p:spPr>
          <a:xfrm xmlns:a="http://schemas.openxmlformats.org/drawingml/2006/main">
            <a:off x="10048875" y="648843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task_id:Task1 / question_id:Question1</a:t>
            </a:r>
          </a:p>
        </p:txBody>
      </p:sp>
      <p:sp>
        <p:nvSpPr>
          <p:cNvPr id="274" name="dp42-comparison / n225 / text 4">
            <a:extLst xmlns:a="http://schemas.openxmlformats.org/drawingml/2006/main">
              <a:ext uri="{FF2B5EF4-FFF2-40B4-BE49-F238E27FC236}">
                <a16:creationId xmlns:a16="http://schemas.microsoft.com/office/drawing/2014/main" id="{1D554925-3FAF-41E7-B26D-6A310EFCCA5E}"/>
              </a:ext>
            </a:extLst>
          </p:cNvPr>
          <p:cNvSpPr>
            <a:spLocks xmlns:a="http://schemas.openxmlformats.org/drawingml/2006/main" noGrp="1"/>
          </p:cNvSpPr>
          <p:nvPr/>
        </p:nvSpPr>
        <p:spPr>
          <a:xfrm xmlns:a="http://schemas.openxmlformats.org/drawingml/2006/main">
            <a:off x="10048875" y="660844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payload.answer:상반기</a:t>
            </a:r>
          </a:p>
        </p:txBody>
      </p:sp>
      <p:sp>
        <p:nvSpPr>
          <p:cNvPr id="275" name="dp42-comparison / n225 / text 5">
            <a:extLst xmlns:a="http://schemas.openxmlformats.org/drawingml/2006/main">
              <a:ext uri="{FF2B5EF4-FFF2-40B4-BE49-F238E27FC236}">
                <a16:creationId xmlns:a16="http://schemas.microsoft.com/office/drawing/2014/main" id="{128EE658-A5CC-4711-9F68-4390F308D87D}"/>
              </a:ext>
            </a:extLst>
          </p:cNvPr>
          <p:cNvSpPr>
            <a:spLocks xmlns:a="http://schemas.openxmlformats.org/drawingml/2006/main" noGrp="1"/>
          </p:cNvSpPr>
          <p:nvPr/>
        </p:nvSpPr>
        <p:spPr>
          <a:xfrm xmlns:a="http://schemas.openxmlformats.org/drawingml/2006/main">
            <a:off x="10048875" y="672846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expected_question_revision:7</a:t>
            </a:r>
          </a:p>
        </p:txBody>
      </p:sp>
      <p:sp>
        <p:nvSpPr>
          <p:cNvPr id="276" name="dp42-comparison / n226">
            <a:extLst xmlns:a="http://schemas.openxmlformats.org/drawingml/2006/main">
              <a:ext uri="{FF2B5EF4-FFF2-40B4-BE49-F238E27FC236}">
                <a16:creationId xmlns:a16="http://schemas.microsoft.com/office/drawing/2014/main" id="{C036201E-B499-493F-95C3-DA83D4C8C9F2}"/>
              </a:ext>
            </a:extLst>
          </p:cNvPr>
          <p:cNvSpPr>
            <a:spLocks xmlns:a="http://schemas.openxmlformats.org/drawingml/2006/main" noGrp="1"/>
          </p:cNvSpPr>
          <p:nvPr/>
        </p:nvSpPr>
        <p:spPr>
          <a:xfrm xmlns:a="http://schemas.openxmlformats.org/drawingml/2006/main">
            <a:off x="12668250"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7" name="dp42-comparison / n226 / fold">
            <a:extLst xmlns:a="http://schemas.openxmlformats.org/drawingml/2006/main">
              <a:ext uri="{FF2B5EF4-FFF2-40B4-BE49-F238E27FC236}">
                <a16:creationId xmlns:a16="http://schemas.microsoft.com/office/drawing/2014/main" id="{7F1081C1-7DF0-49CD-9DE3-EB57861A822B}"/>
              </a:ext>
            </a:extLst>
          </p:cNvPr>
          <p:cNvSpPr>
            <a:spLocks xmlns:a="http://schemas.openxmlformats.org/drawingml/2006/main" noGrp="1"/>
          </p:cNvSpPr>
          <p:nvPr/>
        </p:nvSpPr>
        <p:spPr>
          <a:xfrm xmlns:a="http://schemas.openxmlformats.org/drawingml/2006/main">
            <a:off x="14782800"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8" name="dp42-comparison / n227 / text 1">
            <a:extLst xmlns:a="http://schemas.openxmlformats.org/drawingml/2006/main">
              <a:ext uri="{FF2B5EF4-FFF2-40B4-BE49-F238E27FC236}">
                <a16:creationId xmlns:a16="http://schemas.microsoft.com/office/drawing/2014/main" id="{5CD68AFA-65E0-4EB6-BB34-35B4713D22DD}"/>
              </a:ext>
            </a:extLst>
          </p:cNvPr>
          <p:cNvSpPr>
            <a:spLocks xmlns:a="http://schemas.openxmlformats.org/drawingml/2006/main" noGrp="1"/>
          </p:cNvSpPr>
          <p:nvPr/>
        </p:nvSpPr>
        <p:spPr>
          <a:xfrm xmlns:a="http://schemas.openxmlformats.org/drawingml/2006/main">
            <a:off x="12763500" y="624840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② Task 상태 확정 / 내부 접수</a:t>
            </a:r>
          </a:p>
        </p:txBody>
      </p:sp>
      <p:sp>
        <p:nvSpPr>
          <p:cNvPr id="279" name="dp42-comparison / n227 / text 2">
            <a:extLst xmlns:a="http://schemas.openxmlformats.org/drawingml/2006/main">
              <a:ext uri="{FF2B5EF4-FFF2-40B4-BE49-F238E27FC236}">
                <a16:creationId xmlns:a16="http://schemas.microsoft.com/office/drawing/2014/main" id="{9D1A9141-BF84-4C7E-8C65-B28E80801877}"/>
              </a:ext>
            </a:extLst>
          </p:cNvPr>
          <p:cNvSpPr>
            <a:spLocks xmlns:a="http://schemas.openxmlformats.org/drawingml/2006/main" noGrp="1"/>
          </p:cNvSpPr>
          <p:nvPr/>
        </p:nvSpPr>
        <p:spPr>
          <a:xfrm xmlns:a="http://schemas.openxmlformats.org/drawingml/2006/main">
            <a:off x="12763500" y="637413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Question1: ANSWERED</a:t>
            </a:r>
          </a:p>
        </p:txBody>
      </p:sp>
      <p:sp>
        <p:nvSpPr>
          <p:cNvPr id="280" name="dp42-comparison / n227 / text 3">
            <a:extLst xmlns:a="http://schemas.openxmlformats.org/drawingml/2006/main">
              <a:ext uri="{FF2B5EF4-FFF2-40B4-BE49-F238E27FC236}">
                <a16:creationId xmlns:a16="http://schemas.microsoft.com/office/drawing/2014/main" id="{CDAD74A7-4D6F-43C3-9377-65F9F8A10A58}"/>
              </a:ext>
            </a:extLst>
          </p:cNvPr>
          <p:cNvSpPr>
            <a:spLocks xmlns:a="http://schemas.openxmlformats.org/drawingml/2006/main" noGrp="1"/>
          </p:cNvSpPr>
          <p:nvPr/>
        </p:nvSpPr>
        <p:spPr>
          <a:xfrm xmlns:a="http://schemas.openxmlformats.org/drawingml/2006/main">
            <a:off x="12763500" y="649986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Command1: PENDING</a:t>
            </a:r>
          </a:p>
        </p:txBody>
      </p:sp>
      <p:sp>
        <p:nvSpPr>
          <p:cNvPr id="281" name="dp42-comparison / n227 / text 4">
            <a:extLst xmlns:a="http://schemas.openxmlformats.org/drawingml/2006/main">
              <a:ext uri="{FF2B5EF4-FFF2-40B4-BE49-F238E27FC236}">
                <a16:creationId xmlns:a16="http://schemas.microsoft.com/office/drawing/2014/main" id="{2CBBF1EE-675D-4AF4-B35D-30760440F713}"/>
              </a:ext>
            </a:extLst>
          </p:cNvPr>
          <p:cNvSpPr>
            <a:spLocks xmlns:a="http://schemas.openxmlformats.org/drawingml/2006/main" noGrp="1"/>
          </p:cNvSpPr>
          <p:nvPr/>
        </p:nvSpPr>
        <p:spPr>
          <a:xfrm xmlns:a="http://schemas.openxmlformats.org/drawingml/2006/main">
            <a:off x="12763500" y="662559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acceptance_status:ACCEPTED</a:t>
            </a:r>
          </a:p>
        </p:txBody>
      </p:sp>
      <p:sp>
        <p:nvSpPr>
          <p:cNvPr id="282" name="dp42-comparison / n227 / text 5">
            <a:extLst xmlns:a="http://schemas.openxmlformats.org/drawingml/2006/main">
              <a:ext uri="{FF2B5EF4-FFF2-40B4-BE49-F238E27FC236}">
                <a16:creationId xmlns:a16="http://schemas.microsoft.com/office/drawing/2014/main" id="{C34B19BB-FAEF-4A00-9246-D4E724A8DBDB}"/>
              </a:ext>
            </a:extLst>
          </p:cNvPr>
          <p:cNvSpPr>
            <a:spLocks xmlns:a="http://schemas.openxmlformats.org/drawingml/2006/main" noGrp="1"/>
          </p:cNvSpPr>
          <p:nvPr/>
        </p:nvSpPr>
        <p:spPr>
          <a:xfrm xmlns:a="http://schemas.openxmlformats.org/drawingml/2006/main">
            <a:off x="12763500" y="675132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확정 접수 결과도 함께 저장</a:t>
            </a:r>
          </a:p>
        </p:txBody>
      </p:sp>
      <p:sp>
        <p:nvSpPr>
          <p:cNvPr id="283" name="dp42-comparison / n228">
            <a:extLst xmlns:a="http://schemas.openxmlformats.org/drawingml/2006/main">
              <a:ext uri="{FF2B5EF4-FFF2-40B4-BE49-F238E27FC236}">
                <a16:creationId xmlns:a16="http://schemas.microsoft.com/office/drawing/2014/main" id="{575FE653-082E-4059-B618-DE2055720942}"/>
              </a:ext>
            </a:extLst>
          </p:cNvPr>
          <p:cNvSpPr>
            <a:spLocks xmlns:a="http://schemas.openxmlformats.org/drawingml/2006/main" noGrp="1"/>
          </p:cNvSpPr>
          <p:nvPr/>
        </p:nvSpPr>
        <p:spPr>
          <a:xfrm xmlns:a="http://schemas.openxmlformats.org/drawingml/2006/main">
            <a:off x="15287625" y="6191250"/>
            <a:ext cx="2190750" cy="714375"/>
          </a:xfrm>
          <a:custGeom xmlns:a="http://schemas.openxmlformats.org/drawingml/2006/main">
            <a:pathLst>
              <a:path w="2190750" h="714375">
                <a:moveTo>
                  <a:pt x="0" y="0"/>
                </a:moveTo>
                <a:lnTo>
                  <a:pt x="2019300" y="0"/>
                </a:lnTo>
                <a:lnTo>
                  <a:pt x="2190750" y="171450"/>
                </a:lnTo>
                <a:lnTo>
                  <a:pt x="219075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84" name="dp42-comparison / n228 / fold">
            <a:extLst xmlns:a="http://schemas.openxmlformats.org/drawingml/2006/main">
              <a:ext uri="{FF2B5EF4-FFF2-40B4-BE49-F238E27FC236}">
                <a16:creationId xmlns:a16="http://schemas.microsoft.com/office/drawing/2014/main" id="{6413BF0C-3013-45B3-8E53-EF8016734B31}"/>
              </a:ext>
            </a:extLst>
          </p:cNvPr>
          <p:cNvSpPr>
            <a:spLocks xmlns:a="http://schemas.openxmlformats.org/drawingml/2006/main" noGrp="1"/>
          </p:cNvSpPr>
          <p:nvPr/>
        </p:nvSpPr>
        <p:spPr>
          <a:xfrm xmlns:a="http://schemas.openxmlformats.org/drawingml/2006/main">
            <a:off x="17306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85" name="dp42-comparison / n229 / text 1">
            <a:extLst xmlns:a="http://schemas.openxmlformats.org/drawingml/2006/main">
              <a:ext uri="{FF2B5EF4-FFF2-40B4-BE49-F238E27FC236}">
                <a16:creationId xmlns:a16="http://schemas.microsoft.com/office/drawing/2014/main" id="{846B70C0-1BDC-4A34-9F99-4B9D6C82E261}"/>
              </a:ext>
            </a:extLst>
          </p:cNvPr>
          <p:cNvSpPr>
            <a:spLocks xmlns:a="http://schemas.openxmlformats.org/drawingml/2006/main" noGrp="1"/>
          </p:cNvSpPr>
          <p:nvPr/>
        </p:nvSpPr>
        <p:spPr>
          <a:xfrm xmlns:a="http://schemas.openxmlformats.org/drawingml/2006/main">
            <a:off x="15382875" y="624840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③ 대화에 접수 결과 반영</a:t>
            </a:r>
          </a:p>
        </p:txBody>
      </p:sp>
      <p:sp>
        <p:nvSpPr>
          <p:cNvPr id="286" name="dp42-comparison / n229 / text 2">
            <a:extLst xmlns:a="http://schemas.openxmlformats.org/drawingml/2006/main">
              <a:ext uri="{FF2B5EF4-FFF2-40B4-BE49-F238E27FC236}">
                <a16:creationId xmlns:a16="http://schemas.microsoft.com/office/drawing/2014/main" id="{155F6723-2AD4-4F96-8744-BA9E395597D1}"/>
              </a:ext>
            </a:extLst>
          </p:cNvPr>
          <p:cNvSpPr>
            <a:spLocks xmlns:a="http://schemas.openxmlformats.org/drawingml/2006/main" noGrp="1"/>
          </p:cNvSpPr>
          <p:nvPr/>
        </p:nvSpPr>
        <p:spPr>
          <a:xfrm xmlns:a="http://schemas.openxmlformats.org/drawingml/2006/main">
            <a:off x="15382875" y="636841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AcceptanceReceipt (필드 축약)</a:t>
            </a:r>
          </a:p>
        </p:txBody>
      </p:sp>
      <p:sp>
        <p:nvSpPr>
          <p:cNvPr id="287" name="dp42-comparison / n229 / text 3">
            <a:extLst xmlns:a="http://schemas.openxmlformats.org/drawingml/2006/main">
              <a:ext uri="{FF2B5EF4-FFF2-40B4-BE49-F238E27FC236}">
                <a16:creationId xmlns:a16="http://schemas.microsoft.com/office/drawing/2014/main" id="{8D6A173E-DA66-4224-AE26-34E41138E1B0}"/>
              </a:ext>
            </a:extLst>
          </p:cNvPr>
          <p:cNvSpPr>
            <a:spLocks xmlns:a="http://schemas.openxmlformats.org/drawingml/2006/main" noGrp="1"/>
          </p:cNvSpPr>
          <p:nvPr/>
        </p:nvSpPr>
        <p:spPr>
          <a:xfrm xmlns:a="http://schemas.openxmlformats.org/drawingml/2006/main">
            <a:off x="15382875" y="648843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a:t>
            </a:r>
          </a:p>
        </p:txBody>
      </p:sp>
      <p:sp>
        <p:nvSpPr>
          <p:cNvPr id="288" name="dp42-comparison / n229 / text 4">
            <a:extLst xmlns:a="http://schemas.openxmlformats.org/drawingml/2006/main">
              <a:ext uri="{FF2B5EF4-FFF2-40B4-BE49-F238E27FC236}">
                <a16:creationId xmlns:a16="http://schemas.microsoft.com/office/drawing/2014/main" id="{8A0A13F5-AAA8-4066-B068-826477F0EC3F}"/>
              </a:ext>
            </a:extLst>
          </p:cNvPr>
          <p:cNvSpPr>
            <a:spLocks xmlns:a="http://schemas.openxmlformats.org/drawingml/2006/main" noGrp="1"/>
          </p:cNvSpPr>
          <p:nvPr/>
        </p:nvSpPr>
        <p:spPr>
          <a:xfrm xmlns:a="http://schemas.openxmlformats.org/drawingml/2006/main">
            <a:off x="15382875" y="660844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acceptance_status:ACCEPTED</a:t>
            </a:r>
          </a:p>
        </p:txBody>
      </p:sp>
      <p:sp>
        <p:nvSpPr>
          <p:cNvPr id="289" name="dp42-comparison / n229 / text 5">
            <a:extLst xmlns:a="http://schemas.openxmlformats.org/drawingml/2006/main">
              <a:ext uri="{FF2B5EF4-FFF2-40B4-BE49-F238E27FC236}">
                <a16:creationId xmlns:a16="http://schemas.microsoft.com/office/drawing/2014/main" id="{79003101-E423-4E99-9DFE-9FA136AC040D}"/>
              </a:ext>
            </a:extLst>
          </p:cNvPr>
          <p:cNvSpPr>
            <a:spLocks xmlns:a="http://schemas.openxmlformats.org/drawingml/2006/main" noGrp="1"/>
          </p:cNvSpPr>
          <p:nvPr/>
        </p:nvSpPr>
        <p:spPr>
          <a:xfrm xmlns:a="http://schemas.openxmlformats.org/drawingml/2006/main">
            <a:off x="15382875" y="672846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같은 Command1의 내부 접수 확인</a:t>
            </a:r>
          </a:p>
        </p:txBody>
      </p:sp>
      <p:sp>
        <p:nvSpPr>
          <p:cNvPr id="290" name="dp42-comparison / n233">
            <a:extLst xmlns:a="http://schemas.openxmlformats.org/drawingml/2006/main">
              <a:ext uri="{FF2B5EF4-FFF2-40B4-BE49-F238E27FC236}">
                <a16:creationId xmlns:a16="http://schemas.microsoft.com/office/drawing/2014/main" id="{66BF7818-06A7-4DE6-8EE8-A94D3908ED14}"/>
              </a:ext>
            </a:extLst>
          </p:cNvPr>
          <p:cNvSpPr>
            <a:spLocks xmlns:a="http://schemas.openxmlformats.org/drawingml/2006/main" noGrp="1"/>
          </p:cNvSpPr>
          <p:nvPr/>
        </p:nvSpPr>
        <p:spPr>
          <a:xfrm xmlns:a="http://schemas.openxmlformats.org/drawingml/2006/main">
            <a:off x="993457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2-comparison / n234 / text 1">
            <a:extLst xmlns:a="http://schemas.openxmlformats.org/drawingml/2006/main">
              <a:ext uri="{FF2B5EF4-FFF2-40B4-BE49-F238E27FC236}">
                <a16:creationId xmlns:a16="http://schemas.microsoft.com/office/drawing/2014/main" id="{4BE8063C-836F-43ED-A99D-79A475F8A76E}"/>
              </a:ext>
            </a:extLst>
          </p:cNvPr>
          <p:cNvSpPr>
            <a:spLocks xmlns:a="http://schemas.openxmlformats.org/drawingml/2006/main" noGrp="1"/>
          </p:cNvSpPr>
          <p:nvPr/>
        </p:nvSpPr>
        <p:spPr>
          <a:xfrm xmlns:a="http://schemas.openxmlformats.org/drawingml/2006/main">
            <a:off x="995362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292" name="dp42-comparison / n243">
            <a:extLst xmlns:a="http://schemas.openxmlformats.org/drawingml/2006/main">
              <a:ext uri="{FF2B5EF4-FFF2-40B4-BE49-F238E27FC236}">
                <a16:creationId xmlns:a16="http://schemas.microsoft.com/office/drawing/2014/main" id="{5EF21C65-C496-427D-A199-BB857B9AEA1B}"/>
              </a:ext>
            </a:extLst>
          </p:cNvPr>
          <p:cNvSpPr>
            <a:spLocks xmlns:a="http://schemas.openxmlformats.org/drawingml/2006/main" noGrp="1"/>
          </p:cNvSpPr>
          <p:nvPr/>
        </p:nvSpPr>
        <p:spPr>
          <a:xfrm xmlns:a="http://schemas.openxmlformats.org/drawingml/2006/main">
            <a:off x="9934575" y="7448550"/>
            <a:ext cx="4154805"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2-comparison / n244 / text 1">
            <a:extLst xmlns:a="http://schemas.openxmlformats.org/drawingml/2006/main">
              <a:ext uri="{FF2B5EF4-FFF2-40B4-BE49-F238E27FC236}">
                <a16:creationId xmlns:a16="http://schemas.microsoft.com/office/drawing/2014/main" id="{34C64162-57A4-4C3D-8D9A-55C39CF2BD33}"/>
              </a:ext>
            </a:extLst>
          </p:cNvPr>
          <p:cNvSpPr>
            <a:spLocks xmlns:a="http://schemas.openxmlformats.org/drawingml/2006/main" noGrp="1"/>
          </p:cNvSpPr>
          <p:nvPr/>
        </p:nvSpPr>
        <p:spPr>
          <a:xfrm xmlns:a="http://schemas.openxmlformats.org/drawingml/2006/main">
            <a:off x="995362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접수 후 외부 전송 가능 / 대화 반영은 별도 / 접수 대기는 같은 Command1로 확인</a:t>
            </a:r>
          </a:p>
        </p:txBody>
      </p:sp>
    </p:spTree>
    <p:extLst>
      <p:ext uri="{BB962C8B-B14F-4D97-AF65-F5344CB8AC3E}">
        <p14:creationId xmlns:p14="http://schemas.microsoft.com/office/powerpoint/2010/main" val="8716430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dp43-background / n1">
            <a:extLst xmlns:a="http://schemas.openxmlformats.org/drawingml/2006/main">
              <a:ext uri="{FF2B5EF4-FFF2-40B4-BE49-F238E27FC236}">
                <a16:creationId xmlns:a16="http://schemas.microsoft.com/office/drawing/2014/main" id="{51732F8F-9DE4-4E3E-85B0-E9E954A7C79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3-background / n2 / text 1">
            <a:extLst xmlns:a="http://schemas.openxmlformats.org/drawingml/2006/main">
              <a:ext uri="{FF2B5EF4-FFF2-40B4-BE49-F238E27FC236}">
                <a16:creationId xmlns:a16="http://schemas.microsoft.com/office/drawing/2014/main" id="{43B7752C-BA32-40A0-8038-25CC91A8C2B3}"/>
              </a:ext>
            </a:extLst>
          </p:cNvPr>
          <p:cNvSpPr>
            <a:spLocks xmlns:a="http://schemas.openxmlformats.org/drawingml/2006/main" noGrp="1"/>
          </p:cNvSpPr>
          <p:nvPr/>
        </p:nvSpPr>
        <p:spPr>
          <a:xfrm xmlns:a="http://schemas.openxmlformats.org/drawingml/2006/main">
            <a:off x="609600" y="238125"/>
            <a:ext cx="11906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087E8B"/>
                </a:solidFill>
                <a:latin typeface="Apple SD Gothic Neo"/>
                <a:ea typeface="Apple SD Gothic Neo"/>
                <a:cs typeface="Apple SD Gothic Neo"/>
              </a:defRPr>
            </a:pPr>
            <a:r>
              <a:rPr sz="1500" b="1">
                <a:solidFill>
                  <a:srgbClr val="087E8B"/>
                </a:solidFill>
                <a:latin typeface="Apple SD Gothic Neo"/>
                <a:ea typeface="Apple SD Gothic Neo"/>
                <a:cs typeface="Apple SD Gothic Neo"/>
              </a:rPr>
              <a:t>VIA SOFTWARE ARCHITECTURE / DP 배경</a:t>
            </a:r>
          </a:p>
        </p:txBody>
      </p:sp>
      <p:sp>
        <p:nvSpPr>
          <p:cNvPr id="3" name="dp43-background / n3 / text 1">
            <a:extLst xmlns:a="http://schemas.openxmlformats.org/drawingml/2006/main">
              <a:ext uri="{FF2B5EF4-FFF2-40B4-BE49-F238E27FC236}">
                <a16:creationId xmlns:a16="http://schemas.microsoft.com/office/drawing/2014/main" id="{52E6EB53-4ACA-4C0C-AB8D-6366B80C9DD2}"/>
              </a:ext>
            </a:extLst>
          </p:cNvPr>
          <p:cNvSpPr>
            <a:spLocks xmlns:a="http://schemas.openxmlformats.org/drawingml/2006/main" noGrp="1"/>
          </p:cNvSpPr>
          <p:nvPr/>
        </p:nvSpPr>
        <p:spPr>
          <a:xfrm xmlns:a="http://schemas.openxmlformats.org/drawingml/2006/main">
            <a:off x="15011400" y="238125"/>
            <a:ext cx="2667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04-43</a:t>
            </a:r>
          </a:p>
        </p:txBody>
      </p:sp>
      <p:sp>
        <p:nvSpPr>
          <p:cNvPr id="4" name="dp43-background / n4 / text 1">
            <a:extLst xmlns:a="http://schemas.openxmlformats.org/drawingml/2006/main">
              <a:ext uri="{FF2B5EF4-FFF2-40B4-BE49-F238E27FC236}">
                <a16:creationId xmlns:a16="http://schemas.microsoft.com/office/drawing/2014/main" id="{59C55532-D64C-4183-8C0D-3ACC06F8247F}"/>
              </a:ext>
            </a:extLst>
          </p:cNvPr>
          <p:cNvSpPr>
            <a:spLocks xmlns:a="http://schemas.openxmlformats.org/drawingml/2006/main" noGrp="1"/>
          </p:cNvSpPr>
          <p:nvPr/>
        </p:nvSpPr>
        <p:spPr>
          <a:xfrm xmlns:a="http://schemas.openxmlformats.org/drawingml/2006/main">
            <a:off x="609600" y="619125"/>
            <a:ext cx="1695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3000" b="1">
                <a:solidFill>
                  <a:srgbClr val="18232E"/>
                </a:solidFill>
                <a:latin typeface="Apple SD Gothic Neo"/>
                <a:ea typeface="Apple SD Gothic Neo"/>
                <a:cs typeface="Apple SD Gothic Neo"/>
              </a:defRPr>
            </a:pPr>
            <a:r>
              <a:rPr sz="3000" b="1">
                <a:solidFill>
                  <a:srgbClr val="18232E"/>
                </a:solidFill>
                <a:latin typeface="Apple SD Gothic Neo"/>
                <a:ea typeface="Apple SD Gothic Neo"/>
                <a:cs typeface="Apple SD Gothic Neo"/>
              </a:rPr>
              <a:t>04-43. 기능 정확성을 위한 VIA Request 의미 판단 설계</a:t>
            </a:r>
          </a:p>
        </p:txBody>
      </p:sp>
      <p:sp>
        <p:nvSpPr>
          <p:cNvPr id="5" name="dp43-background / n5 / path">
            <a:extLst xmlns:a="http://schemas.openxmlformats.org/drawingml/2006/main">
              <a:ext uri="{FF2B5EF4-FFF2-40B4-BE49-F238E27FC236}">
                <a16:creationId xmlns:a16="http://schemas.microsoft.com/office/drawing/2014/main" id="{55E14FC1-6ABE-40E4-A16F-624BDD95296A}"/>
              </a:ext>
            </a:extLst>
          </p:cNvPr>
          <p:cNvSpPr>
            <a:spLocks xmlns:a="http://schemas.openxmlformats.org/drawingml/2006/main" noGrp="1"/>
          </p:cNvSpPr>
          <p:nvPr/>
        </p:nvSpPr>
        <p:spPr>
          <a:xfrm xmlns:a="http://schemas.openxmlformats.org/drawingml/2006/main">
            <a:off x="609600" y="1209675"/>
            <a:ext cx="17068800" cy="953"/>
          </a:xfrm>
          <a:custGeom xmlns:a="http://schemas.openxmlformats.org/drawingml/2006/main">
            <a:pathLst>
              <a:path w="17068800" h="953">
                <a:moveTo>
                  <a:pt x="0" y="0"/>
                </a:moveTo>
                <a:lnTo>
                  <a:pt x="17068800" y="0"/>
                </a:lnTo>
              </a:path>
            </a:pathLst>
          </a:custGeom>
          <a:noFill xmlns:a="http://schemas.openxmlformats.org/drawingml/2006/main"/>
          <a:ln xmlns:a="http://schemas.openxmlformats.org/drawingml/2006/main" w="19050">
            <a:solidFill>
              <a:srgbClr val="CDD6DE"/>
            </a:solidFill>
            <a:prstDash val="solid"/>
          </a:ln>
        </p:spPr>
      </p:sp>
      <p:sp>
        <p:nvSpPr>
          <p:cNvPr id="6" name="dp43-background / n6">
            <a:extLst xmlns:a="http://schemas.openxmlformats.org/drawingml/2006/main">
              <a:ext uri="{FF2B5EF4-FFF2-40B4-BE49-F238E27FC236}">
                <a16:creationId xmlns:a16="http://schemas.microsoft.com/office/drawing/2014/main" id="{1416CE0B-5ED0-43D0-9899-AAAFF8E2746D}"/>
              </a:ext>
            </a:extLst>
          </p:cNvPr>
          <p:cNvSpPr>
            <a:spLocks xmlns:a="http://schemas.openxmlformats.org/drawingml/2006/main" noGrp="1"/>
          </p:cNvSpPr>
          <p:nvPr/>
        </p:nvSpPr>
        <p:spPr>
          <a:xfrm xmlns:a="http://schemas.openxmlformats.org/drawingml/2006/main">
            <a:off x="609600" y="1438275"/>
            <a:ext cx="17068800" cy="609600"/>
          </a:xfrm>
          <a:prstGeom xmlns:a="http://schemas.openxmlformats.org/drawingml/2006/main" prst="rect">
            <a:avLst/>
          </a:prstGeom>
          <a:solidFill xmlns:a="http://schemas.openxmlformats.org/drawingml/2006/main">
            <a:srgbClr val="FFF4A8"/>
          </a:solidFill>
          <a:ln xmlns:a="http://schemas.openxmlformats.org/drawingml/2006/main" w="0">
            <a:noFill/>
            <a:prstDash val="solid"/>
          </a:ln>
        </p:spPr>
      </p:sp>
      <p:sp>
        <p:nvSpPr>
          <p:cNvPr id="7" name="dp43-background / n7 / text 1">
            <a:extLst xmlns:a="http://schemas.openxmlformats.org/drawingml/2006/main">
              <a:ext uri="{FF2B5EF4-FFF2-40B4-BE49-F238E27FC236}">
                <a16:creationId xmlns:a16="http://schemas.microsoft.com/office/drawing/2014/main" id="{8288F0E6-DD71-4F01-B4C0-A178EF421CBA}"/>
              </a:ext>
            </a:extLst>
          </p:cNvPr>
          <p:cNvSpPr>
            <a:spLocks xmlns:a="http://schemas.openxmlformats.org/drawingml/2006/main" noGrp="1"/>
          </p:cNvSpPr>
          <p:nvPr/>
        </p:nvSpPr>
        <p:spPr>
          <a:xfrm xmlns:a="http://schemas.openxmlformats.org/drawingml/2006/main">
            <a:off x="781050" y="1571625"/>
            <a:ext cx="16725900" cy="49720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18232E"/>
                </a:solidFill>
                <a:latin typeface="Apple SD Gothic Neo"/>
                <a:ea typeface="Apple SD Gothic Neo"/>
                <a:cs typeface="Apple SD Gothic Neo"/>
              </a:defRPr>
            </a:pPr>
            <a:r>
              <a:rPr sz="2700" b="1">
                <a:solidFill>
                  <a:srgbClr val="18232E"/>
                </a:solidFill>
                <a:latin typeface="Apple SD Gothic Neo"/>
                <a:ea typeface="Apple SD Gothic Neo"/>
                <a:cs typeface="Apple SD Gothic Neo"/>
              </a:rPr>
              <a:t>메일 정정에 따른 관련 참조 오류와 기존 조건 누락 위험</a:t>
            </a:r>
          </a:p>
        </p:txBody>
      </p:sp>
      <p:sp>
        <p:nvSpPr>
          <p:cNvPr id="8" name="dp43-background / n8 / path">
            <a:extLst xmlns:a="http://schemas.openxmlformats.org/drawingml/2006/main">
              <a:ext uri="{FF2B5EF4-FFF2-40B4-BE49-F238E27FC236}">
                <a16:creationId xmlns:a16="http://schemas.microsoft.com/office/drawing/2014/main" id="{FD4BF337-781E-4C48-8226-7DF2D28B44F3}"/>
              </a:ext>
            </a:extLst>
          </p:cNvPr>
          <p:cNvSpPr>
            <a:spLocks xmlns:a="http://schemas.openxmlformats.org/drawingml/2006/main" noGrp="1"/>
          </p:cNvSpPr>
          <p:nvPr/>
        </p:nvSpPr>
        <p:spPr>
          <a:xfrm xmlns:a="http://schemas.openxmlformats.org/drawingml/2006/main">
            <a:off x="11553825" y="2686050"/>
            <a:ext cx="953" cy="5495925"/>
          </a:xfrm>
          <a:custGeom xmlns:a="http://schemas.openxmlformats.org/drawingml/2006/main">
            <a:pathLst>
              <a:path w="953" h="5495925">
                <a:moveTo>
                  <a:pt x="0" y="0"/>
                </a:moveTo>
                <a:lnTo>
                  <a:pt x="0" y="5495925"/>
                </a:lnTo>
              </a:path>
            </a:pathLst>
          </a:custGeom>
          <a:noFill xmlns:a="http://schemas.openxmlformats.org/drawingml/2006/main"/>
          <a:ln xmlns:a="http://schemas.openxmlformats.org/drawingml/2006/main" w="19050">
            <a:solidFill>
              <a:srgbClr val="CDD6DE"/>
            </a:solidFill>
            <a:prstDash val="solid"/>
          </a:ln>
        </p:spPr>
      </p:sp>
      <p:sp>
        <p:nvSpPr>
          <p:cNvPr id="9" name="dp43-background / n9 / text 1">
            <a:extLst xmlns:a="http://schemas.openxmlformats.org/drawingml/2006/main">
              <a:ext uri="{FF2B5EF4-FFF2-40B4-BE49-F238E27FC236}">
                <a16:creationId xmlns:a16="http://schemas.microsoft.com/office/drawing/2014/main" id="{E76C0721-7B8B-4A3B-A00D-6AB2BF12F7AC}"/>
              </a:ext>
            </a:extLst>
          </p:cNvPr>
          <p:cNvSpPr>
            <a:spLocks xmlns:a="http://schemas.openxmlformats.org/drawingml/2006/main" noGrp="1"/>
          </p:cNvSpPr>
          <p:nvPr/>
        </p:nvSpPr>
        <p:spPr>
          <a:xfrm xmlns:a="http://schemas.openxmlformats.org/drawingml/2006/main">
            <a:off x="12001500" y="2695575"/>
            <a:ext cx="567690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5F6B77"/>
                </a:solidFill>
                <a:latin typeface="Apple SD Gothic Neo"/>
                <a:ea typeface="Apple SD Gothic Neo"/>
                <a:cs typeface="Apple SD Gothic Neo"/>
              </a:defRPr>
            </a:pPr>
            <a:r>
              <a:rPr sz="1950" b="1">
                <a:solidFill>
                  <a:srgbClr val="5F6B77"/>
                </a:solidFill>
                <a:latin typeface="Apple SD Gothic Neo"/>
                <a:ea typeface="Apple SD Gothic Neo"/>
                <a:cs typeface="Apple SD Gothic Neo"/>
              </a:rPr>
              <a:t>설계 고려 사항</a:t>
            </a:r>
          </a:p>
        </p:txBody>
      </p:sp>
      <p:sp>
        <p:nvSpPr>
          <p:cNvPr id="10" name="dp43-background / n10 / path">
            <a:extLst xmlns:a="http://schemas.openxmlformats.org/drawingml/2006/main">
              <a:ext uri="{FF2B5EF4-FFF2-40B4-BE49-F238E27FC236}">
                <a16:creationId xmlns:a16="http://schemas.microsoft.com/office/drawing/2014/main" id="{648A9FB7-D942-4664-A5EB-89886A4BCC6D}"/>
              </a:ext>
            </a:extLst>
          </p:cNvPr>
          <p:cNvSpPr>
            <a:spLocks xmlns:a="http://schemas.openxmlformats.org/drawingml/2006/main" noGrp="1"/>
          </p:cNvSpPr>
          <p:nvPr/>
        </p:nvSpPr>
        <p:spPr>
          <a:xfrm xmlns:a="http://schemas.openxmlformats.org/drawingml/2006/main">
            <a:off x="609600" y="8458200"/>
            <a:ext cx="17068800" cy="953"/>
          </a:xfrm>
          <a:custGeom xmlns:a="http://schemas.openxmlformats.org/drawingml/2006/main">
            <a:pathLst>
              <a:path w="17068800" h="953">
                <a:moveTo>
                  <a:pt x="0" y="0"/>
                </a:moveTo>
                <a:lnTo>
                  <a:pt x="17068800" y="0"/>
                </a:lnTo>
              </a:path>
            </a:pathLst>
          </a:custGeom>
          <a:noFill xmlns:a="http://schemas.openxmlformats.org/drawingml/2006/main"/>
          <a:ln xmlns:a="http://schemas.openxmlformats.org/drawingml/2006/main" w="19050">
            <a:solidFill>
              <a:srgbClr val="CDD6DE"/>
            </a:solidFill>
            <a:prstDash val="solid"/>
          </a:ln>
        </p:spPr>
      </p:sp>
      <p:sp>
        <p:nvSpPr>
          <p:cNvPr id="11" name="dp43-background / n11 / text 1">
            <a:extLst xmlns:a="http://schemas.openxmlformats.org/drawingml/2006/main">
              <a:ext uri="{FF2B5EF4-FFF2-40B4-BE49-F238E27FC236}">
                <a16:creationId xmlns:a16="http://schemas.microsoft.com/office/drawing/2014/main" id="{C51688B1-4822-4F79-8BE3-AE247AEFC09E}"/>
              </a:ext>
            </a:extLst>
          </p:cNvPr>
          <p:cNvSpPr>
            <a:spLocks xmlns:a="http://schemas.openxmlformats.org/drawingml/2006/main" noGrp="1"/>
          </p:cNvSpPr>
          <p:nvPr/>
        </p:nvSpPr>
        <p:spPr>
          <a:xfrm xmlns:a="http://schemas.openxmlformats.org/drawingml/2006/main">
            <a:off x="609600" y="8810625"/>
            <a:ext cx="1571625"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B63732"/>
                </a:solidFill>
                <a:latin typeface="Apple SD Gothic Neo"/>
                <a:ea typeface="Apple SD Gothic Neo"/>
                <a:cs typeface="Apple SD Gothic Neo"/>
              </a:defRPr>
            </a:pPr>
            <a:r>
              <a:rPr sz="1950" b="1">
                <a:solidFill>
                  <a:srgbClr val="B63732"/>
                </a:solidFill>
                <a:latin typeface="Apple SD Gothic Neo"/>
                <a:ea typeface="Apple SD Gothic Neo"/>
                <a:cs typeface="Apple SD Gothic Neo"/>
              </a:rPr>
              <a:t>설계 과제</a:t>
            </a:r>
          </a:p>
        </p:txBody>
      </p:sp>
      <p:sp>
        <p:nvSpPr>
          <p:cNvPr id="12" name="dp43-background / n12 / text 1">
            <a:extLst xmlns:a="http://schemas.openxmlformats.org/drawingml/2006/main">
              <a:ext uri="{FF2B5EF4-FFF2-40B4-BE49-F238E27FC236}">
                <a16:creationId xmlns:a16="http://schemas.microsoft.com/office/drawing/2014/main" id="{73625086-68E7-46B9-8940-D613A41F6DFD}"/>
              </a:ext>
            </a:extLst>
          </p:cNvPr>
          <p:cNvSpPr>
            <a:spLocks xmlns:a="http://schemas.openxmlformats.org/drawingml/2006/main" noGrp="1"/>
          </p:cNvSpPr>
          <p:nvPr/>
        </p:nvSpPr>
        <p:spPr>
          <a:xfrm xmlns:a="http://schemas.openxmlformats.org/drawingml/2006/main">
            <a:off x="2286000" y="8763000"/>
            <a:ext cx="15392400" cy="4281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8232E"/>
                </a:solidFill>
                <a:latin typeface="Apple SD Gothic Neo"/>
                <a:ea typeface="Apple SD Gothic Neo"/>
                <a:cs typeface="Apple SD Gothic Neo"/>
              </a:defRPr>
            </a:pPr>
            <a:r>
              <a:rPr sz="2325" b="1">
                <a:solidFill>
                  <a:srgbClr val="18232E"/>
                </a:solidFill>
                <a:latin typeface="Apple SD Gothic Neo"/>
                <a:ea typeface="Apple SD Gothic Neo"/>
                <a:cs typeface="Apple SD Gothic Neo"/>
              </a:rPr>
              <a:t>연관된 의미 판단의 생산 책임과 조정 방식 설계</a:t>
            </a:r>
          </a:p>
        </p:txBody>
      </p:sp>
      <p:sp>
        <p:nvSpPr>
          <p:cNvPr id="13" name="dp43-background / n13 / text 1">
            <a:extLst xmlns:a="http://schemas.openxmlformats.org/drawingml/2006/main">
              <a:ext uri="{FF2B5EF4-FFF2-40B4-BE49-F238E27FC236}">
                <a16:creationId xmlns:a16="http://schemas.microsoft.com/office/drawing/2014/main" id="{FF501319-EB63-4E6C-A727-EF5CE9C32F0D}"/>
              </a:ext>
            </a:extLst>
          </p:cNvPr>
          <p:cNvSpPr>
            <a:spLocks xmlns:a="http://schemas.openxmlformats.org/drawingml/2006/main" noGrp="1"/>
          </p:cNvSpPr>
          <p:nvPr/>
        </p:nvSpPr>
        <p:spPr>
          <a:xfrm xmlns:a="http://schemas.openxmlformats.org/drawingml/2006/main">
            <a:off x="609600" y="9858375"/>
            <a:ext cx="120015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품질 관점: 기능 정확성 / 기능 지원 범위 / 변경 용이성</a:t>
            </a:r>
          </a:p>
        </p:txBody>
      </p:sp>
      <p:sp>
        <p:nvSpPr>
          <p:cNvPr id="14" name="dp43-background / n14 / text 1">
            <a:extLst xmlns:a="http://schemas.openxmlformats.org/drawingml/2006/main">
              <a:ext uri="{FF2B5EF4-FFF2-40B4-BE49-F238E27FC236}">
                <a16:creationId xmlns:a16="http://schemas.microsoft.com/office/drawing/2014/main" id="{B8A63EAB-2992-4E71-AC49-505F5C69E9F3}"/>
              </a:ext>
            </a:extLst>
          </p:cNvPr>
          <p:cNvSpPr>
            <a:spLocks xmlns:a="http://schemas.openxmlformats.org/drawingml/2006/main" noGrp="1"/>
          </p:cNvSpPr>
          <p:nvPr/>
        </p:nvSpPr>
        <p:spPr>
          <a:xfrm xmlns:a="http://schemas.openxmlformats.org/drawingml/2006/main">
            <a:off x="13106400" y="985837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구조 후보 / 미선정 / 미측정</a:t>
            </a:r>
          </a:p>
        </p:txBody>
      </p:sp>
      <p:sp>
        <p:nvSpPr>
          <p:cNvPr id="15" name="dp43-background / n15">
            <a:extLst xmlns:a="http://schemas.openxmlformats.org/drawingml/2006/main">
              <a:ext uri="{FF2B5EF4-FFF2-40B4-BE49-F238E27FC236}">
                <a16:creationId xmlns:a16="http://schemas.microsoft.com/office/drawing/2014/main" id="{ACC1A435-EC33-4E1F-8858-1EE461347A6E}"/>
              </a:ext>
            </a:extLst>
          </p:cNvPr>
          <p:cNvSpPr>
            <a:spLocks xmlns:a="http://schemas.openxmlformats.org/drawingml/2006/main" noGrp="1"/>
          </p:cNvSpPr>
          <p:nvPr/>
        </p:nvSpPr>
        <p:spPr>
          <a:xfrm xmlns:a="http://schemas.openxmlformats.org/drawingml/2006/main">
            <a:off x="609600" y="2619375"/>
            <a:ext cx="5143500" cy="1400175"/>
          </a:xfrm>
          <a:prstGeom xmlns:a="http://schemas.openxmlformats.org/drawingml/2006/main" prst="rect">
            <a:avLst/>
          </a:prstGeom>
          <a:solidFill xmlns:a="http://schemas.openxmlformats.org/drawingml/2006/main">
            <a:srgbClr val="EFF3F8"/>
          </a:solidFill>
          <a:ln xmlns:a="http://schemas.openxmlformats.org/drawingml/2006/main" w="0">
            <a:noFill/>
            <a:prstDash val="solid"/>
          </a:ln>
        </p:spPr>
      </p:sp>
      <p:sp>
        <p:nvSpPr>
          <p:cNvPr id="16" name="dp43-background / n16">
            <a:extLst xmlns:a="http://schemas.openxmlformats.org/drawingml/2006/main">
              <a:ext uri="{FF2B5EF4-FFF2-40B4-BE49-F238E27FC236}">
                <a16:creationId xmlns:a16="http://schemas.microsoft.com/office/drawing/2014/main" id="{1773C2CA-6593-48FB-BD9C-B5BB437BF9CF}"/>
              </a:ext>
            </a:extLst>
          </p:cNvPr>
          <p:cNvSpPr>
            <a:spLocks xmlns:a="http://schemas.openxmlformats.org/drawingml/2006/main" noGrp="1"/>
          </p:cNvSpPr>
          <p:nvPr/>
        </p:nvSpPr>
        <p:spPr>
          <a:xfrm xmlns:a="http://schemas.openxmlformats.org/drawingml/2006/main">
            <a:off x="6210300" y="2619375"/>
            <a:ext cx="4972050" cy="1400175"/>
          </a:xfrm>
          <a:prstGeom xmlns:a="http://schemas.openxmlformats.org/drawingml/2006/main" prst="rect">
            <a:avLst/>
          </a:prstGeom>
          <a:solidFill xmlns:a="http://schemas.openxmlformats.org/drawingml/2006/main">
            <a:srgbClr val="FFF0EC"/>
          </a:solidFill>
          <a:ln xmlns:a="http://schemas.openxmlformats.org/drawingml/2006/main" w="0">
            <a:noFill/>
            <a:prstDash val="solid"/>
          </a:ln>
        </p:spPr>
      </p:sp>
      <p:sp>
        <p:nvSpPr>
          <p:cNvPr id="17" name="dp43-background / n17 / text 1">
            <a:extLst xmlns:a="http://schemas.openxmlformats.org/drawingml/2006/main">
              <a:ext uri="{FF2B5EF4-FFF2-40B4-BE49-F238E27FC236}">
                <a16:creationId xmlns:a16="http://schemas.microsoft.com/office/drawing/2014/main" id="{6D760CF0-AB9E-4E2D-89F0-AEEE2D900685}"/>
              </a:ext>
            </a:extLst>
          </p:cNvPr>
          <p:cNvSpPr>
            <a:spLocks xmlns:a="http://schemas.openxmlformats.org/drawingml/2006/main" noGrp="1"/>
          </p:cNvSpPr>
          <p:nvPr/>
        </p:nvSpPr>
        <p:spPr>
          <a:xfrm xmlns:a="http://schemas.openxmlformats.org/drawingml/2006/main">
            <a:off x="800100" y="2733675"/>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F6B77"/>
                </a:solidFill>
                <a:latin typeface="Apple SD Gothic Neo"/>
                <a:ea typeface="Apple SD Gothic Neo"/>
                <a:cs typeface="Apple SD Gothic Neo"/>
              </a:defRPr>
            </a:pPr>
            <a:r>
              <a:rPr sz="1500" b="0">
                <a:solidFill>
                  <a:srgbClr val="5F6B77"/>
                </a:solidFill>
                <a:latin typeface="Apple SD Gothic Neo"/>
                <a:ea typeface="Apple SD Gothic Neo"/>
                <a:cs typeface="Apple SD Gothic Neo"/>
              </a:rPr>
              <a:t>진행 중인 두 Task의 조건 지정</a:t>
            </a:r>
          </a:p>
        </p:txBody>
      </p:sp>
      <p:sp>
        <p:nvSpPr>
          <p:cNvPr id="18" name="dp43-background / n18 / text 1">
            <a:extLst xmlns:a="http://schemas.openxmlformats.org/drawingml/2006/main">
              <a:ext uri="{FF2B5EF4-FFF2-40B4-BE49-F238E27FC236}">
                <a16:creationId xmlns:a16="http://schemas.microsoft.com/office/drawing/2014/main" id="{81C7B011-1166-428A-A00F-17570DD08C65}"/>
              </a:ext>
            </a:extLst>
          </p:cNvPr>
          <p:cNvSpPr>
            <a:spLocks xmlns:a="http://schemas.openxmlformats.org/drawingml/2006/main" noGrp="1"/>
          </p:cNvSpPr>
          <p:nvPr/>
        </p:nvSpPr>
        <p:spPr>
          <a:xfrm xmlns:a="http://schemas.openxmlformats.org/drawingml/2006/main">
            <a:off x="800100" y="3086100"/>
            <a:ext cx="476250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232E"/>
                </a:solidFill>
                <a:latin typeface="Apple SD Gothic Neo"/>
                <a:ea typeface="Apple SD Gothic Neo"/>
                <a:cs typeface="Apple SD Gothic Neo"/>
              </a:defRPr>
            </a:pPr>
            <a:r>
              <a:rPr sz="2025" b="1">
                <a:solidFill>
                  <a:srgbClr val="18232E"/>
                </a:solidFill>
                <a:latin typeface="Apple SD Gothic Neo"/>
                <a:ea typeface="Apple SD Gothic Neo"/>
                <a:cs typeface="Apple SD Gothic Neo"/>
              </a:rPr>
              <a:t>“보고서는 PDF로, 메일에는</a:t>
            </a:r>
          </a:p>
        </p:txBody>
      </p:sp>
      <p:sp>
        <p:nvSpPr>
          <p:cNvPr id="19" name="dp43-background / n18 / text 2">
            <a:extLst xmlns:a="http://schemas.openxmlformats.org/drawingml/2006/main">
              <a:ext uri="{FF2B5EF4-FFF2-40B4-BE49-F238E27FC236}">
                <a16:creationId xmlns:a16="http://schemas.microsoft.com/office/drawing/2014/main" id="{53A370C0-992C-4DFD-ABC5-D780565AC2A0}"/>
              </a:ext>
            </a:extLst>
          </p:cNvPr>
          <p:cNvSpPr>
            <a:spLocks xmlns:a="http://schemas.openxmlformats.org/drawingml/2006/main" noGrp="1"/>
          </p:cNvSpPr>
          <p:nvPr/>
        </p:nvSpPr>
        <p:spPr>
          <a:xfrm xmlns:a="http://schemas.openxmlformats.org/drawingml/2006/main">
            <a:off x="800100" y="3390900"/>
            <a:ext cx="476250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232E"/>
                </a:solidFill>
                <a:latin typeface="Apple SD Gothic Neo"/>
                <a:ea typeface="Apple SD Gothic Neo"/>
                <a:cs typeface="Apple SD Gothic Neo"/>
              </a:defRPr>
            </a:pPr>
            <a:r>
              <a:rPr sz="2025" b="1">
                <a:solidFill>
                  <a:srgbClr val="18232E"/>
                </a:solidFill>
                <a:latin typeface="Apple SD Gothic Neo"/>
                <a:ea typeface="Apple SD Gothic Neo"/>
                <a:cs typeface="Apple SD Gothic Neo"/>
              </a:rPr>
              <a:t>그 보고서의 결론을 넣어줘.”</a:t>
            </a:r>
          </a:p>
        </p:txBody>
      </p:sp>
      <p:sp>
        <p:nvSpPr>
          <p:cNvPr id="20" name="dp43-background / n19 / text 1">
            <a:extLst xmlns:a="http://schemas.openxmlformats.org/drawingml/2006/main">
              <a:ext uri="{FF2B5EF4-FFF2-40B4-BE49-F238E27FC236}">
                <a16:creationId xmlns:a16="http://schemas.microsoft.com/office/drawing/2014/main" id="{C683A2C6-C095-438D-8211-B54DBC6FF246}"/>
              </a:ext>
            </a:extLst>
          </p:cNvPr>
          <p:cNvSpPr>
            <a:spLocks xmlns:a="http://schemas.openxmlformats.org/drawingml/2006/main" noGrp="1"/>
          </p:cNvSpPr>
          <p:nvPr/>
        </p:nvSpPr>
        <p:spPr>
          <a:xfrm xmlns:a="http://schemas.openxmlformats.org/drawingml/2006/main">
            <a:off x="800100" y="3724275"/>
            <a:ext cx="476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Request / PDF 조건과 메일 내용</a:t>
            </a:r>
          </a:p>
        </p:txBody>
      </p:sp>
      <p:sp>
        <p:nvSpPr>
          <p:cNvPr id="21" name="dp43-background / n20 / text 1">
            <a:extLst xmlns:a="http://schemas.openxmlformats.org/drawingml/2006/main">
              <a:ext uri="{FF2B5EF4-FFF2-40B4-BE49-F238E27FC236}">
                <a16:creationId xmlns:a16="http://schemas.microsoft.com/office/drawing/2014/main" id="{3F3FA63A-B132-4AAA-8E02-8E04D3081BA4}"/>
              </a:ext>
            </a:extLst>
          </p:cNvPr>
          <p:cNvSpPr>
            <a:spLocks xmlns:a="http://schemas.openxmlformats.org/drawingml/2006/main" noGrp="1"/>
          </p:cNvSpPr>
          <p:nvPr/>
        </p:nvSpPr>
        <p:spPr>
          <a:xfrm xmlns:a="http://schemas.openxmlformats.org/drawingml/2006/main">
            <a:off x="6400800" y="2733675"/>
            <a:ext cx="4591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B63732"/>
                </a:solidFill>
                <a:latin typeface="Apple SD Gothic Neo"/>
                <a:ea typeface="Apple SD Gothic Neo"/>
                <a:cs typeface="Apple SD Gothic Neo"/>
              </a:defRPr>
            </a:pPr>
            <a:r>
              <a:rPr sz="1500" b="0">
                <a:solidFill>
                  <a:srgbClr val="B63732"/>
                </a:solidFill>
                <a:latin typeface="Apple SD Gothic Neo"/>
                <a:ea typeface="Apple SD Gothic Neo"/>
                <a:cs typeface="Apple SD Gothic Neo"/>
              </a:rPr>
              <a:t>잠시 뒤 / 메일 내용 정정</a:t>
            </a:r>
          </a:p>
        </p:txBody>
      </p:sp>
      <p:sp>
        <p:nvSpPr>
          <p:cNvPr id="22" name="dp43-background / n21 / text 1">
            <a:extLst xmlns:a="http://schemas.openxmlformats.org/drawingml/2006/main">
              <a:ext uri="{FF2B5EF4-FFF2-40B4-BE49-F238E27FC236}">
                <a16:creationId xmlns:a16="http://schemas.microsoft.com/office/drawing/2014/main" id="{B5DA42F3-CE0C-43C2-9B81-BE5841922DBD}"/>
              </a:ext>
            </a:extLst>
          </p:cNvPr>
          <p:cNvSpPr>
            <a:spLocks xmlns:a="http://schemas.openxmlformats.org/drawingml/2006/main" noGrp="1"/>
          </p:cNvSpPr>
          <p:nvPr/>
        </p:nvSpPr>
        <p:spPr>
          <a:xfrm xmlns:a="http://schemas.openxmlformats.org/drawingml/2006/main">
            <a:off x="6400800" y="3086100"/>
            <a:ext cx="459105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232E"/>
                </a:solidFill>
                <a:latin typeface="Apple SD Gothic Neo"/>
                <a:ea typeface="Apple SD Gothic Neo"/>
                <a:cs typeface="Apple SD Gothic Neo"/>
              </a:defRPr>
            </a:pPr>
            <a:r>
              <a:rPr sz="2025" b="1">
                <a:solidFill>
                  <a:srgbClr val="18232E"/>
                </a:solidFill>
                <a:latin typeface="Apple SD Gothic Neo"/>
                <a:ea typeface="Apple SD Gothic Neo"/>
                <a:cs typeface="Apple SD Gothic Neo"/>
              </a:rPr>
              <a:t>“메일에는 결론 대신</a:t>
            </a:r>
          </a:p>
        </p:txBody>
      </p:sp>
      <p:sp>
        <p:nvSpPr>
          <p:cNvPr id="23" name="dp43-background / n21 / text 2">
            <a:extLst xmlns:a="http://schemas.openxmlformats.org/drawingml/2006/main">
              <a:ext uri="{FF2B5EF4-FFF2-40B4-BE49-F238E27FC236}">
                <a16:creationId xmlns:a16="http://schemas.microsoft.com/office/drawing/2014/main" id="{C338F965-EDB7-483C-BD68-06118B92BDAA}"/>
              </a:ext>
            </a:extLst>
          </p:cNvPr>
          <p:cNvSpPr>
            <a:spLocks xmlns:a="http://schemas.openxmlformats.org/drawingml/2006/main" noGrp="1"/>
          </p:cNvSpPr>
          <p:nvPr/>
        </p:nvSpPr>
        <p:spPr>
          <a:xfrm xmlns:a="http://schemas.openxmlformats.org/drawingml/2006/main">
            <a:off x="6400800" y="3390900"/>
            <a:ext cx="4591050" cy="372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232E"/>
                </a:solidFill>
                <a:latin typeface="Apple SD Gothic Neo"/>
                <a:ea typeface="Apple SD Gothic Neo"/>
                <a:cs typeface="Apple SD Gothic Neo"/>
              </a:defRPr>
            </a:pPr>
            <a:r>
              <a:rPr sz="2025" b="1">
                <a:solidFill>
                  <a:srgbClr val="18232E"/>
                </a:solidFill>
                <a:latin typeface="Apple SD Gothic Neo"/>
                <a:ea typeface="Apple SD Gothic Neo"/>
                <a:cs typeface="Apple SD Gothic Neo"/>
              </a:rPr>
              <a:t>표만 넣어줘.”</a:t>
            </a:r>
          </a:p>
        </p:txBody>
      </p:sp>
      <p:sp>
        <p:nvSpPr>
          <p:cNvPr id="24" name="dp43-background / n22 / text 1">
            <a:extLst xmlns:a="http://schemas.openxmlformats.org/drawingml/2006/main">
              <a:ext uri="{FF2B5EF4-FFF2-40B4-BE49-F238E27FC236}">
                <a16:creationId xmlns:a16="http://schemas.microsoft.com/office/drawing/2014/main" id="{014C26B2-F6FB-4278-9678-D2ABE052248C}"/>
              </a:ext>
            </a:extLst>
          </p:cNvPr>
          <p:cNvSpPr>
            <a:spLocks xmlns:a="http://schemas.openxmlformats.org/drawingml/2006/main" noGrp="1"/>
          </p:cNvSpPr>
          <p:nvPr/>
        </p:nvSpPr>
        <p:spPr>
          <a:xfrm xmlns:a="http://schemas.openxmlformats.org/drawingml/2006/main">
            <a:off x="6400800" y="3724275"/>
            <a:ext cx="45910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Request / 메일 내용 교체</a:t>
            </a:r>
          </a:p>
        </p:txBody>
      </p:sp>
      <p:sp>
        <p:nvSpPr>
          <p:cNvPr id="25" name="dp43-background / n23 / path">
            <a:extLst xmlns:a="http://schemas.openxmlformats.org/drawingml/2006/main">
              <a:ext uri="{FF2B5EF4-FFF2-40B4-BE49-F238E27FC236}">
                <a16:creationId xmlns:a16="http://schemas.microsoft.com/office/drawing/2014/main" id="{289221A3-61D4-4AB9-9605-0912746B1B50}"/>
              </a:ext>
            </a:extLst>
          </p:cNvPr>
          <p:cNvSpPr>
            <a:spLocks xmlns:a="http://schemas.openxmlformats.org/drawingml/2006/main" noGrp="1"/>
          </p:cNvSpPr>
          <p:nvPr/>
        </p:nvSpPr>
        <p:spPr>
          <a:xfrm xmlns:a="http://schemas.openxmlformats.org/drawingml/2006/main">
            <a:off x="5867400" y="3295650"/>
            <a:ext cx="228600" cy="953"/>
          </a:xfrm>
          <a:custGeom xmlns:a="http://schemas.openxmlformats.org/drawingml/2006/main">
            <a:pathLst>
              <a:path w="228600" h="953">
                <a:moveTo>
                  <a:pt x="0" y="0"/>
                </a:moveTo>
                <a:lnTo>
                  <a:pt x="228600" y="0"/>
                </a:lnTo>
              </a:path>
            </a:pathLst>
          </a:custGeom>
          <a:noFill xmlns:a="http://schemas.openxmlformats.org/drawingml/2006/main"/>
          <a:ln xmlns:a="http://schemas.openxmlformats.org/drawingml/2006/main" w="19050">
            <a:solidFill>
              <a:srgbClr val="5F6B77"/>
            </a:solidFill>
            <a:prstDash val="solid"/>
          </a:ln>
        </p:spPr>
      </p:sp>
      <p:sp>
        <p:nvSpPr>
          <p:cNvPr id="26" name="dp43-background / n23 / arrow">
            <a:extLst xmlns:a="http://schemas.openxmlformats.org/drawingml/2006/main">
              <a:ext uri="{FF2B5EF4-FFF2-40B4-BE49-F238E27FC236}">
                <a16:creationId xmlns:a16="http://schemas.microsoft.com/office/drawing/2014/main" id="{539B802B-D53E-4EA2-8AA2-7D73DB8E7884}"/>
              </a:ext>
            </a:extLst>
          </p:cNvPr>
          <p:cNvSpPr>
            <a:spLocks xmlns:a="http://schemas.openxmlformats.org/drawingml/2006/main" noGrp="1"/>
          </p:cNvSpPr>
          <p:nvPr/>
        </p:nvSpPr>
        <p:spPr>
          <a:xfrm xmlns:a="http://schemas.openxmlformats.org/drawingml/2006/main">
            <a:off x="5974080" y="323469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5F6B77"/>
            </a:solidFill>
            <a:prstDash val="solid"/>
          </a:ln>
        </p:spPr>
      </p:sp>
      <p:sp>
        <p:nvSpPr>
          <p:cNvPr id="27" name="dp43-background / n24">
            <a:extLst xmlns:a="http://schemas.openxmlformats.org/drawingml/2006/main">
              <a:ext uri="{FF2B5EF4-FFF2-40B4-BE49-F238E27FC236}">
                <a16:creationId xmlns:a16="http://schemas.microsoft.com/office/drawing/2014/main" id="{FFB6FA70-F806-488A-98C9-1E2C3638DA4C}"/>
              </a:ext>
            </a:extLst>
          </p:cNvPr>
          <p:cNvSpPr>
            <a:spLocks xmlns:a="http://schemas.openxmlformats.org/drawingml/2006/main" noGrp="1"/>
          </p:cNvSpPr>
          <p:nvPr/>
        </p:nvSpPr>
        <p:spPr>
          <a:xfrm xmlns:a="http://schemas.openxmlformats.org/drawingml/2006/main">
            <a:off x="609600" y="4533900"/>
            <a:ext cx="2857500" cy="1943100"/>
          </a:xfrm>
          <a:custGeom xmlns:a="http://schemas.openxmlformats.org/drawingml/2006/main">
            <a:pathLst>
              <a:path w="2857500" h="1943100">
                <a:moveTo>
                  <a:pt x="0" y="0"/>
                </a:moveTo>
                <a:lnTo>
                  <a:pt x="2686050" y="0"/>
                </a:lnTo>
                <a:lnTo>
                  <a:pt x="2857500" y="171450"/>
                </a:lnTo>
                <a:lnTo>
                  <a:pt x="2857500" y="1943100"/>
                </a:lnTo>
                <a:lnTo>
                  <a:pt x="0" y="1943100"/>
                </a:lnTo>
                <a:close/>
              </a:path>
            </a:pathLst>
          </a:custGeom>
          <a:solidFill xmlns:a="http://schemas.openxmlformats.org/drawingml/2006/main">
            <a:srgbClr val="F3F7F7"/>
          </a:solidFill>
          <a:ln xmlns:a="http://schemas.openxmlformats.org/drawingml/2006/main" w="16193">
            <a:solidFill>
              <a:srgbClr val="CDD6DE"/>
            </a:solidFill>
            <a:prstDash val="solid"/>
          </a:ln>
        </p:spPr>
      </p:sp>
      <p:sp>
        <p:nvSpPr>
          <p:cNvPr id="28" name="dp43-background / n24 / fold">
            <a:extLst xmlns:a="http://schemas.openxmlformats.org/drawingml/2006/main">
              <a:ext uri="{FF2B5EF4-FFF2-40B4-BE49-F238E27FC236}">
                <a16:creationId xmlns:a16="http://schemas.microsoft.com/office/drawing/2014/main" id="{CB957DAD-9E8F-4592-99A4-EEC1805314EA}"/>
              </a:ext>
            </a:extLst>
          </p:cNvPr>
          <p:cNvSpPr>
            <a:spLocks xmlns:a="http://schemas.openxmlformats.org/drawingml/2006/main" noGrp="1"/>
          </p:cNvSpPr>
          <p:nvPr/>
        </p:nvSpPr>
        <p:spPr>
          <a:xfrm xmlns:a="http://schemas.openxmlformats.org/drawingml/2006/main">
            <a:off x="3295650" y="45339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16193">
            <a:solidFill>
              <a:srgbClr val="CDD6DE"/>
            </a:solidFill>
            <a:prstDash val="solid"/>
          </a:ln>
        </p:spPr>
      </p:sp>
      <p:sp>
        <p:nvSpPr>
          <p:cNvPr id="29" name="dp43-background / n25 / text 1">
            <a:extLst xmlns:a="http://schemas.openxmlformats.org/drawingml/2006/main">
              <a:ext uri="{FF2B5EF4-FFF2-40B4-BE49-F238E27FC236}">
                <a16:creationId xmlns:a16="http://schemas.microsoft.com/office/drawing/2014/main" id="{932638EA-2722-47B5-B7B5-CAA65A4A72DF}"/>
              </a:ext>
            </a:extLst>
          </p:cNvPr>
          <p:cNvSpPr>
            <a:spLocks xmlns:a="http://schemas.openxmlformats.org/drawingml/2006/main" noGrp="1"/>
          </p:cNvSpPr>
          <p:nvPr/>
        </p:nvSpPr>
        <p:spPr>
          <a:xfrm xmlns:a="http://schemas.openxmlformats.org/drawingml/2006/main">
            <a:off x="762000" y="4657725"/>
            <a:ext cx="247650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보고서 Task</a:t>
            </a:r>
          </a:p>
        </p:txBody>
      </p:sp>
      <p:sp>
        <p:nvSpPr>
          <p:cNvPr id="30" name="dp43-background / n26 / text 1">
            <a:extLst xmlns:a="http://schemas.openxmlformats.org/drawingml/2006/main">
              <a:ext uri="{FF2B5EF4-FFF2-40B4-BE49-F238E27FC236}">
                <a16:creationId xmlns:a16="http://schemas.microsoft.com/office/drawing/2014/main" id="{5327D118-9809-4A63-9A09-698F6D086F49}"/>
              </a:ext>
            </a:extLst>
          </p:cNvPr>
          <p:cNvSpPr>
            <a:spLocks xmlns:a="http://schemas.openxmlformats.org/drawingml/2006/main" noGrp="1"/>
          </p:cNvSpPr>
          <p:nvPr/>
        </p:nvSpPr>
        <p:spPr>
          <a:xfrm xmlns:a="http://schemas.openxmlformats.org/drawingml/2006/main">
            <a:off x="800100" y="5114925"/>
            <a:ext cx="2476500" cy="4005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087E8B"/>
                </a:solidFill>
                <a:latin typeface="Apple SD Gothic Neo"/>
                <a:ea typeface="Apple SD Gothic Neo"/>
                <a:cs typeface="Apple SD Gothic Neo"/>
              </a:defRPr>
            </a:pPr>
            <a:r>
              <a:rPr sz="2175" b="1">
                <a:solidFill>
                  <a:srgbClr val="087E8B"/>
                </a:solidFill>
                <a:latin typeface="Apple SD Gothic Neo"/>
                <a:ea typeface="Apple SD Gothic Neo"/>
                <a:cs typeface="Apple SD Gothic Neo"/>
              </a:rPr>
              <a:t>PDF 조건 유지</a:t>
            </a:r>
          </a:p>
        </p:txBody>
      </p:sp>
      <p:sp>
        <p:nvSpPr>
          <p:cNvPr id="31" name="dp43-background / n27 / text 1">
            <a:extLst xmlns:a="http://schemas.openxmlformats.org/drawingml/2006/main">
              <a:ext uri="{FF2B5EF4-FFF2-40B4-BE49-F238E27FC236}">
                <a16:creationId xmlns:a16="http://schemas.microsoft.com/office/drawing/2014/main" id="{B4EAED37-18E2-47F7-8A11-42BAD024C9A1}"/>
              </a:ext>
            </a:extLst>
          </p:cNvPr>
          <p:cNvSpPr>
            <a:spLocks xmlns:a="http://schemas.openxmlformats.org/drawingml/2006/main" noGrp="1"/>
          </p:cNvSpPr>
          <p:nvPr/>
        </p:nvSpPr>
        <p:spPr>
          <a:xfrm xmlns:a="http://schemas.openxmlformats.org/drawingml/2006/main">
            <a:off x="800100" y="5753100"/>
            <a:ext cx="24765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결과 / 결론과 표</a:t>
            </a:r>
          </a:p>
        </p:txBody>
      </p:sp>
      <p:sp>
        <p:nvSpPr>
          <p:cNvPr id="32" name="dp43-background / n28">
            <a:extLst xmlns:a="http://schemas.openxmlformats.org/drawingml/2006/main">
              <a:ext uri="{FF2B5EF4-FFF2-40B4-BE49-F238E27FC236}">
                <a16:creationId xmlns:a16="http://schemas.microsoft.com/office/drawing/2014/main" id="{D3F59ECD-E251-4934-BFA3-764A10B74C56}"/>
              </a:ext>
            </a:extLst>
          </p:cNvPr>
          <p:cNvSpPr>
            <a:spLocks xmlns:a="http://schemas.openxmlformats.org/drawingml/2006/main" noGrp="1"/>
          </p:cNvSpPr>
          <p:nvPr/>
        </p:nvSpPr>
        <p:spPr>
          <a:xfrm xmlns:a="http://schemas.openxmlformats.org/drawingml/2006/main">
            <a:off x="7162800" y="4533900"/>
            <a:ext cx="4019550" cy="1943100"/>
          </a:xfrm>
          <a:custGeom xmlns:a="http://schemas.openxmlformats.org/drawingml/2006/main">
            <a:pathLst>
              <a:path w="4019550" h="1943100">
                <a:moveTo>
                  <a:pt x="0" y="0"/>
                </a:moveTo>
                <a:lnTo>
                  <a:pt x="3848100" y="0"/>
                </a:lnTo>
                <a:lnTo>
                  <a:pt x="4019550" y="171450"/>
                </a:lnTo>
                <a:lnTo>
                  <a:pt x="4019550" y="1943100"/>
                </a:lnTo>
                <a:lnTo>
                  <a:pt x="0" y="1943100"/>
                </a:lnTo>
                <a:close/>
              </a:path>
            </a:pathLst>
          </a:custGeom>
          <a:solidFill xmlns:a="http://schemas.openxmlformats.org/drawingml/2006/main">
            <a:srgbClr val="F3F6FA"/>
          </a:solidFill>
          <a:ln xmlns:a="http://schemas.openxmlformats.org/drawingml/2006/main" w="16193">
            <a:solidFill>
              <a:srgbClr val="CDD6DE"/>
            </a:solidFill>
            <a:prstDash val="solid"/>
          </a:ln>
        </p:spPr>
      </p:sp>
      <p:sp>
        <p:nvSpPr>
          <p:cNvPr id="33" name="dp43-background / n28 / fold">
            <a:extLst xmlns:a="http://schemas.openxmlformats.org/drawingml/2006/main">
              <a:ext uri="{FF2B5EF4-FFF2-40B4-BE49-F238E27FC236}">
                <a16:creationId xmlns:a16="http://schemas.microsoft.com/office/drawing/2014/main" id="{1D625921-1A78-49A2-BAAC-317F21216D9E}"/>
              </a:ext>
            </a:extLst>
          </p:cNvPr>
          <p:cNvSpPr>
            <a:spLocks xmlns:a="http://schemas.openxmlformats.org/drawingml/2006/main" noGrp="1"/>
          </p:cNvSpPr>
          <p:nvPr/>
        </p:nvSpPr>
        <p:spPr>
          <a:xfrm xmlns:a="http://schemas.openxmlformats.org/drawingml/2006/main">
            <a:off x="11010900" y="45339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16193">
            <a:solidFill>
              <a:srgbClr val="CDD6DE"/>
            </a:solidFill>
            <a:prstDash val="solid"/>
          </a:ln>
        </p:spPr>
      </p:sp>
      <p:sp>
        <p:nvSpPr>
          <p:cNvPr id="34" name="dp43-background / n29 / text 1">
            <a:extLst xmlns:a="http://schemas.openxmlformats.org/drawingml/2006/main">
              <a:ext uri="{FF2B5EF4-FFF2-40B4-BE49-F238E27FC236}">
                <a16:creationId xmlns:a16="http://schemas.microsoft.com/office/drawing/2014/main" id="{54115012-186D-425B-A2DD-E1CE6EF3840E}"/>
              </a:ext>
            </a:extLst>
          </p:cNvPr>
          <p:cNvSpPr>
            <a:spLocks xmlns:a="http://schemas.openxmlformats.org/drawingml/2006/main" noGrp="1"/>
          </p:cNvSpPr>
          <p:nvPr/>
        </p:nvSpPr>
        <p:spPr>
          <a:xfrm xmlns:a="http://schemas.openxmlformats.org/drawingml/2006/main">
            <a:off x="7315200" y="4657725"/>
            <a:ext cx="36385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메일 초안 Task</a:t>
            </a:r>
          </a:p>
        </p:txBody>
      </p:sp>
      <p:sp>
        <p:nvSpPr>
          <p:cNvPr id="35" name="dp43-background / n30 / text 1">
            <a:extLst xmlns:a="http://schemas.openxmlformats.org/drawingml/2006/main">
              <a:ext uri="{FF2B5EF4-FFF2-40B4-BE49-F238E27FC236}">
                <a16:creationId xmlns:a16="http://schemas.microsoft.com/office/drawing/2014/main" id="{524ECCFD-09D6-4FBE-9D42-55F68647921D}"/>
              </a:ext>
            </a:extLst>
          </p:cNvPr>
          <p:cNvSpPr>
            <a:spLocks xmlns:a="http://schemas.openxmlformats.org/drawingml/2006/main" noGrp="1"/>
          </p:cNvSpPr>
          <p:nvPr/>
        </p:nvSpPr>
        <p:spPr>
          <a:xfrm xmlns:a="http://schemas.openxmlformats.org/drawingml/2006/main">
            <a:off x="7353300" y="5114925"/>
            <a:ext cx="36385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기존 / 보고서 결론</a:t>
            </a:r>
          </a:p>
        </p:txBody>
      </p:sp>
      <p:sp>
        <p:nvSpPr>
          <p:cNvPr id="36" name="dp43-background / n31 / path">
            <a:extLst xmlns:a="http://schemas.openxmlformats.org/drawingml/2006/main">
              <a:ext uri="{FF2B5EF4-FFF2-40B4-BE49-F238E27FC236}">
                <a16:creationId xmlns:a16="http://schemas.microsoft.com/office/drawing/2014/main" id="{67969977-D7C2-424C-AB73-B0C7475296EC}"/>
              </a:ext>
            </a:extLst>
          </p:cNvPr>
          <p:cNvSpPr>
            <a:spLocks xmlns:a="http://schemas.openxmlformats.org/drawingml/2006/main" noGrp="1"/>
          </p:cNvSpPr>
          <p:nvPr/>
        </p:nvSpPr>
        <p:spPr>
          <a:xfrm xmlns:a="http://schemas.openxmlformats.org/drawingml/2006/main">
            <a:off x="8124825" y="5267325"/>
            <a:ext cx="1666875" cy="953"/>
          </a:xfrm>
          <a:custGeom xmlns:a="http://schemas.openxmlformats.org/drawingml/2006/main">
            <a:pathLst>
              <a:path w="1666875" h="953">
                <a:moveTo>
                  <a:pt x="0" y="0"/>
                </a:moveTo>
                <a:lnTo>
                  <a:pt x="1666875" y="0"/>
                </a:lnTo>
              </a:path>
            </a:pathLst>
          </a:custGeom>
          <a:noFill xmlns:a="http://schemas.openxmlformats.org/drawingml/2006/main"/>
          <a:ln xmlns:a="http://schemas.openxmlformats.org/drawingml/2006/main" w="19050">
            <a:solidFill>
              <a:srgbClr val="B63732"/>
            </a:solidFill>
            <a:prstDash val="solid"/>
          </a:ln>
        </p:spPr>
      </p:sp>
      <p:sp>
        <p:nvSpPr>
          <p:cNvPr id="37" name="dp43-background / n32 / text 1">
            <a:extLst xmlns:a="http://schemas.openxmlformats.org/drawingml/2006/main">
              <a:ext uri="{FF2B5EF4-FFF2-40B4-BE49-F238E27FC236}">
                <a16:creationId xmlns:a16="http://schemas.microsoft.com/office/drawing/2014/main" id="{16731498-9CE8-4E6A-8ED3-4B949137F83A}"/>
              </a:ext>
            </a:extLst>
          </p:cNvPr>
          <p:cNvSpPr>
            <a:spLocks xmlns:a="http://schemas.openxmlformats.org/drawingml/2006/main" noGrp="1"/>
          </p:cNvSpPr>
          <p:nvPr/>
        </p:nvSpPr>
        <p:spPr>
          <a:xfrm xmlns:a="http://schemas.openxmlformats.org/drawingml/2006/main">
            <a:off x="7353300" y="5762625"/>
            <a:ext cx="36385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087E8B"/>
                </a:solidFill>
                <a:latin typeface="Apple SD Gothic Neo"/>
                <a:ea typeface="Apple SD Gothic Neo"/>
                <a:cs typeface="Apple SD Gothic Neo"/>
              </a:defRPr>
            </a:pPr>
            <a:r>
              <a:rPr sz="2100" b="1">
                <a:solidFill>
                  <a:srgbClr val="087E8B"/>
                </a:solidFill>
                <a:latin typeface="Apple SD Gothic Neo"/>
                <a:ea typeface="Apple SD Gothic Neo"/>
                <a:cs typeface="Apple SD Gothic Neo"/>
              </a:rPr>
              <a:t>같은 보고서의 표만 사용</a:t>
            </a:r>
          </a:p>
        </p:txBody>
      </p:sp>
      <p:sp>
        <p:nvSpPr>
          <p:cNvPr id="38" name="dp43-background / n33 / path">
            <a:extLst xmlns:a="http://schemas.openxmlformats.org/drawingml/2006/main">
              <a:ext uri="{FF2B5EF4-FFF2-40B4-BE49-F238E27FC236}">
                <a16:creationId xmlns:a16="http://schemas.microsoft.com/office/drawing/2014/main" id="{49614C8F-3B3F-43E0-8F23-4B7F419837DC}"/>
              </a:ext>
            </a:extLst>
          </p:cNvPr>
          <p:cNvSpPr>
            <a:spLocks xmlns:a="http://schemas.openxmlformats.org/drawingml/2006/main" noGrp="1"/>
          </p:cNvSpPr>
          <p:nvPr/>
        </p:nvSpPr>
        <p:spPr>
          <a:xfrm xmlns:a="http://schemas.openxmlformats.org/drawingml/2006/main">
            <a:off x="3619500" y="5505450"/>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28575">
            <a:solidFill>
              <a:srgbClr val="087E8B"/>
            </a:solidFill>
            <a:prstDash val="solid"/>
          </a:ln>
        </p:spPr>
      </p:sp>
      <p:sp>
        <p:nvSpPr>
          <p:cNvPr id="39" name="dp43-background / n33 / arrow">
            <a:extLst xmlns:a="http://schemas.openxmlformats.org/drawingml/2006/main">
              <a:ext uri="{FF2B5EF4-FFF2-40B4-BE49-F238E27FC236}">
                <a16:creationId xmlns:a16="http://schemas.microsoft.com/office/drawing/2014/main" id="{F7C8D706-7038-464B-9232-6E422F84C054}"/>
              </a:ext>
            </a:extLst>
          </p:cNvPr>
          <p:cNvSpPr>
            <a:spLocks xmlns:a="http://schemas.openxmlformats.org/drawingml/2006/main" noGrp="1"/>
          </p:cNvSpPr>
          <p:nvPr/>
        </p:nvSpPr>
        <p:spPr>
          <a:xfrm xmlns:a="http://schemas.openxmlformats.org/drawingml/2006/main">
            <a:off x="6770370" y="5414010"/>
            <a:ext cx="182880" cy="182880"/>
          </a:xfrm>
          <a:custGeom xmlns:a="http://schemas.openxmlformats.org/drawingml/2006/main">
            <a:pathLst>
              <a:path w="182880" h="182880">
                <a:moveTo>
                  <a:pt x="0" y="182880"/>
                </a:moveTo>
                <a:lnTo>
                  <a:pt x="182880" y="91440"/>
                </a:lnTo>
                <a:lnTo>
                  <a:pt x="0" y="0"/>
                </a:lnTo>
              </a:path>
            </a:pathLst>
          </a:custGeom>
          <a:noFill xmlns:a="http://schemas.openxmlformats.org/drawingml/2006/main"/>
          <a:ln xmlns:a="http://schemas.openxmlformats.org/drawingml/2006/main" w="36576">
            <a:solidFill>
              <a:srgbClr val="087E8B"/>
            </a:solidFill>
            <a:prstDash val="solid"/>
          </a:ln>
        </p:spPr>
      </p:sp>
      <p:sp>
        <p:nvSpPr>
          <p:cNvPr id="40" name="dp43-background / n34 / text 1">
            <a:extLst xmlns:a="http://schemas.openxmlformats.org/drawingml/2006/main">
              <a:ext uri="{FF2B5EF4-FFF2-40B4-BE49-F238E27FC236}">
                <a16:creationId xmlns:a16="http://schemas.microsoft.com/office/drawing/2014/main" id="{16074B11-AD86-4E4E-913D-96CF42FA0AB6}"/>
              </a:ext>
            </a:extLst>
          </p:cNvPr>
          <p:cNvSpPr>
            <a:spLocks xmlns:a="http://schemas.openxmlformats.org/drawingml/2006/main" noGrp="1"/>
          </p:cNvSpPr>
          <p:nvPr/>
        </p:nvSpPr>
        <p:spPr>
          <a:xfrm xmlns:a="http://schemas.openxmlformats.org/drawingml/2006/main">
            <a:off x="3800475" y="4714875"/>
            <a:ext cx="30670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B63732"/>
                </a:solidFill>
                <a:latin typeface="Apple SD Gothic Neo"/>
                <a:ea typeface="Apple SD Gothic Neo"/>
                <a:cs typeface="Apple SD Gothic Neo"/>
              </a:defRPr>
            </a:pPr>
            <a:r>
              <a:rPr sz="1800" b="1">
                <a:solidFill>
                  <a:srgbClr val="B63732"/>
                </a:solidFill>
                <a:latin typeface="Apple SD Gothic Neo"/>
                <a:ea typeface="Apple SD Gothic Neo"/>
                <a:cs typeface="Apple SD Gothic Neo"/>
              </a:rPr>
              <a:t>메일의 보고서 참조 변경</a:t>
            </a:r>
          </a:p>
        </p:txBody>
      </p:sp>
      <p:sp>
        <p:nvSpPr>
          <p:cNvPr id="41" name="dp43-background / n35 / text 1">
            <a:extLst xmlns:a="http://schemas.openxmlformats.org/drawingml/2006/main">
              <a:ext uri="{FF2B5EF4-FFF2-40B4-BE49-F238E27FC236}">
                <a16:creationId xmlns:a16="http://schemas.microsoft.com/office/drawing/2014/main" id="{13DB03C1-1EEB-42BE-AF15-CAB9D6C066DA}"/>
              </a:ext>
            </a:extLst>
          </p:cNvPr>
          <p:cNvSpPr>
            <a:spLocks xmlns:a="http://schemas.openxmlformats.org/drawingml/2006/main" noGrp="1"/>
          </p:cNvSpPr>
          <p:nvPr/>
        </p:nvSpPr>
        <p:spPr>
          <a:xfrm xmlns:a="http://schemas.openxmlformats.org/drawingml/2006/main">
            <a:off x="3800475" y="5962650"/>
            <a:ext cx="30670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보고서 결과 준비 후 사용</a:t>
            </a:r>
          </a:p>
        </p:txBody>
      </p:sp>
      <p:sp>
        <p:nvSpPr>
          <p:cNvPr id="42" name="dp43-background / n36 / text 1">
            <a:extLst xmlns:a="http://schemas.openxmlformats.org/drawingml/2006/main">
              <a:ext uri="{FF2B5EF4-FFF2-40B4-BE49-F238E27FC236}">
                <a16:creationId xmlns:a16="http://schemas.microsoft.com/office/drawing/2014/main" id="{11C34C11-98B0-4F8E-BCFB-CDBE5EFC115E}"/>
              </a:ext>
            </a:extLst>
          </p:cNvPr>
          <p:cNvSpPr>
            <a:spLocks xmlns:a="http://schemas.openxmlformats.org/drawingml/2006/main" noGrp="1"/>
          </p:cNvSpPr>
          <p:nvPr/>
        </p:nvSpPr>
        <p:spPr>
          <a:xfrm xmlns:a="http://schemas.openxmlformats.org/drawingml/2006/main">
            <a:off x="609600" y="6858000"/>
            <a:ext cx="10572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정정 시 함께 맞춰야 할 판단</a:t>
            </a:r>
          </a:p>
        </p:txBody>
      </p:sp>
      <p:sp>
        <p:nvSpPr>
          <p:cNvPr id="43" name="dp43-background / n37 / text 1">
            <a:extLst xmlns:a="http://schemas.openxmlformats.org/drawingml/2006/main">
              <a:ext uri="{FF2B5EF4-FFF2-40B4-BE49-F238E27FC236}">
                <a16:creationId xmlns:a16="http://schemas.microsoft.com/office/drawing/2014/main" id="{723C7412-9D92-45CD-9839-0CF685AEF7EC}"/>
              </a:ext>
            </a:extLst>
          </p:cNvPr>
          <p:cNvSpPr>
            <a:spLocks xmlns:a="http://schemas.openxmlformats.org/drawingml/2006/main" noGrp="1"/>
          </p:cNvSpPr>
          <p:nvPr/>
        </p:nvSpPr>
        <p:spPr>
          <a:xfrm xmlns:a="http://schemas.openxmlformats.org/drawingml/2006/main">
            <a:off x="762000" y="7267575"/>
            <a:ext cx="29527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Referent</a:t>
            </a:r>
          </a:p>
        </p:txBody>
      </p:sp>
      <p:sp>
        <p:nvSpPr>
          <p:cNvPr id="44" name="dp43-background / n38 / text 1">
            <a:extLst xmlns:a="http://schemas.openxmlformats.org/drawingml/2006/main">
              <a:ext uri="{FF2B5EF4-FFF2-40B4-BE49-F238E27FC236}">
                <a16:creationId xmlns:a16="http://schemas.microsoft.com/office/drawing/2014/main" id="{4E3F62EB-6C51-4CFC-8281-748ACB3D28DD}"/>
              </a:ext>
            </a:extLst>
          </p:cNvPr>
          <p:cNvSpPr>
            <a:spLocks xmlns:a="http://schemas.openxmlformats.org/drawingml/2006/main" noGrp="1"/>
          </p:cNvSpPr>
          <p:nvPr/>
        </p:nvSpPr>
        <p:spPr>
          <a:xfrm xmlns:a="http://schemas.openxmlformats.org/drawingml/2006/main">
            <a:off x="762000" y="7658100"/>
            <a:ext cx="29527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같은 보고서의 표</a:t>
            </a:r>
          </a:p>
        </p:txBody>
      </p:sp>
      <p:sp>
        <p:nvSpPr>
          <p:cNvPr id="45" name="dp43-background / n39 / text 1">
            <a:extLst xmlns:a="http://schemas.openxmlformats.org/drawingml/2006/main">
              <a:ext uri="{FF2B5EF4-FFF2-40B4-BE49-F238E27FC236}">
                <a16:creationId xmlns:a16="http://schemas.microsoft.com/office/drawing/2014/main" id="{3F445319-03DD-4638-A65A-D9A6D9DA1EB1}"/>
              </a:ext>
            </a:extLst>
          </p:cNvPr>
          <p:cNvSpPr>
            <a:spLocks xmlns:a="http://schemas.openxmlformats.org/drawingml/2006/main" noGrp="1"/>
          </p:cNvSpPr>
          <p:nvPr/>
        </p:nvSpPr>
        <p:spPr>
          <a:xfrm xmlns:a="http://schemas.openxmlformats.org/drawingml/2006/main">
            <a:off x="4419600" y="7267575"/>
            <a:ext cx="29527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Task Association</a:t>
            </a:r>
          </a:p>
        </p:txBody>
      </p:sp>
      <p:sp>
        <p:nvSpPr>
          <p:cNvPr id="46" name="dp43-background / n40 / text 1">
            <a:extLst xmlns:a="http://schemas.openxmlformats.org/drawingml/2006/main">
              <a:ext uri="{FF2B5EF4-FFF2-40B4-BE49-F238E27FC236}">
                <a16:creationId xmlns:a16="http://schemas.microsoft.com/office/drawing/2014/main" id="{E292942B-9150-49BD-AE66-C73845266A32}"/>
              </a:ext>
            </a:extLst>
          </p:cNvPr>
          <p:cNvSpPr>
            <a:spLocks xmlns:a="http://schemas.openxmlformats.org/drawingml/2006/main" noGrp="1"/>
          </p:cNvSpPr>
          <p:nvPr/>
        </p:nvSpPr>
        <p:spPr>
          <a:xfrm xmlns:a="http://schemas.openxmlformats.org/drawingml/2006/main">
            <a:off x="4419600" y="7658100"/>
            <a:ext cx="29527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메일 초안 Task</a:t>
            </a:r>
          </a:p>
        </p:txBody>
      </p:sp>
      <p:sp>
        <p:nvSpPr>
          <p:cNvPr id="47" name="dp43-background / n41 / text 1">
            <a:extLst xmlns:a="http://schemas.openxmlformats.org/drawingml/2006/main">
              <a:ext uri="{FF2B5EF4-FFF2-40B4-BE49-F238E27FC236}">
                <a16:creationId xmlns:a16="http://schemas.microsoft.com/office/drawing/2014/main" id="{8E951E91-4B68-4570-B0D2-8DC2A4CE1F90}"/>
              </a:ext>
            </a:extLst>
          </p:cNvPr>
          <p:cNvSpPr>
            <a:spLocks xmlns:a="http://schemas.openxmlformats.org/drawingml/2006/main" noGrp="1"/>
          </p:cNvSpPr>
          <p:nvPr/>
        </p:nvSpPr>
        <p:spPr>
          <a:xfrm xmlns:a="http://schemas.openxmlformats.org/drawingml/2006/main">
            <a:off x="8077200" y="7267575"/>
            <a:ext cx="29527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정정 범위</a:t>
            </a:r>
          </a:p>
        </p:txBody>
      </p:sp>
      <p:sp>
        <p:nvSpPr>
          <p:cNvPr id="48" name="dp43-background / n42 / text 1">
            <a:extLst xmlns:a="http://schemas.openxmlformats.org/drawingml/2006/main">
              <a:ext uri="{FF2B5EF4-FFF2-40B4-BE49-F238E27FC236}">
                <a16:creationId xmlns:a16="http://schemas.microsoft.com/office/drawing/2014/main" id="{74CEB6B7-FA85-4E97-AD67-EE59E3666B02}"/>
              </a:ext>
            </a:extLst>
          </p:cNvPr>
          <p:cNvSpPr>
            <a:spLocks xmlns:a="http://schemas.openxmlformats.org/drawingml/2006/main" noGrp="1"/>
          </p:cNvSpPr>
          <p:nvPr/>
        </p:nvSpPr>
        <p:spPr>
          <a:xfrm xmlns:a="http://schemas.openxmlformats.org/drawingml/2006/main">
            <a:off x="8077200" y="7658100"/>
            <a:ext cx="29527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메일 내용만 교체</a:t>
            </a:r>
          </a:p>
        </p:txBody>
      </p:sp>
      <p:sp>
        <p:nvSpPr>
          <p:cNvPr id="49" name="dp43-background / n43 / path">
            <a:extLst xmlns:a="http://schemas.openxmlformats.org/drawingml/2006/main">
              <a:ext uri="{FF2B5EF4-FFF2-40B4-BE49-F238E27FC236}">
                <a16:creationId xmlns:a16="http://schemas.microsoft.com/office/drawing/2014/main" id="{3D2DC769-2EDA-4633-92E5-D3B5BA66C816}"/>
              </a:ext>
            </a:extLst>
          </p:cNvPr>
          <p:cNvSpPr>
            <a:spLocks xmlns:a="http://schemas.openxmlformats.org/drawingml/2006/main" noGrp="1"/>
          </p:cNvSpPr>
          <p:nvPr/>
        </p:nvSpPr>
        <p:spPr>
          <a:xfrm xmlns:a="http://schemas.openxmlformats.org/drawingml/2006/main">
            <a:off x="3714750" y="7800975"/>
            <a:ext cx="419100" cy="953"/>
          </a:xfrm>
          <a:custGeom xmlns:a="http://schemas.openxmlformats.org/drawingml/2006/main">
            <a:pathLst>
              <a:path w="419100" h="953">
                <a:moveTo>
                  <a:pt x="0" y="0"/>
                </a:moveTo>
                <a:lnTo>
                  <a:pt x="419100" y="0"/>
                </a:lnTo>
              </a:path>
            </a:pathLst>
          </a:custGeom>
          <a:noFill xmlns:a="http://schemas.openxmlformats.org/drawingml/2006/main"/>
          <a:ln xmlns:a="http://schemas.openxmlformats.org/drawingml/2006/main" w="19050">
            <a:solidFill>
              <a:srgbClr val="CDD6DE"/>
            </a:solidFill>
            <a:prstDash val="solid"/>
          </a:ln>
        </p:spPr>
      </p:sp>
      <p:sp>
        <p:nvSpPr>
          <p:cNvPr id="50" name="dp43-background / n44 / path">
            <a:extLst xmlns:a="http://schemas.openxmlformats.org/drawingml/2006/main">
              <a:ext uri="{FF2B5EF4-FFF2-40B4-BE49-F238E27FC236}">
                <a16:creationId xmlns:a16="http://schemas.microsoft.com/office/drawing/2014/main" id="{7A23F118-AF3F-42D2-BEB6-3F87C984C422}"/>
              </a:ext>
            </a:extLst>
          </p:cNvPr>
          <p:cNvSpPr>
            <a:spLocks xmlns:a="http://schemas.openxmlformats.org/drawingml/2006/main" noGrp="1"/>
          </p:cNvSpPr>
          <p:nvPr/>
        </p:nvSpPr>
        <p:spPr>
          <a:xfrm xmlns:a="http://schemas.openxmlformats.org/drawingml/2006/main">
            <a:off x="7353300" y="7800975"/>
            <a:ext cx="438150" cy="953"/>
          </a:xfrm>
          <a:custGeom xmlns:a="http://schemas.openxmlformats.org/drawingml/2006/main">
            <a:pathLst>
              <a:path w="438150" h="953">
                <a:moveTo>
                  <a:pt x="0" y="0"/>
                </a:moveTo>
                <a:lnTo>
                  <a:pt x="438150" y="0"/>
                </a:lnTo>
              </a:path>
            </a:pathLst>
          </a:custGeom>
          <a:noFill xmlns:a="http://schemas.openxmlformats.org/drawingml/2006/main"/>
          <a:ln xmlns:a="http://schemas.openxmlformats.org/drawingml/2006/main" w="19050">
            <a:solidFill>
              <a:srgbClr val="CDD6DE"/>
            </a:solidFill>
            <a:prstDash val="solid"/>
          </a:ln>
        </p:spPr>
      </p:sp>
      <p:sp>
        <p:nvSpPr>
          <p:cNvPr id="51" name="dp43-background / n45 / text 1">
            <a:extLst xmlns:a="http://schemas.openxmlformats.org/drawingml/2006/main">
              <a:ext uri="{FF2B5EF4-FFF2-40B4-BE49-F238E27FC236}">
                <a16:creationId xmlns:a16="http://schemas.microsoft.com/office/drawing/2014/main" id="{837753B5-08B2-4E26-9229-BA35E30C36C2}"/>
              </a:ext>
            </a:extLst>
          </p:cNvPr>
          <p:cNvSpPr>
            <a:spLocks xmlns:a="http://schemas.openxmlformats.org/drawingml/2006/main" noGrp="1"/>
          </p:cNvSpPr>
          <p:nvPr/>
        </p:nvSpPr>
        <p:spPr>
          <a:xfrm xmlns:a="http://schemas.openxmlformats.org/drawingml/2006/main">
            <a:off x="12001500" y="3381375"/>
            <a:ext cx="56769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의도와 처리 방향</a:t>
            </a:r>
          </a:p>
        </p:txBody>
      </p:sp>
      <p:sp>
        <p:nvSpPr>
          <p:cNvPr id="52" name="dp43-background / n46 / text 1">
            <a:extLst xmlns:a="http://schemas.openxmlformats.org/drawingml/2006/main">
              <a:ext uri="{FF2B5EF4-FFF2-40B4-BE49-F238E27FC236}">
                <a16:creationId xmlns:a16="http://schemas.microsoft.com/office/drawing/2014/main" id="{ED5AF4B3-29B0-4CB5-9498-7B78530848E7}"/>
              </a:ext>
            </a:extLst>
          </p:cNvPr>
          <p:cNvSpPr>
            <a:spLocks xmlns:a="http://schemas.openxmlformats.org/drawingml/2006/main" noGrp="1"/>
          </p:cNvSpPr>
          <p:nvPr/>
        </p:nvSpPr>
        <p:spPr>
          <a:xfrm xmlns:a="http://schemas.openxmlformats.org/drawingml/2006/main">
            <a:off x="12001500" y="3781425"/>
            <a:ext cx="56769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요청 목표와 Delegation 및 자료 대기의 판단</a:t>
            </a:r>
          </a:p>
        </p:txBody>
      </p:sp>
      <p:sp>
        <p:nvSpPr>
          <p:cNvPr id="53" name="dp43-background / n47 / text 1">
            <a:extLst xmlns:a="http://schemas.openxmlformats.org/drawingml/2006/main">
              <a:ext uri="{FF2B5EF4-FFF2-40B4-BE49-F238E27FC236}">
                <a16:creationId xmlns:a16="http://schemas.microsoft.com/office/drawing/2014/main" id="{E9BB46D0-8869-4CA5-8D50-DCB833CD42A9}"/>
              </a:ext>
            </a:extLst>
          </p:cNvPr>
          <p:cNvSpPr>
            <a:spLocks xmlns:a="http://schemas.openxmlformats.org/drawingml/2006/main" noGrp="1"/>
          </p:cNvSpPr>
          <p:nvPr/>
        </p:nvSpPr>
        <p:spPr>
          <a:xfrm xmlns:a="http://schemas.openxmlformats.org/drawingml/2006/main">
            <a:off x="12001500" y="4905375"/>
            <a:ext cx="56769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Referent와 Task Association</a:t>
            </a:r>
          </a:p>
        </p:txBody>
      </p:sp>
      <p:sp>
        <p:nvSpPr>
          <p:cNvPr id="54" name="dp43-background / n48 / text 1">
            <a:extLst xmlns:a="http://schemas.openxmlformats.org/drawingml/2006/main">
              <a:ext uri="{FF2B5EF4-FFF2-40B4-BE49-F238E27FC236}">
                <a16:creationId xmlns:a16="http://schemas.microsoft.com/office/drawing/2014/main" id="{53AECD46-1C02-46BC-8821-DB796A558F65}"/>
              </a:ext>
            </a:extLst>
          </p:cNvPr>
          <p:cNvSpPr>
            <a:spLocks xmlns:a="http://schemas.openxmlformats.org/drawingml/2006/main" noGrp="1"/>
          </p:cNvSpPr>
          <p:nvPr/>
        </p:nvSpPr>
        <p:spPr>
          <a:xfrm xmlns:a="http://schemas.openxmlformats.org/drawingml/2006/main">
            <a:off x="12001500" y="5305425"/>
            <a:ext cx="56769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자료와 관련 Task 및 결과 사용 관계의 일치</a:t>
            </a:r>
          </a:p>
        </p:txBody>
      </p:sp>
      <p:sp>
        <p:nvSpPr>
          <p:cNvPr id="55" name="dp43-background / n49 / text 1">
            <a:extLst xmlns:a="http://schemas.openxmlformats.org/drawingml/2006/main">
              <a:ext uri="{FF2B5EF4-FFF2-40B4-BE49-F238E27FC236}">
                <a16:creationId xmlns:a16="http://schemas.microsoft.com/office/drawing/2014/main" id="{EA9B4516-4CA8-458F-BE0C-F55A6DDCD071}"/>
              </a:ext>
            </a:extLst>
          </p:cNvPr>
          <p:cNvSpPr>
            <a:spLocks xmlns:a="http://schemas.openxmlformats.org/drawingml/2006/main" noGrp="1"/>
          </p:cNvSpPr>
          <p:nvPr/>
        </p:nvSpPr>
        <p:spPr>
          <a:xfrm xmlns:a="http://schemas.openxmlformats.org/drawingml/2006/main">
            <a:off x="12001500" y="6429375"/>
            <a:ext cx="56769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232E"/>
                </a:solidFill>
                <a:latin typeface="Apple SD Gothic Neo"/>
                <a:ea typeface="Apple SD Gothic Neo"/>
                <a:cs typeface="Apple SD Gothic Neo"/>
              </a:defRPr>
            </a:pPr>
            <a:r>
              <a:rPr sz="1800" b="1">
                <a:solidFill>
                  <a:srgbClr val="18232E"/>
                </a:solidFill>
                <a:latin typeface="Apple SD Gothic Neo"/>
                <a:ea typeface="Apple SD Gothic Neo"/>
                <a:cs typeface="Apple SD Gothic Neo"/>
              </a:rPr>
              <a:t>정정 범위와 기존 조건</a:t>
            </a:r>
          </a:p>
        </p:txBody>
      </p:sp>
      <p:sp>
        <p:nvSpPr>
          <p:cNvPr id="56" name="dp43-background / n50 / text 1">
            <a:extLst xmlns:a="http://schemas.openxmlformats.org/drawingml/2006/main">
              <a:ext uri="{FF2B5EF4-FFF2-40B4-BE49-F238E27FC236}">
                <a16:creationId xmlns:a16="http://schemas.microsoft.com/office/drawing/2014/main" id="{3262DD9C-3443-4040-9B93-F7FBA5CF4A2A}"/>
              </a:ext>
            </a:extLst>
          </p:cNvPr>
          <p:cNvSpPr>
            <a:spLocks xmlns:a="http://schemas.openxmlformats.org/drawingml/2006/main" noGrp="1"/>
          </p:cNvSpPr>
          <p:nvPr/>
        </p:nvSpPr>
        <p:spPr>
          <a:xfrm xmlns:a="http://schemas.openxmlformats.org/drawingml/2006/main">
            <a:off x="12001500" y="6829425"/>
            <a:ext cx="56769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F6B77"/>
                </a:solidFill>
                <a:latin typeface="Apple SD Gothic Neo"/>
                <a:ea typeface="Apple SD Gothic Neo"/>
                <a:cs typeface="Apple SD Gothic Neo"/>
              </a:defRPr>
            </a:pPr>
            <a:r>
              <a:rPr sz="1725" b="0">
                <a:solidFill>
                  <a:srgbClr val="5F6B77"/>
                </a:solidFill>
                <a:latin typeface="Apple SD Gothic Neo"/>
                <a:ea typeface="Apple SD Gothic Neo"/>
                <a:cs typeface="Apple SD Gothic Neo"/>
              </a:rPr>
              <a:t>메일 내용만 교체하고 PDF 조건 유지</a:t>
            </a:r>
          </a:p>
        </p:txBody>
      </p:sp>
    </p:spTree>
    <p:extLst>
      <p:ext uri="{BB962C8B-B14F-4D97-AF65-F5344CB8AC3E}">
        <p14:creationId xmlns:p14="http://schemas.microsoft.com/office/powerpoint/2010/main" val="5885508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7" name="dp43-comparison / n1">
            <a:extLst xmlns:a="http://schemas.openxmlformats.org/drawingml/2006/main">
              <a:ext uri="{FF2B5EF4-FFF2-40B4-BE49-F238E27FC236}">
                <a16:creationId xmlns:a16="http://schemas.microsoft.com/office/drawing/2014/main" id="{539C452D-04D3-44D7-A9E4-1FC19FA7033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3-comparison / n2 / text 1">
            <a:extLst xmlns:a="http://schemas.openxmlformats.org/drawingml/2006/main">
              <a:ext uri="{FF2B5EF4-FFF2-40B4-BE49-F238E27FC236}">
                <a16:creationId xmlns:a16="http://schemas.microsoft.com/office/drawing/2014/main" id="{1AF511D2-734C-4FF3-95FF-37DE60BCDE82}"/>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3-comparison / n3 / text 1">
            <a:extLst xmlns:a="http://schemas.openxmlformats.org/drawingml/2006/main">
              <a:ext uri="{FF2B5EF4-FFF2-40B4-BE49-F238E27FC236}">
                <a16:creationId xmlns:a16="http://schemas.microsoft.com/office/drawing/2014/main" id="{18041859-E2D9-438C-95BF-A4AE043DFBD5}"/>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3-comparison / n4 / text 1">
            <a:extLst xmlns:a="http://schemas.openxmlformats.org/drawingml/2006/main">
              <a:ext uri="{FF2B5EF4-FFF2-40B4-BE49-F238E27FC236}">
                <a16:creationId xmlns:a16="http://schemas.microsoft.com/office/drawing/2014/main" id="{8541CF34-7C33-45EA-BE8B-E2C8E3E82B48}"/>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04-43. 기능 정확성을 위한 VIA Request 의미 판단 설계</a:t>
            </a:r>
          </a:p>
        </p:txBody>
      </p:sp>
      <p:sp>
        <p:nvSpPr>
          <p:cNvPr id="5" name="dp43-comparison / n5 / path">
            <a:extLst xmlns:a="http://schemas.openxmlformats.org/drawingml/2006/main">
              <a:ext uri="{FF2B5EF4-FFF2-40B4-BE49-F238E27FC236}">
                <a16:creationId xmlns:a16="http://schemas.microsoft.com/office/drawing/2014/main" id="{BA783C28-D448-44F6-9777-7D4817CA8251}"/>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3-comparison / n6 / text 1">
            <a:extLst xmlns:a="http://schemas.openxmlformats.org/drawingml/2006/main">
              <a:ext uri="{FF2B5EF4-FFF2-40B4-BE49-F238E27FC236}">
                <a16:creationId xmlns:a16="http://schemas.microsoft.com/office/drawing/2014/main" id="{EAB8D128-1AA1-470E-B640-7B6EBB1C71F8}"/>
              </a:ext>
            </a:extLst>
          </p:cNvPr>
          <p:cNvSpPr>
            <a:spLocks xmlns:a="http://schemas.openxmlformats.org/drawingml/2006/main" noGrp="1"/>
          </p:cNvSpPr>
          <p:nvPr/>
        </p:nvSpPr>
        <p:spPr>
          <a:xfrm xmlns:a="http://schemas.openxmlformats.org/drawingml/2006/main">
            <a:off x="381000" y="1352550"/>
            <a:ext cx="145732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“보고서는 PDF로, 메일에는 결론을 넣어줘.” → “메일에는 결론 대신 표만 넣어줘.”</a:t>
            </a:r>
          </a:p>
        </p:txBody>
      </p:sp>
      <p:sp>
        <p:nvSpPr>
          <p:cNvPr id="7" name="dp43-comparison / n7 / text 1">
            <a:extLst xmlns:a="http://schemas.openxmlformats.org/drawingml/2006/main">
              <a:ext uri="{FF2B5EF4-FFF2-40B4-BE49-F238E27FC236}">
                <a16:creationId xmlns:a16="http://schemas.microsoft.com/office/drawing/2014/main" id="{B3E36739-3DB8-4FD8-936F-5CA3990A02DA}"/>
              </a:ext>
            </a:extLst>
          </p:cNvPr>
          <p:cNvSpPr>
            <a:spLocks xmlns:a="http://schemas.openxmlformats.org/drawingml/2006/main" noGrp="1"/>
          </p:cNvSpPr>
          <p:nvPr/>
        </p:nvSpPr>
        <p:spPr>
          <a:xfrm xmlns:a="http://schemas.openxmlformats.org/drawingml/2006/main">
            <a:off x="15144750" y="1381125"/>
            <a:ext cx="2762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1">
                <a:solidFill>
                  <a:srgbClr val="B63732"/>
                </a:solidFill>
                <a:latin typeface="Apple SD Gothic Neo"/>
                <a:ea typeface="Apple SD Gothic Neo"/>
                <a:cs typeface="Apple SD Gothic Neo"/>
              </a:defRPr>
            </a:pPr>
            <a:r>
              <a:rPr sz="1425" b="1">
                <a:solidFill>
                  <a:srgbClr val="B63732"/>
                </a:solidFill>
                <a:latin typeface="Apple SD Gothic Neo"/>
                <a:ea typeface="Apple SD Gothic Neo"/>
                <a:cs typeface="Apple SD Gothic Neo"/>
              </a:rPr>
              <a:t>수치와 점수 / 예상 예시</a:t>
            </a:r>
          </a:p>
        </p:txBody>
      </p:sp>
      <p:sp>
        <p:nvSpPr>
          <p:cNvPr id="8" name="dp43-comparison / n8">
            <a:extLst xmlns:a="http://schemas.openxmlformats.org/drawingml/2006/main">
              <a:ext uri="{FF2B5EF4-FFF2-40B4-BE49-F238E27FC236}">
                <a16:creationId xmlns:a16="http://schemas.microsoft.com/office/drawing/2014/main" id="{D98578CF-C4D0-4F38-8A31-6CEC4136E306}"/>
              </a:ext>
            </a:extLst>
          </p:cNvPr>
          <p:cNvSpPr>
            <a:spLocks xmlns:a="http://schemas.openxmlformats.org/drawingml/2006/main" noGrp="1"/>
          </p:cNvSpPr>
          <p:nvPr/>
        </p:nvSpPr>
        <p:spPr>
          <a:xfrm xmlns:a="http://schemas.openxmlformats.org/drawingml/2006/main">
            <a:off x="381000" y="1790700"/>
            <a:ext cx="17526000" cy="523875"/>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3-comparison / n9 / text 1">
            <a:extLst xmlns:a="http://schemas.openxmlformats.org/drawingml/2006/main">
              <a:ext uri="{FF2B5EF4-FFF2-40B4-BE49-F238E27FC236}">
                <a16:creationId xmlns:a16="http://schemas.microsoft.com/office/drawing/2014/main" id="{9E6C049F-3B59-4A83-BD17-797CA59E91A2}"/>
              </a:ext>
            </a:extLst>
          </p:cNvPr>
          <p:cNvSpPr>
            <a:spLocks xmlns:a="http://schemas.openxmlformats.org/drawingml/2006/main" noGrp="1"/>
          </p:cNvSpPr>
          <p:nvPr/>
        </p:nvSpPr>
        <p:spPr>
          <a:xfrm xmlns:a="http://schemas.openxmlformats.org/drawingml/2006/main">
            <a:off x="390525" y="1952625"/>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설계안</a:t>
            </a:r>
          </a:p>
        </p:txBody>
      </p:sp>
      <p:sp>
        <p:nvSpPr>
          <p:cNvPr id="10" name="dp43-comparison / n10">
            <a:extLst xmlns:a="http://schemas.openxmlformats.org/drawingml/2006/main">
              <a:ext uri="{FF2B5EF4-FFF2-40B4-BE49-F238E27FC236}">
                <a16:creationId xmlns:a16="http://schemas.microsoft.com/office/drawing/2014/main" id="{1B074960-1C0C-434F-A19F-1C392B9C833D}"/>
              </a:ext>
            </a:extLst>
          </p:cNvPr>
          <p:cNvSpPr>
            <a:spLocks xmlns:a="http://schemas.openxmlformats.org/drawingml/2006/main" noGrp="1"/>
          </p:cNvSpPr>
          <p:nvPr/>
        </p:nvSpPr>
        <p:spPr>
          <a:xfrm xmlns:a="http://schemas.openxmlformats.org/drawingml/2006/main">
            <a:off x="381000" y="2314575"/>
            <a:ext cx="17526000" cy="52578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1" name="dp43-comparison / n11 / text 1">
            <a:extLst xmlns:a="http://schemas.openxmlformats.org/drawingml/2006/main">
              <a:ext uri="{FF2B5EF4-FFF2-40B4-BE49-F238E27FC236}">
                <a16:creationId xmlns:a16="http://schemas.microsoft.com/office/drawing/2014/main" id="{6AA04085-07F1-445B-B048-8D577D6A4E91}"/>
              </a:ext>
            </a:extLst>
          </p:cNvPr>
          <p:cNvSpPr>
            <a:spLocks xmlns:a="http://schemas.openxmlformats.org/drawingml/2006/main" noGrp="1"/>
          </p:cNvSpPr>
          <p:nvPr/>
        </p:nvSpPr>
        <p:spPr>
          <a:xfrm xmlns:a="http://schemas.openxmlformats.org/drawingml/2006/main">
            <a:off x="390525" y="24765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구조</a:t>
            </a:r>
          </a:p>
        </p:txBody>
      </p:sp>
      <p:sp>
        <p:nvSpPr>
          <p:cNvPr id="12" name="dp43-comparison / n12">
            <a:extLst xmlns:a="http://schemas.openxmlformats.org/drawingml/2006/main">
              <a:ext uri="{FF2B5EF4-FFF2-40B4-BE49-F238E27FC236}">
                <a16:creationId xmlns:a16="http://schemas.microsoft.com/office/drawing/2014/main" id="{24E71620-0EC8-415A-BD46-16A76DE26563}"/>
              </a:ext>
            </a:extLst>
          </p:cNvPr>
          <p:cNvSpPr>
            <a:spLocks xmlns:a="http://schemas.openxmlformats.org/drawingml/2006/main" noGrp="1"/>
          </p:cNvSpPr>
          <p:nvPr/>
        </p:nvSpPr>
        <p:spPr>
          <a:xfrm xmlns:a="http://schemas.openxmlformats.org/drawingml/2006/main">
            <a:off x="381000" y="7572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3" name="dp43-comparison / n13 / text 1">
            <a:extLst xmlns:a="http://schemas.openxmlformats.org/drawingml/2006/main">
              <a:ext uri="{FF2B5EF4-FFF2-40B4-BE49-F238E27FC236}">
                <a16:creationId xmlns:a16="http://schemas.microsoft.com/office/drawing/2014/main" id="{2A39EEC0-B53B-4097-8AD9-CF701A715FEA}"/>
              </a:ext>
            </a:extLst>
          </p:cNvPr>
          <p:cNvSpPr>
            <a:spLocks xmlns:a="http://schemas.openxmlformats.org/drawingml/2006/main" noGrp="1"/>
          </p:cNvSpPr>
          <p:nvPr/>
        </p:nvSpPr>
        <p:spPr>
          <a:xfrm xmlns:a="http://schemas.openxmlformats.org/drawingml/2006/main">
            <a:off x="390525" y="7734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장점</a:t>
            </a:r>
          </a:p>
        </p:txBody>
      </p:sp>
      <p:sp>
        <p:nvSpPr>
          <p:cNvPr id="14" name="dp43-comparison / n14">
            <a:extLst xmlns:a="http://schemas.openxmlformats.org/drawingml/2006/main">
              <a:ext uri="{FF2B5EF4-FFF2-40B4-BE49-F238E27FC236}">
                <a16:creationId xmlns:a16="http://schemas.microsoft.com/office/drawing/2014/main" id="{3B8BFC31-C9FE-4DDB-A521-367A69E94600}"/>
              </a:ext>
            </a:extLst>
          </p:cNvPr>
          <p:cNvSpPr>
            <a:spLocks xmlns:a="http://schemas.openxmlformats.org/drawingml/2006/main" noGrp="1"/>
          </p:cNvSpPr>
          <p:nvPr/>
        </p:nvSpPr>
        <p:spPr>
          <a:xfrm xmlns:a="http://schemas.openxmlformats.org/drawingml/2006/main">
            <a:off x="381000" y="8334375"/>
            <a:ext cx="17526000" cy="762000"/>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5" name="dp43-comparison / n15 / text 1">
            <a:extLst xmlns:a="http://schemas.openxmlformats.org/drawingml/2006/main">
              <a:ext uri="{FF2B5EF4-FFF2-40B4-BE49-F238E27FC236}">
                <a16:creationId xmlns:a16="http://schemas.microsoft.com/office/drawing/2014/main" id="{CE16D8CD-E39A-4A9C-8269-1D62F9AF6668}"/>
              </a:ext>
            </a:extLst>
          </p:cNvPr>
          <p:cNvSpPr>
            <a:spLocks xmlns:a="http://schemas.openxmlformats.org/drawingml/2006/main" noGrp="1"/>
          </p:cNvSpPr>
          <p:nvPr/>
        </p:nvSpPr>
        <p:spPr>
          <a:xfrm xmlns:a="http://schemas.openxmlformats.org/drawingml/2006/main">
            <a:off x="390525" y="8496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단점</a:t>
            </a:r>
          </a:p>
        </p:txBody>
      </p:sp>
      <p:sp>
        <p:nvSpPr>
          <p:cNvPr id="16" name="dp43-comparison / n16">
            <a:extLst xmlns:a="http://schemas.openxmlformats.org/drawingml/2006/main">
              <a:ext uri="{FF2B5EF4-FFF2-40B4-BE49-F238E27FC236}">
                <a16:creationId xmlns:a16="http://schemas.microsoft.com/office/drawing/2014/main" id="{0A555600-8B57-45E0-9216-06A5B5E8F4E2}"/>
              </a:ext>
            </a:extLst>
          </p:cNvPr>
          <p:cNvSpPr>
            <a:spLocks xmlns:a="http://schemas.openxmlformats.org/drawingml/2006/main" noGrp="1"/>
          </p:cNvSpPr>
          <p:nvPr/>
        </p:nvSpPr>
        <p:spPr>
          <a:xfrm xmlns:a="http://schemas.openxmlformats.org/drawingml/2006/main">
            <a:off x="381000" y="9096375"/>
            <a:ext cx="17526000" cy="904875"/>
          </a:xfrm>
          <a:prstGeom xmlns:a="http://schemas.openxmlformats.org/drawingml/2006/main" prst="rect">
            <a:avLst/>
          </a:prstGeom>
          <a:solidFill xmlns:a="http://schemas.openxmlformats.org/drawingml/2006/main">
            <a:srgbClr val="FFFFFF"/>
          </a:solidFill>
          <a:ln xmlns:a="http://schemas.openxmlformats.org/drawingml/2006/main" w="16193">
            <a:solidFill>
              <a:srgbClr val="CDD6DE"/>
            </a:solidFill>
            <a:prstDash val="solid"/>
          </a:ln>
        </p:spPr>
      </p:sp>
      <p:sp>
        <p:nvSpPr>
          <p:cNvPr id="17" name="dp43-comparison / n17 / text 1">
            <a:extLst xmlns:a="http://schemas.openxmlformats.org/drawingml/2006/main">
              <a:ext uri="{FF2B5EF4-FFF2-40B4-BE49-F238E27FC236}">
                <a16:creationId xmlns:a16="http://schemas.microsoft.com/office/drawing/2014/main" id="{437A61E9-F475-42E4-9BAC-787AA36DE84D}"/>
              </a:ext>
            </a:extLst>
          </p:cNvPr>
          <p:cNvSpPr>
            <a:spLocks xmlns:a="http://schemas.openxmlformats.org/drawingml/2006/main" noGrp="1"/>
          </p:cNvSpPr>
          <p:nvPr/>
        </p:nvSpPr>
        <p:spPr>
          <a:xfrm xmlns:a="http://schemas.openxmlformats.org/drawingml/2006/main">
            <a:off x="390525" y="925830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QA</a:t>
            </a:r>
          </a:p>
        </p:txBody>
      </p:sp>
      <p:sp>
        <p:nvSpPr>
          <p:cNvPr id="18" name="dp43-comparison / n17 / text 2">
            <a:extLst xmlns:a="http://schemas.openxmlformats.org/drawingml/2006/main">
              <a:ext uri="{FF2B5EF4-FFF2-40B4-BE49-F238E27FC236}">
                <a16:creationId xmlns:a16="http://schemas.microsoft.com/office/drawing/2014/main" id="{3569D43A-9857-4AA2-96B6-8AB0F7A607F4}"/>
              </a:ext>
            </a:extLst>
          </p:cNvPr>
          <p:cNvSpPr>
            <a:spLocks xmlns:a="http://schemas.openxmlformats.org/drawingml/2006/main" noGrp="1"/>
          </p:cNvSpPr>
          <p:nvPr/>
        </p:nvSpPr>
        <p:spPr>
          <a:xfrm xmlns:a="http://schemas.openxmlformats.org/drawingml/2006/main">
            <a:off x="390525" y="9505950"/>
            <a:ext cx="9334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Trade-off</a:t>
            </a:r>
          </a:p>
        </p:txBody>
      </p:sp>
      <p:sp>
        <p:nvSpPr>
          <p:cNvPr id="19" name="dp43-comparison / n18 / path">
            <a:extLst xmlns:a="http://schemas.openxmlformats.org/drawingml/2006/main">
              <a:ext uri="{FF2B5EF4-FFF2-40B4-BE49-F238E27FC236}">
                <a16:creationId xmlns:a16="http://schemas.microsoft.com/office/drawing/2014/main" id="{618D0942-1015-4946-98FF-E1C6B1686C2A}"/>
              </a:ext>
            </a:extLst>
          </p:cNvPr>
          <p:cNvSpPr>
            <a:spLocks xmlns:a="http://schemas.openxmlformats.org/drawingml/2006/main" noGrp="1"/>
          </p:cNvSpPr>
          <p:nvPr/>
        </p:nvSpPr>
        <p:spPr>
          <a:xfrm xmlns:a="http://schemas.openxmlformats.org/drawingml/2006/main">
            <a:off x="133350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0" name="dp43-comparison / n19 / path">
            <a:extLst xmlns:a="http://schemas.openxmlformats.org/drawingml/2006/main">
              <a:ext uri="{FF2B5EF4-FFF2-40B4-BE49-F238E27FC236}">
                <a16:creationId xmlns:a16="http://schemas.microsoft.com/office/drawing/2014/main" id="{0DE7B190-2392-49C7-9027-4C2E0FDB1C8C}"/>
              </a:ext>
            </a:extLst>
          </p:cNvPr>
          <p:cNvSpPr>
            <a:spLocks xmlns:a="http://schemas.openxmlformats.org/drawingml/2006/main" noGrp="1"/>
          </p:cNvSpPr>
          <p:nvPr/>
        </p:nvSpPr>
        <p:spPr>
          <a:xfrm xmlns:a="http://schemas.openxmlformats.org/drawingml/2006/main">
            <a:off x="9620250" y="1790700"/>
            <a:ext cx="953" cy="8210550"/>
          </a:xfrm>
          <a:custGeom xmlns:a="http://schemas.openxmlformats.org/drawingml/2006/main">
            <a:pathLst>
              <a:path w="953" h="8210550">
                <a:moveTo>
                  <a:pt x="0" y="0"/>
                </a:moveTo>
                <a:lnTo>
                  <a:pt x="0" y="8210550"/>
                </a:lnTo>
              </a:path>
            </a:pathLst>
          </a:custGeom>
          <a:noFill xmlns:a="http://schemas.openxmlformats.org/drawingml/2006/main"/>
          <a:ln xmlns:a="http://schemas.openxmlformats.org/drawingml/2006/main" w="19050">
            <a:solidFill>
              <a:srgbClr val="CDD6DE"/>
            </a:solidFill>
            <a:prstDash val="solid"/>
          </a:ln>
        </p:spPr>
      </p:sp>
      <p:sp>
        <p:nvSpPr>
          <p:cNvPr id="21" name="dp43-comparison / n20 / text 1">
            <a:extLst xmlns:a="http://schemas.openxmlformats.org/drawingml/2006/main">
              <a:ext uri="{FF2B5EF4-FFF2-40B4-BE49-F238E27FC236}">
                <a16:creationId xmlns:a16="http://schemas.microsoft.com/office/drawing/2014/main" id="{72E10A3A-800A-4114-B406-24C3533A1DB3}"/>
              </a:ext>
            </a:extLst>
          </p:cNvPr>
          <p:cNvSpPr>
            <a:spLocks xmlns:a="http://schemas.openxmlformats.org/drawingml/2006/main" noGrp="1"/>
          </p:cNvSpPr>
          <p:nvPr/>
        </p:nvSpPr>
        <p:spPr>
          <a:xfrm xmlns:a="http://schemas.openxmlformats.org/drawingml/2006/main">
            <a:off x="148590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A 통합 의미 생산</a:t>
            </a:r>
          </a:p>
        </p:txBody>
      </p:sp>
      <p:sp>
        <p:nvSpPr>
          <p:cNvPr id="22" name="dp43-comparison / n21 / text 1">
            <a:extLst xmlns:a="http://schemas.openxmlformats.org/drawingml/2006/main">
              <a:ext uri="{FF2B5EF4-FFF2-40B4-BE49-F238E27FC236}">
                <a16:creationId xmlns:a16="http://schemas.microsoft.com/office/drawing/2014/main" id="{3C7CB60D-8659-4930-B4E4-91B4257AEF2C}"/>
              </a:ext>
            </a:extLst>
          </p:cNvPr>
          <p:cNvSpPr>
            <a:spLocks xmlns:a="http://schemas.openxmlformats.org/drawingml/2006/main" noGrp="1"/>
          </p:cNvSpPr>
          <p:nvPr/>
        </p:nvSpPr>
        <p:spPr>
          <a:xfrm xmlns:a="http://schemas.openxmlformats.org/drawingml/2006/main">
            <a:off x="150495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관련 의미의 공동 판단으로 정확 처리율 94% (기능 정확성 ↑)</a:t>
            </a:r>
          </a:p>
        </p:txBody>
      </p:sp>
      <p:sp>
        <p:nvSpPr>
          <p:cNvPr id="23" name="dp43-comparison / n22 / text 1">
            <a:extLst xmlns:a="http://schemas.openxmlformats.org/drawingml/2006/main">
              <a:ext uri="{FF2B5EF4-FFF2-40B4-BE49-F238E27FC236}">
                <a16:creationId xmlns:a16="http://schemas.microsoft.com/office/drawing/2014/main" id="{C4924AE7-F39F-485F-AF73-4CCC0208EDE5}"/>
              </a:ext>
            </a:extLst>
          </p:cNvPr>
          <p:cNvSpPr>
            <a:spLocks xmlns:a="http://schemas.openxmlformats.org/drawingml/2006/main" noGrp="1"/>
          </p:cNvSpPr>
          <p:nvPr/>
        </p:nvSpPr>
        <p:spPr>
          <a:xfrm xmlns:a="http://schemas.openxmlformats.org/drawingml/2006/main">
            <a:off x="1504950" y="7972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부분 제안 간 교환 축소로 평균 VIA 처리시간 5.5 s (요청 완료 신속성 ↑)</a:t>
            </a:r>
          </a:p>
        </p:txBody>
      </p:sp>
      <p:sp>
        <p:nvSpPr>
          <p:cNvPr id="24" name="dp43-comparison / n23 / text 1">
            <a:extLst xmlns:a="http://schemas.openxmlformats.org/drawingml/2006/main">
              <a:ext uri="{FF2B5EF4-FFF2-40B4-BE49-F238E27FC236}">
                <a16:creationId xmlns:a16="http://schemas.microsoft.com/office/drawing/2014/main" id="{8C87F833-8327-4A09-9B32-04CB385E68A7}"/>
              </a:ext>
            </a:extLst>
          </p:cNvPr>
          <p:cNvSpPr>
            <a:spLocks xmlns:a="http://schemas.openxmlformats.org/drawingml/2006/main" noGrp="1"/>
          </p:cNvSpPr>
          <p:nvPr/>
        </p:nvSpPr>
        <p:spPr>
          <a:xfrm xmlns:a="http://schemas.openxmlformats.org/drawingml/2006/main">
            <a:off x="150495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통합 의미 생산 계약의 변경 전파, 평균 4.0개 (변경 용이성 ↓)</a:t>
            </a:r>
          </a:p>
        </p:txBody>
      </p:sp>
      <p:sp>
        <p:nvSpPr>
          <p:cNvPr id="25" name="dp43-comparison / n24 / text 1">
            <a:extLst xmlns:a="http://schemas.openxmlformats.org/drawingml/2006/main">
              <a:ext uri="{FF2B5EF4-FFF2-40B4-BE49-F238E27FC236}">
                <a16:creationId xmlns:a16="http://schemas.microsoft.com/office/drawing/2014/main" id="{ABCCB5C1-C3C3-4EF5-971A-FE21EEF7AE14}"/>
              </a:ext>
            </a:extLst>
          </p:cNvPr>
          <p:cNvSpPr>
            <a:spLocks xmlns:a="http://schemas.openxmlformats.org/drawingml/2006/main" noGrp="1"/>
          </p:cNvSpPr>
          <p:nvPr/>
        </p:nvSpPr>
        <p:spPr>
          <a:xfrm xmlns:a="http://schemas.openxmlformats.org/drawingml/2006/main">
            <a:off x="150495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V-01 기능 정확성</a:t>
            </a:r>
          </a:p>
        </p:txBody>
      </p:sp>
      <p:sp>
        <p:nvSpPr>
          <p:cNvPr id="26" name="dp43-comparison / n25 / text 1">
            <a:extLst xmlns:a="http://schemas.openxmlformats.org/drawingml/2006/main">
              <a:ext uri="{FF2B5EF4-FFF2-40B4-BE49-F238E27FC236}">
                <a16:creationId xmlns:a16="http://schemas.microsoft.com/office/drawing/2014/main" id="{4482D985-A034-41E9-AAC0-C94F236F5BEF}"/>
              </a:ext>
            </a:extLst>
          </p:cNvPr>
          <p:cNvSpPr>
            <a:spLocks xmlns:a="http://schemas.openxmlformats.org/drawingml/2006/main" noGrp="1"/>
          </p:cNvSpPr>
          <p:nvPr/>
        </p:nvSpPr>
        <p:spPr>
          <a:xfrm xmlns:a="http://schemas.openxmlformats.org/drawingml/2006/main">
            <a:off x="490537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27" name="dp43-comparison / n26 / text 1">
            <a:extLst xmlns:a="http://schemas.openxmlformats.org/drawingml/2006/main">
              <a:ext uri="{FF2B5EF4-FFF2-40B4-BE49-F238E27FC236}">
                <a16:creationId xmlns:a16="http://schemas.microsoft.com/office/drawing/2014/main" id="{4B0D876F-6220-43B9-9B1B-70758487E0F9}"/>
              </a:ext>
            </a:extLst>
          </p:cNvPr>
          <p:cNvSpPr>
            <a:spLocks xmlns:a="http://schemas.openxmlformats.org/drawingml/2006/main" noGrp="1"/>
          </p:cNvSpPr>
          <p:nvPr/>
        </p:nvSpPr>
        <p:spPr>
          <a:xfrm xmlns:a="http://schemas.openxmlformats.org/drawingml/2006/main">
            <a:off x="612457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94%</a:t>
            </a:r>
          </a:p>
        </p:txBody>
      </p:sp>
      <p:sp>
        <p:nvSpPr>
          <p:cNvPr id="28" name="dp43-comparison / n27 / text 1">
            <a:extLst xmlns:a="http://schemas.openxmlformats.org/drawingml/2006/main">
              <a:ext uri="{FF2B5EF4-FFF2-40B4-BE49-F238E27FC236}">
                <a16:creationId xmlns:a16="http://schemas.microsoft.com/office/drawing/2014/main" id="{F627ACF7-FCB7-45F0-BB7F-F1923D5C40CF}"/>
              </a:ext>
            </a:extLst>
          </p:cNvPr>
          <p:cNvSpPr>
            <a:spLocks xmlns:a="http://schemas.openxmlformats.org/drawingml/2006/main" noGrp="1"/>
          </p:cNvSpPr>
          <p:nvPr/>
        </p:nvSpPr>
        <p:spPr>
          <a:xfrm xmlns:a="http://schemas.openxmlformats.org/drawingml/2006/main">
            <a:off x="754380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정확 처리율 ↑</a:t>
            </a:r>
          </a:p>
        </p:txBody>
      </p:sp>
      <p:sp>
        <p:nvSpPr>
          <p:cNvPr id="29" name="dp43-comparison / n28 / text 1">
            <a:extLst xmlns:a="http://schemas.openxmlformats.org/drawingml/2006/main">
              <a:ext uri="{FF2B5EF4-FFF2-40B4-BE49-F238E27FC236}">
                <a16:creationId xmlns:a16="http://schemas.microsoft.com/office/drawing/2014/main" id="{3E7ABA87-B396-4182-930A-9EC07AD15345}"/>
              </a:ext>
            </a:extLst>
          </p:cNvPr>
          <p:cNvSpPr>
            <a:spLocks xmlns:a="http://schemas.openxmlformats.org/drawingml/2006/main" noGrp="1"/>
          </p:cNvSpPr>
          <p:nvPr/>
        </p:nvSpPr>
        <p:spPr>
          <a:xfrm xmlns:a="http://schemas.openxmlformats.org/drawingml/2006/main">
            <a:off x="150495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30" name="dp43-comparison / n29 / text 1">
            <a:extLst xmlns:a="http://schemas.openxmlformats.org/drawingml/2006/main">
              <a:ext uri="{FF2B5EF4-FFF2-40B4-BE49-F238E27FC236}">
                <a16:creationId xmlns:a16="http://schemas.microsoft.com/office/drawing/2014/main" id="{8DBE83C3-68E7-456B-B58F-AFF33E2C7257}"/>
              </a:ext>
            </a:extLst>
          </p:cNvPr>
          <p:cNvSpPr>
            <a:spLocks xmlns:a="http://schemas.openxmlformats.org/drawingml/2006/main" noGrp="1"/>
          </p:cNvSpPr>
          <p:nvPr/>
        </p:nvSpPr>
        <p:spPr>
          <a:xfrm xmlns:a="http://schemas.openxmlformats.org/drawingml/2006/main">
            <a:off x="490537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1" name="dp43-comparison / n30 / text 1">
            <a:extLst xmlns:a="http://schemas.openxmlformats.org/drawingml/2006/main">
              <a:ext uri="{FF2B5EF4-FFF2-40B4-BE49-F238E27FC236}">
                <a16:creationId xmlns:a16="http://schemas.microsoft.com/office/drawing/2014/main" id="{D90E4027-DBC7-4E92-9B48-FFA1E7D292EE}"/>
              </a:ext>
            </a:extLst>
          </p:cNvPr>
          <p:cNvSpPr>
            <a:spLocks xmlns:a="http://schemas.openxmlformats.org/drawingml/2006/main" noGrp="1"/>
          </p:cNvSpPr>
          <p:nvPr/>
        </p:nvSpPr>
        <p:spPr>
          <a:xfrm xmlns:a="http://schemas.openxmlformats.org/drawingml/2006/main">
            <a:off x="612457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5.5 s</a:t>
            </a:r>
          </a:p>
        </p:txBody>
      </p:sp>
      <p:sp>
        <p:nvSpPr>
          <p:cNvPr id="32" name="dp43-comparison / n31 / text 1">
            <a:extLst xmlns:a="http://schemas.openxmlformats.org/drawingml/2006/main">
              <a:ext uri="{FF2B5EF4-FFF2-40B4-BE49-F238E27FC236}">
                <a16:creationId xmlns:a16="http://schemas.microsoft.com/office/drawing/2014/main" id="{73B4F518-4BD4-48BC-89AB-F429F9E68D53}"/>
              </a:ext>
            </a:extLst>
          </p:cNvPr>
          <p:cNvSpPr>
            <a:spLocks xmlns:a="http://schemas.openxmlformats.org/drawingml/2006/main" noGrp="1"/>
          </p:cNvSpPr>
          <p:nvPr/>
        </p:nvSpPr>
        <p:spPr>
          <a:xfrm xmlns:a="http://schemas.openxmlformats.org/drawingml/2006/main">
            <a:off x="754380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33" name="dp43-comparison / n32 / text 1">
            <a:extLst xmlns:a="http://schemas.openxmlformats.org/drawingml/2006/main">
              <a:ext uri="{FF2B5EF4-FFF2-40B4-BE49-F238E27FC236}">
                <a16:creationId xmlns:a16="http://schemas.microsoft.com/office/drawing/2014/main" id="{F335998E-1FFA-4BBE-9763-C0B307D57408}"/>
              </a:ext>
            </a:extLst>
          </p:cNvPr>
          <p:cNvSpPr>
            <a:spLocks xmlns:a="http://schemas.openxmlformats.org/drawingml/2006/main" noGrp="1"/>
          </p:cNvSpPr>
          <p:nvPr/>
        </p:nvSpPr>
        <p:spPr>
          <a:xfrm xmlns:a="http://schemas.openxmlformats.org/drawingml/2006/main">
            <a:off x="150495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34" name="dp43-comparison / n33 / text 1">
            <a:extLst xmlns:a="http://schemas.openxmlformats.org/drawingml/2006/main">
              <a:ext uri="{FF2B5EF4-FFF2-40B4-BE49-F238E27FC236}">
                <a16:creationId xmlns:a16="http://schemas.microsoft.com/office/drawing/2014/main" id="{5643F7D8-9B5B-4D45-8E65-0CAE1A8C4B14}"/>
              </a:ext>
            </a:extLst>
          </p:cNvPr>
          <p:cNvSpPr>
            <a:spLocks xmlns:a="http://schemas.openxmlformats.org/drawingml/2006/main" noGrp="1"/>
          </p:cNvSpPr>
          <p:nvPr/>
        </p:nvSpPr>
        <p:spPr>
          <a:xfrm xmlns:a="http://schemas.openxmlformats.org/drawingml/2006/main">
            <a:off x="490537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35" name="dp43-comparison / n34 / text 1">
            <a:extLst xmlns:a="http://schemas.openxmlformats.org/drawingml/2006/main">
              <a:ext uri="{FF2B5EF4-FFF2-40B4-BE49-F238E27FC236}">
                <a16:creationId xmlns:a16="http://schemas.microsoft.com/office/drawing/2014/main" id="{4BE5EBE4-E3A5-47AE-A573-89096B8F996C}"/>
              </a:ext>
            </a:extLst>
          </p:cNvPr>
          <p:cNvSpPr>
            <a:spLocks xmlns:a="http://schemas.openxmlformats.org/drawingml/2006/main" noGrp="1"/>
          </p:cNvSpPr>
          <p:nvPr/>
        </p:nvSpPr>
        <p:spPr>
          <a:xfrm xmlns:a="http://schemas.openxmlformats.org/drawingml/2006/main">
            <a:off x="612457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4.0개</a:t>
            </a:r>
          </a:p>
        </p:txBody>
      </p:sp>
      <p:sp>
        <p:nvSpPr>
          <p:cNvPr id="36" name="dp43-comparison / n35 / text 1">
            <a:extLst xmlns:a="http://schemas.openxmlformats.org/drawingml/2006/main">
              <a:ext uri="{FF2B5EF4-FFF2-40B4-BE49-F238E27FC236}">
                <a16:creationId xmlns:a16="http://schemas.microsoft.com/office/drawing/2014/main" id="{4CC890DA-792F-40FC-A40C-5F0FC4C5BC60}"/>
              </a:ext>
            </a:extLst>
          </p:cNvPr>
          <p:cNvSpPr>
            <a:spLocks xmlns:a="http://schemas.openxmlformats.org/drawingml/2006/main" noGrp="1"/>
          </p:cNvSpPr>
          <p:nvPr/>
        </p:nvSpPr>
        <p:spPr>
          <a:xfrm xmlns:a="http://schemas.openxmlformats.org/drawingml/2006/main">
            <a:off x="754380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37" name="dp43-comparison / n36 / text 1">
            <a:extLst xmlns:a="http://schemas.openxmlformats.org/drawingml/2006/main">
              <a:ext uri="{FF2B5EF4-FFF2-40B4-BE49-F238E27FC236}">
                <a16:creationId xmlns:a16="http://schemas.microsoft.com/office/drawing/2014/main" id="{F626A3EC-17AB-430F-A688-A0152E4A4C3A}"/>
              </a:ext>
            </a:extLst>
          </p:cNvPr>
          <p:cNvSpPr>
            <a:spLocks xmlns:a="http://schemas.openxmlformats.org/drawingml/2006/main" noGrp="1"/>
          </p:cNvSpPr>
          <p:nvPr/>
        </p:nvSpPr>
        <p:spPr>
          <a:xfrm xmlns:a="http://schemas.openxmlformats.org/drawingml/2006/main">
            <a:off x="9772650" y="1933575"/>
            <a:ext cx="7981950" cy="3867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18232E"/>
                </a:solidFill>
                <a:latin typeface="Apple SD Gothic Neo"/>
                <a:ea typeface="Apple SD Gothic Neo"/>
                <a:cs typeface="Apple SD Gothic Neo"/>
              </a:defRPr>
            </a:pPr>
            <a:r>
              <a:rPr sz="2100" b="1">
                <a:solidFill>
                  <a:srgbClr val="18232E"/>
                </a:solidFill>
                <a:latin typeface="Apple SD Gothic Neo"/>
                <a:ea typeface="Apple SD Gothic Neo"/>
                <a:cs typeface="Apple SD Gothic Neo"/>
              </a:rPr>
              <a:t>C 기능별 의미 생산과 코드 조정</a:t>
            </a:r>
          </a:p>
        </p:txBody>
      </p:sp>
      <p:sp>
        <p:nvSpPr>
          <p:cNvPr id="38" name="dp43-comparison / n37 / text 1">
            <a:extLst xmlns:a="http://schemas.openxmlformats.org/drawingml/2006/main">
              <a:ext uri="{FF2B5EF4-FFF2-40B4-BE49-F238E27FC236}">
                <a16:creationId xmlns:a16="http://schemas.microsoft.com/office/drawing/2014/main" id="{BEAE2B34-1652-49A6-9AC1-01E2C7125B79}"/>
              </a:ext>
            </a:extLst>
          </p:cNvPr>
          <p:cNvSpPr>
            <a:spLocks xmlns:a="http://schemas.openxmlformats.org/drawingml/2006/main" noGrp="1"/>
          </p:cNvSpPr>
          <p:nvPr/>
        </p:nvSpPr>
        <p:spPr>
          <a:xfrm xmlns:a="http://schemas.openxmlformats.org/drawingml/2006/main">
            <a:off x="9791700" y="7696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특정 기능의 생산 책임 분리로 변경 평균 2.0개 (변경 용이성 ↑)</a:t>
            </a:r>
          </a:p>
        </p:txBody>
      </p:sp>
      <p:sp>
        <p:nvSpPr>
          <p:cNvPr id="39" name="dp43-comparison / n38 / text 1">
            <a:extLst xmlns:a="http://schemas.openxmlformats.org/drawingml/2006/main">
              <a:ext uri="{FF2B5EF4-FFF2-40B4-BE49-F238E27FC236}">
                <a16:creationId xmlns:a16="http://schemas.microsoft.com/office/drawing/2014/main" id="{43E9D56D-11AB-4D63-9BDB-85159A2E394C}"/>
              </a:ext>
            </a:extLst>
          </p:cNvPr>
          <p:cNvSpPr>
            <a:spLocks xmlns:a="http://schemas.openxmlformats.org/drawingml/2006/main" noGrp="1"/>
          </p:cNvSpPr>
          <p:nvPr/>
        </p:nvSpPr>
        <p:spPr>
          <a:xfrm xmlns:a="http://schemas.openxmlformats.org/drawingml/2006/main">
            <a:off x="9791700" y="8458200"/>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부분 의미 불일치와 오류 전파로 정확 처리율 91% (기능 정확성 ↓)</a:t>
            </a:r>
          </a:p>
        </p:txBody>
      </p:sp>
      <p:sp>
        <p:nvSpPr>
          <p:cNvPr id="40" name="dp43-comparison / n39 / text 1">
            <a:extLst xmlns:a="http://schemas.openxmlformats.org/drawingml/2006/main">
              <a:ext uri="{FF2B5EF4-FFF2-40B4-BE49-F238E27FC236}">
                <a16:creationId xmlns:a16="http://schemas.microsoft.com/office/drawing/2014/main" id="{8FA81610-BF6D-40E3-9333-D39D1E88BB51}"/>
              </a:ext>
            </a:extLst>
          </p:cNvPr>
          <p:cNvSpPr>
            <a:spLocks xmlns:a="http://schemas.openxmlformats.org/drawingml/2006/main" noGrp="1"/>
          </p:cNvSpPr>
          <p:nvPr/>
        </p:nvSpPr>
        <p:spPr>
          <a:xfrm xmlns:a="http://schemas.openxmlformats.org/drawingml/2006/main">
            <a:off x="9791700" y="8734425"/>
            <a:ext cx="7962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 제안 교환과 재판단으로 평균 VIA 처리시간 7.2 s (요청 완료 신속성 ↓)</a:t>
            </a:r>
          </a:p>
        </p:txBody>
      </p:sp>
      <p:sp>
        <p:nvSpPr>
          <p:cNvPr id="41" name="dp43-comparison / n40 / text 1">
            <a:extLst xmlns:a="http://schemas.openxmlformats.org/drawingml/2006/main">
              <a:ext uri="{FF2B5EF4-FFF2-40B4-BE49-F238E27FC236}">
                <a16:creationId xmlns:a16="http://schemas.microsoft.com/office/drawing/2014/main" id="{5D291DC6-94F8-4DE6-BD3E-90302E836848}"/>
              </a:ext>
            </a:extLst>
          </p:cNvPr>
          <p:cNvSpPr>
            <a:spLocks xmlns:a="http://schemas.openxmlformats.org/drawingml/2006/main" noGrp="1"/>
          </p:cNvSpPr>
          <p:nvPr/>
        </p:nvSpPr>
        <p:spPr>
          <a:xfrm xmlns:a="http://schemas.openxmlformats.org/drawingml/2006/main">
            <a:off x="9791700" y="918210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V-01 기능 정확성</a:t>
            </a:r>
          </a:p>
        </p:txBody>
      </p:sp>
      <p:sp>
        <p:nvSpPr>
          <p:cNvPr id="42" name="dp43-comparison / n41 / text 1">
            <a:extLst xmlns:a="http://schemas.openxmlformats.org/drawingml/2006/main">
              <a:ext uri="{FF2B5EF4-FFF2-40B4-BE49-F238E27FC236}">
                <a16:creationId xmlns:a16="http://schemas.microsoft.com/office/drawing/2014/main" id="{1DF387DD-4DF1-42DD-B5CA-AC5F27AF3714}"/>
              </a:ext>
            </a:extLst>
          </p:cNvPr>
          <p:cNvSpPr>
            <a:spLocks xmlns:a="http://schemas.openxmlformats.org/drawingml/2006/main" noGrp="1"/>
          </p:cNvSpPr>
          <p:nvPr/>
        </p:nvSpPr>
        <p:spPr>
          <a:xfrm xmlns:a="http://schemas.openxmlformats.org/drawingml/2006/main">
            <a:off x="13192125" y="917257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3" name="dp43-comparison / n42 / text 1">
            <a:extLst xmlns:a="http://schemas.openxmlformats.org/drawingml/2006/main">
              <a:ext uri="{FF2B5EF4-FFF2-40B4-BE49-F238E27FC236}">
                <a16:creationId xmlns:a16="http://schemas.microsoft.com/office/drawing/2014/main" id="{A966638B-4EA2-40DB-9B19-27B995B9D069}"/>
              </a:ext>
            </a:extLst>
          </p:cNvPr>
          <p:cNvSpPr>
            <a:spLocks xmlns:a="http://schemas.openxmlformats.org/drawingml/2006/main" noGrp="1"/>
          </p:cNvSpPr>
          <p:nvPr/>
        </p:nvSpPr>
        <p:spPr>
          <a:xfrm xmlns:a="http://schemas.openxmlformats.org/drawingml/2006/main">
            <a:off x="14411325" y="918210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91%</a:t>
            </a:r>
          </a:p>
        </p:txBody>
      </p:sp>
      <p:sp>
        <p:nvSpPr>
          <p:cNvPr id="44" name="dp43-comparison / n43 / text 1">
            <a:extLst xmlns:a="http://schemas.openxmlformats.org/drawingml/2006/main">
              <a:ext uri="{FF2B5EF4-FFF2-40B4-BE49-F238E27FC236}">
                <a16:creationId xmlns:a16="http://schemas.microsoft.com/office/drawing/2014/main" id="{9FFE1D00-2F6A-4FE8-A2BB-0E2FCC6E365D}"/>
              </a:ext>
            </a:extLst>
          </p:cNvPr>
          <p:cNvSpPr>
            <a:spLocks xmlns:a="http://schemas.openxmlformats.org/drawingml/2006/main" noGrp="1"/>
          </p:cNvSpPr>
          <p:nvPr/>
        </p:nvSpPr>
        <p:spPr>
          <a:xfrm xmlns:a="http://schemas.openxmlformats.org/drawingml/2006/main">
            <a:off x="15830550" y="920115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정확 처리율 ↑</a:t>
            </a:r>
          </a:p>
        </p:txBody>
      </p:sp>
      <p:sp>
        <p:nvSpPr>
          <p:cNvPr id="45" name="dp43-comparison / n44 / text 1">
            <a:extLst xmlns:a="http://schemas.openxmlformats.org/drawingml/2006/main">
              <a:ext uri="{FF2B5EF4-FFF2-40B4-BE49-F238E27FC236}">
                <a16:creationId xmlns:a16="http://schemas.microsoft.com/office/drawing/2014/main" id="{5E1959AE-BE3A-4BBA-81F4-BD55185B71F9}"/>
              </a:ext>
            </a:extLst>
          </p:cNvPr>
          <p:cNvSpPr>
            <a:spLocks xmlns:a="http://schemas.openxmlformats.org/drawingml/2006/main" noGrp="1"/>
          </p:cNvSpPr>
          <p:nvPr/>
        </p:nvSpPr>
        <p:spPr>
          <a:xfrm xmlns:a="http://schemas.openxmlformats.org/drawingml/2006/main">
            <a:off x="9791700" y="9439275"/>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V-05 요청 완료 신속성</a:t>
            </a:r>
          </a:p>
        </p:txBody>
      </p:sp>
      <p:sp>
        <p:nvSpPr>
          <p:cNvPr id="46" name="dp43-comparison / n45 / text 1">
            <a:extLst xmlns:a="http://schemas.openxmlformats.org/drawingml/2006/main">
              <a:ext uri="{FF2B5EF4-FFF2-40B4-BE49-F238E27FC236}">
                <a16:creationId xmlns:a16="http://schemas.microsoft.com/office/drawing/2014/main" id="{BFFB8B84-F29A-434C-BB33-6C5BA65DDF61}"/>
              </a:ext>
            </a:extLst>
          </p:cNvPr>
          <p:cNvSpPr>
            <a:spLocks xmlns:a="http://schemas.openxmlformats.org/drawingml/2006/main" noGrp="1"/>
          </p:cNvSpPr>
          <p:nvPr/>
        </p:nvSpPr>
        <p:spPr>
          <a:xfrm xmlns:a="http://schemas.openxmlformats.org/drawingml/2006/main">
            <a:off x="13192125" y="9429750"/>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47" name="dp43-comparison / n46 / text 1">
            <a:extLst xmlns:a="http://schemas.openxmlformats.org/drawingml/2006/main">
              <a:ext uri="{FF2B5EF4-FFF2-40B4-BE49-F238E27FC236}">
                <a16:creationId xmlns:a16="http://schemas.microsoft.com/office/drawing/2014/main" id="{FC2AA897-7E0F-4F9B-8A15-950A9A2D3603}"/>
              </a:ext>
            </a:extLst>
          </p:cNvPr>
          <p:cNvSpPr>
            <a:spLocks xmlns:a="http://schemas.openxmlformats.org/drawingml/2006/main" noGrp="1"/>
          </p:cNvSpPr>
          <p:nvPr/>
        </p:nvSpPr>
        <p:spPr>
          <a:xfrm xmlns:a="http://schemas.openxmlformats.org/drawingml/2006/main">
            <a:off x="14411325" y="9439275"/>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7.2 s</a:t>
            </a:r>
          </a:p>
        </p:txBody>
      </p:sp>
      <p:sp>
        <p:nvSpPr>
          <p:cNvPr id="48" name="dp43-comparison / n47 / text 1">
            <a:extLst xmlns:a="http://schemas.openxmlformats.org/drawingml/2006/main">
              <a:ext uri="{FF2B5EF4-FFF2-40B4-BE49-F238E27FC236}">
                <a16:creationId xmlns:a16="http://schemas.microsoft.com/office/drawing/2014/main" id="{2128D152-A142-439B-9A07-721C1CB55829}"/>
              </a:ext>
            </a:extLst>
          </p:cNvPr>
          <p:cNvSpPr>
            <a:spLocks xmlns:a="http://schemas.openxmlformats.org/drawingml/2006/main" noGrp="1"/>
          </p:cNvSpPr>
          <p:nvPr/>
        </p:nvSpPr>
        <p:spPr>
          <a:xfrm xmlns:a="http://schemas.openxmlformats.org/drawingml/2006/main">
            <a:off x="15830550" y="9458325"/>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VIA 처리시간 ↓</a:t>
            </a:r>
          </a:p>
        </p:txBody>
      </p:sp>
      <p:sp>
        <p:nvSpPr>
          <p:cNvPr id="49" name="dp43-comparison / n48 / text 1">
            <a:extLst xmlns:a="http://schemas.openxmlformats.org/drawingml/2006/main">
              <a:ext uri="{FF2B5EF4-FFF2-40B4-BE49-F238E27FC236}">
                <a16:creationId xmlns:a16="http://schemas.microsoft.com/office/drawing/2014/main" id="{465C21C3-3CC0-48B0-981A-02EE588441FF}"/>
              </a:ext>
            </a:extLst>
          </p:cNvPr>
          <p:cNvSpPr>
            <a:spLocks xmlns:a="http://schemas.openxmlformats.org/drawingml/2006/main" noGrp="1"/>
          </p:cNvSpPr>
          <p:nvPr/>
        </p:nvSpPr>
        <p:spPr>
          <a:xfrm xmlns:a="http://schemas.openxmlformats.org/drawingml/2006/main">
            <a:off x="9791700" y="9696450"/>
            <a:ext cx="3190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V-08 변경 용이성</a:t>
            </a:r>
          </a:p>
        </p:txBody>
      </p:sp>
      <p:sp>
        <p:nvSpPr>
          <p:cNvPr id="50" name="dp43-comparison / n49 / text 1">
            <a:extLst xmlns:a="http://schemas.openxmlformats.org/drawingml/2006/main">
              <a:ext uri="{FF2B5EF4-FFF2-40B4-BE49-F238E27FC236}">
                <a16:creationId xmlns:a16="http://schemas.microsoft.com/office/drawing/2014/main" id="{AC73B9C0-1C29-4138-AC5F-3F05941BF0BC}"/>
              </a:ext>
            </a:extLst>
          </p:cNvPr>
          <p:cNvSpPr>
            <a:spLocks xmlns:a="http://schemas.openxmlformats.org/drawingml/2006/main" noGrp="1"/>
          </p:cNvSpPr>
          <p:nvPr/>
        </p:nvSpPr>
        <p:spPr>
          <a:xfrm xmlns:a="http://schemas.openxmlformats.org/drawingml/2006/main">
            <a:off x="13192125" y="9686925"/>
            <a:ext cx="10668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a:t>
            </a:r>
          </a:p>
        </p:txBody>
      </p:sp>
      <p:sp>
        <p:nvSpPr>
          <p:cNvPr id="51" name="dp43-comparison / n50 / text 1">
            <a:extLst xmlns:a="http://schemas.openxmlformats.org/drawingml/2006/main">
              <a:ext uri="{FF2B5EF4-FFF2-40B4-BE49-F238E27FC236}">
                <a16:creationId xmlns:a16="http://schemas.microsoft.com/office/drawing/2014/main" id="{55AD4F62-19E0-4047-A358-AD578781746A}"/>
              </a:ext>
            </a:extLst>
          </p:cNvPr>
          <p:cNvSpPr>
            <a:spLocks xmlns:a="http://schemas.openxmlformats.org/drawingml/2006/main" noGrp="1"/>
          </p:cNvSpPr>
          <p:nvPr/>
        </p:nvSpPr>
        <p:spPr>
          <a:xfrm xmlns:a="http://schemas.openxmlformats.org/drawingml/2006/main">
            <a:off x="14411325" y="9696450"/>
            <a:ext cx="13335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8232E"/>
                </a:solidFill>
                <a:latin typeface="Apple SD Gothic Neo"/>
                <a:ea typeface="Apple SD Gothic Neo"/>
                <a:cs typeface="Apple SD Gothic Neo"/>
              </a:defRPr>
            </a:pPr>
            <a:r>
              <a:rPr sz="1575" b="1">
                <a:solidFill>
                  <a:srgbClr val="18232E"/>
                </a:solidFill>
                <a:latin typeface="Apple SD Gothic Neo"/>
                <a:ea typeface="Apple SD Gothic Neo"/>
                <a:cs typeface="Apple SD Gothic Neo"/>
              </a:rPr>
              <a:t>2.0개</a:t>
            </a:r>
          </a:p>
        </p:txBody>
      </p:sp>
      <p:sp>
        <p:nvSpPr>
          <p:cNvPr id="52" name="dp43-comparison / n51 / text 1">
            <a:extLst xmlns:a="http://schemas.openxmlformats.org/drawingml/2006/main">
              <a:ext uri="{FF2B5EF4-FFF2-40B4-BE49-F238E27FC236}">
                <a16:creationId xmlns:a16="http://schemas.microsoft.com/office/drawing/2014/main" id="{DAD9C242-C87A-4DE6-8EDC-956B40C2EDE8}"/>
              </a:ext>
            </a:extLst>
          </p:cNvPr>
          <p:cNvSpPr>
            <a:spLocks xmlns:a="http://schemas.openxmlformats.org/drawingml/2006/main" noGrp="1"/>
          </p:cNvSpPr>
          <p:nvPr/>
        </p:nvSpPr>
        <p:spPr>
          <a:xfrm xmlns:a="http://schemas.openxmlformats.org/drawingml/2006/main">
            <a:off x="15830550" y="9715500"/>
            <a:ext cx="19621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평균 변경 요소 수 ↓</a:t>
            </a:r>
          </a:p>
        </p:txBody>
      </p:sp>
      <p:sp>
        <p:nvSpPr>
          <p:cNvPr id="53" name="dp43-comparison / n52 / text 1">
            <a:extLst xmlns:a="http://schemas.openxmlformats.org/drawingml/2006/main">
              <a:ext uri="{FF2B5EF4-FFF2-40B4-BE49-F238E27FC236}">
                <a16:creationId xmlns:a16="http://schemas.microsoft.com/office/drawing/2014/main" id="{C1E1B04D-5EAF-455C-B326-D9F4D76AF1FA}"/>
              </a:ext>
            </a:extLst>
          </p:cNvPr>
          <p:cNvSpPr>
            <a:spLocks xmlns:a="http://schemas.openxmlformats.org/drawingml/2006/main" noGrp="1"/>
          </p:cNvSpPr>
          <p:nvPr/>
        </p:nvSpPr>
        <p:spPr>
          <a:xfrm xmlns:a="http://schemas.openxmlformats.org/drawingml/2006/main">
            <a:off x="381000" y="10067925"/>
            <a:ext cx="1447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비교 예시 조건: 교차 의미 정정 / 특정 지칭 기능의 독립 변경 / 동일한 공유 Omni</a:t>
            </a:r>
          </a:p>
        </p:txBody>
      </p:sp>
      <p:sp>
        <p:nvSpPr>
          <p:cNvPr id="54" name="dp43-comparison / n53 / text 1">
            <a:extLst xmlns:a="http://schemas.openxmlformats.org/drawingml/2006/main">
              <a:ext uri="{FF2B5EF4-FFF2-40B4-BE49-F238E27FC236}">
                <a16:creationId xmlns:a16="http://schemas.microsoft.com/office/drawing/2014/main" id="{94FFAE1F-5A13-43C6-8D8C-9ABF78E16D93}"/>
              </a:ext>
            </a:extLst>
          </p:cNvPr>
          <p:cNvSpPr>
            <a:spLocks xmlns:a="http://schemas.openxmlformats.org/drawingml/2006/main" noGrp="1"/>
          </p:cNvSpPr>
          <p:nvPr/>
        </p:nvSpPr>
        <p:spPr>
          <a:xfrm xmlns:a="http://schemas.openxmlformats.org/drawingml/2006/main">
            <a:off x="14906625" y="10067925"/>
            <a:ext cx="30003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 많을수록 우수 / 미측정</a:t>
            </a:r>
          </a:p>
        </p:txBody>
      </p:sp>
      <p:sp>
        <p:nvSpPr>
          <p:cNvPr id="55" name="dp43-comparison / n54">
            <a:extLst xmlns:a="http://schemas.openxmlformats.org/drawingml/2006/main">
              <a:ext uri="{FF2B5EF4-FFF2-40B4-BE49-F238E27FC236}">
                <a16:creationId xmlns:a16="http://schemas.microsoft.com/office/drawing/2014/main" id="{5688087B-97B8-425C-BBC8-035FC392044A}"/>
              </a:ext>
            </a:extLst>
          </p:cNvPr>
          <p:cNvSpPr>
            <a:spLocks xmlns:a="http://schemas.openxmlformats.org/drawingml/2006/main" noGrp="1"/>
          </p:cNvSpPr>
          <p:nvPr/>
        </p:nvSpPr>
        <p:spPr>
          <a:xfrm xmlns:a="http://schemas.openxmlformats.org/drawingml/2006/main">
            <a:off x="1571625" y="2676525"/>
            <a:ext cx="2333625"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56" name="dp43-comparison / n55 / text 1">
            <a:extLst xmlns:a="http://schemas.openxmlformats.org/drawingml/2006/main">
              <a:ext uri="{FF2B5EF4-FFF2-40B4-BE49-F238E27FC236}">
                <a16:creationId xmlns:a16="http://schemas.microsoft.com/office/drawing/2014/main" id="{51F407B3-4F26-4C1A-A329-7AA2EC07B9C0}"/>
              </a:ext>
            </a:extLst>
          </p:cNvPr>
          <p:cNvSpPr>
            <a:spLocks xmlns:a="http://schemas.openxmlformats.org/drawingml/2006/main" noGrp="1"/>
          </p:cNvSpPr>
          <p:nvPr/>
        </p:nvSpPr>
        <p:spPr>
          <a:xfrm xmlns:a="http://schemas.openxmlformats.org/drawingml/2006/main">
            <a:off x="1657350" y="274605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Interaction Manager</a:t>
            </a:r>
          </a:p>
        </p:txBody>
      </p:sp>
      <p:sp>
        <p:nvSpPr>
          <p:cNvPr id="57" name="dp43-comparison / n56">
            <a:extLst xmlns:a="http://schemas.openxmlformats.org/drawingml/2006/main">
              <a:ext uri="{FF2B5EF4-FFF2-40B4-BE49-F238E27FC236}">
                <a16:creationId xmlns:a16="http://schemas.microsoft.com/office/drawing/2014/main" id="{32549CE1-57EC-4256-91D1-985861AE7570}"/>
              </a:ext>
            </a:extLst>
          </p:cNvPr>
          <p:cNvSpPr>
            <a:spLocks xmlns:a="http://schemas.openxmlformats.org/drawingml/2006/main" noGrp="1"/>
          </p:cNvSpPr>
          <p:nvPr/>
        </p:nvSpPr>
        <p:spPr>
          <a:xfrm xmlns:a="http://schemas.openxmlformats.org/drawingml/2006/main">
            <a:off x="4543425" y="2676525"/>
            <a:ext cx="21907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58" name="dp43-comparison / n57 / text 1">
            <a:extLst xmlns:a="http://schemas.openxmlformats.org/drawingml/2006/main">
              <a:ext uri="{FF2B5EF4-FFF2-40B4-BE49-F238E27FC236}">
                <a16:creationId xmlns:a16="http://schemas.microsoft.com/office/drawing/2014/main" id="{42F4BFFF-47AD-4BB3-A53F-4534E0B310A6}"/>
              </a:ext>
            </a:extLst>
          </p:cNvPr>
          <p:cNvSpPr>
            <a:spLocks xmlns:a="http://schemas.openxmlformats.org/drawingml/2006/main" noGrp="1"/>
          </p:cNvSpPr>
          <p:nvPr/>
        </p:nvSpPr>
        <p:spPr>
          <a:xfrm xmlns:a="http://schemas.openxmlformats.org/drawingml/2006/main">
            <a:off x="4629150" y="2746058"/>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59" name="dp43-comparison / n58">
            <a:extLst xmlns:a="http://schemas.openxmlformats.org/drawingml/2006/main">
              <a:ext uri="{FF2B5EF4-FFF2-40B4-BE49-F238E27FC236}">
                <a16:creationId xmlns:a16="http://schemas.microsoft.com/office/drawing/2014/main" id="{F143FCE3-B8B2-438A-809C-0725171DDEED}"/>
              </a:ext>
            </a:extLst>
          </p:cNvPr>
          <p:cNvSpPr>
            <a:spLocks xmlns:a="http://schemas.openxmlformats.org/drawingml/2006/main" noGrp="1"/>
          </p:cNvSpPr>
          <p:nvPr/>
        </p:nvSpPr>
        <p:spPr>
          <a:xfrm xmlns:a="http://schemas.openxmlformats.org/drawingml/2006/main">
            <a:off x="7419975" y="2676525"/>
            <a:ext cx="19621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60" name="dp43-comparison / n59 / text 1">
            <a:extLst xmlns:a="http://schemas.openxmlformats.org/drawingml/2006/main">
              <a:ext uri="{FF2B5EF4-FFF2-40B4-BE49-F238E27FC236}">
                <a16:creationId xmlns:a16="http://schemas.microsoft.com/office/drawing/2014/main" id="{967CA26D-16EA-4499-88D5-556AD057BEB1}"/>
              </a:ext>
            </a:extLst>
          </p:cNvPr>
          <p:cNvSpPr>
            <a:spLocks xmlns:a="http://schemas.openxmlformats.org/drawingml/2006/main" noGrp="1"/>
          </p:cNvSpPr>
          <p:nvPr/>
        </p:nvSpPr>
        <p:spPr>
          <a:xfrm xmlns:a="http://schemas.openxmlformats.org/drawingml/2006/main">
            <a:off x="7505700" y="2746058"/>
            <a:ext cx="17907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Model Access</a:t>
            </a:r>
          </a:p>
        </p:txBody>
      </p:sp>
      <p:sp>
        <p:nvSpPr>
          <p:cNvPr id="61" name="dp43-comparison / n64 / path">
            <a:extLst xmlns:a="http://schemas.openxmlformats.org/drawingml/2006/main">
              <a:ext uri="{FF2B5EF4-FFF2-40B4-BE49-F238E27FC236}">
                <a16:creationId xmlns:a16="http://schemas.microsoft.com/office/drawing/2014/main" id="{84C52DA1-2B62-44D7-9A6F-8999A06F84B5}"/>
              </a:ext>
            </a:extLst>
          </p:cNvPr>
          <p:cNvSpPr>
            <a:spLocks xmlns:a="http://schemas.openxmlformats.org/drawingml/2006/main" noGrp="1"/>
          </p:cNvSpPr>
          <p:nvPr/>
        </p:nvSpPr>
        <p:spPr>
          <a:xfrm xmlns:a="http://schemas.openxmlformats.org/drawingml/2006/main">
            <a:off x="3905250" y="2857500"/>
            <a:ext cx="638175" cy="953"/>
          </a:xfrm>
          <a:custGeom xmlns:a="http://schemas.openxmlformats.org/drawingml/2006/main">
            <a:pathLst>
              <a:path w="638175" h="953">
                <a:moveTo>
                  <a:pt x="0" y="0"/>
                </a:moveTo>
                <a:lnTo>
                  <a:pt x="638175" y="0"/>
                </a:lnTo>
              </a:path>
            </a:pathLst>
          </a:custGeom>
          <a:noFill xmlns:a="http://schemas.openxmlformats.org/drawingml/2006/main"/>
          <a:ln xmlns:a="http://schemas.openxmlformats.org/drawingml/2006/main" w="19050">
            <a:solidFill>
              <a:srgbClr val="2858A5"/>
            </a:solidFill>
            <a:prstDash val="solid"/>
          </a:ln>
        </p:spPr>
      </p:sp>
      <p:sp>
        <p:nvSpPr>
          <p:cNvPr id="62" name="dp43-comparison / n64 / arrow">
            <a:extLst xmlns:a="http://schemas.openxmlformats.org/drawingml/2006/main">
              <a:ext uri="{FF2B5EF4-FFF2-40B4-BE49-F238E27FC236}">
                <a16:creationId xmlns:a16="http://schemas.microsoft.com/office/drawing/2014/main" id="{1F7FBB5F-9348-49E4-AE38-3FDDD87F5321}"/>
              </a:ext>
            </a:extLst>
          </p:cNvPr>
          <p:cNvSpPr>
            <a:spLocks xmlns:a="http://schemas.openxmlformats.org/drawingml/2006/main" noGrp="1"/>
          </p:cNvSpPr>
          <p:nvPr/>
        </p:nvSpPr>
        <p:spPr>
          <a:xfrm xmlns:a="http://schemas.openxmlformats.org/drawingml/2006/main">
            <a:off x="4421505" y="279654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63" name="dp43-comparison / n69">
            <a:extLst xmlns:a="http://schemas.openxmlformats.org/drawingml/2006/main">
              <a:ext uri="{FF2B5EF4-FFF2-40B4-BE49-F238E27FC236}">
                <a16:creationId xmlns:a16="http://schemas.microsoft.com/office/drawing/2014/main" id="{7B58EFA8-DAD1-49FF-ACDE-37CCB183ECBC}"/>
              </a:ext>
            </a:extLst>
          </p:cNvPr>
          <p:cNvSpPr>
            <a:spLocks xmlns:a="http://schemas.openxmlformats.org/drawingml/2006/main" noGrp="1"/>
          </p:cNvSpPr>
          <p:nvPr/>
        </p:nvSpPr>
        <p:spPr>
          <a:xfrm xmlns:a="http://schemas.openxmlformats.org/drawingml/2006/main">
            <a:off x="1562100" y="3409950"/>
            <a:ext cx="7820025" cy="2533650"/>
          </a:xfrm>
          <a:prstGeom xmlns:a="http://schemas.openxmlformats.org/drawingml/2006/main" prst="rect">
            <a:avLst/>
          </a:prstGeom>
          <a:solidFill xmlns:a="http://schemas.openxmlformats.org/drawingml/2006/main">
            <a:srgbClr val="FAFBFC"/>
          </a:solidFill>
          <a:ln xmlns:a="http://schemas.openxmlformats.org/drawingml/2006/main" w="16193">
            <a:solidFill>
              <a:srgbClr val="2858A5"/>
            </a:solidFill>
            <a:prstDash val="solid"/>
          </a:ln>
        </p:spPr>
      </p:sp>
      <p:sp>
        <p:nvSpPr>
          <p:cNvPr id="64" name="dp43-comparison / n70 / text 1">
            <a:extLst xmlns:a="http://schemas.openxmlformats.org/drawingml/2006/main">
              <a:ext uri="{FF2B5EF4-FFF2-40B4-BE49-F238E27FC236}">
                <a16:creationId xmlns:a16="http://schemas.microsoft.com/office/drawing/2014/main" id="{A588F682-0AB5-42AF-9020-8EA359062700}"/>
              </a:ext>
            </a:extLst>
          </p:cNvPr>
          <p:cNvSpPr>
            <a:spLocks xmlns:a="http://schemas.openxmlformats.org/drawingml/2006/main" noGrp="1"/>
          </p:cNvSpPr>
          <p:nvPr/>
        </p:nvSpPr>
        <p:spPr>
          <a:xfrm xmlns:a="http://schemas.openxmlformats.org/drawingml/2006/main">
            <a:off x="1685925" y="3505200"/>
            <a:ext cx="75723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2858A5"/>
                </a:solidFill>
                <a:latin typeface="Apple SD Gothic Neo"/>
                <a:ea typeface="Apple SD Gothic Neo"/>
                <a:cs typeface="Apple SD Gothic Neo"/>
              </a:defRPr>
            </a:pPr>
            <a:r>
              <a:rPr sz="1575" b="1">
                <a:solidFill>
                  <a:srgbClr val="2858A5"/>
                </a:solidFill>
                <a:latin typeface="Apple SD Gothic Neo"/>
                <a:ea typeface="Apple SD Gothic Neo"/>
                <a:cs typeface="Apple SD Gothic Neo"/>
              </a:rPr>
              <a:t>Request Interpreter</a:t>
            </a:r>
          </a:p>
        </p:txBody>
      </p:sp>
      <p:sp>
        <p:nvSpPr>
          <p:cNvPr id="65" name="dp43-comparison / n71">
            <a:extLst xmlns:a="http://schemas.openxmlformats.org/drawingml/2006/main">
              <a:ext uri="{FF2B5EF4-FFF2-40B4-BE49-F238E27FC236}">
                <a16:creationId xmlns:a16="http://schemas.microsoft.com/office/drawing/2014/main" id="{DC9F725E-6BA5-463B-AB3F-36A9138B17CB}"/>
              </a:ext>
            </a:extLst>
          </p:cNvPr>
          <p:cNvSpPr>
            <a:spLocks xmlns:a="http://schemas.openxmlformats.org/drawingml/2006/main" noGrp="1"/>
          </p:cNvSpPr>
          <p:nvPr/>
        </p:nvSpPr>
        <p:spPr>
          <a:xfrm xmlns:a="http://schemas.openxmlformats.org/drawingml/2006/main">
            <a:off x="2819400" y="3914775"/>
            <a:ext cx="5276850" cy="457200"/>
          </a:xfrm>
          <a:prstGeom xmlns:a="http://schemas.openxmlformats.org/drawingml/2006/main" prst="rect">
            <a:avLst/>
          </a:prstGeom>
          <a:solidFill xmlns:a="http://schemas.openxmlformats.org/drawingml/2006/main">
            <a:srgbClr val="FFFFFF"/>
          </a:solidFill>
          <a:ln xmlns:a="http://schemas.openxmlformats.org/drawingml/2006/main" w="16193">
            <a:solidFill>
              <a:srgbClr val="2858A5"/>
            </a:solidFill>
            <a:prstDash val="solid"/>
          </a:ln>
        </p:spPr>
      </p:sp>
      <p:sp>
        <p:nvSpPr>
          <p:cNvPr id="66" name="dp43-comparison / n72 / text 1">
            <a:extLst xmlns:a="http://schemas.openxmlformats.org/drawingml/2006/main">
              <a:ext uri="{FF2B5EF4-FFF2-40B4-BE49-F238E27FC236}">
                <a16:creationId xmlns:a16="http://schemas.microsoft.com/office/drawing/2014/main" id="{0DAF9F56-0CC6-4F49-B7BD-7EDBF53C99AF}"/>
              </a:ext>
            </a:extLst>
          </p:cNvPr>
          <p:cNvSpPr>
            <a:spLocks xmlns:a="http://schemas.openxmlformats.org/drawingml/2006/main" noGrp="1"/>
          </p:cNvSpPr>
          <p:nvPr/>
        </p:nvSpPr>
        <p:spPr>
          <a:xfrm xmlns:a="http://schemas.openxmlformats.org/drawingml/2006/main">
            <a:off x="2905125" y="4013359"/>
            <a:ext cx="51054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2858A5"/>
                </a:solidFill>
                <a:latin typeface="Apple SD Gothic Neo"/>
                <a:ea typeface="Apple SD Gothic Neo"/>
                <a:cs typeface="Apple SD Gothic Neo"/>
              </a:defRPr>
            </a:pPr>
            <a:r>
              <a:rPr sz="1575" b="1">
                <a:solidFill>
                  <a:srgbClr val="2858A5"/>
                </a:solidFill>
                <a:latin typeface="Apple SD Gothic Neo"/>
                <a:ea typeface="Apple SD Gothic Neo"/>
                <a:cs typeface="Apple SD Gothic Neo"/>
              </a:rPr>
              <a:t>Integrated Semantic Interpreter</a:t>
            </a:r>
          </a:p>
        </p:txBody>
      </p:sp>
      <p:sp>
        <p:nvSpPr>
          <p:cNvPr id="67" name="dp43-comparison / n73">
            <a:extLst xmlns:a="http://schemas.openxmlformats.org/drawingml/2006/main">
              <a:ext uri="{FF2B5EF4-FFF2-40B4-BE49-F238E27FC236}">
                <a16:creationId xmlns:a16="http://schemas.microsoft.com/office/drawing/2014/main" id="{B94D9ECF-FA1E-4C33-9F52-A09FA6243068}"/>
              </a:ext>
            </a:extLst>
          </p:cNvPr>
          <p:cNvSpPr>
            <a:spLocks xmlns:a="http://schemas.openxmlformats.org/drawingml/2006/main" noGrp="1"/>
          </p:cNvSpPr>
          <p:nvPr/>
        </p:nvSpPr>
        <p:spPr>
          <a:xfrm xmlns:a="http://schemas.openxmlformats.org/drawingml/2006/main">
            <a:off x="3886200" y="5095875"/>
            <a:ext cx="3124200" cy="50482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68" name="dp43-comparison / n74 / text 1">
            <a:extLst xmlns:a="http://schemas.openxmlformats.org/drawingml/2006/main">
              <a:ext uri="{FF2B5EF4-FFF2-40B4-BE49-F238E27FC236}">
                <a16:creationId xmlns:a16="http://schemas.microsoft.com/office/drawing/2014/main" id="{7C181668-739E-4EED-A68D-9B9A12C6541A}"/>
              </a:ext>
            </a:extLst>
          </p:cNvPr>
          <p:cNvSpPr>
            <a:spLocks xmlns:a="http://schemas.openxmlformats.org/drawingml/2006/main" noGrp="1"/>
          </p:cNvSpPr>
          <p:nvPr/>
        </p:nvSpPr>
        <p:spPr>
          <a:xfrm xmlns:a="http://schemas.openxmlformats.org/drawingml/2006/main">
            <a:off x="3971925" y="5257800"/>
            <a:ext cx="2952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18232E"/>
                </a:solidFill>
                <a:latin typeface="Apple SD Gothic Neo"/>
                <a:ea typeface="Apple SD Gothic Neo"/>
                <a:cs typeface="Apple SD Gothic Neo"/>
              </a:defRPr>
            </a:pPr>
            <a:r>
              <a:rPr sz="1350" b="0">
                <a:solidFill>
                  <a:srgbClr val="18232E"/>
                </a:solidFill>
                <a:latin typeface="Apple SD Gothic Neo"/>
                <a:ea typeface="Apple SD Gothic Neo"/>
                <a:cs typeface="Apple SD Gothic Neo"/>
              </a:rPr>
              <a:t>Interpretation Attempt State</a:t>
            </a:r>
          </a:p>
        </p:txBody>
      </p:sp>
      <p:sp>
        <p:nvSpPr>
          <p:cNvPr id="69" name="dp43-comparison / n75 / path">
            <a:extLst xmlns:a="http://schemas.openxmlformats.org/drawingml/2006/main">
              <a:ext uri="{FF2B5EF4-FFF2-40B4-BE49-F238E27FC236}">
                <a16:creationId xmlns:a16="http://schemas.microsoft.com/office/drawing/2014/main" id="{5EF9B40D-C619-4D7B-A3FB-B630B4431367}"/>
              </a:ext>
            </a:extLst>
          </p:cNvPr>
          <p:cNvSpPr>
            <a:spLocks xmlns:a="http://schemas.openxmlformats.org/drawingml/2006/main" noGrp="1"/>
          </p:cNvSpPr>
          <p:nvPr/>
        </p:nvSpPr>
        <p:spPr>
          <a:xfrm xmlns:a="http://schemas.openxmlformats.org/drawingml/2006/main">
            <a:off x="5457825" y="3038475"/>
            <a:ext cx="1133475" cy="876300"/>
          </a:xfrm>
          <a:custGeom xmlns:a="http://schemas.openxmlformats.org/drawingml/2006/main">
            <a:pathLst>
              <a:path w="1133475" h="876300">
                <a:moveTo>
                  <a:pt x="1133475" y="0"/>
                </a:moveTo>
                <a:lnTo>
                  <a:pt x="1133475" y="266700"/>
                </a:lnTo>
                <a:lnTo>
                  <a:pt x="0" y="266700"/>
                </a:lnTo>
                <a:lnTo>
                  <a:pt x="0" y="876300"/>
                </a:lnTo>
              </a:path>
            </a:pathLst>
          </a:custGeom>
          <a:noFill xmlns:a="http://schemas.openxmlformats.org/drawingml/2006/main"/>
          <a:ln xmlns:a="http://schemas.openxmlformats.org/drawingml/2006/main" w="19050">
            <a:solidFill>
              <a:srgbClr val="2858A5"/>
            </a:solidFill>
            <a:prstDash val="solid"/>
          </a:ln>
        </p:spPr>
      </p:sp>
      <p:sp>
        <p:nvSpPr>
          <p:cNvPr id="70" name="dp43-comparison / n75 / arrow">
            <a:extLst xmlns:a="http://schemas.openxmlformats.org/drawingml/2006/main">
              <a:ext uri="{FF2B5EF4-FFF2-40B4-BE49-F238E27FC236}">
                <a16:creationId xmlns:a16="http://schemas.microsoft.com/office/drawing/2014/main" id="{0D7203BD-175F-4499-A897-2E925EF3D532}"/>
              </a:ext>
            </a:extLst>
          </p:cNvPr>
          <p:cNvSpPr>
            <a:spLocks xmlns:a="http://schemas.openxmlformats.org/drawingml/2006/main" noGrp="1"/>
          </p:cNvSpPr>
          <p:nvPr/>
        </p:nvSpPr>
        <p:spPr>
          <a:xfrm xmlns:a="http://schemas.openxmlformats.org/drawingml/2006/main">
            <a:off x="5396865" y="379285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2858A5"/>
            </a:solidFill>
            <a:prstDash val="solid"/>
          </a:ln>
        </p:spPr>
      </p:sp>
      <p:sp>
        <p:nvSpPr>
          <p:cNvPr id="71" name="dp43-comparison / n80 / path">
            <a:extLst xmlns:a="http://schemas.openxmlformats.org/drawingml/2006/main">
              <a:ext uri="{FF2B5EF4-FFF2-40B4-BE49-F238E27FC236}">
                <a16:creationId xmlns:a16="http://schemas.microsoft.com/office/drawing/2014/main" id="{C1A749B3-C100-472B-AB08-51B841D0C420}"/>
              </a:ext>
            </a:extLst>
          </p:cNvPr>
          <p:cNvSpPr>
            <a:spLocks xmlns:a="http://schemas.openxmlformats.org/drawingml/2006/main" noGrp="1"/>
          </p:cNvSpPr>
          <p:nvPr/>
        </p:nvSpPr>
        <p:spPr>
          <a:xfrm xmlns:a="http://schemas.openxmlformats.org/drawingml/2006/main">
            <a:off x="5448300" y="4371975"/>
            <a:ext cx="9525" cy="723900"/>
          </a:xfrm>
          <a:custGeom xmlns:a="http://schemas.openxmlformats.org/drawingml/2006/main">
            <a:pathLst>
              <a:path w="9525" h="723900">
                <a:moveTo>
                  <a:pt x="9525" y="0"/>
                </a:moveTo>
                <a:lnTo>
                  <a:pt x="0" y="723900"/>
                </a:lnTo>
              </a:path>
            </a:pathLst>
          </a:custGeom>
          <a:noFill xmlns:a="http://schemas.openxmlformats.org/drawingml/2006/main"/>
          <a:ln xmlns:a="http://schemas.openxmlformats.org/drawingml/2006/main" w="19050">
            <a:solidFill>
              <a:srgbClr val="2858A5"/>
            </a:solidFill>
            <a:prstDash val="solid"/>
          </a:ln>
        </p:spPr>
      </p:sp>
      <p:sp>
        <p:nvSpPr>
          <p:cNvPr id="72" name="dp43-comparison / n80 / arrow">
            <a:extLst xmlns:a="http://schemas.openxmlformats.org/drawingml/2006/main">
              <a:ext uri="{FF2B5EF4-FFF2-40B4-BE49-F238E27FC236}">
                <a16:creationId xmlns:a16="http://schemas.microsoft.com/office/drawing/2014/main" id="{622F17F0-C5E2-474C-9B47-85DB6BE151F1}"/>
              </a:ext>
            </a:extLst>
          </p:cNvPr>
          <p:cNvSpPr>
            <a:spLocks xmlns:a="http://schemas.openxmlformats.org/drawingml/2006/main" noGrp="1"/>
          </p:cNvSpPr>
          <p:nvPr/>
        </p:nvSpPr>
        <p:spPr>
          <a:xfrm xmlns:a="http://schemas.openxmlformats.org/drawingml/2006/main">
            <a:off x="5388949" y="4973164"/>
            <a:ext cx="121909" cy="122711"/>
          </a:xfrm>
          <a:custGeom xmlns:a="http://schemas.openxmlformats.org/drawingml/2006/main">
            <a:pathLst>
              <a:path w="121909" h="122711">
                <a:moveTo>
                  <a:pt x="0" y="0"/>
                </a:moveTo>
                <a:lnTo>
                  <a:pt x="59351" y="122711"/>
                </a:lnTo>
                <a:lnTo>
                  <a:pt x="121909" y="1604"/>
                </a:lnTo>
              </a:path>
            </a:pathLst>
          </a:custGeom>
          <a:noFill xmlns:a="http://schemas.openxmlformats.org/drawingml/2006/main"/>
          <a:ln xmlns:a="http://schemas.openxmlformats.org/drawingml/2006/main" w="24384">
            <a:solidFill>
              <a:srgbClr val="2858A5"/>
            </a:solidFill>
            <a:prstDash val="solid"/>
          </a:ln>
        </p:spPr>
      </p:sp>
      <p:sp>
        <p:nvSpPr>
          <p:cNvPr id="73" name="dp43-comparison / n81 / path">
            <a:extLst xmlns:a="http://schemas.openxmlformats.org/drawingml/2006/main">
              <a:ext uri="{FF2B5EF4-FFF2-40B4-BE49-F238E27FC236}">
                <a16:creationId xmlns:a16="http://schemas.microsoft.com/office/drawing/2014/main" id="{BF64A209-217F-4631-8613-FBB4F4B3419E}"/>
              </a:ext>
            </a:extLst>
          </p:cNvPr>
          <p:cNvSpPr>
            <a:spLocks xmlns:a="http://schemas.openxmlformats.org/drawingml/2006/main" noGrp="1"/>
          </p:cNvSpPr>
          <p:nvPr/>
        </p:nvSpPr>
        <p:spPr>
          <a:xfrm xmlns:a="http://schemas.openxmlformats.org/drawingml/2006/main">
            <a:off x="2619375" y="4143375"/>
            <a:ext cx="1266825" cy="1209675"/>
          </a:xfrm>
          <a:custGeom xmlns:a="http://schemas.openxmlformats.org/drawingml/2006/main">
            <a:pathLst>
              <a:path w="1266825" h="1209675">
                <a:moveTo>
                  <a:pt x="1266825" y="1204913"/>
                </a:moveTo>
                <a:lnTo>
                  <a:pt x="0" y="1209675"/>
                </a:lnTo>
                <a:lnTo>
                  <a:pt x="0" y="0"/>
                </a:lnTo>
                <a:lnTo>
                  <a:pt x="200025" y="0"/>
                </a:lnTo>
              </a:path>
            </a:pathLst>
          </a:custGeom>
          <a:noFill xmlns:a="http://schemas.openxmlformats.org/drawingml/2006/main"/>
          <a:ln xmlns:a="http://schemas.openxmlformats.org/drawingml/2006/main" w="19050">
            <a:solidFill>
              <a:srgbClr val="2858A5"/>
            </a:solidFill>
            <a:prstDash val="dash"/>
          </a:ln>
        </p:spPr>
      </p:sp>
      <p:sp>
        <p:nvSpPr>
          <p:cNvPr id="74" name="dp43-comparison / n81 / arrow">
            <a:extLst xmlns:a="http://schemas.openxmlformats.org/drawingml/2006/main">
              <a:ext uri="{FF2B5EF4-FFF2-40B4-BE49-F238E27FC236}">
                <a16:creationId xmlns:a16="http://schemas.microsoft.com/office/drawing/2014/main" id="{6DD28D1D-0224-4411-946F-5F1B647B8345}"/>
              </a:ext>
            </a:extLst>
          </p:cNvPr>
          <p:cNvSpPr>
            <a:spLocks xmlns:a="http://schemas.openxmlformats.org/drawingml/2006/main" noGrp="1"/>
          </p:cNvSpPr>
          <p:nvPr/>
        </p:nvSpPr>
        <p:spPr>
          <a:xfrm xmlns:a="http://schemas.openxmlformats.org/drawingml/2006/main">
            <a:off x="2697480" y="4082415"/>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75" name="dp43-comparison / n84 / path">
            <a:extLst xmlns:a="http://schemas.openxmlformats.org/drawingml/2006/main">
              <a:ext uri="{FF2B5EF4-FFF2-40B4-BE49-F238E27FC236}">
                <a16:creationId xmlns:a16="http://schemas.microsoft.com/office/drawing/2014/main" id="{747D1825-368E-4818-8C8C-48C9C702CD05}"/>
              </a:ext>
            </a:extLst>
          </p:cNvPr>
          <p:cNvSpPr>
            <a:spLocks xmlns:a="http://schemas.openxmlformats.org/drawingml/2006/main" noGrp="1"/>
          </p:cNvSpPr>
          <p:nvPr/>
        </p:nvSpPr>
        <p:spPr>
          <a:xfrm xmlns:a="http://schemas.openxmlformats.org/drawingml/2006/main">
            <a:off x="8096250" y="3038475"/>
            <a:ext cx="1114425" cy="1104900"/>
          </a:xfrm>
          <a:custGeom xmlns:a="http://schemas.openxmlformats.org/drawingml/2006/main">
            <a:pathLst>
              <a:path w="1114425" h="1104900">
                <a:moveTo>
                  <a:pt x="0" y="1104900"/>
                </a:moveTo>
                <a:lnTo>
                  <a:pt x="1114425" y="1104900"/>
                </a:lnTo>
                <a:lnTo>
                  <a:pt x="1114425" y="266700"/>
                </a:lnTo>
                <a:lnTo>
                  <a:pt x="304800" y="266700"/>
                </a:lnTo>
                <a:lnTo>
                  <a:pt x="304800" y="0"/>
                </a:lnTo>
              </a:path>
            </a:pathLst>
          </a:custGeom>
          <a:noFill xmlns:a="http://schemas.openxmlformats.org/drawingml/2006/main"/>
          <a:ln xmlns:a="http://schemas.openxmlformats.org/drawingml/2006/main" w="19050">
            <a:solidFill>
              <a:srgbClr val="5F6B77"/>
            </a:solidFill>
            <a:prstDash val="dash"/>
          </a:ln>
        </p:spPr>
      </p:sp>
      <p:sp>
        <p:nvSpPr>
          <p:cNvPr id="76" name="dp43-comparison / n84 / arrow">
            <a:extLst xmlns:a="http://schemas.openxmlformats.org/drawingml/2006/main">
              <a:ext uri="{FF2B5EF4-FFF2-40B4-BE49-F238E27FC236}">
                <a16:creationId xmlns:a16="http://schemas.microsoft.com/office/drawing/2014/main" id="{906F6B28-ED4D-4879-84B7-BA72B6F78C38}"/>
              </a:ext>
            </a:extLst>
          </p:cNvPr>
          <p:cNvSpPr>
            <a:spLocks xmlns:a="http://schemas.openxmlformats.org/drawingml/2006/main" noGrp="1"/>
          </p:cNvSpPr>
          <p:nvPr/>
        </p:nvSpPr>
        <p:spPr>
          <a:xfrm xmlns:a="http://schemas.openxmlformats.org/drawingml/2006/main">
            <a:off x="8340090" y="3038475"/>
            <a:ext cx="121920" cy="121920"/>
          </a:xfrm>
          <a:custGeom xmlns:a="http://schemas.openxmlformats.org/drawingml/2006/main">
            <a:pathLst>
              <a:path w="121920" h="121920">
                <a:moveTo>
                  <a:pt x="121920" y="121920"/>
                </a:moveTo>
                <a:lnTo>
                  <a:pt x="60960" y="0"/>
                </a:lnTo>
                <a:lnTo>
                  <a:pt x="0" y="121920"/>
                </a:lnTo>
              </a:path>
            </a:pathLst>
          </a:custGeom>
          <a:noFill xmlns:a="http://schemas.openxmlformats.org/drawingml/2006/main"/>
          <a:ln xmlns:a="http://schemas.openxmlformats.org/drawingml/2006/main" w="24384">
            <a:solidFill>
              <a:srgbClr val="5F6B77"/>
            </a:solidFill>
            <a:prstDash val="solid"/>
          </a:ln>
        </p:spPr>
      </p:sp>
      <p:sp>
        <p:nvSpPr>
          <p:cNvPr id="77" name="dp43-comparison / n87">
            <a:extLst xmlns:a="http://schemas.openxmlformats.org/drawingml/2006/main">
              <a:ext uri="{FF2B5EF4-FFF2-40B4-BE49-F238E27FC236}">
                <a16:creationId xmlns:a16="http://schemas.microsoft.com/office/drawing/2014/main" id="{BA295497-A19C-4E37-A676-E8CD44D3D222}"/>
              </a:ext>
            </a:extLst>
          </p:cNvPr>
          <p:cNvSpPr>
            <a:spLocks xmlns:a="http://schemas.openxmlformats.org/drawingml/2006/main" noGrp="1"/>
          </p:cNvSpPr>
          <p:nvPr/>
        </p:nvSpPr>
        <p:spPr>
          <a:xfrm xmlns:a="http://schemas.openxmlformats.org/drawingml/2006/main">
            <a:off x="1619250" y="6524625"/>
            <a:ext cx="238125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78" name="dp43-comparison / n88 / text 1">
            <a:extLst xmlns:a="http://schemas.openxmlformats.org/drawingml/2006/main">
              <a:ext uri="{FF2B5EF4-FFF2-40B4-BE49-F238E27FC236}">
                <a16:creationId xmlns:a16="http://schemas.microsoft.com/office/drawing/2014/main" id="{0361C634-3C2A-40F9-8E68-8288E6D277DB}"/>
              </a:ext>
            </a:extLst>
          </p:cNvPr>
          <p:cNvSpPr>
            <a:spLocks xmlns:a="http://schemas.openxmlformats.org/drawingml/2006/main" noGrp="1"/>
          </p:cNvSpPr>
          <p:nvPr/>
        </p:nvSpPr>
        <p:spPr>
          <a:xfrm xmlns:a="http://schemas.openxmlformats.org/drawingml/2006/main">
            <a:off x="1704975" y="659892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79" name="dp43-comparison / n89">
            <a:extLst xmlns:a="http://schemas.openxmlformats.org/drawingml/2006/main">
              <a:ext uri="{FF2B5EF4-FFF2-40B4-BE49-F238E27FC236}">
                <a16:creationId xmlns:a16="http://schemas.microsoft.com/office/drawing/2014/main" id="{BA7E949E-1BF8-4CC5-BD4C-A4DE5BD2BEA0}"/>
              </a:ext>
            </a:extLst>
          </p:cNvPr>
          <p:cNvSpPr>
            <a:spLocks xmlns:a="http://schemas.openxmlformats.org/drawingml/2006/main" noGrp="1"/>
          </p:cNvSpPr>
          <p:nvPr/>
        </p:nvSpPr>
        <p:spPr>
          <a:xfrm xmlns:a="http://schemas.openxmlformats.org/drawingml/2006/main">
            <a:off x="4619625" y="6505575"/>
            <a:ext cx="219075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80" name="dp43-comparison / n90 / text 1">
            <a:extLst xmlns:a="http://schemas.openxmlformats.org/drawingml/2006/main">
              <a:ext uri="{FF2B5EF4-FFF2-40B4-BE49-F238E27FC236}">
                <a16:creationId xmlns:a16="http://schemas.microsoft.com/office/drawing/2014/main" id="{FC66E178-C469-438D-8AFC-2F26EDE2029B}"/>
              </a:ext>
            </a:extLst>
          </p:cNvPr>
          <p:cNvSpPr>
            <a:spLocks xmlns:a="http://schemas.openxmlformats.org/drawingml/2006/main" noGrp="1"/>
          </p:cNvSpPr>
          <p:nvPr/>
        </p:nvSpPr>
        <p:spPr>
          <a:xfrm xmlns:a="http://schemas.openxmlformats.org/drawingml/2006/main">
            <a:off x="4705350" y="6667500"/>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State Store</a:t>
            </a:r>
          </a:p>
        </p:txBody>
      </p:sp>
      <p:sp>
        <p:nvSpPr>
          <p:cNvPr id="81" name="dp43-comparison / n91">
            <a:extLst xmlns:a="http://schemas.openxmlformats.org/drawingml/2006/main">
              <a:ext uri="{FF2B5EF4-FFF2-40B4-BE49-F238E27FC236}">
                <a16:creationId xmlns:a16="http://schemas.microsoft.com/office/drawing/2014/main" id="{53E8D436-1DEB-4C7D-B575-45CD0FBE5EAE}"/>
              </a:ext>
            </a:extLst>
          </p:cNvPr>
          <p:cNvSpPr>
            <a:spLocks xmlns:a="http://schemas.openxmlformats.org/drawingml/2006/main" noGrp="1"/>
          </p:cNvSpPr>
          <p:nvPr/>
        </p:nvSpPr>
        <p:spPr>
          <a:xfrm xmlns:a="http://schemas.openxmlformats.org/drawingml/2006/main">
            <a:off x="7381875" y="6524625"/>
            <a:ext cx="19812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82" name="dp43-comparison / n92 / text 1">
            <a:extLst xmlns:a="http://schemas.openxmlformats.org/drawingml/2006/main">
              <a:ext uri="{FF2B5EF4-FFF2-40B4-BE49-F238E27FC236}">
                <a16:creationId xmlns:a16="http://schemas.microsoft.com/office/drawing/2014/main" id="{6D28A8D6-69D8-4C55-8018-BD3E67EFBACE}"/>
              </a:ext>
            </a:extLst>
          </p:cNvPr>
          <p:cNvSpPr>
            <a:spLocks xmlns:a="http://schemas.openxmlformats.org/drawingml/2006/main" noGrp="1"/>
          </p:cNvSpPr>
          <p:nvPr/>
        </p:nvSpPr>
        <p:spPr>
          <a:xfrm xmlns:a="http://schemas.openxmlformats.org/drawingml/2006/main">
            <a:off x="7467600" y="6598920"/>
            <a:ext cx="1809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Policy Manager</a:t>
            </a:r>
          </a:p>
        </p:txBody>
      </p:sp>
      <p:sp>
        <p:nvSpPr>
          <p:cNvPr id="83" name="dp43-comparison / n93 / path">
            <a:extLst xmlns:a="http://schemas.openxmlformats.org/drawingml/2006/main">
              <a:ext uri="{FF2B5EF4-FFF2-40B4-BE49-F238E27FC236}">
                <a16:creationId xmlns:a16="http://schemas.microsoft.com/office/drawing/2014/main" id="{AA713E6C-1E8E-419E-9F0A-305448B0965E}"/>
              </a:ext>
            </a:extLst>
          </p:cNvPr>
          <p:cNvSpPr>
            <a:spLocks xmlns:a="http://schemas.openxmlformats.org/drawingml/2006/main" noGrp="1"/>
          </p:cNvSpPr>
          <p:nvPr/>
        </p:nvSpPr>
        <p:spPr>
          <a:xfrm xmlns:a="http://schemas.openxmlformats.org/drawingml/2006/main">
            <a:off x="2809875" y="5600700"/>
            <a:ext cx="2638425" cy="923925"/>
          </a:xfrm>
          <a:custGeom xmlns:a="http://schemas.openxmlformats.org/drawingml/2006/main">
            <a:pathLst>
              <a:path w="2638425" h="923925">
                <a:moveTo>
                  <a:pt x="2638425" y="0"/>
                </a:moveTo>
                <a:lnTo>
                  <a:pt x="2638425" y="857250"/>
                </a:lnTo>
                <a:lnTo>
                  <a:pt x="0" y="857250"/>
                </a:lnTo>
                <a:lnTo>
                  <a:pt x="0" y="923925"/>
                </a:lnTo>
              </a:path>
            </a:pathLst>
          </a:custGeom>
          <a:noFill xmlns:a="http://schemas.openxmlformats.org/drawingml/2006/main"/>
          <a:ln xmlns:a="http://schemas.openxmlformats.org/drawingml/2006/main" w="19050">
            <a:solidFill>
              <a:srgbClr val="2858A5"/>
            </a:solidFill>
            <a:prstDash val="solid"/>
          </a:ln>
        </p:spPr>
      </p:sp>
      <p:sp>
        <p:nvSpPr>
          <p:cNvPr id="84" name="dp43-comparison / n93 / arrow">
            <a:extLst xmlns:a="http://schemas.openxmlformats.org/drawingml/2006/main">
              <a:ext uri="{FF2B5EF4-FFF2-40B4-BE49-F238E27FC236}">
                <a16:creationId xmlns:a16="http://schemas.microsoft.com/office/drawing/2014/main" id="{0E2123E8-2C07-4E22-9815-8E01340FCC8A}"/>
              </a:ext>
            </a:extLst>
          </p:cNvPr>
          <p:cNvSpPr>
            <a:spLocks xmlns:a="http://schemas.openxmlformats.org/drawingml/2006/main" noGrp="1"/>
          </p:cNvSpPr>
          <p:nvPr/>
        </p:nvSpPr>
        <p:spPr>
          <a:xfrm xmlns:a="http://schemas.openxmlformats.org/drawingml/2006/main">
            <a:off x="2748915" y="640270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2858A5"/>
            </a:solidFill>
            <a:prstDash val="solid"/>
          </a:ln>
        </p:spPr>
      </p:sp>
      <p:sp>
        <p:nvSpPr>
          <p:cNvPr id="85" name="dp43-comparison / n94 / path">
            <a:extLst xmlns:a="http://schemas.openxmlformats.org/drawingml/2006/main">
              <a:ext uri="{FF2B5EF4-FFF2-40B4-BE49-F238E27FC236}">
                <a16:creationId xmlns:a16="http://schemas.microsoft.com/office/drawing/2014/main" id="{16D009AB-D524-4CF9-AE23-C2F9F44FF0AF}"/>
              </a:ext>
            </a:extLst>
          </p:cNvPr>
          <p:cNvSpPr>
            <a:spLocks xmlns:a="http://schemas.openxmlformats.org/drawingml/2006/main" noGrp="1"/>
          </p:cNvSpPr>
          <p:nvPr/>
        </p:nvSpPr>
        <p:spPr>
          <a:xfrm xmlns:a="http://schemas.openxmlformats.org/drawingml/2006/main">
            <a:off x="4000500" y="6448425"/>
            <a:ext cx="3381375" cy="261938"/>
          </a:xfrm>
          <a:custGeom xmlns:a="http://schemas.openxmlformats.org/drawingml/2006/main">
            <a:pathLst>
              <a:path w="3381375" h="261938">
                <a:moveTo>
                  <a:pt x="3381375" y="261938"/>
                </a:moveTo>
                <a:lnTo>
                  <a:pt x="3181350" y="257175"/>
                </a:lnTo>
                <a:lnTo>
                  <a:pt x="3181350" y="0"/>
                </a:lnTo>
                <a:lnTo>
                  <a:pt x="180975" y="0"/>
                </a:lnTo>
                <a:lnTo>
                  <a:pt x="180975" y="257175"/>
                </a:lnTo>
                <a:lnTo>
                  <a:pt x="0" y="261938"/>
                </a:lnTo>
              </a:path>
            </a:pathLst>
          </a:custGeom>
          <a:noFill xmlns:a="http://schemas.openxmlformats.org/drawingml/2006/main"/>
          <a:ln xmlns:a="http://schemas.openxmlformats.org/drawingml/2006/main" w="19050">
            <a:solidFill>
              <a:srgbClr val="5F6B77"/>
            </a:solidFill>
            <a:prstDash val="dash"/>
          </a:ln>
        </p:spPr>
      </p:sp>
      <p:sp>
        <p:nvSpPr>
          <p:cNvPr id="86" name="dp43-comparison / n94 / arrow">
            <a:extLst xmlns:a="http://schemas.openxmlformats.org/drawingml/2006/main">
              <a:ext uri="{FF2B5EF4-FFF2-40B4-BE49-F238E27FC236}">
                <a16:creationId xmlns:a16="http://schemas.microsoft.com/office/drawing/2014/main" id="{F56BA3FA-863D-4E4F-8EA9-4712405A85B6}"/>
              </a:ext>
            </a:extLst>
          </p:cNvPr>
          <p:cNvSpPr>
            <a:spLocks xmlns:a="http://schemas.openxmlformats.org/drawingml/2006/main" noGrp="1"/>
          </p:cNvSpPr>
          <p:nvPr/>
        </p:nvSpPr>
        <p:spPr>
          <a:xfrm xmlns:a="http://schemas.openxmlformats.org/drawingml/2006/main">
            <a:off x="4000500" y="6646216"/>
            <a:ext cx="123481" cy="121878"/>
          </a:xfrm>
          <a:custGeom xmlns:a="http://schemas.openxmlformats.org/drawingml/2006/main">
            <a:pathLst>
              <a:path w="123481" h="121878">
                <a:moveTo>
                  <a:pt x="120274" y="0"/>
                </a:moveTo>
                <a:lnTo>
                  <a:pt x="0" y="64146"/>
                </a:lnTo>
                <a:lnTo>
                  <a:pt x="123481" y="121878"/>
                </a:lnTo>
              </a:path>
            </a:pathLst>
          </a:custGeom>
          <a:noFill xmlns:a="http://schemas.openxmlformats.org/drawingml/2006/main"/>
          <a:ln xmlns:a="http://schemas.openxmlformats.org/drawingml/2006/main" w="24384">
            <a:solidFill>
              <a:srgbClr val="5F6B77"/>
            </a:solidFill>
            <a:prstDash val="solid"/>
          </a:ln>
        </p:spPr>
      </p:sp>
      <p:sp>
        <p:nvSpPr>
          <p:cNvPr id="87" name="dp43-comparison / n95 / path">
            <a:extLst xmlns:a="http://schemas.openxmlformats.org/drawingml/2006/main">
              <a:ext uri="{FF2B5EF4-FFF2-40B4-BE49-F238E27FC236}">
                <a16:creationId xmlns:a16="http://schemas.microsoft.com/office/drawing/2014/main" id="{6D4D73E9-3EE2-4C5F-9E27-4B0D41F2BFC1}"/>
              </a:ext>
            </a:extLst>
          </p:cNvPr>
          <p:cNvSpPr>
            <a:spLocks xmlns:a="http://schemas.openxmlformats.org/drawingml/2006/main" noGrp="1"/>
          </p:cNvSpPr>
          <p:nvPr/>
        </p:nvSpPr>
        <p:spPr>
          <a:xfrm xmlns:a="http://schemas.openxmlformats.org/drawingml/2006/main">
            <a:off x="4000500" y="6710363"/>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19050">
            <a:solidFill>
              <a:srgbClr val="2858A5"/>
            </a:solidFill>
            <a:prstDash val="solid"/>
          </a:ln>
        </p:spPr>
      </p:sp>
      <p:sp>
        <p:nvSpPr>
          <p:cNvPr id="88" name="dp43-comparison / n95 / arrow">
            <a:extLst xmlns:a="http://schemas.openxmlformats.org/drawingml/2006/main">
              <a:ext uri="{FF2B5EF4-FFF2-40B4-BE49-F238E27FC236}">
                <a16:creationId xmlns:a16="http://schemas.microsoft.com/office/drawing/2014/main" id="{5B032A44-F1E2-4ECF-89A1-913D99241F6E}"/>
              </a:ext>
            </a:extLst>
          </p:cNvPr>
          <p:cNvSpPr>
            <a:spLocks xmlns:a="http://schemas.openxmlformats.org/drawingml/2006/main" noGrp="1"/>
          </p:cNvSpPr>
          <p:nvPr/>
        </p:nvSpPr>
        <p:spPr>
          <a:xfrm xmlns:a="http://schemas.openxmlformats.org/drawingml/2006/main">
            <a:off x="4497705" y="6649403"/>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2858A5"/>
            </a:solidFill>
            <a:prstDash val="solid"/>
          </a:ln>
        </p:spPr>
      </p:sp>
      <p:sp>
        <p:nvSpPr>
          <p:cNvPr id="89" name="dp43-comparison / n60">
            <a:extLst xmlns:a="http://schemas.openxmlformats.org/drawingml/2006/main">
              <a:ext uri="{FF2B5EF4-FFF2-40B4-BE49-F238E27FC236}">
                <a16:creationId xmlns:a16="http://schemas.microsoft.com/office/drawing/2014/main" id="{6E10ED2B-713C-4A1B-8440-D07F7C6FE6D0}"/>
              </a:ext>
            </a:extLst>
          </p:cNvPr>
          <p:cNvSpPr>
            <a:spLocks xmlns:a="http://schemas.openxmlformats.org/drawingml/2006/main" noGrp="1"/>
          </p:cNvSpPr>
          <p:nvPr/>
        </p:nvSpPr>
        <p:spPr>
          <a:xfrm xmlns:a="http://schemas.openxmlformats.org/drawingml/2006/main">
            <a:off x="1581150" y="2400300"/>
            <a:ext cx="2534222"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0" name="dp43-comparison / n61 / text 1">
            <a:extLst xmlns:a="http://schemas.openxmlformats.org/drawingml/2006/main">
              <a:ext uri="{FF2B5EF4-FFF2-40B4-BE49-F238E27FC236}">
                <a16:creationId xmlns:a16="http://schemas.microsoft.com/office/drawing/2014/main" id="{E59AB8CF-6311-4FC5-BE18-DD7292EB427D}"/>
              </a:ext>
            </a:extLst>
          </p:cNvPr>
          <p:cNvSpPr>
            <a:spLocks xmlns:a="http://schemas.openxmlformats.org/drawingml/2006/main" noGrp="1"/>
          </p:cNvSpPr>
          <p:nvPr/>
        </p:nvSpPr>
        <p:spPr>
          <a:xfrm xmlns:a="http://schemas.openxmlformats.org/drawingml/2006/main">
            <a:off x="1600200" y="2409825"/>
            <a:ext cx="2667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확정 User Turn / 새 Request</a:t>
            </a:r>
          </a:p>
        </p:txBody>
      </p:sp>
      <p:sp>
        <p:nvSpPr>
          <p:cNvPr id="91" name="dp43-comparison / n62">
            <a:extLst xmlns:a="http://schemas.openxmlformats.org/drawingml/2006/main">
              <a:ext uri="{FF2B5EF4-FFF2-40B4-BE49-F238E27FC236}">
                <a16:creationId xmlns:a16="http://schemas.microsoft.com/office/drawing/2014/main" id="{12747DD7-69C9-4DD6-8A6A-7B01A1ABDB52}"/>
              </a:ext>
            </a:extLst>
          </p:cNvPr>
          <p:cNvSpPr>
            <a:spLocks xmlns:a="http://schemas.openxmlformats.org/drawingml/2006/main" noGrp="1"/>
          </p:cNvSpPr>
          <p:nvPr/>
        </p:nvSpPr>
        <p:spPr>
          <a:xfrm xmlns:a="http://schemas.openxmlformats.org/drawingml/2006/main">
            <a:off x="7391400" y="3076575"/>
            <a:ext cx="203835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2" name="dp43-comparison / n63 / text 1">
            <a:extLst xmlns:a="http://schemas.openxmlformats.org/drawingml/2006/main">
              <a:ext uri="{FF2B5EF4-FFF2-40B4-BE49-F238E27FC236}">
                <a16:creationId xmlns:a16="http://schemas.microsoft.com/office/drawing/2014/main" id="{E66E1991-1B9B-402E-9DE6-053C5BEE412C}"/>
              </a:ext>
            </a:extLst>
          </p:cNvPr>
          <p:cNvSpPr>
            <a:spLocks xmlns:a="http://schemas.openxmlformats.org/drawingml/2006/main" noGrp="1"/>
          </p:cNvSpPr>
          <p:nvPr/>
        </p:nvSpPr>
        <p:spPr>
          <a:xfrm xmlns:a="http://schemas.openxmlformats.org/drawingml/2006/main">
            <a:off x="7410450" y="3086100"/>
            <a:ext cx="2000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공유 Omni 1벌 / 역할별 KV</a:t>
            </a:r>
          </a:p>
        </p:txBody>
      </p:sp>
      <p:sp>
        <p:nvSpPr>
          <p:cNvPr id="93" name="dp43-comparison / n65">
            <a:extLst xmlns:a="http://schemas.openxmlformats.org/drawingml/2006/main">
              <a:ext uri="{FF2B5EF4-FFF2-40B4-BE49-F238E27FC236}">
                <a16:creationId xmlns:a16="http://schemas.microsoft.com/office/drawing/2014/main" id="{375A72A0-F4B7-4A8A-AA8E-5D82EE5362BF}"/>
              </a:ext>
            </a:extLst>
          </p:cNvPr>
          <p:cNvSpPr>
            <a:spLocks xmlns:a="http://schemas.openxmlformats.org/drawingml/2006/main" noGrp="1"/>
          </p:cNvSpPr>
          <p:nvPr/>
        </p:nvSpPr>
        <p:spPr>
          <a:xfrm xmlns:a="http://schemas.openxmlformats.org/drawingml/2006/main">
            <a:off x="3952875" y="2438400"/>
            <a:ext cx="38100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4" name="dp43-comparison / n66 / text 1">
            <a:extLst xmlns:a="http://schemas.openxmlformats.org/drawingml/2006/main">
              <a:ext uri="{FF2B5EF4-FFF2-40B4-BE49-F238E27FC236}">
                <a16:creationId xmlns:a16="http://schemas.microsoft.com/office/drawing/2014/main" id="{62C492AD-90E4-4630-87BF-D131E0C7DF0B}"/>
              </a:ext>
            </a:extLst>
          </p:cNvPr>
          <p:cNvSpPr>
            <a:spLocks xmlns:a="http://schemas.openxmlformats.org/drawingml/2006/main" noGrp="1"/>
          </p:cNvSpPr>
          <p:nvPr/>
        </p:nvSpPr>
        <p:spPr>
          <a:xfrm xmlns:a="http://schemas.openxmlformats.org/drawingml/2006/main">
            <a:off x="3971925" y="2447925"/>
            <a:ext cx="1238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원문</a:t>
            </a:r>
          </a:p>
        </p:txBody>
      </p:sp>
      <p:sp>
        <p:nvSpPr>
          <p:cNvPr id="95" name="dp43-comparison / n67">
            <a:extLst xmlns:a="http://schemas.openxmlformats.org/drawingml/2006/main">
              <a:ext uri="{FF2B5EF4-FFF2-40B4-BE49-F238E27FC236}">
                <a16:creationId xmlns:a16="http://schemas.microsoft.com/office/drawing/2014/main" id="{7CCB18E2-C0B2-44E2-900D-28C46D9D1F85}"/>
              </a:ext>
            </a:extLst>
          </p:cNvPr>
          <p:cNvSpPr>
            <a:spLocks xmlns:a="http://schemas.openxmlformats.org/drawingml/2006/main" noGrp="1"/>
          </p:cNvSpPr>
          <p:nvPr/>
        </p:nvSpPr>
        <p:spPr>
          <a:xfrm xmlns:a="http://schemas.openxmlformats.org/drawingml/2006/main">
            <a:off x="1552575" y="3095625"/>
            <a:ext cx="498348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6" name="dp43-comparison / n68 / text 1">
            <a:extLst xmlns:a="http://schemas.openxmlformats.org/drawingml/2006/main">
              <a:ext uri="{FF2B5EF4-FFF2-40B4-BE49-F238E27FC236}">
                <a16:creationId xmlns:a16="http://schemas.microsoft.com/office/drawing/2014/main" id="{D4347CD6-A305-4752-A65F-3137AE4FBF29}"/>
              </a:ext>
            </a:extLst>
          </p:cNvPr>
          <p:cNvSpPr>
            <a:spLocks xmlns:a="http://schemas.openxmlformats.org/drawingml/2006/main" noGrp="1"/>
          </p:cNvSpPr>
          <p:nvPr/>
        </p:nvSpPr>
        <p:spPr>
          <a:xfrm xmlns:a="http://schemas.openxmlformats.org/drawingml/2006/main">
            <a:off x="1571625" y="3105150"/>
            <a:ext cx="5334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공통 읽기: Context Manager 정보 / Task Manager의 Task 후보</a:t>
            </a:r>
          </a:p>
        </p:txBody>
      </p:sp>
      <p:sp>
        <p:nvSpPr>
          <p:cNvPr id="97" name="dp43-comparison / n76">
            <a:extLst xmlns:a="http://schemas.openxmlformats.org/drawingml/2006/main">
              <a:ext uri="{FF2B5EF4-FFF2-40B4-BE49-F238E27FC236}">
                <a16:creationId xmlns:a16="http://schemas.microsoft.com/office/drawing/2014/main" id="{C53D9399-6E45-4A38-B9FC-7675B1E75509}"/>
              </a:ext>
            </a:extLst>
          </p:cNvPr>
          <p:cNvSpPr>
            <a:spLocks xmlns:a="http://schemas.openxmlformats.org/drawingml/2006/main" noGrp="1"/>
          </p:cNvSpPr>
          <p:nvPr/>
        </p:nvSpPr>
        <p:spPr>
          <a:xfrm xmlns:a="http://schemas.openxmlformats.org/drawingml/2006/main">
            <a:off x="1781175" y="4467225"/>
            <a:ext cx="4531805"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8" name="dp43-comparison / n77 / text 1">
            <a:extLst xmlns:a="http://schemas.openxmlformats.org/drawingml/2006/main">
              <a:ext uri="{FF2B5EF4-FFF2-40B4-BE49-F238E27FC236}">
                <a16:creationId xmlns:a16="http://schemas.microsoft.com/office/drawing/2014/main" id="{51448E2F-5DA0-43DA-8997-34973CB9CC75}"/>
              </a:ext>
            </a:extLst>
          </p:cNvPr>
          <p:cNvSpPr>
            <a:spLocks xmlns:a="http://schemas.openxmlformats.org/drawingml/2006/main" noGrp="1"/>
          </p:cNvSpPr>
          <p:nvPr/>
        </p:nvSpPr>
        <p:spPr>
          <a:xfrm xmlns:a="http://schemas.openxmlformats.org/drawingml/2006/main">
            <a:off x="1800225" y="4476750"/>
            <a:ext cx="71532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858A5"/>
                </a:solidFill>
                <a:latin typeface="Apple SD Gothic Neo"/>
                <a:ea typeface="Apple SD Gothic Neo"/>
                <a:cs typeface="Apple SD Gothic Neo"/>
              </a:defRPr>
            </a:pPr>
            <a:r>
              <a:rPr sz="1425" b="0">
                <a:solidFill>
                  <a:srgbClr val="2858A5"/>
                </a:solidFill>
                <a:latin typeface="Apple SD Gothic Neo"/>
                <a:ea typeface="Apple SD Gothic Neo"/>
                <a:cs typeface="Apple SD Gothic Neo"/>
              </a:rPr>
              <a:t>F1 의도 / F2 Referent / F3 Task Association</a:t>
            </a:r>
          </a:p>
        </p:txBody>
      </p:sp>
      <p:sp>
        <p:nvSpPr>
          <p:cNvPr id="99" name="dp43-comparison / n78">
            <a:extLst xmlns:a="http://schemas.openxmlformats.org/drawingml/2006/main">
              <a:ext uri="{FF2B5EF4-FFF2-40B4-BE49-F238E27FC236}">
                <a16:creationId xmlns:a16="http://schemas.microsoft.com/office/drawing/2014/main" id="{ADCA5E2E-C132-47C4-AC96-3251D61785D1}"/>
              </a:ext>
            </a:extLst>
          </p:cNvPr>
          <p:cNvSpPr>
            <a:spLocks xmlns:a="http://schemas.openxmlformats.org/drawingml/2006/main" noGrp="1"/>
          </p:cNvSpPr>
          <p:nvPr/>
        </p:nvSpPr>
        <p:spPr>
          <a:xfrm xmlns:a="http://schemas.openxmlformats.org/drawingml/2006/main">
            <a:off x="1781175" y="4724400"/>
            <a:ext cx="4510088"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0" name="dp43-comparison / n79 / text 1">
            <a:extLst xmlns:a="http://schemas.openxmlformats.org/drawingml/2006/main">
              <a:ext uri="{FF2B5EF4-FFF2-40B4-BE49-F238E27FC236}">
                <a16:creationId xmlns:a16="http://schemas.microsoft.com/office/drawing/2014/main" id="{F96F4D17-E887-4B41-B7CF-4CC586CCF3EF}"/>
              </a:ext>
            </a:extLst>
          </p:cNvPr>
          <p:cNvSpPr>
            <a:spLocks xmlns:a="http://schemas.openxmlformats.org/drawingml/2006/main" noGrp="1"/>
          </p:cNvSpPr>
          <p:nvPr/>
        </p:nvSpPr>
        <p:spPr>
          <a:xfrm xmlns:a="http://schemas.openxmlformats.org/drawingml/2006/main">
            <a:off x="1800225" y="4733925"/>
            <a:ext cx="71532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2858A5"/>
                </a:solidFill>
                <a:latin typeface="Apple SD Gothic Neo"/>
                <a:ea typeface="Apple SD Gothic Neo"/>
                <a:cs typeface="Apple SD Gothic Neo"/>
              </a:defRPr>
            </a:pPr>
            <a:r>
              <a:rPr sz="1425" b="0">
                <a:solidFill>
                  <a:srgbClr val="2858A5"/>
                </a:solidFill>
                <a:latin typeface="Apple SD Gothic Neo"/>
                <a:ea typeface="Apple SD Gothic Neo"/>
                <a:cs typeface="Apple SD Gothic Neo"/>
              </a:rPr>
              <a:t>F4 Request 관계 / F5 정정 범위 / F6 처리 방향</a:t>
            </a:r>
          </a:p>
        </p:txBody>
      </p:sp>
      <p:sp>
        <p:nvSpPr>
          <p:cNvPr id="101" name="dp43-comparison / n82">
            <a:extLst xmlns:a="http://schemas.openxmlformats.org/drawingml/2006/main">
              <a:ext uri="{FF2B5EF4-FFF2-40B4-BE49-F238E27FC236}">
                <a16:creationId xmlns:a16="http://schemas.microsoft.com/office/drawing/2014/main" id="{3C2CC1F4-7988-4CB1-B057-ABCF8D24E9EE}"/>
              </a:ext>
            </a:extLst>
          </p:cNvPr>
          <p:cNvSpPr>
            <a:spLocks xmlns:a="http://schemas.openxmlformats.org/drawingml/2006/main" noGrp="1"/>
          </p:cNvSpPr>
          <p:nvPr/>
        </p:nvSpPr>
        <p:spPr>
          <a:xfrm xmlns:a="http://schemas.openxmlformats.org/drawingml/2006/main">
            <a:off x="1743075" y="5676900"/>
            <a:ext cx="4253865"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 name="dp43-comparison / n83 / text 1">
            <a:extLst xmlns:a="http://schemas.openxmlformats.org/drawingml/2006/main">
              <a:ext uri="{FF2B5EF4-FFF2-40B4-BE49-F238E27FC236}">
                <a16:creationId xmlns:a16="http://schemas.microsoft.com/office/drawing/2014/main" id="{F5D64343-752D-4F70-AD5B-76CEAE79DC70}"/>
              </a:ext>
            </a:extLst>
          </p:cNvPr>
          <p:cNvSpPr>
            <a:spLocks xmlns:a="http://schemas.openxmlformats.org/drawingml/2006/main" noGrp="1"/>
          </p:cNvSpPr>
          <p:nvPr/>
        </p:nvSpPr>
        <p:spPr>
          <a:xfrm xmlns:a="http://schemas.openxmlformats.org/drawingml/2006/main">
            <a:off x="1762125" y="5686425"/>
            <a:ext cx="7410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이전 조건 유지와 부분 갱신 / 검색과 전문 보조 허용</a:t>
            </a:r>
          </a:p>
        </p:txBody>
      </p:sp>
      <p:sp>
        <p:nvSpPr>
          <p:cNvPr id="103" name="dp43-comparison / n85">
            <a:extLst xmlns:a="http://schemas.openxmlformats.org/drawingml/2006/main">
              <a:ext uri="{FF2B5EF4-FFF2-40B4-BE49-F238E27FC236}">
                <a16:creationId xmlns:a16="http://schemas.microsoft.com/office/drawing/2014/main" id="{77C8035F-808F-476A-86D8-AA6EFF3D1246}"/>
              </a:ext>
            </a:extLst>
          </p:cNvPr>
          <p:cNvSpPr>
            <a:spLocks xmlns:a="http://schemas.openxmlformats.org/drawingml/2006/main" noGrp="1"/>
          </p:cNvSpPr>
          <p:nvPr/>
        </p:nvSpPr>
        <p:spPr>
          <a:xfrm xmlns:a="http://schemas.openxmlformats.org/drawingml/2006/main">
            <a:off x="1609725" y="6000750"/>
            <a:ext cx="6465760"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4" name="dp43-comparison / n86 / text 1">
            <a:extLst xmlns:a="http://schemas.openxmlformats.org/drawingml/2006/main">
              <a:ext uri="{FF2B5EF4-FFF2-40B4-BE49-F238E27FC236}">
                <a16:creationId xmlns:a16="http://schemas.microsoft.com/office/drawing/2014/main" id="{7A73ACAA-A1A8-4795-9560-866D2F84A4D6}"/>
              </a:ext>
            </a:extLst>
          </p:cNvPr>
          <p:cNvSpPr>
            <a:spLocks xmlns:a="http://schemas.openxmlformats.org/drawingml/2006/main" noGrp="1"/>
          </p:cNvSpPr>
          <p:nvPr/>
        </p:nvSpPr>
        <p:spPr>
          <a:xfrm xmlns:a="http://schemas.openxmlformats.org/drawingml/2006/main">
            <a:off x="1628775" y="6010275"/>
            <a:ext cx="77152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2858A5"/>
                </a:solidFill>
                <a:latin typeface="Apple SD Gothic Neo"/>
                <a:ea typeface="Apple SD Gothic Neo"/>
                <a:cs typeface="Apple SD Gothic Neo"/>
              </a:defRPr>
            </a:pPr>
            <a:r>
              <a:rPr sz="1275" b="0">
                <a:solidFill>
                  <a:srgbClr val="2858A5"/>
                </a:solidFill>
                <a:latin typeface="Apple SD Gothic Neo"/>
                <a:ea typeface="Apple SD Gothic Neo"/>
                <a:cs typeface="Apple SD Gothic Neo"/>
              </a:rPr>
              <a:t>정정: F2와 F5 재판단 → F4 갱신 / Task Association은 입력 전제가 아닌 결과</a:t>
            </a:r>
          </a:p>
        </p:txBody>
      </p:sp>
      <p:sp>
        <p:nvSpPr>
          <p:cNvPr id="105" name="dp43-comparison / n96">
            <a:extLst xmlns:a="http://schemas.openxmlformats.org/drawingml/2006/main">
              <a:ext uri="{FF2B5EF4-FFF2-40B4-BE49-F238E27FC236}">
                <a16:creationId xmlns:a16="http://schemas.microsoft.com/office/drawing/2014/main" id="{47716AE6-3CB2-448D-B99E-226B9C1D1E3B}"/>
              </a:ext>
            </a:extLst>
          </p:cNvPr>
          <p:cNvSpPr>
            <a:spLocks xmlns:a="http://schemas.openxmlformats.org/drawingml/2006/main" noGrp="1"/>
          </p:cNvSpPr>
          <p:nvPr/>
        </p:nvSpPr>
        <p:spPr>
          <a:xfrm xmlns:a="http://schemas.openxmlformats.org/drawingml/2006/main">
            <a:off x="4219575" y="6200775"/>
            <a:ext cx="35844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6" name="dp43-comparison / n97 / text 1">
            <a:extLst xmlns:a="http://schemas.openxmlformats.org/drawingml/2006/main">
              <a:ext uri="{FF2B5EF4-FFF2-40B4-BE49-F238E27FC236}">
                <a16:creationId xmlns:a16="http://schemas.microsoft.com/office/drawing/2014/main" id="{2F291518-7AA9-42AA-A1BE-F9CDAD46FB0F}"/>
              </a:ext>
            </a:extLst>
          </p:cNvPr>
          <p:cNvSpPr>
            <a:spLocks xmlns:a="http://schemas.openxmlformats.org/drawingml/2006/main" noGrp="1"/>
          </p:cNvSpPr>
          <p:nvPr/>
        </p:nvSpPr>
        <p:spPr>
          <a:xfrm xmlns:a="http://schemas.openxmlformats.org/drawingml/2006/main">
            <a:off x="4238625" y="6210300"/>
            <a:ext cx="5029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현재 검사: 입력 / 정보 / Task / 질문 / 권한</a:t>
            </a:r>
          </a:p>
        </p:txBody>
      </p:sp>
      <p:sp>
        <p:nvSpPr>
          <p:cNvPr id="107" name="dp43-comparison / n98">
            <a:extLst xmlns:a="http://schemas.openxmlformats.org/drawingml/2006/main">
              <a:ext uri="{FF2B5EF4-FFF2-40B4-BE49-F238E27FC236}">
                <a16:creationId xmlns:a16="http://schemas.microsoft.com/office/drawing/2014/main" id="{21B23380-A54F-412C-938C-2093BD70ECE5}"/>
              </a:ext>
            </a:extLst>
          </p:cNvPr>
          <p:cNvSpPr>
            <a:spLocks xmlns:a="http://schemas.openxmlformats.org/drawingml/2006/main" noGrp="1"/>
          </p:cNvSpPr>
          <p:nvPr/>
        </p:nvSpPr>
        <p:spPr>
          <a:xfrm xmlns:a="http://schemas.openxmlformats.org/drawingml/2006/main">
            <a:off x="4695825" y="6981825"/>
            <a:ext cx="322173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8" name="dp43-comparison / n99 / text 1">
            <a:extLst xmlns:a="http://schemas.openxmlformats.org/drawingml/2006/main">
              <a:ext uri="{FF2B5EF4-FFF2-40B4-BE49-F238E27FC236}">
                <a16:creationId xmlns:a16="http://schemas.microsoft.com/office/drawing/2014/main" id="{F7667E42-2585-40B7-8079-0238E50014F0}"/>
              </a:ext>
            </a:extLst>
          </p:cNvPr>
          <p:cNvSpPr>
            <a:spLocks xmlns:a="http://schemas.openxmlformats.org/drawingml/2006/main" noGrp="1"/>
          </p:cNvSpPr>
          <p:nvPr/>
        </p:nvSpPr>
        <p:spPr>
          <a:xfrm xmlns:a="http://schemas.openxmlformats.org/drawingml/2006/main">
            <a:off x="4714875" y="6991350"/>
            <a:ext cx="4400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채택 의미와 질문 / 임시 해석 상태와 별도</a:t>
            </a:r>
          </a:p>
        </p:txBody>
      </p:sp>
      <p:sp>
        <p:nvSpPr>
          <p:cNvPr id="109" name="dp43-comparison / n100">
            <a:extLst xmlns:a="http://schemas.openxmlformats.org/drawingml/2006/main">
              <a:ext uri="{FF2B5EF4-FFF2-40B4-BE49-F238E27FC236}">
                <a16:creationId xmlns:a16="http://schemas.microsoft.com/office/drawing/2014/main" id="{A70D7046-3003-4914-9839-FC32016F5771}"/>
              </a:ext>
            </a:extLst>
          </p:cNvPr>
          <p:cNvSpPr>
            <a:spLocks xmlns:a="http://schemas.openxmlformats.org/drawingml/2006/main" noGrp="1"/>
          </p:cNvSpPr>
          <p:nvPr/>
        </p:nvSpPr>
        <p:spPr>
          <a:xfrm xmlns:a="http://schemas.openxmlformats.org/drawingml/2006/main">
            <a:off x="1600200" y="7200900"/>
            <a:ext cx="7323963"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0" name="dp43-comparison / n101 / text 1">
            <a:extLst xmlns:a="http://schemas.openxmlformats.org/drawingml/2006/main">
              <a:ext uri="{FF2B5EF4-FFF2-40B4-BE49-F238E27FC236}">
                <a16:creationId xmlns:a16="http://schemas.microsoft.com/office/drawing/2014/main" id="{CC998A12-D534-4DAD-A7B7-EDA8DFDFC7CE}"/>
              </a:ext>
            </a:extLst>
          </p:cNvPr>
          <p:cNvSpPr>
            <a:spLocks xmlns:a="http://schemas.openxmlformats.org/drawingml/2006/main" noGrp="1"/>
          </p:cNvSpPr>
          <p:nvPr/>
        </p:nvSpPr>
        <p:spPr>
          <a:xfrm xmlns:a="http://schemas.openxmlformats.org/drawingml/2006/main">
            <a:off x="1619250" y="7210425"/>
            <a:ext cx="76962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채택 후: Response Manager → Interaction Manager / Task Manager → Agent Gateway</a:t>
            </a:r>
          </a:p>
        </p:txBody>
      </p:sp>
      <p:sp>
        <p:nvSpPr>
          <p:cNvPr id="111" name="dp43-comparison / n102">
            <a:extLst xmlns:a="http://schemas.openxmlformats.org/drawingml/2006/main">
              <a:ext uri="{FF2B5EF4-FFF2-40B4-BE49-F238E27FC236}">
                <a16:creationId xmlns:a16="http://schemas.microsoft.com/office/drawing/2014/main" id="{769CE3B4-EAEE-4B86-84B6-E71314A8E4D6}"/>
              </a:ext>
            </a:extLst>
          </p:cNvPr>
          <p:cNvSpPr>
            <a:spLocks xmlns:a="http://schemas.openxmlformats.org/drawingml/2006/main" noGrp="1"/>
          </p:cNvSpPr>
          <p:nvPr/>
        </p:nvSpPr>
        <p:spPr>
          <a:xfrm xmlns:a="http://schemas.openxmlformats.org/drawingml/2006/main">
            <a:off x="1600200" y="7391400"/>
            <a:ext cx="6056376"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2" name="dp43-comparison / n103 / text 1">
            <a:extLst xmlns:a="http://schemas.openxmlformats.org/drawingml/2006/main">
              <a:ext uri="{FF2B5EF4-FFF2-40B4-BE49-F238E27FC236}">
                <a16:creationId xmlns:a16="http://schemas.microsoft.com/office/drawing/2014/main" id="{BFA1D431-3BD1-4762-BBC1-68EAFE98335E}"/>
              </a:ext>
            </a:extLst>
          </p:cNvPr>
          <p:cNvSpPr>
            <a:spLocks xmlns:a="http://schemas.openxmlformats.org/drawingml/2006/main" noGrp="1"/>
          </p:cNvSpPr>
          <p:nvPr/>
        </p:nvSpPr>
        <p:spPr>
          <a:xfrm xmlns:a="http://schemas.openxmlformats.org/drawingml/2006/main">
            <a:off x="1619250" y="7400925"/>
            <a:ext cx="7696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확인 질문의 실제 전달과 새 답변 / Downstream Agent 접수와 결과의 별도 확인</a:t>
            </a:r>
          </a:p>
        </p:txBody>
      </p:sp>
      <p:sp>
        <p:nvSpPr>
          <p:cNvPr id="113" name="dp43-comparison / n104">
            <a:extLst xmlns:a="http://schemas.openxmlformats.org/drawingml/2006/main">
              <a:ext uri="{FF2B5EF4-FFF2-40B4-BE49-F238E27FC236}">
                <a16:creationId xmlns:a16="http://schemas.microsoft.com/office/drawing/2014/main" id="{9C9D2335-9DCF-46C6-80EA-23B2405BFAD8}"/>
              </a:ext>
            </a:extLst>
          </p:cNvPr>
          <p:cNvSpPr>
            <a:spLocks xmlns:a="http://schemas.openxmlformats.org/drawingml/2006/main" noGrp="1"/>
          </p:cNvSpPr>
          <p:nvPr/>
        </p:nvSpPr>
        <p:spPr>
          <a:xfrm xmlns:a="http://schemas.openxmlformats.org/drawingml/2006/main">
            <a:off x="9858375" y="2676525"/>
            <a:ext cx="2333625"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4" name="dp43-comparison / n105 / text 1">
            <a:extLst xmlns:a="http://schemas.openxmlformats.org/drawingml/2006/main">
              <a:ext uri="{FF2B5EF4-FFF2-40B4-BE49-F238E27FC236}">
                <a16:creationId xmlns:a16="http://schemas.microsoft.com/office/drawing/2014/main" id="{0A1D2E1E-35F0-4A9F-A413-A2EBB893B7DB}"/>
              </a:ext>
            </a:extLst>
          </p:cNvPr>
          <p:cNvSpPr>
            <a:spLocks xmlns:a="http://schemas.openxmlformats.org/drawingml/2006/main" noGrp="1"/>
          </p:cNvSpPr>
          <p:nvPr/>
        </p:nvSpPr>
        <p:spPr>
          <a:xfrm xmlns:a="http://schemas.openxmlformats.org/drawingml/2006/main">
            <a:off x="9944100" y="274605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Interaction Manager</a:t>
            </a:r>
          </a:p>
        </p:txBody>
      </p:sp>
      <p:sp>
        <p:nvSpPr>
          <p:cNvPr id="115" name="dp43-comparison / n106">
            <a:extLst xmlns:a="http://schemas.openxmlformats.org/drawingml/2006/main">
              <a:ext uri="{FF2B5EF4-FFF2-40B4-BE49-F238E27FC236}">
                <a16:creationId xmlns:a16="http://schemas.microsoft.com/office/drawing/2014/main" id="{600F5067-FD89-498D-825B-31FBA86064AB}"/>
              </a:ext>
            </a:extLst>
          </p:cNvPr>
          <p:cNvSpPr>
            <a:spLocks xmlns:a="http://schemas.openxmlformats.org/drawingml/2006/main" noGrp="1"/>
          </p:cNvSpPr>
          <p:nvPr/>
        </p:nvSpPr>
        <p:spPr>
          <a:xfrm xmlns:a="http://schemas.openxmlformats.org/drawingml/2006/main">
            <a:off x="12830175" y="2676525"/>
            <a:ext cx="21907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6" name="dp43-comparison / n107 / text 1">
            <a:extLst xmlns:a="http://schemas.openxmlformats.org/drawingml/2006/main">
              <a:ext uri="{FF2B5EF4-FFF2-40B4-BE49-F238E27FC236}">
                <a16:creationId xmlns:a16="http://schemas.microsoft.com/office/drawing/2014/main" id="{7DFDAC06-D9CC-4613-8037-C969721ADECE}"/>
              </a:ext>
            </a:extLst>
          </p:cNvPr>
          <p:cNvSpPr>
            <a:spLocks xmlns:a="http://schemas.openxmlformats.org/drawingml/2006/main" noGrp="1"/>
          </p:cNvSpPr>
          <p:nvPr/>
        </p:nvSpPr>
        <p:spPr>
          <a:xfrm xmlns:a="http://schemas.openxmlformats.org/drawingml/2006/main">
            <a:off x="12915900" y="2746058"/>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117" name="dp43-comparison / n108">
            <a:extLst xmlns:a="http://schemas.openxmlformats.org/drawingml/2006/main">
              <a:ext uri="{FF2B5EF4-FFF2-40B4-BE49-F238E27FC236}">
                <a16:creationId xmlns:a16="http://schemas.microsoft.com/office/drawing/2014/main" id="{1FF22B66-F179-4C13-8360-81ED116E5D8D}"/>
              </a:ext>
            </a:extLst>
          </p:cNvPr>
          <p:cNvSpPr>
            <a:spLocks xmlns:a="http://schemas.openxmlformats.org/drawingml/2006/main" noGrp="1"/>
          </p:cNvSpPr>
          <p:nvPr/>
        </p:nvSpPr>
        <p:spPr>
          <a:xfrm xmlns:a="http://schemas.openxmlformats.org/drawingml/2006/main">
            <a:off x="15706725" y="2676525"/>
            <a:ext cx="1962150" cy="361950"/>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18" name="dp43-comparison / n109 / text 1">
            <a:extLst xmlns:a="http://schemas.openxmlformats.org/drawingml/2006/main">
              <a:ext uri="{FF2B5EF4-FFF2-40B4-BE49-F238E27FC236}">
                <a16:creationId xmlns:a16="http://schemas.microsoft.com/office/drawing/2014/main" id="{94613178-2B12-48D1-AA92-A6E9C6577503}"/>
              </a:ext>
            </a:extLst>
          </p:cNvPr>
          <p:cNvSpPr>
            <a:spLocks xmlns:a="http://schemas.openxmlformats.org/drawingml/2006/main" noGrp="1"/>
          </p:cNvSpPr>
          <p:nvPr/>
        </p:nvSpPr>
        <p:spPr>
          <a:xfrm xmlns:a="http://schemas.openxmlformats.org/drawingml/2006/main">
            <a:off x="15792450" y="2746058"/>
            <a:ext cx="17907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Model Access</a:t>
            </a:r>
          </a:p>
        </p:txBody>
      </p:sp>
      <p:sp>
        <p:nvSpPr>
          <p:cNvPr id="119" name="dp43-comparison / n114 / path">
            <a:extLst xmlns:a="http://schemas.openxmlformats.org/drawingml/2006/main">
              <a:ext uri="{FF2B5EF4-FFF2-40B4-BE49-F238E27FC236}">
                <a16:creationId xmlns:a16="http://schemas.microsoft.com/office/drawing/2014/main" id="{83934ECB-7D77-440A-848C-40F6A66EC161}"/>
              </a:ext>
            </a:extLst>
          </p:cNvPr>
          <p:cNvSpPr>
            <a:spLocks xmlns:a="http://schemas.openxmlformats.org/drawingml/2006/main" noGrp="1"/>
          </p:cNvSpPr>
          <p:nvPr/>
        </p:nvSpPr>
        <p:spPr>
          <a:xfrm xmlns:a="http://schemas.openxmlformats.org/drawingml/2006/main">
            <a:off x="12192000" y="2857500"/>
            <a:ext cx="638175" cy="953"/>
          </a:xfrm>
          <a:custGeom xmlns:a="http://schemas.openxmlformats.org/drawingml/2006/main">
            <a:pathLst>
              <a:path w="638175" h="953">
                <a:moveTo>
                  <a:pt x="0" y="0"/>
                </a:moveTo>
                <a:lnTo>
                  <a:pt x="638175" y="0"/>
                </a:lnTo>
              </a:path>
            </a:pathLst>
          </a:custGeom>
          <a:noFill xmlns:a="http://schemas.openxmlformats.org/drawingml/2006/main"/>
          <a:ln xmlns:a="http://schemas.openxmlformats.org/drawingml/2006/main" w="19050">
            <a:solidFill>
              <a:srgbClr val="7155A4"/>
            </a:solidFill>
            <a:prstDash val="solid"/>
          </a:ln>
        </p:spPr>
      </p:sp>
      <p:sp>
        <p:nvSpPr>
          <p:cNvPr id="120" name="dp43-comparison / n114 / arrow">
            <a:extLst xmlns:a="http://schemas.openxmlformats.org/drawingml/2006/main">
              <a:ext uri="{FF2B5EF4-FFF2-40B4-BE49-F238E27FC236}">
                <a16:creationId xmlns:a16="http://schemas.microsoft.com/office/drawing/2014/main" id="{60B8A4A2-6091-4EEE-A1E3-DD5ABACB9172}"/>
              </a:ext>
            </a:extLst>
          </p:cNvPr>
          <p:cNvSpPr>
            <a:spLocks xmlns:a="http://schemas.openxmlformats.org/drawingml/2006/main" noGrp="1"/>
          </p:cNvSpPr>
          <p:nvPr/>
        </p:nvSpPr>
        <p:spPr>
          <a:xfrm xmlns:a="http://schemas.openxmlformats.org/drawingml/2006/main">
            <a:off x="12708255" y="2796540"/>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7155A4"/>
            </a:solidFill>
            <a:prstDash val="solid"/>
          </a:ln>
        </p:spPr>
      </p:sp>
      <p:sp>
        <p:nvSpPr>
          <p:cNvPr id="121" name="dp43-comparison / n119">
            <a:extLst xmlns:a="http://schemas.openxmlformats.org/drawingml/2006/main">
              <a:ext uri="{FF2B5EF4-FFF2-40B4-BE49-F238E27FC236}">
                <a16:creationId xmlns:a16="http://schemas.microsoft.com/office/drawing/2014/main" id="{B0E8E0EE-5A4F-4FDF-BA14-8D124AEC6361}"/>
              </a:ext>
            </a:extLst>
          </p:cNvPr>
          <p:cNvSpPr>
            <a:spLocks xmlns:a="http://schemas.openxmlformats.org/drawingml/2006/main" noGrp="1"/>
          </p:cNvSpPr>
          <p:nvPr/>
        </p:nvSpPr>
        <p:spPr>
          <a:xfrm xmlns:a="http://schemas.openxmlformats.org/drawingml/2006/main">
            <a:off x="9848850" y="3409950"/>
            <a:ext cx="7820025" cy="2533650"/>
          </a:xfrm>
          <a:prstGeom xmlns:a="http://schemas.openxmlformats.org/drawingml/2006/main" prst="rect">
            <a:avLst/>
          </a:prstGeom>
          <a:solidFill xmlns:a="http://schemas.openxmlformats.org/drawingml/2006/main">
            <a:srgbClr val="FAFBFC"/>
          </a:solidFill>
          <a:ln xmlns:a="http://schemas.openxmlformats.org/drawingml/2006/main" w="16193">
            <a:solidFill>
              <a:srgbClr val="7155A4"/>
            </a:solidFill>
            <a:prstDash val="solid"/>
          </a:ln>
        </p:spPr>
      </p:sp>
      <p:sp>
        <p:nvSpPr>
          <p:cNvPr id="122" name="dp43-comparison / n120 / text 1">
            <a:extLst xmlns:a="http://schemas.openxmlformats.org/drawingml/2006/main">
              <a:ext uri="{FF2B5EF4-FFF2-40B4-BE49-F238E27FC236}">
                <a16:creationId xmlns:a16="http://schemas.microsoft.com/office/drawing/2014/main" id="{B138BBE4-B747-44E3-AD19-79265BAB13FD}"/>
              </a:ext>
            </a:extLst>
          </p:cNvPr>
          <p:cNvSpPr>
            <a:spLocks xmlns:a="http://schemas.openxmlformats.org/drawingml/2006/main" noGrp="1"/>
          </p:cNvSpPr>
          <p:nvPr/>
        </p:nvSpPr>
        <p:spPr>
          <a:xfrm xmlns:a="http://schemas.openxmlformats.org/drawingml/2006/main">
            <a:off x="9972675" y="3505200"/>
            <a:ext cx="75723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7155A4"/>
                </a:solidFill>
                <a:latin typeface="Apple SD Gothic Neo"/>
                <a:ea typeface="Apple SD Gothic Neo"/>
                <a:cs typeface="Apple SD Gothic Neo"/>
              </a:defRPr>
            </a:pPr>
            <a:r>
              <a:rPr sz="1575" b="1">
                <a:solidFill>
                  <a:srgbClr val="7155A4"/>
                </a:solidFill>
                <a:latin typeface="Apple SD Gothic Neo"/>
                <a:ea typeface="Apple SD Gothic Neo"/>
                <a:cs typeface="Apple SD Gothic Neo"/>
              </a:rPr>
              <a:t>Request Interpreter</a:t>
            </a:r>
          </a:p>
        </p:txBody>
      </p:sp>
      <p:sp>
        <p:nvSpPr>
          <p:cNvPr id="123" name="dp43-comparison / n121">
            <a:extLst xmlns:a="http://schemas.openxmlformats.org/drawingml/2006/main">
              <a:ext uri="{FF2B5EF4-FFF2-40B4-BE49-F238E27FC236}">
                <a16:creationId xmlns:a16="http://schemas.microsoft.com/office/drawing/2014/main" id="{FF075346-A894-4BC3-833B-8FC70A1975A4}"/>
              </a:ext>
            </a:extLst>
          </p:cNvPr>
          <p:cNvSpPr>
            <a:spLocks xmlns:a="http://schemas.openxmlformats.org/drawingml/2006/main" noGrp="1"/>
          </p:cNvSpPr>
          <p:nvPr/>
        </p:nvSpPr>
        <p:spPr>
          <a:xfrm xmlns:a="http://schemas.openxmlformats.org/drawingml/2006/main">
            <a:off x="12630150" y="3867150"/>
            <a:ext cx="2286000" cy="141922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24" name="dp43-comparison / n122 / text 1">
            <a:extLst xmlns:a="http://schemas.openxmlformats.org/drawingml/2006/main">
              <a:ext uri="{FF2B5EF4-FFF2-40B4-BE49-F238E27FC236}">
                <a16:creationId xmlns:a16="http://schemas.microsoft.com/office/drawing/2014/main" id="{11C730C5-3EFB-4B89-9933-1D023335E44B}"/>
              </a:ext>
            </a:extLst>
          </p:cNvPr>
          <p:cNvSpPr>
            <a:spLocks xmlns:a="http://schemas.openxmlformats.org/drawingml/2006/main" noGrp="1"/>
          </p:cNvSpPr>
          <p:nvPr/>
        </p:nvSpPr>
        <p:spPr>
          <a:xfrm xmlns:a="http://schemas.openxmlformats.org/drawingml/2006/main">
            <a:off x="12715875" y="4329113"/>
            <a:ext cx="2114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Interpretation</a:t>
            </a:r>
          </a:p>
        </p:txBody>
      </p:sp>
      <p:sp>
        <p:nvSpPr>
          <p:cNvPr id="125" name="dp43-comparison / n122 / text 2">
            <a:extLst xmlns:a="http://schemas.openxmlformats.org/drawingml/2006/main">
              <a:ext uri="{FF2B5EF4-FFF2-40B4-BE49-F238E27FC236}">
                <a16:creationId xmlns:a16="http://schemas.microsoft.com/office/drawing/2014/main" id="{CA0A428B-4326-4E98-A6A5-394561EECA21}"/>
              </a:ext>
            </a:extLst>
          </p:cNvPr>
          <p:cNvSpPr>
            <a:spLocks xmlns:a="http://schemas.openxmlformats.org/drawingml/2006/main" noGrp="1"/>
          </p:cNvSpPr>
          <p:nvPr/>
        </p:nvSpPr>
        <p:spPr>
          <a:xfrm xmlns:a="http://schemas.openxmlformats.org/drawingml/2006/main">
            <a:off x="12715875" y="4576763"/>
            <a:ext cx="2114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Coordinator</a:t>
            </a:r>
          </a:p>
        </p:txBody>
      </p:sp>
      <p:sp>
        <p:nvSpPr>
          <p:cNvPr id="126" name="dp43-comparison / n123">
            <a:extLst xmlns:a="http://schemas.openxmlformats.org/drawingml/2006/main">
              <a:ext uri="{FF2B5EF4-FFF2-40B4-BE49-F238E27FC236}">
                <a16:creationId xmlns:a16="http://schemas.microsoft.com/office/drawing/2014/main" id="{B96EE867-99B9-4DF0-AA7E-8E58AEAC787B}"/>
              </a:ext>
            </a:extLst>
          </p:cNvPr>
          <p:cNvSpPr>
            <a:spLocks xmlns:a="http://schemas.openxmlformats.org/drawingml/2006/main" noGrp="1"/>
          </p:cNvSpPr>
          <p:nvPr/>
        </p:nvSpPr>
        <p:spPr>
          <a:xfrm xmlns:a="http://schemas.openxmlformats.org/drawingml/2006/main">
            <a:off x="12630150" y="5400675"/>
            <a:ext cx="228600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127" name="dp43-comparison / n124 / text 1">
            <a:extLst xmlns:a="http://schemas.openxmlformats.org/drawingml/2006/main">
              <a:ext uri="{FF2B5EF4-FFF2-40B4-BE49-F238E27FC236}">
                <a16:creationId xmlns:a16="http://schemas.microsoft.com/office/drawing/2014/main" id="{136E5748-A19A-4A40-BF51-7D8832CE3F0B}"/>
              </a:ext>
            </a:extLst>
          </p:cNvPr>
          <p:cNvSpPr>
            <a:spLocks xmlns:a="http://schemas.openxmlformats.org/drawingml/2006/main" noGrp="1"/>
          </p:cNvSpPr>
          <p:nvPr/>
        </p:nvSpPr>
        <p:spPr>
          <a:xfrm xmlns:a="http://schemas.openxmlformats.org/drawingml/2006/main">
            <a:off x="12715875" y="5562600"/>
            <a:ext cx="2114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Partial Interpretation Ledger</a:t>
            </a:r>
          </a:p>
        </p:txBody>
      </p:sp>
      <p:sp>
        <p:nvSpPr>
          <p:cNvPr id="128" name="dp43-comparison / n125">
            <a:extLst xmlns:a="http://schemas.openxmlformats.org/drawingml/2006/main">
              <a:ext uri="{FF2B5EF4-FFF2-40B4-BE49-F238E27FC236}">
                <a16:creationId xmlns:a16="http://schemas.microsoft.com/office/drawing/2014/main" id="{1883D8C2-9A30-41A1-B391-69A3E7C5D68C}"/>
              </a:ext>
            </a:extLst>
          </p:cNvPr>
          <p:cNvSpPr>
            <a:spLocks xmlns:a="http://schemas.openxmlformats.org/drawingml/2006/main" noGrp="1"/>
          </p:cNvSpPr>
          <p:nvPr/>
        </p:nvSpPr>
        <p:spPr>
          <a:xfrm xmlns:a="http://schemas.openxmlformats.org/drawingml/2006/main">
            <a:off x="10039350" y="386715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29" name="dp43-comparison / n126 / text 1">
            <a:extLst xmlns:a="http://schemas.openxmlformats.org/drawingml/2006/main">
              <a:ext uri="{FF2B5EF4-FFF2-40B4-BE49-F238E27FC236}">
                <a16:creationId xmlns:a16="http://schemas.microsoft.com/office/drawing/2014/main" id="{627AE03D-261B-45D3-813E-D5F2DBBFBA73}"/>
              </a:ext>
            </a:extLst>
          </p:cNvPr>
          <p:cNvSpPr>
            <a:spLocks xmlns:a="http://schemas.openxmlformats.org/drawingml/2006/main" noGrp="1"/>
          </p:cNvSpPr>
          <p:nvPr/>
        </p:nvSpPr>
        <p:spPr>
          <a:xfrm xmlns:a="http://schemas.openxmlformats.org/drawingml/2006/main">
            <a:off x="10125075" y="386143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Intent</a:t>
            </a:r>
          </a:p>
        </p:txBody>
      </p:sp>
      <p:sp>
        <p:nvSpPr>
          <p:cNvPr id="130" name="dp43-comparison / n126 / text 2">
            <a:extLst xmlns:a="http://schemas.openxmlformats.org/drawingml/2006/main">
              <a:ext uri="{FF2B5EF4-FFF2-40B4-BE49-F238E27FC236}">
                <a16:creationId xmlns:a16="http://schemas.microsoft.com/office/drawing/2014/main" id="{EABE7F2A-D08D-4BF0-AF77-B7ABB498A377}"/>
              </a:ext>
            </a:extLst>
          </p:cNvPr>
          <p:cNvSpPr>
            <a:spLocks xmlns:a="http://schemas.openxmlformats.org/drawingml/2006/main" noGrp="1"/>
          </p:cNvSpPr>
          <p:nvPr/>
        </p:nvSpPr>
        <p:spPr>
          <a:xfrm xmlns:a="http://schemas.openxmlformats.org/drawingml/2006/main">
            <a:off x="10125075" y="407193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31" name="dp43-comparison / n129 / path">
            <a:extLst xmlns:a="http://schemas.openxmlformats.org/drawingml/2006/main">
              <a:ext uri="{FF2B5EF4-FFF2-40B4-BE49-F238E27FC236}">
                <a16:creationId xmlns:a16="http://schemas.microsoft.com/office/drawing/2014/main" id="{B34A68BD-B2EE-4ECC-9D3F-C06BFCBD3FFA}"/>
              </a:ext>
            </a:extLst>
          </p:cNvPr>
          <p:cNvSpPr>
            <a:spLocks xmlns:a="http://schemas.openxmlformats.org/drawingml/2006/main" noGrp="1"/>
          </p:cNvSpPr>
          <p:nvPr/>
        </p:nvSpPr>
        <p:spPr>
          <a:xfrm xmlns:a="http://schemas.openxmlformats.org/drawingml/2006/main">
            <a:off x="12287250" y="3986213"/>
            <a:ext cx="342900" cy="19050"/>
          </a:xfrm>
          <a:custGeom xmlns:a="http://schemas.openxmlformats.org/drawingml/2006/main">
            <a:pathLst>
              <a:path w="342900" h="19050">
                <a:moveTo>
                  <a:pt x="0" y="0"/>
                </a:moveTo>
                <a:lnTo>
                  <a:pt x="342900" y="19050"/>
                </a:lnTo>
              </a:path>
            </a:pathLst>
          </a:custGeom>
          <a:noFill xmlns:a="http://schemas.openxmlformats.org/drawingml/2006/main"/>
          <a:ln xmlns:a="http://schemas.openxmlformats.org/drawingml/2006/main" w="19050">
            <a:solidFill>
              <a:srgbClr val="7155A4"/>
            </a:solidFill>
            <a:prstDash val="solid"/>
          </a:ln>
        </p:spPr>
      </p:sp>
      <p:sp>
        <p:nvSpPr>
          <p:cNvPr id="132" name="dp43-comparison / n129 / arrow">
            <a:extLst xmlns:a="http://schemas.openxmlformats.org/drawingml/2006/main">
              <a:ext uri="{FF2B5EF4-FFF2-40B4-BE49-F238E27FC236}">
                <a16:creationId xmlns:a16="http://schemas.microsoft.com/office/drawing/2014/main" id="{69884A12-213A-4011-8689-8D4C48BEB049}"/>
              </a:ext>
            </a:extLst>
          </p:cNvPr>
          <p:cNvSpPr>
            <a:spLocks xmlns:a="http://schemas.openxmlformats.org/drawingml/2006/main" noGrp="1"/>
          </p:cNvSpPr>
          <p:nvPr/>
        </p:nvSpPr>
        <p:spPr>
          <a:xfrm xmlns:a="http://schemas.openxmlformats.org/drawingml/2006/main">
            <a:off x="12505036" y="3937633"/>
            <a:ext cx="125114" cy="121732"/>
          </a:xfrm>
          <a:custGeom xmlns:a="http://schemas.openxmlformats.org/drawingml/2006/main">
            <a:pathLst>
              <a:path w="125114" h="121732">
                <a:moveTo>
                  <a:pt x="0" y="121732"/>
                </a:moveTo>
                <a:lnTo>
                  <a:pt x="125114" y="67629"/>
                </a:lnTo>
                <a:lnTo>
                  <a:pt x="6763" y="0"/>
                </a:lnTo>
              </a:path>
            </a:pathLst>
          </a:custGeom>
          <a:noFill xmlns:a="http://schemas.openxmlformats.org/drawingml/2006/main"/>
          <a:ln xmlns:a="http://schemas.openxmlformats.org/drawingml/2006/main" w="24384">
            <a:solidFill>
              <a:srgbClr val="7155A4"/>
            </a:solidFill>
            <a:prstDash val="solid"/>
          </a:ln>
        </p:spPr>
      </p:sp>
      <p:sp>
        <p:nvSpPr>
          <p:cNvPr id="133" name="dp43-comparison / n130 / path">
            <a:extLst xmlns:a="http://schemas.openxmlformats.org/drawingml/2006/main">
              <a:ext uri="{FF2B5EF4-FFF2-40B4-BE49-F238E27FC236}">
                <a16:creationId xmlns:a16="http://schemas.microsoft.com/office/drawing/2014/main" id="{813D8099-8D57-4E54-B523-0A8277075F62}"/>
              </a:ext>
            </a:extLst>
          </p:cNvPr>
          <p:cNvSpPr>
            <a:spLocks xmlns:a="http://schemas.openxmlformats.org/drawingml/2006/main" noGrp="1"/>
          </p:cNvSpPr>
          <p:nvPr/>
        </p:nvSpPr>
        <p:spPr>
          <a:xfrm xmlns:a="http://schemas.openxmlformats.org/drawingml/2006/main">
            <a:off x="12287250" y="4157663"/>
            <a:ext cx="342900" cy="19050"/>
          </a:xfrm>
          <a:custGeom xmlns:a="http://schemas.openxmlformats.org/drawingml/2006/main">
            <a:pathLst>
              <a:path w="342900" h="19050">
                <a:moveTo>
                  <a:pt x="342900" y="19050"/>
                </a:moveTo>
                <a:lnTo>
                  <a:pt x="0" y="0"/>
                </a:lnTo>
              </a:path>
            </a:pathLst>
          </a:custGeom>
          <a:noFill xmlns:a="http://schemas.openxmlformats.org/drawingml/2006/main"/>
          <a:ln xmlns:a="http://schemas.openxmlformats.org/drawingml/2006/main" w="19050">
            <a:solidFill>
              <a:srgbClr val="7155A4"/>
            </a:solidFill>
            <a:prstDash val="dash"/>
          </a:ln>
        </p:spPr>
      </p:sp>
      <p:sp>
        <p:nvSpPr>
          <p:cNvPr id="134" name="dp43-comparison / n130 / arrow">
            <a:extLst xmlns:a="http://schemas.openxmlformats.org/drawingml/2006/main">
              <a:ext uri="{FF2B5EF4-FFF2-40B4-BE49-F238E27FC236}">
                <a16:creationId xmlns:a16="http://schemas.microsoft.com/office/drawing/2014/main" id="{0E41E04C-D987-4A7C-A09C-9156A76A26D1}"/>
              </a:ext>
            </a:extLst>
          </p:cNvPr>
          <p:cNvSpPr>
            <a:spLocks xmlns:a="http://schemas.openxmlformats.org/drawingml/2006/main" noGrp="1"/>
          </p:cNvSpPr>
          <p:nvPr/>
        </p:nvSpPr>
        <p:spPr>
          <a:xfrm xmlns:a="http://schemas.openxmlformats.org/drawingml/2006/main">
            <a:off x="12287250" y="4103559"/>
            <a:ext cx="125114" cy="121732"/>
          </a:xfrm>
          <a:custGeom xmlns:a="http://schemas.openxmlformats.org/drawingml/2006/main">
            <a:pathLst>
              <a:path w="125114" h="121732">
                <a:moveTo>
                  <a:pt x="125114" y="0"/>
                </a:moveTo>
                <a:lnTo>
                  <a:pt x="0" y="54103"/>
                </a:lnTo>
                <a:lnTo>
                  <a:pt x="118351" y="121732"/>
                </a:lnTo>
              </a:path>
            </a:pathLst>
          </a:custGeom>
          <a:noFill xmlns:a="http://schemas.openxmlformats.org/drawingml/2006/main"/>
          <a:ln xmlns:a="http://schemas.openxmlformats.org/drawingml/2006/main" w="24384">
            <a:solidFill>
              <a:srgbClr val="7155A4"/>
            </a:solidFill>
            <a:prstDash val="solid"/>
          </a:ln>
        </p:spPr>
      </p:sp>
      <p:sp>
        <p:nvSpPr>
          <p:cNvPr id="135" name="dp43-comparison / n131">
            <a:extLst xmlns:a="http://schemas.openxmlformats.org/drawingml/2006/main">
              <a:ext uri="{FF2B5EF4-FFF2-40B4-BE49-F238E27FC236}">
                <a16:creationId xmlns:a16="http://schemas.microsoft.com/office/drawing/2014/main" id="{3CF00CB7-ED8E-4FC5-955C-CDA134B60312}"/>
              </a:ext>
            </a:extLst>
          </p:cNvPr>
          <p:cNvSpPr>
            <a:spLocks xmlns:a="http://schemas.openxmlformats.org/drawingml/2006/main" noGrp="1"/>
          </p:cNvSpPr>
          <p:nvPr/>
        </p:nvSpPr>
        <p:spPr>
          <a:xfrm xmlns:a="http://schemas.openxmlformats.org/drawingml/2006/main">
            <a:off x="10039350" y="4524375"/>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36" name="dp43-comparison / n132 / text 1">
            <a:extLst xmlns:a="http://schemas.openxmlformats.org/drawingml/2006/main">
              <a:ext uri="{FF2B5EF4-FFF2-40B4-BE49-F238E27FC236}">
                <a16:creationId xmlns:a16="http://schemas.microsoft.com/office/drawing/2014/main" id="{1AA6F1D5-4611-403E-8B47-BF4255577E97}"/>
              </a:ext>
            </a:extLst>
          </p:cNvPr>
          <p:cNvSpPr>
            <a:spLocks xmlns:a="http://schemas.openxmlformats.org/drawingml/2006/main" noGrp="1"/>
          </p:cNvSpPr>
          <p:nvPr/>
        </p:nvSpPr>
        <p:spPr>
          <a:xfrm xmlns:a="http://schemas.openxmlformats.org/drawingml/2006/main">
            <a:off x="10125075" y="4623911"/>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Referent Resolver</a:t>
            </a:r>
          </a:p>
        </p:txBody>
      </p:sp>
      <p:sp>
        <p:nvSpPr>
          <p:cNvPr id="137" name="dp43-comparison / n135 / path">
            <a:extLst xmlns:a="http://schemas.openxmlformats.org/drawingml/2006/main">
              <a:ext uri="{FF2B5EF4-FFF2-40B4-BE49-F238E27FC236}">
                <a16:creationId xmlns:a16="http://schemas.microsoft.com/office/drawing/2014/main" id="{7727D3AE-16FA-4889-A1CA-31772CECEB13}"/>
              </a:ext>
            </a:extLst>
          </p:cNvPr>
          <p:cNvSpPr>
            <a:spLocks xmlns:a="http://schemas.openxmlformats.org/drawingml/2006/main" noGrp="1"/>
          </p:cNvSpPr>
          <p:nvPr/>
        </p:nvSpPr>
        <p:spPr>
          <a:xfrm xmlns:a="http://schemas.openxmlformats.org/drawingml/2006/main">
            <a:off x="12287250" y="4491038"/>
            <a:ext cx="342900" cy="152400"/>
          </a:xfrm>
          <a:custGeom xmlns:a="http://schemas.openxmlformats.org/drawingml/2006/main">
            <a:pathLst>
              <a:path w="342900" h="152400">
                <a:moveTo>
                  <a:pt x="0" y="152400"/>
                </a:moveTo>
                <a:lnTo>
                  <a:pt x="342900" y="0"/>
                </a:lnTo>
              </a:path>
            </a:pathLst>
          </a:custGeom>
          <a:noFill xmlns:a="http://schemas.openxmlformats.org/drawingml/2006/main"/>
          <a:ln xmlns:a="http://schemas.openxmlformats.org/drawingml/2006/main" w="19050">
            <a:solidFill>
              <a:srgbClr val="7155A4"/>
            </a:solidFill>
            <a:prstDash val="solid"/>
          </a:ln>
        </p:spPr>
      </p:sp>
      <p:sp>
        <p:nvSpPr>
          <p:cNvPr id="138" name="dp43-comparison / n135 / arrow">
            <a:extLst xmlns:a="http://schemas.openxmlformats.org/drawingml/2006/main">
              <a:ext uri="{FF2B5EF4-FFF2-40B4-BE49-F238E27FC236}">
                <a16:creationId xmlns:a16="http://schemas.microsoft.com/office/drawing/2014/main" id="{66BAFDDA-806C-4E51-BFF5-C77660FF528C}"/>
              </a:ext>
            </a:extLst>
          </p:cNvPr>
          <p:cNvSpPr>
            <a:spLocks xmlns:a="http://schemas.openxmlformats.org/drawingml/2006/main" noGrp="1"/>
          </p:cNvSpPr>
          <p:nvPr/>
        </p:nvSpPr>
        <p:spPr>
          <a:xfrm xmlns:a="http://schemas.openxmlformats.org/drawingml/2006/main">
            <a:off x="12493980" y="4484848"/>
            <a:ext cx="136170" cy="111412"/>
          </a:xfrm>
          <a:custGeom xmlns:a="http://schemas.openxmlformats.org/drawingml/2006/main">
            <a:pathLst>
              <a:path w="136170" h="111412">
                <a:moveTo>
                  <a:pt x="49516" y="111412"/>
                </a:moveTo>
                <a:lnTo>
                  <a:pt x="136170" y="6190"/>
                </a:lnTo>
                <a:lnTo>
                  <a:pt x="0" y="0"/>
                </a:lnTo>
              </a:path>
            </a:pathLst>
          </a:custGeom>
          <a:noFill xmlns:a="http://schemas.openxmlformats.org/drawingml/2006/main"/>
          <a:ln xmlns:a="http://schemas.openxmlformats.org/drawingml/2006/main" w="24384">
            <a:solidFill>
              <a:srgbClr val="7155A4"/>
            </a:solidFill>
            <a:prstDash val="solid"/>
          </a:ln>
        </p:spPr>
      </p:sp>
      <p:sp>
        <p:nvSpPr>
          <p:cNvPr id="139" name="dp43-comparison / n136 / path">
            <a:extLst xmlns:a="http://schemas.openxmlformats.org/drawingml/2006/main">
              <a:ext uri="{FF2B5EF4-FFF2-40B4-BE49-F238E27FC236}">
                <a16:creationId xmlns:a16="http://schemas.microsoft.com/office/drawing/2014/main" id="{91F7C9B4-3385-4209-AC72-90CE83E64B53}"/>
              </a:ext>
            </a:extLst>
          </p:cNvPr>
          <p:cNvSpPr>
            <a:spLocks xmlns:a="http://schemas.openxmlformats.org/drawingml/2006/main" noGrp="1"/>
          </p:cNvSpPr>
          <p:nvPr/>
        </p:nvSpPr>
        <p:spPr>
          <a:xfrm xmlns:a="http://schemas.openxmlformats.org/drawingml/2006/main">
            <a:off x="12287250" y="4662488"/>
            <a:ext cx="342900" cy="152400"/>
          </a:xfrm>
          <a:custGeom xmlns:a="http://schemas.openxmlformats.org/drawingml/2006/main">
            <a:pathLst>
              <a:path w="342900" h="152400">
                <a:moveTo>
                  <a:pt x="342900" y="0"/>
                </a:moveTo>
                <a:lnTo>
                  <a:pt x="0" y="152400"/>
                </a:lnTo>
              </a:path>
            </a:pathLst>
          </a:custGeom>
          <a:noFill xmlns:a="http://schemas.openxmlformats.org/drawingml/2006/main"/>
          <a:ln xmlns:a="http://schemas.openxmlformats.org/drawingml/2006/main" w="19050">
            <a:solidFill>
              <a:srgbClr val="7155A4"/>
            </a:solidFill>
            <a:prstDash val="dash"/>
          </a:ln>
        </p:spPr>
      </p:sp>
      <p:sp>
        <p:nvSpPr>
          <p:cNvPr id="140" name="dp43-comparison / n136 / arrow">
            <a:extLst xmlns:a="http://schemas.openxmlformats.org/drawingml/2006/main">
              <a:ext uri="{FF2B5EF4-FFF2-40B4-BE49-F238E27FC236}">
                <a16:creationId xmlns:a16="http://schemas.microsoft.com/office/drawing/2014/main" id="{88B7E6C5-93FC-450C-8CAD-7371EFD5BC3D}"/>
              </a:ext>
            </a:extLst>
          </p:cNvPr>
          <p:cNvSpPr>
            <a:spLocks xmlns:a="http://schemas.openxmlformats.org/drawingml/2006/main" noGrp="1"/>
          </p:cNvSpPr>
          <p:nvPr/>
        </p:nvSpPr>
        <p:spPr>
          <a:xfrm xmlns:a="http://schemas.openxmlformats.org/drawingml/2006/main">
            <a:off x="12287250" y="4709665"/>
            <a:ext cx="136170" cy="111412"/>
          </a:xfrm>
          <a:custGeom xmlns:a="http://schemas.openxmlformats.org/drawingml/2006/main">
            <a:pathLst>
              <a:path w="136170" h="111412">
                <a:moveTo>
                  <a:pt x="86654" y="0"/>
                </a:moveTo>
                <a:lnTo>
                  <a:pt x="0" y="105222"/>
                </a:lnTo>
                <a:lnTo>
                  <a:pt x="136170" y="111412"/>
                </a:lnTo>
              </a:path>
            </a:pathLst>
          </a:custGeom>
          <a:noFill xmlns:a="http://schemas.openxmlformats.org/drawingml/2006/main"/>
          <a:ln xmlns:a="http://schemas.openxmlformats.org/drawingml/2006/main" w="24384">
            <a:solidFill>
              <a:srgbClr val="7155A4"/>
            </a:solidFill>
            <a:prstDash val="solid"/>
          </a:ln>
        </p:spPr>
      </p:sp>
      <p:sp>
        <p:nvSpPr>
          <p:cNvPr id="141" name="dp43-comparison / n137">
            <a:extLst xmlns:a="http://schemas.openxmlformats.org/drawingml/2006/main">
              <a:ext uri="{FF2B5EF4-FFF2-40B4-BE49-F238E27FC236}">
                <a16:creationId xmlns:a16="http://schemas.microsoft.com/office/drawing/2014/main" id="{952EDE3E-0FF6-421F-ABE2-CE22C6DD5F5E}"/>
              </a:ext>
            </a:extLst>
          </p:cNvPr>
          <p:cNvSpPr>
            <a:spLocks xmlns:a="http://schemas.openxmlformats.org/drawingml/2006/main" noGrp="1"/>
          </p:cNvSpPr>
          <p:nvPr/>
        </p:nvSpPr>
        <p:spPr>
          <a:xfrm xmlns:a="http://schemas.openxmlformats.org/drawingml/2006/main">
            <a:off x="10039350" y="518160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42" name="dp43-comparison / n138 / text 1">
            <a:extLst xmlns:a="http://schemas.openxmlformats.org/drawingml/2006/main">
              <a:ext uri="{FF2B5EF4-FFF2-40B4-BE49-F238E27FC236}">
                <a16:creationId xmlns:a16="http://schemas.microsoft.com/office/drawing/2014/main" id="{B268FB6C-3FCB-45CF-AC8D-94A94A0EA6FE}"/>
              </a:ext>
            </a:extLst>
          </p:cNvPr>
          <p:cNvSpPr>
            <a:spLocks xmlns:a="http://schemas.openxmlformats.org/drawingml/2006/main" noGrp="1"/>
          </p:cNvSpPr>
          <p:nvPr/>
        </p:nvSpPr>
        <p:spPr>
          <a:xfrm xmlns:a="http://schemas.openxmlformats.org/drawingml/2006/main">
            <a:off x="10125075" y="517588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Association</a:t>
            </a:r>
          </a:p>
        </p:txBody>
      </p:sp>
      <p:sp>
        <p:nvSpPr>
          <p:cNvPr id="143" name="dp43-comparison / n138 / text 2">
            <a:extLst xmlns:a="http://schemas.openxmlformats.org/drawingml/2006/main">
              <a:ext uri="{FF2B5EF4-FFF2-40B4-BE49-F238E27FC236}">
                <a16:creationId xmlns:a16="http://schemas.microsoft.com/office/drawing/2014/main" id="{3C68582E-705B-4D62-A049-F263AAAE82F2}"/>
              </a:ext>
            </a:extLst>
          </p:cNvPr>
          <p:cNvSpPr>
            <a:spLocks xmlns:a="http://schemas.openxmlformats.org/drawingml/2006/main" noGrp="1"/>
          </p:cNvSpPr>
          <p:nvPr/>
        </p:nvSpPr>
        <p:spPr>
          <a:xfrm xmlns:a="http://schemas.openxmlformats.org/drawingml/2006/main">
            <a:off x="10125075" y="538638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Resolver</a:t>
            </a:r>
          </a:p>
        </p:txBody>
      </p:sp>
      <p:sp>
        <p:nvSpPr>
          <p:cNvPr id="144" name="dp43-comparison / n141 / path">
            <a:extLst xmlns:a="http://schemas.openxmlformats.org/drawingml/2006/main">
              <a:ext uri="{FF2B5EF4-FFF2-40B4-BE49-F238E27FC236}">
                <a16:creationId xmlns:a16="http://schemas.microsoft.com/office/drawing/2014/main" id="{9AC98265-F968-4D04-BDEE-8818809E577A}"/>
              </a:ext>
            </a:extLst>
          </p:cNvPr>
          <p:cNvSpPr>
            <a:spLocks xmlns:a="http://schemas.openxmlformats.org/drawingml/2006/main" noGrp="1"/>
          </p:cNvSpPr>
          <p:nvPr/>
        </p:nvSpPr>
        <p:spPr>
          <a:xfrm xmlns:a="http://schemas.openxmlformats.org/drawingml/2006/main">
            <a:off x="12287250" y="4976813"/>
            <a:ext cx="342900" cy="323850"/>
          </a:xfrm>
          <a:custGeom xmlns:a="http://schemas.openxmlformats.org/drawingml/2006/main">
            <a:pathLst>
              <a:path w="342900" h="323850">
                <a:moveTo>
                  <a:pt x="0" y="323850"/>
                </a:moveTo>
                <a:lnTo>
                  <a:pt x="342900" y="0"/>
                </a:lnTo>
              </a:path>
            </a:pathLst>
          </a:custGeom>
          <a:noFill xmlns:a="http://schemas.openxmlformats.org/drawingml/2006/main"/>
          <a:ln xmlns:a="http://schemas.openxmlformats.org/drawingml/2006/main" w="19050">
            <a:solidFill>
              <a:srgbClr val="7155A4"/>
            </a:solidFill>
            <a:prstDash val="solid"/>
          </a:ln>
        </p:spPr>
      </p:sp>
      <p:sp>
        <p:nvSpPr>
          <p:cNvPr id="145" name="dp43-comparison / n141 / arrow">
            <a:extLst xmlns:a="http://schemas.openxmlformats.org/drawingml/2006/main">
              <a:ext uri="{FF2B5EF4-FFF2-40B4-BE49-F238E27FC236}">
                <a16:creationId xmlns:a16="http://schemas.microsoft.com/office/drawing/2014/main" id="{D7BB7FB8-473D-45D7-9413-23057173EB0A}"/>
              </a:ext>
            </a:extLst>
          </p:cNvPr>
          <p:cNvSpPr>
            <a:spLocks xmlns:a="http://schemas.openxmlformats.org/drawingml/2006/main" noGrp="1"/>
          </p:cNvSpPr>
          <p:nvPr/>
        </p:nvSpPr>
        <p:spPr>
          <a:xfrm xmlns:a="http://schemas.openxmlformats.org/drawingml/2006/main">
            <a:off x="12499656" y="4976813"/>
            <a:ext cx="130494" cy="128032"/>
          </a:xfrm>
          <a:custGeom xmlns:a="http://schemas.openxmlformats.org/drawingml/2006/main">
            <a:pathLst>
              <a:path w="130494" h="128032">
                <a:moveTo>
                  <a:pt x="83713" y="128032"/>
                </a:moveTo>
                <a:lnTo>
                  <a:pt x="130494" y="0"/>
                </a:lnTo>
                <a:lnTo>
                  <a:pt x="0" y="39394"/>
                </a:lnTo>
              </a:path>
            </a:pathLst>
          </a:custGeom>
          <a:noFill xmlns:a="http://schemas.openxmlformats.org/drawingml/2006/main"/>
          <a:ln xmlns:a="http://schemas.openxmlformats.org/drawingml/2006/main" w="24384">
            <a:solidFill>
              <a:srgbClr val="7155A4"/>
            </a:solidFill>
            <a:prstDash val="solid"/>
          </a:ln>
        </p:spPr>
      </p:sp>
      <p:sp>
        <p:nvSpPr>
          <p:cNvPr id="146" name="dp43-comparison / n142 / path">
            <a:extLst xmlns:a="http://schemas.openxmlformats.org/drawingml/2006/main">
              <a:ext uri="{FF2B5EF4-FFF2-40B4-BE49-F238E27FC236}">
                <a16:creationId xmlns:a16="http://schemas.microsoft.com/office/drawing/2014/main" id="{9C9283B9-6190-4971-8D67-F73364B4139C}"/>
              </a:ext>
            </a:extLst>
          </p:cNvPr>
          <p:cNvSpPr>
            <a:spLocks xmlns:a="http://schemas.openxmlformats.org/drawingml/2006/main" noGrp="1"/>
          </p:cNvSpPr>
          <p:nvPr/>
        </p:nvSpPr>
        <p:spPr>
          <a:xfrm xmlns:a="http://schemas.openxmlformats.org/drawingml/2006/main">
            <a:off x="12287250" y="5148263"/>
            <a:ext cx="342900" cy="323850"/>
          </a:xfrm>
          <a:custGeom xmlns:a="http://schemas.openxmlformats.org/drawingml/2006/main">
            <a:pathLst>
              <a:path w="342900" h="323850">
                <a:moveTo>
                  <a:pt x="342900" y="0"/>
                </a:moveTo>
                <a:lnTo>
                  <a:pt x="0" y="323850"/>
                </a:lnTo>
              </a:path>
            </a:pathLst>
          </a:custGeom>
          <a:noFill xmlns:a="http://schemas.openxmlformats.org/drawingml/2006/main"/>
          <a:ln xmlns:a="http://schemas.openxmlformats.org/drawingml/2006/main" w="19050">
            <a:solidFill>
              <a:srgbClr val="7155A4"/>
            </a:solidFill>
            <a:prstDash val="dash"/>
          </a:ln>
        </p:spPr>
      </p:sp>
      <p:sp>
        <p:nvSpPr>
          <p:cNvPr id="147" name="dp43-comparison / n142 / arrow">
            <a:extLst xmlns:a="http://schemas.openxmlformats.org/drawingml/2006/main">
              <a:ext uri="{FF2B5EF4-FFF2-40B4-BE49-F238E27FC236}">
                <a16:creationId xmlns:a16="http://schemas.microsoft.com/office/drawing/2014/main" id="{3C254935-1660-40EA-870F-7E4ACFEC3F23}"/>
              </a:ext>
            </a:extLst>
          </p:cNvPr>
          <p:cNvSpPr>
            <a:spLocks xmlns:a="http://schemas.openxmlformats.org/drawingml/2006/main" noGrp="1"/>
          </p:cNvSpPr>
          <p:nvPr/>
        </p:nvSpPr>
        <p:spPr>
          <a:xfrm xmlns:a="http://schemas.openxmlformats.org/drawingml/2006/main">
            <a:off x="12287250" y="5344081"/>
            <a:ext cx="130494" cy="128032"/>
          </a:xfrm>
          <a:custGeom xmlns:a="http://schemas.openxmlformats.org/drawingml/2006/main">
            <a:pathLst>
              <a:path w="130494" h="128032">
                <a:moveTo>
                  <a:pt x="46781" y="0"/>
                </a:moveTo>
                <a:lnTo>
                  <a:pt x="0" y="128032"/>
                </a:lnTo>
                <a:lnTo>
                  <a:pt x="130494" y="88637"/>
                </a:lnTo>
              </a:path>
            </a:pathLst>
          </a:custGeom>
          <a:noFill xmlns:a="http://schemas.openxmlformats.org/drawingml/2006/main"/>
          <a:ln xmlns:a="http://schemas.openxmlformats.org/drawingml/2006/main" w="24384">
            <a:solidFill>
              <a:srgbClr val="7155A4"/>
            </a:solidFill>
            <a:prstDash val="solid"/>
          </a:ln>
        </p:spPr>
      </p:sp>
      <p:sp>
        <p:nvSpPr>
          <p:cNvPr id="148" name="dp43-comparison / n143">
            <a:extLst xmlns:a="http://schemas.openxmlformats.org/drawingml/2006/main">
              <a:ext uri="{FF2B5EF4-FFF2-40B4-BE49-F238E27FC236}">
                <a16:creationId xmlns:a16="http://schemas.microsoft.com/office/drawing/2014/main" id="{33CEF426-A550-490A-B49A-C16717A9F273}"/>
              </a:ext>
            </a:extLst>
          </p:cNvPr>
          <p:cNvSpPr>
            <a:spLocks xmlns:a="http://schemas.openxmlformats.org/drawingml/2006/main" noGrp="1"/>
          </p:cNvSpPr>
          <p:nvPr/>
        </p:nvSpPr>
        <p:spPr>
          <a:xfrm xmlns:a="http://schemas.openxmlformats.org/drawingml/2006/main">
            <a:off x="15240000" y="386715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49" name="dp43-comparison / n144 / text 1">
            <a:extLst xmlns:a="http://schemas.openxmlformats.org/drawingml/2006/main">
              <a:ext uri="{FF2B5EF4-FFF2-40B4-BE49-F238E27FC236}">
                <a16:creationId xmlns:a16="http://schemas.microsoft.com/office/drawing/2014/main" id="{AE05C7F9-AC66-46B0-A683-0EFE56A39F8B}"/>
              </a:ext>
            </a:extLst>
          </p:cNvPr>
          <p:cNvSpPr>
            <a:spLocks xmlns:a="http://schemas.openxmlformats.org/drawingml/2006/main" noGrp="1"/>
          </p:cNvSpPr>
          <p:nvPr/>
        </p:nvSpPr>
        <p:spPr>
          <a:xfrm xmlns:a="http://schemas.openxmlformats.org/drawingml/2006/main">
            <a:off x="15325725" y="386143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Relation</a:t>
            </a:r>
          </a:p>
        </p:txBody>
      </p:sp>
      <p:sp>
        <p:nvSpPr>
          <p:cNvPr id="150" name="dp43-comparison / n144 / text 2">
            <a:extLst xmlns:a="http://schemas.openxmlformats.org/drawingml/2006/main">
              <a:ext uri="{FF2B5EF4-FFF2-40B4-BE49-F238E27FC236}">
                <a16:creationId xmlns:a16="http://schemas.microsoft.com/office/drawing/2014/main" id="{BD515B41-83E1-4733-BFB7-B165C55FCF19}"/>
              </a:ext>
            </a:extLst>
          </p:cNvPr>
          <p:cNvSpPr>
            <a:spLocks xmlns:a="http://schemas.openxmlformats.org/drawingml/2006/main" noGrp="1"/>
          </p:cNvSpPr>
          <p:nvPr/>
        </p:nvSpPr>
        <p:spPr>
          <a:xfrm xmlns:a="http://schemas.openxmlformats.org/drawingml/2006/main">
            <a:off x="15325725" y="407193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51" name="dp43-comparison / n147 / path">
            <a:extLst xmlns:a="http://schemas.openxmlformats.org/drawingml/2006/main">
              <a:ext uri="{FF2B5EF4-FFF2-40B4-BE49-F238E27FC236}">
                <a16:creationId xmlns:a16="http://schemas.microsoft.com/office/drawing/2014/main" id="{E77887D6-A8B5-4BA0-BDE0-4CC2A5B99A13}"/>
              </a:ext>
            </a:extLst>
          </p:cNvPr>
          <p:cNvSpPr>
            <a:spLocks xmlns:a="http://schemas.openxmlformats.org/drawingml/2006/main" noGrp="1"/>
          </p:cNvSpPr>
          <p:nvPr/>
        </p:nvSpPr>
        <p:spPr>
          <a:xfrm xmlns:a="http://schemas.openxmlformats.org/drawingml/2006/main">
            <a:off x="14916150" y="3986213"/>
            <a:ext cx="323850" cy="19050"/>
          </a:xfrm>
          <a:custGeom xmlns:a="http://schemas.openxmlformats.org/drawingml/2006/main">
            <a:pathLst>
              <a:path w="323850" h="19050">
                <a:moveTo>
                  <a:pt x="323850" y="0"/>
                </a:moveTo>
                <a:lnTo>
                  <a:pt x="0" y="19050"/>
                </a:lnTo>
              </a:path>
            </a:pathLst>
          </a:custGeom>
          <a:noFill xmlns:a="http://schemas.openxmlformats.org/drawingml/2006/main"/>
          <a:ln xmlns:a="http://schemas.openxmlformats.org/drawingml/2006/main" w="19050">
            <a:solidFill>
              <a:srgbClr val="7155A4"/>
            </a:solidFill>
            <a:prstDash val="solid"/>
          </a:ln>
        </p:spPr>
      </p:sp>
      <p:sp>
        <p:nvSpPr>
          <p:cNvPr id="152" name="dp43-comparison / n147 / arrow">
            <a:extLst xmlns:a="http://schemas.openxmlformats.org/drawingml/2006/main">
              <a:ext uri="{FF2B5EF4-FFF2-40B4-BE49-F238E27FC236}">
                <a16:creationId xmlns:a16="http://schemas.microsoft.com/office/drawing/2014/main" id="{796EF363-7A86-4A61-852B-48FECB621376}"/>
              </a:ext>
            </a:extLst>
          </p:cNvPr>
          <p:cNvSpPr>
            <a:spLocks xmlns:a="http://schemas.openxmlformats.org/drawingml/2006/main" noGrp="1"/>
          </p:cNvSpPr>
          <p:nvPr/>
        </p:nvSpPr>
        <p:spPr>
          <a:xfrm xmlns:a="http://schemas.openxmlformats.org/drawingml/2006/main">
            <a:off x="14916150" y="3937248"/>
            <a:ext cx="125289" cy="121710"/>
          </a:xfrm>
          <a:custGeom xmlns:a="http://schemas.openxmlformats.org/drawingml/2006/main">
            <a:pathLst>
              <a:path w="125289" h="121710">
                <a:moveTo>
                  <a:pt x="118130" y="0"/>
                </a:moveTo>
                <a:lnTo>
                  <a:pt x="0" y="68014"/>
                </a:lnTo>
                <a:lnTo>
                  <a:pt x="125289" y="121710"/>
                </a:lnTo>
              </a:path>
            </a:pathLst>
          </a:custGeom>
          <a:noFill xmlns:a="http://schemas.openxmlformats.org/drawingml/2006/main"/>
          <a:ln xmlns:a="http://schemas.openxmlformats.org/drawingml/2006/main" w="24384">
            <a:solidFill>
              <a:srgbClr val="7155A4"/>
            </a:solidFill>
            <a:prstDash val="solid"/>
          </a:ln>
        </p:spPr>
      </p:sp>
      <p:sp>
        <p:nvSpPr>
          <p:cNvPr id="153" name="dp43-comparison / n148 / path">
            <a:extLst xmlns:a="http://schemas.openxmlformats.org/drawingml/2006/main">
              <a:ext uri="{FF2B5EF4-FFF2-40B4-BE49-F238E27FC236}">
                <a16:creationId xmlns:a16="http://schemas.microsoft.com/office/drawing/2014/main" id="{C2A54A6A-9D42-4FAE-9F10-D67FB8EE691B}"/>
              </a:ext>
            </a:extLst>
          </p:cNvPr>
          <p:cNvSpPr>
            <a:spLocks xmlns:a="http://schemas.openxmlformats.org/drawingml/2006/main" noGrp="1"/>
          </p:cNvSpPr>
          <p:nvPr/>
        </p:nvSpPr>
        <p:spPr>
          <a:xfrm xmlns:a="http://schemas.openxmlformats.org/drawingml/2006/main">
            <a:off x="14916150" y="4157663"/>
            <a:ext cx="323850" cy="19050"/>
          </a:xfrm>
          <a:custGeom xmlns:a="http://schemas.openxmlformats.org/drawingml/2006/main">
            <a:pathLst>
              <a:path w="323850" h="19050">
                <a:moveTo>
                  <a:pt x="0" y="19050"/>
                </a:moveTo>
                <a:lnTo>
                  <a:pt x="323850" y="0"/>
                </a:lnTo>
              </a:path>
            </a:pathLst>
          </a:custGeom>
          <a:noFill xmlns:a="http://schemas.openxmlformats.org/drawingml/2006/main"/>
          <a:ln xmlns:a="http://schemas.openxmlformats.org/drawingml/2006/main" w="19050">
            <a:solidFill>
              <a:srgbClr val="7155A4"/>
            </a:solidFill>
            <a:prstDash val="dash"/>
          </a:ln>
        </p:spPr>
      </p:sp>
      <p:sp>
        <p:nvSpPr>
          <p:cNvPr id="154" name="dp43-comparison / n148 / arrow">
            <a:extLst xmlns:a="http://schemas.openxmlformats.org/drawingml/2006/main">
              <a:ext uri="{FF2B5EF4-FFF2-40B4-BE49-F238E27FC236}">
                <a16:creationId xmlns:a16="http://schemas.microsoft.com/office/drawing/2014/main" id="{0247FA53-886B-49BE-B3CB-3DE2D1411E2C}"/>
              </a:ext>
            </a:extLst>
          </p:cNvPr>
          <p:cNvSpPr>
            <a:spLocks xmlns:a="http://schemas.openxmlformats.org/drawingml/2006/main" noGrp="1"/>
          </p:cNvSpPr>
          <p:nvPr/>
        </p:nvSpPr>
        <p:spPr>
          <a:xfrm xmlns:a="http://schemas.openxmlformats.org/drawingml/2006/main">
            <a:off x="15114711" y="4103967"/>
            <a:ext cx="125289" cy="121710"/>
          </a:xfrm>
          <a:custGeom xmlns:a="http://schemas.openxmlformats.org/drawingml/2006/main">
            <a:pathLst>
              <a:path w="125289" h="121710">
                <a:moveTo>
                  <a:pt x="7159" y="121710"/>
                </a:moveTo>
                <a:lnTo>
                  <a:pt x="125289" y="53695"/>
                </a:lnTo>
                <a:lnTo>
                  <a:pt x="0" y="0"/>
                </a:lnTo>
              </a:path>
            </a:pathLst>
          </a:custGeom>
          <a:noFill xmlns:a="http://schemas.openxmlformats.org/drawingml/2006/main"/>
          <a:ln xmlns:a="http://schemas.openxmlformats.org/drawingml/2006/main" w="24384">
            <a:solidFill>
              <a:srgbClr val="7155A4"/>
            </a:solidFill>
            <a:prstDash val="solid"/>
          </a:ln>
        </p:spPr>
      </p:sp>
      <p:sp>
        <p:nvSpPr>
          <p:cNvPr id="155" name="dp43-comparison / n149">
            <a:extLst xmlns:a="http://schemas.openxmlformats.org/drawingml/2006/main">
              <a:ext uri="{FF2B5EF4-FFF2-40B4-BE49-F238E27FC236}">
                <a16:creationId xmlns:a16="http://schemas.microsoft.com/office/drawing/2014/main" id="{15BB7B21-2A08-4542-AB5D-51654CA3407D}"/>
              </a:ext>
            </a:extLst>
          </p:cNvPr>
          <p:cNvSpPr>
            <a:spLocks xmlns:a="http://schemas.openxmlformats.org/drawingml/2006/main" noGrp="1"/>
          </p:cNvSpPr>
          <p:nvPr/>
        </p:nvSpPr>
        <p:spPr>
          <a:xfrm xmlns:a="http://schemas.openxmlformats.org/drawingml/2006/main">
            <a:off x="15240000" y="4524375"/>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56" name="dp43-comparison / n150 / text 1">
            <a:extLst xmlns:a="http://schemas.openxmlformats.org/drawingml/2006/main">
              <a:ext uri="{FF2B5EF4-FFF2-40B4-BE49-F238E27FC236}">
                <a16:creationId xmlns:a16="http://schemas.microsoft.com/office/drawing/2014/main" id="{4F88F384-C49A-4627-AFB5-029CBA50BE58}"/>
              </a:ext>
            </a:extLst>
          </p:cNvPr>
          <p:cNvSpPr>
            <a:spLocks xmlns:a="http://schemas.openxmlformats.org/drawingml/2006/main" noGrp="1"/>
          </p:cNvSpPr>
          <p:nvPr/>
        </p:nvSpPr>
        <p:spPr>
          <a:xfrm xmlns:a="http://schemas.openxmlformats.org/drawingml/2006/main">
            <a:off x="15325725" y="4518660"/>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Revision</a:t>
            </a:r>
          </a:p>
        </p:txBody>
      </p:sp>
      <p:sp>
        <p:nvSpPr>
          <p:cNvPr id="157" name="dp43-comparison / n150 / text 2">
            <a:extLst xmlns:a="http://schemas.openxmlformats.org/drawingml/2006/main">
              <a:ext uri="{FF2B5EF4-FFF2-40B4-BE49-F238E27FC236}">
                <a16:creationId xmlns:a16="http://schemas.microsoft.com/office/drawing/2014/main" id="{2196D395-C71B-424F-A3B6-B71FB9E99F45}"/>
              </a:ext>
            </a:extLst>
          </p:cNvPr>
          <p:cNvSpPr>
            <a:spLocks xmlns:a="http://schemas.openxmlformats.org/drawingml/2006/main" noGrp="1"/>
          </p:cNvSpPr>
          <p:nvPr/>
        </p:nvSpPr>
        <p:spPr>
          <a:xfrm xmlns:a="http://schemas.openxmlformats.org/drawingml/2006/main">
            <a:off x="15325725" y="4729163"/>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58" name="dp43-comparison / n153 / path">
            <a:extLst xmlns:a="http://schemas.openxmlformats.org/drawingml/2006/main">
              <a:ext uri="{FF2B5EF4-FFF2-40B4-BE49-F238E27FC236}">
                <a16:creationId xmlns:a16="http://schemas.microsoft.com/office/drawing/2014/main" id="{93BF6DA8-E630-4501-A901-BCDC73A8A860}"/>
              </a:ext>
            </a:extLst>
          </p:cNvPr>
          <p:cNvSpPr>
            <a:spLocks xmlns:a="http://schemas.openxmlformats.org/drawingml/2006/main" noGrp="1"/>
          </p:cNvSpPr>
          <p:nvPr/>
        </p:nvSpPr>
        <p:spPr>
          <a:xfrm xmlns:a="http://schemas.openxmlformats.org/drawingml/2006/main">
            <a:off x="14916150" y="4491038"/>
            <a:ext cx="323850" cy="152400"/>
          </a:xfrm>
          <a:custGeom xmlns:a="http://schemas.openxmlformats.org/drawingml/2006/main">
            <a:pathLst>
              <a:path w="323850" h="152400">
                <a:moveTo>
                  <a:pt x="323850" y="152400"/>
                </a:moveTo>
                <a:lnTo>
                  <a:pt x="0" y="0"/>
                </a:lnTo>
              </a:path>
            </a:pathLst>
          </a:custGeom>
          <a:noFill xmlns:a="http://schemas.openxmlformats.org/drawingml/2006/main"/>
          <a:ln xmlns:a="http://schemas.openxmlformats.org/drawingml/2006/main" w="19050">
            <a:solidFill>
              <a:srgbClr val="7155A4"/>
            </a:solidFill>
            <a:prstDash val="solid"/>
          </a:ln>
        </p:spPr>
      </p:sp>
      <p:sp>
        <p:nvSpPr>
          <p:cNvPr id="159" name="dp43-comparison / n153 / arrow">
            <a:extLst xmlns:a="http://schemas.openxmlformats.org/drawingml/2006/main">
              <a:ext uri="{FF2B5EF4-FFF2-40B4-BE49-F238E27FC236}">
                <a16:creationId xmlns:a16="http://schemas.microsoft.com/office/drawing/2014/main" id="{2A4771B0-B29F-4AEF-9BD3-34FE1F94F9A5}"/>
              </a:ext>
            </a:extLst>
          </p:cNvPr>
          <p:cNvSpPr>
            <a:spLocks xmlns:a="http://schemas.openxmlformats.org/drawingml/2006/main" noGrp="1"/>
          </p:cNvSpPr>
          <p:nvPr/>
        </p:nvSpPr>
        <p:spPr>
          <a:xfrm xmlns:a="http://schemas.openxmlformats.org/drawingml/2006/main">
            <a:off x="14916150" y="4487793"/>
            <a:ext cx="136272" cy="110315"/>
          </a:xfrm>
          <a:custGeom xmlns:a="http://schemas.openxmlformats.org/drawingml/2006/main">
            <a:pathLst>
              <a:path w="136272" h="110315">
                <a:moveTo>
                  <a:pt x="136272" y="0"/>
                </a:moveTo>
                <a:lnTo>
                  <a:pt x="0" y="3245"/>
                </a:lnTo>
                <a:lnTo>
                  <a:pt x="84359" y="110315"/>
                </a:lnTo>
              </a:path>
            </a:pathLst>
          </a:custGeom>
          <a:noFill xmlns:a="http://schemas.openxmlformats.org/drawingml/2006/main"/>
          <a:ln xmlns:a="http://schemas.openxmlformats.org/drawingml/2006/main" w="24384">
            <a:solidFill>
              <a:srgbClr val="7155A4"/>
            </a:solidFill>
            <a:prstDash val="solid"/>
          </a:ln>
        </p:spPr>
      </p:sp>
      <p:sp>
        <p:nvSpPr>
          <p:cNvPr id="160" name="dp43-comparison / n154 / path">
            <a:extLst xmlns:a="http://schemas.openxmlformats.org/drawingml/2006/main">
              <a:ext uri="{FF2B5EF4-FFF2-40B4-BE49-F238E27FC236}">
                <a16:creationId xmlns:a16="http://schemas.microsoft.com/office/drawing/2014/main" id="{41BAF96C-986B-4816-87B5-50F74B94F1C6}"/>
              </a:ext>
            </a:extLst>
          </p:cNvPr>
          <p:cNvSpPr>
            <a:spLocks xmlns:a="http://schemas.openxmlformats.org/drawingml/2006/main" noGrp="1"/>
          </p:cNvSpPr>
          <p:nvPr/>
        </p:nvSpPr>
        <p:spPr>
          <a:xfrm xmlns:a="http://schemas.openxmlformats.org/drawingml/2006/main">
            <a:off x="14916150" y="4662488"/>
            <a:ext cx="323850" cy="152400"/>
          </a:xfrm>
          <a:custGeom xmlns:a="http://schemas.openxmlformats.org/drawingml/2006/main">
            <a:pathLst>
              <a:path w="323850" h="152400">
                <a:moveTo>
                  <a:pt x="0" y="0"/>
                </a:moveTo>
                <a:lnTo>
                  <a:pt x="323850" y="152400"/>
                </a:lnTo>
              </a:path>
            </a:pathLst>
          </a:custGeom>
          <a:noFill xmlns:a="http://schemas.openxmlformats.org/drawingml/2006/main"/>
          <a:ln xmlns:a="http://schemas.openxmlformats.org/drawingml/2006/main" w="19050">
            <a:solidFill>
              <a:srgbClr val="7155A4"/>
            </a:solidFill>
            <a:prstDash val="dash"/>
          </a:ln>
        </p:spPr>
      </p:sp>
      <p:sp>
        <p:nvSpPr>
          <p:cNvPr id="161" name="dp43-comparison / n154 / arrow">
            <a:extLst xmlns:a="http://schemas.openxmlformats.org/drawingml/2006/main">
              <a:ext uri="{FF2B5EF4-FFF2-40B4-BE49-F238E27FC236}">
                <a16:creationId xmlns:a16="http://schemas.microsoft.com/office/drawing/2014/main" id="{C95F8F80-CD0A-40F8-AAE9-BA340B24443B}"/>
              </a:ext>
            </a:extLst>
          </p:cNvPr>
          <p:cNvSpPr>
            <a:spLocks xmlns:a="http://schemas.openxmlformats.org/drawingml/2006/main" noGrp="1"/>
          </p:cNvSpPr>
          <p:nvPr/>
        </p:nvSpPr>
        <p:spPr>
          <a:xfrm xmlns:a="http://schemas.openxmlformats.org/drawingml/2006/main">
            <a:off x="15103728" y="4707817"/>
            <a:ext cx="136272" cy="110315"/>
          </a:xfrm>
          <a:custGeom xmlns:a="http://schemas.openxmlformats.org/drawingml/2006/main">
            <a:pathLst>
              <a:path w="136272" h="110315">
                <a:moveTo>
                  <a:pt x="0" y="110315"/>
                </a:moveTo>
                <a:lnTo>
                  <a:pt x="136272" y="107071"/>
                </a:lnTo>
                <a:lnTo>
                  <a:pt x="51913" y="0"/>
                </a:lnTo>
              </a:path>
            </a:pathLst>
          </a:custGeom>
          <a:noFill xmlns:a="http://schemas.openxmlformats.org/drawingml/2006/main"/>
          <a:ln xmlns:a="http://schemas.openxmlformats.org/drawingml/2006/main" w="24384">
            <a:solidFill>
              <a:srgbClr val="7155A4"/>
            </a:solidFill>
            <a:prstDash val="solid"/>
          </a:ln>
        </p:spPr>
      </p:sp>
      <p:sp>
        <p:nvSpPr>
          <p:cNvPr id="162" name="dp43-comparison / n155">
            <a:extLst xmlns:a="http://schemas.openxmlformats.org/drawingml/2006/main">
              <a:ext uri="{FF2B5EF4-FFF2-40B4-BE49-F238E27FC236}">
                <a16:creationId xmlns:a16="http://schemas.microsoft.com/office/drawing/2014/main" id="{0EC0449E-68D9-40A6-ACF9-8E9BCB19CCF6}"/>
              </a:ext>
            </a:extLst>
          </p:cNvPr>
          <p:cNvSpPr>
            <a:spLocks xmlns:a="http://schemas.openxmlformats.org/drawingml/2006/main" noGrp="1"/>
          </p:cNvSpPr>
          <p:nvPr/>
        </p:nvSpPr>
        <p:spPr>
          <a:xfrm xmlns:a="http://schemas.openxmlformats.org/drawingml/2006/main">
            <a:off x="15240000" y="5181600"/>
            <a:ext cx="2247900" cy="409575"/>
          </a:xfrm>
          <a:prstGeom xmlns:a="http://schemas.openxmlformats.org/drawingml/2006/main" prst="rect">
            <a:avLst/>
          </a:prstGeom>
          <a:solidFill xmlns:a="http://schemas.openxmlformats.org/drawingml/2006/main">
            <a:srgbClr val="FFFFFF"/>
          </a:solidFill>
          <a:ln xmlns:a="http://schemas.openxmlformats.org/drawingml/2006/main" w="16193">
            <a:solidFill>
              <a:srgbClr val="7155A4"/>
            </a:solidFill>
            <a:prstDash val="solid"/>
          </a:ln>
        </p:spPr>
      </p:sp>
      <p:sp>
        <p:nvSpPr>
          <p:cNvPr id="163" name="dp43-comparison / n156 / text 1">
            <a:extLst xmlns:a="http://schemas.openxmlformats.org/drawingml/2006/main">
              <a:ext uri="{FF2B5EF4-FFF2-40B4-BE49-F238E27FC236}">
                <a16:creationId xmlns:a16="http://schemas.microsoft.com/office/drawing/2014/main" id="{6502A7E6-8A8A-4ACF-A7C5-0D28433397E9}"/>
              </a:ext>
            </a:extLst>
          </p:cNvPr>
          <p:cNvSpPr>
            <a:spLocks xmlns:a="http://schemas.openxmlformats.org/drawingml/2006/main" noGrp="1"/>
          </p:cNvSpPr>
          <p:nvPr/>
        </p:nvSpPr>
        <p:spPr>
          <a:xfrm xmlns:a="http://schemas.openxmlformats.org/drawingml/2006/main">
            <a:off x="15325725" y="5175885"/>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Request Handling</a:t>
            </a:r>
          </a:p>
        </p:txBody>
      </p:sp>
      <p:sp>
        <p:nvSpPr>
          <p:cNvPr id="164" name="dp43-comparison / n156 / text 2">
            <a:extLst xmlns:a="http://schemas.openxmlformats.org/drawingml/2006/main">
              <a:ext uri="{FF2B5EF4-FFF2-40B4-BE49-F238E27FC236}">
                <a16:creationId xmlns:a16="http://schemas.microsoft.com/office/drawing/2014/main" id="{B2843BEA-5D02-4E3C-9889-AADE9B46B1DE}"/>
              </a:ext>
            </a:extLst>
          </p:cNvPr>
          <p:cNvSpPr>
            <a:spLocks xmlns:a="http://schemas.openxmlformats.org/drawingml/2006/main" noGrp="1"/>
          </p:cNvSpPr>
          <p:nvPr/>
        </p:nvSpPr>
        <p:spPr>
          <a:xfrm xmlns:a="http://schemas.openxmlformats.org/drawingml/2006/main">
            <a:off x="15325725" y="5386388"/>
            <a:ext cx="20764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7155A4"/>
                </a:solidFill>
                <a:latin typeface="Apple SD Gothic Neo"/>
                <a:ea typeface="Apple SD Gothic Neo"/>
                <a:cs typeface="Apple SD Gothic Neo"/>
              </a:defRPr>
            </a:pPr>
            <a:r>
              <a:rPr sz="1275" b="1">
                <a:solidFill>
                  <a:srgbClr val="7155A4"/>
                </a:solidFill>
                <a:latin typeface="Apple SD Gothic Neo"/>
                <a:ea typeface="Apple SD Gothic Neo"/>
                <a:cs typeface="Apple SD Gothic Neo"/>
              </a:rPr>
              <a:t>Interpreter</a:t>
            </a:r>
          </a:p>
        </p:txBody>
      </p:sp>
      <p:sp>
        <p:nvSpPr>
          <p:cNvPr id="165" name="dp43-comparison / n159 / path">
            <a:extLst xmlns:a="http://schemas.openxmlformats.org/drawingml/2006/main">
              <a:ext uri="{FF2B5EF4-FFF2-40B4-BE49-F238E27FC236}">
                <a16:creationId xmlns:a16="http://schemas.microsoft.com/office/drawing/2014/main" id="{6C5DB757-6F10-41FD-B270-99BED1CA1A37}"/>
              </a:ext>
            </a:extLst>
          </p:cNvPr>
          <p:cNvSpPr>
            <a:spLocks xmlns:a="http://schemas.openxmlformats.org/drawingml/2006/main" noGrp="1"/>
          </p:cNvSpPr>
          <p:nvPr/>
        </p:nvSpPr>
        <p:spPr>
          <a:xfrm xmlns:a="http://schemas.openxmlformats.org/drawingml/2006/main">
            <a:off x="14916150" y="4976813"/>
            <a:ext cx="323850" cy="323850"/>
          </a:xfrm>
          <a:custGeom xmlns:a="http://schemas.openxmlformats.org/drawingml/2006/main">
            <a:pathLst>
              <a:path w="323850" h="323850">
                <a:moveTo>
                  <a:pt x="323850" y="323850"/>
                </a:moveTo>
                <a:lnTo>
                  <a:pt x="0" y="0"/>
                </a:lnTo>
              </a:path>
            </a:pathLst>
          </a:custGeom>
          <a:noFill xmlns:a="http://schemas.openxmlformats.org/drawingml/2006/main"/>
          <a:ln xmlns:a="http://schemas.openxmlformats.org/drawingml/2006/main" w="19050">
            <a:solidFill>
              <a:srgbClr val="7155A4"/>
            </a:solidFill>
            <a:prstDash val="solid"/>
          </a:ln>
        </p:spPr>
      </p:sp>
      <p:sp>
        <p:nvSpPr>
          <p:cNvPr id="166" name="dp43-comparison / n159 / arrow">
            <a:extLst xmlns:a="http://schemas.openxmlformats.org/drawingml/2006/main">
              <a:ext uri="{FF2B5EF4-FFF2-40B4-BE49-F238E27FC236}">
                <a16:creationId xmlns:a16="http://schemas.microsoft.com/office/drawing/2014/main" id="{952540C5-25DB-43C8-B72C-0A10036F4F80}"/>
              </a:ext>
            </a:extLst>
          </p:cNvPr>
          <p:cNvSpPr>
            <a:spLocks xmlns:a="http://schemas.openxmlformats.org/drawingml/2006/main" noGrp="1"/>
          </p:cNvSpPr>
          <p:nvPr/>
        </p:nvSpPr>
        <p:spPr>
          <a:xfrm xmlns:a="http://schemas.openxmlformats.org/drawingml/2006/main">
            <a:off x="14916150" y="4976813"/>
            <a:ext cx="129316" cy="129316"/>
          </a:xfrm>
          <a:custGeom xmlns:a="http://schemas.openxmlformats.org/drawingml/2006/main">
            <a:pathLst>
              <a:path w="129316" h="129316">
                <a:moveTo>
                  <a:pt x="129316" y="43105"/>
                </a:moveTo>
                <a:lnTo>
                  <a:pt x="0" y="0"/>
                </a:lnTo>
                <a:lnTo>
                  <a:pt x="43105" y="129316"/>
                </a:lnTo>
              </a:path>
            </a:pathLst>
          </a:custGeom>
          <a:noFill xmlns:a="http://schemas.openxmlformats.org/drawingml/2006/main"/>
          <a:ln xmlns:a="http://schemas.openxmlformats.org/drawingml/2006/main" w="24384">
            <a:solidFill>
              <a:srgbClr val="7155A4"/>
            </a:solidFill>
            <a:prstDash val="solid"/>
          </a:ln>
        </p:spPr>
      </p:sp>
      <p:sp>
        <p:nvSpPr>
          <p:cNvPr id="167" name="dp43-comparison / n160 / path">
            <a:extLst xmlns:a="http://schemas.openxmlformats.org/drawingml/2006/main">
              <a:ext uri="{FF2B5EF4-FFF2-40B4-BE49-F238E27FC236}">
                <a16:creationId xmlns:a16="http://schemas.microsoft.com/office/drawing/2014/main" id="{4BD65947-07E5-4750-A07D-3DE421A9EEC6}"/>
              </a:ext>
            </a:extLst>
          </p:cNvPr>
          <p:cNvSpPr>
            <a:spLocks xmlns:a="http://schemas.openxmlformats.org/drawingml/2006/main" noGrp="1"/>
          </p:cNvSpPr>
          <p:nvPr/>
        </p:nvSpPr>
        <p:spPr>
          <a:xfrm xmlns:a="http://schemas.openxmlformats.org/drawingml/2006/main">
            <a:off x="14916150" y="5148263"/>
            <a:ext cx="323850" cy="323850"/>
          </a:xfrm>
          <a:custGeom xmlns:a="http://schemas.openxmlformats.org/drawingml/2006/main">
            <a:pathLst>
              <a:path w="323850" h="323850">
                <a:moveTo>
                  <a:pt x="0" y="0"/>
                </a:moveTo>
                <a:lnTo>
                  <a:pt x="323850" y="323850"/>
                </a:lnTo>
              </a:path>
            </a:pathLst>
          </a:custGeom>
          <a:noFill xmlns:a="http://schemas.openxmlformats.org/drawingml/2006/main"/>
          <a:ln xmlns:a="http://schemas.openxmlformats.org/drawingml/2006/main" w="19050">
            <a:solidFill>
              <a:srgbClr val="7155A4"/>
            </a:solidFill>
            <a:prstDash val="dash"/>
          </a:ln>
        </p:spPr>
      </p:sp>
      <p:sp>
        <p:nvSpPr>
          <p:cNvPr id="168" name="dp43-comparison / n160 / arrow">
            <a:extLst xmlns:a="http://schemas.openxmlformats.org/drawingml/2006/main">
              <a:ext uri="{FF2B5EF4-FFF2-40B4-BE49-F238E27FC236}">
                <a16:creationId xmlns:a16="http://schemas.microsoft.com/office/drawing/2014/main" id="{FFD289AF-5B8B-4E69-A974-0B89C6F3654E}"/>
              </a:ext>
            </a:extLst>
          </p:cNvPr>
          <p:cNvSpPr>
            <a:spLocks xmlns:a="http://schemas.openxmlformats.org/drawingml/2006/main" noGrp="1"/>
          </p:cNvSpPr>
          <p:nvPr/>
        </p:nvSpPr>
        <p:spPr>
          <a:xfrm xmlns:a="http://schemas.openxmlformats.org/drawingml/2006/main">
            <a:off x="15110684" y="5342797"/>
            <a:ext cx="129316" cy="129316"/>
          </a:xfrm>
          <a:custGeom xmlns:a="http://schemas.openxmlformats.org/drawingml/2006/main">
            <a:pathLst>
              <a:path w="129316" h="129316">
                <a:moveTo>
                  <a:pt x="0" y="86210"/>
                </a:moveTo>
                <a:lnTo>
                  <a:pt x="129316" y="129316"/>
                </a:lnTo>
                <a:lnTo>
                  <a:pt x="86210" y="0"/>
                </a:lnTo>
              </a:path>
            </a:pathLst>
          </a:custGeom>
          <a:noFill xmlns:a="http://schemas.openxmlformats.org/drawingml/2006/main"/>
          <a:ln xmlns:a="http://schemas.openxmlformats.org/drawingml/2006/main" w="24384">
            <a:solidFill>
              <a:srgbClr val="7155A4"/>
            </a:solidFill>
            <a:prstDash val="solid"/>
          </a:ln>
        </p:spPr>
      </p:sp>
      <p:sp>
        <p:nvSpPr>
          <p:cNvPr id="169" name="dp43-comparison / n161 / path">
            <a:extLst xmlns:a="http://schemas.openxmlformats.org/drawingml/2006/main">
              <a:ext uri="{FF2B5EF4-FFF2-40B4-BE49-F238E27FC236}">
                <a16:creationId xmlns:a16="http://schemas.microsoft.com/office/drawing/2014/main" id="{A8047B0C-0235-48D0-BDC9-442F689E574A}"/>
              </a:ext>
            </a:extLst>
          </p:cNvPr>
          <p:cNvSpPr>
            <a:spLocks xmlns:a="http://schemas.openxmlformats.org/drawingml/2006/main" noGrp="1"/>
          </p:cNvSpPr>
          <p:nvPr/>
        </p:nvSpPr>
        <p:spPr>
          <a:xfrm xmlns:a="http://schemas.openxmlformats.org/drawingml/2006/main">
            <a:off x="13773150" y="3038475"/>
            <a:ext cx="1247775" cy="828675"/>
          </a:xfrm>
          <a:custGeom xmlns:a="http://schemas.openxmlformats.org/drawingml/2006/main">
            <a:pathLst>
              <a:path w="1247775" h="828675">
                <a:moveTo>
                  <a:pt x="1104900" y="0"/>
                </a:moveTo>
                <a:lnTo>
                  <a:pt x="1104900" y="266700"/>
                </a:lnTo>
                <a:lnTo>
                  <a:pt x="1247775" y="266700"/>
                </a:lnTo>
                <a:lnTo>
                  <a:pt x="1247775" y="781050"/>
                </a:lnTo>
                <a:lnTo>
                  <a:pt x="0" y="781050"/>
                </a:lnTo>
                <a:lnTo>
                  <a:pt x="0" y="828675"/>
                </a:lnTo>
              </a:path>
            </a:pathLst>
          </a:custGeom>
          <a:noFill xmlns:a="http://schemas.openxmlformats.org/drawingml/2006/main"/>
          <a:ln xmlns:a="http://schemas.openxmlformats.org/drawingml/2006/main" w="19050">
            <a:solidFill>
              <a:srgbClr val="7155A4"/>
            </a:solidFill>
            <a:prstDash val="solid"/>
          </a:ln>
        </p:spPr>
      </p:sp>
      <p:sp>
        <p:nvSpPr>
          <p:cNvPr id="170" name="dp43-comparison / n161 / arrow">
            <a:extLst xmlns:a="http://schemas.openxmlformats.org/drawingml/2006/main">
              <a:ext uri="{FF2B5EF4-FFF2-40B4-BE49-F238E27FC236}">
                <a16:creationId xmlns:a16="http://schemas.microsoft.com/office/drawing/2014/main" id="{8E3B377A-F05C-4E50-AD2A-B7634AA1E36D}"/>
              </a:ext>
            </a:extLst>
          </p:cNvPr>
          <p:cNvSpPr>
            <a:spLocks xmlns:a="http://schemas.openxmlformats.org/drawingml/2006/main" noGrp="1"/>
          </p:cNvSpPr>
          <p:nvPr/>
        </p:nvSpPr>
        <p:spPr>
          <a:xfrm xmlns:a="http://schemas.openxmlformats.org/drawingml/2006/main">
            <a:off x="13712190" y="3745230"/>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71" name="dp43-comparison / n162 / path">
            <a:extLst xmlns:a="http://schemas.openxmlformats.org/drawingml/2006/main">
              <a:ext uri="{FF2B5EF4-FFF2-40B4-BE49-F238E27FC236}">
                <a16:creationId xmlns:a16="http://schemas.microsoft.com/office/drawing/2014/main" id="{CB60EB7E-84FA-4AB8-A3F0-B11BB9C72456}"/>
              </a:ext>
            </a:extLst>
          </p:cNvPr>
          <p:cNvSpPr>
            <a:spLocks xmlns:a="http://schemas.openxmlformats.org/drawingml/2006/main" noGrp="1"/>
          </p:cNvSpPr>
          <p:nvPr/>
        </p:nvSpPr>
        <p:spPr>
          <a:xfrm xmlns:a="http://schemas.openxmlformats.org/drawingml/2006/main">
            <a:off x="13773150" y="5286375"/>
            <a:ext cx="953" cy="114300"/>
          </a:xfrm>
          <a:custGeom xmlns:a="http://schemas.openxmlformats.org/drawingml/2006/main">
            <a:pathLst>
              <a:path w="953" h="114300">
                <a:moveTo>
                  <a:pt x="0" y="0"/>
                </a:moveTo>
                <a:lnTo>
                  <a:pt x="0" y="114300"/>
                </a:lnTo>
              </a:path>
            </a:pathLst>
          </a:custGeom>
          <a:noFill xmlns:a="http://schemas.openxmlformats.org/drawingml/2006/main"/>
          <a:ln xmlns:a="http://schemas.openxmlformats.org/drawingml/2006/main" w="19050">
            <a:solidFill>
              <a:srgbClr val="7155A4"/>
            </a:solidFill>
            <a:prstDash val="solid"/>
          </a:ln>
        </p:spPr>
      </p:sp>
      <p:sp>
        <p:nvSpPr>
          <p:cNvPr id="172" name="dp43-comparison / n162 / arrow">
            <a:extLst xmlns:a="http://schemas.openxmlformats.org/drawingml/2006/main">
              <a:ext uri="{FF2B5EF4-FFF2-40B4-BE49-F238E27FC236}">
                <a16:creationId xmlns:a16="http://schemas.microsoft.com/office/drawing/2014/main" id="{30AFB217-110A-443A-8ADB-281319B87699}"/>
              </a:ext>
            </a:extLst>
          </p:cNvPr>
          <p:cNvSpPr>
            <a:spLocks xmlns:a="http://schemas.openxmlformats.org/drawingml/2006/main" noGrp="1"/>
          </p:cNvSpPr>
          <p:nvPr/>
        </p:nvSpPr>
        <p:spPr>
          <a:xfrm xmlns:a="http://schemas.openxmlformats.org/drawingml/2006/main">
            <a:off x="13712190" y="527875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73" name="dp43-comparison / n163 / path">
            <a:extLst xmlns:a="http://schemas.openxmlformats.org/drawingml/2006/main">
              <a:ext uri="{FF2B5EF4-FFF2-40B4-BE49-F238E27FC236}">
                <a16:creationId xmlns:a16="http://schemas.microsoft.com/office/drawing/2014/main" id="{4B709071-6841-47FA-93E5-0DB7DA4755D1}"/>
              </a:ext>
            </a:extLst>
          </p:cNvPr>
          <p:cNvSpPr>
            <a:spLocks xmlns:a="http://schemas.openxmlformats.org/drawingml/2006/main" noGrp="1"/>
          </p:cNvSpPr>
          <p:nvPr/>
        </p:nvSpPr>
        <p:spPr>
          <a:xfrm xmlns:a="http://schemas.openxmlformats.org/drawingml/2006/main">
            <a:off x="9944100" y="3038475"/>
            <a:ext cx="7791450" cy="742950"/>
          </a:xfrm>
          <a:custGeom xmlns:a="http://schemas.openxmlformats.org/drawingml/2006/main">
            <a:pathLst>
              <a:path w="7791450" h="742950">
                <a:moveTo>
                  <a:pt x="0" y="742950"/>
                </a:moveTo>
                <a:lnTo>
                  <a:pt x="7791450" y="742950"/>
                </a:lnTo>
                <a:lnTo>
                  <a:pt x="7791450" y="266700"/>
                </a:lnTo>
                <a:lnTo>
                  <a:pt x="6743700" y="266700"/>
                </a:lnTo>
                <a:lnTo>
                  <a:pt x="6743700" y="0"/>
                </a:lnTo>
              </a:path>
            </a:pathLst>
          </a:custGeom>
          <a:noFill xmlns:a="http://schemas.openxmlformats.org/drawingml/2006/main"/>
          <a:ln xmlns:a="http://schemas.openxmlformats.org/drawingml/2006/main" w="19050">
            <a:solidFill>
              <a:srgbClr val="5F6B77"/>
            </a:solidFill>
            <a:prstDash val="dash"/>
          </a:ln>
        </p:spPr>
      </p:sp>
      <p:sp>
        <p:nvSpPr>
          <p:cNvPr id="174" name="dp43-comparison / n163 / arrow">
            <a:extLst xmlns:a="http://schemas.openxmlformats.org/drawingml/2006/main">
              <a:ext uri="{FF2B5EF4-FFF2-40B4-BE49-F238E27FC236}">
                <a16:creationId xmlns:a16="http://schemas.microsoft.com/office/drawing/2014/main" id="{9885B000-F079-461F-8828-357AB5561067}"/>
              </a:ext>
            </a:extLst>
          </p:cNvPr>
          <p:cNvSpPr>
            <a:spLocks xmlns:a="http://schemas.openxmlformats.org/drawingml/2006/main" noGrp="1"/>
          </p:cNvSpPr>
          <p:nvPr/>
        </p:nvSpPr>
        <p:spPr>
          <a:xfrm xmlns:a="http://schemas.openxmlformats.org/drawingml/2006/main">
            <a:off x="16626840" y="3038475"/>
            <a:ext cx="121920" cy="121920"/>
          </a:xfrm>
          <a:custGeom xmlns:a="http://schemas.openxmlformats.org/drawingml/2006/main">
            <a:pathLst>
              <a:path w="121920" h="121920">
                <a:moveTo>
                  <a:pt x="121920" y="121920"/>
                </a:moveTo>
                <a:lnTo>
                  <a:pt x="60960" y="0"/>
                </a:lnTo>
                <a:lnTo>
                  <a:pt x="0" y="121920"/>
                </a:lnTo>
              </a:path>
            </a:pathLst>
          </a:custGeom>
          <a:noFill xmlns:a="http://schemas.openxmlformats.org/drawingml/2006/main"/>
          <a:ln xmlns:a="http://schemas.openxmlformats.org/drawingml/2006/main" w="24384">
            <a:solidFill>
              <a:srgbClr val="5F6B77"/>
            </a:solidFill>
            <a:prstDash val="solid"/>
          </a:ln>
        </p:spPr>
      </p:sp>
      <p:sp>
        <p:nvSpPr>
          <p:cNvPr id="175" name="dp43-comparison / n164 / path">
            <a:extLst xmlns:a="http://schemas.openxmlformats.org/drawingml/2006/main">
              <a:ext uri="{FF2B5EF4-FFF2-40B4-BE49-F238E27FC236}">
                <a16:creationId xmlns:a16="http://schemas.microsoft.com/office/drawing/2014/main" id="{99BED5CE-B02E-4D61-841D-3FCA1C3F0D69}"/>
              </a:ext>
            </a:extLst>
          </p:cNvPr>
          <p:cNvSpPr>
            <a:spLocks xmlns:a="http://schemas.openxmlformats.org/drawingml/2006/main" noGrp="1"/>
          </p:cNvSpPr>
          <p:nvPr/>
        </p:nvSpPr>
        <p:spPr>
          <a:xfrm xmlns:a="http://schemas.openxmlformats.org/drawingml/2006/main">
            <a:off x="9944100" y="3781425"/>
            <a:ext cx="95250" cy="290513"/>
          </a:xfrm>
          <a:custGeom xmlns:a="http://schemas.openxmlformats.org/drawingml/2006/main">
            <a:pathLst>
              <a:path w="95250" h="290513">
                <a:moveTo>
                  <a:pt x="95250" y="290513"/>
                </a:moveTo>
                <a:lnTo>
                  <a:pt x="0" y="290513"/>
                </a:lnTo>
                <a:lnTo>
                  <a:pt x="0" y="0"/>
                </a:lnTo>
              </a:path>
            </a:pathLst>
          </a:custGeom>
          <a:noFill xmlns:a="http://schemas.openxmlformats.org/drawingml/2006/main"/>
          <a:ln xmlns:a="http://schemas.openxmlformats.org/drawingml/2006/main" w="19050">
            <a:solidFill>
              <a:srgbClr val="5F6B77"/>
            </a:solidFill>
            <a:prstDash val="dash"/>
          </a:ln>
        </p:spPr>
      </p:sp>
      <p:sp>
        <p:nvSpPr>
          <p:cNvPr id="176" name="dp43-comparison / n165 / path">
            <a:extLst xmlns:a="http://schemas.openxmlformats.org/drawingml/2006/main">
              <a:ext uri="{FF2B5EF4-FFF2-40B4-BE49-F238E27FC236}">
                <a16:creationId xmlns:a16="http://schemas.microsoft.com/office/drawing/2014/main" id="{A46318C1-90A6-4DDB-A07C-2995691A665B}"/>
              </a:ext>
            </a:extLst>
          </p:cNvPr>
          <p:cNvSpPr>
            <a:spLocks xmlns:a="http://schemas.openxmlformats.org/drawingml/2006/main" noGrp="1"/>
          </p:cNvSpPr>
          <p:nvPr/>
        </p:nvSpPr>
        <p:spPr>
          <a:xfrm xmlns:a="http://schemas.openxmlformats.org/drawingml/2006/main">
            <a:off x="9944100" y="3781425"/>
            <a:ext cx="95250" cy="947738"/>
          </a:xfrm>
          <a:custGeom xmlns:a="http://schemas.openxmlformats.org/drawingml/2006/main">
            <a:pathLst>
              <a:path w="95250" h="947738">
                <a:moveTo>
                  <a:pt x="95250" y="947738"/>
                </a:moveTo>
                <a:lnTo>
                  <a:pt x="0" y="947738"/>
                </a:lnTo>
                <a:lnTo>
                  <a:pt x="0" y="0"/>
                </a:lnTo>
              </a:path>
            </a:pathLst>
          </a:custGeom>
          <a:noFill xmlns:a="http://schemas.openxmlformats.org/drawingml/2006/main"/>
          <a:ln xmlns:a="http://schemas.openxmlformats.org/drawingml/2006/main" w="19050">
            <a:solidFill>
              <a:srgbClr val="5F6B77"/>
            </a:solidFill>
            <a:prstDash val="dash"/>
          </a:ln>
        </p:spPr>
      </p:sp>
      <p:sp>
        <p:nvSpPr>
          <p:cNvPr id="177" name="dp43-comparison / n166 / path">
            <a:extLst xmlns:a="http://schemas.openxmlformats.org/drawingml/2006/main">
              <a:ext uri="{FF2B5EF4-FFF2-40B4-BE49-F238E27FC236}">
                <a16:creationId xmlns:a16="http://schemas.microsoft.com/office/drawing/2014/main" id="{B25EFED7-BC5C-4496-8AFC-474203337656}"/>
              </a:ext>
            </a:extLst>
          </p:cNvPr>
          <p:cNvSpPr>
            <a:spLocks xmlns:a="http://schemas.openxmlformats.org/drawingml/2006/main" noGrp="1"/>
          </p:cNvSpPr>
          <p:nvPr/>
        </p:nvSpPr>
        <p:spPr>
          <a:xfrm xmlns:a="http://schemas.openxmlformats.org/drawingml/2006/main">
            <a:off x="9944100" y="3781425"/>
            <a:ext cx="95250" cy="1604963"/>
          </a:xfrm>
          <a:custGeom xmlns:a="http://schemas.openxmlformats.org/drawingml/2006/main">
            <a:pathLst>
              <a:path w="95250" h="1604963">
                <a:moveTo>
                  <a:pt x="95250" y="1604963"/>
                </a:moveTo>
                <a:lnTo>
                  <a:pt x="0" y="1604963"/>
                </a:lnTo>
                <a:lnTo>
                  <a:pt x="0" y="0"/>
                </a:lnTo>
              </a:path>
            </a:pathLst>
          </a:custGeom>
          <a:noFill xmlns:a="http://schemas.openxmlformats.org/drawingml/2006/main"/>
          <a:ln xmlns:a="http://schemas.openxmlformats.org/drawingml/2006/main" w="19050">
            <a:solidFill>
              <a:srgbClr val="5F6B77"/>
            </a:solidFill>
            <a:prstDash val="dash"/>
          </a:ln>
        </p:spPr>
      </p:sp>
      <p:sp>
        <p:nvSpPr>
          <p:cNvPr id="178" name="dp43-comparison / n167 / path">
            <a:extLst xmlns:a="http://schemas.openxmlformats.org/drawingml/2006/main">
              <a:ext uri="{FF2B5EF4-FFF2-40B4-BE49-F238E27FC236}">
                <a16:creationId xmlns:a16="http://schemas.microsoft.com/office/drawing/2014/main" id="{F4A0C98D-DE60-4B4C-8304-8335C74FBFA1}"/>
              </a:ext>
            </a:extLst>
          </p:cNvPr>
          <p:cNvSpPr>
            <a:spLocks xmlns:a="http://schemas.openxmlformats.org/drawingml/2006/main" noGrp="1"/>
          </p:cNvSpPr>
          <p:nvPr/>
        </p:nvSpPr>
        <p:spPr>
          <a:xfrm xmlns:a="http://schemas.openxmlformats.org/drawingml/2006/main">
            <a:off x="17487900" y="3781425"/>
            <a:ext cx="247650" cy="290513"/>
          </a:xfrm>
          <a:custGeom xmlns:a="http://schemas.openxmlformats.org/drawingml/2006/main">
            <a:pathLst>
              <a:path w="247650" h="290513">
                <a:moveTo>
                  <a:pt x="0" y="290513"/>
                </a:moveTo>
                <a:lnTo>
                  <a:pt x="247650" y="290513"/>
                </a:lnTo>
                <a:lnTo>
                  <a:pt x="247650" y="0"/>
                </a:lnTo>
              </a:path>
            </a:pathLst>
          </a:custGeom>
          <a:noFill xmlns:a="http://schemas.openxmlformats.org/drawingml/2006/main"/>
          <a:ln xmlns:a="http://schemas.openxmlformats.org/drawingml/2006/main" w="19050">
            <a:solidFill>
              <a:srgbClr val="5F6B77"/>
            </a:solidFill>
            <a:prstDash val="dash"/>
          </a:ln>
        </p:spPr>
      </p:sp>
      <p:sp>
        <p:nvSpPr>
          <p:cNvPr id="179" name="dp43-comparison / n168 / path">
            <a:extLst xmlns:a="http://schemas.openxmlformats.org/drawingml/2006/main">
              <a:ext uri="{FF2B5EF4-FFF2-40B4-BE49-F238E27FC236}">
                <a16:creationId xmlns:a16="http://schemas.microsoft.com/office/drawing/2014/main" id="{F6939EA8-03A9-4FD2-8674-4E559F5C9B71}"/>
              </a:ext>
            </a:extLst>
          </p:cNvPr>
          <p:cNvSpPr>
            <a:spLocks xmlns:a="http://schemas.openxmlformats.org/drawingml/2006/main" noGrp="1"/>
          </p:cNvSpPr>
          <p:nvPr/>
        </p:nvSpPr>
        <p:spPr>
          <a:xfrm xmlns:a="http://schemas.openxmlformats.org/drawingml/2006/main">
            <a:off x="17487900" y="3781425"/>
            <a:ext cx="247650" cy="947738"/>
          </a:xfrm>
          <a:custGeom xmlns:a="http://schemas.openxmlformats.org/drawingml/2006/main">
            <a:pathLst>
              <a:path w="247650" h="947738">
                <a:moveTo>
                  <a:pt x="0" y="947738"/>
                </a:moveTo>
                <a:lnTo>
                  <a:pt x="247650" y="947738"/>
                </a:lnTo>
                <a:lnTo>
                  <a:pt x="247650" y="0"/>
                </a:lnTo>
              </a:path>
            </a:pathLst>
          </a:custGeom>
          <a:noFill xmlns:a="http://schemas.openxmlformats.org/drawingml/2006/main"/>
          <a:ln xmlns:a="http://schemas.openxmlformats.org/drawingml/2006/main" w="19050">
            <a:solidFill>
              <a:srgbClr val="5F6B77"/>
            </a:solidFill>
            <a:prstDash val="dash"/>
          </a:ln>
        </p:spPr>
      </p:sp>
      <p:sp>
        <p:nvSpPr>
          <p:cNvPr id="180" name="dp43-comparison / n169 / path">
            <a:extLst xmlns:a="http://schemas.openxmlformats.org/drawingml/2006/main">
              <a:ext uri="{FF2B5EF4-FFF2-40B4-BE49-F238E27FC236}">
                <a16:creationId xmlns:a16="http://schemas.microsoft.com/office/drawing/2014/main" id="{D440C08F-1EF6-4876-A0C3-F376502A2DF9}"/>
              </a:ext>
            </a:extLst>
          </p:cNvPr>
          <p:cNvSpPr>
            <a:spLocks xmlns:a="http://schemas.openxmlformats.org/drawingml/2006/main" noGrp="1"/>
          </p:cNvSpPr>
          <p:nvPr/>
        </p:nvSpPr>
        <p:spPr>
          <a:xfrm xmlns:a="http://schemas.openxmlformats.org/drawingml/2006/main">
            <a:off x="17487900" y="3781425"/>
            <a:ext cx="247650" cy="1604963"/>
          </a:xfrm>
          <a:custGeom xmlns:a="http://schemas.openxmlformats.org/drawingml/2006/main">
            <a:pathLst>
              <a:path w="247650" h="1604963">
                <a:moveTo>
                  <a:pt x="0" y="1604963"/>
                </a:moveTo>
                <a:lnTo>
                  <a:pt x="247650" y="1604963"/>
                </a:lnTo>
                <a:lnTo>
                  <a:pt x="247650" y="0"/>
                </a:lnTo>
              </a:path>
            </a:pathLst>
          </a:custGeom>
          <a:noFill xmlns:a="http://schemas.openxmlformats.org/drawingml/2006/main"/>
          <a:ln xmlns:a="http://schemas.openxmlformats.org/drawingml/2006/main" w="19050">
            <a:solidFill>
              <a:srgbClr val="5F6B77"/>
            </a:solidFill>
            <a:prstDash val="dash"/>
          </a:ln>
        </p:spPr>
      </p:sp>
      <p:sp>
        <p:nvSpPr>
          <p:cNvPr id="181" name="dp43-comparison / n176">
            <a:extLst xmlns:a="http://schemas.openxmlformats.org/drawingml/2006/main">
              <a:ext uri="{FF2B5EF4-FFF2-40B4-BE49-F238E27FC236}">
                <a16:creationId xmlns:a16="http://schemas.microsoft.com/office/drawing/2014/main" id="{013D0395-B7E9-4DE0-AAF5-2164A2E01BA8}"/>
              </a:ext>
            </a:extLst>
          </p:cNvPr>
          <p:cNvSpPr>
            <a:spLocks xmlns:a="http://schemas.openxmlformats.org/drawingml/2006/main" noGrp="1"/>
          </p:cNvSpPr>
          <p:nvPr/>
        </p:nvSpPr>
        <p:spPr>
          <a:xfrm xmlns:a="http://schemas.openxmlformats.org/drawingml/2006/main">
            <a:off x="9906000" y="6524625"/>
            <a:ext cx="238125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82" name="dp43-comparison / n177 / text 1">
            <a:extLst xmlns:a="http://schemas.openxmlformats.org/drawingml/2006/main">
              <a:ext uri="{FF2B5EF4-FFF2-40B4-BE49-F238E27FC236}">
                <a16:creationId xmlns:a16="http://schemas.microsoft.com/office/drawing/2014/main" id="{4F785923-9EBB-45C7-B8F2-52A169FB6FC6}"/>
              </a:ext>
            </a:extLst>
          </p:cNvPr>
          <p:cNvSpPr>
            <a:spLocks xmlns:a="http://schemas.openxmlformats.org/drawingml/2006/main" noGrp="1"/>
          </p:cNvSpPr>
          <p:nvPr/>
        </p:nvSpPr>
        <p:spPr>
          <a:xfrm xmlns:a="http://schemas.openxmlformats.org/drawingml/2006/main">
            <a:off x="9991725" y="659892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Request Controller</a:t>
            </a:r>
          </a:p>
        </p:txBody>
      </p:sp>
      <p:sp>
        <p:nvSpPr>
          <p:cNvPr id="183" name="dp43-comparison / n178">
            <a:extLst xmlns:a="http://schemas.openxmlformats.org/drawingml/2006/main">
              <a:ext uri="{FF2B5EF4-FFF2-40B4-BE49-F238E27FC236}">
                <a16:creationId xmlns:a16="http://schemas.microsoft.com/office/drawing/2014/main" id="{1CC840AA-2A96-4D66-BA01-F6D415F39883}"/>
              </a:ext>
            </a:extLst>
          </p:cNvPr>
          <p:cNvSpPr>
            <a:spLocks xmlns:a="http://schemas.openxmlformats.org/drawingml/2006/main" noGrp="1"/>
          </p:cNvSpPr>
          <p:nvPr/>
        </p:nvSpPr>
        <p:spPr>
          <a:xfrm xmlns:a="http://schemas.openxmlformats.org/drawingml/2006/main">
            <a:off x="12906375" y="6505575"/>
            <a:ext cx="2190750" cy="409575"/>
          </a:xfrm>
          <a:prstGeom xmlns:a="http://schemas.openxmlformats.org/drawingml/2006/main" prst="can">
            <a:avLst>
              <a:gd name="adj" fmla="val 20000"/>
            </a:avLst>
          </a:prstGeom>
          <a:solidFill xmlns:a="http://schemas.openxmlformats.org/drawingml/2006/main">
            <a:srgbClr val="FFF7DE"/>
          </a:solidFill>
          <a:ln xmlns:a="http://schemas.openxmlformats.org/drawingml/2006/main" w="16193">
            <a:solidFill>
              <a:srgbClr val="5F6B77"/>
            </a:solidFill>
            <a:prstDash val="solid"/>
          </a:ln>
        </p:spPr>
      </p:sp>
      <p:sp>
        <p:nvSpPr>
          <p:cNvPr id="184" name="dp43-comparison / n179 / text 1">
            <a:extLst xmlns:a="http://schemas.openxmlformats.org/drawingml/2006/main">
              <a:ext uri="{FF2B5EF4-FFF2-40B4-BE49-F238E27FC236}">
                <a16:creationId xmlns:a16="http://schemas.microsoft.com/office/drawing/2014/main" id="{13961A4A-6B08-4DFD-A287-2BCF45CB80E1}"/>
              </a:ext>
            </a:extLst>
          </p:cNvPr>
          <p:cNvSpPr>
            <a:spLocks xmlns:a="http://schemas.openxmlformats.org/drawingml/2006/main" noGrp="1"/>
          </p:cNvSpPr>
          <p:nvPr/>
        </p:nvSpPr>
        <p:spPr>
          <a:xfrm xmlns:a="http://schemas.openxmlformats.org/drawingml/2006/main">
            <a:off x="12992100" y="6667500"/>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State Store</a:t>
            </a:r>
          </a:p>
        </p:txBody>
      </p:sp>
      <p:sp>
        <p:nvSpPr>
          <p:cNvPr id="185" name="dp43-comparison / n180">
            <a:extLst xmlns:a="http://schemas.openxmlformats.org/drawingml/2006/main">
              <a:ext uri="{FF2B5EF4-FFF2-40B4-BE49-F238E27FC236}">
                <a16:creationId xmlns:a16="http://schemas.microsoft.com/office/drawing/2014/main" id="{71E490D8-CA97-4441-AB05-E533D51FF450}"/>
              </a:ext>
            </a:extLst>
          </p:cNvPr>
          <p:cNvSpPr>
            <a:spLocks xmlns:a="http://schemas.openxmlformats.org/drawingml/2006/main" noGrp="1"/>
          </p:cNvSpPr>
          <p:nvPr/>
        </p:nvSpPr>
        <p:spPr>
          <a:xfrm xmlns:a="http://schemas.openxmlformats.org/drawingml/2006/main">
            <a:off x="15668625" y="6524625"/>
            <a:ext cx="1981200" cy="371475"/>
          </a:xfrm>
          <a:prstGeom xmlns:a="http://schemas.openxmlformats.org/drawingml/2006/main" prst="rect">
            <a:avLst/>
          </a:prstGeom>
          <a:solidFill xmlns:a="http://schemas.openxmlformats.org/drawingml/2006/main">
            <a:srgbClr val="FFFFFF"/>
          </a:solidFill>
          <a:ln xmlns:a="http://schemas.openxmlformats.org/drawingml/2006/main" w="16193">
            <a:solidFill>
              <a:srgbClr val="18232E"/>
            </a:solidFill>
            <a:prstDash val="solid"/>
          </a:ln>
        </p:spPr>
      </p:sp>
      <p:sp>
        <p:nvSpPr>
          <p:cNvPr id="186" name="dp43-comparison / n181 / text 1">
            <a:extLst xmlns:a="http://schemas.openxmlformats.org/drawingml/2006/main">
              <a:ext uri="{FF2B5EF4-FFF2-40B4-BE49-F238E27FC236}">
                <a16:creationId xmlns:a16="http://schemas.microsoft.com/office/drawing/2014/main" id="{299151BA-F830-459E-A67B-AAAD86F7E326}"/>
              </a:ext>
            </a:extLst>
          </p:cNvPr>
          <p:cNvSpPr>
            <a:spLocks xmlns:a="http://schemas.openxmlformats.org/drawingml/2006/main" noGrp="1"/>
          </p:cNvSpPr>
          <p:nvPr/>
        </p:nvSpPr>
        <p:spPr>
          <a:xfrm xmlns:a="http://schemas.openxmlformats.org/drawingml/2006/main">
            <a:off x="15754350" y="6598920"/>
            <a:ext cx="18097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18232E"/>
                </a:solidFill>
                <a:latin typeface="Apple SD Gothic Neo"/>
                <a:ea typeface="Apple SD Gothic Neo"/>
                <a:cs typeface="Apple SD Gothic Neo"/>
              </a:defRPr>
            </a:pPr>
            <a:r>
              <a:rPr sz="1350" b="1">
                <a:solidFill>
                  <a:srgbClr val="18232E"/>
                </a:solidFill>
                <a:latin typeface="Apple SD Gothic Neo"/>
                <a:ea typeface="Apple SD Gothic Neo"/>
                <a:cs typeface="Apple SD Gothic Neo"/>
              </a:rPr>
              <a:t>Policy Manager</a:t>
            </a:r>
          </a:p>
        </p:txBody>
      </p:sp>
      <p:sp>
        <p:nvSpPr>
          <p:cNvPr id="187" name="dp43-comparison / n182 / path">
            <a:extLst xmlns:a="http://schemas.openxmlformats.org/drawingml/2006/main">
              <a:ext uri="{FF2B5EF4-FFF2-40B4-BE49-F238E27FC236}">
                <a16:creationId xmlns:a16="http://schemas.microsoft.com/office/drawing/2014/main" id="{256A4B1C-CCDE-4036-B764-506A789A4BC4}"/>
              </a:ext>
            </a:extLst>
          </p:cNvPr>
          <p:cNvSpPr>
            <a:spLocks xmlns:a="http://schemas.openxmlformats.org/drawingml/2006/main" noGrp="1"/>
          </p:cNvSpPr>
          <p:nvPr/>
        </p:nvSpPr>
        <p:spPr>
          <a:xfrm xmlns:a="http://schemas.openxmlformats.org/drawingml/2006/main">
            <a:off x="11096625" y="5810250"/>
            <a:ext cx="2676525" cy="714375"/>
          </a:xfrm>
          <a:custGeom xmlns:a="http://schemas.openxmlformats.org/drawingml/2006/main">
            <a:pathLst>
              <a:path w="2676525" h="714375">
                <a:moveTo>
                  <a:pt x="2676525" y="0"/>
                </a:moveTo>
                <a:lnTo>
                  <a:pt x="2676525" y="647700"/>
                </a:lnTo>
                <a:lnTo>
                  <a:pt x="0" y="647700"/>
                </a:lnTo>
                <a:lnTo>
                  <a:pt x="0" y="714375"/>
                </a:lnTo>
              </a:path>
            </a:pathLst>
          </a:custGeom>
          <a:noFill xmlns:a="http://schemas.openxmlformats.org/drawingml/2006/main"/>
          <a:ln xmlns:a="http://schemas.openxmlformats.org/drawingml/2006/main" w="19050">
            <a:solidFill>
              <a:srgbClr val="7155A4"/>
            </a:solidFill>
            <a:prstDash val="solid"/>
          </a:ln>
        </p:spPr>
      </p:sp>
      <p:sp>
        <p:nvSpPr>
          <p:cNvPr id="188" name="dp43-comparison / n182 / arrow">
            <a:extLst xmlns:a="http://schemas.openxmlformats.org/drawingml/2006/main">
              <a:ext uri="{FF2B5EF4-FFF2-40B4-BE49-F238E27FC236}">
                <a16:creationId xmlns:a16="http://schemas.microsoft.com/office/drawing/2014/main" id="{8DB97C90-0CF1-404C-96D5-E2F82C6A3DBF}"/>
              </a:ext>
            </a:extLst>
          </p:cNvPr>
          <p:cNvSpPr>
            <a:spLocks xmlns:a="http://schemas.openxmlformats.org/drawingml/2006/main" noGrp="1"/>
          </p:cNvSpPr>
          <p:nvPr/>
        </p:nvSpPr>
        <p:spPr>
          <a:xfrm xmlns:a="http://schemas.openxmlformats.org/drawingml/2006/main">
            <a:off x="11035665" y="6402705"/>
            <a:ext cx="121920" cy="121920"/>
          </a:xfrm>
          <a:custGeom xmlns:a="http://schemas.openxmlformats.org/drawingml/2006/main">
            <a:pathLst>
              <a:path w="121920" h="121920">
                <a:moveTo>
                  <a:pt x="0" y="0"/>
                </a:moveTo>
                <a:lnTo>
                  <a:pt x="60960" y="121920"/>
                </a:lnTo>
                <a:lnTo>
                  <a:pt x="121920" y="0"/>
                </a:lnTo>
              </a:path>
            </a:pathLst>
          </a:custGeom>
          <a:noFill xmlns:a="http://schemas.openxmlformats.org/drawingml/2006/main"/>
          <a:ln xmlns:a="http://schemas.openxmlformats.org/drawingml/2006/main" w="24384">
            <a:solidFill>
              <a:srgbClr val="7155A4"/>
            </a:solidFill>
            <a:prstDash val="solid"/>
          </a:ln>
        </p:spPr>
      </p:sp>
      <p:sp>
        <p:nvSpPr>
          <p:cNvPr id="189" name="dp43-comparison / n183 / path">
            <a:extLst xmlns:a="http://schemas.openxmlformats.org/drawingml/2006/main">
              <a:ext uri="{FF2B5EF4-FFF2-40B4-BE49-F238E27FC236}">
                <a16:creationId xmlns:a16="http://schemas.microsoft.com/office/drawing/2014/main" id="{82F1A60D-58BD-481D-B897-392466047E32}"/>
              </a:ext>
            </a:extLst>
          </p:cNvPr>
          <p:cNvSpPr>
            <a:spLocks xmlns:a="http://schemas.openxmlformats.org/drawingml/2006/main" noGrp="1"/>
          </p:cNvSpPr>
          <p:nvPr/>
        </p:nvSpPr>
        <p:spPr>
          <a:xfrm xmlns:a="http://schemas.openxmlformats.org/drawingml/2006/main">
            <a:off x="12287250" y="6448425"/>
            <a:ext cx="3381375" cy="261938"/>
          </a:xfrm>
          <a:custGeom xmlns:a="http://schemas.openxmlformats.org/drawingml/2006/main">
            <a:pathLst>
              <a:path w="3381375" h="261938">
                <a:moveTo>
                  <a:pt x="3381375" y="261938"/>
                </a:moveTo>
                <a:lnTo>
                  <a:pt x="3181350" y="257175"/>
                </a:lnTo>
                <a:lnTo>
                  <a:pt x="3181350" y="0"/>
                </a:lnTo>
                <a:lnTo>
                  <a:pt x="180975" y="0"/>
                </a:lnTo>
                <a:lnTo>
                  <a:pt x="180975" y="257175"/>
                </a:lnTo>
                <a:lnTo>
                  <a:pt x="0" y="261938"/>
                </a:lnTo>
              </a:path>
            </a:pathLst>
          </a:custGeom>
          <a:noFill xmlns:a="http://schemas.openxmlformats.org/drawingml/2006/main"/>
          <a:ln xmlns:a="http://schemas.openxmlformats.org/drawingml/2006/main" w="19050">
            <a:solidFill>
              <a:srgbClr val="5F6B77"/>
            </a:solidFill>
            <a:prstDash val="dash"/>
          </a:ln>
        </p:spPr>
      </p:sp>
      <p:sp>
        <p:nvSpPr>
          <p:cNvPr id="190" name="dp43-comparison / n183 / arrow">
            <a:extLst xmlns:a="http://schemas.openxmlformats.org/drawingml/2006/main">
              <a:ext uri="{FF2B5EF4-FFF2-40B4-BE49-F238E27FC236}">
                <a16:creationId xmlns:a16="http://schemas.microsoft.com/office/drawing/2014/main" id="{9124D4B8-8B55-4EC9-B40D-9C513AB3B907}"/>
              </a:ext>
            </a:extLst>
          </p:cNvPr>
          <p:cNvSpPr>
            <a:spLocks xmlns:a="http://schemas.openxmlformats.org/drawingml/2006/main" noGrp="1"/>
          </p:cNvSpPr>
          <p:nvPr/>
        </p:nvSpPr>
        <p:spPr>
          <a:xfrm xmlns:a="http://schemas.openxmlformats.org/drawingml/2006/main">
            <a:off x="12287250" y="6646216"/>
            <a:ext cx="123481" cy="121878"/>
          </a:xfrm>
          <a:custGeom xmlns:a="http://schemas.openxmlformats.org/drawingml/2006/main">
            <a:pathLst>
              <a:path w="123481" h="121878">
                <a:moveTo>
                  <a:pt x="120274" y="0"/>
                </a:moveTo>
                <a:lnTo>
                  <a:pt x="0" y="64146"/>
                </a:lnTo>
                <a:lnTo>
                  <a:pt x="123481" y="121878"/>
                </a:lnTo>
              </a:path>
            </a:pathLst>
          </a:custGeom>
          <a:noFill xmlns:a="http://schemas.openxmlformats.org/drawingml/2006/main"/>
          <a:ln xmlns:a="http://schemas.openxmlformats.org/drawingml/2006/main" w="24384">
            <a:solidFill>
              <a:srgbClr val="5F6B77"/>
            </a:solidFill>
            <a:prstDash val="solid"/>
          </a:ln>
        </p:spPr>
      </p:sp>
      <p:sp>
        <p:nvSpPr>
          <p:cNvPr id="191" name="dp43-comparison / n184 / path">
            <a:extLst xmlns:a="http://schemas.openxmlformats.org/drawingml/2006/main">
              <a:ext uri="{FF2B5EF4-FFF2-40B4-BE49-F238E27FC236}">
                <a16:creationId xmlns:a16="http://schemas.microsoft.com/office/drawing/2014/main" id="{4688ADCC-F336-47D9-B8C2-6DBB58574CC1}"/>
              </a:ext>
            </a:extLst>
          </p:cNvPr>
          <p:cNvSpPr>
            <a:spLocks xmlns:a="http://schemas.openxmlformats.org/drawingml/2006/main" noGrp="1"/>
          </p:cNvSpPr>
          <p:nvPr/>
        </p:nvSpPr>
        <p:spPr>
          <a:xfrm xmlns:a="http://schemas.openxmlformats.org/drawingml/2006/main">
            <a:off x="12287250" y="6710363"/>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19050">
            <a:solidFill>
              <a:srgbClr val="7155A4"/>
            </a:solidFill>
            <a:prstDash val="solid"/>
          </a:ln>
        </p:spPr>
      </p:sp>
      <p:sp>
        <p:nvSpPr>
          <p:cNvPr id="192" name="dp43-comparison / n184 / arrow">
            <a:extLst xmlns:a="http://schemas.openxmlformats.org/drawingml/2006/main">
              <a:ext uri="{FF2B5EF4-FFF2-40B4-BE49-F238E27FC236}">
                <a16:creationId xmlns:a16="http://schemas.microsoft.com/office/drawing/2014/main" id="{BCA6E32B-847A-4892-900C-F50CC57FF7E8}"/>
              </a:ext>
            </a:extLst>
          </p:cNvPr>
          <p:cNvSpPr>
            <a:spLocks xmlns:a="http://schemas.openxmlformats.org/drawingml/2006/main" noGrp="1"/>
          </p:cNvSpPr>
          <p:nvPr/>
        </p:nvSpPr>
        <p:spPr>
          <a:xfrm xmlns:a="http://schemas.openxmlformats.org/drawingml/2006/main">
            <a:off x="12784455" y="6649403"/>
            <a:ext cx="121920" cy="121920"/>
          </a:xfrm>
          <a:custGeom xmlns:a="http://schemas.openxmlformats.org/drawingml/2006/main">
            <a:pathLst>
              <a:path w="121920" h="121920">
                <a:moveTo>
                  <a:pt x="0" y="121920"/>
                </a:moveTo>
                <a:lnTo>
                  <a:pt x="121920" y="60960"/>
                </a:lnTo>
                <a:lnTo>
                  <a:pt x="0" y="0"/>
                </a:lnTo>
              </a:path>
            </a:pathLst>
          </a:custGeom>
          <a:noFill xmlns:a="http://schemas.openxmlformats.org/drawingml/2006/main"/>
          <a:ln xmlns:a="http://schemas.openxmlformats.org/drawingml/2006/main" w="24384">
            <a:solidFill>
              <a:srgbClr val="7155A4"/>
            </a:solidFill>
            <a:prstDash val="solid"/>
          </a:ln>
        </p:spPr>
      </p:sp>
      <p:sp>
        <p:nvSpPr>
          <p:cNvPr id="193" name="dp43-comparison / n110">
            <a:extLst xmlns:a="http://schemas.openxmlformats.org/drawingml/2006/main">
              <a:ext uri="{FF2B5EF4-FFF2-40B4-BE49-F238E27FC236}">
                <a16:creationId xmlns:a16="http://schemas.microsoft.com/office/drawing/2014/main" id="{4181A5C3-3EBC-4B5E-9BCF-BC4E6E53AEEA}"/>
              </a:ext>
            </a:extLst>
          </p:cNvPr>
          <p:cNvSpPr>
            <a:spLocks xmlns:a="http://schemas.openxmlformats.org/drawingml/2006/main" noGrp="1"/>
          </p:cNvSpPr>
          <p:nvPr/>
        </p:nvSpPr>
        <p:spPr>
          <a:xfrm xmlns:a="http://schemas.openxmlformats.org/drawingml/2006/main">
            <a:off x="9867900" y="2400300"/>
            <a:ext cx="2534222"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4" name="dp43-comparison / n111 / text 1">
            <a:extLst xmlns:a="http://schemas.openxmlformats.org/drawingml/2006/main">
              <a:ext uri="{FF2B5EF4-FFF2-40B4-BE49-F238E27FC236}">
                <a16:creationId xmlns:a16="http://schemas.microsoft.com/office/drawing/2014/main" id="{7E9C46C3-F06D-4B92-A607-4174A42F62C4}"/>
              </a:ext>
            </a:extLst>
          </p:cNvPr>
          <p:cNvSpPr>
            <a:spLocks xmlns:a="http://schemas.openxmlformats.org/drawingml/2006/main" noGrp="1"/>
          </p:cNvSpPr>
          <p:nvPr/>
        </p:nvSpPr>
        <p:spPr>
          <a:xfrm xmlns:a="http://schemas.openxmlformats.org/drawingml/2006/main">
            <a:off x="9886950" y="2409825"/>
            <a:ext cx="2667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확정 User Turn / 새 Request</a:t>
            </a:r>
          </a:p>
        </p:txBody>
      </p:sp>
      <p:sp>
        <p:nvSpPr>
          <p:cNvPr id="195" name="dp43-comparison / n112">
            <a:extLst xmlns:a="http://schemas.openxmlformats.org/drawingml/2006/main">
              <a:ext uri="{FF2B5EF4-FFF2-40B4-BE49-F238E27FC236}">
                <a16:creationId xmlns:a16="http://schemas.microsoft.com/office/drawing/2014/main" id="{97765100-4BE0-47F2-9AA7-637FE83F5C7B}"/>
              </a:ext>
            </a:extLst>
          </p:cNvPr>
          <p:cNvSpPr>
            <a:spLocks xmlns:a="http://schemas.openxmlformats.org/drawingml/2006/main" noGrp="1"/>
          </p:cNvSpPr>
          <p:nvPr/>
        </p:nvSpPr>
        <p:spPr>
          <a:xfrm xmlns:a="http://schemas.openxmlformats.org/drawingml/2006/main">
            <a:off x="15678150" y="3076575"/>
            <a:ext cx="203835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6" name="dp43-comparison / n113 / text 1">
            <a:extLst xmlns:a="http://schemas.openxmlformats.org/drawingml/2006/main">
              <a:ext uri="{FF2B5EF4-FFF2-40B4-BE49-F238E27FC236}">
                <a16:creationId xmlns:a16="http://schemas.microsoft.com/office/drawing/2014/main" id="{C5F44CEB-3C5B-4BB6-B05D-EABEAAA29675}"/>
              </a:ext>
            </a:extLst>
          </p:cNvPr>
          <p:cNvSpPr>
            <a:spLocks xmlns:a="http://schemas.openxmlformats.org/drawingml/2006/main" noGrp="1"/>
          </p:cNvSpPr>
          <p:nvPr/>
        </p:nvSpPr>
        <p:spPr>
          <a:xfrm xmlns:a="http://schemas.openxmlformats.org/drawingml/2006/main">
            <a:off x="15697200" y="3086100"/>
            <a:ext cx="2000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공유 Omni 1벌 / 역할별 KV</a:t>
            </a:r>
          </a:p>
        </p:txBody>
      </p:sp>
      <p:sp>
        <p:nvSpPr>
          <p:cNvPr id="197" name="dp43-comparison / n115">
            <a:extLst xmlns:a="http://schemas.openxmlformats.org/drawingml/2006/main">
              <a:ext uri="{FF2B5EF4-FFF2-40B4-BE49-F238E27FC236}">
                <a16:creationId xmlns:a16="http://schemas.microsoft.com/office/drawing/2014/main" id="{3FC340C3-1DE3-4396-8E59-428EEB5D1CFF}"/>
              </a:ext>
            </a:extLst>
          </p:cNvPr>
          <p:cNvSpPr>
            <a:spLocks xmlns:a="http://schemas.openxmlformats.org/drawingml/2006/main" noGrp="1"/>
          </p:cNvSpPr>
          <p:nvPr/>
        </p:nvSpPr>
        <p:spPr>
          <a:xfrm xmlns:a="http://schemas.openxmlformats.org/drawingml/2006/main">
            <a:off x="12239625" y="2438400"/>
            <a:ext cx="38100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8" name="dp43-comparison / n116 / text 1">
            <a:extLst xmlns:a="http://schemas.openxmlformats.org/drawingml/2006/main">
              <a:ext uri="{FF2B5EF4-FFF2-40B4-BE49-F238E27FC236}">
                <a16:creationId xmlns:a16="http://schemas.microsoft.com/office/drawing/2014/main" id="{55CFA5DA-01BD-461F-9BB2-29240A1F5ED3}"/>
              </a:ext>
            </a:extLst>
          </p:cNvPr>
          <p:cNvSpPr>
            <a:spLocks xmlns:a="http://schemas.openxmlformats.org/drawingml/2006/main" noGrp="1"/>
          </p:cNvSpPr>
          <p:nvPr/>
        </p:nvSpPr>
        <p:spPr>
          <a:xfrm xmlns:a="http://schemas.openxmlformats.org/drawingml/2006/main">
            <a:off x="12258675" y="2447925"/>
            <a:ext cx="1238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원문</a:t>
            </a:r>
          </a:p>
        </p:txBody>
      </p:sp>
      <p:sp>
        <p:nvSpPr>
          <p:cNvPr id="199" name="dp43-comparison / n117">
            <a:extLst xmlns:a="http://schemas.openxmlformats.org/drawingml/2006/main">
              <a:ext uri="{FF2B5EF4-FFF2-40B4-BE49-F238E27FC236}">
                <a16:creationId xmlns:a16="http://schemas.microsoft.com/office/drawing/2014/main" id="{EA8F9E46-FC83-49A6-9F27-083C27AD481E}"/>
              </a:ext>
            </a:extLst>
          </p:cNvPr>
          <p:cNvSpPr>
            <a:spLocks xmlns:a="http://schemas.openxmlformats.org/drawingml/2006/main" noGrp="1"/>
          </p:cNvSpPr>
          <p:nvPr/>
        </p:nvSpPr>
        <p:spPr>
          <a:xfrm xmlns:a="http://schemas.openxmlformats.org/drawingml/2006/main">
            <a:off x="9839325" y="3095625"/>
            <a:ext cx="4983480"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0" name="dp43-comparison / n118 / text 1">
            <a:extLst xmlns:a="http://schemas.openxmlformats.org/drawingml/2006/main">
              <a:ext uri="{FF2B5EF4-FFF2-40B4-BE49-F238E27FC236}">
                <a16:creationId xmlns:a16="http://schemas.microsoft.com/office/drawing/2014/main" id="{3C99236A-F6B4-4984-BB7C-264C0F7F0538}"/>
              </a:ext>
            </a:extLst>
          </p:cNvPr>
          <p:cNvSpPr>
            <a:spLocks xmlns:a="http://schemas.openxmlformats.org/drawingml/2006/main" noGrp="1"/>
          </p:cNvSpPr>
          <p:nvPr/>
        </p:nvSpPr>
        <p:spPr>
          <a:xfrm xmlns:a="http://schemas.openxmlformats.org/drawingml/2006/main">
            <a:off x="9858375" y="3105150"/>
            <a:ext cx="5334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공통 읽기: Context Manager 정보 / Task Manager의 Task 후보</a:t>
            </a:r>
          </a:p>
        </p:txBody>
      </p:sp>
      <p:sp>
        <p:nvSpPr>
          <p:cNvPr id="201" name="dp43-comparison / n127">
            <a:extLst xmlns:a="http://schemas.openxmlformats.org/drawingml/2006/main">
              <a:ext uri="{FF2B5EF4-FFF2-40B4-BE49-F238E27FC236}">
                <a16:creationId xmlns:a16="http://schemas.microsoft.com/office/drawing/2014/main" id="{5D9BA927-C8E7-4A78-AEEB-A89AD6B384B9}"/>
              </a:ext>
            </a:extLst>
          </p:cNvPr>
          <p:cNvSpPr>
            <a:spLocks xmlns:a="http://schemas.openxmlformats.org/drawingml/2006/main" noGrp="1"/>
          </p:cNvSpPr>
          <p:nvPr/>
        </p:nvSpPr>
        <p:spPr>
          <a:xfrm xmlns:a="http://schemas.openxmlformats.org/drawingml/2006/main">
            <a:off x="10020300" y="4286250"/>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2" name="dp43-comparison / n128 / text 1">
            <a:extLst xmlns:a="http://schemas.openxmlformats.org/drawingml/2006/main">
              <a:ext uri="{FF2B5EF4-FFF2-40B4-BE49-F238E27FC236}">
                <a16:creationId xmlns:a16="http://schemas.microsoft.com/office/drawing/2014/main" id="{2A8BBB86-9F80-41D4-8123-63706539B3CC}"/>
              </a:ext>
            </a:extLst>
          </p:cNvPr>
          <p:cNvSpPr>
            <a:spLocks xmlns:a="http://schemas.openxmlformats.org/drawingml/2006/main" noGrp="1"/>
          </p:cNvSpPr>
          <p:nvPr/>
        </p:nvSpPr>
        <p:spPr>
          <a:xfrm xmlns:a="http://schemas.openxmlformats.org/drawingml/2006/main">
            <a:off x="10039350" y="429577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F1 목표와 완료 조건</a:t>
            </a:r>
          </a:p>
        </p:txBody>
      </p:sp>
      <p:sp>
        <p:nvSpPr>
          <p:cNvPr id="203" name="dp43-comparison / n133">
            <a:extLst xmlns:a="http://schemas.openxmlformats.org/drawingml/2006/main">
              <a:ext uri="{FF2B5EF4-FFF2-40B4-BE49-F238E27FC236}">
                <a16:creationId xmlns:a16="http://schemas.microsoft.com/office/drawing/2014/main" id="{5A7A953A-81D5-4F77-ACA1-C8EE68F868FA}"/>
              </a:ext>
            </a:extLst>
          </p:cNvPr>
          <p:cNvSpPr>
            <a:spLocks xmlns:a="http://schemas.openxmlformats.org/drawingml/2006/main" noGrp="1"/>
          </p:cNvSpPr>
          <p:nvPr/>
        </p:nvSpPr>
        <p:spPr>
          <a:xfrm xmlns:a="http://schemas.openxmlformats.org/drawingml/2006/main">
            <a:off x="10020300" y="4943475"/>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 name="dp43-comparison / n134 / text 1">
            <a:extLst xmlns:a="http://schemas.openxmlformats.org/drawingml/2006/main">
              <a:ext uri="{FF2B5EF4-FFF2-40B4-BE49-F238E27FC236}">
                <a16:creationId xmlns:a16="http://schemas.microsoft.com/office/drawing/2014/main" id="{447AA3A2-AFA1-42FC-8AD4-2DBA2284FE1C}"/>
              </a:ext>
            </a:extLst>
          </p:cNvPr>
          <p:cNvSpPr>
            <a:spLocks xmlns:a="http://schemas.openxmlformats.org/drawingml/2006/main" noGrp="1"/>
          </p:cNvSpPr>
          <p:nvPr/>
        </p:nvSpPr>
        <p:spPr>
          <a:xfrm xmlns:a="http://schemas.openxmlformats.org/drawingml/2006/main">
            <a:off x="10039350" y="4953000"/>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F2 표와 결론의 범위</a:t>
            </a:r>
          </a:p>
        </p:txBody>
      </p:sp>
      <p:sp>
        <p:nvSpPr>
          <p:cNvPr id="205" name="dp43-comparison / n139">
            <a:extLst xmlns:a="http://schemas.openxmlformats.org/drawingml/2006/main">
              <a:ext uri="{FF2B5EF4-FFF2-40B4-BE49-F238E27FC236}">
                <a16:creationId xmlns:a16="http://schemas.microsoft.com/office/drawing/2014/main" id="{E9ACB78A-61E6-47E2-8D97-E26FD73591C1}"/>
              </a:ext>
            </a:extLst>
          </p:cNvPr>
          <p:cNvSpPr>
            <a:spLocks xmlns:a="http://schemas.openxmlformats.org/drawingml/2006/main" noGrp="1"/>
          </p:cNvSpPr>
          <p:nvPr/>
        </p:nvSpPr>
        <p:spPr>
          <a:xfrm xmlns:a="http://schemas.openxmlformats.org/drawingml/2006/main">
            <a:off x="10020300" y="5600700"/>
            <a:ext cx="226790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6" name="dp43-comparison / n140 / text 1">
            <a:extLst xmlns:a="http://schemas.openxmlformats.org/drawingml/2006/main">
              <a:ext uri="{FF2B5EF4-FFF2-40B4-BE49-F238E27FC236}">
                <a16:creationId xmlns:a16="http://schemas.microsoft.com/office/drawing/2014/main" id="{86C8AE52-C44A-48D2-BDC2-57955F4BC89D}"/>
              </a:ext>
            </a:extLst>
          </p:cNvPr>
          <p:cNvSpPr>
            <a:spLocks xmlns:a="http://schemas.openxmlformats.org/drawingml/2006/main" noGrp="1"/>
          </p:cNvSpPr>
          <p:nvPr/>
        </p:nvSpPr>
        <p:spPr>
          <a:xfrm xmlns:a="http://schemas.openxmlformats.org/drawingml/2006/main">
            <a:off x="10039350" y="561022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F3 Conversation / Task 연결</a:t>
            </a:r>
          </a:p>
        </p:txBody>
      </p:sp>
      <p:sp>
        <p:nvSpPr>
          <p:cNvPr id="207" name="dp43-comparison / n145">
            <a:extLst xmlns:a="http://schemas.openxmlformats.org/drawingml/2006/main">
              <a:ext uri="{FF2B5EF4-FFF2-40B4-BE49-F238E27FC236}">
                <a16:creationId xmlns:a16="http://schemas.microsoft.com/office/drawing/2014/main" id="{C2A9569D-2F7E-4DA7-A358-CFFE0208B742}"/>
              </a:ext>
            </a:extLst>
          </p:cNvPr>
          <p:cNvSpPr>
            <a:spLocks xmlns:a="http://schemas.openxmlformats.org/drawingml/2006/main" noGrp="1"/>
          </p:cNvSpPr>
          <p:nvPr/>
        </p:nvSpPr>
        <p:spPr>
          <a:xfrm xmlns:a="http://schemas.openxmlformats.org/drawingml/2006/main">
            <a:off x="15220950" y="4286250"/>
            <a:ext cx="149066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8" name="dp43-comparison / n146 / text 1">
            <a:extLst xmlns:a="http://schemas.openxmlformats.org/drawingml/2006/main">
              <a:ext uri="{FF2B5EF4-FFF2-40B4-BE49-F238E27FC236}">
                <a16:creationId xmlns:a16="http://schemas.microsoft.com/office/drawing/2014/main" id="{505D19AC-66BE-417E-9DBD-C330C5740796}"/>
              </a:ext>
            </a:extLst>
          </p:cNvPr>
          <p:cNvSpPr>
            <a:spLocks xmlns:a="http://schemas.openxmlformats.org/drawingml/2006/main" noGrp="1"/>
          </p:cNvSpPr>
          <p:nvPr/>
        </p:nvSpPr>
        <p:spPr>
          <a:xfrm xmlns:a="http://schemas.openxmlformats.org/drawingml/2006/main">
            <a:off x="15240000" y="429577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F4 조건과 의존 관계</a:t>
            </a:r>
          </a:p>
        </p:txBody>
      </p:sp>
      <p:sp>
        <p:nvSpPr>
          <p:cNvPr id="209" name="dp43-comparison / n151">
            <a:extLst xmlns:a="http://schemas.openxmlformats.org/drawingml/2006/main">
              <a:ext uri="{FF2B5EF4-FFF2-40B4-BE49-F238E27FC236}">
                <a16:creationId xmlns:a16="http://schemas.microsoft.com/office/drawing/2014/main" id="{60BD6D1B-C2FC-4C8E-BDE0-1435AA7D6AC4}"/>
              </a:ext>
            </a:extLst>
          </p:cNvPr>
          <p:cNvSpPr>
            <a:spLocks xmlns:a="http://schemas.openxmlformats.org/drawingml/2006/main" noGrp="1"/>
          </p:cNvSpPr>
          <p:nvPr/>
        </p:nvSpPr>
        <p:spPr>
          <a:xfrm xmlns:a="http://schemas.openxmlformats.org/drawingml/2006/main">
            <a:off x="15220950" y="4943475"/>
            <a:ext cx="170211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0" name="dp43-comparison / n152 / text 1">
            <a:extLst xmlns:a="http://schemas.openxmlformats.org/drawingml/2006/main">
              <a:ext uri="{FF2B5EF4-FFF2-40B4-BE49-F238E27FC236}">
                <a16:creationId xmlns:a16="http://schemas.microsoft.com/office/drawing/2014/main" id="{49785A56-79C0-4F1F-B7E4-BDF90126898F}"/>
              </a:ext>
            </a:extLst>
          </p:cNvPr>
          <p:cNvSpPr>
            <a:spLocks xmlns:a="http://schemas.openxmlformats.org/drawingml/2006/main" noGrp="1"/>
          </p:cNvSpPr>
          <p:nvPr/>
        </p:nvSpPr>
        <p:spPr>
          <a:xfrm xmlns:a="http://schemas.openxmlformats.org/drawingml/2006/main">
            <a:off x="15240000" y="4953000"/>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F5 PDF 유지 / 결론→표</a:t>
            </a:r>
          </a:p>
        </p:txBody>
      </p:sp>
      <p:sp>
        <p:nvSpPr>
          <p:cNvPr id="211" name="dp43-comparison / n157">
            <a:extLst xmlns:a="http://schemas.openxmlformats.org/drawingml/2006/main">
              <a:ext uri="{FF2B5EF4-FFF2-40B4-BE49-F238E27FC236}">
                <a16:creationId xmlns:a16="http://schemas.microsoft.com/office/drawing/2014/main" id="{00A6AC04-02BA-47E5-B5A9-228C738396DA}"/>
              </a:ext>
            </a:extLst>
          </p:cNvPr>
          <p:cNvSpPr>
            <a:spLocks xmlns:a="http://schemas.openxmlformats.org/drawingml/2006/main" noGrp="1"/>
          </p:cNvSpPr>
          <p:nvPr/>
        </p:nvSpPr>
        <p:spPr>
          <a:xfrm xmlns:a="http://schemas.openxmlformats.org/drawingml/2006/main">
            <a:off x="15220950" y="5600700"/>
            <a:ext cx="222218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2" name="dp43-comparison / n158 / text 1">
            <a:extLst xmlns:a="http://schemas.openxmlformats.org/drawingml/2006/main">
              <a:ext uri="{FF2B5EF4-FFF2-40B4-BE49-F238E27FC236}">
                <a16:creationId xmlns:a16="http://schemas.microsoft.com/office/drawing/2014/main" id="{C9C06587-84AD-44FA-8B4C-FE6D47C96045}"/>
              </a:ext>
            </a:extLst>
          </p:cNvPr>
          <p:cNvSpPr>
            <a:spLocks xmlns:a="http://schemas.openxmlformats.org/drawingml/2006/main" noGrp="1"/>
          </p:cNvSpPr>
          <p:nvPr/>
        </p:nvSpPr>
        <p:spPr>
          <a:xfrm xmlns:a="http://schemas.openxmlformats.org/drawingml/2006/main">
            <a:off x="15240000" y="5610225"/>
            <a:ext cx="2305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7155A4"/>
                </a:solidFill>
                <a:latin typeface="Apple SD Gothic Neo"/>
                <a:ea typeface="Apple SD Gothic Neo"/>
                <a:cs typeface="Apple SD Gothic Neo"/>
              </a:defRPr>
            </a:pPr>
            <a:r>
              <a:rPr sz="1125" b="0">
                <a:solidFill>
                  <a:srgbClr val="7155A4"/>
                </a:solidFill>
                <a:latin typeface="Apple SD Gothic Neo"/>
                <a:ea typeface="Apple SD Gothic Neo"/>
                <a:cs typeface="Apple SD Gothic Neo"/>
              </a:rPr>
              <a:t>F6 Delegation / 질문 / 대기</a:t>
            </a:r>
          </a:p>
        </p:txBody>
      </p:sp>
      <p:sp>
        <p:nvSpPr>
          <p:cNvPr id="213" name="dp43-comparison / n170">
            <a:extLst xmlns:a="http://schemas.openxmlformats.org/drawingml/2006/main">
              <a:ext uri="{FF2B5EF4-FFF2-40B4-BE49-F238E27FC236}">
                <a16:creationId xmlns:a16="http://schemas.microsoft.com/office/drawing/2014/main" id="{71BD90F2-E5D1-4B26-AC5A-EF3AD94307B7}"/>
              </a:ext>
            </a:extLst>
          </p:cNvPr>
          <p:cNvSpPr>
            <a:spLocks xmlns:a="http://schemas.openxmlformats.org/drawingml/2006/main" noGrp="1"/>
          </p:cNvSpPr>
          <p:nvPr/>
        </p:nvSpPr>
        <p:spPr>
          <a:xfrm xmlns:a="http://schemas.openxmlformats.org/drawingml/2006/main">
            <a:off x="12563475" y="3514725"/>
            <a:ext cx="2642235"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4" name="dp43-comparison / n171 / text 1">
            <a:extLst xmlns:a="http://schemas.openxmlformats.org/drawingml/2006/main">
              <a:ext uri="{FF2B5EF4-FFF2-40B4-BE49-F238E27FC236}">
                <a16:creationId xmlns:a16="http://schemas.microsoft.com/office/drawing/2014/main" id="{520304A8-10BE-4B52-9FB4-5C4943AC556A}"/>
              </a:ext>
            </a:extLst>
          </p:cNvPr>
          <p:cNvSpPr>
            <a:spLocks xmlns:a="http://schemas.openxmlformats.org/drawingml/2006/main" noGrp="1"/>
          </p:cNvSpPr>
          <p:nvPr/>
        </p:nvSpPr>
        <p:spPr>
          <a:xfrm xmlns:a="http://schemas.openxmlformats.org/drawingml/2006/main">
            <a:off x="12582525" y="3524250"/>
            <a:ext cx="49625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각 F1~F6 생산자의 모델 호출 / 반환</a:t>
            </a:r>
          </a:p>
        </p:txBody>
      </p:sp>
      <p:sp>
        <p:nvSpPr>
          <p:cNvPr id="215" name="dp43-comparison / n172">
            <a:extLst xmlns:a="http://schemas.openxmlformats.org/drawingml/2006/main">
              <a:ext uri="{FF2B5EF4-FFF2-40B4-BE49-F238E27FC236}">
                <a16:creationId xmlns:a16="http://schemas.microsoft.com/office/drawing/2014/main" id="{67A8C5F5-C717-4D3F-BCFC-306904044368}"/>
              </a:ext>
            </a:extLst>
          </p:cNvPr>
          <p:cNvSpPr>
            <a:spLocks xmlns:a="http://schemas.openxmlformats.org/drawingml/2006/main" noGrp="1"/>
          </p:cNvSpPr>
          <p:nvPr/>
        </p:nvSpPr>
        <p:spPr>
          <a:xfrm xmlns:a="http://schemas.openxmlformats.org/drawingml/2006/main">
            <a:off x="10020300" y="5810250"/>
            <a:ext cx="546201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6" name="dp43-comparison / n173 / text 1">
            <a:extLst xmlns:a="http://schemas.openxmlformats.org/drawingml/2006/main">
              <a:ext uri="{FF2B5EF4-FFF2-40B4-BE49-F238E27FC236}">
                <a16:creationId xmlns:a16="http://schemas.microsoft.com/office/drawing/2014/main" id="{A2E433FB-693C-4C72-8D4B-3239FA3612B7}"/>
              </a:ext>
            </a:extLst>
          </p:cNvPr>
          <p:cNvSpPr>
            <a:spLocks xmlns:a="http://schemas.openxmlformats.org/drawingml/2006/main" noGrp="1"/>
          </p:cNvSpPr>
          <p:nvPr/>
        </p:nvSpPr>
        <p:spPr>
          <a:xfrm xmlns:a="http://schemas.openxmlformats.org/drawingml/2006/main">
            <a:off x="10039350" y="5819775"/>
            <a:ext cx="75057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실선 제안 / 점선 원생산자 재판단 / Coordinator의 의미 덮어쓰기 금지</a:t>
            </a:r>
          </a:p>
        </p:txBody>
      </p:sp>
      <p:sp>
        <p:nvSpPr>
          <p:cNvPr id="217" name="dp43-comparison / n174">
            <a:extLst xmlns:a="http://schemas.openxmlformats.org/drawingml/2006/main">
              <a:ext uri="{FF2B5EF4-FFF2-40B4-BE49-F238E27FC236}">
                <a16:creationId xmlns:a16="http://schemas.microsoft.com/office/drawing/2014/main" id="{3899F3A2-3A85-4C74-AA13-5BDFAAA1DD10}"/>
              </a:ext>
            </a:extLst>
          </p:cNvPr>
          <p:cNvSpPr>
            <a:spLocks xmlns:a="http://schemas.openxmlformats.org/drawingml/2006/main" noGrp="1"/>
          </p:cNvSpPr>
          <p:nvPr/>
        </p:nvSpPr>
        <p:spPr>
          <a:xfrm xmlns:a="http://schemas.openxmlformats.org/drawingml/2006/main">
            <a:off x="9896475" y="6000750"/>
            <a:ext cx="6465760"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8" name="dp43-comparison / n175 / text 1">
            <a:extLst xmlns:a="http://schemas.openxmlformats.org/drawingml/2006/main">
              <a:ext uri="{FF2B5EF4-FFF2-40B4-BE49-F238E27FC236}">
                <a16:creationId xmlns:a16="http://schemas.microsoft.com/office/drawing/2014/main" id="{EEC1CFA1-F5C4-47A4-9836-21335FA63FB1}"/>
              </a:ext>
            </a:extLst>
          </p:cNvPr>
          <p:cNvSpPr>
            <a:spLocks xmlns:a="http://schemas.openxmlformats.org/drawingml/2006/main" noGrp="1"/>
          </p:cNvSpPr>
          <p:nvPr/>
        </p:nvSpPr>
        <p:spPr>
          <a:xfrm xmlns:a="http://schemas.openxmlformats.org/drawingml/2006/main">
            <a:off x="9915525" y="6010275"/>
            <a:ext cx="77152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7155A4"/>
                </a:solidFill>
                <a:latin typeface="Apple SD Gothic Neo"/>
                <a:ea typeface="Apple SD Gothic Neo"/>
                <a:cs typeface="Apple SD Gothic Neo"/>
              </a:defRPr>
            </a:pPr>
            <a:r>
              <a:rPr sz="1275" b="0">
                <a:solidFill>
                  <a:srgbClr val="7155A4"/>
                </a:solidFill>
                <a:latin typeface="Apple SD Gothic Neo"/>
                <a:ea typeface="Apple SD Gothic Neo"/>
                <a:cs typeface="Apple SD Gothic Neo"/>
              </a:rPr>
              <a:t>정정: F2와 F5 재판단 → F4 갱신 / Task Association은 입력 전제가 아닌 결과</a:t>
            </a:r>
          </a:p>
        </p:txBody>
      </p:sp>
      <p:sp>
        <p:nvSpPr>
          <p:cNvPr id="219" name="dp43-comparison / n185">
            <a:extLst xmlns:a="http://schemas.openxmlformats.org/drawingml/2006/main">
              <a:ext uri="{FF2B5EF4-FFF2-40B4-BE49-F238E27FC236}">
                <a16:creationId xmlns:a16="http://schemas.microsoft.com/office/drawing/2014/main" id="{5AC9CDA2-E5BB-4E61-A8AC-D5DE8746B10A}"/>
              </a:ext>
            </a:extLst>
          </p:cNvPr>
          <p:cNvSpPr>
            <a:spLocks xmlns:a="http://schemas.openxmlformats.org/drawingml/2006/main" noGrp="1"/>
          </p:cNvSpPr>
          <p:nvPr/>
        </p:nvSpPr>
        <p:spPr>
          <a:xfrm xmlns:a="http://schemas.openxmlformats.org/drawingml/2006/main">
            <a:off x="12506325" y="6200775"/>
            <a:ext cx="358444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0" name="dp43-comparison / n186 / text 1">
            <a:extLst xmlns:a="http://schemas.openxmlformats.org/drawingml/2006/main">
              <a:ext uri="{FF2B5EF4-FFF2-40B4-BE49-F238E27FC236}">
                <a16:creationId xmlns:a16="http://schemas.microsoft.com/office/drawing/2014/main" id="{5DF7D618-69FD-4311-8776-EFBCB9FDEC0B}"/>
              </a:ext>
            </a:extLst>
          </p:cNvPr>
          <p:cNvSpPr>
            <a:spLocks xmlns:a="http://schemas.openxmlformats.org/drawingml/2006/main" noGrp="1"/>
          </p:cNvSpPr>
          <p:nvPr/>
        </p:nvSpPr>
        <p:spPr>
          <a:xfrm xmlns:a="http://schemas.openxmlformats.org/drawingml/2006/main">
            <a:off x="12525375" y="6210300"/>
            <a:ext cx="5029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현재 검사: 입력 / 정보 / Task / 질문 / 권한</a:t>
            </a:r>
          </a:p>
        </p:txBody>
      </p:sp>
      <p:sp>
        <p:nvSpPr>
          <p:cNvPr id="221" name="dp43-comparison / n187">
            <a:extLst xmlns:a="http://schemas.openxmlformats.org/drawingml/2006/main">
              <a:ext uri="{FF2B5EF4-FFF2-40B4-BE49-F238E27FC236}">
                <a16:creationId xmlns:a16="http://schemas.microsoft.com/office/drawing/2014/main" id="{E89C0477-816A-4A08-9D15-2965AAAC3997}"/>
              </a:ext>
            </a:extLst>
          </p:cNvPr>
          <p:cNvSpPr>
            <a:spLocks xmlns:a="http://schemas.openxmlformats.org/drawingml/2006/main" noGrp="1"/>
          </p:cNvSpPr>
          <p:nvPr/>
        </p:nvSpPr>
        <p:spPr>
          <a:xfrm xmlns:a="http://schemas.openxmlformats.org/drawingml/2006/main">
            <a:off x="12982575" y="6981825"/>
            <a:ext cx="3221736"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2" name="dp43-comparison / n188 / text 1">
            <a:extLst xmlns:a="http://schemas.openxmlformats.org/drawingml/2006/main">
              <a:ext uri="{FF2B5EF4-FFF2-40B4-BE49-F238E27FC236}">
                <a16:creationId xmlns:a16="http://schemas.microsoft.com/office/drawing/2014/main" id="{BF754C77-1AD9-425D-B87A-36D3EE1ABC24}"/>
              </a:ext>
            </a:extLst>
          </p:cNvPr>
          <p:cNvSpPr>
            <a:spLocks xmlns:a="http://schemas.openxmlformats.org/drawingml/2006/main" noGrp="1"/>
          </p:cNvSpPr>
          <p:nvPr/>
        </p:nvSpPr>
        <p:spPr>
          <a:xfrm xmlns:a="http://schemas.openxmlformats.org/drawingml/2006/main">
            <a:off x="13001625" y="6991350"/>
            <a:ext cx="44005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채택 의미와 질문 / 임시 해석 상태와 별도</a:t>
            </a:r>
          </a:p>
        </p:txBody>
      </p:sp>
      <p:sp>
        <p:nvSpPr>
          <p:cNvPr id="223" name="dp43-comparison / n189">
            <a:extLst xmlns:a="http://schemas.openxmlformats.org/drawingml/2006/main">
              <a:ext uri="{FF2B5EF4-FFF2-40B4-BE49-F238E27FC236}">
                <a16:creationId xmlns:a16="http://schemas.microsoft.com/office/drawing/2014/main" id="{7DC94E20-4AF0-4A86-A28E-A08C2D64EEC7}"/>
              </a:ext>
            </a:extLst>
          </p:cNvPr>
          <p:cNvSpPr>
            <a:spLocks xmlns:a="http://schemas.openxmlformats.org/drawingml/2006/main" noGrp="1"/>
          </p:cNvSpPr>
          <p:nvPr/>
        </p:nvSpPr>
        <p:spPr>
          <a:xfrm xmlns:a="http://schemas.openxmlformats.org/drawingml/2006/main">
            <a:off x="9886950" y="7200900"/>
            <a:ext cx="7323963"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4" name="dp43-comparison / n190 / text 1">
            <a:extLst xmlns:a="http://schemas.openxmlformats.org/drawingml/2006/main">
              <a:ext uri="{FF2B5EF4-FFF2-40B4-BE49-F238E27FC236}">
                <a16:creationId xmlns:a16="http://schemas.microsoft.com/office/drawing/2014/main" id="{0CFD3590-B83F-4F4D-9027-C257EFB2D697}"/>
              </a:ext>
            </a:extLst>
          </p:cNvPr>
          <p:cNvSpPr>
            <a:spLocks xmlns:a="http://schemas.openxmlformats.org/drawingml/2006/main" noGrp="1"/>
          </p:cNvSpPr>
          <p:nvPr/>
        </p:nvSpPr>
        <p:spPr>
          <a:xfrm xmlns:a="http://schemas.openxmlformats.org/drawingml/2006/main">
            <a:off x="9906000" y="7210425"/>
            <a:ext cx="76962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채택 후: Response Manager → Interaction Manager / Task Manager → Agent Gateway</a:t>
            </a:r>
          </a:p>
        </p:txBody>
      </p:sp>
      <p:sp>
        <p:nvSpPr>
          <p:cNvPr id="225" name="dp43-comparison / n191">
            <a:extLst xmlns:a="http://schemas.openxmlformats.org/drawingml/2006/main">
              <a:ext uri="{FF2B5EF4-FFF2-40B4-BE49-F238E27FC236}">
                <a16:creationId xmlns:a16="http://schemas.microsoft.com/office/drawing/2014/main" id="{707BDD6E-C099-4B8B-A8BE-A70382A8C896}"/>
              </a:ext>
            </a:extLst>
          </p:cNvPr>
          <p:cNvSpPr>
            <a:spLocks xmlns:a="http://schemas.openxmlformats.org/drawingml/2006/main" noGrp="1"/>
          </p:cNvSpPr>
          <p:nvPr/>
        </p:nvSpPr>
        <p:spPr>
          <a:xfrm xmlns:a="http://schemas.openxmlformats.org/drawingml/2006/main">
            <a:off x="9886950" y="7391400"/>
            <a:ext cx="6056376" cy="171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6" name="dp43-comparison / n192 / text 1">
            <a:extLst xmlns:a="http://schemas.openxmlformats.org/drawingml/2006/main">
              <a:ext uri="{FF2B5EF4-FFF2-40B4-BE49-F238E27FC236}">
                <a16:creationId xmlns:a16="http://schemas.microsoft.com/office/drawing/2014/main" id="{E751F4EB-5CAF-47BB-9854-4CB2BCBC6B6C}"/>
              </a:ext>
            </a:extLst>
          </p:cNvPr>
          <p:cNvSpPr>
            <a:spLocks xmlns:a="http://schemas.openxmlformats.org/drawingml/2006/main" noGrp="1"/>
          </p:cNvSpPr>
          <p:nvPr/>
        </p:nvSpPr>
        <p:spPr>
          <a:xfrm xmlns:a="http://schemas.openxmlformats.org/drawingml/2006/main">
            <a:off x="9906000" y="7400925"/>
            <a:ext cx="76962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5F6B77"/>
                </a:solidFill>
                <a:latin typeface="Apple SD Gothic Neo"/>
                <a:ea typeface="Apple SD Gothic Neo"/>
                <a:cs typeface="Apple SD Gothic Neo"/>
              </a:defRPr>
            </a:pPr>
            <a:r>
              <a:rPr sz="1200" b="0">
                <a:solidFill>
                  <a:srgbClr val="5F6B77"/>
                </a:solidFill>
                <a:latin typeface="Apple SD Gothic Neo"/>
                <a:ea typeface="Apple SD Gothic Neo"/>
                <a:cs typeface="Apple SD Gothic Neo"/>
              </a:rPr>
              <a:t>확인 질문의 실제 전달과 새 답변 / Downstream Agent 접수와 결과의 별도 확인</a:t>
            </a:r>
          </a:p>
        </p:txBody>
      </p:sp>
    </p:spTree>
    <p:extLst>
      <p:ext uri="{BB962C8B-B14F-4D97-AF65-F5344CB8AC3E}">
        <p14:creationId xmlns:p14="http://schemas.microsoft.com/office/powerpoint/2010/main" val="1511185354"/>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0" name="dp44-background / title / 1">
            <a:extLst>
              <a:ext uri="{FF2B5EF4-FFF2-40B4-BE49-F238E27FC236}">
                <ns2:creationId id="{DA2B697F-DC99-47E2-986D-47A0B289CF1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VIA가 처리하는 동안에도,</a:t>
            </a:r>
          </a:p>
        </p:txBody>
      </p:sp>
      <p:sp>
        <p:nvSpPr>
          <p:cNvPr id="2" name="dp44-background / title / 2">
            <a:extLst>
              <a:ext uri="{FF2B5EF4-FFF2-40B4-BE49-F238E27FC236}">
                <ns2:creationId id="{5D52FB0B-EBB7-4B25-8FB0-96E241606FF3}"/>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Task 결과는 계속 들어옵니다</a:t>
            </a:r>
          </a:p>
        </p:txBody>
      </p:sp>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“보고서 내용을 설명해주고,</a:t>
            </a: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내일 팀 회의 안내 메일 초안도 만들어줘.”</a:t>
            </a: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사용자 발화</a:t>
            </a: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준비 완료</a:t>
            </a: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Agent의 질문</a:t>
            </a: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“잠깐, 표부터 설명해줘.”</a:t>
            </a: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이전 보고서 설명이</a:t>
            </a: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늦게 준비됨</a:t>
            </a: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“회의 안내 메일의</a:t>
            </a: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수신자는 누구인가요?”</a:t>
            </a: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새 입력 처리, 유효한 응답과 질문 연결, 실제 전달 뒤 후속 처리</a:t>
            </a: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말을 이어가고, Task 질문과 결과도 같은 대화에서 받습니다</a:t>
            </a: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사용자 입력과 Task 알림, 내부 처리 완료가 서로 다른 시점에 도착해도,</a:t>
            </a: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입력을 계속 받으며 후속 처리와 대기, 응답 전달을 이어가는 실행 구조</a:t>
            </a:r>
          </a:p>
        </p:txBody>
      </p:sp>
    </p:spTree>
    <p:extLst>
      <p:ext uri="{BB962C8B-B14F-4D97-AF65-F5344CB8AC3E}">
        <p14:creationId val="4640773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6" name="dp44-comparison / n1">
            <a:extLst xmlns:a="http://schemas.openxmlformats.org/drawingml/2006/main">
              <a:ext uri="{FF2B5EF4-FFF2-40B4-BE49-F238E27FC236}">
                <a16:creationId xmlns:a16="http://schemas.microsoft.com/office/drawing/2014/main" id="{28EA9F52-1E1E-46B3-AB7E-EA0049CA93C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4-comparison / n2 / text 1">
            <a:extLst xmlns:a="http://schemas.openxmlformats.org/drawingml/2006/main">
              <a:ext uri="{FF2B5EF4-FFF2-40B4-BE49-F238E27FC236}">
                <a16:creationId xmlns:a16="http://schemas.microsoft.com/office/drawing/2014/main" id="{D8FE90D5-FEBE-43A0-A8D6-1B1E6D9924B8}"/>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4-comparison / n3 / text 1">
            <a:extLst xmlns:a="http://schemas.openxmlformats.org/drawingml/2006/main">
              <a:ext uri="{FF2B5EF4-FFF2-40B4-BE49-F238E27FC236}">
                <a16:creationId xmlns:a16="http://schemas.microsoft.com/office/drawing/2014/main" id="{1C41AC4C-F52E-4EE9-9EB4-133214BE4D1A}"/>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4-comparison / n4 / text 1">
            <a:extLst xmlns:a="http://schemas.openxmlformats.org/drawingml/2006/main">
              <a:ext uri="{FF2B5EF4-FFF2-40B4-BE49-F238E27FC236}">
                <a16:creationId xmlns:a16="http://schemas.microsoft.com/office/drawing/2014/main" id="{8932F990-9AB2-45D0-B8D3-109B9F93B08A}"/>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04-44. VIA 지속 입력과 Task 알림의 후속 실행 구조</a:t>
            </a:r>
          </a:p>
        </p:txBody>
      </p:sp>
      <p:sp>
        <p:nvSpPr>
          <p:cNvPr id="5" name="dp44-comparison / n5 / path">
            <a:extLst xmlns:a="http://schemas.openxmlformats.org/drawingml/2006/main">
              <a:ext uri="{FF2B5EF4-FFF2-40B4-BE49-F238E27FC236}">
                <a16:creationId xmlns:a16="http://schemas.microsoft.com/office/drawing/2014/main" id="{46EF9FB6-D606-4C34-94ED-835E9D197E22}"/>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4-comparison / n6 / text 1">
            <a:extLst xmlns:a="http://schemas.openxmlformats.org/drawingml/2006/main">
              <a:ext uri="{FF2B5EF4-FFF2-40B4-BE49-F238E27FC236}">
                <a16:creationId xmlns:a16="http://schemas.microsoft.com/office/drawing/2014/main" id="{FF0FF530-561E-486A-95FE-1CA2C884B090}"/>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“잠깐, 표부터 설명해줘.” + 메일 수신자 질문 도착 + 이전 응답 준비가 늦게 완료</a:t>
            </a:r>
          </a:p>
        </p:txBody>
      </p:sp>
      <p:sp>
        <p:nvSpPr>
          <p:cNvPr id="7" name="dp44-comparison / n7 / text 1">
            <a:extLst xmlns:a="http://schemas.openxmlformats.org/drawingml/2006/main">
              <a:ext uri="{FF2B5EF4-FFF2-40B4-BE49-F238E27FC236}">
                <a16:creationId xmlns:a16="http://schemas.microsoft.com/office/drawing/2014/main" id="{0FB8BD09-7DD5-4522-86F7-B13B43F20043}"/>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계속 입력 수신 / 로컬 VAD와 즉시 음성 중단 / 클라우드 음성 / 의미 모델 / 같은 Request / Task / 실제 전달 원본</a:t>
            </a:r>
          </a:p>
        </p:txBody>
      </p:sp>
      <p:sp>
        <p:nvSpPr>
          <p:cNvPr id="8" name="dp44-comparison / n8">
            <a:extLst xmlns:a="http://schemas.openxmlformats.org/drawingml/2006/main">
              <a:ext uri="{FF2B5EF4-FFF2-40B4-BE49-F238E27FC236}">
                <a16:creationId xmlns:a16="http://schemas.microsoft.com/office/drawing/2014/main" id="{59D7D188-1E9C-462A-82E4-BDC486FC41FE}"/>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4-comparison / n9 / text 1">
            <a:extLst xmlns:a="http://schemas.openxmlformats.org/drawingml/2006/main">
              <a:ext uri="{FF2B5EF4-FFF2-40B4-BE49-F238E27FC236}">
                <a16:creationId xmlns:a16="http://schemas.microsoft.com/office/drawing/2014/main" id="{B557DF49-F6B9-433D-88E3-5678AE8D8028}"/>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완료 회수와 다음 실행 지시</a:t>
            </a:r>
          </a:p>
        </p:txBody>
      </p:sp>
      <p:sp>
        <p:nvSpPr>
          <p:cNvPr id="10" name="dp44-comparison / n10 / text 1">
            <a:extLst xmlns:a="http://schemas.openxmlformats.org/drawingml/2006/main">
              <a:ext uri="{FF2B5EF4-FFF2-40B4-BE49-F238E27FC236}">
                <a16:creationId xmlns:a16="http://schemas.microsoft.com/office/drawing/2014/main" id="{1D17C6FE-8EA9-4F9F-BA5C-C24E1924AF99}"/>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입력과 조건으로 실행</a:t>
            </a:r>
          </a:p>
        </p:txBody>
      </p:sp>
      <p:sp>
        <p:nvSpPr>
          <p:cNvPr id="11" name="dp44-comparison / n11 / path">
            <a:extLst xmlns:a="http://schemas.openxmlformats.org/drawingml/2006/main">
              <a:ext uri="{FF2B5EF4-FFF2-40B4-BE49-F238E27FC236}">
                <a16:creationId xmlns:a16="http://schemas.microsoft.com/office/drawing/2014/main" id="{BDEF00E7-944D-428A-84F2-4147DD0FC343}"/>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4-comparison / n12 / path">
            <a:extLst xmlns:a="http://schemas.openxmlformats.org/drawingml/2006/main">
              <a:ext uri="{FF2B5EF4-FFF2-40B4-BE49-F238E27FC236}">
                <a16:creationId xmlns:a16="http://schemas.microsoft.com/office/drawing/2014/main" id="{3E982AC4-9CEF-4E3C-A57D-40693AAC36FB}"/>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4-comparison / n13 / text 1">
            <a:extLst xmlns:a="http://schemas.openxmlformats.org/drawingml/2006/main">
              <a:ext uri="{FF2B5EF4-FFF2-40B4-BE49-F238E27FC236}">
                <a16:creationId xmlns:a16="http://schemas.microsoft.com/office/drawing/2014/main" id="{ABEC5052-D556-4564-82A0-32A161408E4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후속 처리: source / 권한 / 입력 세대 검사 → Publication Control → Interaction Manager 실제 표시/재생 → receipt</a:t>
            </a:r>
          </a:p>
        </p:txBody>
      </p:sp>
      <p:sp>
        <p:nvSpPr>
          <p:cNvPr id="14" name="dp44-comparison / n14 / text 1">
            <a:extLst xmlns:a="http://schemas.openxmlformats.org/drawingml/2006/main">
              <a:ext uri="{FF2B5EF4-FFF2-40B4-BE49-F238E27FC236}">
                <a16:creationId xmlns:a16="http://schemas.microsoft.com/office/drawing/2014/main" id="{AB311A21-8F6F-4AE6-A0C9-0125B6E13CA3}"/>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확인 질문은 별도 admission으로 현재 입력 해소를 기다리지 않고 제시 / 발화 시작은 업무 취소 완료가 아님</a:t>
            </a:r>
          </a:p>
        </p:txBody>
      </p:sp>
      <p:sp>
        <p:nvSpPr>
          <p:cNvPr id="15" name="dp44-comparison / n15 / path">
            <a:extLst xmlns:a="http://schemas.openxmlformats.org/drawingml/2006/main">
              <a:ext uri="{FF2B5EF4-FFF2-40B4-BE49-F238E27FC236}">
                <a16:creationId xmlns:a16="http://schemas.microsoft.com/office/drawing/2014/main" id="{2168988E-A9B9-4927-B5C9-69BCC7A8E8F7}"/>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6" name="dp44-comparison / n16 / text 1">
            <a:extLst xmlns:a="http://schemas.openxmlformats.org/drawingml/2006/main">
              <a:ext uri="{FF2B5EF4-FFF2-40B4-BE49-F238E27FC236}">
                <a16:creationId xmlns:a16="http://schemas.microsoft.com/office/drawing/2014/main" id="{658B62EE-2031-4D7C-B787-DFBE4245F2A3}"/>
              </a:ext>
            </a:extLst>
          </p:cNvPr>
          <p:cNvSpPr>
            <a:spLocks xmlns:a="http://schemas.openxmlformats.org/drawingml/2006/main" noGrp="1"/>
          </p:cNvSpPr>
          <p:nvPr/>
        </p:nvSpPr>
        <p:spPr>
          <a:xfrm xmlns:a="http://schemas.openxmlformats.org/drawingml/2006/main">
            <a:off x="400050" y="835342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17" name="dp44-comparison / n17 / text 1">
            <a:extLst xmlns:a="http://schemas.openxmlformats.org/drawingml/2006/main">
              <a:ext uri="{FF2B5EF4-FFF2-40B4-BE49-F238E27FC236}">
                <a16:creationId xmlns:a16="http://schemas.microsoft.com/office/drawing/2014/main" id="{A9B5AF84-A1B7-49EE-ACC9-1D95AFA63CC5}"/>
              </a:ext>
            </a:extLst>
          </p:cNvPr>
          <p:cNvSpPr>
            <a:spLocks xmlns:a="http://schemas.openxmlformats.org/drawingml/2006/main" noGrp="1"/>
          </p:cNvSpPr>
          <p:nvPr/>
        </p:nvSpPr>
        <p:spPr>
          <a:xfrm xmlns:a="http://schemas.openxmlformats.org/drawingml/2006/main">
            <a:off x="2857500" y="835342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의미 판단 / 중앙에서 현재 입력과 대기 참조 관리</a:t>
            </a:r>
          </a:p>
        </p:txBody>
      </p:sp>
      <p:sp>
        <p:nvSpPr>
          <p:cNvPr id="18" name="dp44-comparison / n18 / text 1">
            <a:extLst xmlns:a="http://schemas.openxmlformats.org/drawingml/2006/main">
              <a:ext uri="{FF2B5EF4-FFF2-40B4-BE49-F238E27FC236}">
                <a16:creationId xmlns:a16="http://schemas.microsoft.com/office/drawing/2014/main" id="{D09AD2B8-6E62-47AC-A1DA-C127113C8300}"/>
              </a:ext>
            </a:extLst>
          </p:cNvPr>
          <p:cNvSpPr>
            <a:spLocks xmlns:a="http://schemas.openxmlformats.org/drawingml/2006/main" noGrp="1"/>
          </p:cNvSpPr>
          <p:nvPr/>
        </p:nvSpPr>
        <p:spPr>
          <a:xfrm xmlns:a="http://schemas.openxmlformats.org/drawingml/2006/main">
            <a:off x="10001250" y="835342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판단 / 각 Window와 Join의 참조 일치 필요</a:t>
            </a:r>
          </a:p>
        </p:txBody>
      </p:sp>
      <p:sp>
        <p:nvSpPr>
          <p:cNvPr id="19" name="dp44-comparison / n19 / path">
            <a:extLst xmlns:a="http://schemas.openxmlformats.org/drawingml/2006/main">
              <a:ext uri="{FF2B5EF4-FFF2-40B4-BE49-F238E27FC236}">
                <a16:creationId xmlns:a16="http://schemas.microsoft.com/office/drawing/2014/main" id="{730BBAC6-0A1C-47B9-92CB-9CA79976F8DC}"/>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0" name="dp44-comparison / n20 / text 1">
            <a:extLst xmlns:a="http://schemas.openxmlformats.org/drawingml/2006/main">
              <a:ext uri="{FF2B5EF4-FFF2-40B4-BE49-F238E27FC236}">
                <a16:creationId xmlns:a16="http://schemas.microsoft.com/office/drawing/2014/main" id="{EE17833F-E8BA-4477-B0A5-067ABCA90972}"/>
              </a:ext>
            </a:extLst>
          </p:cNvPr>
          <p:cNvSpPr>
            <a:spLocks xmlns:a="http://schemas.openxmlformats.org/drawingml/2006/main" noGrp="1"/>
          </p:cNvSpPr>
          <p:nvPr/>
        </p:nvSpPr>
        <p:spPr>
          <a:xfrm xmlns:a="http://schemas.openxmlformats.org/drawingml/2006/main">
            <a:off x="400050" y="859155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1" name="dp44-comparison / n21 / text 1">
            <a:extLst xmlns:a="http://schemas.openxmlformats.org/drawingml/2006/main">
              <a:ext uri="{FF2B5EF4-FFF2-40B4-BE49-F238E27FC236}">
                <a16:creationId xmlns:a16="http://schemas.microsoft.com/office/drawing/2014/main" id="{850AAD89-7509-4F89-8339-2C41A5DF6563}"/>
              </a:ext>
            </a:extLst>
          </p:cNvPr>
          <p:cNvSpPr>
            <a:spLocks xmlns:a="http://schemas.openxmlformats.org/drawingml/2006/main" noGrp="1"/>
          </p:cNvSpPr>
          <p:nvPr/>
        </p:nvSpPr>
        <p:spPr>
          <a:xfrm xmlns:a="http://schemas.openxmlformats.org/drawingml/2006/main">
            <a:off x="2857500" y="859155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중앙의 완료 회수와 다음 지시 / 짧은 dispatch 가능</a:t>
            </a:r>
          </a:p>
        </p:txBody>
      </p:sp>
      <p:sp>
        <p:nvSpPr>
          <p:cNvPr id="22" name="dp44-comparison / n22 / text 1">
            <a:extLst xmlns:a="http://schemas.openxmlformats.org/drawingml/2006/main">
              <a:ext uri="{FF2B5EF4-FFF2-40B4-BE49-F238E27FC236}">
                <a16:creationId xmlns:a16="http://schemas.microsoft.com/office/drawing/2014/main" id="{AF1AAD36-6200-4C38-922F-E04F4BF50AF7}"/>
              </a:ext>
            </a:extLst>
          </p:cNvPr>
          <p:cNvSpPr>
            <a:spLocks xmlns:a="http://schemas.openxmlformats.org/drawingml/2006/main" noGrp="1"/>
          </p:cNvSpPr>
          <p:nvPr/>
        </p:nvSpPr>
        <p:spPr>
          <a:xfrm xmlns:a="http://schemas.openxmlformats.org/drawingml/2006/main">
            <a:off x="10001250" y="859155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준비된 소비자 활성화 / 채널과 Join 대기 비용</a:t>
            </a:r>
          </a:p>
        </p:txBody>
      </p:sp>
      <p:sp>
        <p:nvSpPr>
          <p:cNvPr id="23" name="dp44-comparison / n23 / path">
            <a:extLst xmlns:a="http://schemas.openxmlformats.org/drawingml/2006/main">
              <a:ext uri="{FF2B5EF4-FFF2-40B4-BE49-F238E27FC236}">
                <a16:creationId xmlns:a16="http://schemas.microsoft.com/office/drawing/2014/main" id="{518244C9-8CEC-462F-9EAF-BE98320A3787}"/>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4" name="dp44-comparison / n24 / text 1">
            <a:extLst xmlns:a="http://schemas.openxmlformats.org/drawingml/2006/main">
              <a:ext uri="{FF2B5EF4-FFF2-40B4-BE49-F238E27FC236}">
                <a16:creationId xmlns:a16="http://schemas.microsoft.com/office/drawing/2014/main" id="{6DAAB123-BC42-477C-A941-4A23E4270A08}"/>
              </a:ext>
            </a:extLst>
          </p:cNvPr>
          <p:cNvSpPr>
            <a:spLocks xmlns:a="http://schemas.openxmlformats.org/drawingml/2006/main" noGrp="1"/>
          </p:cNvSpPr>
          <p:nvPr/>
        </p:nvSpPr>
        <p:spPr>
          <a:xfrm xmlns:a="http://schemas.openxmlformats.org/drawingml/2006/main">
            <a:off x="400050" y="882967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5" name="dp44-comparison / n25 / text 1">
            <a:extLst xmlns:a="http://schemas.openxmlformats.org/drawingml/2006/main">
              <a:ext uri="{FF2B5EF4-FFF2-40B4-BE49-F238E27FC236}">
                <a16:creationId xmlns:a16="http://schemas.microsoft.com/office/drawing/2014/main" id="{E81B44AA-D048-4CF2-8E5F-CEB855336229}"/>
              </a:ext>
            </a:extLst>
          </p:cNvPr>
          <p:cNvSpPr>
            <a:spLocks xmlns:a="http://schemas.openxmlformats.org/drawingml/2006/main" noGrp="1"/>
          </p:cNvSpPr>
          <p:nvPr/>
        </p:nvSpPr>
        <p:spPr>
          <a:xfrm xmlns:a="http://schemas.openxmlformats.org/drawingml/2006/main">
            <a:off x="2857500" y="882967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단계마다 중앙 전이를 경유 / 병행 실행 허용</a:t>
            </a:r>
          </a:p>
        </p:txBody>
      </p:sp>
      <p:sp>
        <p:nvSpPr>
          <p:cNvPr id="26" name="dp44-comparison / n26 / text 1">
            <a:extLst xmlns:a="http://schemas.openxmlformats.org/drawingml/2006/main">
              <a:ext uri="{FF2B5EF4-FFF2-40B4-BE49-F238E27FC236}">
                <a16:creationId xmlns:a16="http://schemas.microsoft.com/office/drawing/2014/main" id="{ACAACE25-BB59-4A83-B698-149B09FBBE99}"/>
              </a:ext>
            </a:extLst>
          </p:cNvPr>
          <p:cNvSpPr>
            <a:spLocks xmlns:a="http://schemas.openxmlformats.org/drawingml/2006/main" noGrp="1"/>
          </p:cNvSpPr>
          <p:nvPr/>
        </p:nvSpPr>
        <p:spPr>
          <a:xfrm xmlns:a="http://schemas.openxmlformats.org/drawingml/2006/main">
            <a:off x="10001250" y="882967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중앙 경유 축소 / 조건 대기와 단계 연결 비용</a:t>
            </a:r>
          </a:p>
        </p:txBody>
      </p:sp>
      <p:sp>
        <p:nvSpPr>
          <p:cNvPr id="27" name="dp44-comparison / n27 / path">
            <a:extLst xmlns:a="http://schemas.openxmlformats.org/drawingml/2006/main">
              <a:ext uri="{FF2B5EF4-FFF2-40B4-BE49-F238E27FC236}">
                <a16:creationId xmlns:a16="http://schemas.microsoft.com/office/drawing/2014/main" id="{E0BBC99A-4602-4521-82C9-C21AB0AC7DD8}"/>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8" name="dp44-comparison / n28 / text 1">
            <a:extLst xmlns:a="http://schemas.openxmlformats.org/drawingml/2006/main">
              <a:ext uri="{FF2B5EF4-FFF2-40B4-BE49-F238E27FC236}">
                <a16:creationId xmlns:a16="http://schemas.microsoft.com/office/drawing/2014/main" id="{5B14A4EF-4D3B-45A8-A86D-9A158CA7CC96}"/>
              </a:ext>
            </a:extLst>
          </p:cNvPr>
          <p:cNvSpPr>
            <a:spLocks xmlns:a="http://schemas.openxmlformats.org/drawingml/2006/main" noGrp="1"/>
          </p:cNvSpPr>
          <p:nvPr/>
        </p:nvSpPr>
        <p:spPr>
          <a:xfrm xmlns:a="http://schemas.openxmlformats.org/drawingml/2006/main">
            <a:off x="400050" y="906780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29" name="dp44-comparison / n29 / text 1">
            <a:extLst xmlns:a="http://schemas.openxmlformats.org/drawingml/2006/main">
              <a:ext uri="{FF2B5EF4-FFF2-40B4-BE49-F238E27FC236}">
                <a16:creationId xmlns:a16="http://schemas.microsoft.com/office/drawing/2014/main" id="{A21569DF-C3B3-4060-85EC-66BB75B2C44C}"/>
              </a:ext>
            </a:extLst>
          </p:cNvPr>
          <p:cNvSpPr>
            <a:spLocks xmlns:a="http://schemas.openxmlformats.org/drawingml/2006/main" noGrp="1"/>
          </p:cNvSpPr>
          <p:nvPr/>
        </p:nvSpPr>
        <p:spPr>
          <a:xfrm xmlns:a="http://schemas.openxmlformats.org/drawingml/2006/main">
            <a:off x="2857500" y="906780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의미 / 응답 작업이면 같음 / 폐기와 재시도 포함</a:t>
            </a:r>
          </a:p>
        </p:txBody>
      </p:sp>
      <p:sp>
        <p:nvSpPr>
          <p:cNvPr id="30" name="dp44-comparison / n30 / text 1">
            <a:extLst xmlns:a="http://schemas.openxmlformats.org/drawingml/2006/main">
              <a:ext uri="{FF2B5EF4-FFF2-40B4-BE49-F238E27FC236}">
                <a16:creationId xmlns:a16="http://schemas.microsoft.com/office/drawing/2014/main" id="{CE7AE84E-A03C-4F8A-BE58-5B1204FED446}"/>
              </a:ext>
            </a:extLst>
          </p:cNvPr>
          <p:cNvSpPr>
            <a:spLocks xmlns:a="http://schemas.openxmlformats.org/drawingml/2006/main" noGrp="1"/>
          </p:cNvSpPr>
          <p:nvPr/>
        </p:nvSpPr>
        <p:spPr>
          <a:xfrm xmlns:a="http://schemas.openxmlformats.org/drawingml/2006/main">
            <a:off x="10001250" y="906780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같은 작업이면 같음 / 중복 생산과 폐기 포함</a:t>
            </a:r>
          </a:p>
        </p:txBody>
      </p:sp>
      <p:sp>
        <p:nvSpPr>
          <p:cNvPr id="31" name="dp44-comparison / n31 / path">
            <a:extLst xmlns:a="http://schemas.openxmlformats.org/drawingml/2006/main">
              <a:ext uri="{FF2B5EF4-FFF2-40B4-BE49-F238E27FC236}">
                <a16:creationId xmlns:a16="http://schemas.microsoft.com/office/drawing/2014/main" id="{7A4E8D97-0CFF-47A5-B10C-61A2A5DCC770}"/>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2" name="dp44-comparison / n32 / text 1">
            <a:extLst xmlns:a="http://schemas.openxmlformats.org/drawingml/2006/main">
              <a:ext uri="{FF2B5EF4-FFF2-40B4-BE49-F238E27FC236}">
                <a16:creationId xmlns:a16="http://schemas.microsoft.com/office/drawing/2014/main" id="{65699707-C9D4-4B0D-B48B-7E04E268DA2A}"/>
              </a:ext>
            </a:extLst>
          </p:cNvPr>
          <p:cNvSpPr>
            <a:spLocks xmlns:a="http://schemas.openxmlformats.org/drawingml/2006/main" noGrp="1"/>
          </p:cNvSpPr>
          <p:nvPr/>
        </p:nvSpPr>
        <p:spPr>
          <a:xfrm xmlns:a="http://schemas.openxmlformats.org/drawingml/2006/main">
            <a:off x="400050" y="930592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3" name="dp44-comparison / n33 / text 1">
            <a:extLst xmlns:a="http://schemas.openxmlformats.org/drawingml/2006/main">
              <a:ext uri="{FF2B5EF4-FFF2-40B4-BE49-F238E27FC236}">
                <a16:creationId xmlns:a16="http://schemas.microsoft.com/office/drawing/2014/main" id="{757DDFEB-7F06-48C0-A3C0-1AE9FCD71797}"/>
              </a:ext>
            </a:extLst>
          </p:cNvPr>
          <p:cNvSpPr>
            <a:spLocks xmlns:a="http://schemas.openxmlformats.org/drawingml/2006/main" noGrp="1"/>
          </p:cNvSpPr>
          <p:nvPr/>
        </p:nvSpPr>
        <p:spPr>
          <a:xfrm xmlns:a="http://schemas.openxmlformats.org/drawingml/2006/main">
            <a:off x="2857500" y="930592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후속 실행 규칙을 Dispatcher에서 변경</a:t>
            </a:r>
          </a:p>
        </p:txBody>
      </p:sp>
      <p:sp>
        <p:nvSpPr>
          <p:cNvPr id="34" name="dp44-comparison / n34 / text 1">
            <a:extLst xmlns:a="http://schemas.openxmlformats.org/drawingml/2006/main">
              <a:ext uri="{FF2B5EF4-FFF2-40B4-BE49-F238E27FC236}">
                <a16:creationId xmlns:a16="http://schemas.microsoft.com/office/drawing/2014/main" id="{1D8BCF51-913F-4AB8-BB31-44877CCC27E8}"/>
              </a:ext>
            </a:extLst>
          </p:cNvPr>
          <p:cNvSpPr>
            <a:spLocks xmlns:a="http://schemas.openxmlformats.org/drawingml/2006/main" noGrp="1"/>
          </p:cNvSpPr>
          <p:nvPr/>
        </p:nvSpPr>
        <p:spPr>
          <a:xfrm xmlns:a="http://schemas.openxmlformats.org/drawingml/2006/main">
            <a:off x="10001250" y="930592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단계 계약 안 조합 변경 / 교차 규칙은 여러 단계 영향</a:t>
            </a:r>
          </a:p>
        </p:txBody>
      </p:sp>
      <p:sp>
        <p:nvSpPr>
          <p:cNvPr id="35" name="dp44-comparison / n35 / path">
            <a:extLst xmlns:a="http://schemas.openxmlformats.org/drawingml/2006/main">
              <a:ext uri="{FF2B5EF4-FFF2-40B4-BE49-F238E27FC236}">
                <a16:creationId xmlns:a16="http://schemas.microsoft.com/office/drawing/2014/main" id="{EDD3A529-F591-479F-942A-8AABCF0E6502}"/>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6" name="dp44-comparison / n36 / text 1">
            <a:extLst xmlns:a="http://schemas.openxmlformats.org/drawingml/2006/main">
              <a:ext uri="{FF2B5EF4-FFF2-40B4-BE49-F238E27FC236}">
                <a16:creationId xmlns:a16="http://schemas.microsoft.com/office/drawing/2014/main" id="{966C5323-01F9-4BA6-BD14-106442DC84F0}"/>
              </a:ext>
            </a:extLst>
          </p:cNvPr>
          <p:cNvSpPr>
            <a:spLocks xmlns:a="http://schemas.openxmlformats.org/drawingml/2006/main" noGrp="1"/>
          </p:cNvSpPr>
          <p:nvPr/>
        </p:nvSpPr>
        <p:spPr>
          <a:xfrm xmlns:a="http://schemas.openxmlformats.org/drawingml/2006/main">
            <a:off x="400050" y="954405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7" name="dp44-comparison / n37 / text 1">
            <a:extLst xmlns:a="http://schemas.openxmlformats.org/drawingml/2006/main">
              <a:ext uri="{FF2B5EF4-FFF2-40B4-BE49-F238E27FC236}">
                <a16:creationId xmlns:a16="http://schemas.microsoft.com/office/drawing/2014/main" id="{CEBEA4B6-072A-4ED6-AA8E-4CDB1848F121}"/>
              </a:ext>
            </a:extLst>
          </p:cNvPr>
          <p:cNvSpPr>
            <a:spLocks xmlns:a="http://schemas.openxmlformats.org/drawingml/2006/main" noGrp="1"/>
          </p:cNvSpPr>
          <p:nvPr/>
        </p:nvSpPr>
        <p:spPr>
          <a:xfrm xmlns:a="http://schemas.openxmlformats.org/drawingml/2006/main">
            <a:off x="2857500" y="954405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중앙 진행 상태와 실행 대기열</a:t>
            </a:r>
          </a:p>
        </p:txBody>
      </p:sp>
      <p:sp>
        <p:nvSpPr>
          <p:cNvPr id="38" name="dp44-comparison / n38 / text 1">
            <a:extLst xmlns:a="http://schemas.openxmlformats.org/drawingml/2006/main">
              <a:ext uri="{FF2B5EF4-FFF2-40B4-BE49-F238E27FC236}">
                <a16:creationId xmlns:a16="http://schemas.microsoft.com/office/drawing/2014/main" id="{925D364C-02CF-4968-B964-58F92CE58B27}"/>
              </a:ext>
            </a:extLst>
          </p:cNvPr>
          <p:cNvSpPr>
            <a:spLocks xmlns:a="http://schemas.openxmlformats.org/drawingml/2006/main" noGrp="1"/>
          </p:cNvSpPr>
          <p:nvPr/>
        </p:nvSpPr>
        <p:spPr>
          <a:xfrm xmlns:a="http://schemas.openxmlformats.org/drawingml/2006/main">
            <a:off x="10001250" y="954405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여러 Window와 사건 채널 / 수용량 제한 필요</a:t>
            </a:r>
          </a:p>
        </p:txBody>
      </p:sp>
      <p:sp>
        <p:nvSpPr>
          <p:cNvPr id="39" name="dp44-comparison / n39 / text 1">
            <a:extLst xmlns:a="http://schemas.openxmlformats.org/drawingml/2006/main">
              <a:ext uri="{FF2B5EF4-FFF2-40B4-BE49-F238E27FC236}">
                <a16:creationId xmlns:a16="http://schemas.microsoft.com/office/drawing/2014/main" id="{644F4EA3-0563-4A20-A542-87AAF3C2AB0A}"/>
              </a:ext>
            </a:extLst>
          </p:cNvPr>
          <p:cNvSpPr>
            <a:spLocks xmlns:a="http://schemas.openxmlformats.org/drawingml/2006/main" noGrp="1"/>
          </p:cNvSpPr>
          <p:nvPr/>
        </p:nvSpPr>
        <p:spPr>
          <a:xfrm xmlns:a="http://schemas.openxmlformats.org/drawingml/2006/main">
            <a:off x="381000" y="9810750"/>
            <a:ext cx="175260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미선정 / 미측정. A도 비동기 / 우선순위 / 동시 실행. B의 사건 채널만으로 정확성 / 속도 우위를 보장하지 않는다.</a:t>
            </a:r>
          </a:p>
        </p:txBody>
      </p:sp>
      <p:sp>
        <p:nvSpPr>
          <p:cNvPr id="40" name="dp44-comparison / n40 / text 1">
            <a:extLst xmlns:a="http://schemas.openxmlformats.org/drawingml/2006/main">
              <a:ext uri="{FF2B5EF4-FFF2-40B4-BE49-F238E27FC236}">
                <a16:creationId xmlns:a16="http://schemas.microsoft.com/office/drawing/2014/main" id="{3F38A033-2BE5-4398-BDE3-6BC1805F1E05}"/>
              </a:ext>
            </a:extLst>
          </p:cNvPr>
          <p:cNvSpPr>
            <a:spLocks xmlns:a="http://schemas.openxmlformats.org/drawingml/2006/main" noGrp="1"/>
          </p:cNvSpPr>
          <p:nvPr/>
        </p:nvSpPr>
        <p:spPr>
          <a:xfrm xmlns:a="http://schemas.openxmlformats.org/drawingml/2006/main">
            <a:off x="381000" y="10067925"/>
            <a:ext cx="1752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준비 완료 / VIA 내부 접수 / 외부 Agent 접수 / 사용자 실제 전달은 별도 확인</a:t>
            </a:r>
          </a:p>
        </p:txBody>
      </p:sp>
      <p:sp>
        <p:nvSpPr>
          <p:cNvPr id="41" name="dp44-comparison / legend_continuation_0">
            <a:extLst xmlns:a="http://schemas.openxmlformats.org/drawingml/2006/main">
              <a:ext uri="{FF2B5EF4-FFF2-40B4-BE49-F238E27FC236}">
                <a16:creationId xmlns:a16="http://schemas.microsoft.com/office/drawing/2014/main" id="{15518DFA-8989-4E95-ACD7-FA670AC3ED65}"/>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4-comparison / legend_continuation_1 / text 1">
            <a:extLst xmlns:a="http://schemas.openxmlformats.org/drawingml/2006/main">
              <a:ext uri="{FF2B5EF4-FFF2-40B4-BE49-F238E27FC236}">
                <a16:creationId xmlns:a16="http://schemas.microsoft.com/office/drawing/2014/main" id="{A2AD2E74-D43F-4EDB-AE67-0DC05EDD76D9}"/>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4-comparison / legend_continuation_2">
            <a:extLst xmlns:a="http://schemas.openxmlformats.org/drawingml/2006/main">
              <a:ext uri="{FF2B5EF4-FFF2-40B4-BE49-F238E27FC236}">
                <a16:creationId xmlns:a16="http://schemas.microsoft.com/office/drawing/2014/main" id="{0A5C9E66-6249-4AE1-8A11-8B38E5D503A4}"/>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4-comparison / legend_continuation_3 / text 1">
            <a:extLst xmlns:a="http://schemas.openxmlformats.org/drawingml/2006/main">
              <a:ext uri="{FF2B5EF4-FFF2-40B4-BE49-F238E27FC236}">
                <a16:creationId xmlns:a16="http://schemas.microsoft.com/office/drawing/2014/main" id="{7128053D-304D-45CC-80A4-929726EFD944}"/>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4-comparison / legend_continuation_4 / text 1">
            <a:extLst xmlns:a="http://schemas.openxmlformats.org/drawingml/2006/main">
              <a:ext uri="{FF2B5EF4-FFF2-40B4-BE49-F238E27FC236}">
                <a16:creationId xmlns:a16="http://schemas.microsoft.com/office/drawing/2014/main" id="{CA8EE084-F777-4C1D-8293-DF70087184AB}"/>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4-comparison / legend_continuation_5">
            <a:extLst xmlns:a="http://schemas.openxmlformats.org/drawingml/2006/main">
              <a:ext uri="{FF2B5EF4-FFF2-40B4-BE49-F238E27FC236}">
                <a16:creationId xmlns:a16="http://schemas.microsoft.com/office/drawing/2014/main" id="{D34AA399-BC8E-4FEB-B95E-60B49EC43882}"/>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4-comparison / legend_continuation_6 / text 1">
            <a:extLst xmlns:a="http://schemas.openxmlformats.org/drawingml/2006/main">
              <a:ext uri="{FF2B5EF4-FFF2-40B4-BE49-F238E27FC236}">
                <a16:creationId xmlns:a16="http://schemas.microsoft.com/office/drawing/2014/main" id="{8126E048-00C7-4B07-A982-6D22A4800066}"/>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4-comparison / legend_continuation_7 / text 1">
            <a:extLst xmlns:a="http://schemas.openxmlformats.org/drawingml/2006/main">
              <a:ext uri="{FF2B5EF4-FFF2-40B4-BE49-F238E27FC236}">
                <a16:creationId xmlns:a16="http://schemas.microsoft.com/office/drawing/2014/main" id="{ECDAB91D-4AAC-40C5-8FD5-D938F1F55F4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4-comparison / legend_continuation_8">
            <a:extLst xmlns:a="http://schemas.openxmlformats.org/drawingml/2006/main">
              <a:ext uri="{FF2B5EF4-FFF2-40B4-BE49-F238E27FC236}">
                <a16:creationId xmlns:a16="http://schemas.microsoft.com/office/drawing/2014/main" id="{438E98DD-94EB-44B0-9E55-EE593CE4AD8A}"/>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4-comparison / legend_continuation_8 / fold">
            <a:extLst xmlns:a="http://schemas.openxmlformats.org/drawingml/2006/main">
              <a:ext uri="{FF2B5EF4-FFF2-40B4-BE49-F238E27FC236}">
                <a16:creationId xmlns:a16="http://schemas.microsoft.com/office/drawing/2014/main" id="{F84461E6-D200-4A60-8714-46C3134BBA7E}"/>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4-comparison / legend_continuation_9 / text 1">
            <a:extLst xmlns:a="http://schemas.openxmlformats.org/drawingml/2006/main">
              <a:ext uri="{FF2B5EF4-FFF2-40B4-BE49-F238E27FC236}">
                <a16:creationId xmlns:a16="http://schemas.microsoft.com/office/drawing/2014/main" id="{D2B1EA49-6512-4CA4-8FE9-A769E1493DC6}"/>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4-comparison / legend_continuation_10 / text 1">
            <a:extLst xmlns:a="http://schemas.openxmlformats.org/drawingml/2006/main">
              <a:ext uri="{FF2B5EF4-FFF2-40B4-BE49-F238E27FC236}">
                <a16:creationId xmlns:a16="http://schemas.microsoft.com/office/drawing/2014/main" id="{D634E017-610B-425F-8A14-D30740FF057A}"/>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4-comparison / legend_continuation_11">
            <a:extLst xmlns:a="http://schemas.openxmlformats.org/drawingml/2006/main">
              <a:ext uri="{FF2B5EF4-FFF2-40B4-BE49-F238E27FC236}">
                <a16:creationId xmlns:a16="http://schemas.microsoft.com/office/drawing/2014/main" id="{903B6DB6-67FE-4876-88BB-DDF616AED52F}"/>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4-comparison / legend_continuation_12 / text 1">
            <a:extLst xmlns:a="http://schemas.openxmlformats.org/drawingml/2006/main">
              <a:ext uri="{FF2B5EF4-FFF2-40B4-BE49-F238E27FC236}">
                <a16:creationId xmlns:a16="http://schemas.microsoft.com/office/drawing/2014/main" id="{43764D8F-AD59-4304-ABA6-8915776F373A}"/>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4-comparison / legend_continuation_13 / text 1">
            <a:extLst xmlns:a="http://schemas.openxmlformats.org/drawingml/2006/main">
              <a:ext uri="{FF2B5EF4-FFF2-40B4-BE49-F238E27FC236}">
                <a16:creationId xmlns:a16="http://schemas.microsoft.com/office/drawing/2014/main" id="{084FDD09-734F-4646-89BB-F4B14541FC2D}"/>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4-comparison / legend_continuation_14">
            <a:extLst xmlns:a="http://schemas.openxmlformats.org/drawingml/2006/main">
              <a:ext uri="{FF2B5EF4-FFF2-40B4-BE49-F238E27FC236}">
                <a16:creationId xmlns:a16="http://schemas.microsoft.com/office/drawing/2014/main" id="{33FF9B74-108E-47BC-AD9D-BEE0A0BC183A}"/>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4-comparison / legend_continuation_15 / text 1">
            <a:extLst xmlns:a="http://schemas.openxmlformats.org/drawingml/2006/main">
              <a:ext uri="{FF2B5EF4-FFF2-40B4-BE49-F238E27FC236}">
                <a16:creationId xmlns:a16="http://schemas.microsoft.com/office/drawing/2014/main" id="{CC9282DD-6B08-4D10-AF07-2FA44B600146}"/>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4-comparison / legend_continuation_16 / text 1">
            <a:extLst xmlns:a="http://schemas.openxmlformats.org/drawingml/2006/main">
              <a:ext uri="{FF2B5EF4-FFF2-40B4-BE49-F238E27FC236}">
                <a16:creationId xmlns:a16="http://schemas.microsoft.com/office/drawing/2014/main" id="{FDE4FBF0-3595-446B-84E9-11FDB9A40673}"/>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4-comparison / legend_continuation_17">
            <a:extLst xmlns:a="http://schemas.openxmlformats.org/drawingml/2006/main">
              <a:ext uri="{FF2B5EF4-FFF2-40B4-BE49-F238E27FC236}">
                <a16:creationId xmlns:a16="http://schemas.microsoft.com/office/drawing/2014/main" id="{B8041E81-84D4-4B87-B90D-702B33C0FF6A}"/>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4-comparison / legend_continuation_18 / text 1">
            <a:extLst xmlns:a="http://schemas.openxmlformats.org/drawingml/2006/main">
              <a:ext uri="{FF2B5EF4-FFF2-40B4-BE49-F238E27FC236}">
                <a16:creationId xmlns:a16="http://schemas.microsoft.com/office/drawing/2014/main" id="{658917A0-4F25-4726-89A1-B17AEEE6F7B2}"/>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4-comparison / legend_continuation_19 / text 1">
            <a:extLst xmlns:a="http://schemas.openxmlformats.org/drawingml/2006/main">
              <a:ext uri="{FF2B5EF4-FFF2-40B4-BE49-F238E27FC236}">
                <a16:creationId xmlns:a16="http://schemas.microsoft.com/office/drawing/2014/main" id="{919316E0-F80B-4AA9-ABE1-9B7EF13B8539}"/>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4-comparison / legend_continuation_20 / path">
            <a:extLst xmlns:a="http://schemas.openxmlformats.org/drawingml/2006/main">
              <a:ext uri="{FF2B5EF4-FFF2-40B4-BE49-F238E27FC236}">
                <a16:creationId xmlns:a16="http://schemas.microsoft.com/office/drawing/2014/main" id="{D7C812E8-69C3-4102-AD7D-6A92B940D2B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4-comparison / legend_continuation_20 / arrow">
            <a:extLst xmlns:a="http://schemas.openxmlformats.org/drawingml/2006/main">
              <a:ext uri="{FF2B5EF4-FFF2-40B4-BE49-F238E27FC236}">
                <a16:creationId xmlns:a16="http://schemas.microsoft.com/office/drawing/2014/main" id="{F8DA7D5F-1087-4D5D-95FC-9F8A69B48A96}"/>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4-comparison / legend_continuation_21 / text 1">
            <a:extLst xmlns:a="http://schemas.openxmlformats.org/drawingml/2006/main">
              <a:ext uri="{FF2B5EF4-FFF2-40B4-BE49-F238E27FC236}">
                <a16:creationId xmlns:a16="http://schemas.microsoft.com/office/drawing/2014/main" id="{9637013E-01DD-4E27-AF3E-0155ABA8BA8C}"/>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4-comparison / legend_continuation_22 / path">
            <a:extLst xmlns:a="http://schemas.openxmlformats.org/drawingml/2006/main">
              <a:ext uri="{FF2B5EF4-FFF2-40B4-BE49-F238E27FC236}">
                <a16:creationId xmlns:a16="http://schemas.microsoft.com/office/drawing/2014/main" id="{CC57AA60-8A84-4140-943C-CD1DF2831337}"/>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4-comparison / legend_continuation_22 / arrow">
            <a:extLst xmlns:a="http://schemas.openxmlformats.org/drawingml/2006/main">
              <a:ext uri="{FF2B5EF4-FFF2-40B4-BE49-F238E27FC236}">
                <a16:creationId xmlns:a16="http://schemas.microsoft.com/office/drawing/2014/main" id="{AD92B89A-6528-4A5B-960E-C8F47D433398}"/>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4-comparison / legend_continuation_23 / text 1">
            <a:extLst xmlns:a="http://schemas.openxmlformats.org/drawingml/2006/main">
              <a:ext uri="{FF2B5EF4-FFF2-40B4-BE49-F238E27FC236}">
                <a16:creationId xmlns:a16="http://schemas.microsoft.com/office/drawing/2014/main" id="{E4D1A82C-9758-48C3-ADC4-6EDA6F97AF5D}"/>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4-comparison / legend_continuation_24 / text 1">
            <a:extLst xmlns:a="http://schemas.openxmlformats.org/drawingml/2006/main">
              <a:ext uri="{FF2B5EF4-FFF2-40B4-BE49-F238E27FC236}">
                <a16:creationId xmlns:a16="http://schemas.microsoft.com/office/drawing/2014/main" id="{E124DF9F-5502-411F-AE6F-690045D3CA5F}"/>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4-comparison / legend_continuation_25">
            <a:extLst xmlns:a="http://schemas.openxmlformats.org/drawingml/2006/main">
              <a:ext uri="{FF2B5EF4-FFF2-40B4-BE49-F238E27FC236}">
                <a16:creationId xmlns:a16="http://schemas.microsoft.com/office/drawing/2014/main" id="{5F835607-3428-49A4-BE9E-FBF70BCD1B3B}"/>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4-comparison / legend_continuation_26 / text 1">
            <a:extLst xmlns:a="http://schemas.openxmlformats.org/drawingml/2006/main">
              <a:ext uri="{FF2B5EF4-FFF2-40B4-BE49-F238E27FC236}">
                <a16:creationId xmlns:a16="http://schemas.microsoft.com/office/drawing/2014/main" id="{92B16CEF-4312-4E20-9A47-3568BF907C49}"/>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4-comparison / legend_continuation_27 / text 1">
            <a:extLst xmlns:a="http://schemas.openxmlformats.org/drawingml/2006/main">
              <a:ext uri="{FF2B5EF4-FFF2-40B4-BE49-F238E27FC236}">
                <a16:creationId xmlns:a16="http://schemas.microsoft.com/office/drawing/2014/main" id="{33F3E6A8-C1BD-4D9A-B822-B10C6C431234}"/>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4-comparison / legend_continuation_28">
            <a:extLst xmlns:a="http://schemas.openxmlformats.org/drawingml/2006/main">
              <a:ext uri="{FF2B5EF4-FFF2-40B4-BE49-F238E27FC236}">
                <a16:creationId xmlns:a16="http://schemas.microsoft.com/office/drawing/2014/main" id="{2843F478-94FA-4799-9136-7837D847BF8A}"/>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4-comparison / legend_continuation_29 / text 1">
            <a:extLst xmlns:a="http://schemas.openxmlformats.org/drawingml/2006/main">
              <a:ext uri="{FF2B5EF4-FFF2-40B4-BE49-F238E27FC236}">
                <a16:creationId xmlns:a16="http://schemas.microsoft.com/office/drawing/2014/main" id="{C49D5525-4FC1-4DE7-99D4-30EDAC8DE74D}"/>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4-comparison / legend_continuation_30 / text 1">
            <a:extLst xmlns:a="http://schemas.openxmlformats.org/drawingml/2006/main">
              <a:ext uri="{FF2B5EF4-FFF2-40B4-BE49-F238E27FC236}">
                <a16:creationId xmlns:a16="http://schemas.microsoft.com/office/drawing/2014/main" id="{AABA1A0F-D519-4E2E-B22E-AA08E5FCDA2E}"/>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4-comparison / n72">
            <a:extLst xmlns:a="http://schemas.openxmlformats.org/drawingml/2006/main">
              <a:ext uri="{FF2B5EF4-FFF2-40B4-BE49-F238E27FC236}">
                <a16:creationId xmlns:a16="http://schemas.microsoft.com/office/drawing/2014/main" id="{15DFDBDB-FF71-4311-AD1F-65DFCD8A5E75}"/>
              </a:ext>
            </a:extLst>
          </p:cNvPr>
          <p:cNvSpPr>
            <a:spLocks xmlns:a="http://schemas.openxmlformats.org/drawingml/2006/main" noGrp="1"/>
          </p:cNvSpPr>
          <p:nvPr/>
        </p:nvSpPr>
        <p:spPr>
          <a:xfrm xmlns:a="http://schemas.openxmlformats.org/drawingml/2006/main">
            <a:off x="166687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4-comparison / n73 / text 1">
            <a:extLst xmlns:a="http://schemas.openxmlformats.org/drawingml/2006/main">
              <a:ext uri="{FF2B5EF4-FFF2-40B4-BE49-F238E27FC236}">
                <a16:creationId xmlns:a16="http://schemas.microsoft.com/office/drawing/2014/main" id="{2F190DAF-6B0A-4B34-9427-52BE7BEACCB1}"/>
              </a:ext>
            </a:extLst>
          </p:cNvPr>
          <p:cNvSpPr>
            <a:spLocks xmlns:a="http://schemas.openxmlformats.org/drawingml/2006/main" noGrp="1"/>
          </p:cNvSpPr>
          <p:nvPr/>
        </p:nvSpPr>
        <p:spPr>
          <a:xfrm xmlns:a="http://schemas.openxmlformats.org/drawingml/2006/main">
            <a:off x="175260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77" name="dp44-comparison / n74">
            <a:extLst xmlns:a="http://schemas.openxmlformats.org/drawingml/2006/main">
              <a:ext uri="{FF2B5EF4-FFF2-40B4-BE49-F238E27FC236}">
                <a16:creationId xmlns:a16="http://schemas.microsoft.com/office/drawing/2014/main" id="{2C93C853-1843-4B3B-B318-DFB0E3980FE3}"/>
              </a:ext>
            </a:extLst>
          </p:cNvPr>
          <p:cNvSpPr>
            <a:spLocks xmlns:a="http://schemas.openxmlformats.org/drawingml/2006/main" noGrp="1"/>
          </p:cNvSpPr>
          <p:nvPr/>
        </p:nvSpPr>
        <p:spPr>
          <a:xfrm xmlns:a="http://schemas.openxmlformats.org/drawingml/2006/main">
            <a:off x="633412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4-comparison / n75 / text 1">
            <a:extLst xmlns:a="http://schemas.openxmlformats.org/drawingml/2006/main">
              <a:ext uri="{FF2B5EF4-FFF2-40B4-BE49-F238E27FC236}">
                <a16:creationId xmlns:a16="http://schemas.microsoft.com/office/drawing/2014/main" id="{235B6575-472A-4A77-B69C-A503E39069EB}"/>
              </a:ext>
            </a:extLst>
          </p:cNvPr>
          <p:cNvSpPr>
            <a:spLocks xmlns:a="http://schemas.openxmlformats.org/drawingml/2006/main" noGrp="1"/>
          </p:cNvSpPr>
          <p:nvPr/>
        </p:nvSpPr>
        <p:spPr>
          <a:xfrm xmlns:a="http://schemas.openxmlformats.org/drawingml/2006/main">
            <a:off x="641985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79" name="dp44-comparison / n80">
            <a:extLst xmlns:a="http://schemas.openxmlformats.org/drawingml/2006/main">
              <a:ext uri="{FF2B5EF4-FFF2-40B4-BE49-F238E27FC236}">
                <a16:creationId xmlns:a16="http://schemas.microsoft.com/office/drawing/2014/main" id="{3D540F2A-75F3-4E38-A0C2-84C80D780642}"/>
              </a:ext>
            </a:extLst>
          </p:cNvPr>
          <p:cNvSpPr>
            <a:spLocks xmlns:a="http://schemas.openxmlformats.org/drawingml/2006/main" noGrp="1"/>
          </p:cNvSpPr>
          <p:nvPr/>
        </p:nvSpPr>
        <p:spPr>
          <a:xfrm xmlns:a="http://schemas.openxmlformats.org/drawingml/2006/main">
            <a:off x="157162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4-comparison / n81 / text 1">
            <a:extLst xmlns:a="http://schemas.openxmlformats.org/drawingml/2006/main">
              <a:ext uri="{FF2B5EF4-FFF2-40B4-BE49-F238E27FC236}">
                <a16:creationId xmlns:a16="http://schemas.microsoft.com/office/drawing/2014/main" id="{01D5FA91-287A-4F05-A72B-759DA489634A}"/>
              </a:ext>
            </a:extLst>
          </p:cNvPr>
          <p:cNvSpPr>
            <a:spLocks xmlns:a="http://schemas.openxmlformats.org/drawingml/2006/main" noGrp="1"/>
          </p:cNvSpPr>
          <p:nvPr/>
        </p:nvSpPr>
        <p:spPr>
          <a:xfrm xmlns:a="http://schemas.openxmlformats.org/drawingml/2006/main">
            <a:off x="169545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81" name="dp44-comparison / n82">
            <a:extLst xmlns:a="http://schemas.openxmlformats.org/drawingml/2006/main">
              <a:ext uri="{FF2B5EF4-FFF2-40B4-BE49-F238E27FC236}">
                <a16:creationId xmlns:a16="http://schemas.microsoft.com/office/drawing/2014/main" id="{F20EB0F5-E85D-47BB-8E78-10CCF7857C3C}"/>
              </a:ext>
            </a:extLst>
          </p:cNvPr>
          <p:cNvSpPr>
            <a:spLocks xmlns:a="http://schemas.openxmlformats.org/drawingml/2006/main" noGrp="1"/>
          </p:cNvSpPr>
          <p:nvPr/>
        </p:nvSpPr>
        <p:spPr>
          <a:xfrm xmlns:a="http://schemas.openxmlformats.org/drawingml/2006/main">
            <a:off x="185737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2" name="dp44-comparison / n83 / text 1">
            <a:extLst xmlns:a="http://schemas.openxmlformats.org/drawingml/2006/main">
              <a:ext uri="{FF2B5EF4-FFF2-40B4-BE49-F238E27FC236}">
                <a16:creationId xmlns:a16="http://schemas.microsoft.com/office/drawing/2014/main" id="{C5C8012C-670F-45E7-A1CC-0EC842913CC8}"/>
              </a:ext>
            </a:extLst>
          </p:cNvPr>
          <p:cNvSpPr>
            <a:spLocks xmlns:a="http://schemas.openxmlformats.org/drawingml/2006/main" noGrp="1"/>
          </p:cNvSpPr>
          <p:nvPr/>
        </p:nvSpPr>
        <p:spPr>
          <a:xfrm xmlns:a="http://schemas.openxmlformats.org/drawingml/2006/main">
            <a:off x="1943100" y="3549491"/>
            <a:ext cx="2543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Dialogue Dispatcher</a:t>
            </a:r>
          </a:p>
        </p:txBody>
      </p:sp>
      <p:sp>
        <p:nvSpPr>
          <p:cNvPr id="83" name="dp44-comparison / n84">
            <a:extLst xmlns:a="http://schemas.openxmlformats.org/drawingml/2006/main">
              <a:ext uri="{FF2B5EF4-FFF2-40B4-BE49-F238E27FC236}">
                <a16:creationId xmlns:a16="http://schemas.microsoft.com/office/drawing/2014/main" id="{56EE499D-8F51-4DA4-B83E-C982B71E8D78}"/>
              </a:ext>
            </a:extLst>
          </p:cNvPr>
          <p:cNvSpPr>
            <a:spLocks xmlns:a="http://schemas.openxmlformats.org/drawingml/2006/main" noGrp="1"/>
          </p:cNvSpPr>
          <p:nvPr/>
        </p:nvSpPr>
        <p:spPr>
          <a:xfrm xmlns:a="http://schemas.openxmlformats.org/drawingml/2006/main">
            <a:off x="5857875" y="3476625"/>
            <a:ext cx="3095625"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4" name="dp44-comparison / n85 / text 1">
            <a:extLst xmlns:a="http://schemas.openxmlformats.org/drawingml/2006/main">
              <a:ext uri="{FF2B5EF4-FFF2-40B4-BE49-F238E27FC236}">
                <a16:creationId xmlns:a16="http://schemas.microsoft.com/office/drawing/2014/main" id="{D0F33FB9-F249-481A-9AA4-2B5D38963EA6}"/>
              </a:ext>
            </a:extLst>
          </p:cNvPr>
          <p:cNvSpPr>
            <a:spLocks xmlns:a="http://schemas.openxmlformats.org/drawingml/2006/main" noGrp="1"/>
          </p:cNvSpPr>
          <p:nvPr/>
        </p:nvSpPr>
        <p:spPr>
          <a:xfrm xmlns:a="http://schemas.openxmlformats.org/drawingml/2006/main">
            <a:off x="5943600" y="3569970"/>
            <a:ext cx="2924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Dialogue Progress State</a:t>
            </a:r>
          </a:p>
        </p:txBody>
      </p:sp>
      <p:sp>
        <p:nvSpPr>
          <p:cNvPr id="85" name="dp44-comparison / n86 / path">
            <a:extLst xmlns:a="http://schemas.openxmlformats.org/drawingml/2006/main">
              <a:ext uri="{FF2B5EF4-FFF2-40B4-BE49-F238E27FC236}">
                <a16:creationId xmlns:a16="http://schemas.microsoft.com/office/drawing/2014/main" id="{07AFC67B-CD7C-456D-86C2-5B784396ADBD}"/>
              </a:ext>
            </a:extLst>
          </p:cNvPr>
          <p:cNvSpPr>
            <a:spLocks xmlns:a="http://schemas.openxmlformats.org/drawingml/2006/main" noGrp="1"/>
          </p:cNvSpPr>
          <p:nvPr/>
        </p:nvSpPr>
        <p:spPr>
          <a:xfrm xmlns:a="http://schemas.openxmlformats.org/drawingml/2006/main">
            <a:off x="295275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86" name="dp44-comparison / n86 / arrow">
            <a:extLst xmlns:a="http://schemas.openxmlformats.org/drawingml/2006/main">
              <a:ext uri="{FF2B5EF4-FFF2-40B4-BE49-F238E27FC236}">
                <a16:creationId xmlns:a16="http://schemas.microsoft.com/office/drawing/2014/main" id="{5A4DE3A8-A2B5-4A5A-A30D-48A7CC34DE06}"/>
              </a:ext>
            </a:extLst>
          </p:cNvPr>
          <p:cNvSpPr>
            <a:spLocks xmlns:a="http://schemas.openxmlformats.org/drawingml/2006/main" noGrp="1"/>
          </p:cNvSpPr>
          <p:nvPr/>
        </p:nvSpPr>
        <p:spPr>
          <a:xfrm xmlns:a="http://schemas.openxmlformats.org/drawingml/2006/main">
            <a:off x="318116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7" name="dp44-comparison / n87 / path">
            <a:extLst xmlns:a="http://schemas.openxmlformats.org/drawingml/2006/main">
              <a:ext uri="{FF2B5EF4-FFF2-40B4-BE49-F238E27FC236}">
                <a16:creationId xmlns:a16="http://schemas.microsoft.com/office/drawing/2014/main" id="{63F4EB99-3D39-45EC-A14A-7BBE2859924C}"/>
              </a:ext>
            </a:extLst>
          </p:cNvPr>
          <p:cNvSpPr>
            <a:spLocks xmlns:a="http://schemas.openxmlformats.org/drawingml/2006/main" noGrp="1"/>
          </p:cNvSpPr>
          <p:nvPr/>
        </p:nvSpPr>
        <p:spPr>
          <a:xfrm xmlns:a="http://schemas.openxmlformats.org/drawingml/2006/main">
            <a:off x="4071938" y="2733675"/>
            <a:ext cx="3690938" cy="742950"/>
          </a:xfrm>
          <a:custGeom xmlns:a="http://schemas.openxmlformats.org/drawingml/2006/main">
            <a:pathLst>
              <a:path w="3690938" h="742950">
                <a:moveTo>
                  <a:pt x="3690938" y="0"/>
                </a:moveTo>
                <a:lnTo>
                  <a:pt x="3690938" y="228600"/>
                </a:lnTo>
                <a:lnTo>
                  <a:pt x="0" y="228600"/>
                </a:lnTo>
                <a:lnTo>
                  <a:pt x="0" y="742950"/>
                </a:lnTo>
              </a:path>
            </a:pathLst>
          </a:custGeom>
          <a:noFill xmlns:a="http://schemas.openxmlformats.org/drawingml/2006/main"/>
          <a:ln xmlns:a="http://schemas.openxmlformats.org/drawingml/2006/main" w="10478">
            <a:solidFill>
              <a:srgbClr val="000000"/>
            </a:solidFill>
            <a:prstDash val="solid"/>
          </a:ln>
        </p:spPr>
      </p:sp>
      <p:sp>
        <p:nvSpPr>
          <p:cNvPr id="88" name="dp44-comparison / n87 / arrow">
            <a:extLst xmlns:a="http://schemas.openxmlformats.org/drawingml/2006/main">
              <a:ext uri="{FF2B5EF4-FFF2-40B4-BE49-F238E27FC236}">
                <a16:creationId xmlns:a16="http://schemas.microsoft.com/office/drawing/2014/main" id="{4D07F4BC-5AA8-46D4-B983-BB6D37DF0D8C}"/>
              </a:ext>
            </a:extLst>
          </p:cNvPr>
          <p:cNvSpPr>
            <a:spLocks xmlns:a="http://schemas.openxmlformats.org/drawingml/2006/main" noGrp="1"/>
          </p:cNvSpPr>
          <p:nvPr/>
        </p:nvSpPr>
        <p:spPr>
          <a:xfrm xmlns:a="http://schemas.openxmlformats.org/drawingml/2006/main">
            <a:off x="40384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9" name="dp44-comparison / n88 / path">
            <a:extLst xmlns:a="http://schemas.openxmlformats.org/drawingml/2006/main">
              <a:ext uri="{FF2B5EF4-FFF2-40B4-BE49-F238E27FC236}">
                <a16:creationId xmlns:a16="http://schemas.microsoft.com/office/drawing/2014/main" id="{C238EB93-2C45-473B-AF59-C72BAA63D014}"/>
              </a:ext>
            </a:extLst>
          </p:cNvPr>
          <p:cNvSpPr>
            <a:spLocks xmlns:a="http://schemas.openxmlformats.org/drawingml/2006/main" noGrp="1"/>
          </p:cNvSpPr>
          <p:nvPr/>
        </p:nvSpPr>
        <p:spPr>
          <a:xfrm xmlns:a="http://schemas.openxmlformats.org/drawingml/2006/main">
            <a:off x="4572000" y="36671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B8753F"/>
            </a:solidFill>
            <a:prstDash val="solid"/>
          </a:ln>
        </p:spPr>
      </p:sp>
      <p:sp>
        <p:nvSpPr>
          <p:cNvPr id="90" name="dp44-comparison / n88 / arrow">
            <a:extLst xmlns:a="http://schemas.openxmlformats.org/drawingml/2006/main">
              <a:ext uri="{FF2B5EF4-FFF2-40B4-BE49-F238E27FC236}">
                <a16:creationId xmlns:a16="http://schemas.microsoft.com/office/drawing/2014/main" id="{DC168270-9152-4F6F-BF66-E96CCFB84225}"/>
              </a:ext>
            </a:extLst>
          </p:cNvPr>
          <p:cNvSpPr>
            <a:spLocks xmlns:a="http://schemas.openxmlformats.org/drawingml/2006/main" noGrp="1"/>
          </p:cNvSpPr>
          <p:nvPr/>
        </p:nvSpPr>
        <p:spPr>
          <a:xfrm xmlns:a="http://schemas.openxmlformats.org/drawingml/2006/main">
            <a:off x="5790819" y="36335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4-comparison / n89 / path">
            <a:extLst xmlns:a="http://schemas.openxmlformats.org/drawingml/2006/main">
              <a:ext uri="{FF2B5EF4-FFF2-40B4-BE49-F238E27FC236}">
                <a16:creationId xmlns:a16="http://schemas.microsoft.com/office/drawing/2014/main" id="{5C8E9CDD-8B3B-4395-95CC-7FBD6F82A3B2}"/>
              </a:ext>
            </a:extLst>
          </p:cNvPr>
          <p:cNvSpPr>
            <a:spLocks xmlns:a="http://schemas.openxmlformats.org/drawingml/2006/main" noGrp="1"/>
          </p:cNvSpPr>
          <p:nvPr/>
        </p:nvSpPr>
        <p:spPr>
          <a:xfrm xmlns:a="http://schemas.openxmlformats.org/drawingml/2006/main">
            <a:off x="4572000" y="3752850"/>
            <a:ext cx="1285875" cy="180975"/>
          </a:xfrm>
          <a:custGeom xmlns:a="http://schemas.openxmlformats.org/drawingml/2006/main">
            <a:pathLst>
              <a:path w="1285875" h="180975">
                <a:moveTo>
                  <a:pt x="1285875" y="0"/>
                </a:moveTo>
                <a:lnTo>
                  <a:pt x="1123950" y="0"/>
                </a:lnTo>
                <a:lnTo>
                  <a:pt x="1123950" y="180975"/>
                </a:lnTo>
                <a:lnTo>
                  <a:pt x="152400" y="180975"/>
                </a:lnTo>
                <a:lnTo>
                  <a:pt x="152400" y="0"/>
                </a:lnTo>
                <a:lnTo>
                  <a:pt x="0" y="0"/>
                </a:lnTo>
              </a:path>
            </a:pathLst>
          </a:custGeom>
          <a:noFill xmlns:a="http://schemas.openxmlformats.org/drawingml/2006/main"/>
          <a:ln xmlns:a="http://schemas.openxmlformats.org/drawingml/2006/main" w="10478">
            <a:solidFill>
              <a:srgbClr val="B8753F"/>
            </a:solidFill>
            <a:prstDash val="dash"/>
          </a:ln>
        </p:spPr>
      </p:sp>
      <p:sp>
        <p:nvSpPr>
          <p:cNvPr id="92" name="dp44-comparison / n89 / arrow">
            <a:extLst xmlns:a="http://schemas.openxmlformats.org/drawingml/2006/main">
              <a:ext uri="{FF2B5EF4-FFF2-40B4-BE49-F238E27FC236}">
                <a16:creationId xmlns:a16="http://schemas.microsoft.com/office/drawing/2014/main" id="{1540F4A0-5C77-40C6-9433-AA99D37B0B18}"/>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4-comparison / n94">
            <a:extLst xmlns:a="http://schemas.openxmlformats.org/drawingml/2006/main">
              <a:ext uri="{FF2B5EF4-FFF2-40B4-BE49-F238E27FC236}">
                <a16:creationId xmlns:a16="http://schemas.microsoft.com/office/drawing/2014/main" id="{E5DAFD93-0FA4-496F-9B48-A4A6264B080B}"/>
              </a:ext>
            </a:extLst>
          </p:cNvPr>
          <p:cNvSpPr>
            <a:spLocks xmlns:a="http://schemas.openxmlformats.org/drawingml/2006/main" noGrp="1"/>
          </p:cNvSpPr>
          <p:nvPr/>
        </p:nvSpPr>
        <p:spPr>
          <a:xfrm xmlns:a="http://schemas.openxmlformats.org/drawingml/2006/main">
            <a:off x="166687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4" name="dp44-comparison / n95 / text 1">
            <a:extLst xmlns:a="http://schemas.openxmlformats.org/drawingml/2006/main">
              <a:ext uri="{FF2B5EF4-FFF2-40B4-BE49-F238E27FC236}">
                <a16:creationId xmlns:a16="http://schemas.microsoft.com/office/drawing/2014/main" id="{6EAF981D-4755-4BB9-B7B8-027CD40082C4}"/>
              </a:ext>
            </a:extLst>
          </p:cNvPr>
          <p:cNvSpPr>
            <a:spLocks xmlns:a="http://schemas.openxmlformats.org/drawingml/2006/main" noGrp="1"/>
          </p:cNvSpPr>
          <p:nvPr/>
        </p:nvSpPr>
        <p:spPr>
          <a:xfrm xmlns:a="http://schemas.openxmlformats.org/drawingml/2006/main">
            <a:off x="175260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95" name="dp44-comparison / n96">
            <a:extLst xmlns:a="http://schemas.openxmlformats.org/drawingml/2006/main">
              <a:ext uri="{FF2B5EF4-FFF2-40B4-BE49-F238E27FC236}">
                <a16:creationId xmlns:a16="http://schemas.microsoft.com/office/drawing/2014/main" id="{54085AE1-FC2B-440C-B60D-ED95F7FED801}"/>
              </a:ext>
            </a:extLst>
          </p:cNvPr>
          <p:cNvSpPr>
            <a:spLocks xmlns:a="http://schemas.openxmlformats.org/drawingml/2006/main" noGrp="1"/>
          </p:cNvSpPr>
          <p:nvPr/>
        </p:nvSpPr>
        <p:spPr>
          <a:xfrm xmlns:a="http://schemas.openxmlformats.org/drawingml/2006/main">
            <a:off x="428625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4-comparison / n97 / text 1">
            <a:extLst xmlns:a="http://schemas.openxmlformats.org/drawingml/2006/main">
              <a:ext uri="{FF2B5EF4-FFF2-40B4-BE49-F238E27FC236}">
                <a16:creationId xmlns:a16="http://schemas.microsoft.com/office/drawing/2014/main" id="{5E08C237-38F5-4D7A-B5CD-7635868B5818}"/>
              </a:ext>
            </a:extLst>
          </p:cNvPr>
          <p:cNvSpPr>
            <a:spLocks xmlns:a="http://schemas.openxmlformats.org/drawingml/2006/main" noGrp="1"/>
          </p:cNvSpPr>
          <p:nvPr/>
        </p:nvSpPr>
        <p:spPr>
          <a:xfrm xmlns:a="http://schemas.openxmlformats.org/drawingml/2006/main">
            <a:off x="441007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97" name="dp44-comparison / n98">
            <a:extLst xmlns:a="http://schemas.openxmlformats.org/drawingml/2006/main">
              <a:ext uri="{FF2B5EF4-FFF2-40B4-BE49-F238E27FC236}">
                <a16:creationId xmlns:a16="http://schemas.microsoft.com/office/drawing/2014/main" id="{59FE2CBD-1A5D-4257-AD12-DA22793CBA62}"/>
              </a:ext>
            </a:extLst>
          </p:cNvPr>
          <p:cNvSpPr>
            <a:spLocks xmlns:a="http://schemas.openxmlformats.org/drawingml/2006/main" noGrp="1"/>
          </p:cNvSpPr>
          <p:nvPr/>
        </p:nvSpPr>
        <p:spPr>
          <a:xfrm xmlns:a="http://schemas.openxmlformats.org/drawingml/2006/main">
            <a:off x="447675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98" name="dp44-comparison / n99 / text 1">
            <a:extLst xmlns:a="http://schemas.openxmlformats.org/drawingml/2006/main">
              <a:ext uri="{FF2B5EF4-FFF2-40B4-BE49-F238E27FC236}">
                <a16:creationId xmlns:a16="http://schemas.microsoft.com/office/drawing/2014/main" id="{76DC92B9-77E4-4D02-968F-BD984E92B6B6}"/>
              </a:ext>
            </a:extLst>
          </p:cNvPr>
          <p:cNvSpPr>
            <a:spLocks xmlns:a="http://schemas.openxmlformats.org/drawingml/2006/main" noGrp="1"/>
          </p:cNvSpPr>
          <p:nvPr/>
        </p:nvSpPr>
        <p:spPr>
          <a:xfrm xmlns:a="http://schemas.openxmlformats.org/drawingml/2006/main">
            <a:off x="456247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99" name="dp44-comparison / n100 / path">
            <a:extLst xmlns:a="http://schemas.openxmlformats.org/drawingml/2006/main">
              <a:ext uri="{FF2B5EF4-FFF2-40B4-BE49-F238E27FC236}">
                <a16:creationId xmlns:a16="http://schemas.microsoft.com/office/drawing/2014/main" id="{E5C6F2DD-756D-445D-8078-056AC5072494}"/>
              </a:ext>
            </a:extLst>
          </p:cNvPr>
          <p:cNvSpPr>
            <a:spLocks xmlns:a="http://schemas.openxmlformats.org/drawingml/2006/main" noGrp="1"/>
          </p:cNvSpPr>
          <p:nvPr/>
        </p:nvSpPr>
        <p:spPr>
          <a:xfrm xmlns:a="http://schemas.openxmlformats.org/drawingml/2006/main">
            <a:off x="157162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00" name="dp44-comparison / n100 / arrow">
            <a:extLst xmlns:a="http://schemas.openxmlformats.org/drawingml/2006/main">
              <a:ext uri="{FF2B5EF4-FFF2-40B4-BE49-F238E27FC236}">
                <a16:creationId xmlns:a16="http://schemas.microsoft.com/office/drawing/2014/main" id="{3ABF2A07-00CC-481D-8BCC-6E82F83081F2}"/>
              </a:ext>
            </a:extLst>
          </p:cNvPr>
          <p:cNvSpPr>
            <a:spLocks xmlns:a="http://schemas.openxmlformats.org/drawingml/2006/main" noGrp="1"/>
          </p:cNvSpPr>
          <p:nvPr/>
        </p:nvSpPr>
        <p:spPr>
          <a:xfrm xmlns:a="http://schemas.openxmlformats.org/drawingml/2006/main">
            <a:off x="275253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4-comparison / n101 / path">
            <a:extLst xmlns:a="http://schemas.openxmlformats.org/drawingml/2006/main">
              <a:ext uri="{FF2B5EF4-FFF2-40B4-BE49-F238E27FC236}">
                <a16:creationId xmlns:a16="http://schemas.microsoft.com/office/drawing/2014/main" id="{9757DFEA-F21A-4D57-814A-A4625B70FBCC}"/>
              </a:ext>
            </a:extLst>
          </p:cNvPr>
          <p:cNvSpPr>
            <a:spLocks xmlns:a="http://schemas.openxmlformats.org/drawingml/2006/main" noGrp="1"/>
          </p:cNvSpPr>
          <p:nvPr/>
        </p:nvSpPr>
        <p:spPr>
          <a:xfrm xmlns:a="http://schemas.openxmlformats.org/drawingml/2006/main">
            <a:off x="147637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02" name="dp44-comparison / n101 / arrow">
            <a:extLst xmlns:a="http://schemas.openxmlformats.org/drawingml/2006/main">
              <a:ext uri="{FF2B5EF4-FFF2-40B4-BE49-F238E27FC236}">
                <a16:creationId xmlns:a16="http://schemas.microsoft.com/office/drawing/2014/main" id="{87674683-6381-472B-A80F-1FD63153DCFD}"/>
              </a:ext>
            </a:extLst>
          </p:cNvPr>
          <p:cNvSpPr>
            <a:spLocks xmlns:a="http://schemas.openxmlformats.org/drawingml/2006/main" noGrp="1"/>
          </p:cNvSpPr>
          <p:nvPr/>
        </p:nvSpPr>
        <p:spPr>
          <a:xfrm xmlns:a="http://schemas.openxmlformats.org/drawingml/2006/main">
            <a:off x="179031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3" name="dp44-comparison / n104">
            <a:extLst xmlns:a="http://schemas.openxmlformats.org/drawingml/2006/main">
              <a:ext uri="{FF2B5EF4-FFF2-40B4-BE49-F238E27FC236}">
                <a16:creationId xmlns:a16="http://schemas.microsoft.com/office/drawing/2014/main" id="{C74FF008-02F7-4AFC-9DEE-7E98EC4DAED0}"/>
              </a:ext>
            </a:extLst>
          </p:cNvPr>
          <p:cNvSpPr>
            <a:spLocks xmlns:a="http://schemas.openxmlformats.org/drawingml/2006/main" noGrp="1"/>
          </p:cNvSpPr>
          <p:nvPr/>
        </p:nvSpPr>
        <p:spPr>
          <a:xfrm xmlns:a="http://schemas.openxmlformats.org/drawingml/2006/main">
            <a:off x="7000875" y="5095875"/>
            <a:ext cx="209550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04" name="dp44-comparison / n105 / text 1">
            <a:extLst xmlns:a="http://schemas.openxmlformats.org/drawingml/2006/main">
              <a:ext uri="{FF2B5EF4-FFF2-40B4-BE49-F238E27FC236}">
                <a16:creationId xmlns:a16="http://schemas.microsoft.com/office/drawing/2014/main" id="{549C54A7-3FB1-4240-B804-7E2598C917AD}"/>
              </a:ext>
            </a:extLst>
          </p:cNvPr>
          <p:cNvSpPr>
            <a:spLocks xmlns:a="http://schemas.openxmlformats.org/drawingml/2006/main" noGrp="1"/>
          </p:cNvSpPr>
          <p:nvPr/>
        </p:nvSpPr>
        <p:spPr>
          <a:xfrm xmlns:a="http://schemas.openxmlformats.org/drawingml/2006/main">
            <a:off x="7086600" y="5153978"/>
            <a:ext cx="1924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105" name="dp44-comparison / n106 / path">
            <a:extLst xmlns:a="http://schemas.openxmlformats.org/drawingml/2006/main">
              <a:ext uri="{FF2B5EF4-FFF2-40B4-BE49-F238E27FC236}">
                <a16:creationId xmlns:a16="http://schemas.microsoft.com/office/drawing/2014/main" id="{E20959EE-0C9C-4A08-B184-FCA63409EF06}"/>
              </a:ext>
            </a:extLst>
          </p:cNvPr>
          <p:cNvSpPr>
            <a:spLocks xmlns:a="http://schemas.openxmlformats.org/drawingml/2006/main" noGrp="1"/>
          </p:cNvSpPr>
          <p:nvPr/>
        </p:nvSpPr>
        <p:spPr>
          <a:xfrm xmlns:a="http://schemas.openxmlformats.org/drawingml/2006/main">
            <a:off x="3405188" y="3857625"/>
            <a:ext cx="2166938" cy="1238250"/>
          </a:xfrm>
          <a:custGeom xmlns:a="http://schemas.openxmlformats.org/drawingml/2006/main">
            <a:pathLst>
              <a:path w="2166938" h="1238250">
                <a:moveTo>
                  <a:pt x="0" y="0"/>
                </a:moveTo>
                <a:lnTo>
                  <a:pt x="0" y="704850"/>
                </a:lnTo>
                <a:lnTo>
                  <a:pt x="2166938" y="704850"/>
                </a:lnTo>
                <a:lnTo>
                  <a:pt x="2166938" y="1238250"/>
                </a:lnTo>
              </a:path>
            </a:pathLst>
          </a:custGeom>
          <a:noFill xmlns:a="http://schemas.openxmlformats.org/drawingml/2006/main"/>
          <a:ln xmlns:a="http://schemas.openxmlformats.org/drawingml/2006/main" w="10478">
            <a:solidFill>
              <a:srgbClr val="B8753F"/>
            </a:solidFill>
            <a:prstDash val="solid"/>
          </a:ln>
        </p:spPr>
      </p:sp>
      <p:sp>
        <p:nvSpPr>
          <p:cNvPr id="106" name="dp44-comparison / n106 / arrow">
            <a:extLst xmlns:a="http://schemas.openxmlformats.org/drawingml/2006/main">
              <a:ext uri="{FF2B5EF4-FFF2-40B4-BE49-F238E27FC236}">
                <a16:creationId xmlns:a16="http://schemas.microsoft.com/office/drawing/2014/main" id="{1019EB6F-C1C7-4AB2-B1FB-D2D4F53941B6}"/>
              </a:ext>
            </a:extLst>
          </p:cNvPr>
          <p:cNvSpPr>
            <a:spLocks xmlns:a="http://schemas.openxmlformats.org/drawingml/2006/main" noGrp="1"/>
          </p:cNvSpPr>
          <p:nvPr/>
        </p:nvSpPr>
        <p:spPr>
          <a:xfrm xmlns:a="http://schemas.openxmlformats.org/drawingml/2006/main">
            <a:off x="55385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7" name="dp44-comparison / n107 / path">
            <a:extLst xmlns:a="http://schemas.openxmlformats.org/drawingml/2006/main">
              <a:ext uri="{FF2B5EF4-FFF2-40B4-BE49-F238E27FC236}">
                <a16:creationId xmlns:a16="http://schemas.microsoft.com/office/drawing/2014/main" id="{2D8A9412-4A3F-4B57-812E-1AD2B04A4E78}"/>
              </a:ext>
            </a:extLst>
          </p:cNvPr>
          <p:cNvSpPr>
            <a:spLocks xmlns:a="http://schemas.openxmlformats.org/drawingml/2006/main" noGrp="1"/>
          </p:cNvSpPr>
          <p:nvPr/>
        </p:nvSpPr>
        <p:spPr>
          <a:xfrm xmlns:a="http://schemas.openxmlformats.org/drawingml/2006/main">
            <a:off x="4572000" y="3752850"/>
            <a:ext cx="1333500" cy="1343025"/>
          </a:xfrm>
          <a:custGeom xmlns:a="http://schemas.openxmlformats.org/drawingml/2006/main">
            <a:pathLst>
              <a:path w="1333500" h="1343025">
                <a:moveTo>
                  <a:pt x="1333500" y="1343025"/>
                </a:moveTo>
                <a:lnTo>
                  <a:pt x="1333500" y="857250"/>
                </a:lnTo>
                <a:lnTo>
                  <a:pt x="95250" y="857250"/>
                </a:lnTo>
                <a:lnTo>
                  <a:pt x="95250" y="0"/>
                </a:lnTo>
                <a:lnTo>
                  <a:pt x="0" y="0"/>
                </a:lnTo>
              </a:path>
            </a:pathLst>
          </a:custGeom>
          <a:noFill xmlns:a="http://schemas.openxmlformats.org/drawingml/2006/main"/>
          <a:ln xmlns:a="http://schemas.openxmlformats.org/drawingml/2006/main" w="10478">
            <a:solidFill>
              <a:srgbClr val="B8753F"/>
            </a:solidFill>
            <a:prstDash val="dash"/>
          </a:ln>
        </p:spPr>
      </p:sp>
      <p:sp>
        <p:nvSpPr>
          <p:cNvPr id="108" name="dp44-comparison / n107 / arrow">
            <a:extLst xmlns:a="http://schemas.openxmlformats.org/drawingml/2006/main">
              <a:ext uri="{FF2B5EF4-FFF2-40B4-BE49-F238E27FC236}">
                <a16:creationId xmlns:a16="http://schemas.microsoft.com/office/drawing/2014/main" id="{F9A5F577-B303-4D27-9B4E-B918813A9931}"/>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9" name="dp44-comparison / n108 / path">
            <a:extLst xmlns:a="http://schemas.openxmlformats.org/drawingml/2006/main">
              <a:ext uri="{FF2B5EF4-FFF2-40B4-BE49-F238E27FC236}">
                <a16:creationId xmlns:a16="http://schemas.microsoft.com/office/drawing/2014/main" id="{1D48D584-2428-4EC8-950A-A3744CC88274}"/>
              </a:ext>
            </a:extLst>
          </p:cNvPr>
          <p:cNvSpPr>
            <a:spLocks xmlns:a="http://schemas.openxmlformats.org/drawingml/2006/main" noGrp="1"/>
          </p:cNvSpPr>
          <p:nvPr/>
        </p:nvSpPr>
        <p:spPr>
          <a:xfrm xmlns:a="http://schemas.openxmlformats.org/drawingml/2006/main">
            <a:off x="4572000" y="3600450"/>
            <a:ext cx="3476625" cy="1495425"/>
          </a:xfrm>
          <a:custGeom xmlns:a="http://schemas.openxmlformats.org/drawingml/2006/main">
            <a:pathLst>
              <a:path w="3476625" h="1495425">
                <a:moveTo>
                  <a:pt x="0" y="0"/>
                </a:moveTo>
                <a:lnTo>
                  <a:pt x="238125" y="0"/>
                </a:lnTo>
                <a:lnTo>
                  <a:pt x="238125" y="923925"/>
                </a:lnTo>
                <a:lnTo>
                  <a:pt x="3476625" y="923925"/>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110" name="dp44-comparison / n108 / arrow">
            <a:extLst xmlns:a="http://schemas.openxmlformats.org/drawingml/2006/main">
              <a:ext uri="{FF2B5EF4-FFF2-40B4-BE49-F238E27FC236}">
                <a16:creationId xmlns:a16="http://schemas.microsoft.com/office/drawing/2014/main" id="{20BA9F2C-98EF-41B3-90B2-59E001380CFC}"/>
              </a:ext>
            </a:extLst>
          </p:cNvPr>
          <p:cNvSpPr>
            <a:spLocks xmlns:a="http://schemas.openxmlformats.org/drawingml/2006/main" noGrp="1"/>
          </p:cNvSpPr>
          <p:nvPr/>
        </p:nvSpPr>
        <p:spPr>
          <a:xfrm xmlns:a="http://schemas.openxmlformats.org/drawingml/2006/main">
            <a:off x="80150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11" name="dp44-comparison / n117 / path">
            <a:extLst xmlns:a="http://schemas.openxmlformats.org/drawingml/2006/main">
              <a:ext uri="{FF2B5EF4-FFF2-40B4-BE49-F238E27FC236}">
                <a16:creationId xmlns:a16="http://schemas.microsoft.com/office/drawing/2014/main" id="{4AA20794-7287-4648-8ACA-94577A24582B}"/>
              </a:ext>
            </a:extLst>
          </p:cNvPr>
          <p:cNvSpPr>
            <a:spLocks xmlns:a="http://schemas.openxmlformats.org/drawingml/2006/main" noGrp="1"/>
          </p:cNvSpPr>
          <p:nvPr/>
        </p:nvSpPr>
        <p:spPr>
          <a:xfrm xmlns:a="http://schemas.openxmlformats.org/drawingml/2006/main">
            <a:off x="157162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12" name="dp44-comparison / n120">
            <a:extLst xmlns:a="http://schemas.openxmlformats.org/drawingml/2006/main">
              <a:ext uri="{FF2B5EF4-FFF2-40B4-BE49-F238E27FC236}">
                <a16:creationId xmlns:a16="http://schemas.microsoft.com/office/drawing/2014/main" id="{2A73AE59-2365-483A-85A4-F4F989DF678C}"/>
              </a:ext>
            </a:extLst>
          </p:cNvPr>
          <p:cNvSpPr>
            <a:spLocks xmlns:a="http://schemas.openxmlformats.org/drawingml/2006/main" noGrp="1"/>
          </p:cNvSpPr>
          <p:nvPr/>
        </p:nvSpPr>
        <p:spPr>
          <a:xfrm xmlns:a="http://schemas.openxmlformats.org/drawingml/2006/main">
            <a:off x="1666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3" name="dp44-comparison / n121 / text 1">
            <a:extLst xmlns:a="http://schemas.openxmlformats.org/drawingml/2006/main">
              <a:ext uri="{FF2B5EF4-FFF2-40B4-BE49-F238E27FC236}">
                <a16:creationId xmlns:a16="http://schemas.microsoft.com/office/drawing/2014/main" id="{9324B292-3506-4B5D-B5EF-4FD4CCCF5A8F}"/>
              </a:ext>
            </a:extLst>
          </p:cNvPr>
          <p:cNvSpPr>
            <a:spLocks xmlns:a="http://schemas.openxmlformats.org/drawingml/2006/main" noGrp="1"/>
          </p:cNvSpPr>
          <p:nvPr/>
        </p:nvSpPr>
        <p:spPr>
          <a:xfrm xmlns:a="http://schemas.openxmlformats.org/drawingml/2006/main">
            <a:off x="1752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114" name="dp44-comparison / n122">
            <a:extLst xmlns:a="http://schemas.openxmlformats.org/drawingml/2006/main">
              <a:ext uri="{FF2B5EF4-FFF2-40B4-BE49-F238E27FC236}">
                <a16:creationId xmlns:a16="http://schemas.microsoft.com/office/drawing/2014/main" id="{A5BDFA0E-7F1C-4659-8C72-2F51CD3625E4}"/>
              </a:ext>
            </a:extLst>
          </p:cNvPr>
          <p:cNvSpPr>
            <a:spLocks xmlns:a="http://schemas.openxmlformats.org/drawingml/2006/main" noGrp="1"/>
          </p:cNvSpPr>
          <p:nvPr/>
        </p:nvSpPr>
        <p:spPr>
          <a:xfrm xmlns:a="http://schemas.openxmlformats.org/drawingml/2006/main">
            <a:off x="4333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4-comparison / n123 / text 1">
            <a:extLst xmlns:a="http://schemas.openxmlformats.org/drawingml/2006/main">
              <a:ext uri="{FF2B5EF4-FFF2-40B4-BE49-F238E27FC236}">
                <a16:creationId xmlns:a16="http://schemas.microsoft.com/office/drawing/2014/main" id="{7A83E60D-B824-4351-8ACB-B39AFAED12CE}"/>
              </a:ext>
            </a:extLst>
          </p:cNvPr>
          <p:cNvSpPr>
            <a:spLocks xmlns:a="http://schemas.openxmlformats.org/drawingml/2006/main" noGrp="1"/>
          </p:cNvSpPr>
          <p:nvPr/>
        </p:nvSpPr>
        <p:spPr>
          <a:xfrm xmlns:a="http://schemas.openxmlformats.org/drawingml/2006/main">
            <a:off x="4419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준비 지시</a:t>
            </a:r>
          </a:p>
        </p:txBody>
      </p:sp>
      <p:sp>
        <p:nvSpPr>
          <p:cNvPr id="116" name="dp44-comparison / n124 / path">
            <a:extLst xmlns:a="http://schemas.openxmlformats.org/drawingml/2006/main">
              <a:ext uri="{FF2B5EF4-FFF2-40B4-BE49-F238E27FC236}">
                <a16:creationId xmlns:a16="http://schemas.microsoft.com/office/drawing/2014/main" id="{BEB0450F-B375-4293-BAB3-85B0EFCCD3A7}"/>
              </a:ext>
            </a:extLst>
          </p:cNvPr>
          <p:cNvSpPr>
            <a:spLocks xmlns:a="http://schemas.openxmlformats.org/drawingml/2006/main" noGrp="1"/>
          </p:cNvSpPr>
          <p:nvPr/>
        </p:nvSpPr>
        <p:spPr>
          <a:xfrm xmlns:a="http://schemas.openxmlformats.org/drawingml/2006/main">
            <a:off x="3905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17" name="dp44-comparison / n124 / arrow">
            <a:extLst xmlns:a="http://schemas.openxmlformats.org/drawingml/2006/main">
              <a:ext uri="{FF2B5EF4-FFF2-40B4-BE49-F238E27FC236}">
                <a16:creationId xmlns:a16="http://schemas.microsoft.com/office/drawing/2014/main" id="{689AA964-C0A8-422B-A032-23A0640C0443}"/>
              </a:ext>
            </a:extLst>
          </p:cNvPr>
          <p:cNvSpPr>
            <a:spLocks xmlns:a="http://schemas.openxmlformats.org/drawingml/2006/main" noGrp="1"/>
          </p:cNvSpPr>
          <p:nvPr/>
        </p:nvSpPr>
        <p:spPr>
          <a:xfrm xmlns:a="http://schemas.openxmlformats.org/drawingml/2006/main">
            <a:off x="4266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18" name="dp44-comparison / n125">
            <a:extLst xmlns:a="http://schemas.openxmlformats.org/drawingml/2006/main">
              <a:ext uri="{FF2B5EF4-FFF2-40B4-BE49-F238E27FC236}">
                <a16:creationId xmlns:a16="http://schemas.microsoft.com/office/drawing/2014/main" id="{255D470D-4BB1-4866-BB60-90E42B5C841E}"/>
              </a:ext>
            </a:extLst>
          </p:cNvPr>
          <p:cNvSpPr>
            <a:spLocks xmlns:a="http://schemas.openxmlformats.org/drawingml/2006/main" noGrp="1"/>
          </p:cNvSpPr>
          <p:nvPr/>
        </p:nvSpPr>
        <p:spPr>
          <a:xfrm xmlns:a="http://schemas.openxmlformats.org/drawingml/2006/main">
            <a:off x="700087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4-comparison / n126 / text 1">
            <a:extLst xmlns:a="http://schemas.openxmlformats.org/drawingml/2006/main">
              <a:ext uri="{FF2B5EF4-FFF2-40B4-BE49-F238E27FC236}">
                <a16:creationId xmlns:a16="http://schemas.microsoft.com/office/drawing/2014/main" id="{75550A39-1F58-48DC-98F0-FF08CD824B3D}"/>
              </a:ext>
            </a:extLst>
          </p:cNvPr>
          <p:cNvSpPr>
            <a:spLocks xmlns:a="http://schemas.openxmlformats.org/drawingml/2006/main" noGrp="1"/>
          </p:cNvSpPr>
          <p:nvPr/>
        </p:nvSpPr>
        <p:spPr>
          <a:xfrm xmlns:a="http://schemas.openxmlformats.org/drawingml/2006/main">
            <a:off x="708660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반환</a:t>
            </a:r>
          </a:p>
        </p:txBody>
      </p:sp>
      <p:sp>
        <p:nvSpPr>
          <p:cNvPr id="120" name="dp44-comparison / n127 / path">
            <a:extLst xmlns:a="http://schemas.openxmlformats.org/drawingml/2006/main">
              <a:ext uri="{FF2B5EF4-FFF2-40B4-BE49-F238E27FC236}">
                <a16:creationId xmlns:a16="http://schemas.microsoft.com/office/drawing/2014/main" id="{600AFC5A-8581-4044-9392-4CDFCACB1714}"/>
              </a:ext>
            </a:extLst>
          </p:cNvPr>
          <p:cNvSpPr>
            <a:spLocks xmlns:a="http://schemas.openxmlformats.org/drawingml/2006/main" noGrp="1"/>
          </p:cNvSpPr>
          <p:nvPr/>
        </p:nvSpPr>
        <p:spPr>
          <a:xfrm xmlns:a="http://schemas.openxmlformats.org/drawingml/2006/main">
            <a:off x="6572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1" name="dp44-comparison / n127 / arrow">
            <a:extLst xmlns:a="http://schemas.openxmlformats.org/drawingml/2006/main">
              <a:ext uri="{FF2B5EF4-FFF2-40B4-BE49-F238E27FC236}">
                <a16:creationId xmlns:a16="http://schemas.microsoft.com/office/drawing/2014/main" id="{1716F717-241B-4169-860D-949C09339B74}"/>
              </a:ext>
            </a:extLst>
          </p:cNvPr>
          <p:cNvSpPr>
            <a:spLocks xmlns:a="http://schemas.openxmlformats.org/drawingml/2006/main" noGrp="1"/>
          </p:cNvSpPr>
          <p:nvPr/>
        </p:nvSpPr>
        <p:spPr>
          <a:xfrm xmlns:a="http://schemas.openxmlformats.org/drawingml/2006/main">
            <a:off x="6933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2" name="dp44-comparison / n128 / path">
            <a:extLst xmlns:a="http://schemas.openxmlformats.org/drawingml/2006/main">
              <a:ext uri="{FF2B5EF4-FFF2-40B4-BE49-F238E27FC236}">
                <a16:creationId xmlns:a16="http://schemas.microsoft.com/office/drawing/2014/main" id="{FCE4A217-CEF3-488B-9F63-F25770D2DBDA}"/>
              </a:ext>
            </a:extLst>
          </p:cNvPr>
          <p:cNvSpPr>
            <a:spLocks xmlns:a="http://schemas.openxmlformats.org/drawingml/2006/main" noGrp="1"/>
          </p:cNvSpPr>
          <p:nvPr/>
        </p:nvSpPr>
        <p:spPr>
          <a:xfrm xmlns:a="http://schemas.openxmlformats.org/drawingml/2006/main">
            <a:off x="5453063" y="6877050"/>
            <a:ext cx="2643188" cy="133350"/>
          </a:xfrm>
          <a:custGeom xmlns:a="http://schemas.openxmlformats.org/drawingml/2006/main">
            <a:pathLst>
              <a:path w="2643188" h="133350">
                <a:moveTo>
                  <a:pt x="2643188" y="0"/>
                </a:moveTo>
                <a:lnTo>
                  <a:pt x="2643188" y="133350"/>
                </a:lnTo>
                <a:lnTo>
                  <a:pt x="0" y="133350"/>
                </a:lnTo>
                <a:lnTo>
                  <a:pt x="0" y="0"/>
                </a:lnTo>
              </a:path>
            </a:pathLst>
          </a:custGeom>
          <a:noFill xmlns:a="http://schemas.openxmlformats.org/drawingml/2006/main"/>
          <a:ln xmlns:a="http://schemas.openxmlformats.org/drawingml/2006/main" w="10478">
            <a:solidFill>
              <a:srgbClr val="B8753F"/>
            </a:solidFill>
            <a:prstDash val="dash"/>
          </a:ln>
        </p:spPr>
      </p:sp>
      <p:sp>
        <p:nvSpPr>
          <p:cNvPr id="123" name="dp44-comparison / n128 / arrow">
            <a:extLst xmlns:a="http://schemas.openxmlformats.org/drawingml/2006/main">
              <a:ext uri="{FF2B5EF4-FFF2-40B4-BE49-F238E27FC236}">
                <a16:creationId xmlns:a16="http://schemas.microsoft.com/office/drawing/2014/main" id="{CAC2C121-5ADB-4BA1-974A-6DB137034128}"/>
              </a:ext>
            </a:extLst>
          </p:cNvPr>
          <p:cNvSpPr>
            <a:spLocks xmlns:a="http://schemas.openxmlformats.org/drawingml/2006/main" noGrp="1"/>
          </p:cNvSpPr>
          <p:nvPr/>
        </p:nvSpPr>
        <p:spPr>
          <a:xfrm xmlns:a="http://schemas.openxmlformats.org/drawingml/2006/main">
            <a:off x="5419535" y="68770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124" name="dp44-comparison / n133">
            <a:extLst xmlns:a="http://schemas.openxmlformats.org/drawingml/2006/main">
              <a:ext uri="{FF2B5EF4-FFF2-40B4-BE49-F238E27FC236}">
                <a16:creationId xmlns:a16="http://schemas.microsoft.com/office/drawing/2014/main" id="{9FA6D584-48AD-45EA-AB31-2E20B68A3660}"/>
              </a:ext>
            </a:extLst>
          </p:cNvPr>
          <p:cNvSpPr>
            <a:spLocks xmlns:a="http://schemas.openxmlformats.org/drawingml/2006/main" noGrp="1"/>
          </p:cNvSpPr>
          <p:nvPr/>
        </p:nvSpPr>
        <p:spPr>
          <a:xfrm xmlns:a="http://schemas.openxmlformats.org/drawingml/2006/main">
            <a:off x="1666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4-comparison / n134 / text 1">
            <a:extLst xmlns:a="http://schemas.openxmlformats.org/drawingml/2006/main">
              <a:ext uri="{FF2B5EF4-FFF2-40B4-BE49-F238E27FC236}">
                <a16:creationId xmlns:a16="http://schemas.microsoft.com/office/drawing/2014/main" id="{5D6B766A-BFE6-45EF-948A-39BA09C6E8AF}"/>
              </a:ext>
            </a:extLst>
          </p:cNvPr>
          <p:cNvSpPr>
            <a:spLocks xmlns:a="http://schemas.openxmlformats.org/drawingml/2006/main" noGrp="1"/>
          </p:cNvSpPr>
          <p:nvPr/>
        </p:nvSpPr>
        <p:spPr>
          <a:xfrm xmlns:a="http://schemas.openxmlformats.org/drawingml/2006/main">
            <a:off x="1752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126" name="dp44-comparison / n135">
            <a:extLst xmlns:a="http://schemas.openxmlformats.org/drawingml/2006/main">
              <a:ext uri="{FF2B5EF4-FFF2-40B4-BE49-F238E27FC236}">
                <a16:creationId xmlns:a16="http://schemas.microsoft.com/office/drawing/2014/main" id="{076BA1D1-CF14-4AF9-AFA9-7FE81F39DEB4}"/>
              </a:ext>
            </a:extLst>
          </p:cNvPr>
          <p:cNvSpPr>
            <a:spLocks xmlns:a="http://schemas.openxmlformats.org/drawingml/2006/main" noGrp="1"/>
          </p:cNvSpPr>
          <p:nvPr/>
        </p:nvSpPr>
        <p:spPr>
          <a:xfrm xmlns:a="http://schemas.openxmlformats.org/drawingml/2006/main">
            <a:off x="4333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4-comparison / n136 / text 1">
            <a:extLst xmlns:a="http://schemas.openxmlformats.org/drawingml/2006/main">
              <a:ext uri="{FF2B5EF4-FFF2-40B4-BE49-F238E27FC236}">
                <a16:creationId xmlns:a16="http://schemas.microsoft.com/office/drawing/2014/main" id="{68093A64-A595-4B36-ABB9-3AB956308C36}"/>
              </a:ext>
            </a:extLst>
          </p:cNvPr>
          <p:cNvSpPr>
            <a:spLocks xmlns:a="http://schemas.openxmlformats.org/drawingml/2006/main" noGrp="1"/>
          </p:cNvSpPr>
          <p:nvPr/>
        </p:nvSpPr>
        <p:spPr>
          <a:xfrm xmlns:a="http://schemas.openxmlformats.org/drawingml/2006/main">
            <a:off x="4419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현재성 검사</a:t>
            </a:r>
          </a:p>
        </p:txBody>
      </p:sp>
      <p:sp>
        <p:nvSpPr>
          <p:cNvPr id="128" name="dp44-comparison / n137 / path">
            <a:extLst xmlns:a="http://schemas.openxmlformats.org/drawingml/2006/main">
              <a:ext uri="{FF2B5EF4-FFF2-40B4-BE49-F238E27FC236}">
                <a16:creationId xmlns:a16="http://schemas.microsoft.com/office/drawing/2014/main" id="{51CEE340-B020-45CA-BFE4-455A61A79743}"/>
              </a:ext>
            </a:extLst>
          </p:cNvPr>
          <p:cNvSpPr>
            <a:spLocks xmlns:a="http://schemas.openxmlformats.org/drawingml/2006/main" noGrp="1"/>
          </p:cNvSpPr>
          <p:nvPr/>
        </p:nvSpPr>
        <p:spPr>
          <a:xfrm xmlns:a="http://schemas.openxmlformats.org/drawingml/2006/main">
            <a:off x="3905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4-comparison / n137 / arrow">
            <a:extLst xmlns:a="http://schemas.openxmlformats.org/drawingml/2006/main">
              <a:ext uri="{FF2B5EF4-FFF2-40B4-BE49-F238E27FC236}">
                <a16:creationId xmlns:a16="http://schemas.microsoft.com/office/drawing/2014/main" id="{EDE2A47F-CCE5-4453-8A83-B6E51DD17396}"/>
              </a:ext>
            </a:extLst>
          </p:cNvPr>
          <p:cNvSpPr>
            <a:spLocks xmlns:a="http://schemas.openxmlformats.org/drawingml/2006/main" noGrp="1"/>
          </p:cNvSpPr>
          <p:nvPr/>
        </p:nvSpPr>
        <p:spPr>
          <a:xfrm xmlns:a="http://schemas.openxmlformats.org/drawingml/2006/main">
            <a:off x="4266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4-comparison / n138">
            <a:extLst xmlns:a="http://schemas.openxmlformats.org/drawingml/2006/main">
              <a:ext uri="{FF2B5EF4-FFF2-40B4-BE49-F238E27FC236}">
                <a16:creationId xmlns:a16="http://schemas.microsoft.com/office/drawing/2014/main" id="{81D74A20-6555-4483-861D-B29C1E555AFF}"/>
              </a:ext>
            </a:extLst>
          </p:cNvPr>
          <p:cNvSpPr>
            <a:spLocks xmlns:a="http://schemas.openxmlformats.org/drawingml/2006/main" noGrp="1"/>
          </p:cNvSpPr>
          <p:nvPr/>
        </p:nvSpPr>
        <p:spPr>
          <a:xfrm xmlns:a="http://schemas.openxmlformats.org/drawingml/2006/main">
            <a:off x="700087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4-comparison / n139 / text 1">
            <a:extLst xmlns:a="http://schemas.openxmlformats.org/drawingml/2006/main">
              <a:ext uri="{FF2B5EF4-FFF2-40B4-BE49-F238E27FC236}">
                <a16:creationId xmlns:a16="http://schemas.microsoft.com/office/drawing/2014/main" id="{41F9B045-4BF4-48F6-8BB3-7E071A8DE41D}"/>
              </a:ext>
            </a:extLst>
          </p:cNvPr>
          <p:cNvSpPr>
            <a:spLocks xmlns:a="http://schemas.openxmlformats.org/drawingml/2006/main" noGrp="1"/>
          </p:cNvSpPr>
          <p:nvPr/>
        </p:nvSpPr>
        <p:spPr>
          <a:xfrm xmlns:a="http://schemas.openxmlformats.org/drawingml/2006/main">
            <a:off x="708660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중앙에서 무효 후보 폐기</a:t>
            </a:r>
          </a:p>
        </p:txBody>
      </p:sp>
      <p:sp>
        <p:nvSpPr>
          <p:cNvPr id="132" name="dp44-comparison / n140 / path">
            <a:extLst xmlns:a="http://schemas.openxmlformats.org/drawingml/2006/main">
              <a:ext uri="{FF2B5EF4-FFF2-40B4-BE49-F238E27FC236}">
                <a16:creationId xmlns:a16="http://schemas.microsoft.com/office/drawing/2014/main" id="{0B4E10BF-794E-4D5D-8B25-008EA91BE57F}"/>
              </a:ext>
            </a:extLst>
          </p:cNvPr>
          <p:cNvSpPr>
            <a:spLocks xmlns:a="http://schemas.openxmlformats.org/drawingml/2006/main" noGrp="1"/>
          </p:cNvSpPr>
          <p:nvPr/>
        </p:nvSpPr>
        <p:spPr>
          <a:xfrm xmlns:a="http://schemas.openxmlformats.org/drawingml/2006/main">
            <a:off x="6572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4-comparison / n140 / arrow">
            <a:extLst xmlns:a="http://schemas.openxmlformats.org/drawingml/2006/main">
              <a:ext uri="{FF2B5EF4-FFF2-40B4-BE49-F238E27FC236}">
                <a16:creationId xmlns:a16="http://schemas.microsoft.com/office/drawing/2014/main" id="{6BA7D571-F631-4604-9368-1E529C4218B1}"/>
              </a:ext>
            </a:extLst>
          </p:cNvPr>
          <p:cNvSpPr>
            <a:spLocks xmlns:a="http://schemas.openxmlformats.org/drawingml/2006/main" noGrp="1"/>
          </p:cNvSpPr>
          <p:nvPr/>
        </p:nvSpPr>
        <p:spPr>
          <a:xfrm xmlns:a="http://schemas.openxmlformats.org/drawingml/2006/main">
            <a:off x="6933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4-comparison / n76">
            <a:extLst xmlns:a="http://schemas.openxmlformats.org/drawingml/2006/main">
              <a:ext uri="{FF2B5EF4-FFF2-40B4-BE49-F238E27FC236}">
                <a16:creationId xmlns:a16="http://schemas.microsoft.com/office/drawing/2014/main" id="{8B96C399-B3AF-448D-A6E6-BA22D366FFF0}"/>
              </a:ext>
            </a:extLst>
          </p:cNvPr>
          <p:cNvSpPr>
            <a:spLocks xmlns:a="http://schemas.openxmlformats.org/drawingml/2006/main" noGrp="1"/>
          </p:cNvSpPr>
          <p:nvPr/>
        </p:nvSpPr>
        <p:spPr>
          <a:xfrm xmlns:a="http://schemas.openxmlformats.org/drawingml/2006/main">
            <a:off x="164782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5" name="dp44-comparison / n77 / text 1">
            <a:extLst xmlns:a="http://schemas.openxmlformats.org/drawingml/2006/main">
              <a:ext uri="{FF2B5EF4-FFF2-40B4-BE49-F238E27FC236}">
                <a16:creationId xmlns:a16="http://schemas.microsoft.com/office/drawing/2014/main" id="{AD7319D6-3D0A-4927-A647-EE963FCF9AE4}"/>
              </a:ext>
            </a:extLst>
          </p:cNvPr>
          <p:cNvSpPr>
            <a:spLocks xmlns:a="http://schemas.openxmlformats.org/drawingml/2006/main" noGrp="1"/>
          </p:cNvSpPr>
          <p:nvPr/>
        </p:nvSpPr>
        <p:spPr>
          <a:xfrm xmlns:a="http://schemas.openxmlformats.org/drawingml/2006/main">
            <a:off x="166687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136" name="dp44-comparison / n78">
            <a:extLst xmlns:a="http://schemas.openxmlformats.org/drawingml/2006/main">
              <a:ext uri="{FF2B5EF4-FFF2-40B4-BE49-F238E27FC236}">
                <a16:creationId xmlns:a16="http://schemas.microsoft.com/office/drawing/2014/main" id="{6DF8254E-063B-4B42-A9E7-A2E1E6F46805}"/>
              </a:ext>
            </a:extLst>
          </p:cNvPr>
          <p:cNvSpPr>
            <a:spLocks xmlns:a="http://schemas.openxmlformats.org/drawingml/2006/main" noGrp="1"/>
          </p:cNvSpPr>
          <p:nvPr/>
        </p:nvSpPr>
        <p:spPr>
          <a:xfrm xmlns:a="http://schemas.openxmlformats.org/drawingml/2006/main">
            <a:off x="631507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7" name="dp44-comparison / n79 / text 1">
            <a:extLst xmlns:a="http://schemas.openxmlformats.org/drawingml/2006/main">
              <a:ext uri="{FF2B5EF4-FFF2-40B4-BE49-F238E27FC236}">
                <a16:creationId xmlns:a16="http://schemas.microsoft.com/office/drawing/2014/main" id="{342B9FCD-BFA7-481C-9452-4310E887930F}"/>
              </a:ext>
            </a:extLst>
          </p:cNvPr>
          <p:cNvSpPr>
            <a:spLocks xmlns:a="http://schemas.openxmlformats.org/drawingml/2006/main" noGrp="1"/>
          </p:cNvSpPr>
          <p:nvPr/>
        </p:nvSpPr>
        <p:spPr>
          <a:xfrm xmlns:a="http://schemas.openxmlformats.org/drawingml/2006/main">
            <a:off x="633412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138" name="dp44-comparison / n90">
            <a:extLst xmlns:a="http://schemas.openxmlformats.org/drawingml/2006/main">
              <a:ext uri="{FF2B5EF4-FFF2-40B4-BE49-F238E27FC236}">
                <a16:creationId xmlns:a16="http://schemas.microsoft.com/office/drawing/2014/main" id="{4762F7B9-81FD-466D-AE39-F3FD734B52B3}"/>
              </a:ext>
            </a:extLst>
          </p:cNvPr>
          <p:cNvSpPr>
            <a:spLocks xmlns:a="http://schemas.openxmlformats.org/drawingml/2006/main" noGrp="1"/>
          </p:cNvSpPr>
          <p:nvPr/>
        </p:nvSpPr>
        <p:spPr>
          <a:xfrm xmlns:a="http://schemas.openxmlformats.org/drawingml/2006/main">
            <a:off x="1838325" y="4038600"/>
            <a:ext cx="2650808"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9" name="dp44-comparison / n91 / text 1">
            <a:extLst xmlns:a="http://schemas.openxmlformats.org/drawingml/2006/main">
              <a:ext uri="{FF2B5EF4-FFF2-40B4-BE49-F238E27FC236}">
                <a16:creationId xmlns:a16="http://schemas.microsoft.com/office/drawing/2014/main" id="{01964BD2-84F8-4D2B-8A6A-6E4337A34722}"/>
              </a:ext>
            </a:extLst>
          </p:cNvPr>
          <p:cNvSpPr>
            <a:spLocks xmlns:a="http://schemas.openxmlformats.org/drawingml/2006/main" noGrp="1"/>
          </p:cNvSpPr>
          <p:nvPr/>
        </p:nvSpPr>
        <p:spPr>
          <a:xfrm xmlns:a="http://schemas.openxmlformats.org/drawingml/2006/main">
            <a:off x="1857375" y="4048125"/>
            <a:ext cx="3714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다음 실행 지시와 완료 결과 회수</a:t>
            </a:r>
          </a:p>
        </p:txBody>
      </p:sp>
      <p:sp>
        <p:nvSpPr>
          <p:cNvPr id="140" name="dp44-comparison / n92">
            <a:extLst xmlns:a="http://schemas.openxmlformats.org/drawingml/2006/main">
              <a:ext uri="{FF2B5EF4-FFF2-40B4-BE49-F238E27FC236}">
                <a16:creationId xmlns:a16="http://schemas.microsoft.com/office/drawing/2014/main" id="{6F1F653B-5442-48E7-871E-C2EC626FAEE5}"/>
              </a:ext>
            </a:extLst>
          </p:cNvPr>
          <p:cNvSpPr>
            <a:spLocks xmlns:a="http://schemas.openxmlformats.org/drawingml/2006/main" noGrp="1"/>
          </p:cNvSpPr>
          <p:nvPr/>
        </p:nvSpPr>
        <p:spPr>
          <a:xfrm xmlns:a="http://schemas.openxmlformats.org/drawingml/2006/main">
            <a:off x="5857875" y="3943350"/>
            <a:ext cx="3095625" cy="438150"/>
          </a:xfrm>
          <a:custGeom xmlns:a="http://schemas.openxmlformats.org/drawingml/2006/main">
            <a:pathLst>
              <a:path w="3095625" h="438150">
                <a:moveTo>
                  <a:pt x="0" y="0"/>
                </a:moveTo>
                <a:lnTo>
                  <a:pt x="2924175" y="0"/>
                </a:lnTo>
                <a:lnTo>
                  <a:pt x="3095625" y="171450"/>
                </a:lnTo>
                <a:lnTo>
                  <a:pt x="3095625" y="438150"/>
                </a:lnTo>
                <a:lnTo>
                  <a:pt x="0" y="4381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41" name="dp44-comparison / n92 / fold">
            <a:extLst xmlns:a="http://schemas.openxmlformats.org/drawingml/2006/main">
              <a:ext uri="{FF2B5EF4-FFF2-40B4-BE49-F238E27FC236}">
                <a16:creationId xmlns:a16="http://schemas.microsoft.com/office/drawing/2014/main" id="{5BB8092B-9AA2-4760-A347-C74047F9161A}"/>
              </a:ext>
            </a:extLst>
          </p:cNvPr>
          <p:cNvSpPr>
            <a:spLocks xmlns:a="http://schemas.openxmlformats.org/drawingml/2006/main" noGrp="1"/>
          </p:cNvSpPr>
          <p:nvPr/>
        </p:nvSpPr>
        <p:spPr>
          <a:xfrm xmlns:a="http://schemas.openxmlformats.org/drawingml/2006/main">
            <a:off x="8782050" y="3943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42" name="dp44-comparison / n93 / text 1">
            <a:extLst xmlns:a="http://schemas.openxmlformats.org/drawingml/2006/main">
              <a:ext uri="{FF2B5EF4-FFF2-40B4-BE49-F238E27FC236}">
                <a16:creationId xmlns:a16="http://schemas.microsoft.com/office/drawing/2014/main" id="{B7B5A5E4-AA30-4460-9C90-1EE6844E0924}"/>
              </a:ext>
            </a:extLst>
          </p:cNvPr>
          <p:cNvSpPr>
            <a:spLocks xmlns:a="http://schemas.openxmlformats.org/drawingml/2006/main" noGrp="1"/>
          </p:cNvSpPr>
          <p:nvPr/>
        </p:nvSpPr>
        <p:spPr>
          <a:xfrm xmlns:a="http://schemas.openxmlformats.org/drawingml/2006/main">
            <a:off x="5953125" y="400050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Input1 / Job1: 표 설명 준비</a:t>
            </a:r>
          </a:p>
        </p:txBody>
      </p:sp>
      <p:sp>
        <p:nvSpPr>
          <p:cNvPr id="143" name="dp44-comparison / n93 / text 2">
            <a:extLst xmlns:a="http://schemas.openxmlformats.org/drawingml/2006/main">
              <a:ext uri="{FF2B5EF4-FFF2-40B4-BE49-F238E27FC236}">
                <a16:creationId xmlns:a16="http://schemas.microsoft.com/office/drawing/2014/main" id="{DF43B1D7-0819-4611-8C9C-2464592CD208}"/>
              </a:ext>
            </a:extLst>
          </p:cNvPr>
          <p:cNvSpPr>
            <a:spLocks xmlns:a="http://schemas.openxmlformats.org/drawingml/2006/main" noGrp="1"/>
          </p:cNvSpPr>
          <p:nvPr/>
        </p:nvSpPr>
        <p:spPr>
          <a:xfrm xmlns:a="http://schemas.openxmlformats.org/drawingml/2006/main">
            <a:off x="5953125" y="4120515"/>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next:PREPARE_RESPONSE / waiting:Meaning1</a:t>
            </a:r>
          </a:p>
        </p:txBody>
      </p:sp>
      <p:sp>
        <p:nvSpPr>
          <p:cNvPr id="144" name="dp44-comparison / n93 / text 3">
            <a:extLst xmlns:a="http://schemas.openxmlformats.org/drawingml/2006/main">
              <a:ext uri="{FF2B5EF4-FFF2-40B4-BE49-F238E27FC236}">
                <a16:creationId xmlns:a16="http://schemas.microsoft.com/office/drawing/2014/main" id="{F389071F-1D48-4C62-A97C-3DE1A4C8E72D}"/>
              </a:ext>
            </a:extLst>
          </p:cNvPr>
          <p:cNvSpPr>
            <a:spLocks xmlns:a="http://schemas.openxmlformats.org/drawingml/2006/main" noGrp="1"/>
          </p:cNvSpPr>
          <p:nvPr/>
        </p:nvSpPr>
        <p:spPr>
          <a:xfrm xmlns:a="http://schemas.openxmlformats.org/drawingml/2006/main">
            <a:off x="5953125" y="424053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이전 Input0의 Candidate0: 무효</a:t>
            </a:r>
          </a:p>
        </p:txBody>
      </p:sp>
      <p:sp>
        <p:nvSpPr>
          <p:cNvPr id="145" name="dp44-comparison / n102">
            <a:extLst xmlns:a="http://schemas.openxmlformats.org/drawingml/2006/main">
              <a:ext uri="{FF2B5EF4-FFF2-40B4-BE49-F238E27FC236}">
                <a16:creationId xmlns:a16="http://schemas.microsoft.com/office/drawing/2014/main" id="{4DEA1FCC-E3E6-452E-B9E1-8734FA5BFE54}"/>
              </a:ext>
            </a:extLst>
          </p:cNvPr>
          <p:cNvSpPr>
            <a:spLocks xmlns:a="http://schemas.openxmlformats.org/drawingml/2006/main" noGrp="1"/>
          </p:cNvSpPr>
          <p:nvPr/>
        </p:nvSpPr>
        <p:spPr>
          <a:xfrm xmlns:a="http://schemas.openxmlformats.org/drawingml/2006/main">
            <a:off x="164782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4-comparison / n103 / text 1">
            <a:extLst xmlns:a="http://schemas.openxmlformats.org/drawingml/2006/main">
              <a:ext uri="{FF2B5EF4-FFF2-40B4-BE49-F238E27FC236}">
                <a16:creationId xmlns:a16="http://schemas.microsoft.com/office/drawing/2014/main" id="{AC98AE58-552B-4AF7-948A-56451BB3EBD4}"/>
              </a:ext>
            </a:extLst>
          </p:cNvPr>
          <p:cNvSpPr>
            <a:spLocks xmlns:a="http://schemas.openxmlformats.org/drawingml/2006/main" noGrp="1"/>
          </p:cNvSpPr>
          <p:nvPr/>
        </p:nvSpPr>
        <p:spPr>
          <a:xfrm xmlns:a="http://schemas.openxmlformats.org/drawingml/2006/main">
            <a:off x="166687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147" name="dp44-comparison / n109">
            <a:extLst xmlns:a="http://schemas.openxmlformats.org/drawingml/2006/main">
              <a:ext uri="{FF2B5EF4-FFF2-40B4-BE49-F238E27FC236}">
                <a16:creationId xmlns:a16="http://schemas.microsoft.com/office/drawing/2014/main" id="{4476FF5D-D9FB-4BA8-997C-2C3BC4357EEB}"/>
              </a:ext>
            </a:extLst>
          </p:cNvPr>
          <p:cNvSpPr>
            <a:spLocks xmlns:a="http://schemas.openxmlformats.org/drawingml/2006/main" noGrp="1"/>
          </p:cNvSpPr>
          <p:nvPr/>
        </p:nvSpPr>
        <p:spPr>
          <a:xfrm xmlns:a="http://schemas.openxmlformats.org/drawingml/2006/main">
            <a:off x="5029200" y="4381500"/>
            <a:ext cx="229133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4-comparison / n110 / text 1">
            <a:extLst xmlns:a="http://schemas.openxmlformats.org/drawingml/2006/main">
              <a:ext uri="{FF2B5EF4-FFF2-40B4-BE49-F238E27FC236}">
                <a16:creationId xmlns:a16="http://schemas.microsoft.com/office/drawing/2014/main" id="{E1A8C03C-399D-4850-889D-F07D8156409F}"/>
              </a:ext>
            </a:extLst>
          </p:cNvPr>
          <p:cNvSpPr>
            <a:spLocks xmlns:a="http://schemas.openxmlformats.org/drawingml/2006/main" noGrp="1"/>
          </p:cNvSpPr>
          <p:nvPr/>
        </p:nvSpPr>
        <p:spPr>
          <a:xfrm xmlns:a="http://schemas.openxmlformats.org/drawingml/2006/main">
            <a:off x="5048250" y="4391025"/>
            <a:ext cx="3905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중앙의 준비 지시 / ③ 준비 결과 회수</a:t>
            </a:r>
          </a:p>
        </p:txBody>
      </p:sp>
      <p:sp>
        <p:nvSpPr>
          <p:cNvPr id="149" name="dp44-comparison / n111">
            <a:extLst xmlns:a="http://schemas.openxmlformats.org/drawingml/2006/main">
              <a:ext uri="{FF2B5EF4-FFF2-40B4-BE49-F238E27FC236}">
                <a16:creationId xmlns:a16="http://schemas.microsoft.com/office/drawing/2014/main" id="{3D943B5B-1165-4EE3-BE10-7259BEA4723C}"/>
              </a:ext>
            </a:extLst>
          </p:cNvPr>
          <p:cNvSpPr>
            <a:spLocks xmlns:a="http://schemas.openxmlformats.org/drawingml/2006/main" noGrp="1"/>
          </p:cNvSpPr>
          <p:nvPr/>
        </p:nvSpPr>
        <p:spPr>
          <a:xfrm xmlns:a="http://schemas.openxmlformats.org/drawingml/2006/main">
            <a:off x="166687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0" name="dp44-comparison / n111 / fold">
            <a:extLst xmlns:a="http://schemas.openxmlformats.org/drawingml/2006/main">
              <a:ext uri="{FF2B5EF4-FFF2-40B4-BE49-F238E27FC236}">
                <a16:creationId xmlns:a16="http://schemas.microsoft.com/office/drawing/2014/main" id="{B0B5F7D4-DC4F-4E16-B8AF-A7DCC49904CB}"/>
              </a:ext>
            </a:extLst>
          </p:cNvPr>
          <p:cNvSpPr>
            <a:spLocks xmlns:a="http://schemas.openxmlformats.org/drawingml/2006/main" noGrp="1"/>
          </p:cNvSpPr>
          <p:nvPr/>
        </p:nvSpPr>
        <p:spPr>
          <a:xfrm xmlns:a="http://schemas.openxmlformats.org/drawingml/2006/main">
            <a:off x="373380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1" name="dp44-comparison / n112 / text 1">
            <a:extLst xmlns:a="http://schemas.openxmlformats.org/drawingml/2006/main">
              <a:ext uri="{FF2B5EF4-FFF2-40B4-BE49-F238E27FC236}">
                <a16:creationId xmlns:a16="http://schemas.microsoft.com/office/drawing/2014/main" id="{98B04D6F-9B02-44B5-9692-16FCBDD9FC96}"/>
              </a:ext>
            </a:extLst>
          </p:cNvPr>
          <p:cNvSpPr>
            <a:spLocks xmlns:a="http://schemas.openxmlformats.org/drawingml/2006/main" noGrp="1"/>
          </p:cNvSpPr>
          <p:nvPr/>
        </p:nvSpPr>
        <p:spPr>
          <a:xfrm xmlns:a="http://schemas.openxmlformats.org/drawingml/2006/main">
            <a:off x="1762125" y="541972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준비 완료: Candidate1</a:t>
            </a:r>
          </a:p>
        </p:txBody>
      </p:sp>
      <p:sp>
        <p:nvSpPr>
          <p:cNvPr id="152" name="dp44-comparison / n112 / text 2">
            <a:extLst xmlns:a="http://schemas.openxmlformats.org/drawingml/2006/main">
              <a:ext uri="{FF2B5EF4-FFF2-40B4-BE49-F238E27FC236}">
                <a16:creationId xmlns:a16="http://schemas.microsoft.com/office/drawing/2014/main" id="{C593192F-F99C-4914-AF69-40457822F16A}"/>
              </a:ext>
            </a:extLst>
          </p:cNvPr>
          <p:cNvSpPr>
            <a:spLocks xmlns:a="http://schemas.openxmlformats.org/drawingml/2006/main" noGrp="1"/>
          </p:cNvSpPr>
          <p:nvPr/>
        </p:nvSpPr>
        <p:spPr>
          <a:xfrm xmlns:a="http://schemas.openxmlformats.org/drawingml/2006/main">
            <a:off x="1762125" y="554545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input_ref:Input1</a:t>
            </a:r>
          </a:p>
        </p:txBody>
      </p:sp>
      <p:sp>
        <p:nvSpPr>
          <p:cNvPr id="153" name="dp44-comparison / n112 / text 3">
            <a:extLst xmlns:a="http://schemas.openxmlformats.org/drawingml/2006/main">
              <a:ext uri="{FF2B5EF4-FFF2-40B4-BE49-F238E27FC236}">
                <a16:creationId xmlns:a16="http://schemas.microsoft.com/office/drawing/2014/main" id="{B162789D-C675-4450-8042-E4DDA05B60AA}"/>
              </a:ext>
            </a:extLst>
          </p:cNvPr>
          <p:cNvSpPr>
            <a:spLocks xmlns:a="http://schemas.openxmlformats.org/drawingml/2006/main" noGrp="1"/>
          </p:cNvSpPr>
          <p:nvPr/>
        </p:nvSpPr>
        <p:spPr>
          <a:xfrm xmlns:a="http://schemas.openxmlformats.org/drawingml/2006/main">
            <a:off x="1762125" y="567118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content_ref:표 설명</a:t>
            </a:r>
          </a:p>
        </p:txBody>
      </p:sp>
      <p:sp>
        <p:nvSpPr>
          <p:cNvPr id="154" name="dp44-comparison / n112 / text 4">
            <a:extLst xmlns:a="http://schemas.openxmlformats.org/drawingml/2006/main">
              <a:ext uri="{FF2B5EF4-FFF2-40B4-BE49-F238E27FC236}">
                <a16:creationId xmlns:a16="http://schemas.microsoft.com/office/drawing/2014/main" id="{37902A9A-B9E7-4E92-A8A7-CC14CD17CB79}"/>
              </a:ext>
            </a:extLst>
          </p:cNvPr>
          <p:cNvSpPr>
            <a:spLocks xmlns:a="http://schemas.openxmlformats.org/drawingml/2006/main" noGrp="1"/>
          </p:cNvSpPr>
          <p:nvPr/>
        </p:nvSpPr>
        <p:spPr>
          <a:xfrm xmlns:a="http://schemas.openxmlformats.org/drawingml/2006/main">
            <a:off x="1762125" y="579691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 후보도 Dispatcher로 반환</a:t>
            </a:r>
          </a:p>
        </p:txBody>
      </p:sp>
      <p:sp>
        <p:nvSpPr>
          <p:cNvPr id="155" name="dp44-comparison / n113">
            <a:extLst xmlns:a="http://schemas.openxmlformats.org/drawingml/2006/main">
              <a:ext uri="{FF2B5EF4-FFF2-40B4-BE49-F238E27FC236}">
                <a16:creationId xmlns:a16="http://schemas.microsoft.com/office/drawing/2014/main" id="{39C20D61-AEB0-4BC2-A351-D2501F146D2D}"/>
              </a:ext>
            </a:extLst>
          </p:cNvPr>
          <p:cNvSpPr>
            <a:spLocks xmlns:a="http://schemas.openxmlformats.org/drawingml/2006/main" noGrp="1"/>
          </p:cNvSpPr>
          <p:nvPr/>
        </p:nvSpPr>
        <p:spPr>
          <a:xfrm xmlns:a="http://schemas.openxmlformats.org/drawingml/2006/main">
            <a:off x="4600575" y="5610225"/>
            <a:ext cx="2676144"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4-comparison / n114 / text 1">
            <a:extLst xmlns:a="http://schemas.openxmlformats.org/drawingml/2006/main">
              <a:ext uri="{FF2B5EF4-FFF2-40B4-BE49-F238E27FC236}">
                <a16:creationId xmlns:a16="http://schemas.microsoft.com/office/drawing/2014/main" id="{6117B7EE-DE99-473B-991E-3398A8DBCB6B}"/>
              </a:ext>
            </a:extLst>
          </p:cNvPr>
          <p:cNvSpPr>
            <a:spLocks xmlns:a="http://schemas.openxmlformats.org/drawingml/2006/main" noGrp="1"/>
          </p:cNvSpPr>
          <p:nvPr/>
        </p:nvSpPr>
        <p:spPr>
          <a:xfrm xmlns:a="http://schemas.openxmlformats.org/drawingml/2006/main">
            <a:off x="4619625" y="56197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④ 현재성 검사 후 중앙의 게시 지시</a:t>
            </a:r>
          </a:p>
        </p:txBody>
      </p:sp>
      <p:sp>
        <p:nvSpPr>
          <p:cNvPr id="157" name="dp44-comparison / n115">
            <a:extLst xmlns:a="http://schemas.openxmlformats.org/drawingml/2006/main">
              <a:ext uri="{FF2B5EF4-FFF2-40B4-BE49-F238E27FC236}">
                <a16:creationId xmlns:a16="http://schemas.microsoft.com/office/drawing/2014/main" id="{A1832BD6-56EC-4054-A329-95BC1D4B395C}"/>
              </a:ext>
            </a:extLst>
          </p:cNvPr>
          <p:cNvSpPr>
            <a:spLocks xmlns:a="http://schemas.openxmlformats.org/drawingml/2006/main" noGrp="1"/>
          </p:cNvSpPr>
          <p:nvPr/>
        </p:nvSpPr>
        <p:spPr>
          <a:xfrm xmlns:a="http://schemas.openxmlformats.org/drawingml/2006/main">
            <a:off x="4600575" y="5876925"/>
            <a:ext cx="271576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4-comparison / n116 / text 1">
            <a:extLst xmlns:a="http://schemas.openxmlformats.org/drawingml/2006/main">
              <a:ext uri="{FF2B5EF4-FFF2-40B4-BE49-F238E27FC236}">
                <a16:creationId xmlns:a16="http://schemas.microsoft.com/office/drawing/2014/main" id="{A927384E-A576-43D6-973A-823A471424E3}"/>
              </a:ext>
            </a:extLst>
          </p:cNvPr>
          <p:cNvSpPr>
            <a:spLocks xmlns:a="http://schemas.openxmlformats.org/drawingml/2006/main" noGrp="1"/>
          </p:cNvSpPr>
          <p:nvPr/>
        </p:nvSpPr>
        <p:spPr>
          <a:xfrm xmlns:a="http://schemas.openxmlformats.org/drawingml/2006/main">
            <a:off x="4619625" y="58864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완료마다 다음 실행을 중앙에서 결정</a:t>
            </a:r>
          </a:p>
        </p:txBody>
      </p:sp>
      <p:sp>
        <p:nvSpPr>
          <p:cNvPr id="159" name="dp44-comparison / n118">
            <a:extLst xmlns:a="http://schemas.openxmlformats.org/drawingml/2006/main">
              <a:ext uri="{FF2B5EF4-FFF2-40B4-BE49-F238E27FC236}">
                <a16:creationId xmlns:a16="http://schemas.microsoft.com/office/drawing/2014/main" id="{3ADE1531-9C70-444F-BBCC-3517C170832E}"/>
              </a:ext>
            </a:extLst>
          </p:cNvPr>
          <p:cNvSpPr>
            <a:spLocks xmlns:a="http://schemas.openxmlformats.org/drawingml/2006/main" noGrp="1"/>
          </p:cNvSpPr>
          <p:nvPr/>
        </p:nvSpPr>
        <p:spPr>
          <a:xfrm xmlns:a="http://schemas.openxmlformats.org/drawingml/2006/main">
            <a:off x="164782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4-comparison / n119 / text 1">
            <a:extLst xmlns:a="http://schemas.openxmlformats.org/drawingml/2006/main">
              <a:ext uri="{FF2B5EF4-FFF2-40B4-BE49-F238E27FC236}">
                <a16:creationId xmlns:a16="http://schemas.microsoft.com/office/drawing/2014/main" id="{A37D5ABB-6C3E-41D2-A902-F1ADB45A10C5}"/>
              </a:ext>
            </a:extLst>
          </p:cNvPr>
          <p:cNvSpPr>
            <a:spLocks xmlns:a="http://schemas.openxmlformats.org/drawingml/2006/main" noGrp="1"/>
          </p:cNvSpPr>
          <p:nvPr/>
        </p:nvSpPr>
        <p:spPr>
          <a:xfrm xmlns:a="http://schemas.openxmlformats.org/drawingml/2006/main">
            <a:off x="166687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161" name="dp44-comparison / n129">
            <a:extLst xmlns:a="http://schemas.openxmlformats.org/drawingml/2006/main">
              <a:ext uri="{FF2B5EF4-FFF2-40B4-BE49-F238E27FC236}">
                <a16:creationId xmlns:a16="http://schemas.microsoft.com/office/drawing/2014/main" id="{9AA02521-9784-4760-AC8F-446D82A99500}"/>
              </a:ext>
            </a:extLst>
          </p:cNvPr>
          <p:cNvSpPr>
            <a:spLocks xmlns:a="http://schemas.openxmlformats.org/drawingml/2006/main" noGrp="1"/>
          </p:cNvSpPr>
          <p:nvPr/>
        </p:nvSpPr>
        <p:spPr>
          <a:xfrm xmlns:a="http://schemas.openxmlformats.org/drawingml/2006/main">
            <a:off x="5524500" y="6877050"/>
            <a:ext cx="16541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4-comparison / n130 / text 1">
            <a:extLst xmlns:a="http://schemas.openxmlformats.org/drawingml/2006/main">
              <a:ext uri="{FF2B5EF4-FFF2-40B4-BE49-F238E27FC236}">
                <a16:creationId xmlns:a16="http://schemas.microsoft.com/office/drawing/2014/main" id="{4FA8D865-3168-49CC-BBC5-DE76E0F0BDC4}"/>
              </a:ext>
            </a:extLst>
          </p:cNvPr>
          <p:cNvSpPr>
            <a:spLocks xmlns:a="http://schemas.openxmlformats.org/drawingml/2006/main" noGrp="1"/>
          </p:cNvSpPr>
          <p:nvPr/>
        </p:nvSpPr>
        <p:spPr>
          <a:xfrm xmlns:a="http://schemas.openxmlformats.org/drawingml/2006/main">
            <a:off x="5543550" y="6886575"/>
            <a:ext cx="3667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중앙 회수 뒤 검사 / 게시 지시</a:t>
            </a:r>
          </a:p>
        </p:txBody>
      </p:sp>
      <p:sp>
        <p:nvSpPr>
          <p:cNvPr id="163" name="dp44-comparison / n131">
            <a:extLst xmlns:a="http://schemas.openxmlformats.org/drawingml/2006/main">
              <a:ext uri="{FF2B5EF4-FFF2-40B4-BE49-F238E27FC236}">
                <a16:creationId xmlns:a16="http://schemas.microsoft.com/office/drawing/2014/main" id="{1DCBA8D2-8090-41B2-B2F3-3FE16F7BD68B}"/>
              </a:ext>
            </a:extLst>
          </p:cNvPr>
          <p:cNvSpPr>
            <a:spLocks xmlns:a="http://schemas.openxmlformats.org/drawingml/2006/main" noGrp="1"/>
          </p:cNvSpPr>
          <p:nvPr/>
        </p:nvSpPr>
        <p:spPr>
          <a:xfrm xmlns:a="http://schemas.openxmlformats.org/drawingml/2006/main">
            <a:off x="164782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4" name="dp44-comparison / n132 / text 1">
            <a:extLst xmlns:a="http://schemas.openxmlformats.org/drawingml/2006/main">
              <a:ext uri="{FF2B5EF4-FFF2-40B4-BE49-F238E27FC236}">
                <a16:creationId xmlns:a16="http://schemas.microsoft.com/office/drawing/2014/main" id="{0976EC3B-2A12-4635-A3AD-9288016C8AF9}"/>
              </a:ext>
            </a:extLst>
          </p:cNvPr>
          <p:cNvSpPr>
            <a:spLocks xmlns:a="http://schemas.openxmlformats.org/drawingml/2006/main" noGrp="1"/>
          </p:cNvSpPr>
          <p:nvPr/>
        </p:nvSpPr>
        <p:spPr>
          <a:xfrm xmlns:a="http://schemas.openxmlformats.org/drawingml/2006/main">
            <a:off x="166687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
        <p:nvSpPr>
          <p:cNvPr id="165" name="dp44-comparison / n141">
            <a:extLst xmlns:a="http://schemas.openxmlformats.org/drawingml/2006/main">
              <a:ext uri="{FF2B5EF4-FFF2-40B4-BE49-F238E27FC236}">
                <a16:creationId xmlns:a16="http://schemas.microsoft.com/office/drawing/2014/main" id="{4D427726-F38C-4D52-BB91-BC85FB69CCA2}"/>
              </a:ext>
            </a:extLst>
          </p:cNvPr>
          <p:cNvSpPr>
            <a:spLocks xmlns:a="http://schemas.openxmlformats.org/drawingml/2006/main" noGrp="1"/>
          </p:cNvSpPr>
          <p:nvPr/>
        </p:nvSpPr>
        <p:spPr>
          <a:xfrm xmlns:a="http://schemas.openxmlformats.org/drawingml/2006/main">
            <a:off x="995362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6" name="dp44-comparison / n142 / text 1">
            <a:extLst xmlns:a="http://schemas.openxmlformats.org/drawingml/2006/main">
              <a:ext uri="{FF2B5EF4-FFF2-40B4-BE49-F238E27FC236}">
                <a16:creationId xmlns:a16="http://schemas.microsoft.com/office/drawing/2014/main" id="{6A5544BF-97AD-483C-B98B-562FAF084B94}"/>
              </a:ext>
            </a:extLst>
          </p:cNvPr>
          <p:cNvSpPr>
            <a:spLocks xmlns:a="http://schemas.openxmlformats.org/drawingml/2006/main" noGrp="1"/>
          </p:cNvSpPr>
          <p:nvPr/>
        </p:nvSpPr>
        <p:spPr>
          <a:xfrm xmlns:a="http://schemas.openxmlformats.org/drawingml/2006/main">
            <a:off x="1003935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67" name="dp44-comparison / n143">
            <a:extLst xmlns:a="http://schemas.openxmlformats.org/drawingml/2006/main">
              <a:ext uri="{FF2B5EF4-FFF2-40B4-BE49-F238E27FC236}">
                <a16:creationId xmlns:a16="http://schemas.microsoft.com/office/drawing/2014/main" id="{4BB1BCAB-1653-479A-9C78-4769643B6375}"/>
              </a:ext>
            </a:extLst>
          </p:cNvPr>
          <p:cNvSpPr>
            <a:spLocks xmlns:a="http://schemas.openxmlformats.org/drawingml/2006/main" noGrp="1"/>
          </p:cNvSpPr>
          <p:nvPr/>
        </p:nvSpPr>
        <p:spPr>
          <a:xfrm xmlns:a="http://schemas.openxmlformats.org/drawingml/2006/main">
            <a:off x="1462087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8" name="dp44-comparison / n144 / text 1">
            <a:extLst xmlns:a="http://schemas.openxmlformats.org/drawingml/2006/main">
              <a:ext uri="{FF2B5EF4-FFF2-40B4-BE49-F238E27FC236}">
                <a16:creationId xmlns:a16="http://schemas.microsoft.com/office/drawing/2014/main" id="{E8642A01-C275-43D0-BF1E-4CFCB3246C5C}"/>
              </a:ext>
            </a:extLst>
          </p:cNvPr>
          <p:cNvSpPr>
            <a:spLocks xmlns:a="http://schemas.openxmlformats.org/drawingml/2006/main" noGrp="1"/>
          </p:cNvSpPr>
          <p:nvPr/>
        </p:nvSpPr>
        <p:spPr>
          <a:xfrm xmlns:a="http://schemas.openxmlformats.org/drawingml/2006/main">
            <a:off x="1470660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69" name="dp44-comparison / n149">
            <a:extLst xmlns:a="http://schemas.openxmlformats.org/drawingml/2006/main">
              <a:ext uri="{FF2B5EF4-FFF2-40B4-BE49-F238E27FC236}">
                <a16:creationId xmlns:a16="http://schemas.microsoft.com/office/drawing/2014/main" id="{CBDA552E-DB0D-4330-A804-00A0B58F822D}"/>
              </a:ext>
            </a:extLst>
          </p:cNvPr>
          <p:cNvSpPr>
            <a:spLocks xmlns:a="http://schemas.openxmlformats.org/drawingml/2006/main" noGrp="1"/>
          </p:cNvSpPr>
          <p:nvPr/>
        </p:nvSpPr>
        <p:spPr>
          <a:xfrm xmlns:a="http://schemas.openxmlformats.org/drawingml/2006/main">
            <a:off x="985837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0" name="dp44-comparison / n150 / text 1">
            <a:extLst xmlns:a="http://schemas.openxmlformats.org/drawingml/2006/main">
              <a:ext uri="{FF2B5EF4-FFF2-40B4-BE49-F238E27FC236}">
                <a16:creationId xmlns:a16="http://schemas.microsoft.com/office/drawing/2014/main" id="{285A8F16-A6E4-43DB-8B6A-C42959AFFF1F}"/>
              </a:ext>
            </a:extLst>
          </p:cNvPr>
          <p:cNvSpPr>
            <a:spLocks xmlns:a="http://schemas.openxmlformats.org/drawingml/2006/main" noGrp="1"/>
          </p:cNvSpPr>
          <p:nvPr/>
        </p:nvSpPr>
        <p:spPr>
          <a:xfrm xmlns:a="http://schemas.openxmlformats.org/drawingml/2006/main">
            <a:off x="998220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71" name="dp44-comparison / n151">
            <a:extLst xmlns:a="http://schemas.openxmlformats.org/drawingml/2006/main">
              <a:ext uri="{FF2B5EF4-FFF2-40B4-BE49-F238E27FC236}">
                <a16:creationId xmlns:a16="http://schemas.microsoft.com/office/drawing/2014/main" id="{A9381B15-9907-4301-BDD3-7B2715915DF1}"/>
              </a:ext>
            </a:extLst>
          </p:cNvPr>
          <p:cNvSpPr>
            <a:spLocks xmlns:a="http://schemas.openxmlformats.org/drawingml/2006/main" noGrp="1"/>
          </p:cNvSpPr>
          <p:nvPr/>
        </p:nvSpPr>
        <p:spPr>
          <a:xfrm xmlns:a="http://schemas.openxmlformats.org/drawingml/2006/main">
            <a:off x="1014412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2" name="dp44-comparison / n152 / text 1">
            <a:extLst xmlns:a="http://schemas.openxmlformats.org/drawingml/2006/main">
              <a:ext uri="{FF2B5EF4-FFF2-40B4-BE49-F238E27FC236}">
                <a16:creationId xmlns:a16="http://schemas.microsoft.com/office/drawing/2014/main" id="{747280F2-879E-46DB-A7BE-0296ECDD9BE2}"/>
              </a:ext>
            </a:extLst>
          </p:cNvPr>
          <p:cNvSpPr>
            <a:spLocks xmlns:a="http://schemas.openxmlformats.org/drawingml/2006/main" noGrp="1"/>
          </p:cNvSpPr>
          <p:nvPr/>
        </p:nvSpPr>
        <p:spPr>
          <a:xfrm xmlns:a="http://schemas.openxmlformats.org/drawingml/2006/main">
            <a:off x="10229850" y="3555683"/>
            <a:ext cx="2543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Input Resolution Stage</a:t>
            </a:r>
          </a:p>
        </p:txBody>
      </p:sp>
      <p:sp>
        <p:nvSpPr>
          <p:cNvPr id="173" name="dp44-comparison / n153">
            <a:extLst xmlns:a="http://schemas.openxmlformats.org/drawingml/2006/main">
              <a:ext uri="{FF2B5EF4-FFF2-40B4-BE49-F238E27FC236}">
                <a16:creationId xmlns:a16="http://schemas.microsoft.com/office/drawing/2014/main" id="{66CCBFF4-6922-491F-8360-0AD31E9D7BA9}"/>
              </a:ext>
            </a:extLst>
          </p:cNvPr>
          <p:cNvSpPr>
            <a:spLocks xmlns:a="http://schemas.openxmlformats.org/drawingml/2006/main" noGrp="1"/>
          </p:cNvSpPr>
          <p:nvPr/>
        </p:nvSpPr>
        <p:spPr>
          <a:xfrm xmlns:a="http://schemas.openxmlformats.org/drawingml/2006/main">
            <a:off x="14144625" y="3476625"/>
            <a:ext cx="3095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4" name="dp44-comparison / n154 / text 1">
            <a:extLst xmlns:a="http://schemas.openxmlformats.org/drawingml/2006/main">
              <a:ext uri="{FF2B5EF4-FFF2-40B4-BE49-F238E27FC236}">
                <a16:creationId xmlns:a16="http://schemas.microsoft.com/office/drawing/2014/main" id="{E421329F-C238-40AC-88EF-A93293C1E1B8}"/>
              </a:ext>
            </a:extLst>
          </p:cNvPr>
          <p:cNvSpPr>
            <a:spLocks xmlns:a="http://schemas.openxmlformats.org/drawingml/2006/main" noGrp="1"/>
          </p:cNvSpPr>
          <p:nvPr/>
        </p:nvSpPr>
        <p:spPr>
          <a:xfrm xmlns:a="http://schemas.openxmlformats.org/drawingml/2006/main">
            <a:off x="14230350" y="3549491"/>
            <a:ext cx="2924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Task Notice Stage</a:t>
            </a:r>
          </a:p>
        </p:txBody>
      </p:sp>
      <p:sp>
        <p:nvSpPr>
          <p:cNvPr id="175" name="dp44-comparison / n155">
            <a:extLst xmlns:a="http://schemas.openxmlformats.org/drawingml/2006/main">
              <a:ext uri="{FF2B5EF4-FFF2-40B4-BE49-F238E27FC236}">
                <a16:creationId xmlns:a16="http://schemas.microsoft.com/office/drawing/2014/main" id="{4B518160-D28E-4B36-952F-097617CC4086}"/>
              </a:ext>
            </a:extLst>
          </p:cNvPr>
          <p:cNvSpPr>
            <a:spLocks xmlns:a="http://schemas.openxmlformats.org/drawingml/2006/main" noGrp="1"/>
          </p:cNvSpPr>
          <p:nvPr/>
        </p:nvSpPr>
        <p:spPr>
          <a:xfrm xmlns:a="http://schemas.openxmlformats.org/drawingml/2006/main">
            <a:off x="10144125" y="4000500"/>
            <a:ext cx="2714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6" name="dp44-comparison / n156 / text 1">
            <a:extLst xmlns:a="http://schemas.openxmlformats.org/drawingml/2006/main">
              <a:ext uri="{FF2B5EF4-FFF2-40B4-BE49-F238E27FC236}">
                <a16:creationId xmlns:a16="http://schemas.microsoft.com/office/drawing/2014/main" id="{00A12E8E-E4FD-45B1-A3E8-137673F7AA71}"/>
              </a:ext>
            </a:extLst>
          </p:cNvPr>
          <p:cNvSpPr>
            <a:spLocks xmlns:a="http://schemas.openxmlformats.org/drawingml/2006/main" noGrp="1"/>
          </p:cNvSpPr>
          <p:nvPr/>
        </p:nvSpPr>
        <p:spPr>
          <a:xfrm xmlns:a="http://schemas.openxmlformats.org/drawingml/2006/main">
            <a:off x="10229850" y="4070985"/>
            <a:ext cx="2543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Input Window</a:t>
            </a:r>
          </a:p>
        </p:txBody>
      </p:sp>
      <p:sp>
        <p:nvSpPr>
          <p:cNvPr id="177" name="dp44-comparison / n157">
            <a:extLst xmlns:a="http://schemas.openxmlformats.org/drawingml/2006/main">
              <a:ext uri="{FF2B5EF4-FFF2-40B4-BE49-F238E27FC236}">
                <a16:creationId xmlns:a16="http://schemas.microsoft.com/office/drawing/2014/main" id="{91EC9FA7-7426-4DFF-BEB7-F654CCA3DC88}"/>
              </a:ext>
            </a:extLst>
          </p:cNvPr>
          <p:cNvSpPr>
            <a:spLocks xmlns:a="http://schemas.openxmlformats.org/drawingml/2006/main" noGrp="1"/>
          </p:cNvSpPr>
          <p:nvPr/>
        </p:nvSpPr>
        <p:spPr>
          <a:xfrm xmlns:a="http://schemas.openxmlformats.org/drawingml/2006/main">
            <a:off x="14144625" y="4000500"/>
            <a:ext cx="3095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8" name="dp44-comparison / n158 / text 1">
            <a:extLst xmlns:a="http://schemas.openxmlformats.org/drawingml/2006/main">
              <a:ext uri="{FF2B5EF4-FFF2-40B4-BE49-F238E27FC236}">
                <a16:creationId xmlns:a16="http://schemas.microsoft.com/office/drawing/2014/main" id="{19906768-3893-4697-8E4A-78D84CF78926}"/>
              </a:ext>
            </a:extLst>
          </p:cNvPr>
          <p:cNvSpPr>
            <a:spLocks xmlns:a="http://schemas.openxmlformats.org/drawingml/2006/main" noGrp="1"/>
          </p:cNvSpPr>
          <p:nvPr/>
        </p:nvSpPr>
        <p:spPr>
          <a:xfrm xmlns:a="http://schemas.openxmlformats.org/drawingml/2006/main">
            <a:off x="14230350" y="4070985"/>
            <a:ext cx="2924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Notice Window</a:t>
            </a:r>
          </a:p>
        </p:txBody>
      </p:sp>
      <p:sp>
        <p:nvSpPr>
          <p:cNvPr id="179" name="dp44-comparison / n159 / path">
            <a:extLst xmlns:a="http://schemas.openxmlformats.org/drawingml/2006/main">
              <a:ext uri="{FF2B5EF4-FFF2-40B4-BE49-F238E27FC236}">
                <a16:creationId xmlns:a16="http://schemas.microsoft.com/office/drawing/2014/main" id="{E2CE5732-7492-4381-AB27-32FAD518D416}"/>
              </a:ext>
            </a:extLst>
          </p:cNvPr>
          <p:cNvSpPr>
            <a:spLocks xmlns:a="http://schemas.openxmlformats.org/drawingml/2006/main" noGrp="1"/>
          </p:cNvSpPr>
          <p:nvPr/>
        </p:nvSpPr>
        <p:spPr>
          <a:xfrm xmlns:a="http://schemas.openxmlformats.org/drawingml/2006/main">
            <a:off x="1123950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180" name="dp44-comparison / n159 / arrow">
            <a:extLst xmlns:a="http://schemas.openxmlformats.org/drawingml/2006/main">
              <a:ext uri="{FF2B5EF4-FFF2-40B4-BE49-F238E27FC236}">
                <a16:creationId xmlns:a16="http://schemas.microsoft.com/office/drawing/2014/main" id="{F36D5160-C506-4167-9F2B-4FFC3017E64F}"/>
              </a:ext>
            </a:extLst>
          </p:cNvPr>
          <p:cNvSpPr>
            <a:spLocks xmlns:a="http://schemas.openxmlformats.org/drawingml/2006/main" noGrp="1"/>
          </p:cNvSpPr>
          <p:nvPr/>
        </p:nvSpPr>
        <p:spPr>
          <a:xfrm xmlns:a="http://schemas.openxmlformats.org/drawingml/2006/main">
            <a:off x="11467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1" name="dp44-comparison / n160 / path">
            <a:extLst xmlns:a="http://schemas.openxmlformats.org/drawingml/2006/main">
              <a:ext uri="{FF2B5EF4-FFF2-40B4-BE49-F238E27FC236}">
                <a16:creationId xmlns:a16="http://schemas.microsoft.com/office/drawing/2014/main" id="{65F49B0E-487C-4D93-BB2F-7FF2341DF703}"/>
              </a:ext>
            </a:extLst>
          </p:cNvPr>
          <p:cNvSpPr>
            <a:spLocks xmlns:a="http://schemas.openxmlformats.org/drawingml/2006/main" noGrp="1"/>
          </p:cNvSpPr>
          <p:nvPr/>
        </p:nvSpPr>
        <p:spPr>
          <a:xfrm xmlns:a="http://schemas.openxmlformats.org/drawingml/2006/main">
            <a:off x="15692438" y="2733675"/>
            <a:ext cx="357188" cy="742950"/>
          </a:xfrm>
          <a:custGeom xmlns:a="http://schemas.openxmlformats.org/drawingml/2006/main">
            <a:pathLst>
              <a:path w="357188" h="742950">
                <a:moveTo>
                  <a:pt x="357188" y="0"/>
                </a:moveTo>
                <a:lnTo>
                  <a:pt x="357188" y="257175"/>
                </a:lnTo>
                <a:lnTo>
                  <a:pt x="0" y="257175"/>
                </a:lnTo>
                <a:lnTo>
                  <a:pt x="0" y="742950"/>
                </a:lnTo>
              </a:path>
            </a:pathLst>
          </a:custGeom>
          <a:noFill xmlns:a="http://schemas.openxmlformats.org/drawingml/2006/main"/>
          <a:ln xmlns:a="http://schemas.openxmlformats.org/drawingml/2006/main" w="10478">
            <a:solidFill>
              <a:srgbClr val="000000"/>
            </a:solidFill>
            <a:prstDash val="solid"/>
          </a:ln>
        </p:spPr>
      </p:sp>
      <p:sp>
        <p:nvSpPr>
          <p:cNvPr id="182" name="dp44-comparison / n160 / arrow">
            <a:extLst xmlns:a="http://schemas.openxmlformats.org/drawingml/2006/main">
              <a:ext uri="{FF2B5EF4-FFF2-40B4-BE49-F238E27FC236}">
                <a16:creationId xmlns:a16="http://schemas.microsoft.com/office/drawing/2014/main" id="{FBE2C610-008B-420C-B08D-0AEED44D2DC7}"/>
              </a:ext>
            </a:extLst>
          </p:cNvPr>
          <p:cNvSpPr>
            <a:spLocks xmlns:a="http://schemas.openxmlformats.org/drawingml/2006/main" noGrp="1"/>
          </p:cNvSpPr>
          <p:nvPr/>
        </p:nvSpPr>
        <p:spPr>
          <a:xfrm xmlns:a="http://schemas.openxmlformats.org/drawingml/2006/main">
            <a:off x="15658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3" name="dp44-comparison / n161 / path">
            <a:extLst xmlns:a="http://schemas.openxmlformats.org/drawingml/2006/main">
              <a:ext uri="{FF2B5EF4-FFF2-40B4-BE49-F238E27FC236}">
                <a16:creationId xmlns:a16="http://schemas.microsoft.com/office/drawing/2014/main" id="{D754F83A-1937-48C7-95AE-5A0B6ECF6BB7}"/>
              </a:ext>
            </a:extLst>
          </p:cNvPr>
          <p:cNvSpPr>
            <a:spLocks xmlns:a="http://schemas.openxmlformats.org/drawingml/2006/main" noGrp="1"/>
          </p:cNvSpPr>
          <p:nvPr/>
        </p:nvSpPr>
        <p:spPr>
          <a:xfrm xmlns:a="http://schemas.openxmlformats.org/drawingml/2006/main">
            <a:off x="11501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4" name="dp44-comparison / n161 / arrow">
            <a:extLst xmlns:a="http://schemas.openxmlformats.org/drawingml/2006/main">
              <a:ext uri="{FF2B5EF4-FFF2-40B4-BE49-F238E27FC236}">
                <a16:creationId xmlns:a16="http://schemas.microsoft.com/office/drawing/2014/main" id="{4BA208BB-C3D3-4976-AEF7-3219BD54B3F5}"/>
              </a:ext>
            </a:extLst>
          </p:cNvPr>
          <p:cNvSpPr>
            <a:spLocks xmlns:a="http://schemas.openxmlformats.org/drawingml/2006/main" noGrp="1"/>
          </p:cNvSpPr>
          <p:nvPr/>
        </p:nvSpPr>
        <p:spPr>
          <a:xfrm xmlns:a="http://schemas.openxmlformats.org/drawingml/2006/main">
            <a:off x="11467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5" name="dp44-comparison / n162 / path">
            <a:extLst xmlns:a="http://schemas.openxmlformats.org/drawingml/2006/main">
              <a:ext uri="{FF2B5EF4-FFF2-40B4-BE49-F238E27FC236}">
                <a16:creationId xmlns:a16="http://schemas.microsoft.com/office/drawing/2014/main" id="{D126C24B-4439-4751-A410-33751667877C}"/>
              </a:ext>
            </a:extLst>
          </p:cNvPr>
          <p:cNvSpPr>
            <a:spLocks xmlns:a="http://schemas.openxmlformats.org/drawingml/2006/main" noGrp="1"/>
          </p:cNvSpPr>
          <p:nvPr/>
        </p:nvSpPr>
        <p:spPr>
          <a:xfrm xmlns:a="http://schemas.openxmlformats.org/drawingml/2006/main">
            <a:off x="15692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6" name="dp44-comparison / n162 / arrow">
            <a:extLst xmlns:a="http://schemas.openxmlformats.org/drawingml/2006/main">
              <a:ext uri="{FF2B5EF4-FFF2-40B4-BE49-F238E27FC236}">
                <a16:creationId xmlns:a16="http://schemas.microsoft.com/office/drawing/2014/main" id="{114B9279-324E-4559-9F65-55D459E60374}"/>
              </a:ext>
            </a:extLst>
          </p:cNvPr>
          <p:cNvSpPr>
            <a:spLocks xmlns:a="http://schemas.openxmlformats.org/drawingml/2006/main" noGrp="1"/>
          </p:cNvSpPr>
          <p:nvPr/>
        </p:nvSpPr>
        <p:spPr>
          <a:xfrm xmlns:a="http://schemas.openxmlformats.org/drawingml/2006/main">
            <a:off x="15658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7" name="dp44-comparison / n167">
            <a:extLst xmlns:a="http://schemas.openxmlformats.org/drawingml/2006/main">
              <a:ext uri="{FF2B5EF4-FFF2-40B4-BE49-F238E27FC236}">
                <a16:creationId xmlns:a16="http://schemas.microsoft.com/office/drawing/2014/main" id="{055145A9-E3D0-4D81-9A9A-5428BE14A0A9}"/>
              </a:ext>
            </a:extLst>
          </p:cNvPr>
          <p:cNvSpPr>
            <a:spLocks xmlns:a="http://schemas.openxmlformats.org/drawingml/2006/main" noGrp="1"/>
          </p:cNvSpPr>
          <p:nvPr/>
        </p:nvSpPr>
        <p:spPr>
          <a:xfrm xmlns:a="http://schemas.openxmlformats.org/drawingml/2006/main">
            <a:off x="995362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8" name="dp44-comparison / n168 / text 1">
            <a:extLst xmlns:a="http://schemas.openxmlformats.org/drawingml/2006/main">
              <a:ext uri="{FF2B5EF4-FFF2-40B4-BE49-F238E27FC236}">
                <a16:creationId xmlns:a16="http://schemas.microsoft.com/office/drawing/2014/main" id="{18B233D1-B0D2-411B-A71F-34380506A747}"/>
              </a:ext>
            </a:extLst>
          </p:cNvPr>
          <p:cNvSpPr>
            <a:spLocks xmlns:a="http://schemas.openxmlformats.org/drawingml/2006/main" noGrp="1"/>
          </p:cNvSpPr>
          <p:nvPr/>
        </p:nvSpPr>
        <p:spPr>
          <a:xfrm xmlns:a="http://schemas.openxmlformats.org/drawingml/2006/main">
            <a:off x="1003935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9" name="dp44-comparison / n169">
            <a:extLst xmlns:a="http://schemas.openxmlformats.org/drawingml/2006/main">
              <a:ext uri="{FF2B5EF4-FFF2-40B4-BE49-F238E27FC236}">
                <a16:creationId xmlns:a16="http://schemas.microsoft.com/office/drawing/2014/main" id="{36454058-E979-4F12-A86C-3D3875C12E3D}"/>
              </a:ext>
            </a:extLst>
          </p:cNvPr>
          <p:cNvSpPr>
            <a:spLocks xmlns:a="http://schemas.openxmlformats.org/drawingml/2006/main" noGrp="1"/>
          </p:cNvSpPr>
          <p:nvPr/>
        </p:nvSpPr>
        <p:spPr>
          <a:xfrm xmlns:a="http://schemas.openxmlformats.org/drawingml/2006/main">
            <a:off x="1257300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0" name="dp44-comparison / n170 / text 1">
            <a:extLst xmlns:a="http://schemas.openxmlformats.org/drawingml/2006/main">
              <a:ext uri="{FF2B5EF4-FFF2-40B4-BE49-F238E27FC236}">
                <a16:creationId xmlns:a16="http://schemas.microsoft.com/office/drawing/2014/main" id="{43F90AE8-0DEC-4BA0-986D-1BBD05D2031F}"/>
              </a:ext>
            </a:extLst>
          </p:cNvPr>
          <p:cNvSpPr>
            <a:spLocks xmlns:a="http://schemas.openxmlformats.org/drawingml/2006/main" noGrp="1"/>
          </p:cNvSpPr>
          <p:nvPr/>
        </p:nvSpPr>
        <p:spPr>
          <a:xfrm xmlns:a="http://schemas.openxmlformats.org/drawingml/2006/main">
            <a:off x="1269682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91" name="dp44-comparison / n171">
            <a:extLst xmlns:a="http://schemas.openxmlformats.org/drawingml/2006/main">
              <a:ext uri="{FF2B5EF4-FFF2-40B4-BE49-F238E27FC236}">
                <a16:creationId xmlns:a16="http://schemas.microsoft.com/office/drawing/2014/main" id="{5E3DAC1D-1470-479A-9E82-703275B87746}"/>
              </a:ext>
            </a:extLst>
          </p:cNvPr>
          <p:cNvSpPr>
            <a:spLocks xmlns:a="http://schemas.openxmlformats.org/drawingml/2006/main" noGrp="1"/>
          </p:cNvSpPr>
          <p:nvPr/>
        </p:nvSpPr>
        <p:spPr>
          <a:xfrm xmlns:a="http://schemas.openxmlformats.org/drawingml/2006/main">
            <a:off x="1276350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92" name="dp44-comparison / n172 / text 1">
            <a:extLst xmlns:a="http://schemas.openxmlformats.org/drawingml/2006/main">
              <a:ext uri="{FF2B5EF4-FFF2-40B4-BE49-F238E27FC236}">
                <a16:creationId xmlns:a16="http://schemas.microsoft.com/office/drawing/2014/main" id="{4103D816-EFDC-449A-885A-E043A0806160}"/>
              </a:ext>
            </a:extLst>
          </p:cNvPr>
          <p:cNvSpPr>
            <a:spLocks xmlns:a="http://schemas.openxmlformats.org/drawingml/2006/main" noGrp="1"/>
          </p:cNvSpPr>
          <p:nvPr/>
        </p:nvSpPr>
        <p:spPr>
          <a:xfrm xmlns:a="http://schemas.openxmlformats.org/drawingml/2006/main">
            <a:off x="1284922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193" name="dp44-comparison / n173 / path">
            <a:extLst xmlns:a="http://schemas.openxmlformats.org/drawingml/2006/main">
              <a:ext uri="{FF2B5EF4-FFF2-40B4-BE49-F238E27FC236}">
                <a16:creationId xmlns:a16="http://schemas.microsoft.com/office/drawing/2014/main" id="{10E3A90F-FBA4-45EF-A2A8-F209E884CAEB}"/>
              </a:ext>
            </a:extLst>
          </p:cNvPr>
          <p:cNvSpPr>
            <a:spLocks xmlns:a="http://schemas.openxmlformats.org/drawingml/2006/main" noGrp="1"/>
          </p:cNvSpPr>
          <p:nvPr/>
        </p:nvSpPr>
        <p:spPr>
          <a:xfrm xmlns:a="http://schemas.openxmlformats.org/drawingml/2006/main">
            <a:off x="985837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94" name="dp44-comparison / n173 / arrow">
            <a:extLst xmlns:a="http://schemas.openxmlformats.org/drawingml/2006/main">
              <a:ext uri="{FF2B5EF4-FFF2-40B4-BE49-F238E27FC236}">
                <a16:creationId xmlns:a16="http://schemas.microsoft.com/office/drawing/2014/main" id="{D2D936A9-590E-4619-AA37-D4951550A7A4}"/>
              </a:ext>
            </a:extLst>
          </p:cNvPr>
          <p:cNvSpPr>
            <a:spLocks xmlns:a="http://schemas.openxmlformats.org/drawingml/2006/main" noGrp="1"/>
          </p:cNvSpPr>
          <p:nvPr/>
        </p:nvSpPr>
        <p:spPr>
          <a:xfrm xmlns:a="http://schemas.openxmlformats.org/drawingml/2006/main">
            <a:off x="1103928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95" name="dp44-comparison / n174 / path">
            <a:extLst xmlns:a="http://schemas.openxmlformats.org/drawingml/2006/main">
              <a:ext uri="{FF2B5EF4-FFF2-40B4-BE49-F238E27FC236}">
                <a16:creationId xmlns:a16="http://schemas.microsoft.com/office/drawing/2014/main" id="{1319C798-B255-40C0-A450-1438BDA53B59}"/>
              </a:ext>
            </a:extLst>
          </p:cNvPr>
          <p:cNvSpPr>
            <a:spLocks xmlns:a="http://schemas.openxmlformats.org/drawingml/2006/main" noGrp="1"/>
          </p:cNvSpPr>
          <p:nvPr/>
        </p:nvSpPr>
        <p:spPr>
          <a:xfrm xmlns:a="http://schemas.openxmlformats.org/drawingml/2006/main">
            <a:off x="976312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96" name="dp44-comparison / n174 / arrow">
            <a:extLst xmlns:a="http://schemas.openxmlformats.org/drawingml/2006/main">
              <a:ext uri="{FF2B5EF4-FFF2-40B4-BE49-F238E27FC236}">
                <a16:creationId xmlns:a16="http://schemas.microsoft.com/office/drawing/2014/main" id="{3E925FDF-D2FF-4088-B76A-D438013C8206}"/>
              </a:ext>
            </a:extLst>
          </p:cNvPr>
          <p:cNvSpPr>
            <a:spLocks xmlns:a="http://schemas.openxmlformats.org/drawingml/2006/main" noGrp="1"/>
          </p:cNvSpPr>
          <p:nvPr/>
        </p:nvSpPr>
        <p:spPr>
          <a:xfrm xmlns:a="http://schemas.openxmlformats.org/drawingml/2006/main">
            <a:off x="1007706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97" name="dp44-comparison / n177">
            <a:extLst xmlns:a="http://schemas.openxmlformats.org/drawingml/2006/main">
              <a:ext uri="{FF2B5EF4-FFF2-40B4-BE49-F238E27FC236}">
                <a16:creationId xmlns:a16="http://schemas.microsoft.com/office/drawing/2014/main" id="{30366BDF-7D3A-4C91-9D59-0CFDB544F181}"/>
              </a:ext>
            </a:extLst>
          </p:cNvPr>
          <p:cNvSpPr>
            <a:spLocks xmlns:a="http://schemas.openxmlformats.org/drawingml/2006/main" noGrp="1"/>
          </p:cNvSpPr>
          <p:nvPr/>
        </p:nvSpPr>
        <p:spPr>
          <a:xfrm xmlns:a="http://schemas.openxmlformats.org/drawingml/2006/main">
            <a:off x="15287625" y="5095875"/>
            <a:ext cx="2095500" cy="314325"/>
          </a:xfrm>
          <a:prstGeom xmlns:a="http://schemas.openxmlformats.org/drawingml/2006/main" prst="roundRect">
            <a:avLst>
              <a:gd name="adj" fmla="val 24242"/>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4-comparison / n178 / text 1">
            <a:extLst xmlns:a="http://schemas.openxmlformats.org/drawingml/2006/main">
              <a:ext uri="{FF2B5EF4-FFF2-40B4-BE49-F238E27FC236}">
                <a16:creationId xmlns:a16="http://schemas.microsoft.com/office/drawing/2014/main" id="{EC62D0DC-E885-40E8-B6C2-DED23D29A234}"/>
              </a:ext>
            </a:extLst>
          </p:cNvPr>
          <p:cNvSpPr>
            <a:spLocks xmlns:a="http://schemas.openxmlformats.org/drawingml/2006/main" noGrp="1"/>
          </p:cNvSpPr>
          <p:nvPr/>
        </p:nvSpPr>
        <p:spPr>
          <a:xfrm xmlns:a="http://schemas.openxmlformats.org/drawingml/2006/main">
            <a:off x="15373350" y="5141595"/>
            <a:ext cx="1924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Publication Join</a:t>
            </a:r>
          </a:p>
        </p:txBody>
      </p:sp>
      <p:sp>
        <p:nvSpPr>
          <p:cNvPr id="199" name="dp44-comparison / n179">
            <a:extLst xmlns:a="http://schemas.openxmlformats.org/drawingml/2006/main">
              <a:ext uri="{FF2B5EF4-FFF2-40B4-BE49-F238E27FC236}">
                <a16:creationId xmlns:a16="http://schemas.microsoft.com/office/drawing/2014/main" id="{E8B0C5AA-9214-4188-87AF-7289F1C2D4C2}"/>
              </a:ext>
            </a:extLst>
          </p:cNvPr>
          <p:cNvSpPr>
            <a:spLocks xmlns:a="http://schemas.openxmlformats.org/drawingml/2006/main" noGrp="1"/>
          </p:cNvSpPr>
          <p:nvPr/>
        </p:nvSpPr>
        <p:spPr>
          <a:xfrm xmlns:a="http://schemas.openxmlformats.org/drawingml/2006/main">
            <a:off x="15287625" y="5657850"/>
            <a:ext cx="2095500" cy="3619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200" name="dp44-comparison / n180 / text 1">
            <a:extLst xmlns:a="http://schemas.openxmlformats.org/drawingml/2006/main">
              <a:ext uri="{FF2B5EF4-FFF2-40B4-BE49-F238E27FC236}">
                <a16:creationId xmlns:a16="http://schemas.microsoft.com/office/drawing/2014/main" id="{D4F3B9D6-E6F2-499E-831E-327218B3F5E5}"/>
              </a:ext>
            </a:extLst>
          </p:cNvPr>
          <p:cNvSpPr>
            <a:spLocks xmlns:a="http://schemas.openxmlformats.org/drawingml/2006/main" noGrp="1"/>
          </p:cNvSpPr>
          <p:nvPr/>
        </p:nvSpPr>
        <p:spPr>
          <a:xfrm xmlns:a="http://schemas.openxmlformats.org/drawingml/2006/main">
            <a:off x="15373350" y="5764530"/>
            <a:ext cx="1924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a:solidFill>
                  <a:srgbClr val="18232E"/>
                </a:solidFill>
                <a:latin typeface="Apple SD Gothic Neo"/>
                <a:ea typeface="Apple SD Gothic Neo"/>
                <a:cs typeface="Apple SD Gothic Neo"/>
              </a:defRPr>
            </a:pPr>
            <a:r>
              <a:rPr sz="975" b="0">
                <a:solidFill>
                  <a:srgbClr val="18232E"/>
                </a:solidFill>
                <a:latin typeface="Apple SD Gothic Neo"/>
                <a:ea typeface="Apple SD Gothic Neo"/>
                <a:cs typeface="Apple SD Gothic Neo"/>
              </a:rPr>
              <a:t>Publication Window</a:t>
            </a:r>
          </a:p>
        </p:txBody>
      </p:sp>
      <p:sp>
        <p:nvSpPr>
          <p:cNvPr id="201" name="dp44-comparison / n181">
            <a:extLst xmlns:a="http://schemas.openxmlformats.org/drawingml/2006/main">
              <a:ext uri="{FF2B5EF4-FFF2-40B4-BE49-F238E27FC236}">
                <a16:creationId xmlns:a16="http://schemas.microsoft.com/office/drawing/2014/main" id="{95A0B312-09E6-4834-8E32-A1853138637A}"/>
              </a:ext>
            </a:extLst>
          </p:cNvPr>
          <p:cNvSpPr>
            <a:spLocks xmlns:a="http://schemas.openxmlformats.org/drawingml/2006/main" noGrp="1"/>
          </p:cNvSpPr>
          <p:nvPr/>
        </p:nvSpPr>
        <p:spPr>
          <a:xfrm xmlns:a="http://schemas.openxmlformats.org/drawingml/2006/main">
            <a:off x="12763500" y="5762625"/>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0000"/>
            </a:solidFill>
            <a:prstDash val="solid"/>
          </a:ln>
        </p:spPr>
      </p:sp>
      <p:sp>
        <p:nvSpPr>
          <p:cNvPr id="202" name="dp44-comparison / n182 / text 1">
            <a:extLst xmlns:a="http://schemas.openxmlformats.org/drawingml/2006/main">
              <a:ext uri="{FF2B5EF4-FFF2-40B4-BE49-F238E27FC236}">
                <a16:creationId xmlns:a16="http://schemas.microsoft.com/office/drawing/2014/main" id="{2F046F5B-3A7D-4054-919B-1C84A1B3B95D}"/>
              </a:ext>
            </a:extLst>
          </p:cNvPr>
          <p:cNvSpPr>
            <a:spLocks xmlns:a="http://schemas.openxmlformats.org/drawingml/2006/main" noGrp="1"/>
          </p:cNvSpPr>
          <p:nvPr/>
        </p:nvSpPr>
        <p:spPr>
          <a:xfrm xmlns:a="http://schemas.openxmlformats.org/drawingml/2006/main">
            <a:off x="12849225" y="5796915"/>
            <a:ext cx="2019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203" name="dp44-comparison / n183 / path">
            <a:extLst xmlns:a="http://schemas.openxmlformats.org/drawingml/2006/main">
              <a:ext uri="{FF2B5EF4-FFF2-40B4-BE49-F238E27FC236}">
                <a16:creationId xmlns:a16="http://schemas.microsoft.com/office/drawing/2014/main" id="{02E0F7D3-4D1C-4CE2-8858-AEB66E2135FF}"/>
              </a:ext>
            </a:extLst>
          </p:cNvPr>
          <p:cNvSpPr>
            <a:spLocks xmlns:a="http://schemas.openxmlformats.org/drawingml/2006/main" noGrp="1"/>
          </p:cNvSpPr>
          <p:nvPr/>
        </p:nvSpPr>
        <p:spPr>
          <a:xfrm xmlns:a="http://schemas.openxmlformats.org/drawingml/2006/main">
            <a:off x="12496800" y="3752850"/>
            <a:ext cx="457200" cy="1500188"/>
          </a:xfrm>
          <a:custGeom xmlns:a="http://schemas.openxmlformats.org/drawingml/2006/main">
            <a:pathLst>
              <a:path w="457200" h="1500188">
                <a:moveTo>
                  <a:pt x="361950" y="0"/>
                </a:moveTo>
                <a:lnTo>
                  <a:pt x="457200" y="0"/>
                </a:lnTo>
                <a:lnTo>
                  <a:pt x="457200" y="819150"/>
                </a:lnTo>
                <a:lnTo>
                  <a:pt x="0" y="819150"/>
                </a:lnTo>
                <a:lnTo>
                  <a:pt x="0" y="1500188"/>
                </a:lnTo>
                <a:lnTo>
                  <a:pt x="266700" y="1500188"/>
                </a:lnTo>
              </a:path>
            </a:pathLst>
          </a:custGeom>
          <a:noFill xmlns:a="http://schemas.openxmlformats.org/drawingml/2006/main"/>
          <a:ln xmlns:a="http://schemas.openxmlformats.org/drawingml/2006/main" w="10478">
            <a:solidFill>
              <a:srgbClr val="B8753F"/>
            </a:solidFill>
            <a:prstDash val="solid"/>
          </a:ln>
        </p:spPr>
      </p:sp>
      <p:sp>
        <p:nvSpPr>
          <p:cNvPr id="204" name="dp44-comparison / n183 / arrow">
            <a:extLst xmlns:a="http://schemas.openxmlformats.org/drawingml/2006/main">
              <a:ext uri="{FF2B5EF4-FFF2-40B4-BE49-F238E27FC236}">
                <a16:creationId xmlns:a16="http://schemas.microsoft.com/office/drawing/2014/main" id="{6C0B3E39-CB4A-4736-BDE2-79FCEF2E740B}"/>
              </a:ext>
            </a:extLst>
          </p:cNvPr>
          <p:cNvSpPr>
            <a:spLocks xmlns:a="http://schemas.openxmlformats.org/drawingml/2006/main" noGrp="1"/>
          </p:cNvSpPr>
          <p:nvPr/>
        </p:nvSpPr>
        <p:spPr>
          <a:xfrm xmlns:a="http://schemas.openxmlformats.org/drawingml/2006/main">
            <a:off x="12696444"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5" name="dp44-comparison / n184 / path">
            <a:extLst xmlns:a="http://schemas.openxmlformats.org/drawingml/2006/main">
              <a:ext uri="{FF2B5EF4-FFF2-40B4-BE49-F238E27FC236}">
                <a16:creationId xmlns:a16="http://schemas.microsoft.com/office/drawing/2014/main" id="{B2EA0316-1E6F-4D98-8367-AF2E16930489}"/>
              </a:ext>
            </a:extLst>
          </p:cNvPr>
          <p:cNvSpPr>
            <a:spLocks xmlns:a="http://schemas.openxmlformats.org/drawingml/2006/main" noGrp="1"/>
          </p:cNvSpPr>
          <p:nvPr/>
        </p:nvSpPr>
        <p:spPr>
          <a:xfrm xmlns:a="http://schemas.openxmlformats.org/drawingml/2006/main">
            <a:off x="14192250" y="3667125"/>
            <a:ext cx="3476625" cy="1428750"/>
          </a:xfrm>
          <a:custGeom xmlns:a="http://schemas.openxmlformats.org/drawingml/2006/main">
            <a:pathLst>
              <a:path w="3476625" h="1428750">
                <a:moveTo>
                  <a:pt x="3048000" y="0"/>
                </a:moveTo>
                <a:lnTo>
                  <a:pt x="3476625" y="0"/>
                </a:lnTo>
                <a:lnTo>
                  <a:pt x="3476625" y="923925"/>
                </a:lnTo>
                <a:lnTo>
                  <a:pt x="0" y="923925"/>
                </a:lnTo>
                <a:lnTo>
                  <a:pt x="0" y="1428750"/>
                </a:lnTo>
              </a:path>
            </a:pathLst>
          </a:custGeom>
          <a:noFill xmlns:a="http://schemas.openxmlformats.org/drawingml/2006/main"/>
          <a:ln xmlns:a="http://schemas.openxmlformats.org/drawingml/2006/main" w="10478">
            <a:solidFill>
              <a:srgbClr val="B8753F"/>
            </a:solidFill>
            <a:prstDash val="solid"/>
          </a:ln>
        </p:spPr>
      </p:sp>
      <p:sp>
        <p:nvSpPr>
          <p:cNvPr id="206" name="dp44-comparison / n184 / arrow">
            <a:extLst xmlns:a="http://schemas.openxmlformats.org/drawingml/2006/main">
              <a:ext uri="{FF2B5EF4-FFF2-40B4-BE49-F238E27FC236}">
                <a16:creationId xmlns:a16="http://schemas.microsoft.com/office/drawing/2014/main" id="{C9A1FC25-71DC-4CC9-B655-82FE7AACD192}"/>
              </a:ext>
            </a:extLst>
          </p:cNvPr>
          <p:cNvSpPr>
            <a:spLocks xmlns:a="http://schemas.openxmlformats.org/drawingml/2006/main" noGrp="1"/>
          </p:cNvSpPr>
          <p:nvPr/>
        </p:nvSpPr>
        <p:spPr>
          <a:xfrm xmlns:a="http://schemas.openxmlformats.org/drawingml/2006/main">
            <a:off x="14158722"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7" name="dp44-comparison / n185 / path">
            <a:extLst xmlns:a="http://schemas.openxmlformats.org/drawingml/2006/main">
              <a:ext uri="{FF2B5EF4-FFF2-40B4-BE49-F238E27FC236}">
                <a16:creationId xmlns:a16="http://schemas.microsoft.com/office/drawing/2014/main" id="{730868AB-B6EE-4F18-8FD8-7E21C75E4D5A}"/>
              </a:ext>
            </a:extLst>
          </p:cNvPr>
          <p:cNvSpPr>
            <a:spLocks xmlns:a="http://schemas.openxmlformats.org/drawingml/2006/main" noGrp="1"/>
          </p:cNvSpPr>
          <p:nvPr/>
        </p:nvSpPr>
        <p:spPr>
          <a:xfrm xmlns:a="http://schemas.openxmlformats.org/drawingml/2006/main">
            <a:off x="14954250" y="52530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08" name="dp44-comparison / n185 / arrow">
            <a:extLst xmlns:a="http://schemas.openxmlformats.org/drawingml/2006/main">
              <a:ext uri="{FF2B5EF4-FFF2-40B4-BE49-F238E27FC236}">
                <a16:creationId xmlns:a16="http://schemas.microsoft.com/office/drawing/2014/main" id="{5DE40595-95C5-45D2-A1A0-B11F0513F305}"/>
              </a:ext>
            </a:extLst>
          </p:cNvPr>
          <p:cNvSpPr>
            <a:spLocks xmlns:a="http://schemas.openxmlformats.org/drawingml/2006/main" noGrp="1"/>
          </p:cNvSpPr>
          <p:nvPr/>
        </p:nvSpPr>
        <p:spPr>
          <a:xfrm xmlns:a="http://schemas.openxmlformats.org/drawingml/2006/main">
            <a:off x="15220569"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9" name="dp44-comparison / n186 / path">
            <a:extLst xmlns:a="http://schemas.openxmlformats.org/drawingml/2006/main">
              <a:ext uri="{FF2B5EF4-FFF2-40B4-BE49-F238E27FC236}">
                <a16:creationId xmlns:a16="http://schemas.microsoft.com/office/drawing/2014/main" id="{DDF1645D-2EAF-442F-A6DF-75328A3A2973}"/>
              </a:ext>
            </a:extLst>
          </p:cNvPr>
          <p:cNvSpPr>
            <a:spLocks xmlns:a="http://schemas.openxmlformats.org/drawingml/2006/main" noGrp="1"/>
          </p:cNvSpPr>
          <p:nvPr/>
        </p:nvSpPr>
        <p:spPr>
          <a:xfrm xmlns:a="http://schemas.openxmlformats.org/drawingml/2006/main">
            <a:off x="12858750" y="3600450"/>
            <a:ext cx="3476625" cy="1495425"/>
          </a:xfrm>
          <a:custGeom xmlns:a="http://schemas.openxmlformats.org/drawingml/2006/main">
            <a:pathLst>
              <a:path w="3476625" h="1495425">
                <a:moveTo>
                  <a:pt x="0" y="0"/>
                </a:moveTo>
                <a:lnTo>
                  <a:pt x="238125" y="0"/>
                </a:lnTo>
                <a:lnTo>
                  <a:pt x="238125" y="933450"/>
                </a:lnTo>
                <a:lnTo>
                  <a:pt x="3476625" y="933450"/>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210" name="dp44-comparison / n186 / arrow">
            <a:extLst xmlns:a="http://schemas.openxmlformats.org/drawingml/2006/main">
              <a:ext uri="{FF2B5EF4-FFF2-40B4-BE49-F238E27FC236}">
                <a16:creationId xmlns:a16="http://schemas.microsoft.com/office/drawing/2014/main" id="{D31E595D-4307-4302-A1BD-EB1C2B52979F}"/>
              </a:ext>
            </a:extLst>
          </p:cNvPr>
          <p:cNvSpPr>
            <a:spLocks xmlns:a="http://schemas.openxmlformats.org/drawingml/2006/main" noGrp="1"/>
          </p:cNvSpPr>
          <p:nvPr/>
        </p:nvSpPr>
        <p:spPr>
          <a:xfrm xmlns:a="http://schemas.openxmlformats.org/drawingml/2006/main">
            <a:off x="1630184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1" name="dp44-comparison / n189 / path">
            <a:extLst xmlns:a="http://schemas.openxmlformats.org/drawingml/2006/main">
              <a:ext uri="{FF2B5EF4-FFF2-40B4-BE49-F238E27FC236}">
                <a16:creationId xmlns:a16="http://schemas.microsoft.com/office/drawing/2014/main" id="{9D91FB67-AEAF-4E15-9718-B0E9E47EFDED}"/>
              </a:ext>
            </a:extLst>
          </p:cNvPr>
          <p:cNvSpPr>
            <a:spLocks xmlns:a="http://schemas.openxmlformats.org/drawingml/2006/main" noGrp="1"/>
          </p:cNvSpPr>
          <p:nvPr/>
        </p:nvSpPr>
        <p:spPr>
          <a:xfrm xmlns:a="http://schemas.openxmlformats.org/drawingml/2006/main">
            <a:off x="16764000" y="5410200"/>
            <a:ext cx="953" cy="247650"/>
          </a:xfrm>
          <a:custGeom xmlns:a="http://schemas.openxmlformats.org/drawingml/2006/main">
            <a:pathLst>
              <a:path w="953" h="247650">
                <a:moveTo>
                  <a:pt x="0" y="0"/>
                </a:moveTo>
                <a:lnTo>
                  <a:pt x="0" y="247650"/>
                </a:lnTo>
              </a:path>
            </a:pathLst>
          </a:custGeom>
          <a:noFill xmlns:a="http://schemas.openxmlformats.org/drawingml/2006/main"/>
          <a:ln xmlns:a="http://schemas.openxmlformats.org/drawingml/2006/main" w="10478">
            <a:solidFill>
              <a:srgbClr val="B8753F"/>
            </a:solidFill>
            <a:prstDash val="solid"/>
          </a:ln>
        </p:spPr>
      </p:sp>
      <p:sp>
        <p:nvSpPr>
          <p:cNvPr id="212" name="dp44-comparison / n189 / arrow">
            <a:extLst xmlns:a="http://schemas.openxmlformats.org/drawingml/2006/main">
              <a:ext uri="{FF2B5EF4-FFF2-40B4-BE49-F238E27FC236}">
                <a16:creationId xmlns:a16="http://schemas.microsoft.com/office/drawing/2014/main" id="{A3954C7E-CAC9-499B-9130-EC2F5DC99685}"/>
              </a:ext>
            </a:extLst>
          </p:cNvPr>
          <p:cNvSpPr>
            <a:spLocks xmlns:a="http://schemas.openxmlformats.org/drawingml/2006/main" noGrp="1"/>
          </p:cNvSpPr>
          <p:nvPr/>
        </p:nvSpPr>
        <p:spPr>
          <a:xfrm xmlns:a="http://schemas.openxmlformats.org/drawingml/2006/main">
            <a:off x="16730472" y="5590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3" name="dp44-comparison / n190 / path">
            <a:extLst xmlns:a="http://schemas.openxmlformats.org/drawingml/2006/main">
              <a:ext uri="{FF2B5EF4-FFF2-40B4-BE49-F238E27FC236}">
                <a16:creationId xmlns:a16="http://schemas.microsoft.com/office/drawing/2014/main" id="{CF9D8F12-64A5-4E33-B112-34444EFC7845}"/>
              </a:ext>
            </a:extLst>
          </p:cNvPr>
          <p:cNvSpPr>
            <a:spLocks xmlns:a="http://schemas.openxmlformats.org/drawingml/2006/main" noGrp="1"/>
          </p:cNvSpPr>
          <p:nvPr/>
        </p:nvSpPr>
        <p:spPr>
          <a:xfrm xmlns:a="http://schemas.openxmlformats.org/drawingml/2006/main">
            <a:off x="13858875" y="5410200"/>
            <a:ext cx="2047875" cy="352425"/>
          </a:xfrm>
          <a:custGeom xmlns:a="http://schemas.openxmlformats.org/drawingml/2006/main">
            <a:pathLst>
              <a:path w="2047875" h="352425">
                <a:moveTo>
                  <a:pt x="2047875" y="0"/>
                </a:moveTo>
                <a:lnTo>
                  <a:pt x="2047875" y="133350"/>
                </a:lnTo>
                <a:lnTo>
                  <a:pt x="0" y="133350"/>
                </a:lnTo>
                <a:lnTo>
                  <a:pt x="0" y="352425"/>
                </a:lnTo>
              </a:path>
            </a:pathLst>
          </a:custGeom>
          <a:noFill xmlns:a="http://schemas.openxmlformats.org/drawingml/2006/main"/>
          <a:ln xmlns:a="http://schemas.openxmlformats.org/drawingml/2006/main" w="10478">
            <a:solidFill>
              <a:srgbClr val="B8753F"/>
            </a:solidFill>
            <a:prstDash val="solid"/>
          </a:ln>
        </p:spPr>
      </p:sp>
      <p:sp>
        <p:nvSpPr>
          <p:cNvPr id="214" name="dp44-comparison / n190 / arrow">
            <a:extLst xmlns:a="http://schemas.openxmlformats.org/drawingml/2006/main">
              <a:ext uri="{FF2B5EF4-FFF2-40B4-BE49-F238E27FC236}">
                <a16:creationId xmlns:a16="http://schemas.microsoft.com/office/drawing/2014/main" id="{D03EF4C5-8D7B-4717-BFEC-D804D86C38D2}"/>
              </a:ext>
            </a:extLst>
          </p:cNvPr>
          <p:cNvSpPr>
            <a:spLocks xmlns:a="http://schemas.openxmlformats.org/drawingml/2006/main" noGrp="1"/>
          </p:cNvSpPr>
          <p:nvPr/>
        </p:nvSpPr>
        <p:spPr>
          <a:xfrm xmlns:a="http://schemas.openxmlformats.org/drawingml/2006/main">
            <a:off x="13825347" y="5695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5" name="dp44-comparison / n199 / path">
            <a:extLst xmlns:a="http://schemas.openxmlformats.org/drawingml/2006/main">
              <a:ext uri="{FF2B5EF4-FFF2-40B4-BE49-F238E27FC236}">
                <a16:creationId xmlns:a16="http://schemas.microsoft.com/office/drawing/2014/main" id="{BFAE381C-3754-45D0-8571-025D26F74FCA}"/>
              </a:ext>
            </a:extLst>
          </p:cNvPr>
          <p:cNvSpPr>
            <a:spLocks xmlns:a="http://schemas.openxmlformats.org/drawingml/2006/main" noGrp="1"/>
          </p:cNvSpPr>
          <p:nvPr/>
        </p:nvSpPr>
        <p:spPr>
          <a:xfrm xmlns:a="http://schemas.openxmlformats.org/drawingml/2006/main">
            <a:off x="985837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16" name="dp44-comparison / n202">
            <a:extLst xmlns:a="http://schemas.openxmlformats.org/drawingml/2006/main">
              <a:ext uri="{FF2B5EF4-FFF2-40B4-BE49-F238E27FC236}">
                <a16:creationId xmlns:a16="http://schemas.microsoft.com/office/drawing/2014/main" id="{390B3CA6-15A8-43D4-A702-33B082A843B6}"/>
              </a:ext>
            </a:extLst>
          </p:cNvPr>
          <p:cNvSpPr>
            <a:spLocks xmlns:a="http://schemas.openxmlformats.org/drawingml/2006/main" noGrp="1"/>
          </p:cNvSpPr>
          <p:nvPr/>
        </p:nvSpPr>
        <p:spPr>
          <a:xfrm xmlns:a="http://schemas.openxmlformats.org/drawingml/2006/main">
            <a:off x="9953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7" name="dp44-comparison / n203 / text 1">
            <a:extLst xmlns:a="http://schemas.openxmlformats.org/drawingml/2006/main">
              <a:ext uri="{FF2B5EF4-FFF2-40B4-BE49-F238E27FC236}">
                <a16:creationId xmlns:a16="http://schemas.microsoft.com/office/drawing/2014/main" id="{85E34A2C-EFF1-4752-8560-015EFC80FECE}"/>
              </a:ext>
            </a:extLst>
          </p:cNvPr>
          <p:cNvSpPr>
            <a:spLocks xmlns:a="http://schemas.openxmlformats.org/drawingml/2006/main" noGrp="1"/>
          </p:cNvSpPr>
          <p:nvPr/>
        </p:nvSpPr>
        <p:spPr>
          <a:xfrm xmlns:a="http://schemas.openxmlformats.org/drawingml/2006/main">
            <a:off x="10039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218" name="dp44-comparison / n204">
            <a:extLst xmlns:a="http://schemas.openxmlformats.org/drawingml/2006/main">
              <a:ext uri="{FF2B5EF4-FFF2-40B4-BE49-F238E27FC236}">
                <a16:creationId xmlns:a16="http://schemas.microsoft.com/office/drawing/2014/main" id="{48757CEC-27CD-4F5C-845B-8A17A43A07B3}"/>
              </a:ext>
            </a:extLst>
          </p:cNvPr>
          <p:cNvSpPr>
            <a:spLocks xmlns:a="http://schemas.openxmlformats.org/drawingml/2006/main" noGrp="1"/>
          </p:cNvSpPr>
          <p:nvPr/>
        </p:nvSpPr>
        <p:spPr>
          <a:xfrm xmlns:a="http://schemas.openxmlformats.org/drawingml/2006/main">
            <a:off x="12620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9" name="dp44-comparison / n205 / text 1">
            <a:extLst xmlns:a="http://schemas.openxmlformats.org/drawingml/2006/main">
              <a:ext uri="{FF2B5EF4-FFF2-40B4-BE49-F238E27FC236}">
                <a16:creationId xmlns:a16="http://schemas.microsoft.com/office/drawing/2014/main" id="{06A4A7F9-DC6E-4739-86F8-62FA6C6278E5}"/>
              </a:ext>
            </a:extLst>
          </p:cNvPr>
          <p:cNvSpPr>
            <a:spLocks xmlns:a="http://schemas.openxmlformats.org/drawingml/2006/main" noGrp="1"/>
          </p:cNvSpPr>
          <p:nvPr/>
        </p:nvSpPr>
        <p:spPr>
          <a:xfrm xmlns:a="http://schemas.openxmlformats.org/drawingml/2006/main">
            <a:off x="12706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생산</a:t>
            </a:r>
          </a:p>
        </p:txBody>
      </p:sp>
      <p:sp>
        <p:nvSpPr>
          <p:cNvPr id="220" name="dp44-comparison / n206 / path">
            <a:extLst xmlns:a="http://schemas.openxmlformats.org/drawingml/2006/main">
              <a:ext uri="{FF2B5EF4-FFF2-40B4-BE49-F238E27FC236}">
                <a16:creationId xmlns:a16="http://schemas.microsoft.com/office/drawing/2014/main" id="{20F8F83E-E357-46F4-9458-D2A63531DEFB}"/>
              </a:ext>
            </a:extLst>
          </p:cNvPr>
          <p:cNvSpPr>
            <a:spLocks xmlns:a="http://schemas.openxmlformats.org/drawingml/2006/main" noGrp="1"/>
          </p:cNvSpPr>
          <p:nvPr/>
        </p:nvSpPr>
        <p:spPr>
          <a:xfrm xmlns:a="http://schemas.openxmlformats.org/drawingml/2006/main">
            <a:off x="12192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1" name="dp44-comparison / n206 / arrow">
            <a:extLst xmlns:a="http://schemas.openxmlformats.org/drawingml/2006/main">
              <a:ext uri="{FF2B5EF4-FFF2-40B4-BE49-F238E27FC236}">
                <a16:creationId xmlns:a16="http://schemas.microsoft.com/office/drawing/2014/main" id="{581184C5-556A-4643-AEB1-A3EFB29DFF44}"/>
              </a:ext>
            </a:extLst>
          </p:cNvPr>
          <p:cNvSpPr>
            <a:spLocks xmlns:a="http://schemas.openxmlformats.org/drawingml/2006/main" noGrp="1"/>
          </p:cNvSpPr>
          <p:nvPr/>
        </p:nvSpPr>
        <p:spPr>
          <a:xfrm xmlns:a="http://schemas.openxmlformats.org/drawingml/2006/main">
            <a:off x="12553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2" name="dp44-comparison / n207">
            <a:extLst xmlns:a="http://schemas.openxmlformats.org/drawingml/2006/main">
              <a:ext uri="{FF2B5EF4-FFF2-40B4-BE49-F238E27FC236}">
                <a16:creationId xmlns:a16="http://schemas.microsoft.com/office/drawing/2014/main" id="{A728C120-4C5F-44E6-AF0B-E7E2FA9215E4}"/>
              </a:ext>
            </a:extLst>
          </p:cNvPr>
          <p:cNvSpPr>
            <a:spLocks xmlns:a="http://schemas.openxmlformats.org/drawingml/2006/main" noGrp="1"/>
          </p:cNvSpPr>
          <p:nvPr/>
        </p:nvSpPr>
        <p:spPr>
          <a:xfrm xmlns:a="http://schemas.openxmlformats.org/drawingml/2006/main">
            <a:off x="1528762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3" name="dp44-comparison / n208 / text 1">
            <a:extLst xmlns:a="http://schemas.openxmlformats.org/drawingml/2006/main">
              <a:ext uri="{FF2B5EF4-FFF2-40B4-BE49-F238E27FC236}">
                <a16:creationId xmlns:a16="http://schemas.microsoft.com/office/drawing/2014/main" id="{4639490A-69C0-4EE4-8572-CEAF7357884E}"/>
              </a:ext>
            </a:extLst>
          </p:cNvPr>
          <p:cNvSpPr>
            <a:spLocks xmlns:a="http://schemas.openxmlformats.org/drawingml/2006/main" noGrp="1"/>
          </p:cNvSpPr>
          <p:nvPr/>
        </p:nvSpPr>
        <p:spPr>
          <a:xfrm xmlns:a="http://schemas.openxmlformats.org/drawingml/2006/main">
            <a:off x="1537335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조건 검사 후 게시</a:t>
            </a:r>
          </a:p>
        </p:txBody>
      </p:sp>
      <p:sp>
        <p:nvSpPr>
          <p:cNvPr id="224" name="dp44-comparison / n209 / path">
            <a:extLst xmlns:a="http://schemas.openxmlformats.org/drawingml/2006/main">
              <a:ext uri="{FF2B5EF4-FFF2-40B4-BE49-F238E27FC236}">
                <a16:creationId xmlns:a16="http://schemas.microsoft.com/office/drawing/2014/main" id="{4ED6DA26-523D-41B1-8847-E2CB2910618A}"/>
              </a:ext>
            </a:extLst>
          </p:cNvPr>
          <p:cNvSpPr>
            <a:spLocks xmlns:a="http://schemas.openxmlformats.org/drawingml/2006/main" noGrp="1"/>
          </p:cNvSpPr>
          <p:nvPr/>
        </p:nvSpPr>
        <p:spPr>
          <a:xfrm xmlns:a="http://schemas.openxmlformats.org/drawingml/2006/main">
            <a:off x="14859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5" name="dp44-comparison / n209 / arrow">
            <a:extLst xmlns:a="http://schemas.openxmlformats.org/drawingml/2006/main">
              <a:ext uri="{FF2B5EF4-FFF2-40B4-BE49-F238E27FC236}">
                <a16:creationId xmlns:a16="http://schemas.microsoft.com/office/drawing/2014/main" id="{ABF98DF5-A4FE-4A87-AEF8-02D511937857}"/>
              </a:ext>
            </a:extLst>
          </p:cNvPr>
          <p:cNvSpPr>
            <a:spLocks xmlns:a="http://schemas.openxmlformats.org/drawingml/2006/main" noGrp="1"/>
          </p:cNvSpPr>
          <p:nvPr/>
        </p:nvSpPr>
        <p:spPr>
          <a:xfrm xmlns:a="http://schemas.openxmlformats.org/drawingml/2006/main">
            <a:off x="15220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6" name="dp44-comparison / n214">
            <a:extLst xmlns:a="http://schemas.openxmlformats.org/drawingml/2006/main">
              <a:ext uri="{FF2B5EF4-FFF2-40B4-BE49-F238E27FC236}">
                <a16:creationId xmlns:a16="http://schemas.microsoft.com/office/drawing/2014/main" id="{DD08E3B5-C032-4F28-9102-C0576E242A03}"/>
              </a:ext>
            </a:extLst>
          </p:cNvPr>
          <p:cNvSpPr>
            <a:spLocks xmlns:a="http://schemas.openxmlformats.org/drawingml/2006/main" noGrp="1"/>
          </p:cNvSpPr>
          <p:nvPr/>
        </p:nvSpPr>
        <p:spPr>
          <a:xfrm xmlns:a="http://schemas.openxmlformats.org/drawingml/2006/main">
            <a:off x="9953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7" name="dp44-comparison / n215 / text 1">
            <a:extLst xmlns:a="http://schemas.openxmlformats.org/drawingml/2006/main">
              <a:ext uri="{FF2B5EF4-FFF2-40B4-BE49-F238E27FC236}">
                <a16:creationId xmlns:a16="http://schemas.microsoft.com/office/drawing/2014/main" id="{15B90F8B-E3DE-4B2F-AC0B-DE585508D256}"/>
              </a:ext>
            </a:extLst>
          </p:cNvPr>
          <p:cNvSpPr>
            <a:spLocks xmlns:a="http://schemas.openxmlformats.org/drawingml/2006/main" noGrp="1"/>
          </p:cNvSpPr>
          <p:nvPr/>
        </p:nvSpPr>
        <p:spPr>
          <a:xfrm xmlns:a="http://schemas.openxmlformats.org/drawingml/2006/main">
            <a:off x="10039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228" name="dp44-comparison / n216">
            <a:extLst xmlns:a="http://schemas.openxmlformats.org/drawingml/2006/main">
              <a:ext uri="{FF2B5EF4-FFF2-40B4-BE49-F238E27FC236}">
                <a16:creationId xmlns:a16="http://schemas.microsoft.com/office/drawing/2014/main" id="{4781A5E8-2D59-4D0B-B899-F8DB56BD6AA4}"/>
              </a:ext>
            </a:extLst>
          </p:cNvPr>
          <p:cNvSpPr>
            <a:spLocks xmlns:a="http://schemas.openxmlformats.org/drawingml/2006/main" noGrp="1"/>
          </p:cNvSpPr>
          <p:nvPr/>
        </p:nvSpPr>
        <p:spPr>
          <a:xfrm xmlns:a="http://schemas.openxmlformats.org/drawingml/2006/main">
            <a:off x="12620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4-comparison / n217 / text 1">
            <a:extLst xmlns:a="http://schemas.openxmlformats.org/drawingml/2006/main">
              <a:ext uri="{FF2B5EF4-FFF2-40B4-BE49-F238E27FC236}">
                <a16:creationId xmlns:a16="http://schemas.microsoft.com/office/drawing/2014/main" id="{B1284759-8764-40E8-B65A-D14A7FB562FF}"/>
              </a:ext>
            </a:extLst>
          </p:cNvPr>
          <p:cNvSpPr>
            <a:spLocks xmlns:a="http://schemas.openxmlformats.org/drawingml/2006/main" noGrp="1"/>
          </p:cNvSpPr>
          <p:nvPr/>
        </p:nvSpPr>
        <p:spPr>
          <a:xfrm xmlns:a="http://schemas.openxmlformats.org/drawingml/2006/main">
            <a:off x="12706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현재 입력 조건 검사</a:t>
            </a:r>
          </a:p>
        </p:txBody>
      </p:sp>
      <p:sp>
        <p:nvSpPr>
          <p:cNvPr id="230" name="dp44-comparison / n218 / path">
            <a:extLst xmlns:a="http://schemas.openxmlformats.org/drawingml/2006/main">
              <a:ext uri="{FF2B5EF4-FFF2-40B4-BE49-F238E27FC236}">
                <a16:creationId xmlns:a16="http://schemas.microsoft.com/office/drawing/2014/main" id="{BC691165-0BB0-4B31-9821-125902DD2D1F}"/>
              </a:ext>
            </a:extLst>
          </p:cNvPr>
          <p:cNvSpPr>
            <a:spLocks xmlns:a="http://schemas.openxmlformats.org/drawingml/2006/main" noGrp="1"/>
          </p:cNvSpPr>
          <p:nvPr/>
        </p:nvSpPr>
        <p:spPr>
          <a:xfrm xmlns:a="http://schemas.openxmlformats.org/drawingml/2006/main">
            <a:off x="12192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1" name="dp44-comparison / n218 / arrow">
            <a:extLst xmlns:a="http://schemas.openxmlformats.org/drawingml/2006/main">
              <a:ext uri="{FF2B5EF4-FFF2-40B4-BE49-F238E27FC236}">
                <a16:creationId xmlns:a16="http://schemas.microsoft.com/office/drawing/2014/main" id="{94707A04-F833-4D5C-B18F-5D7B90068898}"/>
              </a:ext>
            </a:extLst>
          </p:cNvPr>
          <p:cNvSpPr>
            <a:spLocks xmlns:a="http://schemas.openxmlformats.org/drawingml/2006/main" noGrp="1"/>
          </p:cNvSpPr>
          <p:nvPr/>
        </p:nvSpPr>
        <p:spPr>
          <a:xfrm xmlns:a="http://schemas.openxmlformats.org/drawingml/2006/main">
            <a:off x="12553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4-comparison / n219">
            <a:extLst xmlns:a="http://schemas.openxmlformats.org/drawingml/2006/main">
              <a:ext uri="{FF2B5EF4-FFF2-40B4-BE49-F238E27FC236}">
                <a16:creationId xmlns:a16="http://schemas.microsoft.com/office/drawing/2014/main" id="{FF149AFC-4483-4170-BBE3-769598011F58}"/>
              </a:ext>
            </a:extLst>
          </p:cNvPr>
          <p:cNvSpPr>
            <a:spLocks xmlns:a="http://schemas.openxmlformats.org/drawingml/2006/main" noGrp="1"/>
          </p:cNvSpPr>
          <p:nvPr/>
        </p:nvSpPr>
        <p:spPr>
          <a:xfrm xmlns:a="http://schemas.openxmlformats.org/drawingml/2006/main">
            <a:off x="1528762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4-comparison / n220 / text 1">
            <a:extLst xmlns:a="http://schemas.openxmlformats.org/drawingml/2006/main">
              <a:ext uri="{FF2B5EF4-FFF2-40B4-BE49-F238E27FC236}">
                <a16:creationId xmlns:a16="http://schemas.microsoft.com/office/drawing/2014/main" id="{6C60BE3A-3F6E-45A1-BAF2-27274773E741}"/>
              </a:ext>
            </a:extLst>
          </p:cNvPr>
          <p:cNvSpPr>
            <a:spLocks xmlns:a="http://schemas.openxmlformats.org/drawingml/2006/main" noGrp="1"/>
          </p:cNvSpPr>
          <p:nvPr/>
        </p:nvSpPr>
        <p:spPr>
          <a:xfrm xmlns:a="http://schemas.openxmlformats.org/drawingml/2006/main">
            <a:off x="1537335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Publication Window에서 폐기</a:t>
            </a:r>
          </a:p>
        </p:txBody>
      </p:sp>
      <p:sp>
        <p:nvSpPr>
          <p:cNvPr id="234" name="dp44-comparison / n221 / path">
            <a:extLst xmlns:a="http://schemas.openxmlformats.org/drawingml/2006/main">
              <a:ext uri="{FF2B5EF4-FFF2-40B4-BE49-F238E27FC236}">
                <a16:creationId xmlns:a16="http://schemas.microsoft.com/office/drawing/2014/main" id="{6DE4F2FD-B8B6-4102-8E28-9CA845C7244F}"/>
              </a:ext>
            </a:extLst>
          </p:cNvPr>
          <p:cNvSpPr>
            <a:spLocks xmlns:a="http://schemas.openxmlformats.org/drawingml/2006/main" noGrp="1"/>
          </p:cNvSpPr>
          <p:nvPr/>
        </p:nvSpPr>
        <p:spPr>
          <a:xfrm xmlns:a="http://schemas.openxmlformats.org/drawingml/2006/main">
            <a:off x="14859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5" name="dp44-comparison / n221 / arrow">
            <a:extLst xmlns:a="http://schemas.openxmlformats.org/drawingml/2006/main">
              <a:ext uri="{FF2B5EF4-FFF2-40B4-BE49-F238E27FC236}">
                <a16:creationId xmlns:a16="http://schemas.microsoft.com/office/drawing/2014/main" id="{D2D67F8C-C729-469C-9567-DE1B807AD253}"/>
              </a:ext>
            </a:extLst>
          </p:cNvPr>
          <p:cNvSpPr>
            <a:spLocks xmlns:a="http://schemas.openxmlformats.org/drawingml/2006/main" noGrp="1"/>
          </p:cNvSpPr>
          <p:nvPr/>
        </p:nvSpPr>
        <p:spPr>
          <a:xfrm xmlns:a="http://schemas.openxmlformats.org/drawingml/2006/main">
            <a:off x="15220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6" name="dp44-comparison / n145">
            <a:extLst xmlns:a="http://schemas.openxmlformats.org/drawingml/2006/main">
              <a:ext uri="{FF2B5EF4-FFF2-40B4-BE49-F238E27FC236}">
                <a16:creationId xmlns:a16="http://schemas.microsoft.com/office/drawing/2014/main" id="{012AED2C-D09F-468B-A4C0-9CE4B86B47FB}"/>
              </a:ext>
            </a:extLst>
          </p:cNvPr>
          <p:cNvSpPr>
            <a:spLocks xmlns:a="http://schemas.openxmlformats.org/drawingml/2006/main" noGrp="1"/>
          </p:cNvSpPr>
          <p:nvPr/>
        </p:nvSpPr>
        <p:spPr>
          <a:xfrm xmlns:a="http://schemas.openxmlformats.org/drawingml/2006/main">
            <a:off x="993457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7" name="dp44-comparison / n146 / text 1">
            <a:extLst xmlns:a="http://schemas.openxmlformats.org/drawingml/2006/main">
              <a:ext uri="{FF2B5EF4-FFF2-40B4-BE49-F238E27FC236}">
                <a16:creationId xmlns:a16="http://schemas.microsoft.com/office/drawing/2014/main" id="{148079F7-7843-4FD9-9ADE-119B21CAD976}"/>
              </a:ext>
            </a:extLst>
          </p:cNvPr>
          <p:cNvSpPr>
            <a:spLocks xmlns:a="http://schemas.openxmlformats.org/drawingml/2006/main" noGrp="1"/>
          </p:cNvSpPr>
          <p:nvPr/>
        </p:nvSpPr>
        <p:spPr>
          <a:xfrm xmlns:a="http://schemas.openxmlformats.org/drawingml/2006/main">
            <a:off x="995362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238" name="dp44-comparison / n147">
            <a:extLst xmlns:a="http://schemas.openxmlformats.org/drawingml/2006/main">
              <a:ext uri="{FF2B5EF4-FFF2-40B4-BE49-F238E27FC236}">
                <a16:creationId xmlns:a16="http://schemas.microsoft.com/office/drawing/2014/main" id="{2B395979-EAB9-4744-878B-2F7AAD7C2BA8}"/>
              </a:ext>
            </a:extLst>
          </p:cNvPr>
          <p:cNvSpPr>
            <a:spLocks xmlns:a="http://schemas.openxmlformats.org/drawingml/2006/main" noGrp="1"/>
          </p:cNvSpPr>
          <p:nvPr/>
        </p:nvSpPr>
        <p:spPr>
          <a:xfrm xmlns:a="http://schemas.openxmlformats.org/drawingml/2006/main">
            <a:off x="1460182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9" name="dp44-comparison / n148 / text 1">
            <a:extLst xmlns:a="http://schemas.openxmlformats.org/drawingml/2006/main">
              <a:ext uri="{FF2B5EF4-FFF2-40B4-BE49-F238E27FC236}">
                <a16:creationId xmlns:a16="http://schemas.microsoft.com/office/drawing/2014/main" id="{F4B6459C-C43C-4DB5-A058-7BA13F10DFA0}"/>
              </a:ext>
            </a:extLst>
          </p:cNvPr>
          <p:cNvSpPr>
            <a:spLocks xmlns:a="http://schemas.openxmlformats.org/drawingml/2006/main" noGrp="1"/>
          </p:cNvSpPr>
          <p:nvPr/>
        </p:nvSpPr>
        <p:spPr>
          <a:xfrm xmlns:a="http://schemas.openxmlformats.org/drawingml/2006/main">
            <a:off x="1462087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240" name="dp44-comparison / n163">
            <a:extLst xmlns:a="http://schemas.openxmlformats.org/drawingml/2006/main">
              <a:ext uri="{FF2B5EF4-FFF2-40B4-BE49-F238E27FC236}">
                <a16:creationId xmlns:a16="http://schemas.microsoft.com/office/drawing/2014/main" id="{D49FD6C3-6574-4A14-B13C-347B8523F838}"/>
              </a:ext>
            </a:extLst>
          </p:cNvPr>
          <p:cNvSpPr>
            <a:spLocks xmlns:a="http://schemas.openxmlformats.org/drawingml/2006/main" noGrp="1"/>
          </p:cNvSpPr>
          <p:nvPr/>
        </p:nvSpPr>
        <p:spPr>
          <a:xfrm xmlns:a="http://schemas.openxmlformats.org/drawingml/2006/main">
            <a:off x="10125075" y="3886200"/>
            <a:ext cx="139636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1" name="dp44-comparison / n164 / text 1">
            <a:extLst xmlns:a="http://schemas.openxmlformats.org/drawingml/2006/main">
              <a:ext uri="{FF2B5EF4-FFF2-40B4-BE49-F238E27FC236}">
                <a16:creationId xmlns:a16="http://schemas.microsoft.com/office/drawing/2014/main" id="{CEAFA764-94B2-40CC-B769-F7008FCB1B25}"/>
              </a:ext>
            </a:extLst>
          </p:cNvPr>
          <p:cNvSpPr>
            <a:spLocks xmlns:a="http://schemas.openxmlformats.org/drawingml/2006/main" noGrp="1"/>
          </p:cNvSpPr>
          <p:nvPr/>
        </p:nvSpPr>
        <p:spPr>
          <a:xfrm xmlns:a="http://schemas.openxmlformats.org/drawingml/2006/main">
            <a:off x="10144125" y="38957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Input1 / Job1 / 현재 입력</a:t>
            </a:r>
          </a:p>
        </p:txBody>
      </p:sp>
      <p:sp>
        <p:nvSpPr>
          <p:cNvPr id="242" name="dp44-comparison / n165">
            <a:extLst xmlns:a="http://schemas.openxmlformats.org/drawingml/2006/main">
              <a:ext uri="{FF2B5EF4-FFF2-40B4-BE49-F238E27FC236}">
                <a16:creationId xmlns:a16="http://schemas.microsoft.com/office/drawing/2014/main" id="{D4942946-897E-4D93-9B6D-9466942701D8}"/>
              </a:ext>
            </a:extLst>
          </p:cNvPr>
          <p:cNvSpPr>
            <a:spLocks xmlns:a="http://schemas.openxmlformats.org/drawingml/2006/main" noGrp="1"/>
          </p:cNvSpPr>
          <p:nvPr/>
        </p:nvSpPr>
        <p:spPr>
          <a:xfrm xmlns:a="http://schemas.openxmlformats.org/drawingml/2006/main">
            <a:off x="14125575" y="388620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3" name="dp44-comparison / n166 / text 1">
            <a:extLst xmlns:a="http://schemas.openxmlformats.org/drawingml/2006/main">
              <a:ext uri="{FF2B5EF4-FFF2-40B4-BE49-F238E27FC236}">
                <a16:creationId xmlns:a16="http://schemas.microsoft.com/office/drawing/2014/main" id="{861920FC-805A-4892-A369-D5C4AADF2317}"/>
              </a:ext>
            </a:extLst>
          </p:cNvPr>
          <p:cNvSpPr>
            <a:spLocks xmlns:a="http://schemas.openxmlformats.org/drawingml/2006/main" noGrp="1"/>
          </p:cNvSpPr>
          <p:nvPr/>
        </p:nvSpPr>
        <p:spPr>
          <a:xfrm xmlns:a="http://schemas.openxmlformats.org/drawingml/2006/main">
            <a:off x="14144625" y="3895725"/>
            <a:ext cx="30956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Task1 / Question1 / 정보 변경 확인</a:t>
            </a:r>
          </a:p>
        </p:txBody>
      </p:sp>
      <p:sp>
        <p:nvSpPr>
          <p:cNvPr id="244" name="dp44-comparison / n175">
            <a:extLst xmlns:a="http://schemas.openxmlformats.org/drawingml/2006/main">
              <a:ext uri="{FF2B5EF4-FFF2-40B4-BE49-F238E27FC236}">
                <a16:creationId xmlns:a16="http://schemas.microsoft.com/office/drawing/2014/main" id="{3512A24D-C5B2-49FF-B2BC-B62DAD352F8F}"/>
              </a:ext>
            </a:extLst>
          </p:cNvPr>
          <p:cNvSpPr>
            <a:spLocks xmlns:a="http://schemas.openxmlformats.org/drawingml/2006/main" noGrp="1"/>
          </p:cNvSpPr>
          <p:nvPr/>
        </p:nvSpPr>
        <p:spPr>
          <a:xfrm xmlns:a="http://schemas.openxmlformats.org/drawingml/2006/main">
            <a:off x="993457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5" name="dp44-comparison / n176 / text 1">
            <a:extLst xmlns:a="http://schemas.openxmlformats.org/drawingml/2006/main">
              <a:ext uri="{FF2B5EF4-FFF2-40B4-BE49-F238E27FC236}">
                <a16:creationId xmlns:a16="http://schemas.microsoft.com/office/drawing/2014/main" id="{82ED31AD-78BA-42DC-B96E-02B58175F9ED}"/>
              </a:ext>
            </a:extLst>
          </p:cNvPr>
          <p:cNvSpPr>
            <a:spLocks xmlns:a="http://schemas.openxmlformats.org/drawingml/2006/main" noGrp="1"/>
          </p:cNvSpPr>
          <p:nvPr/>
        </p:nvSpPr>
        <p:spPr>
          <a:xfrm xmlns:a="http://schemas.openxmlformats.org/drawingml/2006/main">
            <a:off x="995362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246" name="dp44-comparison / n187">
            <a:extLst xmlns:a="http://schemas.openxmlformats.org/drawingml/2006/main">
              <a:ext uri="{FF2B5EF4-FFF2-40B4-BE49-F238E27FC236}">
                <a16:creationId xmlns:a16="http://schemas.microsoft.com/office/drawing/2014/main" id="{BEE7DB8A-9FE8-4EEC-96D2-119E9A959736}"/>
              </a:ext>
            </a:extLst>
          </p:cNvPr>
          <p:cNvSpPr>
            <a:spLocks xmlns:a="http://schemas.openxmlformats.org/drawingml/2006/main" noGrp="1"/>
          </p:cNvSpPr>
          <p:nvPr/>
        </p:nvSpPr>
        <p:spPr>
          <a:xfrm xmlns:a="http://schemas.openxmlformats.org/drawingml/2006/main">
            <a:off x="13325475" y="4381500"/>
            <a:ext cx="288626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4-comparison / n188 / text 1">
            <a:extLst xmlns:a="http://schemas.openxmlformats.org/drawingml/2006/main">
              <a:ext uri="{FF2B5EF4-FFF2-40B4-BE49-F238E27FC236}">
                <a16:creationId xmlns:a16="http://schemas.microsoft.com/office/drawing/2014/main" id="{C4EC1B60-C825-48B7-9773-2238E579ECD0}"/>
              </a:ext>
            </a:extLst>
          </p:cNvPr>
          <p:cNvSpPr>
            <a:spLocks xmlns:a="http://schemas.openxmlformats.org/drawingml/2006/main" noGrp="1"/>
          </p:cNvSpPr>
          <p:nvPr/>
        </p:nvSpPr>
        <p:spPr>
          <a:xfrm xmlns:a="http://schemas.openxmlformats.org/drawingml/2006/main">
            <a:off x="13344525" y="4391025"/>
            <a:ext cx="40862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Meaning1 / NoticeReady / 입력 해소 또는 질문 허용</a:t>
            </a:r>
          </a:p>
        </p:txBody>
      </p:sp>
      <p:sp>
        <p:nvSpPr>
          <p:cNvPr id="248" name="dp44-comparison / n191">
            <a:extLst xmlns:a="http://schemas.openxmlformats.org/drawingml/2006/main">
              <a:ext uri="{FF2B5EF4-FFF2-40B4-BE49-F238E27FC236}">
                <a16:creationId xmlns:a16="http://schemas.microsoft.com/office/drawing/2014/main" id="{394BB0E6-B7D8-4B73-B849-76001E21FD74}"/>
              </a:ext>
            </a:extLst>
          </p:cNvPr>
          <p:cNvSpPr>
            <a:spLocks xmlns:a="http://schemas.openxmlformats.org/drawingml/2006/main" noGrp="1"/>
          </p:cNvSpPr>
          <p:nvPr/>
        </p:nvSpPr>
        <p:spPr>
          <a:xfrm xmlns:a="http://schemas.openxmlformats.org/drawingml/2006/main">
            <a:off x="12934950" y="544830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4-comparison / n192 / text 1">
            <a:extLst xmlns:a="http://schemas.openxmlformats.org/drawingml/2006/main">
              <a:ext uri="{FF2B5EF4-FFF2-40B4-BE49-F238E27FC236}">
                <a16:creationId xmlns:a16="http://schemas.microsoft.com/office/drawing/2014/main" id="{8BE347DD-DE75-4EFC-B38F-A1D6CB598362}"/>
              </a:ext>
            </a:extLst>
          </p:cNvPr>
          <p:cNvSpPr>
            <a:spLocks xmlns:a="http://schemas.openxmlformats.org/drawingml/2006/main" noGrp="1"/>
          </p:cNvSpPr>
          <p:nvPr/>
        </p:nvSpPr>
        <p:spPr>
          <a:xfrm xmlns:a="http://schemas.openxmlformats.org/drawingml/2006/main">
            <a:off x="12954000" y="5457825"/>
            <a:ext cx="2000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Candidate1</a:t>
            </a:r>
          </a:p>
        </p:txBody>
      </p:sp>
      <p:sp>
        <p:nvSpPr>
          <p:cNvPr id="250" name="dp44-comparison / n193">
            <a:extLst xmlns:a="http://schemas.openxmlformats.org/drawingml/2006/main">
              <a:ext uri="{FF2B5EF4-FFF2-40B4-BE49-F238E27FC236}">
                <a16:creationId xmlns:a16="http://schemas.microsoft.com/office/drawing/2014/main" id="{B176834C-0970-4F45-B001-9A182FD95B92}"/>
              </a:ext>
            </a:extLst>
          </p:cNvPr>
          <p:cNvSpPr>
            <a:spLocks xmlns:a="http://schemas.openxmlformats.org/drawingml/2006/main" noGrp="1"/>
          </p:cNvSpPr>
          <p:nvPr/>
        </p:nvSpPr>
        <p:spPr>
          <a:xfrm xmlns:a="http://schemas.openxmlformats.org/drawingml/2006/main">
            <a:off x="995362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51" name="dp44-comparison / n193 / fold">
            <a:extLst xmlns:a="http://schemas.openxmlformats.org/drawingml/2006/main">
              <a:ext uri="{FF2B5EF4-FFF2-40B4-BE49-F238E27FC236}">
                <a16:creationId xmlns:a16="http://schemas.microsoft.com/office/drawing/2014/main" id="{317A893F-A524-4436-B990-28F9066032A4}"/>
              </a:ext>
            </a:extLst>
          </p:cNvPr>
          <p:cNvSpPr>
            <a:spLocks xmlns:a="http://schemas.openxmlformats.org/drawingml/2006/main" noGrp="1"/>
          </p:cNvSpPr>
          <p:nvPr/>
        </p:nvSpPr>
        <p:spPr>
          <a:xfrm xmlns:a="http://schemas.openxmlformats.org/drawingml/2006/main">
            <a:off x="1202055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52" name="dp44-comparison / n194 / text 1">
            <a:extLst xmlns:a="http://schemas.openxmlformats.org/drawingml/2006/main">
              <a:ext uri="{FF2B5EF4-FFF2-40B4-BE49-F238E27FC236}">
                <a16:creationId xmlns:a16="http://schemas.microsoft.com/office/drawing/2014/main" id="{A3F4CA02-2EE3-4EB6-AC3B-D0D5DE3D71B6}"/>
              </a:ext>
            </a:extLst>
          </p:cNvPr>
          <p:cNvSpPr>
            <a:spLocks xmlns:a="http://schemas.openxmlformats.org/drawingml/2006/main" noGrp="1"/>
          </p:cNvSpPr>
          <p:nvPr/>
        </p:nvSpPr>
        <p:spPr>
          <a:xfrm xmlns:a="http://schemas.openxmlformats.org/drawingml/2006/main">
            <a:off x="10048875" y="541972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단계 출력: Candidate1</a:t>
            </a:r>
          </a:p>
        </p:txBody>
      </p:sp>
      <p:sp>
        <p:nvSpPr>
          <p:cNvPr id="253" name="dp44-comparison / n194 / text 2">
            <a:extLst xmlns:a="http://schemas.openxmlformats.org/drawingml/2006/main">
              <a:ext uri="{FF2B5EF4-FFF2-40B4-BE49-F238E27FC236}">
                <a16:creationId xmlns:a16="http://schemas.microsoft.com/office/drawing/2014/main" id="{C4F79300-AE3D-4CA3-B038-FFC6A83E3F43}"/>
              </a:ext>
            </a:extLst>
          </p:cNvPr>
          <p:cNvSpPr>
            <a:spLocks xmlns:a="http://schemas.openxmlformats.org/drawingml/2006/main" noGrp="1"/>
          </p:cNvSpPr>
          <p:nvPr/>
        </p:nvSpPr>
        <p:spPr>
          <a:xfrm xmlns:a="http://schemas.openxmlformats.org/drawingml/2006/main">
            <a:off x="10048875" y="553974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input_ref:Input1 / required_refs</a:t>
            </a:r>
          </a:p>
        </p:txBody>
      </p:sp>
      <p:sp>
        <p:nvSpPr>
          <p:cNvPr id="254" name="dp44-comparison / n194 / text 3">
            <a:extLst xmlns:a="http://schemas.openxmlformats.org/drawingml/2006/main">
              <a:ext uri="{FF2B5EF4-FFF2-40B4-BE49-F238E27FC236}">
                <a16:creationId xmlns:a16="http://schemas.microsoft.com/office/drawing/2014/main" id="{1265FED0-0441-418B-BB91-8E1D2AE027F4}"/>
              </a:ext>
            </a:extLst>
          </p:cNvPr>
          <p:cNvSpPr>
            <a:spLocks xmlns:a="http://schemas.openxmlformats.org/drawingml/2006/main" noGrp="1"/>
          </p:cNvSpPr>
          <p:nvPr/>
        </p:nvSpPr>
        <p:spPr>
          <a:xfrm xmlns:a="http://schemas.openxmlformats.org/drawingml/2006/main">
            <a:off x="10048875" y="565975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입력과 정보 조건 충족: ELIGIBLE</a:t>
            </a:r>
          </a:p>
        </p:txBody>
      </p:sp>
      <p:sp>
        <p:nvSpPr>
          <p:cNvPr id="255" name="dp44-comparison / n194 / text 4">
            <a:extLst xmlns:a="http://schemas.openxmlformats.org/drawingml/2006/main">
              <a:ext uri="{FF2B5EF4-FFF2-40B4-BE49-F238E27FC236}">
                <a16:creationId xmlns:a16="http://schemas.microsoft.com/office/drawing/2014/main" id="{34D80C48-E8F0-4A20-939E-8DF05342EEA1}"/>
              </a:ext>
            </a:extLst>
          </p:cNvPr>
          <p:cNvSpPr>
            <a:spLocks xmlns:a="http://schemas.openxmlformats.org/drawingml/2006/main" noGrp="1"/>
          </p:cNvSpPr>
          <p:nvPr/>
        </p:nvSpPr>
        <p:spPr>
          <a:xfrm xmlns:a="http://schemas.openxmlformats.org/drawingml/2006/main">
            <a:off x="10048875" y="577977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부족: 대기 / 옛 후보: DISCARDED</a:t>
            </a:r>
          </a:p>
        </p:txBody>
      </p:sp>
      <p:sp>
        <p:nvSpPr>
          <p:cNvPr id="256" name="dp44-comparison / n195">
            <a:extLst xmlns:a="http://schemas.openxmlformats.org/drawingml/2006/main">
              <a:ext uri="{FF2B5EF4-FFF2-40B4-BE49-F238E27FC236}">
                <a16:creationId xmlns:a16="http://schemas.microsoft.com/office/drawing/2014/main" id="{BE0F721E-237D-4C1D-B07C-EA3FB21D16D1}"/>
              </a:ext>
            </a:extLst>
          </p:cNvPr>
          <p:cNvSpPr>
            <a:spLocks xmlns:a="http://schemas.openxmlformats.org/drawingml/2006/main" noGrp="1"/>
          </p:cNvSpPr>
          <p:nvPr/>
        </p:nvSpPr>
        <p:spPr>
          <a:xfrm xmlns:a="http://schemas.openxmlformats.org/drawingml/2006/main">
            <a:off x="15268575" y="5438775"/>
            <a:ext cx="18268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7" name="dp44-comparison / n196 / text 1">
            <a:extLst xmlns:a="http://schemas.openxmlformats.org/drawingml/2006/main">
              <a:ext uri="{FF2B5EF4-FFF2-40B4-BE49-F238E27FC236}">
                <a16:creationId xmlns:a16="http://schemas.microsoft.com/office/drawing/2014/main" id="{17FAEDF0-9901-4925-924A-44A905F1FB57}"/>
              </a:ext>
            </a:extLst>
          </p:cNvPr>
          <p:cNvSpPr>
            <a:spLocks xmlns:a="http://schemas.openxmlformats.org/drawingml/2006/main" noGrp="1"/>
          </p:cNvSpPr>
          <p:nvPr/>
        </p:nvSpPr>
        <p:spPr>
          <a:xfrm xmlns:a="http://schemas.openxmlformats.org/drawingml/2006/main">
            <a:off x="15287625" y="5448300"/>
            <a:ext cx="2095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후보 + 해당 입력 / 정보 / 전달 상태</a:t>
            </a:r>
          </a:p>
        </p:txBody>
      </p:sp>
      <p:sp>
        <p:nvSpPr>
          <p:cNvPr id="258" name="dp44-comparison / n197">
            <a:extLst xmlns:a="http://schemas.openxmlformats.org/drawingml/2006/main">
              <a:ext uri="{FF2B5EF4-FFF2-40B4-BE49-F238E27FC236}">
                <a16:creationId xmlns:a16="http://schemas.microsoft.com/office/drawing/2014/main" id="{43D09EC8-C676-4E00-8EC3-81F64EA6140B}"/>
              </a:ext>
            </a:extLst>
          </p:cNvPr>
          <p:cNvSpPr>
            <a:spLocks xmlns:a="http://schemas.openxmlformats.org/drawingml/2006/main" noGrp="1"/>
          </p:cNvSpPr>
          <p:nvPr/>
        </p:nvSpPr>
        <p:spPr>
          <a:xfrm xmlns:a="http://schemas.openxmlformats.org/drawingml/2006/main">
            <a:off x="12934950" y="6057900"/>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9" name="dp44-comparison / n198 / text 1">
            <a:extLst xmlns:a="http://schemas.openxmlformats.org/drawingml/2006/main">
              <a:ext uri="{FF2B5EF4-FFF2-40B4-BE49-F238E27FC236}">
                <a16:creationId xmlns:a16="http://schemas.microsoft.com/office/drawing/2014/main" id="{5249CB9E-F032-4336-9A21-AA79536FB281}"/>
              </a:ext>
            </a:extLst>
          </p:cNvPr>
          <p:cNvSpPr>
            <a:spLocks xmlns:a="http://schemas.openxmlformats.org/drawingml/2006/main" noGrp="1"/>
          </p:cNvSpPr>
          <p:nvPr/>
        </p:nvSpPr>
        <p:spPr>
          <a:xfrm xmlns:a="http://schemas.openxmlformats.org/drawingml/2006/main">
            <a:off x="12954000" y="6067425"/>
            <a:ext cx="4381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 충족 시 게시 단계 활성화 / 중앙 회수 없음</a:t>
            </a:r>
          </a:p>
        </p:txBody>
      </p:sp>
      <p:sp>
        <p:nvSpPr>
          <p:cNvPr id="260" name="dp44-comparison / n200">
            <a:extLst xmlns:a="http://schemas.openxmlformats.org/drawingml/2006/main">
              <a:ext uri="{FF2B5EF4-FFF2-40B4-BE49-F238E27FC236}">
                <a16:creationId xmlns:a16="http://schemas.microsoft.com/office/drawing/2014/main" id="{5D00DB23-85E1-4EDC-BCA4-C02279BBE757}"/>
              </a:ext>
            </a:extLst>
          </p:cNvPr>
          <p:cNvSpPr>
            <a:spLocks xmlns:a="http://schemas.openxmlformats.org/drawingml/2006/main" noGrp="1"/>
          </p:cNvSpPr>
          <p:nvPr/>
        </p:nvSpPr>
        <p:spPr>
          <a:xfrm xmlns:a="http://schemas.openxmlformats.org/drawingml/2006/main">
            <a:off x="993457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1" name="dp44-comparison / n201 / text 1">
            <a:extLst xmlns:a="http://schemas.openxmlformats.org/drawingml/2006/main">
              <a:ext uri="{FF2B5EF4-FFF2-40B4-BE49-F238E27FC236}">
                <a16:creationId xmlns:a16="http://schemas.microsoft.com/office/drawing/2014/main" id="{3E1BE21D-61BC-4D13-B209-4679E3025013}"/>
              </a:ext>
            </a:extLst>
          </p:cNvPr>
          <p:cNvSpPr>
            <a:spLocks xmlns:a="http://schemas.openxmlformats.org/drawingml/2006/main" noGrp="1"/>
          </p:cNvSpPr>
          <p:nvPr/>
        </p:nvSpPr>
        <p:spPr>
          <a:xfrm xmlns:a="http://schemas.openxmlformats.org/drawingml/2006/main">
            <a:off x="995362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262" name="dp44-comparison / n210">
            <a:extLst xmlns:a="http://schemas.openxmlformats.org/drawingml/2006/main">
              <a:ext uri="{FF2B5EF4-FFF2-40B4-BE49-F238E27FC236}">
                <a16:creationId xmlns:a16="http://schemas.microsoft.com/office/drawing/2014/main" id="{0F8FB0C4-6C03-4DAF-8B0C-2358638ED991}"/>
              </a:ext>
            </a:extLst>
          </p:cNvPr>
          <p:cNvSpPr>
            <a:spLocks xmlns:a="http://schemas.openxmlformats.org/drawingml/2006/main" noGrp="1"/>
          </p:cNvSpPr>
          <p:nvPr/>
        </p:nvSpPr>
        <p:spPr>
          <a:xfrm xmlns:a="http://schemas.openxmlformats.org/drawingml/2006/main">
            <a:off x="12649200" y="6924675"/>
            <a:ext cx="29954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3" name="dp44-comparison / n211 / text 1">
            <a:extLst xmlns:a="http://schemas.openxmlformats.org/drawingml/2006/main">
              <a:ext uri="{FF2B5EF4-FFF2-40B4-BE49-F238E27FC236}">
                <a16:creationId xmlns:a16="http://schemas.microsoft.com/office/drawing/2014/main" id="{841673A6-CFA6-493B-A404-BEB051204918}"/>
              </a:ext>
            </a:extLst>
          </p:cNvPr>
          <p:cNvSpPr>
            <a:spLocks xmlns:a="http://schemas.openxmlformats.org/drawingml/2006/main" noGrp="1"/>
          </p:cNvSpPr>
          <p:nvPr/>
        </p:nvSpPr>
        <p:spPr>
          <a:xfrm xmlns:a="http://schemas.openxmlformats.org/drawingml/2006/main">
            <a:off x="12668250" y="6934200"/>
            <a:ext cx="4762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알림 후보도 같은 Join으로 연결 / 입력별 상태 유지</a:t>
            </a:r>
          </a:p>
        </p:txBody>
      </p:sp>
      <p:sp>
        <p:nvSpPr>
          <p:cNvPr id="264" name="dp44-comparison / n212">
            <a:extLst xmlns:a="http://schemas.openxmlformats.org/drawingml/2006/main">
              <a:ext uri="{FF2B5EF4-FFF2-40B4-BE49-F238E27FC236}">
                <a16:creationId xmlns:a16="http://schemas.microsoft.com/office/drawing/2014/main" id="{8B309A13-5447-4F81-824C-5AB915CAFFF2}"/>
              </a:ext>
            </a:extLst>
          </p:cNvPr>
          <p:cNvSpPr>
            <a:spLocks xmlns:a="http://schemas.openxmlformats.org/drawingml/2006/main" noGrp="1"/>
          </p:cNvSpPr>
          <p:nvPr/>
        </p:nvSpPr>
        <p:spPr>
          <a:xfrm xmlns:a="http://schemas.openxmlformats.org/drawingml/2006/main">
            <a:off x="993457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5" name="dp44-comparison / n213 / text 1">
            <a:extLst xmlns:a="http://schemas.openxmlformats.org/drawingml/2006/main">
              <a:ext uri="{FF2B5EF4-FFF2-40B4-BE49-F238E27FC236}">
                <a16:creationId xmlns:a16="http://schemas.microsoft.com/office/drawing/2014/main" id="{EB07B714-044F-4872-AFFD-6811839125E5}"/>
              </a:ext>
            </a:extLst>
          </p:cNvPr>
          <p:cNvSpPr>
            <a:spLocks xmlns:a="http://schemas.openxmlformats.org/drawingml/2006/main" noGrp="1"/>
          </p:cNvSpPr>
          <p:nvPr/>
        </p:nvSpPr>
        <p:spPr>
          <a:xfrm xmlns:a="http://schemas.openxmlformats.org/drawingml/2006/main">
            <a:off x="995362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Tree>
    <p:extLst>
      <p:ext uri="{BB962C8B-B14F-4D97-AF65-F5344CB8AC3E}">
        <p14:creationId xmlns:p14="http://schemas.microsoft.com/office/powerpoint/2010/main" val="663736752"/>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27" name="dp45-background / title / 1">
            <a:extLst>
              <a:ext uri="{FF2B5EF4-FFF2-40B4-BE49-F238E27FC236}">
                <ns2:creationId id="{2BC78B4B-6818-406C-B813-2C328D735E49}"/>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이전 설명과 여러 Agent의 결과를,</a:t>
            </a:r>
          </a:p>
        </p:txBody>
      </p:sp>
      <p:sp>
        <p:nvSpPr>
          <p:cNvPr id="2" name="dp45-background / title / 2">
            <a:extLst>
              <a:ext uri="{FF2B5EF4-FFF2-40B4-BE49-F238E27FC236}">
                <ns2:creationId id="{608853CF-1913-449E-91EF-126B496AD672}"/>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Request에 함께 활용하는 VIA</a:t>
            </a:r>
          </a:p>
        </p:txBody>
      </p:sp>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“지난번 네가 설명한 평가 기준으로,</a:t>
            </a: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제품 비교와 견적 결과를 함께 써서 제안서를 만들어줘.”</a:t>
            </a: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서로 다른 과거 기록</a:t>
            </a: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맥락 연결</a:t>
            </a: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Task를 수행하는 Agent</a:t>
            </a: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VIA가 설명한 평가 기준</a:t>
            </a: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제품 조사 Agent의 비교 결과</a:t>
            </a: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견적 Agent의 견적 결과</a:t>
            </a: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관련 기록, 실제 전달 범위 확인</a:t>
            </a: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필요한 발췌, 결과 참조 연결</a:t>
            </a: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이번 Request에 필요한 맥락 제공</a:t>
            </a: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평가 기준을 적용해 자료 분석</a:t>
            </a: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새 제안서 작성</a:t>
            </a: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이전 설명과 여러 Task의 결과를 다시 모아 전달할 필요가 없습니다</a:t>
            </a: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과거 대화와 여러 Task에 흩어진 정보 중 현재 Request에 필요한 내용을 찾아,</a:t>
            </a: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정정 이력과 실제 전달 내용을 반영해 제공하는 맥락 관리 구조</a:t>
            </a:r>
          </a:p>
        </p:txBody>
      </p:sp>
    </p:spTree>
    <p:extLst>
      <p:ext uri="{BB962C8B-B14F-4D97-AF65-F5344CB8AC3E}">
        <p14:creationId val="3319470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4" name="dp45-comparison / n1">
            <a:extLst xmlns:a="http://schemas.openxmlformats.org/drawingml/2006/main">
              <a:ext uri="{FF2B5EF4-FFF2-40B4-BE49-F238E27FC236}">
                <a16:creationId xmlns:a16="http://schemas.microsoft.com/office/drawing/2014/main" id="{E1BCBBC5-DF86-41AD-9756-7530D0E71F5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5-comparison / n2 / text 1">
            <a:extLst xmlns:a="http://schemas.openxmlformats.org/drawingml/2006/main">
              <a:ext uri="{FF2B5EF4-FFF2-40B4-BE49-F238E27FC236}">
                <a16:creationId xmlns:a16="http://schemas.microsoft.com/office/drawing/2014/main" id="{F3820487-2C7E-449E-947A-24FDE7146385}"/>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5-comparison / n3 / text 1">
            <a:extLst xmlns:a="http://schemas.openxmlformats.org/drawingml/2006/main">
              <a:ext uri="{FF2B5EF4-FFF2-40B4-BE49-F238E27FC236}">
                <a16:creationId xmlns:a16="http://schemas.microsoft.com/office/drawing/2014/main" id="{680B980E-0939-4BDB-9098-0C07EFE13A4B}"/>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5-comparison / n4 / text 1">
            <a:extLst xmlns:a="http://schemas.openxmlformats.org/drawingml/2006/main">
              <a:ext uri="{FF2B5EF4-FFF2-40B4-BE49-F238E27FC236}">
                <a16:creationId xmlns:a16="http://schemas.microsoft.com/office/drawing/2014/main" id="{DE078271-D5AB-4E3B-9A29-4935B8B3C684}"/>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04-45. VIA 과거 정보의 Request별 구성과 공통 생산 및 조회</a:t>
            </a:r>
          </a:p>
        </p:txBody>
      </p:sp>
      <p:sp>
        <p:nvSpPr>
          <p:cNvPr id="5" name="dp45-comparison / n5 / path">
            <a:extLst xmlns:a="http://schemas.openxmlformats.org/drawingml/2006/main">
              <a:ext uri="{FF2B5EF4-FFF2-40B4-BE49-F238E27FC236}">
                <a16:creationId xmlns:a16="http://schemas.microsoft.com/office/drawing/2014/main" id="{4557CE31-8ACB-4E23-A7CA-4E13FC548E2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5-comparison / n6 / text 1">
            <a:extLst xmlns:a="http://schemas.openxmlformats.org/drawingml/2006/main">
              <a:ext uri="{FF2B5EF4-FFF2-40B4-BE49-F238E27FC236}">
                <a16:creationId xmlns:a16="http://schemas.microsoft.com/office/drawing/2014/main" id="{719D88DA-42F4-4794-9DF4-FC26DF5C25E3}"/>
              </a:ext>
            </a:extLst>
          </p:cNvPr>
          <p:cNvSpPr>
            <a:spLocks xmlns:a="http://schemas.openxmlformats.org/drawingml/2006/main" noGrp="1"/>
          </p:cNvSpPr>
          <p:nvPr/>
        </p:nvSpPr>
        <p:spPr>
          <a:xfrm xmlns:a="http://schemas.openxmlformats.org/drawingml/2006/main">
            <a:off x="381000" y="1304925"/>
            <a:ext cx="1752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“지난번 네가 설명한 평가 기준에 맞춰, 앞서 조사한 제품 비교 결과와 받아둔 견적을 이번 제안서에 반영해줘.”</a:t>
            </a:r>
          </a:p>
        </p:txBody>
      </p:sp>
      <p:sp>
        <p:nvSpPr>
          <p:cNvPr id="7" name="dp45-comparison / n7 / text 1">
            <a:extLst xmlns:a="http://schemas.openxmlformats.org/drawingml/2006/main">
              <a:ext uri="{FF2B5EF4-FFF2-40B4-BE49-F238E27FC236}">
                <a16:creationId xmlns:a16="http://schemas.microsoft.com/office/drawing/2014/main" id="{3FF8F708-7464-4469-86CA-A0587DFE3519}"/>
              </a:ext>
            </a:extLst>
          </p:cNvPr>
          <p:cNvSpPr>
            <a:spLocks xmlns:a="http://schemas.openxmlformats.org/drawingml/2006/main" noGrp="1"/>
          </p:cNvSpPr>
          <p:nvPr/>
        </p:nvSpPr>
        <p:spPr>
          <a:xfrm xmlns:a="http://schemas.openxmlformats.org/drawingml/2006/main">
            <a:off x="381000" y="16002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VIA가 실제 설명한 내용 + 제품 조사와 견적의 결과 / 현재 제안서 업무 연결은 해석 결과 / 로컬 VIA + 클라우드 모델</a:t>
            </a:r>
          </a:p>
        </p:txBody>
      </p:sp>
      <p:sp>
        <p:nvSpPr>
          <p:cNvPr id="8" name="dp45-comparison / n8">
            <a:extLst xmlns:a="http://schemas.openxmlformats.org/drawingml/2006/main">
              <a:ext uri="{FF2B5EF4-FFF2-40B4-BE49-F238E27FC236}">
                <a16:creationId xmlns:a16="http://schemas.microsoft.com/office/drawing/2014/main" id="{4E1CCC2D-04AF-4B29-B92C-C052344E9A78}"/>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5-comparison / n9 / text 1">
            <a:extLst xmlns:a="http://schemas.openxmlformats.org/drawingml/2006/main">
              <a:ext uri="{FF2B5EF4-FFF2-40B4-BE49-F238E27FC236}">
                <a16:creationId xmlns:a16="http://schemas.microsoft.com/office/drawing/2014/main" id="{45DC2BF9-3872-4FBF-80D1-CA4E2C022C81}"/>
              </a:ext>
            </a:extLst>
          </p:cNvPr>
          <p:cNvSpPr>
            <a:spLocks xmlns:a="http://schemas.openxmlformats.org/drawingml/2006/main" noGrp="1"/>
          </p:cNvSpPr>
          <p:nvPr/>
        </p:nvSpPr>
        <p:spPr>
          <a:xfrm xmlns:a="http://schemas.openxmlformats.org/drawingml/2006/main">
            <a:off x="148590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A 원본 서비스 조합형</a:t>
            </a:r>
          </a:p>
        </p:txBody>
      </p:sp>
      <p:sp>
        <p:nvSpPr>
          <p:cNvPr id="10" name="dp45-comparison / n10 / text 1">
            <a:extLst xmlns:a="http://schemas.openxmlformats.org/drawingml/2006/main">
              <a:ext uri="{FF2B5EF4-FFF2-40B4-BE49-F238E27FC236}">
                <a16:creationId xmlns:a16="http://schemas.microsoft.com/office/drawing/2014/main" id="{8AAC3C03-C7E4-47C8-82A6-D17D48AC8F21}"/>
              </a:ext>
            </a:extLst>
          </p:cNvPr>
          <p:cNvSpPr>
            <a:spLocks xmlns:a="http://schemas.openxmlformats.org/drawingml/2006/main" noGrp="1"/>
          </p:cNvSpPr>
          <p:nvPr/>
        </p:nvSpPr>
        <p:spPr>
          <a:xfrm xmlns:a="http://schemas.openxmlformats.org/drawingml/2006/main">
            <a:off x="977265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B 공통 파생 기억 저장소형</a:t>
            </a:r>
          </a:p>
        </p:txBody>
      </p:sp>
      <p:sp>
        <p:nvSpPr>
          <p:cNvPr id="11" name="dp45-comparison / n11 / path">
            <a:extLst xmlns:a="http://schemas.openxmlformats.org/drawingml/2006/main">
              <a:ext uri="{FF2B5EF4-FFF2-40B4-BE49-F238E27FC236}">
                <a16:creationId xmlns:a16="http://schemas.microsoft.com/office/drawing/2014/main" id="{8A6C861D-6F6E-4E41-BE84-4FB30EC9C46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5-comparison / n12 / path">
            <a:extLst xmlns:a="http://schemas.openxmlformats.org/drawingml/2006/main">
              <a:ext uri="{FF2B5EF4-FFF2-40B4-BE49-F238E27FC236}">
                <a16:creationId xmlns:a16="http://schemas.microsoft.com/office/drawing/2014/main" id="{0C14A470-130F-4C02-B0E0-1AEA6F27EDCF}"/>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5-comparison / n13 / text 1">
            <a:extLst xmlns:a="http://schemas.openxmlformats.org/drawingml/2006/main">
              <a:ext uri="{FF2B5EF4-FFF2-40B4-BE49-F238E27FC236}">
                <a16:creationId xmlns:a16="http://schemas.microsoft.com/office/drawing/2014/main" id="{301E5772-F68A-40F3-BEBB-95C20C48137A}"/>
              </a:ext>
            </a:extLst>
          </p:cNvPr>
          <p:cNvSpPr>
            <a:spLocks xmlns:a="http://schemas.openxmlformats.org/drawingml/2006/main" noGrp="1"/>
          </p:cNvSpPr>
          <p:nvPr/>
        </p:nvSpPr>
        <p:spPr>
          <a:xfrm xmlns:a="http://schemas.openxmlformats.org/drawingml/2006/main">
            <a:off x="381000" y="770572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PARTIAL: 실제 전달한 예외 문구 한 구간과 결과 참조의 예시 / 기준 전체의 완전 추출을 뜻하지 않음 / 과거 게시와 현재 의미 채택은 별개</a:t>
            </a:r>
          </a:p>
        </p:txBody>
      </p:sp>
      <p:sp>
        <p:nvSpPr>
          <p:cNvPr id="14" name="dp45-comparison / n14 / text 1">
            <a:extLst xmlns:a="http://schemas.openxmlformats.org/drawingml/2006/main">
              <a:ext uri="{FF2B5EF4-FFF2-40B4-BE49-F238E27FC236}">
                <a16:creationId xmlns:a16="http://schemas.microsoft.com/office/drawing/2014/main" id="{14AD77A4-F4B7-43BD-B53F-E5AEACB57C5E}"/>
              </a:ext>
            </a:extLst>
          </p:cNvPr>
          <p:cNvSpPr>
            <a:spLocks xmlns:a="http://schemas.openxmlformats.org/drawingml/2006/main" noGrp="1"/>
          </p:cNvSpPr>
          <p:nvPr/>
        </p:nvSpPr>
        <p:spPr>
          <a:xfrm xmlns:a="http://schemas.openxmlformats.org/drawingml/2006/main">
            <a:off x="381000" y="798195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첫 요청 / 준비된 반복 조회 / 정정 직후 / 표현 밖 관계를 구분. A의 유효 관계 cache와 부분 갱신도 허용한다.</a:t>
            </a:r>
          </a:p>
        </p:txBody>
      </p:sp>
      <p:sp>
        <p:nvSpPr>
          <p:cNvPr id="15" name="dp45-comparison / n15 / path">
            <a:extLst xmlns:a="http://schemas.openxmlformats.org/drawingml/2006/main">
              <a:ext uri="{FF2B5EF4-FFF2-40B4-BE49-F238E27FC236}">
                <a16:creationId xmlns:a16="http://schemas.microsoft.com/office/drawing/2014/main" id="{1E19677C-ECA8-47B9-8A08-CDA9B564340F}"/>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6" name="dp45-comparison / n16 / text 1">
            <a:extLst xmlns:a="http://schemas.openxmlformats.org/drawingml/2006/main">
              <a:ext uri="{FF2B5EF4-FFF2-40B4-BE49-F238E27FC236}">
                <a16:creationId xmlns:a16="http://schemas.microsoft.com/office/drawing/2014/main" id="{94DA2544-DFE7-4D97-A805-CFFC39A4BE16}"/>
              </a:ext>
            </a:extLst>
          </p:cNvPr>
          <p:cNvSpPr>
            <a:spLocks xmlns:a="http://schemas.openxmlformats.org/drawingml/2006/main" noGrp="1"/>
          </p:cNvSpPr>
          <p:nvPr/>
        </p:nvSpPr>
        <p:spPr>
          <a:xfrm xmlns:a="http://schemas.openxmlformats.org/drawingml/2006/main">
            <a:off x="400050" y="835342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17" name="dp45-comparison / n17 / text 1">
            <a:extLst xmlns:a="http://schemas.openxmlformats.org/drawingml/2006/main">
              <a:ext uri="{FF2B5EF4-FFF2-40B4-BE49-F238E27FC236}">
                <a16:creationId xmlns:a16="http://schemas.microsoft.com/office/drawing/2014/main" id="{6C683A75-1D51-42BC-9886-D8D8B550825E}"/>
              </a:ext>
            </a:extLst>
          </p:cNvPr>
          <p:cNvSpPr>
            <a:spLocks xmlns:a="http://schemas.openxmlformats.org/drawingml/2006/main" noGrp="1"/>
          </p:cNvSpPr>
          <p:nvPr/>
        </p:nvSpPr>
        <p:spPr>
          <a:xfrm xmlns:a="http://schemas.openxmlformats.org/drawingml/2006/main">
            <a:off x="2857500" y="835342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새 관계를 현재 원문에서 구성 / 검색 누락 가능</a:t>
            </a:r>
          </a:p>
        </p:txBody>
      </p:sp>
      <p:sp>
        <p:nvSpPr>
          <p:cNvPr id="18" name="dp45-comparison / n18 / text 1">
            <a:extLst xmlns:a="http://schemas.openxmlformats.org/drawingml/2006/main">
              <a:ext uri="{FF2B5EF4-FFF2-40B4-BE49-F238E27FC236}">
                <a16:creationId xmlns:a16="http://schemas.microsoft.com/office/drawing/2014/main" id="{91D90451-BAFB-4668-9A60-49A046DC6FA1}"/>
              </a:ext>
            </a:extLst>
          </p:cNvPr>
          <p:cNvSpPr>
            <a:spLocks xmlns:a="http://schemas.openxmlformats.org/drawingml/2006/main" noGrp="1"/>
          </p:cNvSpPr>
          <p:nvPr/>
        </p:nvSpPr>
        <p:spPr>
          <a:xfrm xmlns:a="http://schemas.openxmlformats.org/drawingml/2006/main">
            <a:off x="10001250" y="835342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게시 표현과 추출 범위에 제한 / 원본 확인 유지</a:t>
            </a:r>
          </a:p>
        </p:txBody>
      </p:sp>
      <p:sp>
        <p:nvSpPr>
          <p:cNvPr id="19" name="dp45-comparison / n19 / path">
            <a:extLst xmlns:a="http://schemas.openxmlformats.org/drawingml/2006/main">
              <a:ext uri="{FF2B5EF4-FFF2-40B4-BE49-F238E27FC236}">
                <a16:creationId xmlns:a16="http://schemas.microsoft.com/office/drawing/2014/main" id="{991BA42B-BC10-4762-9075-F57C7559A48B}"/>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0" name="dp45-comparison / n20 / text 1">
            <a:extLst xmlns:a="http://schemas.openxmlformats.org/drawingml/2006/main">
              <a:ext uri="{FF2B5EF4-FFF2-40B4-BE49-F238E27FC236}">
                <a16:creationId xmlns:a16="http://schemas.microsoft.com/office/drawing/2014/main" id="{FADEB5D1-6137-4254-B86A-14041EBD1177}"/>
              </a:ext>
            </a:extLst>
          </p:cNvPr>
          <p:cNvSpPr>
            <a:spLocks xmlns:a="http://schemas.openxmlformats.org/drawingml/2006/main" noGrp="1"/>
          </p:cNvSpPr>
          <p:nvPr/>
        </p:nvSpPr>
        <p:spPr>
          <a:xfrm xmlns:a="http://schemas.openxmlformats.org/drawingml/2006/main">
            <a:off x="400050" y="859155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1" name="dp45-comparison / n21 / text 1">
            <a:extLst xmlns:a="http://schemas.openxmlformats.org/drawingml/2006/main">
              <a:ext uri="{FF2B5EF4-FFF2-40B4-BE49-F238E27FC236}">
                <a16:creationId xmlns:a16="http://schemas.microsoft.com/office/drawing/2014/main" id="{E7DF4369-A9DB-4359-BDEA-2ED0D57A6F1A}"/>
              </a:ext>
            </a:extLst>
          </p:cNvPr>
          <p:cNvSpPr>
            <a:spLocks xmlns:a="http://schemas.openxmlformats.org/drawingml/2006/main" noGrp="1"/>
          </p:cNvSpPr>
          <p:nvPr/>
        </p:nvSpPr>
        <p:spPr>
          <a:xfrm xmlns:a="http://schemas.openxmlformats.org/drawingml/2006/main">
            <a:off x="2857500" y="859155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반복 조회도 원본 구성 / 유효 관계 cache로 축소</a:t>
            </a:r>
          </a:p>
        </p:txBody>
      </p:sp>
      <p:sp>
        <p:nvSpPr>
          <p:cNvPr id="22" name="dp45-comparison / n22 / text 1">
            <a:extLst xmlns:a="http://schemas.openxmlformats.org/drawingml/2006/main">
              <a:ext uri="{FF2B5EF4-FFF2-40B4-BE49-F238E27FC236}">
                <a16:creationId xmlns:a16="http://schemas.microsoft.com/office/drawing/2014/main" id="{C5BFD4FD-1F48-4119-A33B-E81D9DD44E70}"/>
              </a:ext>
            </a:extLst>
          </p:cNvPr>
          <p:cNvSpPr>
            <a:spLocks xmlns:a="http://schemas.openxmlformats.org/drawingml/2006/main" noGrp="1"/>
          </p:cNvSpPr>
          <p:nvPr/>
        </p:nvSpPr>
        <p:spPr>
          <a:xfrm xmlns:a="http://schemas.openxmlformats.org/drawingml/2006/main">
            <a:off x="10001250" y="859155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유효 게시 재사용 시 단축 / 첫 생산과 갱신 대기</a:t>
            </a:r>
          </a:p>
        </p:txBody>
      </p:sp>
      <p:sp>
        <p:nvSpPr>
          <p:cNvPr id="23" name="dp45-comparison / n23 / path">
            <a:extLst xmlns:a="http://schemas.openxmlformats.org/drawingml/2006/main">
              <a:ext uri="{FF2B5EF4-FFF2-40B4-BE49-F238E27FC236}">
                <a16:creationId xmlns:a16="http://schemas.microsoft.com/office/drawing/2014/main" id="{950FC578-10F1-4754-A8A6-CAE60ECED678}"/>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4" name="dp45-comparison / n24 / text 1">
            <a:extLst xmlns:a="http://schemas.openxmlformats.org/drawingml/2006/main">
              <a:ext uri="{FF2B5EF4-FFF2-40B4-BE49-F238E27FC236}">
                <a16:creationId xmlns:a16="http://schemas.microsoft.com/office/drawing/2014/main" id="{E484E4D3-1BCD-40A4-B82D-634E71E8EE7E}"/>
              </a:ext>
            </a:extLst>
          </p:cNvPr>
          <p:cNvSpPr>
            <a:spLocks xmlns:a="http://schemas.openxmlformats.org/drawingml/2006/main" noGrp="1"/>
          </p:cNvSpPr>
          <p:nvPr/>
        </p:nvSpPr>
        <p:spPr>
          <a:xfrm xmlns:a="http://schemas.openxmlformats.org/drawingml/2006/main">
            <a:off x="400050" y="882967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5" name="dp45-comparison / n25 / text 1">
            <a:extLst xmlns:a="http://schemas.openxmlformats.org/drawingml/2006/main">
              <a:ext uri="{FF2B5EF4-FFF2-40B4-BE49-F238E27FC236}">
                <a16:creationId xmlns:a16="http://schemas.microsoft.com/office/drawing/2014/main" id="{79288451-5A03-4927-A845-252537891CA4}"/>
              </a:ext>
            </a:extLst>
          </p:cNvPr>
          <p:cNvSpPr>
            <a:spLocks xmlns:a="http://schemas.openxmlformats.org/drawingml/2006/main" noGrp="1"/>
          </p:cNvSpPr>
          <p:nvPr/>
        </p:nvSpPr>
        <p:spPr>
          <a:xfrm xmlns:a="http://schemas.openxmlformats.org/drawingml/2006/main">
            <a:off x="2857500" y="882967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현재 목적에 맞춘 조회와 결합 / 병렬 읽기 허용</a:t>
            </a:r>
          </a:p>
        </p:txBody>
      </p:sp>
      <p:sp>
        <p:nvSpPr>
          <p:cNvPr id="26" name="dp45-comparison / n26 / text 1">
            <a:extLst xmlns:a="http://schemas.openxmlformats.org/drawingml/2006/main">
              <a:ext uri="{FF2B5EF4-FFF2-40B4-BE49-F238E27FC236}">
                <a16:creationId xmlns:a16="http://schemas.microsoft.com/office/drawing/2014/main" id="{8943E01C-D6EC-4803-BE23-452F1A63B751}"/>
              </a:ext>
            </a:extLst>
          </p:cNvPr>
          <p:cNvSpPr>
            <a:spLocks xmlns:a="http://schemas.openxmlformats.org/drawingml/2006/main" noGrp="1"/>
          </p:cNvSpPr>
          <p:nvPr/>
        </p:nvSpPr>
        <p:spPr>
          <a:xfrm xmlns:a="http://schemas.openxmlformats.org/drawingml/2006/main">
            <a:off x="10001250" y="882967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준비된 관계 읽기 / 미생산 범위는 생산 후 재조회</a:t>
            </a:r>
          </a:p>
        </p:txBody>
      </p:sp>
      <p:sp>
        <p:nvSpPr>
          <p:cNvPr id="27" name="dp45-comparison / n27 / path">
            <a:extLst xmlns:a="http://schemas.openxmlformats.org/drawingml/2006/main">
              <a:ext uri="{FF2B5EF4-FFF2-40B4-BE49-F238E27FC236}">
                <a16:creationId xmlns:a16="http://schemas.microsoft.com/office/drawing/2014/main" id="{928D67A4-0C93-444E-9986-380CA529DBE6}"/>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28" name="dp45-comparison / n28 / text 1">
            <a:extLst xmlns:a="http://schemas.openxmlformats.org/drawingml/2006/main">
              <a:ext uri="{FF2B5EF4-FFF2-40B4-BE49-F238E27FC236}">
                <a16:creationId xmlns:a16="http://schemas.microsoft.com/office/drawing/2014/main" id="{FB6932EB-B240-4557-885E-E79EA0394282}"/>
              </a:ext>
            </a:extLst>
          </p:cNvPr>
          <p:cNvSpPr>
            <a:spLocks xmlns:a="http://schemas.openxmlformats.org/drawingml/2006/main" noGrp="1"/>
          </p:cNvSpPr>
          <p:nvPr/>
        </p:nvSpPr>
        <p:spPr>
          <a:xfrm xmlns:a="http://schemas.openxmlformats.org/drawingml/2006/main">
            <a:off x="400050" y="906780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29" name="dp45-comparison / n29 / text 1">
            <a:extLst xmlns:a="http://schemas.openxmlformats.org/drawingml/2006/main">
              <a:ext uri="{FF2B5EF4-FFF2-40B4-BE49-F238E27FC236}">
                <a16:creationId xmlns:a16="http://schemas.microsoft.com/office/drawing/2014/main" id="{22C8B15A-A709-4F45-AAFD-70A809563449}"/>
              </a:ext>
            </a:extLst>
          </p:cNvPr>
          <p:cNvSpPr>
            <a:spLocks xmlns:a="http://schemas.openxmlformats.org/drawingml/2006/main" noGrp="1"/>
          </p:cNvSpPr>
          <p:nvPr/>
        </p:nvSpPr>
        <p:spPr>
          <a:xfrm xmlns:a="http://schemas.openxmlformats.org/drawingml/2006/main">
            <a:off x="2857500" y="906780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Request 구성과 cache 유지 / 부분 갱신 비용 포함</a:t>
            </a:r>
          </a:p>
        </p:txBody>
      </p:sp>
      <p:sp>
        <p:nvSpPr>
          <p:cNvPr id="30" name="dp45-comparison / n30 / text 1">
            <a:extLst xmlns:a="http://schemas.openxmlformats.org/drawingml/2006/main">
              <a:ext uri="{FF2B5EF4-FFF2-40B4-BE49-F238E27FC236}">
                <a16:creationId xmlns:a16="http://schemas.microsoft.com/office/drawing/2014/main" id="{5DF94932-D0B3-4310-B216-71E811A7A8E8}"/>
              </a:ext>
            </a:extLst>
          </p:cNvPr>
          <p:cNvSpPr>
            <a:spLocks xmlns:a="http://schemas.openxmlformats.org/drawingml/2006/main" noGrp="1"/>
          </p:cNvSpPr>
          <p:nvPr/>
        </p:nvSpPr>
        <p:spPr>
          <a:xfrm xmlns:a="http://schemas.openxmlformats.org/drawingml/2006/main">
            <a:off x="10001250" y="906780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초기 / 변경 / 미사용 생산 포함 / 반복 사용 시 상각</a:t>
            </a:r>
          </a:p>
        </p:txBody>
      </p:sp>
      <p:sp>
        <p:nvSpPr>
          <p:cNvPr id="31" name="dp45-comparison / n31 / path">
            <a:extLst xmlns:a="http://schemas.openxmlformats.org/drawingml/2006/main">
              <a:ext uri="{FF2B5EF4-FFF2-40B4-BE49-F238E27FC236}">
                <a16:creationId xmlns:a16="http://schemas.microsoft.com/office/drawing/2014/main" id="{2C3B58A1-1B8A-4AB9-86C2-CBEBC849B4A6}"/>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2" name="dp45-comparison / n32 / text 1">
            <a:extLst xmlns:a="http://schemas.openxmlformats.org/drawingml/2006/main">
              <a:ext uri="{FF2B5EF4-FFF2-40B4-BE49-F238E27FC236}">
                <a16:creationId xmlns:a16="http://schemas.microsoft.com/office/drawing/2014/main" id="{BBE2B579-D3D9-4F05-9B6E-2EDBFFF70952}"/>
              </a:ext>
            </a:extLst>
          </p:cNvPr>
          <p:cNvSpPr>
            <a:spLocks xmlns:a="http://schemas.openxmlformats.org/drawingml/2006/main" noGrp="1"/>
          </p:cNvSpPr>
          <p:nvPr/>
        </p:nvSpPr>
        <p:spPr>
          <a:xfrm xmlns:a="http://schemas.openxmlformats.org/drawingml/2006/main">
            <a:off x="400050" y="9305925"/>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3" name="dp45-comparison / n33 / text 1">
            <a:extLst xmlns:a="http://schemas.openxmlformats.org/drawingml/2006/main">
              <a:ext uri="{FF2B5EF4-FFF2-40B4-BE49-F238E27FC236}">
                <a16:creationId xmlns:a16="http://schemas.microsoft.com/office/drawing/2014/main" id="{7A8D3968-3B3C-49E4-BCC5-64A2F62D5033}"/>
              </a:ext>
            </a:extLst>
          </p:cNvPr>
          <p:cNvSpPr>
            <a:spLocks xmlns:a="http://schemas.openxmlformats.org/drawingml/2006/main" noGrp="1"/>
          </p:cNvSpPr>
          <p:nvPr/>
        </p:nvSpPr>
        <p:spPr>
          <a:xfrm xmlns:a="http://schemas.openxmlformats.org/drawingml/2006/main">
            <a:off x="2857500" y="9305925"/>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조회 지침과 adapter / cache 형식 변경 시 무효화</a:t>
            </a:r>
          </a:p>
        </p:txBody>
      </p:sp>
      <p:sp>
        <p:nvSpPr>
          <p:cNvPr id="34" name="dp45-comparison / n34 / text 1">
            <a:extLst xmlns:a="http://schemas.openxmlformats.org/drawingml/2006/main">
              <a:ext uri="{FF2B5EF4-FFF2-40B4-BE49-F238E27FC236}">
                <a16:creationId xmlns:a16="http://schemas.microsoft.com/office/drawing/2014/main" id="{B601C503-E2F8-4733-BFCD-AF73CE37CB1B}"/>
              </a:ext>
            </a:extLst>
          </p:cNvPr>
          <p:cNvSpPr>
            <a:spLocks xmlns:a="http://schemas.openxmlformats.org/drawingml/2006/main" noGrp="1"/>
          </p:cNvSpPr>
          <p:nvPr/>
        </p:nvSpPr>
        <p:spPr>
          <a:xfrm xmlns:a="http://schemas.openxmlformats.org/drawingml/2006/main">
            <a:off x="10001250" y="9305925"/>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관계 schema / producer와 reader 호환 / 재생산</a:t>
            </a:r>
          </a:p>
        </p:txBody>
      </p:sp>
      <p:sp>
        <p:nvSpPr>
          <p:cNvPr id="35" name="dp45-comparison / n35 / path">
            <a:extLst xmlns:a="http://schemas.openxmlformats.org/drawingml/2006/main">
              <a:ext uri="{FF2B5EF4-FFF2-40B4-BE49-F238E27FC236}">
                <a16:creationId xmlns:a16="http://schemas.microsoft.com/office/drawing/2014/main" id="{9D33E10B-6D7B-4874-93DF-91983168ED50}"/>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36" name="dp45-comparison / n36 / text 1">
            <a:extLst xmlns:a="http://schemas.openxmlformats.org/drawingml/2006/main">
              <a:ext uri="{FF2B5EF4-FFF2-40B4-BE49-F238E27FC236}">
                <a16:creationId xmlns:a16="http://schemas.microsoft.com/office/drawing/2014/main" id="{0F95DF3D-4D3F-40C2-BC25-AA685E1E9DF6}"/>
              </a:ext>
            </a:extLst>
          </p:cNvPr>
          <p:cNvSpPr>
            <a:spLocks xmlns:a="http://schemas.openxmlformats.org/drawingml/2006/main" noGrp="1"/>
          </p:cNvSpPr>
          <p:nvPr/>
        </p:nvSpPr>
        <p:spPr>
          <a:xfrm xmlns:a="http://schemas.openxmlformats.org/drawingml/2006/main">
            <a:off x="400050" y="9544050"/>
            <a:ext cx="23336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7" name="dp45-comparison / n37 / text 1">
            <a:extLst xmlns:a="http://schemas.openxmlformats.org/drawingml/2006/main">
              <a:ext uri="{FF2B5EF4-FFF2-40B4-BE49-F238E27FC236}">
                <a16:creationId xmlns:a16="http://schemas.microsoft.com/office/drawing/2014/main" id="{ACAD13CE-6C07-4497-8C07-768AF6CD00BB}"/>
              </a:ext>
            </a:extLst>
          </p:cNvPr>
          <p:cNvSpPr>
            <a:spLocks xmlns:a="http://schemas.openxmlformats.org/drawingml/2006/main" noGrp="1"/>
          </p:cNvSpPr>
          <p:nvPr/>
        </p:nvSpPr>
        <p:spPr>
          <a:xfrm xmlns:a="http://schemas.openxmlformats.org/drawingml/2006/main">
            <a:off x="2857500" y="9544050"/>
            <a:ext cx="6858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원본 읽기 view와 Request 수명의 묶음 / 선택 cache</a:t>
            </a:r>
          </a:p>
        </p:txBody>
      </p:sp>
      <p:sp>
        <p:nvSpPr>
          <p:cNvPr id="38" name="dp45-comparison / n38 / text 1">
            <a:extLst xmlns:a="http://schemas.openxmlformats.org/drawingml/2006/main">
              <a:ext uri="{FF2B5EF4-FFF2-40B4-BE49-F238E27FC236}">
                <a16:creationId xmlns:a16="http://schemas.microsoft.com/office/drawing/2014/main" id="{6AD50426-84F4-438A-911B-AF439A3A3D0E}"/>
              </a:ext>
            </a:extLst>
          </p:cNvPr>
          <p:cNvSpPr>
            <a:spLocks xmlns:a="http://schemas.openxmlformats.org/drawingml/2006/main" noGrp="1"/>
          </p:cNvSpPr>
          <p:nvPr/>
        </p:nvSpPr>
        <p:spPr>
          <a:xfrm xmlns:a="http://schemas.openxmlformats.org/drawingml/2006/main">
            <a:off x="10001250" y="9544050"/>
            <a:ext cx="7810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공통 관계 저장소와 Coverage / 미사용 관계도 유지</a:t>
            </a:r>
          </a:p>
        </p:txBody>
      </p:sp>
      <p:sp>
        <p:nvSpPr>
          <p:cNvPr id="39" name="dp45-comparison / n39 / text 1">
            <a:extLst xmlns:a="http://schemas.openxmlformats.org/drawingml/2006/main">
              <a:ext uri="{FF2B5EF4-FFF2-40B4-BE49-F238E27FC236}">
                <a16:creationId xmlns:a16="http://schemas.microsoft.com/office/drawing/2014/main" id="{09741ED3-4C43-439C-9C23-BD60383E2AAA}"/>
              </a:ext>
            </a:extLst>
          </p:cNvPr>
          <p:cNvSpPr>
            <a:spLocks xmlns:a="http://schemas.openxmlformats.org/drawingml/2006/main" noGrp="1"/>
          </p:cNvSpPr>
          <p:nvPr/>
        </p:nvSpPr>
        <p:spPr>
          <a:xfrm xmlns:a="http://schemas.openxmlformats.org/drawingml/2006/main">
            <a:off x="381000" y="9810750"/>
            <a:ext cx="175260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미선정 / 미측정. A cache의 같은 효과는 B 고유 이익을 줄인다. B+ 원본 조합 우회는 명시적 혼합안.</a:t>
            </a:r>
          </a:p>
        </p:txBody>
      </p:sp>
      <p:sp>
        <p:nvSpPr>
          <p:cNvPr id="40" name="dp45-comparison / n40 / text 1">
            <a:extLst xmlns:a="http://schemas.openxmlformats.org/drawingml/2006/main">
              <a:ext uri="{FF2B5EF4-FFF2-40B4-BE49-F238E27FC236}">
                <a16:creationId xmlns:a16="http://schemas.microsoft.com/office/drawing/2014/main" id="{440AD025-B785-48C2-A184-E02B6AF2247B}"/>
              </a:ext>
            </a:extLst>
          </p:cNvPr>
          <p:cNvSpPr>
            <a:spLocks xmlns:a="http://schemas.openxmlformats.org/drawingml/2006/main" noGrp="1"/>
          </p:cNvSpPr>
          <p:nvPr/>
        </p:nvSpPr>
        <p:spPr>
          <a:xfrm xmlns:a="http://schemas.openxmlformats.org/drawingml/2006/main">
            <a:off x="381000" y="10067925"/>
            <a:ext cx="17526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Reference: A LangChain Retrieval / B LangMem Background + Memory API / 본문 §9의 적용 범위와 한계</a:t>
            </a:r>
          </a:p>
        </p:txBody>
      </p:sp>
      <p:sp>
        <p:nvSpPr>
          <p:cNvPr id="41" name="dp45-comparison / legend_continuation_0">
            <a:extLst xmlns:a="http://schemas.openxmlformats.org/drawingml/2006/main">
              <a:ext uri="{FF2B5EF4-FFF2-40B4-BE49-F238E27FC236}">
                <a16:creationId xmlns:a16="http://schemas.microsoft.com/office/drawing/2014/main" id="{9C4B664D-D444-4BC7-B0D6-8AEF8132B3D8}"/>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5-comparison / legend_continuation_1 / text 1">
            <a:extLst xmlns:a="http://schemas.openxmlformats.org/drawingml/2006/main">
              <a:ext uri="{FF2B5EF4-FFF2-40B4-BE49-F238E27FC236}">
                <a16:creationId xmlns:a16="http://schemas.microsoft.com/office/drawing/2014/main" id="{F6040DA5-6766-46D3-898D-6556F9C25230}"/>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5-comparison / legend_continuation_2">
            <a:extLst xmlns:a="http://schemas.openxmlformats.org/drawingml/2006/main">
              <a:ext uri="{FF2B5EF4-FFF2-40B4-BE49-F238E27FC236}">
                <a16:creationId xmlns:a16="http://schemas.microsoft.com/office/drawing/2014/main" id="{6067826F-FC35-41F1-9EEA-16A922316E9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5-comparison / legend_continuation_3 / text 1">
            <a:extLst xmlns:a="http://schemas.openxmlformats.org/drawingml/2006/main">
              <a:ext uri="{FF2B5EF4-FFF2-40B4-BE49-F238E27FC236}">
                <a16:creationId xmlns:a16="http://schemas.microsoft.com/office/drawing/2014/main" id="{F940EF61-C6BA-47CD-8349-50C9C6C83F68}"/>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5-comparison / legend_continuation_4 / text 1">
            <a:extLst xmlns:a="http://schemas.openxmlformats.org/drawingml/2006/main">
              <a:ext uri="{FF2B5EF4-FFF2-40B4-BE49-F238E27FC236}">
                <a16:creationId xmlns:a16="http://schemas.microsoft.com/office/drawing/2014/main" id="{8459572A-12F2-4B32-B1D4-B70F9F18C56C}"/>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5-comparison / legend_continuation_5">
            <a:extLst xmlns:a="http://schemas.openxmlformats.org/drawingml/2006/main">
              <a:ext uri="{FF2B5EF4-FFF2-40B4-BE49-F238E27FC236}">
                <a16:creationId xmlns:a16="http://schemas.microsoft.com/office/drawing/2014/main" id="{9B99842E-F88D-4006-B22B-A57AA5BBC15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5-comparison / legend_continuation_6 / text 1">
            <a:extLst xmlns:a="http://schemas.openxmlformats.org/drawingml/2006/main">
              <a:ext uri="{FF2B5EF4-FFF2-40B4-BE49-F238E27FC236}">
                <a16:creationId xmlns:a16="http://schemas.microsoft.com/office/drawing/2014/main" id="{749CE019-96E9-433D-8D38-420033E3B35F}"/>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5-comparison / legend_continuation_7 / text 1">
            <a:extLst xmlns:a="http://schemas.openxmlformats.org/drawingml/2006/main">
              <a:ext uri="{FF2B5EF4-FFF2-40B4-BE49-F238E27FC236}">
                <a16:creationId xmlns:a16="http://schemas.microsoft.com/office/drawing/2014/main" id="{A26ECB5D-7AE4-42BD-AD5F-DE59151AF70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5-comparison / legend_continuation_8">
            <a:extLst xmlns:a="http://schemas.openxmlformats.org/drawingml/2006/main">
              <a:ext uri="{FF2B5EF4-FFF2-40B4-BE49-F238E27FC236}">
                <a16:creationId xmlns:a16="http://schemas.microsoft.com/office/drawing/2014/main" id="{F9B7818B-B2C9-4F43-A1D9-A345C4E7FB7C}"/>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5-comparison / legend_continuation_8 / fold">
            <a:extLst xmlns:a="http://schemas.openxmlformats.org/drawingml/2006/main">
              <a:ext uri="{FF2B5EF4-FFF2-40B4-BE49-F238E27FC236}">
                <a16:creationId xmlns:a16="http://schemas.microsoft.com/office/drawing/2014/main" id="{6A2DC598-18FE-44D6-826F-E3F32DEE6369}"/>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5-comparison / legend_continuation_9 / text 1">
            <a:extLst xmlns:a="http://schemas.openxmlformats.org/drawingml/2006/main">
              <a:ext uri="{FF2B5EF4-FFF2-40B4-BE49-F238E27FC236}">
                <a16:creationId xmlns:a16="http://schemas.microsoft.com/office/drawing/2014/main" id="{7C59A7E7-B1D0-4F2F-A8D5-E39CF1C9FCE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5-comparison / legend_continuation_10 / text 1">
            <a:extLst xmlns:a="http://schemas.openxmlformats.org/drawingml/2006/main">
              <a:ext uri="{FF2B5EF4-FFF2-40B4-BE49-F238E27FC236}">
                <a16:creationId xmlns:a16="http://schemas.microsoft.com/office/drawing/2014/main" id="{DF3AD842-9DBB-40B5-8159-7E5CBCF44355}"/>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5-comparison / legend_continuation_11">
            <a:extLst xmlns:a="http://schemas.openxmlformats.org/drawingml/2006/main">
              <a:ext uri="{FF2B5EF4-FFF2-40B4-BE49-F238E27FC236}">
                <a16:creationId xmlns:a16="http://schemas.microsoft.com/office/drawing/2014/main" id="{06A3214A-6E8B-4C37-9A5E-54DF4395B3D1}"/>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5-comparison / legend_continuation_12 / text 1">
            <a:extLst xmlns:a="http://schemas.openxmlformats.org/drawingml/2006/main">
              <a:ext uri="{FF2B5EF4-FFF2-40B4-BE49-F238E27FC236}">
                <a16:creationId xmlns:a16="http://schemas.microsoft.com/office/drawing/2014/main" id="{99A96383-C66B-409B-A0D9-EAE082A889BF}"/>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5-comparison / legend_continuation_13 / text 1">
            <a:extLst xmlns:a="http://schemas.openxmlformats.org/drawingml/2006/main">
              <a:ext uri="{FF2B5EF4-FFF2-40B4-BE49-F238E27FC236}">
                <a16:creationId xmlns:a16="http://schemas.microsoft.com/office/drawing/2014/main" id="{7C0CE6FF-7DCC-48E7-9314-5556A09947E7}"/>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5-comparison / legend_continuation_14">
            <a:extLst xmlns:a="http://schemas.openxmlformats.org/drawingml/2006/main">
              <a:ext uri="{FF2B5EF4-FFF2-40B4-BE49-F238E27FC236}">
                <a16:creationId xmlns:a16="http://schemas.microsoft.com/office/drawing/2014/main" id="{A0051BEC-CAD5-416A-B223-2B7ADCE2E507}"/>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5-comparison / legend_continuation_15 / text 1">
            <a:extLst xmlns:a="http://schemas.openxmlformats.org/drawingml/2006/main">
              <a:ext uri="{FF2B5EF4-FFF2-40B4-BE49-F238E27FC236}">
                <a16:creationId xmlns:a16="http://schemas.microsoft.com/office/drawing/2014/main" id="{B79E5CFA-6773-4595-81EC-D9FF7EF37BC4}"/>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5-comparison / legend_continuation_16 / text 1">
            <a:extLst xmlns:a="http://schemas.openxmlformats.org/drawingml/2006/main">
              <a:ext uri="{FF2B5EF4-FFF2-40B4-BE49-F238E27FC236}">
                <a16:creationId xmlns:a16="http://schemas.microsoft.com/office/drawing/2014/main" id="{76959A61-0B29-41A2-99F5-5B12CBAD5C0F}"/>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5-comparison / legend_continuation_17">
            <a:extLst xmlns:a="http://schemas.openxmlformats.org/drawingml/2006/main">
              <a:ext uri="{FF2B5EF4-FFF2-40B4-BE49-F238E27FC236}">
                <a16:creationId xmlns:a16="http://schemas.microsoft.com/office/drawing/2014/main" id="{AD5825EF-8259-4EFD-908D-D5B57314F3B3}"/>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5-comparison / legend_continuation_18 / text 1">
            <a:extLst xmlns:a="http://schemas.openxmlformats.org/drawingml/2006/main">
              <a:ext uri="{FF2B5EF4-FFF2-40B4-BE49-F238E27FC236}">
                <a16:creationId xmlns:a16="http://schemas.microsoft.com/office/drawing/2014/main" id="{4BBD1DF9-4F93-4453-A6BA-6DA8846A9CE6}"/>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5-comparison / legend_continuation_19 / text 1">
            <a:extLst xmlns:a="http://schemas.openxmlformats.org/drawingml/2006/main">
              <a:ext uri="{FF2B5EF4-FFF2-40B4-BE49-F238E27FC236}">
                <a16:creationId xmlns:a16="http://schemas.microsoft.com/office/drawing/2014/main" id="{D9C483BC-6BD6-418C-A531-40016459E995}"/>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5-comparison / legend_continuation_20 / path">
            <a:extLst xmlns:a="http://schemas.openxmlformats.org/drawingml/2006/main">
              <a:ext uri="{FF2B5EF4-FFF2-40B4-BE49-F238E27FC236}">
                <a16:creationId xmlns:a16="http://schemas.microsoft.com/office/drawing/2014/main" id="{844F7EA7-2281-4D35-A5BB-1750CE149AE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5-comparison / legend_continuation_20 / arrow">
            <a:extLst xmlns:a="http://schemas.openxmlformats.org/drawingml/2006/main">
              <a:ext uri="{FF2B5EF4-FFF2-40B4-BE49-F238E27FC236}">
                <a16:creationId xmlns:a16="http://schemas.microsoft.com/office/drawing/2014/main" id="{446AE336-7F9B-430A-B559-F1D32EDFA2AF}"/>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5-comparison / legend_continuation_21 / text 1">
            <a:extLst xmlns:a="http://schemas.openxmlformats.org/drawingml/2006/main">
              <a:ext uri="{FF2B5EF4-FFF2-40B4-BE49-F238E27FC236}">
                <a16:creationId xmlns:a16="http://schemas.microsoft.com/office/drawing/2014/main" id="{986E9A34-39D8-4D43-A561-4BAF6C183EAA}"/>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5-comparison / legend_continuation_22 / path">
            <a:extLst xmlns:a="http://schemas.openxmlformats.org/drawingml/2006/main">
              <a:ext uri="{FF2B5EF4-FFF2-40B4-BE49-F238E27FC236}">
                <a16:creationId xmlns:a16="http://schemas.microsoft.com/office/drawing/2014/main" id="{DF96F52B-4496-4F22-9802-B457657D88D1}"/>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5-comparison / legend_continuation_22 / arrow">
            <a:extLst xmlns:a="http://schemas.openxmlformats.org/drawingml/2006/main">
              <a:ext uri="{FF2B5EF4-FFF2-40B4-BE49-F238E27FC236}">
                <a16:creationId xmlns:a16="http://schemas.microsoft.com/office/drawing/2014/main" id="{3F83018E-A48E-4FF4-BEDE-5BE0A853F241}"/>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5-comparison / legend_continuation_23 / text 1">
            <a:extLst xmlns:a="http://schemas.openxmlformats.org/drawingml/2006/main">
              <a:ext uri="{FF2B5EF4-FFF2-40B4-BE49-F238E27FC236}">
                <a16:creationId xmlns:a16="http://schemas.microsoft.com/office/drawing/2014/main" id="{F8881E7C-681B-4AA5-9132-86695694CCDE}"/>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5-comparison / legend_continuation_24 / text 1">
            <a:extLst xmlns:a="http://schemas.openxmlformats.org/drawingml/2006/main">
              <a:ext uri="{FF2B5EF4-FFF2-40B4-BE49-F238E27FC236}">
                <a16:creationId xmlns:a16="http://schemas.microsoft.com/office/drawing/2014/main" id="{336D6C12-8F72-4AF1-8596-EA07E569E44E}"/>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5-comparison / legend_continuation_25">
            <a:extLst xmlns:a="http://schemas.openxmlformats.org/drawingml/2006/main">
              <a:ext uri="{FF2B5EF4-FFF2-40B4-BE49-F238E27FC236}">
                <a16:creationId xmlns:a16="http://schemas.microsoft.com/office/drawing/2014/main" id="{A1D5678D-835C-4EED-B16E-97D1BE8086FE}"/>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5-comparison / legend_continuation_26 / text 1">
            <a:extLst xmlns:a="http://schemas.openxmlformats.org/drawingml/2006/main">
              <a:ext uri="{FF2B5EF4-FFF2-40B4-BE49-F238E27FC236}">
                <a16:creationId xmlns:a16="http://schemas.microsoft.com/office/drawing/2014/main" id="{203CC53E-9E99-40E5-8047-1523DE84F0AC}"/>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5-comparison / legend_continuation_27 / text 1">
            <a:extLst xmlns:a="http://schemas.openxmlformats.org/drawingml/2006/main">
              <a:ext uri="{FF2B5EF4-FFF2-40B4-BE49-F238E27FC236}">
                <a16:creationId xmlns:a16="http://schemas.microsoft.com/office/drawing/2014/main" id="{D415AF75-1B81-40AB-8226-E2D720C87E9A}"/>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5-comparison / legend_continuation_28">
            <a:extLst xmlns:a="http://schemas.openxmlformats.org/drawingml/2006/main">
              <a:ext uri="{FF2B5EF4-FFF2-40B4-BE49-F238E27FC236}">
                <a16:creationId xmlns:a16="http://schemas.microsoft.com/office/drawing/2014/main" id="{BD7E38DE-0267-43B3-B646-2DB1611BF3B8}"/>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5-comparison / legend_continuation_29 / text 1">
            <a:extLst xmlns:a="http://schemas.openxmlformats.org/drawingml/2006/main">
              <a:ext uri="{FF2B5EF4-FFF2-40B4-BE49-F238E27FC236}">
                <a16:creationId xmlns:a16="http://schemas.microsoft.com/office/drawing/2014/main" id="{F564EB89-5B7A-4AAB-B70B-9E44115DABCB}"/>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5-comparison / legend_continuation_30 / text 1">
            <a:extLst xmlns:a="http://schemas.openxmlformats.org/drawingml/2006/main">
              <a:ext uri="{FF2B5EF4-FFF2-40B4-BE49-F238E27FC236}">
                <a16:creationId xmlns:a16="http://schemas.microsoft.com/office/drawing/2014/main" id="{37896095-FA61-4971-A7BC-5999024AF08D}"/>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5-comparison / n72">
            <a:extLst xmlns:a="http://schemas.openxmlformats.org/drawingml/2006/main">
              <a:ext uri="{FF2B5EF4-FFF2-40B4-BE49-F238E27FC236}">
                <a16:creationId xmlns:a16="http://schemas.microsoft.com/office/drawing/2014/main" id="{EDBB8967-FD66-4E9E-B26E-D21496D69EEA}"/>
              </a:ext>
            </a:extLst>
          </p:cNvPr>
          <p:cNvSpPr>
            <a:spLocks xmlns:a="http://schemas.openxmlformats.org/drawingml/2006/main" noGrp="1"/>
          </p:cNvSpPr>
          <p:nvPr/>
        </p:nvSpPr>
        <p:spPr>
          <a:xfrm xmlns:a="http://schemas.openxmlformats.org/drawingml/2006/main">
            <a:off x="166687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5-comparison / n73 / text 1">
            <a:extLst xmlns:a="http://schemas.openxmlformats.org/drawingml/2006/main">
              <a:ext uri="{FF2B5EF4-FFF2-40B4-BE49-F238E27FC236}">
                <a16:creationId xmlns:a16="http://schemas.microsoft.com/office/drawing/2014/main" id="{6AE6E6EB-6D0E-4FAF-A359-A3E841E45BB8}"/>
              </a:ext>
            </a:extLst>
          </p:cNvPr>
          <p:cNvSpPr>
            <a:spLocks xmlns:a="http://schemas.openxmlformats.org/drawingml/2006/main" noGrp="1"/>
          </p:cNvSpPr>
          <p:nvPr/>
        </p:nvSpPr>
        <p:spPr>
          <a:xfrm xmlns:a="http://schemas.openxmlformats.org/drawingml/2006/main">
            <a:off x="175260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77" name="dp45-comparison / n74">
            <a:extLst xmlns:a="http://schemas.openxmlformats.org/drawingml/2006/main">
              <a:ext uri="{FF2B5EF4-FFF2-40B4-BE49-F238E27FC236}">
                <a16:creationId xmlns:a16="http://schemas.microsoft.com/office/drawing/2014/main" id="{B881AE6B-F1CC-4C91-81D3-64F8C1002B30}"/>
              </a:ext>
            </a:extLst>
          </p:cNvPr>
          <p:cNvSpPr>
            <a:spLocks xmlns:a="http://schemas.openxmlformats.org/drawingml/2006/main" noGrp="1"/>
          </p:cNvSpPr>
          <p:nvPr/>
        </p:nvSpPr>
        <p:spPr>
          <a:xfrm xmlns:a="http://schemas.openxmlformats.org/drawingml/2006/main">
            <a:off x="457200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5-comparison / n75 / text 1">
            <a:extLst xmlns:a="http://schemas.openxmlformats.org/drawingml/2006/main">
              <a:ext uri="{FF2B5EF4-FFF2-40B4-BE49-F238E27FC236}">
                <a16:creationId xmlns:a16="http://schemas.microsoft.com/office/drawing/2014/main" id="{6F95E305-E8C6-41A9-A268-B0B295869025}"/>
              </a:ext>
            </a:extLst>
          </p:cNvPr>
          <p:cNvSpPr>
            <a:spLocks xmlns:a="http://schemas.openxmlformats.org/drawingml/2006/main" noGrp="1"/>
          </p:cNvSpPr>
          <p:nvPr/>
        </p:nvSpPr>
        <p:spPr>
          <a:xfrm xmlns:a="http://schemas.openxmlformats.org/drawingml/2006/main">
            <a:off x="465772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79" name="dp45-comparison / n76">
            <a:extLst xmlns:a="http://schemas.openxmlformats.org/drawingml/2006/main">
              <a:ext uri="{FF2B5EF4-FFF2-40B4-BE49-F238E27FC236}">
                <a16:creationId xmlns:a16="http://schemas.microsoft.com/office/drawing/2014/main" id="{29FFA2A9-4E94-4EAA-A7F7-00C06F0CD3A8}"/>
              </a:ext>
            </a:extLst>
          </p:cNvPr>
          <p:cNvSpPr>
            <a:spLocks xmlns:a="http://schemas.openxmlformats.org/drawingml/2006/main" noGrp="1"/>
          </p:cNvSpPr>
          <p:nvPr/>
        </p:nvSpPr>
        <p:spPr>
          <a:xfrm xmlns:a="http://schemas.openxmlformats.org/drawingml/2006/main">
            <a:off x="709612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5-comparison / n77 / text 1">
            <a:extLst xmlns:a="http://schemas.openxmlformats.org/drawingml/2006/main">
              <a:ext uri="{FF2B5EF4-FFF2-40B4-BE49-F238E27FC236}">
                <a16:creationId xmlns:a16="http://schemas.microsoft.com/office/drawing/2014/main" id="{795AA238-0EDD-4DEE-A01C-700065189F3D}"/>
              </a:ext>
            </a:extLst>
          </p:cNvPr>
          <p:cNvSpPr>
            <a:spLocks xmlns:a="http://schemas.openxmlformats.org/drawingml/2006/main" noGrp="1"/>
          </p:cNvSpPr>
          <p:nvPr/>
        </p:nvSpPr>
        <p:spPr>
          <a:xfrm xmlns:a="http://schemas.openxmlformats.org/drawingml/2006/main">
            <a:off x="718185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81" name="dp45-comparison / n88">
            <a:extLst xmlns:a="http://schemas.openxmlformats.org/drawingml/2006/main">
              <a:ext uri="{FF2B5EF4-FFF2-40B4-BE49-F238E27FC236}">
                <a16:creationId xmlns:a16="http://schemas.microsoft.com/office/drawing/2014/main" id="{862E52BA-81D8-4D83-849D-7B83456D1F2C}"/>
              </a:ext>
            </a:extLst>
          </p:cNvPr>
          <p:cNvSpPr>
            <a:spLocks xmlns:a="http://schemas.openxmlformats.org/drawingml/2006/main" noGrp="1"/>
          </p:cNvSpPr>
          <p:nvPr/>
        </p:nvSpPr>
        <p:spPr>
          <a:xfrm xmlns:a="http://schemas.openxmlformats.org/drawingml/2006/main">
            <a:off x="157162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5-comparison / n89 / text 1">
            <a:extLst xmlns:a="http://schemas.openxmlformats.org/drawingml/2006/main">
              <a:ext uri="{FF2B5EF4-FFF2-40B4-BE49-F238E27FC236}">
                <a16:creationId xmlns:a16="http://schemas.microsoft.com/office/drawing/2014/main" id="{77E66E14-8BEA-4853-860A-FFBDB90BC006}"/>
              </a:ext>
            </a:extLst>
          </p:cNvPr>
          <p:cNvSpPr>
            <a:spLocks xmlns:a="http://schemas.openxmlformats.org/drawingml/2006/main" noGrp="1"/>
          </p:cNvSpPr>
          <p:nvPr/>
        </p:nvSpPr>
        <p:spPr>
          <a:xfrm xmlns:a="http://schemas.openxmlformats.org/drawingml/2006/main">
            <a:off x="169545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83" name="dp45-comparison / n90">
            <a:extLst xmlns:a="http://schemas.openxmlformats.org/drawingml/2006/main">
              <a:ext uri="{FF2B5EF4-FFF2-40B4-BE49-F238E27FC236}">
                <a16:creationId xmlns:a16="http://schemas.microsoft.com/office/drawing/2014/main" id="{79DAEF86-897A-4228-8FA2-997CC4CCCAE6}"/>
              </a:ext>
            </a:extLst>
          </p:cNvPr>
          <p:cNvSpPr>
            <a:spLocks xmlns:a="http://schemas.openxmlformats.org/drawingml/2006/main" noGrp="1"/>
          </p:cNvSpPr>
          <p:nvPr/>
        </p:nvSpPr>
        <p:spPr>
          <a:xfrm xmlns:a="http://schemas.openxmlformats.org/drawingml/2006/main">
            <a:off x="185737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84" name="dp45-comparison / n91 / text 1">
            <a:extLst xmlns:a="http://schemas.openxmlformats.org/drawingml/2006/main">
              <a:ext uri="{FF2B5EF4-FFF2-40B4-BE49-F238E27FC236}">
                <a16:creationId xmlns:a16="http://schemas.microsoft.com/office/drawing/2014/main" id="{96388BE6-5002-4E1C-BA98-BCAC4860C7DF}"/>
              </a:ext>
            </a:extLst>
          </p:cNvPr>
          <p:cNvSpPr>
            <a:spLocks xmlns:a="http://schemas.openxmlformats.org/drawingml/2006/main" noGrp="1"/>
          </p:cNvSpPr>
          <p:nvPr/>
        </p:nvSpPr>
        <p:spPr>
          <a:xfrm xmlns:a="http://schemas.openxmlformats.org/drawingml/2006/main">
            <a:off x="194310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Context Composer</a:t>
            </a:r>
          </a:p>
        </p:txBody>
      </p:sp>
      <p:sp>
        <p:nvSpPr>
          <p:cNvPr id="85" name="dp45-comparison / n92">
            <a:extLst xmlns:a="http://schemas.openxmlformats.org/drawingml/2006/main">
              <a:ext uri="{FF2B5EF4-FFF2-40B4-BE49-F238E27FC236}">
                <a16:creationId xmlns:a16="http://schemas.microsoft.com/office/drawing/2014/main" id="{2F20C446-9F14-48CE-B5A7-DDDCE550DC1D}"/>
              </a:ext>
            </a:extLst>
          </p:cNvPr>
          <p:cNvSpPr>
            <a:spLocks xmlns:a="http://schemas.openxmlformats.org/drawingml/2006/main" noGrp="1"/>
          </p:cNvSpPr>
          <p:nvPr/>
        </p:nvSpPr>
        <p:spPr>
          <a:xfrm xmlns:a="http://schemas.openxmlformats.org/drawingml/2006/main">
            <a:off x="1857375" y="5191125"/>
            <a:ext cx="2571750" cy="38100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6" name="dp45-comparison / n93 / text 1">
            <a:extLst xmlns:a="http://schemas.openxmlformats.org/drawingml/2006/main">
              <a:ext uri="{FF2B5EF4-FFF2-40B4-BE49-F238E27FC236}">
                <a16:creationId xmlns:a16="http://schemas.microsoft.com/office/drawing/2014/main" id="{D10F3AD2-369D-42AA-AB19-EC3AF7BFF682}"/>
              </a:ext>
            </a:extLst>
          </p:cNvPr>
          <p:cNvSpPr>
            <a:spLocks xmlns:a="http://schemas.openxmlformats.org/drawingml/2006/main" noGrp="1"/>
          </p:cNvSpPr>
          <p:nvPr/>
        </p:nvSpPr>
        <p:spPr>
          <a:xfrm xmlns:a="http://schemas.openxmlformats.org/drawingml/2006/main">
            <a:off x="1943100" y="5284470"/>
            <a:ext cx="2400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Source View Cache</a:t>
            </a:r>
          </a:p>
        </p:txBody>
      </p:sp>
      <p:sp>
        <p:nvSpPr>
          <p:cNvPr id="87" name="dp45-comparison / n94">
            <a:extLst xmlns:a="http://schemas.openxmlformats.org/drawingml/2006/main">
              <a:ext uri="{FF2B5EF4-FFF2-40B4-BE49-F238E27FC236}">
                <a16:creationId xmlns:a16="http://schemas.microsoft.com/office/drawing/2014/main" id="{66C9334E-81EC-42D8-A104-C2914EAB28CF}"/>
              </a:ext>
            </a:extLst>
          </p:cNvPr>
          <p:cNvSpPr>
            <a:spLocks xmlns:a="http://schemas.openxmlformats.org/drawingml/2006/main" noGrp="1"/>
          </p:cNvSpPr>
          <p:nvPr/>
        </p:nvSpPr>
        <p:spPr>
          <a:xfrm xmlns:a="http://schemas.openxmlformats.org/drawingml/2006/main">
            <a:off x="5953125" y="5191125"/>
            <a:ext cx="2952750"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8" name="dp45-comparison / n95 / text 1">
            <a:extLst xmlns:a="http://schemas.openxmlformats.org/drawingml/2006/main">
              <a:ext uri="{FF2B5EF4-FFF2-40B4-BE49-F238E27FC236}">
                <a16:creationId xmlns:a16="http://schemas.microsoft.com/office/drawing/2014/main" id="{81C4F0A7-8150-497E-9E4E-C95863D3C15D}"/>
              </a:ext>
            </a:extLst>
          </p:cNvPr>
          <p:cNvSpPr>
            <a:spLocks xmlns:a="http://schemas.openxmlformats.org/drawingml/2006/main" noGrp="1"/>
          </p:cNvSpPr>
          <p:nvPr/>
        </p:nvSpPr>
        <p:spPr>
          <a:xfrm xmlns:a="http://schemas.openxmlformats.org/drawingml/2006/main">
            <a:off x="6038850" y="5284470"/>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Request Evidence Set</a:t>
            </a:r>
          </a:p>
        </p:txBody>
      </p:sp>
      <p:sp>
        <p:nvSpPr>
          <p:cNvPr id="89" name="dp45-comparison / n96 / path">
            <a:extLst xmlns:a="http://schemas.openxmlformats.org/drawingml/2006/main">
              <a:ext uri="{FF2B5EF4-FFF2-40B4-BE49-F238E27FC236}">
                <a16:creationId xmlns:a16="http://schemas.microsoft.com/office/drawing/2014/main" id="{D7B359DB-756C-4FCD-8CF3-ECEF169F02EC}"/>
              </a:ext>
            </a:extLst>
          </p:cNvPr>
          <p:cNvSpPr>
            <a:spLocks xmlns:a="http://schemas.openxmlformats.org/drawingml/2006/main" noGrp="1"/>
          </p:cNvSpPr>
          <p:nvPr/>
        </p:nvSpPr>
        <p:spPr>
          <a:xfrm xmlns:a="http://schemas.openxmlformats.org/drawingml/2006/main">
            <a:off x="390525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90" name="dp45-comparison / n96 / arrow">
            <a:extLst xmlns:a="http://schemas.openxmlformats.org/drawingml/2006/main">
              <a:ext uri="{FF2B5EF4-FFF2-40B4-BE49-F238E27FC236}">
                <a16:creationId xmlns:a16="http://schemas.microsoft.com/office/drawing/2014/main" id="{040CD6EA-226B-4805-A7D6-6B1BC6FF0AFA}"/>
              </a:ext>
            </a:extLst>
          </p:cNvPr>
          <p:cNvSpPr>
            <a:spLocks xmlns:a="http://schemas.openxmlformats.org/drawingml/2006/main" noGrp="1"/>
          </p:cNvSpPr>
          <p:nvPr/>
        </p:nvSpPr>
        <p:spPr>
          <a:xfrm xmlns:a="http://schemas.openxmlformats.org/drawingml/2006/main">
            <a:off x="663397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1" name="dp45-comparison / n97 / path">
            <a:extLst xmlns:a="http://schemas.openxmlformats.org/drawingml/2006/main">
              <a:ext uri="{FF2B5EF4-FFF2-40B4-BE49-F238E27FC236}">
                <a16:creationId xmlns:a16="http://schemas.microsoft.com/office/drawing/2014/main" id="{44877ABE-E164-4CC3-912B-E485B03FAEC5}"/>
              </a:ext>
            </a:extLst>
          </p:cNvPr>
          <p:cNvSpPr>
            <a:spLocks xmlns:a="http://schemas.openxmlformats.org/drawingml/2006/main" noGrp="1"/>
          </p:cNvSpPr>
          <p:nvPr/>
        </p:nvSpPr>
        <p:spPr>
          <a:xfrm xmlns:a="http://schemas.openxmlformats.org/drawingml/2006/main">
            <a:off x="394335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2" name="dp45-comparison / n97 / arrow">
            <a:extLst xmlns:a="http://schemas.openxmlformats.org/drawingml/2006/main">
              <a:ext uri="{FF2B5EF4-FFF2-40B4-BE49-F238E27FC236}">
                <a16:creationId xmlns:a16="http://schemas.microsoft.com/office/drawing/2014/main" id="{5C6352C2-826B-4565-B6A6-2EFEC030D618}"/>
              </a:ext>
            </a:extLst>
          </p:cNvPr>
          <p:cNvSpPr>
            <a:spLocks xmlns:a="http://schemas.openxmlformats.org/drawingml/2006/main" noGrp="1"/>
          </p:cNvSpPr>
          <p:nvPr/>
        </p:nvSpPr>
        <p:spPr>
          <a:xfrm xmlns:a="http://schemas.openxmlformats.org/drawingml/2006/main">
            <a:off x="390982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3" name="dp45-comparison / n98 / path">
            <a:extLst xmlns:a="http://schemas.openxmlformats.org/drawingml/2006/main">
              <a:ext uri="{FF2B5EF4-FFF2-40B4-BE49-F238E27FC236}">
                <a16:creationId xmlns:a16="http://schemas.microsoft.com/office/drawing/2014/main" id="{6B9219C0-D27F-4A5A-A9CD-027D8471AB13}"/>
              </a:ext>
            </a:extLst>
          </p:cNvPr>
          <p:cNvSpPr>
            <a:spLocks xmlns:a="http://schemas.openxmlformats.org/drawingml/2006/main" noGrp="1"/>
          </p:cNvSpPr>
          <p:nvPr/>
        </p:nvSpPr>
        <p:spPr>
          <a:xfrm xmlns:a="http://schemas.openxmlformats.org/drawingml/2006/main">
            <a:off x="414337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94" name="dp45-comparison / n98 / arrow">
            <a:extLst xmlns:a="http://schemas.openxmlformats.org/drawingml/2006/main">
              <a:ext uri="{FF2B5EF4-FFF2-40B4-BE49-F238E27FC236}">
                <a16:creationId xmlns:a16="http://schemas.microsoft.com/office/drawing/2014/main" id="{D6A7B91D-FD3B-4409-B67D-12A586BA9293}"/>
              </a:ext>
            </a:extLst>
          </p:cNvPr>
          <p:cNvSpPr>
            <a:spLocks xmlns:a="http://schemas.openxmlformats.org/drawingml/2006/main" noGrp="1"/>
          </p:cNvSpPr>
          <p:nvPr/>
        </p:nvSpPr>
        <p:spPr>
          <a:xfrm xmlns:a="http://schemas.openxmlformats.org/drawingml/2006/main">
            <a:off x="915809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5" name="dp45-comparison / n99 / path">
            <a:extLst xmlns:a="http://schemas.openxmlformats.org/drawingml/2006/main">
              <a:ext uri="{FF2B5EF4-FFF2-40B4-BE49-F238E27FC236}">
                <a16:creationId xmlns:a16="http://schemas.microsoft.com/office/drawing/2014/main" id="{6420D9D8-2A99-42A6-9C2F-CA31A1DFDFDC}"/>
              </a:ext>
            </a:extLst>
          </p:cNvPr>
          <p:cNvSpPr>
            <a:spLocks xmlns:a="http://schemas.openxmlformats.org/drawingml/2006/main" noGrp="1"/>
          </p:cNvSpPr>
          <p:nvPr/>
        </p:nvSpPr>
        <p:spPr>
          <a:xfrm xmlns:a="http://schemas.openxmlformats.org/drawingml/2006/main">
            <a:off x="418147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6" name="dp45-comparison / n99 / arrow">
            <a:extLst xmlns:a="http://schemas.openxmlformats.org/drawingml/2006/main">
              <a:ext uri="{FF2B5EF4-FFF2-40B4-BE49-F238E27FC236}">
                <a16:creationId xmlns:a16="http://schemas.microsoft.com/office/drawing/2014/main" id="{8768FD56-5C1E-4BC1-853A-01629EF8F678}"/>
              </a:ext>
            </a:extLst>
          </p:cNvPr>
          <p:cNvSpPr>
            <a:spLocks xmlns:a="http://schemas.openxmlformats.org/drawingml/2006/main" noGrp="1"/>
          </p:cNvSpPr>
          <p:nvPr/>
        </p:nvSpPr>
        <p:spPr>
          <a:xfrm xmlns:a="http://schemas.openxmlformats.org/drawingml/2006/main">
            <a:off x="414794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7" name="dp45-comparison / n102 / path">
            <a:extLst xmlns:a="http://schemas.openxmlformats.org/drawingml/2006/main">
              <a:ext uri="{FF2B5EF4-FFF2-40B4-BE49-F238E27FC236}">
                <a16:creationId xmlns:a16="http://schemas.microsoft.com/office/drawing/2014/main" id="{D09D7D16-3F15-4ACF-8E7B-03901D8E0BC7}"/>
              </a:ext>
            </a:extLst>
          </p:cNvPr>
          <p:cNvSpPr>
            <a:spLocks xmlns:a="http://schemas.openxmlformats.org/drawingml/2006/main" noGrp="1"/>
          </p:cNvSpPr>
          <p:nvPr/>
        </p:nvSpPr>
        <p:spPr>
          <a:xfrm xmlns:a="http://schemas.openxmlformats.org/drawingml/2006/main">
            <a:off x="2905125" y="4114800"/>
            <a:ext cx="953" cy="1076325"/>
          </a:xfrm>
          <a:custGeom xmlns:a="http://schemas.openxmlformats.org/drawingml/2006/main">
            <a:pathLst>
              <a:path w="953" h="1076325">
                <a:moveTo>
                  <a:pt x="0" y="0"/>
                </a:moveTo>
                <a:lnTo>
                  <a:pt x="0" y="1076325"/>
                </a:lnTo>
              </a:path>
            </a:pathLst>
          </a:custGeom>
          <a:noFill xmlns:a="http://schemas.openxmlformats.org/drawingml/2006/main"/>
          <a:ln xmlns:a="http://schemas.openxmlformats.org/drawingml/2006/main" w="10478">
            <a:solidFill>
              <a:srgbClr val="000000"/>
            </a:solidFill>
            <a:prstDash val="solid"/>
          </a:ln>
        </p:spPr>
      </p:sp>
      <p:sp>
        <p:nvSpPr>
          <p:cNvPr id="98" name="dp45-comparison / n102 / arrow">
            <a:extLst xmlns:a="http://schemas.openxmlformats.org/drawingml/2006/main">
              <a:ext uri="{FF2B5EF4-FFF2-40B4-BE49-F238E27FC236}">
                <a16:creationId xmlns:a16="http://schemas.microsoft.com/office/drawing/2014/main" id="{176FFC31-762A-4B05-A625-83A58C062811}"/>
              </a:ext>
            </a:extLst>
          </p:cNvPr>
          <p:cNvSpPr>
            <a:spLocks xmlns:a="http://schemas.openxmlformats.org/drawingml/2006/main" noGrp="1"/>
          </p:cNvSpPr>
          <p:nvPr/>
        </p:nvSpPr>
        <p:spPr>
          <a:xfrm xmlns:a="http://schemas.openxmlformats.org/drawingml/2006/main">
            <a:off x="2871597"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9" name="dp45-comparison / n103 / path">
            <a:extLst xmlns:a="http://schemas.openxmlformats.org/drawingml/2006/main">
              <a:ext uri="{FF2B5EF4-FFF2-40B4-BE49-F238E27FC236}">
                <a16:creationId xmlns:a16="http://schemas.microsoft.com/office/drawing/2014/main" id="{9C710B6D-FE7B-4867-AB9C-99674C47017E}"/>
              </a:ext>
            </a:extLst>
          </p:cNvPr>
          <p:cNvSpPr>
            <a:spLocks xmlns:a="http://schemas.openxmlformats.org/drawingml/2006/main" noGrp="1"/>
          </p:cNvSpPr>
          <p:nvPr/>
        </p:nvSpPr>
        <p:spPr>
          <a:xfrm xmlns:a="http://schemas.openxmlformats.org/drawingml/2006/main">
            <a:off x="3381375" y="4114800"/>
            <a:ext cx="953" cy="1076325"/>
          </a:xfrm>
          <a:custGeom xmlns:a="http://schemas.openxmlformats.org/drawingml/2006/main">
            <a:pathLst>
              <a:path w="953" h="1076325">
                <a:moveTo>
                  <a:pt x="0" y="1076325"/>
                </a:moveTo>
                <a:lnTo>
                  <a:pt x="0" y="0"/>
                </a:lnTo>
              </a:path>
            </a:pathLst>
          </a:custGeom>
          <a:noFill xmlns:a="http://schemas.openxmlformats.org/drawingml/2006/main"/>
          <a:ln xmlns:a="http://schemas.openxmlformats.org/drawingml/2006/main" w="10478">
            <a:solidFill>
              <a:srgbClr val="000000"/>
            </a:solidFill>
            <a:prstDash val="dash"/>
          </a:ln>
        </p:spPr>
      </p:sp>
      <p:sp>
        <p:nvSpPr>
          <p:cNvPr id="100" name="dp45-comparison / n103 / arrow">
            <a:extLst xmlns:a="http://schemas.openxmlformats.org/drawingml/2006/main">
              <a:ext uri="{FF2B5EF4-FFF2-40B4-BE49-F238E27FC236}">
                <a16:creationId xmlns:a16="http://schemas.microsoft.com/office/drawing/2014/main" id="{7A0B15AC-4112-4424-B315-703914DAFC18}"/>
              </a:ext>
            </a:extLst>
          </p:cNvPr>
          <p:cNvSpPr>
            <a:spLocks xmlns:a="http://schemas.openxmlformats.org/drawingml/2006/main" noGrp="1"/>
          </p:cNvSpPr>
          <p:nvPr/>
        </p:nvSpPr>
        <p:spPr>
          <a:xfrm xmlns:a="http://schemas.openxmlformats.org/drawingml/2006/main">
            <a:off x="33478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01" name="dp45-comparison / n108 / path">
            <a:extLst xmlns:a="http://schemas.openxmlformats.org/drawingml/2006/main">
              <a:ext uri="{FF2B5EF4-FFF2-40B4-BE49-F238E27FC236}">
                <a16:creationId xmlns:a16="http://schemas.microsoft.com/office/drawing/2014/main" id="{F4EC5E1A-2A74-42ED-A4C2-7A3EDF03708C}"/>
              </a:ext>
            </a:extLst>
          </p:cNvPr>
          <p:cNvSpPr>
            <a:spLocks xmlns:a="http://schemas.openxmlformats.org/drawingml/2006/main" noGrp="1"/>
          </p:cNvSpPr>
          <p:nvPr/>
        </p:nvSpPr>
        <p:spPr>
          <a:xfrm xmlns:a="http://schemas.openxmlformats.org/drawingml/2006/main">
            <a:off x="4429125" y="3933825"/>
            <a:ext cx="3000375" cy="1257300"/>
          </a:xfrm>
          <a:custGeom xmlns:a="http://schemas.openxmlformats.org/drawingml/2006/main">
            <a:pathLst>
              <a:path w="3000375" h="1257300">
                <a:moveTo>
                  <a:pt x="0" y="0"/>
                </a:moveTo>
                <a:lnTo>
                  <a:pt x="381000" y="0"/>
                </a:lnTo>
                <a:lnTo>
                  <a:pt x="381000" y="1181100"/>
                </a:lnTo>
                <a:lnTo>
                  <a:pt x="3000375" y="1181100"/>
                </a:lnTo>
                <a:lnTo>
                  <a:pt x="3000375" y="1257300"/>
                </a:lnTo>
              </a:path>
            </a:pathLst>
          </a:custGeom>
          <a:noFill xmlns:a="http://schemas.openxmlformats.org/drawingml/2006/main"/>
          <a:ln xmlns:a="http://schemas.openxmlformats.org/drawingml/2006/main" w="10478">
            <a:solidFill>
              <a:srgbClr val="B8753F"/>
            </a:solidFill>
            <a:prstDash val="solid"/>
          </a:ln>
        </p:spPr>
      </p:sp>
      <p:sp>
        <p:nvSpPr>
          <p:cNvPr id="102" name="dp45-comparison / n108 / arrow">
            <a:extLst xmlns:a="http://schemas.openxmlformats.org/drawingml/2006/main">
              <a:ext uri="{FF2B5EF4-FFF2-40B4-BE49-F238E27FC236}">
                <a16:creationId xmlns:a16="http://schemas.microsoft.com/office/drawing/2014/main" id="{E12143EE-16A5-42C1-9BBB-30992D3FFA4E}"/>
              </a:ext>
            </a:extLst>
          </p:cNvPr>
          <p:cNvSpPr>
            <a:spLocks xmlns:a="http://schemas.openxmlformats.org/drawingml/2006/main" noGrp="1"/>
          </p:cNvSpPr>
          <p:nvPr/>
        </p:nvSpPr>
        <p:spPr>
          <a:xfrm xmlns:a="http://schemas.openxmlformats.org/drawingml/2006/main">
            <a:off x="7395972"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3" name="dp45-comparison / n109 / path">
            <a:extLst xmlns:a="http://schemas.openxmlformats.org/drawingml/2006/main">
              <a:ext uri="{FF2B5EF4-FFF2-40B4-BE49-F238E27FC236}">
                <a16:creationId xmlns:a16="http://schemas.microsoft.com/office/drawing/2014/main" id="{151130CB-2D1B-4EA1-A1C4-782B311685BE}"/>
              </a:ext>
            </a:extLst>
          </p:cNvPr>
          <p:cNvSpPr>
            <a:spLocks xmlns:a="http://schemas.openxmlformats.org/drawingml/2006/main" noGrp="1"/>
          </p:cNvSpPr>
          <p:nvPr/>
        </p:nvSpPr>
        <p:spPr>
          <a:xfrm xmlns:a="http://schemas.openxmlformats.org/drawingml/2006/main">
            <a:off x="4429125" y="4029075"/>
            <a:ext cx="3143250" cy="1162050"/>
          </a:xfrm>
          <a:custGeom xmlns:a="http://schemas.openxmlformats.org/drawingml/2006/main">
            <a:pathLst>
              <a:path w="3143250" h="1162050">
                <a:moveTo>
                  <a:pt x="3143250" y="1162050"/>
                </a:moveTo>
                <a:lnTo>
                  <a:pt x="3143250" y="1038225"/>
                </a:lnTo>
                <a:lnTo>
                  <a:pt x="476250" y="1038225"/>
                </a:lnTo>
                <a:lnTo>
                  <a:pt x="476250" y="0"/>
                </a:lnTo>
                <a:lnTo>
                  <a:pt x="0" y="0"/>
                </a:lnTo>
              </a:path>
            </a:pathLst>
          </a:custGeom>
          <a:noFill xmlns:a="http://schemas.openxmlformats.org/drawingml/2006/main"/>
          <a:ln xmlns:a="http://schemas.openxmlformats.org/drawingml/2006/main" w="10478">
            <a:solidFill>
              <a:srgbClr val="B8753F"/>
            </a:solidFill>
            <a:prstDash val="dash"/>
          </a:ln>
        </p:spPr>
      </p:sp>
      <p:sp>
        <p:nvSpPr>
          <p:cNvPr id="104" name="dp45-comparison / n109 / arrow">
            <a:extLst xmlns:a="http://schemas.openxmlformats.org/drawingml/2006/main">
              <a:ext uri="{FF2B5EF4-FFF2-40B4-BE49-F238E27FC236}">
                <a16:creationId xmlns:a16="http://schemas.microsoft.com/office/drawing/2014/main" id="{87EFDF25-C509-4CC0-969A-2436C22B7E4E}"/>
              </a:ext>
            </a:extLst>
          </p:cNvPr>
          <p:cNvSpPr>
            <a:spLocks xmlns:a="http://schemas.openxmlformats.org/drawingml/2006/main" noGrp="1"/>
          </p:cNvSpPr>
          <p:nvPr/>
        </p:nvSpPr>
        <p:spPr>
          <a:xfrm xmlns:a="http://schemas.openxmlformats.org/drawingml/2006/main">
            <a:off x="4429125" y="3995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5" name="dp45-comparison / n116 / path">
            <a:extLst xmlns:a="http://schemas.openxmlformats.org/drawingml/2006/main">
              <a:ext uri="{FF2B5EF4-FFF2-40B4-BE49-F238E27FC236}">
                <a16:creationId xmlns:a16="http://schemas.microsoft.com/office/drawing/2014/main" id="{FF0719B1-BB45-47FB-89B0-8D4854BFB652}"/>
              </a:ext>
            </a:extLst>
          </p:cNvPr>
          <p:cNvSpPr>
            <a:spLocks xmlns:a="http://schemas.openxmlformats.org/drawingml/2006/main" noGrp="1"/>
          </p:cNvSpPr>
          <p:nvPr/>
        </p:nvSpPr>
        <p:spPr>
          <a:xfrm xmlns:a="http://schemas.openxmlformats.org/drawingml/2006/main">
            <a:off x="1447800" y="2562225"/>
            <a:ext cx="409575" cy="1371600"/>
          </a:xfrm>
          <a:custGeom xmlns:a="http://schemas.openxmlformats.org/drawingml/2006/main">
            <a:pathLst>
              <a:path w="409575" h="1371600">
                <a:moveTo>
                  <a:pt x="219075" y="0"/>
                </a:moveTo>
                <a:lnTo>
                  <a:pt x="0" y="0"/>
                </a:lnTo>
                <a:lnTo>
                  <a:pt x="0" y="1371600"/>
                </a:lnTo>
                <a:lnTo>
                  <a:pt x="409575" y="1371600"/>
                </a:lnTo>
              </a:path>
            </a:pathLst>
          </a:custGeom>
          <a:noFill xmlns:a="http://schemas.openxmlformats.org/drawingml/2006/main"/>
          <a:ln xmlns:a="http://schemas.openxmlformats.org/drawingml/2006/main" w="10478">
            <a:solidFill>
              <a:srgbClr val="B8753F"/>
            </a:solidFill>
            <a:prstDash val="solid"/>
          </a:ln>
        </p:spPr>
      </p:sp>
      <p:sp>
        <p:nvSpPr>
          <p:cNvPr id="106" name="dp45-comparison / n116 / arrow">
            <a:extLst xmlns:a="http://schemas.openxmlformats.org/drawingml/2006/main">
              <a:ext uri="{FF2B5EF4-FFF2-40B4-BE49-F238E27FC236}">
                <a16:creationId xmlns:a16="http://schemas.microsoft.com/office/drawing/2014/main" id="{53690F01-1478-4A61-863E-43C72B6D4413}"/>
              </a:ext>
            </a:extLst>
          </p:cNvPr>
          <p:cNvSpPr>
            <a:spLocks xmlns:a="http://schemas.openxmlformats.org/drawingml/2006/main" noGrp="1"/>
          </p:cNvSpPr>
          <p:nvPr/>
        </p:nvSpPr>
        <p:spPr>
          <a:xfrm xmlns:a="http://schemas.openxmlformats.org/drawingml/2006/main">
            <a:off x="1790319" y="39002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7" name="dp45-comparison / n117 / path">
            <a:extLst xmlns:a="http://schemas.openxmlformats.org/drawingml/2006/main">
              <a:ext uri="{FF2B5EF4-FFF2-40B4-BE49-F238E27FC236}">
                <a16:creationId xmlns:a16="http://schemas.microsoft.com/office/drawing/2014/main" id="{4D371327-C6F6-4508-9137-AFE2DBE350BF}"/>
              </a:ext>
            </a:extLst>
          </p:cNvPr>
          <p:cNvSpPr>
            <a:spLocks xmlns:a="http://schemas.openxmlformats.org/drawingml/2006/main" noGrp="1"/>
          </p:cNvSpPr>
          <p:nvPr/>
        </p:nvSpPr>
        <p:spPr>
          <a:xfrm xmlns:a="http://schemas.openxmlformats.org/drawingml/2006/main">
            <a:off x="1524000" y="2638425"/>
            <a:ext cx="333375" cy="1381125"/>
          </a:xfrm>
          <a:custGeom xmlns:a="http://schemas.openxmlformats.org/drawingml/2006/main">
            <a:pathLst>
              <a:path w="333375" h="1381125">
                <a:moveTo>
                  <a:pt x="333375" y="1381125"/>
                </a:moveTo>
                <a:lnTo>
                  <a:pt x="0" y="138112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108" name="dp45-comparison / n117 / arrow">
            <a:extLst xmlns:a="http://schemas.openxmlformats.org/drawingml/2006/main">
              <a:ext uri="{FF2B5EF4-FFF2-40B4-BE49-F238E27FC236}">
                <a16:creationId xmlns:a16="http://schemas.microsoft.com/office/drawing/2014/main" id="{36F7B903-B03F-4E76-9045-B10328BF6E11}"/>
              </a:ext>
            </a:extLst>
          </p:cNvPr>
          <p:cNvSpPr>
            <a:spLocks xmlns:a="http://schemas.openxmlformats.org/drawingml/2006/main" noGrp="1"/>
          </p:cNvSpPr>
          <p:nvPr/>
        </p:nvSpPr>
        <p:spPr>
          <a:xfrm xmlns:a="http://schemas.openxmlformats.org/drawingml/2006/main">
            <a:off x="159981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9" name="dp45-comparison / n120">
            <a:extLst xmlns:a="http://schemas.openxmlformats.org/drawingml/2006/main">
              <a:ext uri="{FF2B5EF4-FFF2-40B4-BE49-F238E27FC236}">
                <a16:creationId xmlns:a16="http://schemas.microsoft.com/office/drawing/2014/main" id="{B4A43EE1-C5F2-42F1-8C78-1899D2B5C494}"/>
              </a:ext>
            </a:extLst>
          </p:cNvPr>
          <p:cNvSpPr>
            <a:spLocks xmlns:a="http://schemas.openxmlformats.org/drawingml/2006/main" noGrp="1"/>
          </p:cNvSpPr>
          <p:nvPr/>
        </p:nvSpPr>
        <p:spPr>
          <a:xfrm xmlns:a="http://schemas.openxmlformats.org/drawingml/2006/main">
            <a:off x="185737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5-comparison / n121 / text 1">
            <a:extLst xmlns:a="http://schemas.openxmlformats.org/drawingml/2006/main">
              <a:ext uri="{FF2B5EF4-FFF2-40B4-BE49-F238E27FC236}">
                <a16:creationId xmlns:a16="http://schemas.microsoft.com/office/drawing/2014/main" id="{7A94E2CC-C1EB-4B20-84DB-1B9F27A0ACE8}"/>
              </a:ext>
            </a:extLst>
          </p:cNvPr>
          <p:cNvSpPr>
            <a:spLocks xmlns:a="http://schemas.openxmlformats.org/drawingml/2006/main" noGrp="1"/>
          </p:cNvSpPr>
          <p:nvPr/>
        </p:nvSpPr>
        <p:spPr>
          <a:xfrm xmlns:a="http://schemas.openxmlformats.org/drawingml/2006/main">
            <a:off x="194310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111" name="dp45-comparison / n122">
            <a:extLst xmlns:a="http://schemas.openxmlformats.org/drawingml/2006/main">
              <a:ext uri="{FF2B5EF4-FFF2-40B4-BE49-F238E27FC236}">
                <a16:creationId xmlns:a16="http://schemas.microsoft.com/office/drawing/2014/main" id="{D6A8F2B5-DA06-478B-8EAC-411EBE14467E}"/>
              </a:ext>
            </a:extLst>
          </p:cNvPr>
          <p:cNvSpPr>
            <a:spLocks xmlns:a="http://schemas.openxmlformats.org/drawingml/2006/main" noGrp="1"/>
          </p:cNvSpPr>
          <p:nvPr/>
        </p:nvSpPr>
        <p:spPr>
          <a:xfrm xmlns:a="http://schemas.openxmlformats.org/drawingml/2006/main">
            <a:off x="633412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12" name="dp45-comparison / n123 / text 1">
            <a:extLst xmlns:a="http://schemas.openxmlformats.org/drawingml/2006/main">
              <a:ext uri="{FF2B5EF4-FFF2-40B4-BE49-F238E27FC236}">
                <a16:creationId xmlns:a16="http://schemas.microsoft.com/office/drawing/2014/main" id="{784E6D1E-C5A8-4CC3-A4B7-F269B80E3379}"/>
              </a:ext>
            </a:extLst>
          </p:cNvPr>
          <p:cNvSpPr>
            <a:spLocks xmlns:a="http://schemas.openxmlformats.org/drawingml/2006/main" noGrp="1"/>
          </p:cNvSpPr>
          <p:nvPr/>
        </p:nvSpPr>
        <p:spPr>
          <a:xfrm xmlns:a="http://schemas.openxmlformats.org/drawingml/2006/main">
            <a:off x="641985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113" name="dp45-comparison / n124 / path">
            <a:extLst xmlns:a="http://schemas.openxmlformats.org/drawingml/2006/main">
              <a:ext uri="{FF2B5EF4-FFF2-40B4-BE49-F238E27FC236}">
                <a16:creationId xmlns:a16="http://schemas.microsoft.com/office/drawing/2014/main" id="{E3D8BEDD-5129-4F40-BFB2-0E4E662B646B}"/>
              </a:ext>
            </a:extLst>
          </p:cNvPr>
          <p:cNvSpPr>
            <a:spLocks xmlns:a="http://schemas.openxmlformats.org/drawingml/2006/main" noGrp="1"/>
          </p:cNvSpPr>
          <p:nvPr/>
        </p:nvSpPr>
        <p:spPr>
          <a:xfrm xmlns:a="http://schemas.openxmlformats.org/drawingml/2006/main">
            <a:off x="163830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114" name="dp45-comparison / n124 / arrow">
            <a:extLst xmlns:a="http://schemas.openxmlformats.org/drawingml/2006/main">
              <a:ext uri="{FF2B5EF4-FFF2-40B4-BE49-F238E27FC236}">
                <a16:creationId xmlns:a16="http://schemas.microsoft.com/office/drawing/2014/main" id="{879A7D0F-F6C9-4F53-B2E8-5C1B8D80500C}"/>
              </a:ext>
            </a:extLst>
          </p:cNvPr>
          <p:cNvSpPr>
            <a:spLocks xmlns:a="http://schemas.openxmlformats.org/drawingml/2006/main" noGrp="1"/>
          </p:cNvSpPr>
          <p:nvPr/>
        </p:nvSpPr>
        <p:spPr>
          <a:xfrm xmlns:a="http://schemas.openxmlformats.org/drawingml/2006/main">
            <a:off x="179031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5" name="dp45-comparison / n125 / path">
            <a:extLst xmlns:a="http://schemas.openxmlformats.org/drawingml/2006/main">
              <a:ext uri="{FF2B5EF4-FFF2-40B4-BE49-F238E27FC236}">
                <a16:creationId xmlns:a16="http://schemas.microsoft.com/office/drawing/2014/main" id="{78AA5789-6A21-4255-B8EB-625C964AC4C9}"/>
              </a:ext>
            </a:extLst>
          </p:cNvPr>
          <p:cNvSpPr>
            <a:spLocks xmlns:a="http://schemas.openxmlformats.org/drawingml/2006/main" noGrp="1"/>
          </p:cNvSpPr>
          <p:nvPr/>
        </p:nvSpPr>
        <p:spPr>
          <a:xfrm xmlns:a="http://schemas.openxmlformats.org/drawingml/2006/main">
            <a:off x="171450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116" name="dp45-comparison / n125 / arrow">
            <a:extLst xmlns:a="http://schemas.openxmlformats.org/drawingml/2006/main">
              <a:ext uri="{FF2B5EF4-FFF2-40B4-BE49-F238E27FC236}">
                <a16:creationId xmlns:a16="http://schemas.microsoft.com/office/drawing/2014/main" id="{9252D5C7-3FAD-44B2-85AE-D5F2D500E7B7}"/>
              </a:ext>
            </a:extLst>
          </p:cNvPr>
          <p:cNvSpPr>
            <a:spLocks xmlns:a="http://schemas.openxmlformats.org/drawingml/2006/main" noGrp="1"/>
          </p:cNvSpPr>
          <p:nvPr/>
        </p:nvSpPr>
        <p:spPr>
          <a:xfrm xmlns:a="http://schemas.openxmlformats.org/drawingml/2006/main">
            <a:off x="179031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7" name="dp45-comparison / n126 / path">
            <a:extLst xmlns:a="http://schemas.openxmlformats.org/drawingml/2006/main">
              <a:ext uri="{FF2B5EF4-FFF2-40B4-BE49-F238E27FC236}">
                <a16:creationId xmlns:a16="http://schemas.microsoft.com/office/drawing/2014/main" id="{8DB03CD2-36B1-4913-9B7F-08F9F61845B3}"/>
              </a:ext>
            </a:extLst>
          </p:cNvPr>
          <p:cNvSpPr>
            <a:spLocks xmlns:a="http://schemas.openxmlformats.org/drawingml/2006/main" noGrp="1"/>
          </p:cNvSpPr>
          <p:nvPr/>
        </p:nvSpPr>
        <p:spPr>
          <a:xfrm xmlns:a="http://schemas.openxmlformats.org/drawingml/2006/main">
            <a:off x="442912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18" name="dp45-comparison / n126 / arrow">
            <a:extLst xmlns:a="http://schemas.openxmlformats.org/drawingml/2006/main">
              <a:ext uri="{FF2B5EF4-FFF2-40B4-BE49-F238E27FC236}">
                <a16:creationId xmlns:a16="http://schemas.microsoft.com/office/drawing/2014/main" id="{41F501EB-D5CB-47AC-A1B2-DEC83D392A58}"/>
              </a:ext>
            </a:extLst>
          </p:cNvPr>
          <p:cNvSpPr>
            <a:spLocks xmlns:a="http://schemas.openxmlformats.org/drawingml/2006/main" noGrp="1"/>
          </p:cNvSpPr>
          <p:nvPr/>
        </p:nvSpPr>
        <p:spPr>
          <a:xfrm xmlns:a="http://schemas.openxmlformats.org/drawingml/2006/main">
            <a:off x="626706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9" name="dp45-comparison / n127 / path">
            <a:extLst xmlns:a="http://schemas.openxmlformats.org/drawingml/2006/main">
              <a:ext uri="{FF2B5EF4-FFF2-40B4-BE49-F238E27FC236}">
                <a16:creationId xmlns:a16="http://schemas.microsoft.com/office/drawing/2014/main" id="{F314221A-781F-47EF-8B76-CE33BF7CFCC5}"/>
              </a:ext>
            </a:extLst>
          </p:cNvPr>
          <p:cNvSpPr>
            <a:spLocks xmlns:a="http://schemas.openxmlformats.org/drawingml/2006/main" noGrp="1"/>
          </p:cNvSpPr>
          <p:nvPr/>
        </p:nvSpPr>
        <p:spPr>
          <a:xfrm xmlns:a="http://schemas.openxmlformats.org/drawingml/2006/main">
            <a:off x="442912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120" name="dp45-comparison / n127 / arrow">
            <a:extLst xmlns:a="http://schemas.openxmlformats.org/drawingml/2006/main">
              <a:ext uri="{FF2B5EF4-FFF2-40B4-BE49-F238E27FC236}">
                <a16:creationId xmlns:a16="http://schemas.microsoft.com/office/drawing/2014/main" id="{56079DA8-0ED8-4C67-8DD7-332EAF0455B5}"/>
              </a:ext>
            </a:extLst>
          </p:cNvPr>
          <p:cNvSpPr>
            <a:spLocks xmlns:a="http://schemas.openxmlformats.org/drawingml/2006/main" noGrp="1"/>
          </p:cNvSpPr>
          <p:nvPr/>
        </p:nvSpPr>
        <p:spPr>
          <a:xfrm xmlns:a="http://schemas.openxmlformats.org/drawingml/2006/main">
            <a:off x="442912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5-comparison / n130 / path">
            <a:extLst xmlns:a="http://schemas.openxmlformats.org/drawingml/2006/main">
              <a:ext uri="{FF2B5EF4-FFF2-40B4-BE49-F238E27FC236}">
                <a16:creationId xmlns:a16="http://schemas.microsoft.com/office/drawing/2014/main" id="{C874EBF8-D9CB-42D9-ACD7-A1C1641D50D9}"/>
              </a:ext>
            </a:extLst>
          </p:cNvPr>
          <p:cNvSpPr>
            <a:spLocks xmlns:a="http://schemas.openxmlformats.org/drawingml/2006/main" noGrp="1"/>
          </p:cNvSpPr>
          <p:nvPr/>
        </p:nvSpPr>
        <p:spPr>
          <a:xfrm xmlns:a="http://schemas.openxmlformats.org/drawingml/2006/main">
            <a:off x="157162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2" name="dp45-comparison / n133">
            <a:extLst xmlns:a="http://schemas.openxmlformats.org/drawingml/2006/main">
              <a:ext uri="{FF2B5EF4-FFF2-40B4-BE49-F238E27FC236}">
                <a16:creationId xmlns:a16="http://schemas.microsoft.com/office/drawing/2014/main" id="{F0EC092A-497C-480F-96C4-CF3129A6E74F}"/>
              </a:ext>
            </a:extLst>
          </p:cNvPr>
          <p:cNvSpPr>
            <a:spLocks xmlns:a="http://schemas.openxmlformats.org/drawingml/2006/main" noGrp="1"/>
          </p:cNvSpPr>
          <p:nvPr/>
        </p:nvSpPr>
        <p:spPr>
          <a:xfrm xmlns:a="http://schemas.openxmlformats.org/drawingml/2006/main">
            <a:off x="1666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3" name="dp45-comparison / n134 / text 1">
            <a:extLst xmlns:a="http://schemas.openxmlformats.org/drawingml/2006/main">
              <a:ext uri="{FF2B5EF4-FFF2-40B4-BE49-F238E27FC236}">
                <a16:creationId xmlns:a16="http://schemas.microsoft.com/office/drawing/2014/main" id="{37A701A3-DDCC-477D-AC01-6D1E253DC08F}"/>
              </a:ext>
            </a:extLst>
          </p:cNvPr>
          <p:cNvSpPr>
            <a:spLocks xmlns:a="http://schemas.openxmlformats.org/drawingml/2006/main" noGrp="1"/>
          </p:cNvSpPr>
          <p:nvPr/>
        </p:nvSpPr>
        <p:spPr>
          <a:xfrm xmlns:a="http://schemas.openxmlformats.org/drawingml/2006/main">
            <a:off x="1752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124" name="dp45-comparison / n135">
            <a:extLst xmlns:a="http://schemas.openxmlformats.org/drawingml/2006/main">
              <a:ext uri="{FF2B5EF4-FFF2-40B4-BE49-F238E27FC236}">
                <a16:creationId xmlns:a16="http://schemas.microsoft.com/office/drawing/2014/main" id="{5D89E3F5-15D9-4A97-A61F-03D6436B7A96}"/>
              </a:ext>
            </a:extLst>
          </p:cNvPr>
          <p:cNvSpPr>
            <a:spLocks xmlns:a="http://schemas.openxmlformats.org/drawingml/2006/main" noGrp="1"/>
          </p:cNvSpPr>
          <p:nvPr/>
        </p:nvSpPr>
        <p:spPr>
          <a:xfrm xmlns:a="http://schemas.openxmlformats.org/drawingml/2006/main">
            <a:off x="4333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5-comparison / n136 / text 1">
            <a:extLst xmlns:a="http://schemas.openxmlformats.org/drawingml/2006/main">
              <a:ext uri="{FF2B5EF4-FFF2-40B4-BE49-F238E27FC236}">
                <a16:creationId xmlns:a16="http://schemas.microsoft.com/office/drawing/2014/main" id="{CBEAB143-237A-4F75-9C91-094BDA851CD2}"/>
              </a:ext>
            </a:extLst>
          </p:cNvPr>
          <p:cNvSpPr>
            <a:spLocks xmlns:a="http://schemas.openxmlformats.org/drawingml/2006/main" noGrp="1"/>
          </p:cNvSpPr>
          <p:nvPr/>
        </p:nvSpPr>
        <p:spPr>
          <a:xfrm xmlns:a="http://schemas.openxmlformats.org/drawingml/2006/main">
            <a:off x="4419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원본 조회 / 결합</a:t>
            </a:r>
          </a:p>
        </p:txBody>
      </p:sp>
      <p:sp>
        <p:nvSpPr>
          <p:cNvPr id="126" name="dp45-comparison / n137 / path">
            <a:extLst xmlns:a="http://schemas.openxmlformats.org/drawingml/2006/main">
              <a:ext uri="{FF2B5EF4-FFF2-40B4-BE49-F238E27FC236}">
                <a16:creationId xmlns:a16="http://schemas.microsoft.com/office/drawing/2014/main" id="{007A54D2-DE75-48F8-8EDC-4B383EE2A4C9}"/>
              </a:ext>
            </a:extLst>
          </p:cNvPr>
          <p:cNvSpPr>
            <a:spLocks xmlns:a="http://schemas.openxmlformats.org/drawingml/2006/main" noGrp="1"/>
          </p:cNvSpPr>
          <p:nvPr/>
        </p:nvSpPr>
        <p:spPr>
          <a:xfrm xmlns:a="http://schemas.openxmlformats.org/drawingml/2006/main">
            <a:off x="3905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7" name="dp45-comparison / n137 / arrow">
            <a:extLst xmlns:a="http://schemas.openxmlformats.org/drawingml/2006/main">
              <a:ext uri="{FF2B5EF4-FFF2-40B4-BE49-F238E27FC236}">
                <a16:creationId xmlns:a16="http://schemas.microsoft.com/office/drawing/2014/main" id="{68DDC289-3778-4126-AC58-E276320D10B9}"/>
              </a:ext>
            </a:extLst>
          </p:cNvPr>
          <p:cNvSpPr>
            <a:spLocks xmlns:a="http://schemas.openxmlformats.org/drawingml/2006/main" noGrp="1"/>
          </p:cNvSpPr>
          <p:nvPr/>
        </p:nvSpPr>
        <p:spPr>
          <a:xfrm xmlns:a="http://schemas.openxmlformats.org/drawingml/2006/main">
            <a:off x="4266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8" name="dp45-comparison / n138">
            <a:extLst xmlns:a="http://schemas.openxmlformats.org/drawingml/2006/main">
              <a:ext uri="{FF2B5EF4-FFF2-40B4-BE49-F238E27FC236}">
                <a16:creationId xmlns:a16="http://schemas.microsoft.com/office/drawing/2014/main" id="{4DA388E7-4005-4FFA-BEE5-E30FDAF1AACE}"/>
              </a:ext>
            </a:extLst>
          </p:cNvPr>
          <p:cNvSpPr>
            <a:spLocks xmlns:a="http://schemas.openxmlformats.org/drawingml/2006/main" noGrp="1"/>
          </p:cNvSpPr>
          <p:nvPr/>
        </p:nvSpPr>
        <p:spPr>
          <a:xfrm xmlns:a="http://schemas.openxmlformats.org/drawingml/2006/main">
            <a:off x="700087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9" name="dp45-comparison / n139 / text 1">
            <a:extLst xmlns:a="http://schemas.openxmlformats.org/drawingml/2006/main">
              <a:ext uri="{FF2B5EF4-FFF2-40B4-BE49-F238E27FC236}">
                <a16:creationId xmlns:a16="http://schemas.microsoft.com/office/drawing/2014/main" id="{D982A7BB-D79A-4239-962D-968190245BB7}"/>
              </a:ext>
            </a:extLst>
          </p:cNvPr>
          <p:cNvSpPr>
            <a:spLocks xmlns:a="http://schemas.openxmlformats.org/drawingml/2006/main" noGrp="1"/>
          </p:cNvSpPr>
          <p:nvPr/>
        </p:nvSpPr>
        <p:spPr>
          <a:xfrm xmlns:a="http://schemas.openxmlformats.org/drawingml/2006/main">
            <a:off x="708660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Bundle1을 caller에 반환</a:t>
            </a:r>
          </a:p>
        </p:txBody>
      </p:sp>
      <p:sp>
        <p:nvSpPr>
          <p:cNvPr id="130" name="dp45-comparison / n140 / path">
            <a:extLst xmlns:a="http://schemas.openxmlformats.org/drawingml/2006/main">
              <a:ext uri="{FF2B5EF4-FFF2-40B4-BE49-F238E27FC236}">
                <a16:creationId xmlns:a16="http://schemas.microsoft.com/office/drawing/2014/main" id="{F7186A59-D65C-4922-94DD-ABF60E50B024}"/>
              </a:ext>
            </a:extLst>
          </p:cNvPr>
          <p:cNvSpPr>
            <a:spLocks xmlns:a="http://schemas.openxmlformats.org/drawingml/2006/main" noGrp="1"/>
          </p:cNvSpPr>
          <p:nvPr/>
        </p:nvSpPr>
        <p:spPr>
          <a:xfrm xmlns:a="http://schemas.openxmlformats.org/drawingml/2006/main">
            <a:off x="6572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1" name="dp45-comparison / n140 / arrow">
            <a:extLst xmlns:a="http://schemas.openxmlformats.org/drawingml/2006/main">
              <a:ext uri="{FF2B5EF4-FFF2-40B4-BE49-F238E27FC236}">
                <a16:creationId xmlns:a16="http://schemas.microsoft.com/office/drawing/2014/main" id="{3BD6635A-54D6-4D17-AFCF-A447511EB969}"/>
              </a:ext>
            </a:extLst>
          </p:cNvPr>
          <p:cNvSpPr>
            <a:spLocks xmlns:a="http://schemas.openxmlformats.org/drawingml/2006/main" noGrp="1"/>
          </p:cNvSpPr>
          <p:nvPr/>
        </p:nvSpPr>
        <p:spPr>
          <a:xfrm xmlns:a="http://schemas.openxmlformats.org/drawingml/2006/main">
            <a:off x="6933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2" name="dp45-comparison / n141">
            <a:extLst xmlns:a="http://schemas.openxmlformats.org/drawingml/2006/main">
              <a:ext uri="{FF2B5EF4-FFF2-40B4-BE49-F238E27FC236}">
                <a16:creationId xmlns:a16="http://schemas.microsoft.com/office/drawing/2014/main" id="{472CA240-B40A-4429-A613-17D75E69B73A}"/>
              </a:ext>
            </a:extLst>
          </p:cNvPr>
          <p:cNvSpPr>
            <a:spLocks xmlns:a="http://schemas.openxmlformats.org/drawingml/2006/main" noGrp="1"/>
          </p:cNvSpPr>
          <p:nvPr/>
        </p:nvSpPr>
        <p:spPr>
          <a:xfrm xmlns:a="http://schemas.openxmlformats.org/drawingml/2006/main">
            <a:off x="1666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3" name="dp45-comparison / n142 / text 1">
            <a:extLst xmlns:a="http://schemas.openxmlformats.org/drawingml/2006/main">
              <a:ext uri="{FF2B5EF4-FFF2-40B4-BE49-F238E27FC236}">
                <a16:creationId xmlns:a16="http://schemas.microsoft.com/office/drawing/2014/main" id="{A5382BC6-C601-4799-BCB2-5DFDA78EEA5D}"/>
              </a:ext>
            </a:extLst>
          </p:cNvPr>
          <p:cNvSpPr>
            <a:spLocks xmlns:a="http://schemas.openxmlformats.org/drawingml/2006/main" noGrp="1"/>
          </p:cNvSpPr>
          <p:nvPr/>
        </p:nvSpPr>
        <p:spPr>
          <a:xfrm xmlns:a="http://schemas.openxmlformats.org/drawingml/2006/main">
            <a:off x="1752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같은 정보 반복 요청</a:t>
            </a:r>
          </a:p>
        </p:txBody>
      </p:sp>
      <p:sp>
        <p:nvSpPr>
          <p:cNvPr id="134" name="dp45-comparison / n143">
            <a:extLst xmlns:a="http://schemas.openxmlformats.org/drawingml/2006/main">
              <a:ext uri="{FF2B5EF4-FFF2-40B4-BE49-F238E27FC236}">
                <a16:creationId xmlns:a16="http://schemas.microsoft.com/office/drawing/2014/main" id="{BB5D0B0C-3040-44CC-B6AD-CD39051F7AC9}"/>
              </a:ext>
            </a:extLst>
          </p:cNvPr>
          <p:cNvSpPr>
            <a:spLocks xmlns:a="http://schemas.openxmlformats.org/drawingml/2006/main" noGrp="1"/>
          </p:cNvSpPr>
          <p:nvPr/>
        </p:nvSpPr>
        <p:spPr>
          <a:xfrm xmlns:a="http://schemas.openxmlformats.org/drawingml/2006/main">
            <a:off x="4333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5" name="dp45-comparison / n144 / text 1">
            <a:extLst xmlns:a="http://schemas.openxmlformats.org/drawingml/2006/main">
              <a:ext uri="{FF2B5EF4-FFF2-40B4-BE49-F238E27FC236}">
                <a16:creationId xmlns:a16="http://schemas.microsoft.com/office/drawing/2014/main" id="{25BA42F5-904B-43F4-8633-C66B6957F441}"/>
              </a:ext>
            </a:extLst>
          </p:cNvPr>
          <p:cNvSpPr>
            <a:spLocks xmlns:a="http://schemas.openxmlformats.org/drawingml/2006/main" noGrp="1"/>
          </p:cNvSpPr>
          <p:nvPr/>
        </p:nvSpPr>
        <p:spPr>
          <a:xfrm xmlns:a="http://schemas.openxmlformats.org/drawingml/2006/main">
            <a:off x="4419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유효 cache / 부분 갱신</a:t>
            </a:r>
          </a:p>
        </p:txBody>
      </p:sp>
      <p:sp>
        <p:nvSpPr>
          <p:cNvPr id="136" name="dp45-comparison / n145 / path">
            <a:extLst xmlns:a="http://schemas.openxmlformats.org/drawingml/2006/main">
              <a:ext uri="{FF2B5EF4-FFF2-40B4-BE49-F238E27FC236}">
                <a16:creationId xmlns:a16="http://schemas.microsoft.com/office/drawing/2014/main" id="{EDEE15F6-05C0-49D7-97E5-A938B9B29EA8}"/>
              </a:ext>
            </a:extLst>
          </p:cNvPr>
          <p:cNvSpPr>
            <a:spLocks xmlns:a="http://schemas.openxmlformats.org/drawingml/2006/main" noGrp="1"/>
          </p:cNvSpPr>
          <p:nvPr/>
        </p:nvSpPr>
        <p:spPr>
          <a:xfrm xmlns:a="http://schemas.openxmlformats.org/drawingml/2006/main">
            <a:off x="3905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7" name="dp45-comparison / n145 / arrow">
            <a:extLst xmlns:a="http://schemas.openxmlformats.org/drawingml/2006/main">
              <a:ext uri="{FF2B5EF4-FFF2-40B4-BE49-F238E27FC236}">
                <a16:creationId xmlns:a16="http://schemas.microsoft.com/office/drawing/2014/main" id="{10E667E3-9D1E-473B-B71F-52A2E433388E}"/>
              </a:ext>
            </a:extLst>
          </p:cNvPr>
          <p:cNvSpPr>
            <a:spLocks xmlns:a="http://schemas.openxmlformats.org/drawingml/2006/main" noGrp="1"/>
          </p:cNvSpPr>
          <p:nvPr/>
        </p:nvSpPr>
        <p:spPr>
          <a:xfrm xmlns:a="http://schemas.openxmlformats.org/drawingml/2006/main">
            <a:off x="4266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8" name="dp45-comparison / n146">
            <a:extLst xmlns:a="http://schemas.openxmlformats.org/drawingml/2006/main">
              <a:ext uri="{FF2B5EF4-FFF2-40B4-BE49-F238E27FC236}">
                <a16:creationId xmlns:a16="http://schemas.microsoft.com/office/drawing/2014/main" id="{FE5EFB4D-1217-460D-B041-1C28BD0BF38D}"/>
              </a:ext>
            </a:extLst>
          </p:cNvPr>
          <p:cNvSpPr>
            <a:spLocks xmlns:a="http://schemas.openxmlformats.org/drawingml/2006/main" noGrp="1"/>
          </p:cNvSpPr>
          <p:nvPr/>
        </p:nvSpPr>
        <p:spPr>
          <a:xfrm xmlns:a="http://schemas.openxmlformats.org/drawingml/2006/main">
            <a:off x="700087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9" name="dp45-comparison / n147 / text 1">
            <a:extLst xmlns:a="http://schemas.openxmlformats.org/drawingml/2006/main">
              <a:ext uri="{FF2B5EF4-FFF2-40B4-BE49-F238E27FC236}">
                <a16:creationId xmlns:a16="http://schemas.microsoft.com/office/drawing/2014/main" id="{0DB54A58-7804-4EBB-86F0-D8214944BE57}"/>
              </a:ext>
            </a:extLst>
          </p:cNvPr>
          <p:cNvSpPr>
            <a:spLocks xmlns:a="http://schemas.openxmlformats.org/drawingml/2006/main" noGrp="1"/>
          </p:cNvSpPr>
          <p:nvPr/>
        </p:nvSpPr>
        <p:spPr>
          <a:xfrm xmlns:a="http://schemas.openxmlformats.org/drawingml/2006/main">
            <a:off x="708660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목적의 묶음 구성</a:t>
            </a:r>
          </a:p>
        </p:txBody>
      </p:sp>
      <p:sp>
        <p:nvSpPr>
          <p:cNvPr id="140" name="dp45-comparison / n148 / path">
            <a:extLst xmlns:a="http://schemas.openxmlformats.org/drawingml/2006/main">
              <a:ext uri="{FF2B5EF4-FFF2-40B4-BE49-F238E27FC236}">
                <a16:creationId xmlns:a16="http://schemas.microsoft.com/office/drawing/2014/main" id="{67B105CE-472D-4222-827A-45BD046FA1FA}"/>
              </a:ext>
            </a:extLst>
          </p:cNvPr>
          <p:cNvSpPr>
            <a:spLocks xmlns:a="http://schemas.openxmlformats.org/drawingml/2006/main" noGrp="1"/>
          </p:cNvSpPr>
          <p:nvPr/>
        </p:nvSpPr>
        <p:spPr>
          <a:xfrm xmlns:a="http://schemas.openxmlformats.org/drawingml/2006/main">
            <a:off x="6572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41" name="dp45-comparison / n148 / arrow">
            <a:extLst xmlns:a="http://schemas.openxmlformats.org/drawingml/2006/main">
              <a:ext uri="{FF2B5EF4-FFF2-40B4-BE49-F238E27FC236}">
                <a16:creationId xmlns:a16="http://schemas.microsoft.com/office/drawing/2014/main" id="{53A64EA1-8751-4888-94BC-61CF49AF359F}"/>
              </a:ext>
            </a:extLst>
          </p:cNvPr>
          <p:cNvSpPr>
            <a:spLocks xmlns:a="http://schemas.openxmlformats.org/drawingml/2006/main" noGrp="1"/>
          </p:cNvSpPr>
          <p:nvPr/>
        </p:nvSpPr>
        <p:spPr>
          <a:xfrm xmlns:a="http://schemas.openxmlformats.org/drawingml/2006/main">
            <a:off x="6933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42" name="dp45-comparison / n78">
            <a:extLst xmlns:a="http://schemas.openxmlformats.org/drawingml/2006/main">
              <a:ext uri="{FF2B5EF4-FFF2-40B4-BE49-F238E27FC236}">
                <a16:creationId xmlns:a16="http://schemas.microsoft.com/office/drawing/2014/main" id="{3E202C2C-1727-4C45-9ED0-F9EC21E9C126}"/>
              </a:ext>
            </a:extLst>
          </p:cNvPr>
          <p:cNvSpPr>
            <a:spLocks xmlns:a="http://schemas.openxmlformats.org/drawingml/2006/main" noGrp="1"/>
          </p:cNvSpPr>
          <p:nvPr/>
        </p:nvSpPr>
        <p:spPr>
          <a:xfrm xmlns:a="http://schemas.openxmlformats.org/drawingml/2006/main">
            <a:off x="164782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3" name="dp45-comparison / n79 / text 1">
            <a:extLst xmlns:a="http://schemas.openxmlformats.org/drawingml/2006/main">
              <a:ext uri="{FF2B5EF4-FFF2-40B4-BE49-F238E27FC236}">
                <a16:creationId xmlns:a16="http://schemas.microsoft.com/office/drawing/2014/main" id="{8BDBB50E-791C-47F4-8C64-1A7043D1FB2B}"/>
              </a:ext>
            </a:extLst>
          </p:cNvPr>
          <p:cNvSpPr>
            <a:spLocks xmlns:a="http://schemas.openxmlformats.org/drawingml/2006/main" noGrp="1"/>
          </p:cNvSpPr>
          <p:nvPr/>
        </p:nvSpPr>
        <p:spPr>
          <a:xfrm xmlns:a="http://schemas.openxmlformats.org/drawingml/2006/main">
            <a:off x="166687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144" name="dp45-comparison / n80">
            <a:extLst xmlns:a="http://schemas.openxmlformats.org/drawingml/2006/main">
              <a:ext uri="{FF2B5EF4-FFF2-40B4-BE49-F238E27FC236}">
                <a16:creationId xmlns:a16="http://schemas.microsoft.com/office/drawing/2014/main" id="{9D1277BD-8E23-42AD-9895-EEB3822CA42D}"/>
              </a:ext>
            </a:extLst>
          </p:cNvPr>
          <p:cNvSpPr>
            <a:spLocks xmlns:a="http://schemas.openxmlformats.org/drawingml/2006/main" noGrp="1"/>
          </p:cNvSpPr>
          <p:nvPr/>
        </p:nvSpPr>
        <p:spPr>
          <a:xfrm xmlns:a="http://schemas.openxmlformats.org/drawingml/2006/main">
            <a:off x="460057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 name="dp45-comparison / n81 / text 1">
            <a:extLst xmlns:a="http://schemas.openxmlformats.org/drawingml/2006/main">
              <a:ext uri="{FF2B5EF4-FFF2-40B4-BE49-F238E27FC236}">
                <a16:creationId xmlns:a16="http://schemas.microsoft.com/office/drawing/2014/main" id="{F8C85EFE-2AEE-4666-BDED-29092DD1EB44}"/>
              </a:ext>
            </a:extLst>
          </p:cNvPr>
          <p:cNvSpPr>
            <a:spLocks xmlns:a="http://schemas.openxmlformats.org/drawingml/2006/main" noGrp="1"/>
          </p:cNvSpPr>
          <p:nvPr/>
        </p:nvSpPr>
        <p:spPr>
          <a:xfrm xmlns:a="http://schemas.openxmlformats.org/drawingml/2006/main">
            <a:off x="461962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146" name="dp45-comparison / n82">
            <a:extLst xmlns:a="http://schemas.openxmlformats.org/drawingml/2006/main">
              <a:ext uri="{FF2B5EF4-FFF2-40B4-BE49-F238E27FC236}">
                <a16:creationId xmlns:a16="http://schemas.microsoft.com/office/drawing/2014/main" id="{ED7B4DD0-430C-4752-BC3E-610C3BE1198C}"/>
              </a:ext>
            </a:extLst>
          </p:cNvPr>
          <p:cNvSpPr>
            <a:spLocks xmlns:a="http://schemas.openxmlformats.org/drawingml/2006/main" noGrp="1"/>
          </p:cNvSpPr>
          <p:nvPr/>
        </p:nvSpPr>
        <p:spPr>
          <a:xfrm xmlns:a="http://schemas.openxmlformats.org/drawingml/2006/main">
            <a:off x="712470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7" name="dp45-comparison / n83 / text 1">
            <a:extLst xmlns:a="http://schemas.openxmlformats.org/drawingml/2006/main">
              <a:ext uri="{FF2B5EF4-FFF2-40B4-BE49-F238E27FC236}">
                <a16:creationId xmlns:a16="http://schemas.microsoft.com/office/drawing/2014/main" id="{87132FDA-890C-46F2-BAFC-3257F4F1C8B6}"/>
              </a:ext>
            </a:extLst>
          </p:cNvPr>
          <p:cNvSpPr>
            <a:spLocks xmlns:a="http://schemas.openxmlformats.org/drawingml/2006/main" noGrp="1"/>
          </p:cNvSpPr>
          <p:nvPr/>
        </p:nvSpPr>
        <p:spPr>
          <a:xfrm xmlns:a="http://schemas.openxmlformats.org/drawingml/2006/main">
            <a:off x="714375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148" name="dp45-comparison / n84">
            <a:extLst xmlns:a="http://schemas.openxmlformats.org/drawingml/2006/main">
              <a:ext uri="{FF2B5EF4-FFF2-40B4-BE49-F238E27FC236}">
                <a16:creationId xmlns:a16="http://schemas.microsoft.com/office/drawing/2014/main" id="{90041367-3042-4B3F-B375-80A25876DBD5}"/>
              </a:ext>
            </a:extLst>
          </p:cNvPr>
          <p:cNvSpPr>
            <a:spLocks xmlns:a="http://schemas.openxmlformats.org/drawingml/2006/main" noGrp="1"/>
          </p:cNvSpPr>
          <p:nvPr/>
        </p:nvSpPr>
        <p:spPr>
          <a:xfrm xmlns:a="http://schemas.openxmlformats.org/drawingml/2006/main">
            <a:off x="460057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9" name="dp45-comparison / n85 / text 1">
            <a:extLst xmlns:a="http://schemas.openxmlformats.org/drawingml/2006/main">
              <a:ext uri="{FF2B5EF4-FFF2-40B4-BE49-F238E27FC236}">
                <a16:creationId xmlns:a16="http://schemas.microsoft.com/office/drawing/2014/main" id="{3069C894-36AC-4C3B-A23A-E99D22BE8ECA}"/>
              </a:ext>
            </a:extLst>
          </p:cNvPr>
          <p:cNvSpPr>
            <a:spLocks xmlns:a="http://schemas.openxmlformats.org/drawingml/2006/main" noGrp="1"/>
          </p:cNvSpPr>
          <p:nvPr/>
        </p:nvSpPr>
        <p:spPr>
          <a:xfrm xmlns:a="http://schemas.openxmlformats.org/drawingml/2006/main">
            <a:off x="461962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150" name="dp45-comparison / n86">
            <a:extLst xmlns:a="http://schemas.openxmlformats.org/drawingml/2006/main">
              <a:ext uri="{FF2B5EF4-FFF2-40B4-BE49-F238E27FC236}">
                <a16:creationId xmlns:a16="http://schemas.microsoft.com/office/drawing/2014/main" id="{9ADCD626-953A-4138-972E-4740121D13DE}"/>
              </a:ext>
            </a:extLst>
          </p:cNvPr>
          <p:cNvSpPr>
            <a:spLocks xmlns:a="http://schemas.openxmlformats.org/drawingml/2006/main" noGrp="1"/>
          </p:cNvSpPr>
          <p:nvPr/>
        </p:nvSpPr>
        <p:spPr>
          <a:xfrm xmlns:a="http://schemas.openxmlformats.org/drawingml/2006/main">
            <a:off x="712470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1" name="dp45-comparison / n87 / text 1">
            <a:extLst xmlns:a="http://schemas.openxmlformats.org/drawingml/2006/main">
              <a:ext uri="{FF2B5EF4-FFF2-40B4-BE49-F238E27FC236}">
                <a16:creationId xmlns:a16="http://schemas.microsoft.com/office/drawing/2014/main" id="{959D0887-1517-4890-B298-C959D041F385}"/>
              </a:ext>
            </a:extLst>
          </p:cNvPr>
          <p:cNvSpPr>
            <a:spLocks xmlns:a="http://schemas.openxmlformats.org/drawingml/2006/main" noGrp="1"/>
          </p:cNvSpPr>
          <p:nvPr/>
        </p:nvSpPr>
        <p:spPr>
          <a:xfrm xmlns:a="http://schemas.openxmlformats.org/drawingml/2006/main">
            <a:off x="714375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152" name="dp45-comparison / n100">
            <a:extLst xmlns:a="http://schemas.openxmlformats.org/drawingml/2006/main">
              <a:ext uri="{FF2B5EF4-FFF2-40B4-BE49-F238E27FC236}">
                <a16:creationId xmlns:a16="http://schemas.microsoft.com/office/drawing/2014/main" id="{C8658861-1FEF-486D-9A69-FA6BE95BB68F}"/>
              </a:ext>
            </a:extLst>
          </p:cNvPr>
          <p:cNvSpPr>
            <a:spLocks xmlns:a="http://schemas.openxmlformats.org/drawingml/2006/main" noGrp="1"/>
          </p:cNvSpPr>
          <p:nvPr/>
        </p:nvSpPr>
        <p:spPr>
          <a:xfrm xmlns:a="http://schemas.openxmlformats.org/drawingml/2006/main">
            <a:off x="5457825" y="3362325"/>
            <a:ext cx="2281809"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3" name="dp45-comparison / n101 / text 1">
            <a:extLst xmlns:a="http://schemas.openxmlformats.org/drawingml/2006/main">
              <a:ext uri="{FF2B5EF4-FFF2-40B4-BE49-F238E27FC236}">
                <a16:creationId xmlns:a16="http://schemas.microsoft.com/office/drawing/2014/main" id="{0C5B1B96-99F5-45D4-BA3B-C1E88A8D1EC6}"/>
              </a:ext>
            </a:extLst>
          </p:cNvPr>
          <p:cNvSpPr>
            <a:spLocks xmlns:a="http://schemas.openxmlformats.org/drawingml/2006/main" noGrp="1"/>
          </p:cNvSpPr>
          <p:nvPr/>
        </p:nvSpPr>
        <p:spPr>
          <a:xfrm xmlns:a="http://schemas.openxmlformats.org/drawingml/2006/main">
            <a:off x="5476875" y="3371850"/>
            <a:ext cx="3524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Query에 맞춘 원본 읽기 / 반환</a:t>
            </a:r>
          </a:p>
        </p:txBody>
      </p:sp>
      <p:sp>
        <p:nvSpPr>
          <p:cNvPr id="154" name="dp45-comparison / n104">
            <a:extLst xmlns:a="http://schemas.openxmlformats.org/drawingml/2006/main">
              <a:ext uri="{FF2B5EF4-FFF2-40B4-BE49-F238E27FC236}">
                <a16:creationId xmlns:a16="http://schemas.microsoft.com/office/drawing/2014/main" id="{8CDAC728-89C9-4B2C-8993-6F9B526CB5B0}"/>
              </a:ext>
            </a:extLst>
          </p:cNvPr>
          <p:cNvSpPr>
            <a:spLocks xmlns:a="http://schemas.openxmlformats.org/drawingml/2006/main" noGrp="1"/>
          </p:cNvSpPr>
          <p:nvPr/>
        </p:nvSpPr>
        <p:spPr>
          <a:xfrm xmlns:a="http://schemas.openxmlformats.org/drawingml/2006/main">
            <a:off x="1933575" y="4314825"/>
            <a:ext cx="21242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5" name="dp45-comparison / n105 / text 1">
            <a:extLst xmlns:a="http://schemas.openxmlformats.org/drawingml/2006/main">
              <a:ext uri="{FF2B5EF4-FFF2-40B4-BE49-F238E27FC236}">
                <a16:creationId xmlns:a16="http://schemas.microsoft.com/office/drawing/2014/main" id="{7F7E0A97-EA67-45E2-8970-E9F43A846CB5}"/>
              </a:ext>
            </a:extLst>
          </p:cNvPr>
          <p:cNvSpPr>
            <a:spLocks xmlns:a="http://schemas.openxmlformats.org/drawingml/2006/main" noGrp="1"/>
          </p:cNvSpPr>
          <p:nvPr/>
        </p:nvSpPr>
        <p:spPr>
          <a:xfrm xmlns:a="http://schemas.openxmlformats.org/drawingml/2006/main">
            <a:off x="1952625" y="4324350"/>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③ 원본 확인 / 유효 cache 재사용</a:t>
            </a:r>
          </a:p>
        </p:txBody>
      </p:sp>
      <p:sp>
        <p:nvSpPr>
          <p:cNvPr id="156" name="dp45-comparison / n106">
            <a:extLst xmlns:a="http://schemas.openxmlformats.org/drawingml/2006/main">
              <a:ext uri="{FF2B5EF4-FFF2-40B4-BE49-F238E27FC236}">
                <a16:creationId xmlns:a16="http://schemas.microsoft.com/office/drawing/2014/main" id="{E8F35412-F623-4314-B063-FA2392D90E8A}"/>
              </a:ext>
            </a:extLst>
          </p:cNvPr>
          <p:cNvSpPr>
            <a:spLocks xmlns:a="http://schemas.openxmlformats.org/drawingml/2006/main" noGrp="1"/>
          </p:cNvSpPr>
          <p:nvPr/>
        </p:nvSpPr>
        <p:spPr>
          <a:xfrm xmlns:a="http://schemas.openxmlformats.org/drawingml/2006/main">
            <a:off x="1933575" y="4533900"/>
            <a:ext cx="218865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7" name="dp45-comparison / n107 / text 1">
            <a:extLst xmlns:a="http://schemas.openxmlformats.org/drawingml/2006/main">
              <a:ext uri="{FF2B5EF4-FFF2-40B4-BE49-F238E27FC236}">
                <a16:creationId xmlns:a16="http://schemas.microsoft.com/office/drawing/2014/main" id="{C0E8F7E1-6DB3-43A8-9CD8-8E91E1E3F314}"/>
              </a:ext>
            </a:extLst>
          </p:cNvPr>
          <p:cNvSpPr>
            <a:spLocks xmlns:a="http://schemas.openxmlformats.org/drawingml/2006/main" noGrp="1"/>
          </p:cNvSpPr>
          <p:nvPr/>
        </p:nvSpPr>
        <p:spPr>
          <a:xfrm xmlns:a="http://schemas.openxmlformats.org/drawingml/2006/main">
            <a:off x="1952625" y="4543425"/>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필요한 원본 추가 조회 / 부분 갱신</a:t>
            </a:r>
          </a:p>
        </p:txBody>
      </p:sp>
      <p:sp>
        <p:nvSpPr>
          <p:cNvPr id="158" name="dp45-comparison / n110">
            <a:extLst xmlns:a="http://schemas.openxmlformats.org/drawingml/2006/main">
              <a:ext uri="{FF2B5EF4-FFF2-40B4-BE49-F238E27FC236}">
                <a16:creationId xmlns:a16="http://schemas.microsoft.com/office/drawing/2014/main" id="{A7F7F74B-257B-4942-BB25-321DAEF0D63E}"/>
              </a:ext>
            </a:extLst>
          </p:cNvPr>
          <p:cNvSpPr>
            <a:spLocks xmlns:a="http://schemas.openxmlformats.org/drawingml/2006/main" noGrp="1"/>
          </p:cNvSpPr>
          <p:nvPr/>
        </p:nvSpPr>
        <p:spPr>
          <a:xfrm xmlns:a="http://schemas.openxmlformats.org/drawingml/2006/main">
            <a:off x="5191125" y="3752850"/>
            <a:ext cx="3714750" cy="1123950"/>
          </a:xfrm>
          <a:custGeom xmlns:a="http://schemas.openxmlformats.org/drawingml/2006/main">
            <a:pathLst>
              <a:path w="3714750" h="1123950">
                <a:moveTo>
                  <a:pt x="0" y="0"/>
                </a:moveTo>
                <a:lnTo>
                  <a:pt x="3543300" y="0"/>
                </a:lnTo>
                <a:lnTo>
                  <a:pt x="3714750" y="171450"/>
                </a:lnTo>
                <a:lnTo>
                  <a:pt x="3714750" y="1123950"/>
                </a:lnTo>
                <a:lnTo>
                  <a:pt x="0" y="11239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9" name="dp45-comparison / n110 / fold">
            <a:extLst xmlns:a="http://schemas.openxmlformats.org/drawingml/2006/main">
              <a:ext uri="{FF2B5EF4-FFF2-40B4-BE49-F238E27FC236}">
                <a16:creationId xmlns:a16="http://schemas.microsoft.com/office/drawing/2014/main" id="{30ACA1F8-9326-42E4-9E93-704E237D8C54}"/>
              </a:ext>
            </a:extLst>
          </p:cNvPr>
          <p:cNvSpPr>
            <a:spLocks xmlns:a="http://schemas.openxmlformats.org/drawingml/2006/main" noGrp="1"/>
          </p:cNvSpPr>
          <p:nvPr/>
        </p:nvSpPr>
        <p:spPr>
          <a:xfrm xmlns:a="http://schemas.openxmlformats.org/drawingml/2006/main">
            <a:off x="8734425" y="37528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0" name="dp45-comparison / n111 / text 1">
            <a:extLst xmlns:a="http://schemas.openxmlformats.org/drawingml/2006/main">
              <a:ext uri="{FF2B5EF4-FFF2-40B4-BE49-F238E27FC236}">
                <a16:creationId xmlns:a16="http://schemas.microsoft.com/office/drawing/2014/main" id="{3F03EBA6-5E9A-48E2-B7D4-4F1B1D257AF1}"/>
              </a:ext>
            </a:extLst>
          </p:cNvPr>
          <p:cNvSpPr>
            <a:spLocks xmlns:a="http://schemas.openxmlformats.org/drawingml/2006/main" noGrp="1"/>
          </p:cNvSpPr>
          <p:nvPr/>
        </p:nvSpPr>
        <p:spPr>
          <a:xfrm xmlns:a="http://schemas.openxmlformats.org/drawingml/2006/main">
            <a:off x="5286375" y="381000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Query의 Bundle1 / Receipt1 (필드 축약)</a:t>
            </a:r>
          </a:p>
        </p:txBody>
      </p:sp>
      <p:sp>
        <p:nvSpPr>
          <p:cNvPr id="161" name="dp45-comparison / n111 / text 2">
            <a:extLst xmlns:a="http://schemas.openxmlformats.org/drawingml/2006/main">
              <a:ext uri="{FF2B5EF4-FFF2-40B4-BE49-F238E27FC236}">
                <a16:creationId xmlns:a16="http://schemas.microsoft.com/office/drawing/2014/main" id="{BDA3D480-8086-47FD-B1F0-322427FEA11A}"/>
              </a:ext>
            </a:extLst>
          </p:cNvPr>
          <p:cNvSpPr>
            <a:spLocks xmlns:a="http://schemas.openxmlformats.org/drawingml/2006/main" noGrp="1"/>
          </p:cNvSpPr>
          <p:nvPr/>
        </p:nvSpPr>
        <p:spPr>
          <a:xfrm xmlns:a="http://schemas.openxmlformats.org/drawingml/2006/main">
            <a:off x="5286375" y="393573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status:PARTIAL / acquisition:OWNER_COMPOSITION</a:t>
            </a:r>
          </a:p>
        </p:txBody>
      </p:sp>
      <p:sp>
        <p:nvSpPr>
          <p:cNvPr id="162" name="dp45-comparison / n111 / text 3">
            <a:extLst xmlns:a="http://schemas.openxmlformats.org/drawingml/2006/main">
              <a:ext uri="{FF2B5EF4-FFF2-40B4-BE49-F238E27FC236}">
                <a16:creationId xmlns:a16="http://schemas.microsoft.com/office/drawing/2014/main" id="{063E124D-2233-4D04-B65A-A1B17DEDEEB7}"/>
              </a:ext>
            </a:extLst>
          </p:cNvPr>
          <p:cNvSpPr>
            <a:spLocks xmlns:a="http://schemas.openxmlformats.org/drawingml/2006/main" noGrp="1"/>
          </p:cNvSpPr>
          <p:nvPr/>
        </p:nvSpPr>
        <p:spPr>
          <a:xfrm xmlns:a="http://schemas.openxmlformats.org/drawingml/2006/main">
            <a:off x="5286375" y="406146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evidence: 실제 전달한 예외 문구 발췌</a:t>
            </a:r>
          </a:p>
        </p:txBody>
      </p:sp>
      <p:sp>
        <p:nvSpPr>
          <p:cNvPr id="163" name="dp45-comparison / n111 / text 4">
            <a:extLst xmlns:a="http://schemas.openxmlformats.org/drawingml/2006/main">
              <a:ext uri="{FF2B5EF4-FFF2-40B4-BE49-F238E27FC236}">
                <a16:creationId xmlns:a16="http://schemas.microsoft.com/office/drawing/2014/main" id="{1A9725DE-14E6-49A6-828C-8015106471C6}"/>
              </a:ext>
            </a:extLst>
          </p:cNvPr>
          <p:cNvSpPr>
            <a:spLocks xmlns:a="http://schemas.openxmlformats.org/drawingml/2006/main" noGrp="1"/>
          </p:cNvSpPr>
          <p:nvPr/>
        </p:nvSpPr>
        <p:spPr>
          <a:xfrm xmlns:a="http://schemas.openxmlformats.org/drawingml/2006/main">
            <a:off x="5286375" y="418719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“가격이 같은 경우 유지보수 기간을 우선합니다.”</a:t>
            </a:r>
          </a:p>
        </p:txBody>
      </p:sp>
      <p:sp>
        <p:nvSpPr>
          <p:cNvPr id="164" name="dp45-comparison / n111 / text 5">
            <a:extLst xmlns:a="http://schemas.openxmlformats.org/drawingml/2006/main">
              <a:ext uri="{FF2B5EF4-FFF2-40B4-BE49-F238E27FC236}">
                <a16:creationId xmlns:a16="http://schemas.microsoft.com/office/drawing/2014/main" id="{7F9E5CA6-C10F-4F9A-9A60-5769FEAC9F0F}"/>
              </a:ext>
            </a:extLst>
          </p:cNvPr>
          <p:cNvSpPr>
            <a:spLocks xmlns:a="http://schemas.openxmlformats.org/drawingml/2006/main" noGrp="1"/>
          </p:cNvSpPr>
          <p:nvPr/>
        </p:nvSpPr>
        <p:spPr>
          <a:xfrm xmlns:a="http://schemas.openxmlformats.org/drawingml/2006/main">
            <a:off x="5286375" y="431292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Task1 → 제품 비교 결과 / Task2 → 견적 결과</a:t>
            </a:r>
          </a:p>
        </p:txBody>
      </p:sp>
      <p:sp>
        <p:nvSpPr>
          <p:cNvPr id="165" name="dp45-comparison / n111 / text 6">
            <a:extLst xmlns:a="http://schemas.openxmlformats.org/drawingml/2006/main">
              <a:ext uri="{FF2B5EF4-FFF2-40B4-BE49-F238E27FC236}">
                <a16:creationId xmlns:a16="http://schemas.microsoft.com/office/drawing/2014/main" id="{48F36C0C-EFBA-41AB-8279-2A5D54C400A4}"/>
              </a:ext>
            </a:extLst>
          </p:cNvPr>
          <p:cNvSpPr>
            <a:spLocks xmlns:a="http://schemas.openxmlformats.org/drawingml/2006/main" noGrp="1"/>
          </p:cNvSpPr>
          <p:nvPr/>
        </p:nvSpPr>
        <p:spPr>
          <a:xfrm xmlns:a="http://schemas.openxmlformats.org/drawingml/2006/main">
            <a:off x="5286375" y="443865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checked_revisions / read_ranges: 원본 확인 범위</a:t>
            </a:r>
          </a:p>
        </p:txBody>
      </p:sp>
      <p:sp>
        <p:nvSpPr>
          <p:cNvPr id="166" name="dp45-comparison / n112">
            <a:extLst xmlns:a="http://schemas.openxmlformats.org/drawingml/2006/main">
              <a:ext uri="{FF2B5EF4-FFF2-40B4-BE49-F238E27FC236}">
                <a16:creationId xmlns:a16="http://schemas.microsoft.com/office/drawing/2014/main" id="{FFF3ABEC-203F-482B-9BE6-1600B3DB6AEB}"/>
              </a:ext>
            </a:extLst>
          </p:cNvPr>
          <p:cNvSpPr>
            <a:spLocks xmlns:a="http://schemas.openxmlformats.org/drawingml/2006/main" noGrp="1"/>
          </p:cNvSpPr>
          <p:nvPr/>
        </p:nvSpPr>
        <p:spPr>
          <a:xfrm xmlns:a="http://schemas.openxmlformats.org/drawingml/2006/main">
            <a:off x="1838325" y="5686425"/>
            <a:ext cx="243782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7" name="dp45-comparison / n113 / text 1">
            <a:extLst xmlns:a="http://schemas.openxmlformats.org/drawingml/2006/main">
              <a:ext uri="{FF2B5EF4-FFF2-40B4-BE49-F238E27FC236}">
                <a16:creationId xmlns:a16="http://schemas.microsoft.com/office/drawing/2014/main" id="{95182870-BDF8-40C1-88F2-49DFDCFBB87A}"/>
              </a:ext>
            </a:extLst>
          </p:cNvPr>
          <p:cNvSpPr>
            <a:spLocks xmlns:a="http://schemas.openxmlformats.org/drawingml/2006/main" noGrp="1"/>
          </p:cNvSpPr>
          <p:nvPr/>
        </p:nvSpPr>
        <p:spPr>
          <a:xfrm xmlns:a="http://schemas.openxmlformats.org/drawingml/2006/main">
            <a:off x="1857375" y="5695950"/>
            <a:ext cx="2905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선택 cache는 재사용 / 구성 책임은 이번 조회</a:t>
            </a:r>
          </a:p>
        </p:txBody>
      </p:sp>
      <p:sp>
        <p:nvSpPr>
          <p:cNvPr id="168" name="dp45-comparison / n114">
            <a:extLst xmlns:a="http://schemas.openxmlformats.org/drawingml/2006/main">
              <a:ext uri="{FF2B5EF4-FFF2-40B4-BE49-F238E27FC236}">
                <a16:creationId xmlns:a16="http://schemas.microsoft.com/office/drawing/2014/main" id="{6DC12ECF-98F3-4301-A930-046071AC65B5}"/>
              </a:ext>
            </a:extLst>
          </p:cNvPr>
          <p:cNvSpPr>
            <a:spLocks xmlns:a="http://schemas.openxmlformats.org/drawingml/2006/main" noGrp="1"/>
          </p:cNvSpPr>
          <p:nvPr/>
        </p:nvSpPr>
        <p:spPr>
          <a:xfrm xmlns:a="http://schemas.openxmlformats.org/drawingml/2006/main">
            <a:off x="5934075" y="5686425"/>
            <a:ext cx="21107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9" name="dp45-comparison / n115 / text 1">
            <a:extLst xmlns:a="http://schemas.openxmlformats.org/drawingml/2006/main">
              <a:ext uri="{FF2B5EF4-FFF2-40B4-BE49-F238E27FC236}">
                <a16:creationId xmlns:a16="http://schemas.microsoft.com/office/drawing/2014/main" id="{1C286DD8-8893-4D4F-9585-A23D5DEF9B42}"/>
              </a:ext>
            </a:extLst>
          </p:cNvPr>
          <p:cNvSpPr>
            <a:spLocks xmlns:a="http://schemas.openxmlformats.org/drawingml/2006/main" noGrp="1"/>
          </p:cNvSpPr>
          <p:nvPr/>
        </p:nvSpPr>
        <p:spPr>
          <a:xfrm xmlns:a="http://schemas.openxmlformats.org/drawingml/2006/main">
            <a:off x="5953125" y="5695950"/>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이번 Query 수명의 발췌와 결과 참조</a:t>
            </a:r>
          </a:p>
        </p:txBody>
      </p:sp>
      <p:sp>
        <p:nvSpPr>
          <p:cNvPr id="170" name="dp45-comparison / n118">
            <a:extLst xmlns:a="http://schemas.openxmlformats.org/drawingml/2006/main">
              <a:ext uri="{FF2B5EF4-FFF2-40B4-BE49-F238E27FC236}">
                <a16:creationId xmlns:a16="http://schemas.microsoft.com/office/drawing/2014/main" id="{31185756-7320-416C-8869-E1FA5E1FD6D9}"/>
              </a:ext>
            </a:extLst>
          </p:cNvPr>
          <p:cNvSpPr>
            <a:spLocks xmlns:a="http://schemas.openxmlformats.org/drawingml/2006/main" noGrp="1"/>
          </p:cNvSpPr>
          <p:nvPr/>
        </p:nvSpPr>
        <p:spPr>
          <a:xfrm xmlns:a="http://schemas.openxmlformats.org/drawingml/2006/main">
            <a:off x="1838325" y="3619500"/>
            <a:ext cx="76390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1" name="dp45-comparison / n119 / text 1">
            <a:extLst xmlns:a="http://schemas.openxmlformats.org/drawingml/2006/main">
              <a:ext uri="{FF2B5EF4-FFF2-40B4-BE49-F238E27FC236}">
                <a16:creationId xmlns:a16="http://schemas.microsoft.com/office/drawing/2014/main" id="{79B79BF2-8639-4B84-808A-80086055857E}"/>
              </a:ext>
            </a:extLst>
          </p:cNvPr>
          <p:cNvSpPr>
            <a:spLocks xmlns:a="http://schemas.openxmlformats.org/drawingml/2006/main" noGrp="1"/>
          </p:cNvSpPr>
          <p:nvPr/>
        </p:nvSpPr>
        <p:spPr>
          <a:xfrm xmlns:a="http://schemas.openxmlformats.org/drawingml/2006/main">
            <a:off x="1857375" y="36290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① 현재 Query1</a:t>
            </a:r>
          </a:p>
        </p:txBody>
      </p:sp>
      <p:sp>
        <p:nvSpPr>
          <p:cNvPr id="172" name="dp45-comparison / n128">
            <a:extLst xmlns:a="http://schemas.openxmlformats.org/drawingml/2006/main">
              <a:ext uri="{FF2B5EF4-FFF2-40B4-BE49-F238E27FC236}">
                <a16:creationId xmlns:a16="http://schemas.microsoft.com/office/drawing/2014/main" id="{D402C0D0-8B86-4EE8-966A-B1B827101C73}"/>
              </a:ext>
            </a:extLst>
          </p:cNvPr>
          <p:cNvSpPr>
            <a:spLocks xmlns:a="http://schemas.openxmlformats.org/drawingml/2006/main" noGrp="1"/>
          </p:cNvSpPr>
          <p:nvPr/>
        </p:nvSpPr>
        <p:spPr>
          <a:xfrm xmlns:a="http://schemas.openxmlformats.org/drawingml/2006/main">
            <a:off x="464820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3" name="dp45-comparison / n129 / text 1">
            <a:extLst xmlns:a="http://schemas.openxmlformats.org/drawingml/2006/main">
              <a:ext uri="{FF2B5EF4-FFF2-40B4-BE49-F238E27FC236}">
                <a16:creationId xmlns:a16="http://schemas.microsoft.com/office/drawing/2014/main" id="{FB447984-92AA-417F-9BE7-A5146B58BB0C}"/>
              </a:ext>
            </a:extLst>
          </p:cNvPr>
          <p:cNvSpPr>
            <a:spLocks xmlns:a="http://schemas.openxmlformats.org/drawingml/2006/main" noGrp="1"/>
          </p:cNvSpPr>
          <p:nvPr/>
        </p:nvSpPr>
        <p:spPr>
          <a:xfrm xmlns:a="http://schemas.openxmlformats.org/drawingml/2006/main">
            <a:off x="466725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174" name="dp45-comparison / n131">
            <a:extLst xmlns:a="http://schemas.openxmlformats.org/drawingml/2006/main">
              <a:ext uri="{FF2B5EF4-FFF2-40B4-BE49-F238E27FC236}">
                <a16:creationId xmlns:a16="http://schemas.microsoft.com/office/drawing/2014/main" id="{1E22CE64-775D-40A9-A7ED-6F284180425B}"/>
              </a:ext>
            </a:extLst>
          </p:cNvPr>
          <p:cNvSpPr>
            <a:spLocks xmlns:a="http://schemas.openxmlformats.org/drawingml/2006/main" noGrp="1"/>
          </p:cNvSpPr>
          <p:nvPr/>
        </p:nvSpPr>
        <p:spPr>
          <a:xfrm xmlns:a="http://schemas.openxmlformats.org/drawingml/2006/main">
            <a:off x="164782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5" name="dp45-comparison / n132 / text 1">
            <a:extLst xmlns:a="http://schemas.openxmlformats.org/drawingml/2006/main">
              <a:ext uri="{FF2B5EF4-FFF2-40B4-BE49-F238E27FC236}">
                <a16:creationId xmlns:a16="http://schemas.microsoft.com/office/drawing/2014/main" id="{00FBEE2D-6878-40E3-B236-75D6CE772EB9}"/>
              </a:ext>
            </a:extLst>
          </p:cNvPr>
          <p:cNvSpPr>
            <a:spLocks xmlns:a="http://schemas.openxmlformats.org/drawingml/2006/main" noGrp="1"/>
          </p:cNvSpPr>
          <p:nvPr/>
        </p:nvSpPr>
        <p:spPr>
          <a:xfrm xmlns:a="http://schemas.openxmlformats.org/drawingml/2006/main">
            <a:off x="166687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176" name="dp45-comparison / n149">
            <a:extLst xmlns:a="http://schemas.openxmlformats.org/drawingml/2006/main">
              <a:ext uri="{FF2B5EF4-FFF2-40B4-BE49-F238E27FC236}">
                <a16:creationId xmlns:a16="http://schemas.microsoft.com/office/drawing/2014/main" id="{22FA2199-284A-4516-AE30-652A0C487A6D}"/>
              </a:ext>
            </a:extLst>
          </p:cNvPr>
          <p:cNvSpPr>
            <a:spLocks xmlns:a="http://schemas.openxmlformats.org/drawingml/2006/main" noGrp="1"/>
          </p:cNvSpPr>
          <p:nvPr/>
        </p:nvSpPr>
        <p:spPr>
          <a:xfrm xmlns:a="http://schemas.openxmlformats.org/drawingml/2006/main">
            <a:off x="1647825" y="7058025"/>
            <a:ext cx="261137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7" name="dp45-comparison / n150 / text 1">
            <a:extLst xmlns:a="http://schemas.openxmlformats.org/drawingml/2006/main">
              <a:ext uri="{FF2B5EF4-FFF2-40B4-BE49-F238E27FC236}">
                <a16:creationId xmlns:a16="http://schemas.microsoft.com/office/drawing/2014/main" id="{4B4F357C-09DF-47BD-94A7-A3762F6C2C37}"/>
              </a:ext>
            </a:extLst>
          </p:cNvPr>
          <p:cNvSpPr>
            <a:spLocks xmlns:a="http://schemas.openxmlformats.org/drawingml/2006/main" noGrp="1"/>
          </p:cNvSpPr>
          <p:nvPr/>
        </p:nvSpPr>
        <p:spPr>
          <a:xfrm xmlns:a="http://schemas.openxmlformats.org/drawingml/2006/main">
            <a:off x="166687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A의 cache 허용 / Request별 구성 책임 유지</a:t>
            </a:r>
          </a:p>
        </p:txBody>
      </p:sp>
      <p:sp>
        <p:nvSpPr>
          <p:cNvPr id="178" name="dp45-comparison / n151">
            <a:extLst xmlns:a="http://schemas.openxmlformats.org/drawingml/2006/main">
              <a:ext uri="{FF2B5EF4-FFF2-40B4-BE49-F238E27FC236}">
                <a16:creationId xmlns:a16="http://schemas.microsoft.com/office/drawing/2014/main" id="{3AAC4F77-261A-4D58-8812-4CF4AF6B0631}"/>
              </a:ext>
            </a:extLst>
          </p:cNvPr>
          <p:cNvSpPr>
            <a:spLocks xmlns:a="http://schemas.openxmlformats.org/drawingml/2006/main" noGrp="1"/>
          </p:cNvSpPr>
          <p:nvPr/>
        </p:nvSpPr>
        <p:spPr>
          <a:xfrm xmlns:a="http://schemas.openxmlformats.org/drawingml/2006/main">
            <a:off x="995362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9" name="dp45-comparison / n152 / text 1">
            <a:extLst xmlns:a="http://schemas.openxmlformats.org/drawingml/2006/main">
              <a:ext uri="{FF2B5EF4-FFF2-40B4-BE49-F238E27FC236}">
                <a16:creationId xmlns:a16="http://schemas.microsoft.com/office/drawing/2014/main" id="{1C381424-25F1-49E2-AAB8-BAE1C9229B74}"/>
              </a:ext>
            </a:extLst>
          </p:cNvPr>
          <p:cNvSpPr>
            <a:spLocks xmlns:a="http://schemas.openxmlformats.org/drawingml/2006/main" noGrp="1"/>
          </p:cNvSpPr>
          <p:nvPr/>
        </p:nvSpPr>
        <p:spPr>
          <a:xfrm xmlns:a="http://schemas.openxmlformats.org/drawingml/2006/main">
            <a:off x="1003935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0" name="dp45-comparison / n153">
            <a:extLst xmlns:a="http://schemas.openxmlformats.org/drawingml/2006/main">
              <a:ext uri="{FF2B5EF4-FFF2-40B4-BE49-F238E27FC236}">
                <a16:creationId xmlns:a16="http://schemas.microsoft.com/office/drawing/2014/main" id="{75A275FE-19ED-4794-BD4A-37F6A7D88CB9}"/>
              </a:ext>
            </a:extLst>
          </p:cNvPr>
          <p:cNvSpPr>
            <a:spLocks xmlns:a="http://schemas.openxmlformats.org/drawingml/2006/main" noGrp="1"/>
          </p:cNvSpPr>
          <p:nvPr/>
        </p:nvSpPr>
        <p:spPr>
          <a:xfrm xmlns:a="http://schemas.openxmlformats.org/drawingml/2006/main">
            <a:off x="1285875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1" name="dp45-comparison / n154 / text 1">
            <a:extLst xmlns:a="http://schemas.openxmlformats.org/drawingml/2006/main">
              <a:ext uri="{FF2B5EF4-FFF2-40B4-BE49-F238E27FC236}">
                <a16:creationId xmlns:a16="http://schemas.microsoft.com/office/drawing/2014/main" id="{E78C03FF-625D-42AB-9A04-3F5112736B84}"/>
              </a:ext>
            </a:extLst>
          </p:cNvPr>
          <p:cNvSpPr>
            <a:spLocks xmlns:a="http://schemas.openxmlformats.org/drawingml/2006/main" noGrp="1"/>
          </p:cNvSpPr>
          <p:nvPr/>
        </p:nvSpPr>
        <p:spPr>
          <a:xfrm xmlns:a="http://schemas.openxmlformats.org/drawingml/2006/main">
            <a:off x="1294447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182" name="dp45-comparison / n155">
            <a:extLst xmlns:a="http://schemas.openxmlformats.org/drawingml/2006/main">
              <a:ext uri="{FF2B5EF4-FFF2-40B4-BE49-F238E27FC236}">
                <a16:creationId xmlns:a16="http://schemas.microsoft.com/office/drawing/2014/main" id="{D44AAB4E-E63A-4FA9-B9FD-8354C03F2A30}"/>
              </a:ext>
            </a:extLst>
          </p:cNvPr>
          <p:cNvSpPr>
            <a:spLocks xmlns:a="http://schemas.openxmlformats.org/drawingml/2006/main" noGrp="1"/>
          </p:cNvSpPr>
          <p:nvPr/>
        </p:nvSpPr>
        <p:spPr>
          <a:xfrm xmlns:a="http://schemas.openxmlformats.org/drawingml/2006/main">
            <a:off x="1538287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3" name="dp45-comparison / n156 / text 1">
            <a:extLst xmlns:a="http://schemas.openxmlformats.org/drawingml/2006/main">
              <a:ext uri="{FF2B5EF4-FFF2-40B4-BE49-F238E27FC236}">
                <a16:creationId xmlns:a16="http://schemas.microsoft.com/office/drawing/2014/main" id="{FC7FFFEA-0A9D-4F4D-9F59-880F78885DE6}"/>
              </a:ext>
            </a:extLst>
          </p:cNvPr>
          <p:cNvSpPr>
            <a:spLocks xmlns:a="http://schemas.openxmlformats.org/drawingml/2006/main" noGrp="1"/>
          </p:cNvSpPr>
          <p:nvPr/>
        </p:nvSpPr>
        <p:spPr>
          <a:xfrm xmlns:a="http://schemas.openxmlformats.org/drawingml/2006/main">
            <a:off x="1546860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84" name="dp45-comparison / n167">
            <a:extLst xmlns:a="http://schemas.openxmlformats.org/drawingml/2006/main">
              <a:ext uri="{FF2B5EF4-FFF2-40B4-BE49-F238E27FC236}">
                <a16:creationId xmlns:a16="http://schemas.microsoft.com/office/drawing/2014/main" id="{78088C89-2527-4970-A523-D3E9062B679A}"/>
              </a:ext>
            </a:extLst>
          </p:cNvPr>
          <p:cNvSpPr>
            <a:spLocks xmlns:a="http://schemas.openxmlformats.org/drawingml/2006/main" noGrp="1"/>
          </p:cNvSpPr>
          <p:nvPr/>
        </p:nvSpPr>
        <p:spPr>
          <a:xfrm xmlns:a="http://schemas.openxmlformats.org/drawingml/2006/main">
            <a:off x="985837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5" name="dp45-comparison / n168 / text 1">
            <a:extLst xmlns:a="http://schemas.openxmlformats.org/drawingml/2006/main">
              <a:ext uri="{FF2B5EF4-FFF2-40B4-BE49-F238E27FC236}">
                <a16:creationId xmlns:a16="http://schemas.microsoft.com/office/drawing/2014/main" id="{40C3921E-E9F6-4AC8-87E6-2495FFE6E9A3}"/>
              </a:ext>
            </a:extLst>
          </p:cNvPr>
          <p:cNvSpPr>
            <a:spLocks xmlns:a="http://schemas.openxmlformats.org/drawingml/2006/main" noGrp="1"/>
          </p:cNvSpPr>
          <p:nvPr/>
        </p:nvSpPr>
        <p:spPr>
          <a:xfrm xmlns:a="http://schemas.openxmlformats.org/drawingml/2006/main">
            <a:off x="998220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186" name="dp45-comparison / n169">
            <a:extLst xmlns:a="http://schemas.openxmlformats.org/drawingml/2006/main">
              <a:ext uri="{FF2B5EF4-FFF2-40B4-BE49-F238E27FC236}">
                <a16:creationId xmlns:a16="http://schemas.microsoft.com/office/drawing/2014/main" id="{7FB73FB7-47F8-4E5F-9C68-22AC622AD2BA}"/>
              </a:ext>
            </a:extLst>
          </p:cNvPr>
          <p:cNvSpPr>
            <a:spLocks xmlns:a="http://schemas.openxmlformats.org/drawingml/2006/main" noGrp="1"/>
          </p:cNvSpPr>
          <p:nvPr/>
        </p:nvSpPr>
        <p:spPr>
          <a:xfrm xmlns:a="http://schemas.openxmlformats.org/drawingml/2006/main">
            <a:off x="1014412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87" name="dp45-comparison / n170 / text 1">
            <a:extLst xmlns:a="http://schemas.openxmlformats.org/drawingml/2006/main">
              <a:ext uri="{FF2B5EF4-FFF2-40B4-BE49-F238E27FC236}">
                <a16:creationId xmlns:a16="http://schemas.microsoft.com/office/drawing/2014/main" id="{E1659267-0448-4A7D-A67F-394489045947}"/>
              </a:ext>
            </a:extLst>
          </p:cNvPr>
          <p:cNvSpPr>
            <a:spLocks xmlns:a="http://schemas.openxmlformats.org/drawingml/2006/main" noGrp="1"/>
          </p:cNvSpPr>
          <p:nvPr/>
        </p:nvSpPr>
        <p:spPr>
          <a:xfrm xmlns:a="http://schemas.openxmlformats.org/drawingml/2006/main">
            <a:off x="1022985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Memory Publisher</a:t>
            </a:r>
          </a:p>
        </p:txBody>
      </p:sp>
      <p:sp>
        <p:nvSpPr>
          <p:cNvPr id="188" name="dp45-comparison / n171">
            <a:extLst xmlns:a="http://schemas.openxmlformats.org/drawingml/2006/main">
              <a:ext uri="{FF2B5EF4-FFF2-40B4-BE49-F238E27FC236}">
                <a16:creationId xmlns:a16="http://schemas.microsoft.com/office/drawing/2014/main" id="{3630E5B6-A2B6-443B-BD9B-562DB85544C8}"/>
              </a:ext>
            </a:extLst>
          </p:cNvPr>
          <p:cNvSpPr>
            <a:spLocks xmlns:a="http://schemas.openxmlformats.org/drawingml/2006/main" noGrp="1"/>
          </p:cNvSpPr>
          <p:nvPr/>
        </p:nvSpPr>
        <p:spPr>
          <a:xfrm xmlns:a="http://schemas.openxmlformats.org/drawingml/2006/main">
            <a:off x="14239875" y="3752850"/>
            <a:ext cx="2952750" cy="4000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89" name="dp45-comparison / n172 / text 1">
            <a:extLst xmlns:a="http://schemas.openxmlformats.org/drawingml/2006/main">
              <a:ext uri="{FF2B5EF4-FFF2-40B4-BE49-F238E27FC236}">
                <a16:creationId xmlns:a16="http://schemas.microsoft.com/office/drawing/2014/main" id="{08FCD77D-CF25-47AF-ADE4-C4C72C9EEFDC}"/>
              </a:ext>
            </a:extLst>
          </p:cNvPr>
          <p:cNvSpPr>
            <a:spLocks xmlns:a="http://schemas.openxmlformats.org/drawingml/2006/main" noGrp="1"/>
          </p:cNvSpPr>
          <p:nvPr/>
        </p:nvSpPr>
        <p:spPr>
          <a:xfrm xmlns:a="http://schemas.openxmlformats.org/drawingml/2006/main">
            <a:off x="14325600" y="3867150"/>
            <a:ext cx="2781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Episodic Memory Repository</a:t>
            </a:r>
          </a:p>
        </p:txBody>
      </p:sp>
      <p:sp>
        <p:nvSpPr>
          <p:cNvPr id="190" name="dp45-comparison / n173">
            <a:extLst xmlns:a="http://schemas.openxmlformats.org/drawingml/2006/main">
              <a:ext uri="{FF2B5EF4-FFF2-40B4-BE49-F238E27FC236}">
                <a16:creationId xmlns:a16="http://schemas.microsoft.com/office/drawing/2014/main" id="{03CB6A18-63F3-4E66-B82E-A8499B0F1A96}"/>
              </a:ext>
            </a:extLst>
          </p:cNvPr>
          <p:cNvSpPr>
            <a:spLocks xmlns:a="http://schemas.openxmlformats.org/drawingml/2006/main" noGrp="1"/>
          </p:cNvSpPr>
          <p:nvPr/>
        </p:nvSpPr>
        <p:spPr>
          <a:xfrm xmlns:a="http://schemas.openxmlformats.org/drawingml/2006/main">
            <a:off x="10144125" y="521970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91" name="dp45-comparison / n174 / text 1">
            <a:extLst xmlns:a="http://schemas.openxmlformats.org/drawingml/2006/main">
              <a:ext uri="{FF2B5EF4-FFF2-40B4-BE49-F238E27FC236}">
                <a16:creationId xmlns:a16="http://schemas.microsoft.com/office/drawing/2014/main" id="{3B04A098-87F5-4B44-9516-436D67D98766}"/>
              </a:ext>
            </a:extLst>
          </p:cNvPr>
          <p:cNvSpPr>
            <a:spLocks xmlns:a="http://schemas.openxmlformats.org/drawingml/2006/main" noGrp="1"/>
          </p:cNvSpPr>
          <p:nvPr/>
        </p:nvSpPr>
        <p:spPr>
          <a:xfrm xmlns:a="http://schemas.openxmlformats.org/drawingml/2006/main">
            <a:off x="10229850" y="528304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Evidence Reader</a:t>
            </a:r>
          </a:p>
        </p:txBody>
      </p:sp>
      <p:sp>
        <p:nvSpPr>
          <p:cNvPr id="192" name="dp45-comparison / n175">
            <a:extLst xmlns:a="http://schemas.openxmlformats.org/drawingml/2006/main">
              <a:ext uri="{FF2B5EF4-FFF2-40B4-BE49-F238E27FC236}">
                <a16:creationId xmlns:a16="http://schemas.microsoft.com/office/drawing/2014/main" id="{54A14F51-6160-4F8C-B592-50B2C3F40FDA}"/>
              </a:ext>
            </a:extLst>
          </p:cNvPr>
          <p:cNvSpPr>
            <a:spLocks xmlns:a="http://schemas.openxmlformats.org/drawingml/2006/main" noGrp="1"/>
          </p:cNvSpPr>
          <p:nvPr/>
        </p:nvSpPr>
        <p:spPr>
          <a:xfrm xmlns:a="http://schemas.openxmlformats.org/drawingml/2006/main">
            <a:off x="14239875" y="5476875"/>
            <a:ext cx="2952750" cy="31432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93" name="dp45-comparison / n176 / text 1">
            <a:extLst xmlns:a="http://schemas.openxmlformats.org/drawingml/2006/main">
              <a:ext uri="{FF2B5EF4-FFF2-40B4-BE49-F238E27FC236}">
                <a16:creationId xmlns:a16="http://schemas.microsoft.com/office/drawing/2014/main" id="{33385F3A-3232-4C76-89C4-B5410FF7F0E7}"/>
              </a:ext>
            </a:extLst>
          </p:cNvPr>
          <p:cNvSpPr>
            <a:spLocks xmlns:a="http://schemas.openxmlformats.org/drawingml/2006/main" noGrp="1"/>
          </p:cNvSpPr>
          <p:nvPr/>
        </p:nvSpPr>
        <p:spPr>
          <a:xfrm xmlns:a="http://schemas.openxmlformats.org/drawingml/2006/main">
            <a:off x="14325600" y="5542598"/>
            <a:ext cx="2781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Coverage State</a:t>
            </a:r>
          </a:p>
        </p:txBody>
      </p:sp>
      <p:sp>
        <p:nvSpPr>
          <p:cNvPr id="194" name="dp45-comparison / n177 / path">
            <a:extLst xmlns:a="http://schemas.openxmlformats.org/drawingml/2006/main">
              <a:ext uri="{FF2B5EF4-FFF2-40B4-BE49-F238E27FC236}">
                <a16:creationId xmlns:a16="http://schemas.microsoft.com/office/drawing/2014/main" id="{1023F68E-F8F0-4A04-848D-EE39D1D39F9D}"/>
              </a:ext>
            </a:extLst>
          </p:cNvPr>
          <p:cNvSpPr>
            <a:spLocks xmlns:a="http://schemas.openxmlformats.org/drawingml/2006/main" noGrp="1"/>
          </p:cNvSpPr>
          <p:nvPr/>
        </p:nvSpPr>
        <p:spPr>
          <a:xfrm xmlns:a="http://schemas.openxmlformats.org/drawingml/2006/main">
            <a:off x="12115800" y="2714625"/>
            <a:ext cx="2762250" cy="1038225"/>
          </a:xfrm>
          <a:custGeom xmlns:a="http://schemas.openxmlformats.org/drawingml/2006/main">
            <a:pathLst>
              <a:path w="2762250" h="1038225">
                <a:moveTo>
                  <a:pt x="2762250" y="0"/>
                </a:moveTo>
                <a:lnTo>
                  <a:pt x="2762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195" name="dp45-comparison / n177 / arrow">
            <a:extLst xmlns:a="http://schemas.openxmlformats.org/drawingml/2006/main">
              <a:ext uri="{FF2B5EF4-FFF2-40B4-BE49-F238E27FC236}">
                <a16:creationId xmlns:a16="http://schemas.microsoft.com/office/drawing/2014/main" id="{DBF0F14C-44E3-40B7-8461-8789250D1704}"/>
              </a:ext>
            </a:extLst>
          </p:cNvPr>
          <p:cNvSpPr>
            <a:spLocks xmlns:a="http://schemas.openxmlformats.org/drawingml/2006/main" noGrp="1"/>
          </p:cNvSpPr>
          <p:nvPr/>
        </p:nvSpPr>
        <p:spPr>
          <a:xfrm xmlns:a="http://schemas.openxmlformats.org/drawingml/2006/main">
            <a:off x="120822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96" name="dp45-comparison / n178 / path">
            <a:extLst xmlns:a="http://schemas.openxmlformats.org/drawingml/2006/main">
              <a:ext uri="{FF2B5EF4-FFF2-40B4-BE49-F238E27FC236}">
                <a16:creationId xmlns:a16="http://schemas.microsoft.com/office/drawing/2014/main" id="{F8F96BCD-F5F0-4553-84C4-791A643EF29E}"/>
              </a:ext>
            </a:extLst>
          </p:cNvPr>
          <p:cNvSpPr>
            <a:spLocks xmlns:a="http://schemas.openxmlformats.org/drawingml/2006/main" noGrp="1"/>
          </p:cNvSpPr>
          <p:nvPr/>
        </p:nvSpPr>
        <p:spPr>
          <a:xfrm xmlns:a="http://schemas.openxmlformats.org/drawingml/2006/main">
            <a:off x="1219200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197" name="dp45-comparison / n178 / arrow">
            <a:extLst xmlns:a="http://schemas.openxmlformats.org/drawingml/2006/main">
              <a:ext uri="{FF2B5EF4-FFF2-40B4-BE49-F238E27FC236}">
                <a16:creationId xmlns:a16="http://schemas.microsoft.com/office/drawing/2014/main" id="{CE3DD192-A4EB-444B-B54C-4C77F7C7508B}"/>
              </a:ext>
            </a:extLst>
          </p:cNvPr>
          <p:cNvSpPr>
            <a:spLocks xmlns:a="http://schemas.openxmlformats.org/drawingml/2006/main" noGrp="1"/>
          </p:cNvSpPr>
          <p:nvPr/>
        </p:nvSpPr>
        <p:spPr>
          <a:xfrm xmlns:a="http://schemas.openxmlformats.org/drawingml/2006/main">
            <a:off x="1492072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8" name="dp45-comparison / n179 / path">
            <a:extLst xmlns:a="http://schemas.openxmlformats.org/drawingml/2006/main">
              <a:ext uri="{FF2B5EF4-FFF2-40B4-BE49-F238E27FC236}">
                <a16:creationId xmlns:a16="http://schemas.microsoft.com/office/drawing/2014/main" id="{35922650-623D-4C26-B281-D2B9CD34DA72}"/>
              </a:ext>
            </a:extLst>
          </p:cNvPr>
          <p:cNvSpPr>
            <a:spLocks xmlns:a="http://schemas.openxmlformats.org/drawingml/2006/main" noGrp="1"/>
          </p:cNvSpPr>
          <p:nvPr/>
        </p:nvSpPr>
        <p:spPr>
          <a:xfrm xmlns:a="http://schemas.openxmlformats.org/drawingml/2006/main">
            <a:off x="1223010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199" name="dp45-comparison / n179 / arrow">
            <a:extLst xmlns:a="http://schemas.openxmlformats.org/drawingml/2006/main">
              <a:ext uri="{FF2B5EF4-FFF2-40B4-BE49-F238E27FC236}">
                <a16:creationId xmlns:a16="http://schemas.microsoft.com/office/drawing/2014/main" id="{FC8D935E-B63E-456C-84D9-7CE18EE980A6}"/>
              </a:ext>
            </a:extLst>
          </p:cNvPr>
          <p:cNvSpPr>
            <a:spLocks xmlns:a="http://schemas.openxmlformats.org/drawingml/2006/main" noGrp="1"/>
          </p:cNvSpPr>
          <p:nvPr/>
        </p:nvSpPr>
        <p:spPr>
          <a:xfrm xmlns:a="http://schemas.openxmlformats.org/drawingml/2006/main">
            <a:off x="121965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0" name="dp45-comparison / n180 / path">
            <a:extLst xmlns:a="http://schemas.openxmlformats.org/drawingml/2006/main">
              <a:ext uri="{FF2B5EF4-FFF2-40B4-BE49-F238E27FC236}">
                <a16:creationId xmlns:a16="http://schemas.microsoft.com/office/drawing/2014/main" id="{433668F0-8FE9-483F-BA62-63B563293A4D}"/>
              </a:ext>
            </a:extLst>
          </p:cNvPr>
          <p:cNvSpPr>
            <a:spLocks xmlns:a="http://schemas.openxmlformats.org/drawingml/2006/main" noGrp="1"/>
          </p:cNvSpPr>
          <p:nvPr/>
        </p:nvSpPr>
        <p:spPr>
          <a:xfrm xmlns:a="http://schemas.openxmlformats.org/drawingml/2006/main">
            <a:off x="12353925" y="2714625"/>
            <a:ext cx="5048250" cy="1038225"/>
          </a:xfrm>
          <a:custGeom xmlns:a="http://schemas.openxmlformats.org/drawingml/2006/main">
            <a:pathLst>
              <a:path w="5048250" h="1038225">
                <a:moveTo>
                  <a:pt x="5048250" y="0"/>
                </a:moveTo>
                <a:lnTo>
                  <a:pt x="5048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201" name="dp45-comparison / n180 / arrow">
            <a:extLst xmlns:a="http://schemas.openxmlformats.org/drawingml/2006/main">
              <a:ext uri="{FF2B5EF4-FFF2-40B4-BE49-F238E27FC236}">
                <a16:creationId xmlns:a16="http://schemas.microsoft.com/office/drawing/2014/main" id="{FB81B58B-9E2C-40CC-A1B2-04F1FB89A795}"/>
              </a:ext>
            </a:extLst>
          </p:cNvPr>
          <p:cNvSpPr>
            <a:spLocks xmlns:a="http://schemas.openxmlformats.org/drawingml/2006/main" noGrp="1"/>
          </p:cNvSpPr>
          <p:nvPr/>
        </p:nvSpPr>
        <p:spPr>
          <a:xfrm xmlns:a="http://schemas.openxmlformats.org/drawingml/2006/main">
            <a:off x="123203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2" name="dp45-comparison / n181 / path">
            <a:extLst xmlns:a="http://schemas.openxmlformats.org/drawingml/2006/main">
              <a:ext uri="{FF2B5EF4-FFF2-40B4-BE49-F238E27FC236}">
                <a16:creationId xmlns:a16="http://schemas.microsoft.com/office/drawing/2014/main" id="{BDDA27AE-8311-4B17-879E-8656DC5E8703}"/>
              </a:ext>
            </a:extLst>
          </p:cNvPr>
          <p:cNvSpPr>
            <a:spLocks xmlns:a="http://schemas.openxmlformats.org/drawingml/2006/main" noGrp="1"/>
          </p:cNvSpPr>
          <p:nvPr/>
        </p:nvSpPr>
        <p:spPr>
          <a:xfrm xmlns:a="http://schemas.openxmlformats.org/drawingml/2006/main">
            <a:off x="1243012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203" name="dp45-comparison / n181 / arrow">
            <a:extLst xmlns:a="http://schemas.openxmlformats.org/drawingml/2006/main">
              <a:ext uri="{FF2B5EF4-FFF2-40B4-BE49-F238E27FC236}">
                <a16:creationId xmlns:a16="http://schemas.microsoft.com/office/drawing/2014/main" id="{736EFD4B-A71E-4795-86FE-1685A0C6AC56}"/>
              </a:ext>
            </a:extLst>
          </p:cNvPr>
          <p:cNvSpPr>
            <a:spLocks xmlns:a="http://schemas.openxmlformats.org/drawingml/2006/main" noGrp="1"/>
          </p:cNvSpPr>
          <p:nvPr/>
        </p:nvSpPr>
        <p:spPr>
          <a:xfrm xmlns:a="http://schemas.openxmlformats.org/drawingml/2006/main">
            <a:off x="1744484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04" name="dp45-comparison / n182 / path">
            <a:extLst xmlns:a="http://schemas.openxmlformats.org/drawingml/2006/main">
              <a:ext uri="{FF2B5EF4-FFF2-40B4-BE49-F238E27FC236}">
                <a16:creationId xmlns:a16="http://schemas.microsoft.com/office/drawing/2014/main" id="{7A761DF2-47B9-407D-B43D-56AF0D7824A7}"/>
              </a:ext>
            </a:extLst>
          </p:cNvPr>
          <p:cNvSpPr>
            <a:spLocks xmlns:a="http://schemas.openxmlformats.org/drawingml/2006/main" noGrp="1"/>
          </p:cNvSpPr>
          <p:nvPr/>
        </p:nvSpPr>
        <p:spPr>
          <a:xfrm xmlns:a="http://schemas.openxmlformats.org/drawingml/2006/main">
            <a:off x="1246822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205" name="dp45-comparison / n182 / arrow">
            <a:extLst xmlns:a="http://schemas.openxmlformats.org/drawingml/2006/main">
              <a:ext uri="{FF2B5EF4-FFF2-40B4-BE49-F238E27FC236}">
                <a16:creationId xmlns:a16="http://schemas.microsoft.com/office/drawing/2014/main" id="{D8077D7D-3DC6-4CCB-B3A2-D0E862928863}"/>
              </a:ext>
            </a:extLst>
          </p:cNvPr>
          <p:cNvSpPr>
            <a:spLocks xmlns:a="http://schemas.openxmlformats.org/drawingml/2006/main" noGrp="1"/>
          </p:cNvSpPr>
          <p:nvPr/>
        </p:nvSpPr>
        <p:spPr>
          <a:xfrm xmlns:a="http://schemas.openxmlformats.org/drawingml/2006/main">
            <a:off x="124346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6" name="dp45-comparison / n185 / path">
            <a:extLst xmlns:a="http://schemas.openxmlformats.org/drawingml/2006/main">
              <a:ext uri="{FF2B5EF4-FFF2-40B4-BE49-F238E27FC236}">
                <a16:creationId xmlns:a16="http://schemas.microsoft.com/office/drawing/2014/main" id="{A98D6180-5F01-4301-B0AE-5B05C350B0E6}"/>
              </a:ext>
            </a:extLst>
          </p:cNvPr>
          <p:cNvSpPr>
            <a:spLocks xmlns:a="http://schemas.openxmlformats.org/drawingml/2006/main" noGrp="1"/>
          </p:cNvSpPr>
          <p:nvPr/>
        </p:nvSpPr>
        <p:spPr>
          <a:xfrm xmlns:a="http://schemas.openxmlformats.org/drawingml/2006/main">
            <a:off x="12715875" y="3895725"/>
            <a:ext cx="1524000" cy="953"/>
          </a:xfrm>
          <a:custGeom xmlns:a="http://schemas.openxmlformats.org/drawingml/2006/main">
            <a:pathLst>
              <a:path w="1524000" h="953">
                <a:moveTo>
                  <a:pt x="0" y="0"/>
                </a:moveTo>
                <a:lnTo>
                  <a:pt x="1524000" y="0"/>
                </a:lnTo>
              </a:path>
            </a:pathLst>
          </a:custGeom>
          <a:noFill xmlns:a="http://schemas.openxmlformats.org/drawingml/2006/main"/>
          <a:ln xmlns:a="http://schemas.openxmlformats.org/drawingml/2006/main" w="10478">
            <a:solidFill>
              <a:srgbClr val="B8753F"/>
            </a:solidFill>
            <a:prstDash val="solid"/>
          </a:ln>
        </p:spPr>
      </p:sp>
      <p:sp>
        <p:nvSpPr>
          <p:cNvPr id="207" name="dp45-comparison / n185 / arrow">
            <a:extLst xmlns:a="http://schemas.openxmlformats.org/drawingml/2006/main">
              <a:ext uri="{FF2B5EF4-FFF2-40B4-BE49-F238E27FC236}">
                <a16:creationId xmlns:a16="http://schemas.microsoft.com/office/drawing/2014/main" id="{DC8959A3-1C83-4BF7-A83E-E7F5D2111ED4}"/>
              </a:ext>
            </a:extLst>
          </p:cNvPr>
          <p:cNvSpPr>
            <a:spLocks xmlns:a="http://schemas.openxmlformats.org/drawingml/2006/main" noGrp="1"/>
          </p:cNvSpPr>
          <p:nvPr/>
        </p:nvSpPr>
        <p:spPr>
          <a:xfrm xmlns:a="http://schemas.openxmlformats.org/drawingml/2006/main">
            <a:off x="14172819" y="38621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8" name="dp45-comparison / n186 / path">
            <a:extLst xmlns:a="http://schemas.openxmlformats.org/drawingml/2006/main">
              <a:ext uri="{FF2B5EF4-FFF2-40B4-BE49-F238E27FC236}">
                <a16:creationId xmlns:a16="http://schemas.microsoft.com/office/drawing/2014/main" id="{597F743D-9071-4FA4-B9D5-3B1B6EBBD289}"/>
              </a:ext>
            </a:extLst>
          </p:cNvPr>
          <p:cNvSpPr>
            <a:spLocks xmlns:a="http://schemas.openxmlformats.org/drawingml/2006/main" noGrp="1"/>
          </p:cNvSpPr>
          <p:nvPr/>
        </p:nvSpPr>
        <p:spPr>
          <a:xfrm xmlns:a="http://schemas.openxmlformats.org/drawingml/2006/main">
            <a:off x="12715875" y="4029075"/>
            <a:ext cx="1524000" cy="1528763"/>
          </a:xfrm>
          <a:custGeom xmlns:a="http://schemas.openxmlformats.org/drawingml/2006/main">
            <a:pathLst>
              <a:path w="1524000" h="1528763">
                <a:moveTo>
                  <a:pt x="0" y="0"/>
                </a:moveTo>
                <a:lnTo>
                  <a:pt x="1314450" y="0"/>
                </a:lnTo>
                <a:lnTo>
                  <a:pt x="1314450" y="1528763"/>
                </a:lnTo>
                <a:lnTo>
                  <a:pt x="1524000" y="1528763"/>
                </a:lnTo>
              </a:path>
            </a:pathLst>
          </a:custGeom>
          <a:noFill xmlns:a="http://schemas.openxmlformats.org/drawingml/2006/main"/>
          <a:ln xmlns:a="http://schemas.openxmlformats.org/drawingml/2006/main" w="10478">
            <a:solidFill>
              <a:srgbClr val="B8753F"/>
            </a:solidFill>
            <a:prstDash val="solid"/>
          </a:ln>
        </p:spPr>
      </p:sp>
      <p:sp>
        <p:nvSpPr>
          <p:cNvPr id="209" name="dp45-comparison / n186 / arrow">
            <a:extLst xmlns:a="http://schemas.openxmlformats.org/drawingml/2006/main">
              <a:ext uri="{FF2B5EF4-FFF2-40B4-BE49-F238E27FC236}">
                <a16:creationId xmlns:a16="http://schemas.microsoft.com/office/drawing/2014/main" id="{0C3CBCDD-B39F-41F1-8027-79533E3376AD}"/>
              </a:ext>
            </a:extLst>
          </p:cNvPr>
          <p:cNvSpPr>
            <a:spLocks xmlns:a="http://schemas.openxmlformats.org/drawingml/2006/main" noGrp="1"/>
          </p:cNvSpPr>
          <p:nvPr/>
        </p:nvSpPr>
        <p:spPr>
          <a:xfrm xmlns:a="http://schemas.openxmlformats.org/drawingml/2006/main">
            <a:off x="14172819" y="55243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0" name="dp45-comparison / n189 / path">
            <a:extLst xmlns:a="http://schemas.openxmlformats.org/drawingml/2006/main">
              <a:ext uri="{FF2B5EF4-FFF2-40B4-BE49-F238E27FC236}">
                <a16:creationId xmlns:a16="http://schemas.microsoft.com/office/drawing/2014/main" id="{7AA900C7-A8B1-4AD9-9DE9-5EA78540E419}"/>
              </a:ext>
            </a:extLst>
          </p:cNvPr>
          <p:cNvSpPr>
            <a:spLocks xmlns:a="http://schemas.openxmlformats.org/drawingml/2006/main" noGrp="1"/>
          </p:cNvSpPr>
          <p:nvPr/>
        </p:nvSpPr>
        <p:spPr>
          <a:xfrm xmlns:a="http://schemas.openxmlformats.org/drawingml/2006/main">
            <a:off x="12715875" y="4152900"/>
            <a:ext cx="3000375" cy="1171575"/>
          </a:xfrm>
          <a:custGeom xmlns:a="http://schemas.openxmlformats.org/drawingml/2006/main">
            <a:pathLst>
              <a:path w="3000375" h="1171575">
                <a:moveTo>
                  <a:pt x="0" y="1171575"/>
                </a:moveTo>
                <a:lnTo>
                  <a:pt x="857250" y="1171575"/>
                </a:lnTo>
                <a:lnTo>
                  <a:pt x="857250" y="66675"/>
                </a:lnTo>
                <a:lnTo>
                  <a:pt x="3000375" y="66675"/>
                </a:lnTo>
                <a:lnTo>
                  <a:pt x="3000375" y="0"/>
                </a:lnTo>
              </a:path>
            </a:pathLst>
          </a:custGeom>
          <a:noFill xmlns:a="http://schemas.openxmlformats.org/drawingml/2006/main"/>
          <a:ln xmlns:a="http://schemas.openxmlformats.org/drawingml/2006/main" w="10478">
            <a:solidFill>
              <a:srgbClr val="B8753F"/>
            </a:solidFill>
            <a:prstDash val="solid"/>
          </a:ln>
        </p:spPr>
      </p:sp>
      <p:sp>
        <p:nvSpPr>
          <p:cNvPr id="211" name="dp45-comparison / n189 / arrow">
            <a:extLst xmlns:a="http://schemas.openxmlformats.org/drawingml/2006/main">
              <a:ext uri="{FF2B5EF4-FFF2-40B4-BE49-F238E27FC236}">
                <a16:creationId xmlns:a16="http://schemas.microsoft.com/office/drawing/2014/main" id="{5CBA2286-6C90-4C0C-8D0C-CD0DA26251E3}"/>
              </a:ext>
            </a:extLst>
          </p:cNvPr>
          <p:cNvSpPr>
            <a:spLocks xmlns:a="http://schemas.openxmlformats.org/drawingml/2006/main" noGrp="1"/>
          </p:cNvSpPr>
          <p:nvPr/>
        </p:nvSpPr>
        <p:spPr>
          <a:xfrm xmlns:a="http://schemas.openxmlformats.org/drawingml/2006/main">
            <a:off x="15682722" y="41529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2" name="dp45-comparison / n190 / path">
            <a:extLst xmlns:a="http://schemas.openxmlformats.org/drawingml/2006/main">
              <a:ext uri="{FF2B5EF4-FFF2-40B4-BE49-F238E27FC236}">
                <a16:creationId xmlns:a16="http://schemas.microsoft.com/office/drawing/2014/main" id="{D19E32D2-4E3C-4E7D-84EE-85ADEB561A99}"/>
              </a:ext>
            </a:extLst>
          </p:cNvPr>
          <p:cNvSpPr>
            <a:spLocks xmlns:a="http://schemas.openxmlformats.org/drawingml/2006/main" noGrp="1"/>
          </p:cNvSpPr>
          <p:nvPr/>
        </p:nvSpPr>
        <p:spPr>
          <a:xfrm xmlns:a="http://schemas.openxmlformats.org/drawingml/2006/main">
            <a:off x="12715875" y="4152900"/>
            <a:ext cx="3143250" cy="1285875"/>
          </a:xfrm>
          <a:custGeom xmlns:a="http://schemas.openxmlformats.org/drawingml/2006/main">
            <a:pathLst>
              <a:path w="3143250" h="1285875">
                <a:moveTo>
                  <a:pt x="3143250" y="0"/>
                </a:moveTo>
                <a:lnTo>
                  <a:pt x="3143250" y="104775"/>
                </a:lnTo>
                <a:lnTo>
                  <a:pt x="952500" y="104775"/>
                </a:lnTo>
                <a:lnTo>
                  <a:pt x="952500" y="1285875"/>
                </a:lnTo>
                <a:lnTo>
                  <a:pt x="0" y="1285875"/>
                </a:lnTo>
              </a:path>
            </a:pathLst>
          </a:custGeom>
          <a:noFill xmlns:a="http://schemas.openxmlformats.org/drawingml/2006/main"/>
          <a:ln xmlns:a="http://schemas.openxmlformats.org/drawingml/2006/main" w="10478">
            <a:solidFill>
              <a:srgbClr val="B8753F"/>
            </a:solidFill>
            <a:prstDash val="dash"/>
          </a:ln>
        </p:spPr>
      </p:sp>
      <p:sp>
        <p:nvSpPr>
          <p:cNvPr id="213" name="dp45-comparison / n190 / arrow">
            <a:extLst xmlns:a="http://schemas.openxmlformats.org/drawingml/2006/main">
              <a:ext uri="{FF2B5EF4-FFF2-40B4-BE49-F238E27FC236}">
                <a16:creationId xmlns:a16="http://schemas.microsoft.com/office/drawing/2014/main" id="{E518A6B3-C942-491E-B82C-866E7F1146D1}"/>
              </a:ext>
            </a:extLst>
          </p:cNvPr>
          <p:cNvSpPr>
            <a:spLocks xmlns:a="http://schemas.openxmlformats.org/drawingml/2006/main" noGrp="1"/>
          </p:cNvSpPr>
          <p:nvPr/>
        </p:nvSpPr>
        <p:spPr>
          <a:xfrm xmlns:a="http://schemas.openxmlformats.org/drawingml/2006/main">
            <a:off x="12715875" y="5405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4" name="dp45-comparison / n191 / path">
            <a:extLst xmlns:a="http://schemas.openxmlformats.org/drawingml/2006/main">
              <a:ext uri="{FF2B5EF4-FFF2-40B4-BE49-F238E27FC236}">
                <a16:creationId xmlns:a16="http://schemas.microsoft.com/office/drawing/2014/main" id="{00BD20F5-AD72-4872-AF55-D305D05AA1F5}"/>
              </a:ext>
            </a:extLst>
          </p:cNvPr>
          <p:cNvSpPr>
            <a:spLocks xmlns:a="http://schemas.openxmlformats.org/drawingml/2006/main" noGrp="1"/>
          </p:cNvSpPr>
          <p:nvPr/>
        </p:nvSpPr>
        <p:spPr>
          <a:xfrm xmlns:a="http://schemas.openxmlformats.org/drawingml/2006/main">
            <a:off x="12715875" y="5524500"/>
            <a:ext cx="1524000" cy="109538"/>
          </a:xfrm>
          <a:custGeom xmlns:a="http://schemas.openxmlformats.org/drawingml/2006/main">
            <a:pathLst>
              <a:path w="1524000" h="109538">
                <a:moveTo>
                  <a:pt x="1524000" y="109538"/>
                </a:moveTo>
                <a:lnTo>
                  <a:pt x="285750" y="109538"/>
                </a:lnTo>
                <a:lnTo>
                  <a:pt x="285750" y="0"/>
                </a:lnTo>
                <a:lnTo>
                  <a:pt x="0" y="0"/>
                </a:lnTo>
              </a:path>
            </a:pathLst>
          </a:custGeom>
          <a:noFill xmlns:a="http://schemas.openxmlformats.org/drawingml/2006/main"/>
          <a:ln xmlns:a="http://schemas.openxmlformats.org/drawingml/2006/main" w="10478">
            <a:solidFill>
              <a:srgbClr val="B8753F"/>
            </a:solidFill>
            <a:prstDash val="dash"/>
          </a:ln>
        </p:spPr>
      </p:sp>
      <p:sp>
        <p:nvSpPr>
          <p:cNvPr id="215" name="dp45-comparison / n191 / arrow">
            <a:extLst xmlns:a="http://schemas.openxmlformats.org/drawingml/2006/main">
              <a:ext uri="{FF2B5EF4-FFF2-40B4-BE49-F238E27FC236}">
                <a16:creationId xmlns:a16="http://schemas.microsoft.com/office/drawing/2014/main" id="{F233A73F-1BF2-412D-BF47-05A01ABFBCAB}"/>
              </a:ext>
            </a:extLst>
          </p:cNvPr>
          <p:cNvSpPr>
            <a:spLocks xmlns:a="http://schemas.openxmlformats.org/drawingml/2006/main" noGrp="1"/>
          </p:cNvSpPr>
          <p:nvPr/>
        </p:nvSpPr>
        <p:spPr>
          <a:xfrm xmlns:a="http://schemas.openxmlformats.org/drawingml/2006/main">
            <a:off x="12715875" y="54909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6" name="dp45-comparison / n192 / path">
            <a:extLst xmlns:a="http://schemas.openxmlformats.org/drawingml/2006/main">
              <a:ext uri="{FF2B5EF4-FFF2-40B4-BE49-F238E27FC236}">
                <a16:creationId xmlns:a16="http://schemas.microsoft.com/office/drawing/2014/main" id="{095C4C56-9C45-49F0-A7ED-8C709BCF8AF7}"/>
              </a:ext>
            </a:extLst>
          </p:cNvPr>
          <p:cNvSpPr>
            <a:spLocks xmlns:a="http://schemas.openxmlformats.org/drawingml/2006/main" noGrp="1"/>
          </p:cNvSpPr>
          <p:nvPr/>
        </p:nvSpPr>
        <p:spPr>
          <a:xfrm xmlns:a="http://schemas.openxmlformats.org/drawingml/2006/main">
            <a:off x="11191875" y="4114800"/>
            <a:ext cx="953" cy="1104900"/>
          </a:xfrm>
          <a:custGeom xmlns:a="http://schemas.openxmlformats.org/drawingml/2006/main">
            <a:pathLst>
              <a:path w="953" h="1104900">
                <a:moveTo>
                  <a:pt x="0" y="1104900"/>
                </a:moveTo>
                <a:lnTo>
                  <a:pt x="0" y="0"/>
                </a:lnTo>
              </a:path>
            </a:pathLst>
          </a:custGeom>
          <a:noFill xmlns:a="http://schemas.openxmlformats.org/drawingml/2006/main"/>
          <a:ln xmlns:a="http://schemas.openxmlformats.org/drawingml/2006/main" w="10478">
            <a:solidFill>
              <a:srgbClr val="B8753F"/>
            </a:solidFill>
            <a:prstDash val="solid"/>
          </a:ln>
        </p:spPr>
      </p:sp>
      <p:sp>
        <p:nvSpPr>
          <p:cNvPr id="217" name="dp45-comparison / n192 / arrow">
            <a:extLst xmlns:a="http://schemas.openxmlformats.org/drawingml/2006/main">
              <a:ext uri="{FF2B5EF4-FFF2-40B4-BE49-F238E27FC236}">
                <a16:creationId xmlns:a16="http://schemas.microsoft.com/office/drawing/2014/main" id="{2A768A63-0E93-47A7-8C41-97FAFAD4BBA6}"/>
              </a:ext>
            </a:extLst>
          </p:cNvPr>
          <p:cNvSpPr>
            <a:spLocks xmlns:a="http://schemas.openxmlformats.org/drawingml/2006/main" noGrp="1"/>
          </p:cNvSpPr>
          <p:nvPr/>
        </p:nvSpPr>
        <p:spPr>
          <a:xfrm xmlns:a="http://schemas.openxmlformats.org/drawingml/2006/main">
            <a:off x="111583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8" name="dp45-comparison / n193 / path">
            <a:extLst xmlns:a="http://schemas.openxmlformats.org/drawingml/2006/main">
              <a:ext uri="{FF2B5EF4-FFF2-40B4-BE49-F238E27FC236}">
                <a16:creationId xmlns:a16="http://schemas.microsoft.com/office/drawing/2014/main" id="{5D1CC04B-9F9E-4D84-8E84-7AACC0CF9F64}"/>
              </a:ext>
            </a:extLst>
          </p:cNvPr>
          <p:cNvSpPr>
            <a:spLocks xmlns:a="http://schemas.openxmlformats.org/drawingml/2006/main" noGrp="1"/>
          </p:cNvSpPr>
          <p:nvPr/>
        </p:nvSpPr>
        <p:spPr>
          <a:xfrm xmlns:a="http://schemas.openxmlformats.org/drawingml/2006/main">
            <a:off x="11668125" y="4114800"/>
            <a:ext cx="953" cy="1104900"/>
          </a:xfrm>
          <a:custGeom xmlns:a="http://schemas.openxmlformats.org/drawingml/2006/main">
            <a:pathLst>
              <a:path w="953" h="1104900">
                <a:moveTo>
                  <a:pt x="0" y="0"/>
                </a:moveTo>
                <a:lnTo>
                  <a:pt x="0" y="1104900"/>
                </a:lnTo>
              </a:path>
            </a:pathLst>
          </a:custGeom>
          <a:noFill xmlns:a="http://schemas.openxmlformats.org/drawingml/2006/main"/>
          <a:ln xmlns:a="http://schemas.openxmlformats.org/drawingml/2006/main" w="10478">
            <a:solidFill>
              <a:srgbClr val="B8753F"/>
            </a:solidFill>
            <a:prstDash val="dash"/>
          </a:ln>
        </p:spPr>
      </p:sp>
      <p:sp>
        <p:nvSpPr>
          <p:cNvPr id="219" name="dp45-comparison / n193 / arrow">
            <a:extLst xmlns:a="http://schemas.openxmlformats.org/drawingml/2006/main">
              <a:ext uri="{FF2B5EF4-FFF2-40B4-BE49-F238E27FC236}">
                <a16:creationId xmlns:a16="http://schemas.microsoft.com/office/drawing/2014/main" id="{4C90461C-19A2-428E-B049-E5615E7B3A9A}"/>
              </a:ext>
            </a:extLst>
          </p:cNvPr>
          <p:cNvSpPr>
            <a:spLocks xmlns:a="http://schemas.openxmlformats.org/drawingml/2006/main" noGrp="1"/>
          </p:cNvSpPr>
          <p:nvPr/>
        </p:nvSpPr>
        <p:spPr>
          <a:xfrm xmlns:a="http://schemas.openxmlformats.org/drawingml/2006/main">
            <a:off x="11634597" y="51526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0" name="dp45-comparison / n202 / path">
            <a:extLst xmlns:a="http://schemas.openxmlformats.org/drawingml/2006/main">
              <a:ext uri="{FF2B5EF4-FFF2-40B4-BE49-F238E27FC236}">
                <a16:creationId xmlns:a16="http://schemas.microsoft.com/office/drawing/2014/main" id="{63865D14-93F8-45DF-9E56-E0B322E45DCF}"/>
              </a:ext>
            </a:extLst>
          </p:cNvPr>
          <p:cNvSpPr>
            <a:spLocks xmlns:a="http://schemas.openxmlformats.org/drawingml/2006/main" noGrp="1"/>
          </p:cNvSpPr>
          <p:nvPr/>
        </p:nvSpPr>
        <p:spPr>
          <a:xfrm xmlns:a="http://schemas.openxmlformats.org/drawingml/2006/main">
            <a:off x="12382500" y="2638425"/>
            <a:ext cx="5324475" cy="3267075"/>
          </a:xfrm>
          <a:custGeom xmlns:a="http://schemas.openxmlformats.org/drawingml/2006/main">
            <a:pathLst>
              <a:path w="5324475" h="3267075">
                <a:moveTo>
                  <a:pt x="0" y="2943225"/>
                </a:moveTo>
                <a:lnTo>
                  <a:pt x="0" y="3267075"/>
                </a:lnTo>
                <a:lnTo>
                  <a:pt x="5324475" y="3267075"/>
                </a:lnTo>
                <a:lnTo>
                  <a:pt x="5324475" y="0"/>
                </a:lnTo>
                <a:lnTo>
                  <a:pt x="5191125" y="0"/>
                </a:lnTo>
              </a:path>
            </a:pathLst>
          </a:custGeom>
          <a:noFill xmlns:a="http://schemas.openxmlformats.org/drawingml/2006/main"/>
          <a:ln xmlns:a="http://schemas.openxmlformats.org/drawingml/2006/main" w="10478">
            <a:solidFill>
              <a:srgbClr val="000000"/>
            </a:solidFill>
            <a:prstDash val="solid"/>
          </a:ln>
        </p:spPr>
      </p:sp>
      <p:sp>
        <p:nvSpPr>
          <p:cNvPr id="221" name="dp45-comparison / n202 / arrow">
            <a:extLst xmlns:a="http://schemas.openxmlformats.org/drawingml/2006/main">
              <a:ext uri="{FF2B5EF4-FFF2-40B4-BE49-F238E27FC236}">
                <a16:creationId xmlns:a16="http://schemas.microsoft.com/office/drawing/2014/main" id="{2A34CAEA-57A7-40B5-ACFD-31759006C4F6}"/>
              </a:ext>
            </a:extLst>
          </p:cNvPr>
          <p:cNvSpPr>
            <a:spLocks xmlns:a="http://schemas.openxmlformats.org/drawingml/2006/main" noGrp="1"/>
          </p:cNvSpPr>
          <p:nvPr/>
        </p:nvSpPr>
        <p:spPr>
          <a:xfrm xmlns:a="http://schemas.openxmlformats.org/drawingml/2006/main">
            <a:off x="17573625" y="26048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2" name="dp45-comparison / n203 / path">
            <a:extLst xmlns:a="http://schemas.openxmlformats.org/drawingml/2006/main">
              <a:ext uri="{FF2B5EF4-FFF2-40B4-BE49-F238E27FC236}">
                <a16:creationId xmlns:a16="http://schemas.microsoft.com/office/drawing/2014/main" id="{EB82A643-B04D-4D3D-B6C1-2C0B22D528EB}"/>
              </a:ext>
            </a:extLst>
          </p:cNvPr>
          <p:cNvSpPr>
            <a:spLocks xmlns:a="http://schemas.openxmlformats.org/drawingml/2006/main" noGrp="1"/>
          </p:cNvSpPr>
          <p:nvPr/>
        </p:nvSpPr>
        <p:spPr>
          <a:xfrm xmlns:a="http://schemas.openxmlformats.org/drawingml/2006/main">
            <a:off x="12430125" y="2686050"/>
            <a:ext cx="5324475" cy="3248025"/>
          </a:xfrm>
          <a:custGeom xmlns:a="http://schemas.openxmlformats.org/drawingml/2006/main">
            <a:pathLst>
              <a:path w="5324475" h="3248025">
                <a:moveTo>
                  <a:pt x="5143500" y="0"/>
                </a:moveTo>
                <a:lnTo>
                  <a:pt x="5324475" y="0"/>
                </a:lnTo>
                <a:lnTo>
                  <a:pt x="5324475" y="3248025"/>
                </a:lnTo>
                <a:lnTo>
                  <a:pt x="0" y="3248025"/>
                </a:lnTo>
                <a:lnTo>
                  <a:pt x="0" y="2895600"/>
                </a:lnTo>
              </a:path>
            </a:pathLst>
          </a:custGeom>
          <a:noFill xmlns:a="http://schemas.openxmlformats.org/drawingml/2006/main"/>
          <a:ln xmlns:a="http://schemas.openxmlformats.org/drawingml/2006/main" w="10478">
            <a:solidFill>
              <a:srgbClr val="000000"/>
            </a:solidFill>
            <a:prstDash val="dash"/>
          </a:ln>
        </p:spPr>
      </p:sp>
      <p:sp>
        <p:nvSpPr>
          <p:cNvPr id="223" name="dp45-comparison / n203 / arrow">
            <a:extLst xmlns:a="http://schemas.openxmlformats.org/drawingml/2006/main">
              <a:ext uri="{FF2B5EF4-FFF2-40B4-BE49-F238E27FC236}">
                <a16:creationId xmlns:a16="http://schemas.microsoft.com/office/drawing/2014/main" id="{85B0722D-FA22-4DCA-9ECA-FBEA879B3D1C}"/>
              </a:ext>
            </a:extLst>
          </p:cNvPr>
          <p:cNvSpPr>
            <a:spLocks xmlns:a="http://schemas.openxmlformats.org/drawingml/2006/main" noGrp="1"/>
          </p:cNvSpPr>
          <p:nvPr/>
        </p:nvSpPr>
        <p:spPr>
          <a:xfrm xmlns:a="http://schemas.openxmlformats.org/drawingml/2006/main">
            <a:off x="12396597" y="55816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4" name="dp45-comparison / n204 / path">
            <a:extLst xmlns:a="http://schemas.openxmlformats.org/drawingml/2006/main">
              <a:ext uri="{FF2B5EF4-FFF2-40B4-BE49-F238E27FC236}">
                <a16:creationId xmlns:a16="http://schemas.microsoft.com/office/drawing/2014/main" id="{A95858D1-8FD8-49E9-A972-9E42005F5FD4}"/>
              </a:ext>
            </a:extLst>
          </p:cNvPr>
          <p:cNvSpPr>
            <a:spLocks xmlns:a="http://schemas.openxmlformats.org/drawingml/2006/main" noGrp="1"/>
          </p:cNvSpPr>
          <p:nvPr/>
        </p:nvSpPr>
        <p:spPr>
          <a:xfrm xmlns:a="http://schemas.openxmlformats.org/drawingml/2006/main">
            <a:off x="12715875" y="2714625"/>
            <a:ext cx="4886325" cy="2590800"/>
          </a:xfrm>
          <a:custGeom xmlns:a="http://schemas.openxmlformats.org/drawingml/2006/main">
            <a:pathLst>
              <a:path w="4886325" h="2590800">
                <a:moveTo>
                  <a:pt x="0" y="2590800"/>
                </a:moveTo>
                <a:lnTo>
                  <a:pt x="4886325" y="2590800"/>
                </a:lnTo>
                <a:lnTo>
                  <a:pt x="4886325" y="419100"/>
                </a:lnTo>
                <a:lnTo>
                  <a:pt x="2309813" y="419100"/>
                </a:lnTo>
                <a:lnTo>
                  <a:pt x="2309813" y="0"/>
                </a:lnTo>
              </a:path>
            </a:pathLst>
          </a:custGeom>
          <a:noFill xmlns:a="http://schemas.openxmlformats.org/drawingml/2006/main"/>
          <a:ln xmlns:a="http://schemas.openxmlformats.org/drawingml/2006/main" w="10478">
            <a:solidFill>
              <a:srgbClr val="000000"/>
            </a:solidFill>
            <a:prstDash val="solid"/>
          </a:ln>
        </p:spPr>
      </p:sp>
      <p:sp>
        <p:nvSpPr>
          <p:cNvPr id="225" name="dp45-comparison / n204 / arrow">
            <a:extLst xmlns:a="http://schemas.openxmlformats.org/drawingml/2006/main">
              <a:ext uri="{FF2B5EF4-FFF2-40B4-BE49-F238E27FC236}">
                <a16:creationId xmlns:a16="http://schemas.microsoft.com/office/drawing/2014/main" id="{09B88E48-32E4-417B-8F1A-44399DB17EF0}"/>
              </a:ext>
            </a:extLst>
          </p:cNvPr>
          <p:cNvSpPr>
            <a:spLocks xmlns:a="http://schemas.openxmlformats.org/drawingml/2006/main" noGrp="1"/>
          </p:cNvSpPr>
          <p:nvPr/>
        </p:nvSpPr>
        <p:spPr>
          <a:xfrm xmlns:a="http://schemas.openxmlformats.org/drawingml/2006/main">
            <a:off x="14992160"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6" name="dp45-comparison / n205 / path">
            <a:extLst xmlns:a="http://schemas.openxmlformats.org/drawingml/2006/main">
              <a:ext uri="{FF2B5EF4-FFF2-40B4-BE49-F238E27FC236}">
                <a16:creationId xmlns:a16="http://schemas.microsoft.com/office/drawing/2014/main" id="{C03A3D60-B455-49C7-BD3B-AE304FBDF597}"/>
              </a:ext>
            </a:extLst>
          </p:cNvPr>
          <p:cNvSpPr>
            <a:spLocks xmlns:a="http://schemas.openxmlformats.org/drawingml/2006/main" noGrp="1"/>
          </p:cNvSpPr>
          <p:nvPr/>
        </p:nvSpPr>
        <p:spPr>
          <a:xfrm xmlns:a="http://schemas.openxmlformats.org/drawingml/2006/main">
            <a:off x="12715875" y="2714625"/>
            <a:ext cx="4924425" cy="2628900"/>
          </a:xfrm>
          <a:custGeom xmlns:a="http://schemas.openxmlformats.org/drawingml/2006/main">
            <a:pathLst>
              <a:path w="4924425" h="2628900">
                <a:moveTo>
                  <a:pt x="2347913" y="0"/>
                </a:moveTo>
                <a:lnTo>
                  <a:pt x="2347913" y="457200"/>
                </a:lnTo>
                <a:lnTo>
                  <a:pt x="4924425" y="457200"/>
                </a:lnTo>
                <a:lnTo>
                  <a:pt x="4924425" y="2628900"/>
                </a:lnTo>
                <a:lnTo>
                  <a:pt x="0" y="2628900"/>
                </a:lnTo>
              </a:path>
            </a:pathLst>
          </a:custGeom>
          <a:noFill xmlns:a="http://schemas.openxmlformats.org/drawingml/2006/main"/>
          <a:ln xmlns:a="http://schemas.openxmlformats.org/drawingml/2006/main" w="10478">
            <a:solidFill>
              <a:srgbClr val="000000"/>
            </a:solidFill>
            <a:prstDash val="dash"/>
          </a:ln>
        </p:spPr>
      </p:sp>
      <p:sp>
        <p:nvSpPr>
          <p:cNvPr id="227" name="dp45-comparison / n205 / arrow">
            <a:extLst xmlns:a="http://schemas.openxmlformats.org/drawingml/2006/main">
              <a:ext uri="{FF2B5EF4-FFF2-40B4-BE49-F238E27FC236}">
                <a16:creationId xmlns:a16="http://schemas.microsoft.com/office/drawing/2014/main" id="{9D6B43B4-74CB-4777-A441-8A865FF59AD9}"/>
              </a:ext>
            </a:extLst>
          </p:cNvPr>
          <p:cNvSpPr>
            <a:spLocks xmlns:a="http://schemas.openxmlformats.org/drawingml/2006/main" noGrp="1"/>
          </p:cNvSpPr>
          <p:nvPr/>
        </p:nvSpPr>
        <p:spPr>
          <a:xfrm xmlns:a="http://schemas.openxmlformats.org/drawingml/2006/main">
            <a:off x="12715875" y="53099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8" name="dp45-comparison / n208 / path">
            <a:extLst xmlns:a="http://schemas.openxmlformats.org/drawingml/2006/main">
              <a:ext uri="{FF2B5EF4-FFF2-40B4-BE49-F238E27FC236}">
                <a16:creationId xmlns:a16="http://schemas.microsoft.com/office/drawing/2014/main" id="{4D0DF3E6-6C1D-4943-8EF5-CC7A64BAEC1B}"/>
              </a:ext>
            </a:extLst>
          </p:cNvPr>
          <p:cNvSpPr>
            <a:spLocks xmlns:a="http://schemas.openxmlformats.org/drawingml/2006/main" noGrp="1"/>
          </p:cNvSpPr>
          <p:nvPr/>
        </p:nvSpPr>
        <p:spPr>
          <a:xfrm xmlns:a="http://schemas.openxmlformats.org/drawingml/2006/main">
            <a:off x="9734550" y="2562225"/>
            <a:ext cx="409575" cy="2838450"/>
          </a:xfrm>
          <a:custGeom xmlns:a="http://schemas.openxmlformats.org/drawingml/2006/main">
            <a:pathLst>
              <a:path w="409575" h="2838450">
                <a:moveTo>
                  <a:pt x="219075" y="0"/>
                </a:moveTo>
                <a:lnTo>
                  <a:pt x="0" y="0"/>
                </a:lnTo>
                <a:lnTo>
                  <a:pt x="0" y="2838450"/>
                </a:lnTo>
                <a:lnTo>
                  <a:pt x="409575" y="2838450"/>
                </a:lnTo>
              </a:path>
            </a:pathLst>
          </a:custGeom>
          <a:noFill xmlns:a="http://schemas.openxmlformats.org/drawingml/2006/main"/>
          <a:ln xmlns:a="http://schemas.openxmlformats.org/drawingml/2006/main" w="10478">
            <a:solidFill>
              <a:srgbClr val="B8753F"/>
            </a:solidFill>
            <a:prstDash val="solid"/>
          </a:ln>
        </p:spPr>
      </p:sp>
      <p:sp>
        <p:nvSpPr>
          <p:cNvPr id="229" name="dp45-comparison / n208 / arrow">
            <a:extLst xmlns:a="http://schemas.openxmlformats.org/drawingml/2006/main">
              <a:ext uri="{FF2B5EF4-FFF2-40B4-BE49-F238E27FC236}">
                <a16:creationId xmlns:a16="http://schemas.microsoft.com/office/drawing/2014/main" id="{55E4401C-4004-4F05-AFBD-B31EA32C8397}"/>
              </a:ext>
            </a:extLst>
          </p:cNvPr>
          <p:cNvSpPr>
            <a:spLocks xmlns:a="http://schemas.openxmlformats.org/drawingml/2006/main" noGrp="1"/>
          </p:cNvSpPr>
          <p:nvPr/>
        </p:nvSpPr>
        <p:spPr>
          <a:xfrm xmlns:a="http://schemas.openxmlformats.org/drawingml/2006/main">
            <a:off x="10077069" y="53671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0" name="dp45-comparison / n209 / path">
            <a:extLst xmlns:a="http://schemas.openxmlformats.org/drawingml/2006/main">
              <a:ext uri="{FF2B5EF4-FFF2-40B4-BE49-F238E27FC236}">
                <a16:creationId xmlns:a16="http://schemas.microsoft.com/office/drawing/2014/main" id="{B32A822C-72BD-4CE3-985E-C52213C01F09}"/>
              </a:ext>
            </a:extLst>
          </p:cNvPr>
          <p:cNvSpPr>
            <a:spLocks xmlns:a="http://schemas.openxmlformats.org/drawingml/2006/main" noGrp="1"/>
          </p:cNvSpPr>
          <p:nvPr/>
        </p:nvSpPr>
        <p:spPr>
          <a:xfrm xmlns:a="http://schemas.openxmlformats.org/drawingml/2006/main">
            <a:off x="9810750" y="2638425"/>
            <a:ext cx="333375" cy="2847975"/>
          </a:xfrm>
          <a:custGeom xmlns:a="http://schemas.openxmlformats.org/drawingml/2006/main">
            <a:pathLst>
              <a:path w="333375" h="2847975">
                <a:moveTo>
                  <a:pt x="333375" y="2847975"/>
                </a:moveTo>
                <a:lnTo>
                  <a:pt x="0" y="284797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231" name="dp45-comparison / n209 / arrow">
            <a:extLst xmlns:a="http://schemas.openxmlformats.org/drawingml/2006/main">
              <a:ext uri="{FF2B5EF4-FFF2-40B4-BE49-F238E27FC236}">
                <a16:creationId xmlns:a16="http://schemas.microsoft.com/office/drawing/2014/main" id="{F049A37E-6203-4AF2-8455-299BC01929C6}"/>
              </a:ext>
            </a:extLst>
          </p:cNvPr>
          <p:cNvSpPr>
            <a:spLocks xmlns:a="http://schemas.openxmlformats.org/drawingml/2006/main" noGrp="1"/>
          </p:cNvSpPr>
          <p:nvPr/>
        </p:nvSpPr>
        <p:spPr>
          <a:xfrm xmlns:a="http://schemas.openxmlformats.org/drawingml/2006/main">
            <a:off x="988656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5-comparison / n212">
            <a:extLst xmlns:a="http://schemas.openxmlformats.org/drawingml/2006/main">
              <a:ext uri="{FF2B5EF4-FFF2-40B4-BE49-F238E27FC236}">
                <a16:creationId xmlns:a16="http://schemas.microsoft.com/office/drawing/2014/main" id="{B8507AA3-E08C-4DB0-BBA8-E85F4DD19480}"/>
              </a:ext>
            </a:extLst>
          </p:cNvPr>
          <p:cNvSpPr>
            <a:spLocks xmlns:a="http://schemas.openxmlformats.org/drawingml/2006/main" noGrp="1"/>
          </p:cNvSpPr>
          <p:nvPr/>
        </p:nvSpPr>
        <p:spPr>
          <a:xfrm xmlns:a="http://schemas.openxmlformats.org/drawingml/2006/main">
            <a:off x="1014412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5-comparison / n213 / text 1">
            <a:extLst xmlns:a="http://schemas.openxmlformats.org/drawingml/2006/main">
              <a:ext uri="{FF2B5EF4-FFF2-40B4-BE49-F238E27FC236}">
                <a16:creationId xmlns:a16="http://schemas.microsoft.com/office/drawing/2014/main" id="{69AB35BB-30F9-4358-A519-150216F714D7}"/>
              </a:ext>
            </a:extLst>
          </p:cNvPr>
          <p:cNvSpPr>
            <a:spLocks xmlns:a="http://schemas.openxmlformats.org/drawingml/2006/main" noGrp="1"/>
          </p:cNvSpPr>
          <p:nvPr/>
        </p:nvSpPr>
        <p:spPr>
          <a:xfrm xmlns:a="http://schemas.openxmlformats.org/drawingml/2006/main">
            <a:off x="1022985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234" name="dp45-comparison / n214">
            <a:extLst xmlns:a="http://schemas.openxmlformats.org/drawingml/2006/main">
              <a:ext uri="{FF2B5EF4-FFF2-40B4-BE49-F238E27FC236}">
                <a16:creationId xmlns:a16="http://schemas.microsoft.com/office/drawing/2014/main" id="{8EB1AE35-67F3-4C39-9B34-8F1A11F63B19}"/>
              </a:ext>
            </a:extLst>
          </p:cNvPr>
          <p:cNvSpPr>
            <a:spLocks xmlns:a="http://schemas.openxmlformats.org/drawingml/2006/main" noGrp="1"/>
          </p:cNvSpPr>
          <p:nvPr/>
        </p:nvSpPr>
        <p:spPr>
          <a:xfrm xmlns:a="http://schemas.openxmlformats.org/drawingml/2006/main">
            <a:off x="1462087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235" name="dp45-comparison / n215 / text 1">
            <a:extLst xmlns:a="http://schemas.openxmlformats.org/drawingml/2006/main">
              <a:ext uri="{FF2B5EF4-FFF2-40B4-BE49-F238E27FC236}">
                <a16:creationId xmlns:a16="http://schemas.microsoft.com/office/drawing/2014/main" id="{DB359A28-252A-41D7-B00A-6DECC4A18DDC}"/>
              </a:ext>
            </a:extLst>
          </p:cNvPr>
          <p:cNvSpPr>
            <a:spLocks xmlns:a="http://schemas.openxmlformats.org/drawingml/2006/main" noGrp="1"/>
          </p:cNvSpPr>
          <p:nvPr/>
        </p:nvSpPr>
        <p:spPr>
          <a:xfrm xmlns:a="http://schemas.openxmlformats.org/drawingml/2006/main">
            <a:off x="1470660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236" name="dp45-comparison / n216 / path">
            <a:extLst xmlns:a="http://schemas.openxmlformats.org/drawingml/2006/main">
              <a:ext uri="{FF2B5EF4-FFF2-40B4-BE49-F238E27FC236}">
                <a16:creationId xmlns:a16="http://schemas.microsoft.com/office/drawing/2014/main" id="{EFECFF52-C903-469A-BFB0-DF9F141A9494}"/>
              </a:ext>
            </a:extLst>
          </p:cNvPr>
          <p:cNvSpPr>
            <a:spLocks xmlns:a="http://schemas.openxmlformats.org/drawingml/2006/main" noGrp="1"/>
          </p:cNvSpPr>
          <p:nvPr/>
        </p:nvSpPr>
        <p:spPr>
          <a:xfrm xmlns:a="http://schemas.openxmlformats.org/drawingml/2006/main">
            <a:off x="992505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237" name="dp45-comparison / n216 / arrow">
            <a:extLst xmlns:a="http://schemas.openxmlformats.org/drawingml/2006/main">
              <a:ext uri="{FF2B5EF4-FFF2-40B4-BE49-F238E27FC236}">
                <a16:creationId xmlns:a16="http://schemas.microsoft.com/office/drawing/2014/main" id="{634BB9AE-F4B7-4AFE-BC57-EB281B2DD0A4}"/>
              </a:ext>
            </a:extLst>
          </p:cNvPr>
          <p:cNvSpPr>
            <a:spLocks xmlns:a="http://schemas.openxmlformats.org/drawingml/2006/main" noGrp="1"/>
          </p:cNvSpPr>
          <p:nvPr/>
        </p:nvSpPr>
        <p:spPr>
          <a:xfrm xmlns:a="http://schemas.openxmlformats.org/drawingml/2006/main">
            <a:off x="1007706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8" name="dp45-comparison / n217 / path">
            <a:extLst xmlns:a="http://schemas.openxmlformats.org/drawingml/2006/main">
              <a:ext uri="{FF2B5EF4-FFF2-40B4-BE49-F238E27FC236}">
                <a16:creationId xmlns:a16="http://schemas.microsoft.com/office/drawing/2014/main" id="{6B037651-72F9-4133-806D-992A6D33C883}"/>
              </a:ext>
            </a:extLst>
          </p:cNvPr>
          <p:cNvSpPr>
            <a:spLocks xmlns:a="http://schemas.openxmlformats.org/drawingml/2006/main" noGrp="1"/>
          </p:cNvSpPr>
          <p:nvPr/>
        </p:nvSpPr>
        <p:spPr>
          <a:xfrm xmlns:a="http://schemas.openxmlformats.org/drawingml/2006/main">
            <a:off x="1000125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239" name="dp45-comparison / n217 / arrow">
            <a:extLst xmlns:a="http://schemas.openxmlformats.org/drawingml/2006/main">
              <a:ext uri="{FF2B5EF4-FFF2-40B4-BE49-F238E27FC236}">
                <a16:creationId xmlns:a16="http://schemas.microsoft.com/office/drawing/2014/main" id="{F576800E-1843-48F1-9A36-18C89B1FA6B2}"/>
              </a:ext>
            </a:extLst>
          </p:cNvPr>
          <p:cNvSpPr>
            <a:spLocks xmlns:a="http://schemas.openxmlformats.org/drawingml/2006/main" noGrp="1"/>
          </p:cNvSpPr>
          <p:nvPr/>
        </p:nvSpPr>
        <p:spPr>
          <a:xfrm xmlns:a="http://schemas.openxmlformats.org/drawingml/2006/main">
            <a:off x="1007706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0" name="dp45-comparison / n218 / path">
            <a:extLst xmlns:a="http://schemas.openxmlformats.org/drawingml/2006/main">
              <a:ext uri="{FF2B5EF4-FFF2-40B4-BE49-F238E27FC236}">
                <a16:creationId xmlns:a16="http://schemas.microsoft.com/office/drawing/2014/main" id="{27803556-5FED-4E35-866F-FBF43C7CE703}"/>
              </a:ext>
            </a:extLst>
          </p:cNvPr>
          <p:cNvSpPr>
            <a:spLocks xmlns:a="http://schemas.openxmlformats.org/drawingml/2006/main" noGrp="1"/>
          </p:cNvSpPr>
          <p:nvPr/>
        </p:nvSpPr>
        <p:spPr>
          <a:xfrm xmlns:a="http://schemas.openxmlformats.org/drawingml/2006/main">
            <a:off x="1271587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41" name="dp45-comparison / n218 / arrow">
            <a:extLst xmlns:a="http://schemas.openxmlformats.org/drawingml/2006/main">
              <a:ext uri="{FF2B5EF4-FFF2-40B4-BE49-F238E27FC236}">
                <a16:creationId xmlns:a16="http://schemas.microsoft.com/office/drawing/2014/main" id="{6E51AB4A-262D-46DE-83CC-4ED8689F3455}"/>
              </a:ext>
            </a:extLst>
          </p:cNvPr>
          <p:cNvSpPr>
            <a:spLocks xmlns:a="http://schemas.openxmlformats.org/drawingml/2006/main" noGrp="1"/>
          </p:cNvSpPr>
          <p:nvPr/>
        </p:nvSpPr>
        <p:spPr>
          <a:xfrm xmlns:a="http://schemas.openxmlformats.org/drawingml/2006/main">
            <a:off x="1455381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2" name="dp45-comparison / n219 / path">
            <a:extLst xmlns:a="http://schemas.openxmlformats.org/drawingml/2006/main">
              <a:ext uri="{FF2B5EF4-FFF2-40B4-BE49-F238E27FC236}">
                <a16:creationId xmlns:a16="http://schemas.microsoft.com/office/drawing/2014/main" id="{ABF69102-5539-4EF9-9CF2-693D9B962DF3}"/>
              </a:ext>
            </a:extLst>
          </p:cNvPr>
          <p:cNvSpPr>
            <a:spLocks xmlns:a="http://schemas.openxmlformats.org/drawingml/2006/main" noGrp="1"/>
          </p:cNvSpPr>
          <p:nvPr/>
        </p:nvSpPr>
        <p:spPr>
          <a:xfrm xmlns:a="http://schemas.openxmlformats.org/drawingml/2006/main">
            <a:off x="1271587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243" name="dp45-comparison / n219 / arrow">
            <a:extLst xmlns:a="http://schemas.openxmlformats.org/drawingml/2006/main">
              <a:ext uri="{FF2B5EF4-FFF2-40B4-BE49-F238E27FC236}">
                <a16:creationId xmlns:a16="http://schemas.microsoft.com/office/drawing/2014/main" id="{F1373230-205D-4BA4-BE3D-3A4AFA2B15BD}"/>
              </a:ext>
            </a:extLst>
          </p:cNvPr>
          <p:cNvSpPr>
            <a:spLocks xmlns:a="http://schemas.openxmlformats.org/drawingml/2006/main" noGrp="1"/>
          </p:cNvSpPr>
          <p:nvPr/>
        </p:nvSpPr>
        <p:spPr>
          <a:xfrm xmlns:a="http://schemas.openxmlformats.org/drawingml/2006/main">
            <a:off x="1271587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4" name="dp45-comparison / n222 / path">
            <a:extLst xmlns:a="http://schemas.openxmlformats.org/drawingml/2006/main">
              <a:ext uri="{FF2B5EF4-FFF2-40B4-BE49-F238E27FC236}">
                <a16:creationId xmlns:a16="http://schemas.microsoft.com/office/drawing/2014/main" id="{6388FA69-D568-4ED5-ABE6-748AED1085A9}"/>
              </a:ext>
            </a:extLst>
          </p:cNvPr>
          <p:cNvSpPr>
            <a:spLocks xmlns:a="http://schemas.openxmlformats.org/drawingml/2006/main" noGrp="1"/>
          </p:cNvSpPr>
          <p:nvPr/>
        </p:nvSpPr>
        <p:spPr>
          <a:xfrm xmlns:a="http://schemas.openxmlformats.org/drawingml/2006/main">
            <a:off x="985837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45" name="dp45-comparison / n225">
            <a:extLst xmlns:a="http://schemas.openxmlformats.org/drawingml/2006/main">
              <a:ext uri="{FF2B5EF4-FFF2-40B4-BE49-F238E27FC236}">
                <a16:creationId xmlns:a16="http://schemas.microsoft.com/office/drawing/2014/main" id="{DA8481A1-009F-4AD5-BB1E-FA5F55014C0C}"/>
              </a:ext>
            </a:extLst>
          </p:cNvPr>
          <p:cNvSpPr>
            <a:spLocks xmlns:a="http://schemas.openxmlformats.org/drawingml/2006/main" noGrp="1"/>
          </p:cNvSpPr>
          <p:nvPr/>
        </p:nvSpPr>
        <p:spPr>
          <a:xfrm xmlns:a="http://schemas.openxmlformats.org/drawingml/2006/main">
            <a:off x="9953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6" name="dp45-comparison / n226 / text 1">
            <a:extLst xmlns:a="http://schemas.openxmlformats.org/drawingml/2006/main">
              <a:ext uri="{FF2B5EF4-FFF2-40B4-BE49-F238E27FC236}">
                <a16:creationId xmlns:a16="http://schemas.microsoft.com/office/drawing/2014/main" id="{DDF49C3A-6401-4C26-A4C5-A4A8E275A0A1}"/>
              </a:ext>
            </a:extLst>
          </p:cNvPr>
          <p:cNvSpPr>
            <a:spLocks xmlns:a="http://schemas.openxmlformats.org/drawingml/2006/main" noGrp="1"/>
          </p:cNvSpPr>
          <p:nvPr/>
        </p:nvSpPr>
        <p:spPr>
          <a:xfrm xmlns:a="http://schemas.openxmlformats.org/drawingml/2006/main">
            <a:off x="10039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변경 또는 생산 요청</a:t>
            </a:r>
          </a:p>
        </p:txBody>
      </p:sp>
      <p:sp>
        <p:nvSpPr>
          <p:cNvPr id="247" name="dp45-comparison / n227">
            <a:extLst xmlns:a="http://schemas.openxmlformats.org/drawingml/2006/main">
              <a:ext uri="{FF2B5EF4-FFF2-40B4-BE49-F238E27FC236}">
                <a16:creationId xmlns:a16="http://schemas.microsoft.com/office/drawing/2014/main" id="{6E62BD2C-30EE-4283-8B96-0943EC1E9FF2}"/>
              </a:ext>
            </a:extLst>
          </p:cNvPr>
          <p:cNvSpPr>
            <a:spLocks xmlns:a="http://schemas.openxmlformats.org/drawingml/2006/main" noGrp="1"/>
          </p:cNvSpPr>
          <p:nvPr/>
        </p:nvSpPr>
        <p:spPr>
          <a:xfrm xmlns:a="http://schemas.openxmlformats.org/drawingml/2006/main">
            <a:off x="12620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5-comparison / n228 / text 1">
            <a:extLst xmlns:a="http://schemas.openxmlformats.org/drawingml/2006/main">
              <a:ext uri="{FF2B5EF4-FFF2-40B4-BE49-F238E27FC236}">
                <a16:creationId xmlns:a16="http://schemas.microsoft.com/office/drawing/2014/main" id="{3BCE481D-2BCE-4154-BA8F-6928B8AA24D5}"/>
              </a:ext>
            </a:extLst>
          </p:cNvPr>
          <p:cNvSpPr>
            <a:spLocks xmlns:a="http://schemas.openxmlformats.org/drawingml/2006/main" noGrp="1"/>
          </p:cNvSpPr>
          <p:nvPr/>
        </p:nvSpPr>
        <p:spPr>
          <a:xfrm xmlns:a="http://schemas.openxmlformats.org/drawingml/2006/main">
            <a:off x="12706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Publisher: 공통 관계 게시</a:t>
            </a:r>
          </a:p>
        </p:txBody>
      </p:sp>
      <p:sp>
        <p:nvSpPr>
          <p:cNvPr id="249" name="dp45-comparison / n229 / path">
            <a:extLst xmlns:a="http://schemas.openxmlformats.org/drawingml/2006/main">
              <a:ext uri="{FF2B5EF4-FFF2-40B4-BE49-F238E27FC236}">
                <a16:creationId xmlns:a16="http://schemas.microsoft.com/office/drawing/2014/main" id="{56448189-5A14-44A0-9662-28626EA3CEDC}"/>
              </a:ext>
            </a:extLst>
          </p:cNvPr>
          <p:cNvSpPr>
            <a:spLocks xmlns:a="http://schemas.openxmlformats.org/drawingml/2006/main" noGrp="1"/>
          </p:cNvSpPr>
          <p:nvPr/>
        </p:nvSpPr>
        <p:spPr>
          <a:xfrm xmlns:a="http://schemas.openxmlformats.org/drawingml/2006/main">
            <a:off x="12192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0" name="dp45-comparison / n229 / arrow">
            <a:extLst xmlns:a="http://schemas.openxmlformats.org/drawingml/2006/main">
              <a:ext uri="{FF2B5EF4-FFF2-40B4-BE49-F238E27FC236}">
                <a16:creationId xmlns:a16="http://schemas.microsoft.com/office/drawing/2014/main" id="{62CCFE01-627A-4496-B4CA-54769C5698C4}"/>
              </a:ext>
            </a:extLst>
          </p:cNvPr>
          <p:cNvSpPr>
            <a:spLocks xmlns:a="http://schemas.openxmlformats.org/drawingml/2006/main" noGrp="1"/>
          </p:cNvSpPr>
          <p:nvPr/>
        </p:nvSpPr>
        <p:spPr>
          <a:xfrm xmlns:a="http://schemas.openxmlformats.org/drawingml/2006/main">
            <a:off x="12553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1" name="dp45-comparison / n230">
            <a:extLst xmlns:a="http://schemas.openxmlformats.org/drawingml/2006/main">
              <a:ext uri="{FF2B5EF4-FFF2-40B4-BE49-F238E27FC236}">
                <a16:creationId xmlns:a16="http://schemas.microsoft.com/office/drawing/2014/main" id="{9AC9E401-690C-4CE6-9AAC-EBA117D90FDC}"/>
              </a:ext>
            </a:extLst>
          </p:cNvPr>
          <p:cNvSpPr>
            <a:spLocks xmlns:a="http://schemas.openxmlformats.org/drawingml/2006/main" noGrp="1"/>
          </p:cNvSpPr>
          <p:nvPr/>
        </p:nvSpPr>
        <p:spPr>
          <a:xfrm xmlns:a="http://schemas.openxmlformats.org/drawingml/2006/main">
            <a:off x="1528762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2" name="dp45-comparison / n231 / text 1">
            <a:extLst xmlns:a="http://schemas.openxmlformats.org/drawingml/2006/main">
              <a:ext uri="{FF2B5EF4-FFF2-40B4-BE49-F238E27FC236}">
                <a16:creationId xmlns:a16="http://schemas.microsoft.com/office/drawing/2014/main" id="{93BD9FD7-3F43-43AD-B1A7-F61257F85E5D}"/>
              </a:ext>
            </a:extLst>
          </p:cNvPr>
          <p:cNvSpPr>
            <a:spLocks xmlns:a="http://schemas.openxmlformats.org/drawingml/2006/main" noGrp="1"/>
          </p:cNvSpPr>
          <p:nvPr/>
        </p:nvSpPr>
        <p:spPr>
          <a:xfrm xmlns:a="http://schemas.openxmlformats.org/drawingml/2006/main">
            <a:off x="1537335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Repository와 Coverage 유지</a:t>
            </a:r>
          </a:p>
        </p:txBody>
      </p:sp>
      <p:sp>
        <p:nvSpPr>
          <p:cNvPr id="253" name="dp45-comparison / n232 / path">
            <a:extLst xmlns:a="http://schemas.openxmlformats.org/drawingml/2006/main">
              <a:ext uri="{FF2B5EF4-FFF2-40B4-BE49-F238E27FC236}">
                <a16:creationId xmlns:a16="http://schemas.microsoft.com/office/drawing/2014/main" id="{3D1B6973-4024-4A5E-BB19-3BC73E88C851}"/>
              </a:ext>
            </a:extLst>
          </p:cNvPr>
          <p:cNvSpPr>
            <a:spLocks xmlns:a="http://schemas.openxmlformats.org/drawingml/2006/main" noGrp="1"/>
          </p:cNvSpPr>
          <p:nvPr/>
        </p:nvSpPr>
        <p:spPr>
          <a:xfrm xmlns:a="http://schemas.openxmlformats.org/drawingml/2006/main">
            <a:off x="14859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4" name="dp45-comparison / n232 / arrow">
            <a:extLst xmlns:a="http://schemas.openxmlformats.org/drawingml/2006/main">
              <a:ext uri="{FF2B5EF4-FFF2-40B4-BE49-F238E27FC236}">
                <a16:creationId xmlns:a16="http://schemas.microsoft.com/office/drawing/2014/main" id="{4206A140-B754-44B0-BC0A-F4CF661D4860}"/>
              </a:ext>
            </a:extLst>
          </p:cNvPr>
          <p:cNvSpPr>
            <a:spLocks xmlns:a="http://schemas.openxmlformats.org/drawingml/2006/main" noGrp="1"/>
          </p:cNvSpPr>
          <p:nvPr/>
        </p:nvSpPr>
        <p:spPr>
          <a:xfrm xmlns:a="http://schemas.openxmlformats.org/drawingml/2006/main">
            <a:off x="15220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5" name="dp45-comparison / n233">
            <a:extLst xmlns:a="http://schemas.openxmlformats.org/drawingml/2006/main">
              <a:ext uri="{FF2B5EF4-FFF2-40B4-BE49-F238E27FC236}">
                <a16:creationId xmlns:a16="http://schemas.microsoft.com/office/drawing/2014/main" id="{ADB9EE68-2BCA-4882-94C7-53FAB82F2802}"/>
              </a:ext>
            </a:extLst>
          </p:cNvPr>
          <p:cNvSpPr>
            <a:spLocks xmlns:a="http://schemas.openxmlformats.org/drawingml/2006/main" noGrp="1"/>
          </p:cNvSpPr>
          <p:nvPr/>
        </p:nvSpPr>
        <p:spPr>
          <a:xfrm xmlns:a="http://schemas.openxmlformats.org/drawingml/2006/main">
            <a:off x="9953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5-comparison / n234 / text 1">
            <a:extLst xmlns:a="http://schemas.openxmlformats.org/drawingml/2006/main">
              <a:ext uri="{FF2B5EF4-FFF2-40B4-BE49-F238E27FC236}">
                <a16:creationId xmlns:a16="http://schemas.microsoft.com/office/drawing/2014/main" id="{81338FAE-330A-4843-BFD8-37AFDE5611FF}"/>
              </a:ext>
            </a:extLst>
          </p:cNvPr>
          <p:cNvSpPr>
            <a:spLocks xmlns:a="http://schemas.openxmlformats.org/drawingml/2006/main" noGrp="1"/>
          </p:cNvSpPr>
          <p:nvPr/>
        </p:nvSpPr>
        <p:spPr>
          <a:xfrm xmlns:a="http://schemas.openxmlformats.org/drawingml/2006/main">
            <a:off x="10039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257" name="dp45-comparison / n235">
            <a:extLst xmlns:a="http://schemas.openxmlformats.org/drawingml/2006/main">
              <a:ext uri="{FF2B5EF4-FFF2-40B4-BE49-F238E27FC236}">
                <a16:creationId xmlns:a16="http://schemas.microsoft.com/office/drawing/2014/main" id="{3316044F-E899-4B31-A040-3DC82405EE87}"/>
              </a:ext>
            </a:extLst>
          </p:cNvPr>
          <p:cNvSpPr>
            <a:spLocks xmlns:a="http://schemas.openxmlformats.org/drawingml/2006/main" noGrp="1"/>
          </p:cNvSpPr>
          <p:nvPr/>
        </p:nvSpPr>
        <p:spPr>
          <a:xfrm xmlns:a="http://schemas.openxmlformats.org/drawingml/2006/main">
            <a:off x="12620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5-comparison / n236 / text 1">
            <a:extLst xmlns:a="http://schemas.openxmlformats.org/drawingml/2006/main">
              <a:ext uri="{FF2B5EF4-FFF2-40B4-BE49-F238E27FC236}">
                <a16:creationId xmlns:a16="http://schemas.microsoft.com/office/drawing/2014/main" id="{C88F8816-EBF5-487D-8025-570190860D90}"/>
              </a:ext>
            </a:extLst>
          </p:cNvPr>
          <p:cNvSpPr>
            <a:spLocks xmlns:a="http://schemas.openxmlformats.org/drawingml/2006/main" noGrp="1"/>
          </p:cNvSpPr>
          <p:nvPr/>
        </p:nvSpPr>
        <p:spPr>
          <a:xfrm xmlns:a="http://schemas.openxmlformats.org/drawingml/2006/main">
            <a:off x="12706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Reader: 게시 관계 읽기</a:t>
            </a:r>
          </a:p>
        </p:txBody>
      </p:sp>
      <p:sp>
        <p:nvSpPr>
          <p:cNvPr id="259" name="dp45-comparison / n237 / path">
            <a:extLst xmlns:a="http://schemas.openxmlformats.org/drawingml/2006/main">
              <a:ext uri="{FF2B5EF4-FFF2-40B4-BE49-F238E27FC236}">
                <a16:creationId xmlns:a16="http://schemas.microsoft.com/office/drawing/2014/main" id="{70BC3753-0DE9-49C4-836E-F32EE275EF50}"/>
              </a:ext>
            </a:extLst>
          </p:cNvPr>
          <p:cNvSpPr>
            <a:spLocks xmlns:a="http://schemas.openxmlformats.org/drawingml/2006/main" noGrp="1"/>
          </p:cNvSpPr>
          <p:nvPr/>
        </p:nvSpPr>
        <p:spPr>
          <a:xfrm xmlns:a="http://schemas.openxmlformats.org/drawingml/2006/main">
            <a:off x="12192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0" name="dp45-comparison / n237 / arrow">
            <a:extLst xmlns:a="http://schemas.openxmlformats.org/drawingml/2006/main">
              <a:ext uri="{FF2B5EF4-FFF2-40B4-BE49-F238E27FC236}">
                <a16:creationId xmlns:a16="http://schemas.microsoft.com/office/drawing/2014/main" id="{182BB609-691E-494C-ACFF-3AC762D4DA7C}"/>
              </a:ext>
            </a:extLst>
          </p:cNvPr>
          <p:cNvSpPr>
            <a:spLocks xmlns:a="http://schemas.openxmlformats.org/drawingml/2006/main" noGrp="1"/>
          </p:cNvSpPr>
          <p:nvPr/>
        </p:nvSpPr>
        <p:spPr>
          <a:xfrm xmlns:a="http://schemas.openxmlformats.org/drawingml/2006/main">
            <a:off x="12553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1" name="dp45-comparison / n238">
            <a:extLst xmlns:a="http://schemas.openxmlformats.org/drawingml/2006/main">
              <a:ext uri="{FF2B5EF4-FFF2-40B4-BE49-F238E27FC236}">
                <a16:creationId xmlns:a16="http://schemas.microsoft.com/office/drawing/2014/main" id="{5EDE5EEC-F85F-4677-9E39-9399C313B776}"/>
              </a:ext>
            </a:extLst>
          </p:cNvPr>
          <p:cNvSpPr>
            <a:spLocks xmlns:a="http://schemas.openxmlformats.org/drawingml/2006/main" noGrp="1"/>
          </p:cNvSpPr>
          <p:nvPr/>
        </p:nvSpPr>
        <p:spPr>
          <a:xfrm xmlns:a="http://schemas.openxmlformats.org/drawingml/2006/main">
            <a:off x="1528762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62" name="dp45-comparison / n239 / text 1">
            <a:extLst xmlns:a="http://schemas.openxmlformats.org/drawingml/2006/main">
              <a:ext uri="{FF2B5EF4-FFF2-40B4-BE49-F238E27FC236}">
                <a16:creationId xmlns:a16="http://schemas.microsoft.com/office/drawing/2014/main" id="{B64BEDFE-D9E0-4844-9057-C8C7CD2FE7AF}"/>
              </a:ext>
            </a:extLst>
          </p:cNvPr>
          <p:cNvSpPr>
            <a:spLocks xmlns:a="http://schemas.openxmlformats.org/drawingml/2006/main" noGrp="1"/>
          </p:cNvSpPr>
          <p:nvPr/>
        </p:nvSpPr>
        <p:spPr>
          <a:xfrm xmlns:a="http://schemas.openxmlformats.org/drawingml/2006/main">
            <a:off x="1537335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확인 후 Bundle1 반환</a:t>
            </a:r>
          </a:p>
        </p:txBody>
      </p:sp>
      <p:sp>
        <p:nvSpPr>
          <p:cNvPr id="263" name="dp45-comparison / n240 / path">
            <a:extLst xmlns:a="http://schemas.openxmlformats.org/drawingml/2006/main">
              <a:ext uri="{FF2B5EF4-FFF2-40B4-BE49-F238E27FC236}">
                <a16:creationId xmlns:a16="http://schemas.microsoft.com/office/drawing/2014/main" id="{EBDB35FA-C596-433B-9AF5-4899BA92E3B1}"/>
              </a:ext>
            </a:extLst>
          </p:cNvPr>
          <p:cNvSpPr>
            <a:spLocks xmlns:a="http://schemas.openxmlformats.org/drawingml/2006/main" noGrp="1"/>
          </p:cNvSpPr>
          <p:nvPr/>
        </p:nvSpPr>
        <p:spPr>
          <a:xfrm xmlns:a="http://schemas.openxmlformats.org/drawingml/2006/main">
            <a:off x="14859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4" name="dp45-comparison / n240 / arrow">
            <a:extLst xmlns:a="http://schemas.openxmlformats.org/drawingml/2006/main">
              <a:ext uri="{FF2B5EF4-FFF2-40B4-BE49-F238E27FC236}">
                <a16:creationId xmlns:a16="http://schemas.microsoft.com/office/drawing/2014/main" id="{83248224-6B67-4A77-9300-59A83747CA63}"/>
              </a:ext>
            </a:extLst>
          </p:cNvPr>
          <p:cNvSpPr>
            <a:spLocks xmlns:a="http://schemas.openxmlformats.org/drawingml/2006/main" noGrp="1"/>
          </p:cNvSpPr>
          <p:nvPr/>
        </p:nvSpPr>
        <p:spPr>
          <a:xfrm xmlns:a="http://schemas.openxmlformats.org/drawingml/2006/main">
            <a:off x="15220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5" name="dp45-comparison / n157">
            <a:extLst xmlns:a="http://schemas.openxmlformats.org/drawingml/2006/main">
              <a:ext uri="{FF2B5EF4-FFF2-40B4-BE49-F238E27FC236}">
                <a16:creationId xmlns:a16="http://schemas.microsoft.com/office/drawing/2014/main" id="{6B7AA8B3-5E58-483E-B086-8966EC13CFC1}"/>
              </a:ext>
            </a:extLst>
          </p:cNvPr>
          <p:cNvSpPr>
            <a:spLocks xmlns:a="http://schemas.openxmlformats.org/drawingml/2006/main" noGrp="1"/>
          </p:cNvSpPr>
          <p:nvPr/>
        </p:nvSpPr>
        <p:spPr>
          <a:xfrm xmlns:a="http://schemas.openxmlformats.org/drawingml/2006/main">
            <a:off x="993457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5-comparison / n158 / text 1">
            <a:extLst xmlns:a="http://schemas.openxmlformats.org/drawingml/2006/main">
              <a:ext uri="{FF2B5EF4-FFF2-40B4-BE49-F238E27FC236}">
                <a16:creationId xmlns:a16="http://schemas.microsoft.com/office/drawing/2014/main" id="{19ED1C59-986C-449E-8163-4AA6352A9FF7}"/>
              </a:ext>
            </a:extLst>
          </p:cNvPr>
          <p:cNvSpPr>
            <a:spLocks xmlns:a="http://schemas.openxmlformats.org/drawingml/2006/main" noGrp="1"/>
          </p:cNvSpPr>
          <p:nvPr/>
        </p:nvSpPr>
        <p:spPr>
          <a:xfrm xmlns:a="http://schemas.openxmlformats.org/drawingml/2006/main">
            <a:off x="995362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267" name="dp45-comparison / n159">
            <a:extLst xmlns:a="http://schemas.openxmlformats.org/drawingml/2006/main">
              <a:ext uri="{FF2B5EF4-FFF2-40B4-BE49-F238E27FC236}">
                <a16:creationId xmlns:a16="http://schemas.microsoft.com/office/drawing/2014/main" id="{33CA3BBF-708F-4783-9272-479E2239270A}"/>
              </a:ext>
            </a:extLst>
          </p:cNvPr>
          <p:cNvSpPr>
            <a:spLocks xmlns:a="http://schemas.openxmlformats.org/drawingml/2006/main" noGrp="1"/>
          </p:cNvSpPr>
          <p:nvPr/>
        </p:nvSpPr>
        <p:spPr>
          <a:xfrm xmlns:a="http://schemas.openxmlformats.org/drawingml/2006/main">
            <a:off x="1288732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5-comparison / n160 / text 1">
            <a:extLst xmlns:a="http://schemas.openxmlformats.org/drawingml/2006/main">
              <a:ext uri="{FF2B5EF4-FFF2-40B4-BE49-F238E27FC236}">
                <a16:creationId xmlns:a16="http://schemas.microsoft.com/office/drawing/2014/main" id="{339E523D-E875-4BC5-AE4C-3C7E9E91436A}"/>
              </a:ext>
            </a:extLst>
          </p:cNvPr>
          <p:cNvSpPr>
            <a:spLocks xmlns:a="http://schemas.openxmlformats.org/drawingml/2006/main" noGrp="1"/>
          </p:cNvSpPr>
          <p:nvPr/>
        </p:nvSpPr>
        <p:spPr>
          <a:xfrm xmlns:a="http://schemas.openxmlformats.org/drawingml/2006/main">
            <a:off x="1290637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269" name="dp45-comparison / n161">
            <a:extLst xmlns:a="http://schemas.openxmlformats.org/drawingml/2006/main">
              <a:ext uri="{FF2B5EF4-FFF2-40B4-BE49-F238E27FC236}">
                <a16:creationId xmlns:a16="http://schemas.microsoft.com/office/drawing/2014/main" id="{1D05C98C-FEB5-4EA4-B1C2-0809624A6400}"/>
              </a:ext>
            </a:extLst>
          </p:cNvPr>
          <p:cNvSpPr>
            <a:spLocks xmlns:a="http://schemas.openxmlformats.org/drawingml/2006/main" noGrp="1"/>
          </p:cNvSpPr>
          <p:nvPr/>
        </p:nvSpPr>
        <p:spPr>
          <a:xfrm xmlns:a="http://schemas.openxmlformats.org/drawingml/2006/main">
            <a:off x="1541145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0" name="dp45-comparison / n162 / text 1">
            <a:extLst xmlns:a="http://schemas.openxmlformats.org/drawingml/2006/main">
              <a:ext uri="{FF2B5EF4-FFF2-40B4-BE49-F238E27FC236}">
                <a16:creationId xmlns:a16="http://schemas.microsoft.com/office/drawing/2014/main" id="{2288C222-1A05-4DE0-BBE8-C44156C188BD}"/>
              </a:ext>
            </a:extLst>
          </p:cNvPr>
          <p:cNvSpPr>
            <a:spLocks xmlns:a="http://schemas.openxmlformats.org/drawingml/2006/main" noGrp="1"/>
          </p:cNvSpPr>
          <p:nvPr/>
        </p:nvSpPr>
        <p:spPr>
          <a:xfrm xmlns:a="http://schemas.openxmlformats.org/drawingml/2006/main">
            <a:off x="1543050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271" name="dp45-comparison / n163">
            <a:extLst xmlns:a="http://schemas.openxmlformats.org/drawingml/2006/main">
              <a:ext uri="{FF2B5EF4-FFF2-40B4-BE49-F238E27FC236}">
                <a16:creationId xmlns:a16="http://schemas.microsoft.com/office/drawing/2014/main" id="{8E098F75-43F1-4EAF-B51F-8DBC300CCD39}"/>
              </a:ext>
            </a:extLst>
          </p:cNvPr>
          <p:cNvSpPr>
            <a:spLocks xmlns:a="http://schemas.openxmlformats.org/drawingml/2006/main" noGrp="1"/>
          </p:cNvSpPr>
          <p:nvPr/>
        </p:nvSpPr>
        <p:spPr>
          <a:xfrm xmlns:a="http://schemas.openxmlformats.org/drawingml/2006/main">
            <a:off x="1288732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2" name="dp45-comparison / n164 / text 1">
            <a:extLst xmlns:a="http://schemas.openxmlformats.org/drawingml/2006/main">
              <a:ext uri="{FF2B5EF4-FFF2-40B4-BE49-F238E27FC236}">
                <a16:creationId xmlns:a16="http://schemas.microsoft.com/office/drawing/2014/main" id="{F4A72F5A-9E49-44DF-8F36-0B6EE76B156E}"/>
              </a:ext>
            </a:extLst>
          </p:cNvPr>
          <p:cNvSpPr>
            <a:spLocks xmlns:a="http://schemas.openxmlformats.org/drawingml/2006/main" noGrp="1"/>
          </p:cNvSpPr>
          <p:nvPr/>
        </p:nvSpPr>
        <p:spPr>
          <a:xfrm xmlns:a="http://schemas.openxmlformats.org/drawingml/2006/main">
            <a:off x="1290637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273" name="dp45-comparison / n165">
            <a:extLst xmlns:a="http://schemas.openxmlformats.org/drawingml/2006/main">
              <a:ext uri="{FF2B5EF4-FFF2-40B4-BE49-F238E27FC236}">
                <a16:creationId xmlns:a16="http://schemas.microsoft.com/office/drawing/2014/main" id="{6895F6A8-918A-4363-BAF4-B735725AE6C1}"/>
              </a:ext>
            </a:extLst>
          </p:cNvPr>
          <p:cNvSpPr>
            <a:spLocks xmlns:a="http://schemas.openxmlformats.org/drawingml/2006/main" noGrp="1"/>
          </p:cNvSpPr>
          <p:nvPr/>
        </p:nvSpPr>
        <p:spPr>
          <a:xfrm xmlns:a="http://schemas.openxmlformats.org/drawingml/2006/main">
            <a:off x="1541145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4" name="dp45-comparison / n166 / text 1">
            <a:extLst xmlns:a="http://schemas.openxmlformats.org/drawingml/2006/main">
              <a:ext uri="{FF2B5EF4-FFF2-40B4-BE49-F238E27FC236}">
                <a16:creationId xmlns:a16="http://schemas.microsoft.com/office/drawing/2014/main" id="{198AE5B3-1BA7-4D38-A123-DA7232BDB172}"/>
              </a:ext>
            </a:extLst>
          </p:cNvPr>
          <p:cNvSpPr>
            <a:spLocks xmlns:a="http://schemas.openxmlformats.org/drawingml/2006/main" noGrp="1"/>
          </p:cNvSpPr>
          <p:nvPr/>
        </p:nvSpPr>
        <p:spPr>
          <a:xfrm xmlns:a="http://schemas.openxmlformats.org/drawingml/2006/main">
            <a:off x="1543050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275" name="dp45-comparison / n183">
            <a:extLst xmlns:a="http://schemas.openxmlformats.org/drawingml/2006/main">
              <a:ext uri="{FF2B5EF4-FFF2-40B4-BE49-F238E27FC236}">
                <a16:creationId xmlns:a16="http://schemas.microsoft.com/office/drawing/2014/main" id="{76D66A59-F505-4110-B461-2DD72EAEB728}"/>
              </a:ext>
            </a:extLst>
          </p:cNvPr>
          <p:cNvSpPr>
            <a:spLocks xmlns:a="http://schemas.openxmlformats.org/drawingml/2006/main" noGrp="1"/>
          </p:cNvSpPr>
          <p:nvPr/>
        </p:nvSpPr>
        <p:spPr>
          <a:xfrm xmlns:a="http://schemas.openxmlformats.org/drawingml/2006/main">
            <a:off x="13744575" y="3362325"/>
            <a:ext cx="281520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5-comparison / n184 / text 1">
            <a:extLst xmlns:a="http://schemas.openxmlformats.org/drawingml/2006/main">
              <a:ext uri="{FF2B5EF4-FFF2-40B4-BE49-F238E27FC236}">
                <a16:creationId xmlns:a16="http://schemas.microsoft.com/office/drawing/2014/main" id="{6B68494E-A085-467C-A118-D96C04A4C45B}"/>
              </a:ext>
            </a:extLst>
          </p:cNvPr>
          <p:cNvSpPr>
            <a:spLocks xmlns:a="http://schemas.openxmlformats.org/drawingml/2006/main" noGrp="1"/>
          </p:cNvSpPr>
          <p:nvPr/>
        </p:nvSpPr>
        <p:spPr>
          <a:xfrm xmlns:a="http://schemas.openxmlformats.org/drawingml/2006/main">
            <a:off x="13763625" y="3371850"/>
            <a:ext cx="3619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원본 변경 / 생산 / 검증 / 같은 개정 게시</a:t>
            </a:r>
          </a:p>
        </p:txBody>
      </p:sp>
      <p:sp>
        <p:nvSpPr>
          <p:cNvPr id="277" name="dp45-comparison / n187">
            <a:extLst xmlns:a="http://schemas.openxmlformats.org/drawingml/2006/main">
              <a:ext uri="{FF2B5EF4-FFF2-40B4-BE49-F238E27FC236}">
                <a16:creationId xmlns:a16="http://schemas.microsoft.com/office/drawing/2014/main" id="{31ECDC31-53BC-4C9A-852D-1B4052F82702}"/>
              </a:ext>
            </a:extLst>
          </p:cNvPr>
          <p:cNvSpPr>
            <a:spLocks xmlns:a="http://schemas.openxmlformats.org/drawingml/2006/main" noGrp="1"/>
          </p:cNvSpPr>
          <p:nvPr/>
        </p:nvSpPr>
        <p:spPr>
          <a:xfrm xmlns:a="http://schemas.openxmlformats.org/drawingml/2006/main">
            <a:off x="14239875" y="4305300"/>
            <a:ext cx="2952750" cy="942975"/>
          </a:xfrm>
          <a:custGeom xmlns:a="http://schemas.openxmlformats.org/drawingml/2006/main">
            <a:pathLst>
              <a:path w="2952750" h="942975">
                <a:moveTo>
                  <a:pt x="0" y="0"/>
                </a:moveTo>
                <a:lnTo>
                  <a:pt x="2781300" y="0"/>
                </a:lnTo>
                <a:lnTo>
                  <a:pt x="2952750" y="171450"/>
                </a:lnTo>
                <a:lnTo>
                  <a:pt x="2952750" y="942975"/>
                </a:lnTo>
                <a:lnTo>
                  <a:pt x="0" y="9429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8" name="dp45-comparison / n187 / fold">
            <a:extLst xmlns:a="http://schemas.openxmlformats.org/drawingml/2006/main">
              <a:ext uri="{FF2B5EF4-FFF2-40B4-BE49-F238E27FC236}">
                <a16:creationId xmlns:a16="http://schemas.microsoft.com/office/drawing/2014/main" id="{27494741-A52C-4A48-87D3-015440562D67}"/>
              </a:ext>
            </a:extLst>
          </p:cNvPr>
          <p:cNvSpPr>
            <a:spLocks xmlns:a="http://schemas.openxmlformats.org/drawingml/2006/main" noGrp="1"/>
          </p:cNvSpPr>
          <p:nvPr/>
        </p:nvSpPr>
        <p:spPr>
          <a:xfrm xmlns:a="http://schemas.openxmlformats.org/drawingml/2006/main">
            <a:off x="17021175" y="4305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9" name="dp45-comparison / n188 / text 1">
            <a:extLst xmlns:a="http://schemas.openxmlformats.org/drawingml/2006/main">
              <a:ext uri="{FF2B5EF4-FFF2-40B4-BE49-F238E27FC236}">
                <a16:creationId xmlns:a16="http://schemas.microsoft.com/office/drawing/2014/main" id="{A6495DE3-9389-40BE-B610-9BBB6642943F}"/>
              </a:ext>
            </a:extLst>
          </p:cNvPr>
          <p:cNvSpPr>
            <a:spLocks xmlns:a="http://schemas.openxmlformats.org/drawingml/2006/main" noGrp="1"/>
          </p:cNvSpPr>
          <p:nvPr/>
        </p:nvSpPr>
        <p:spPr>
          <a:xfrm xmlns:a="http://schemas.openxmlformats.org/drawingml/2006/main">
            <a:off x="14335125" y="436245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Memory1 / relation_kind:EXPLAINS_ITEM</a:t>
            </a:r>
          </a:p>
        </p:txBody>
      </p:sp>
      <p:sp>
        <p:nvSpPr>
          <p:cNvPr id="280" name="dp45-comparison / n188 / text 2">
            <a:extLst xmlns:a="http://schemas.openxmlformats.org/drawingml/2006/main">
              <a:ext uri="{FF2B5EF4-FFF2-40B4-BE49-F238E27FC236}">
                <a16:creationId xmlns:a16="http://schemas.microsoft.com/office/drawing/2014/main" id="{8977BD77-24A0-4027-B785-77C03CC4FCF3}"/>
              </a:ext>
            </a:extLst>
          </p:cNvPr>
          <p:cNvSpPr>
            <a:spLocks xmlns:a="http://schemas.openxmlformats.org/drawingml/2006/main" noGrp="1"/>
          </p:cNvSpPr>
          <p:nvPr/>
        </p:nvSpPr>
        <p:spPr>
          <a:xfrm xmlns:a="http://schemas.openxmlformats.org/drawingml/2006/main">
            <a:off x="14335125" y="448246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from/to: 실제 전달 → 설명 원문</a:t>
            </a:r>
          </a:p>
        </p:txBody>
      </p:sp>
      <p:sp>
        <p:nvSpPr>
          <p:cNvPr id="281" name="dp45-comparison / n188 / text 3">
            <a:extLst xmlns:a="http://schemas.openxmlformats.org/drawingml/2006/main">
              <a:ext uri="{FF2B5EF4-FFF2-40B4-BE49-F238E27FC236}">
                <a16:creationId xmlns:a16="http://schemas.microsoft.com/office/drawing/2014/main" id="{656A5BC8-605D-4CC7-BE8C-771A52C01457}"/>
              </a:ext>
            </a:extLst>
          </p:cNvPr>
          <p:cNvSpPr>
            <a:spLocks xmlns:a="http://schemas.openxmlformats.org/drawingml/2006/main" noGrp="1"/>
          </p:cNvSpPr>
          <p:nvPr/>
        </p:nvSpPr>
        <p:spPr>
          <a:xfrm xmlns:a="http://schemas.openxmlformats.org/drawingml/2006/main">
            <a:off x="14335125" y="460248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value: “가격이 같은 경우 유지보수 기간을</a:t>
            </a:r>
          </a:p>
        </p:txBody>
      </p:sp>
      <p:sp>
        <p:nvSpPr>
          <p:cNvPr id="282" name="dp45-comparison / n188 / text 4">
            <a:extLst xmlns:a="http://schemas.openxmlformats.org/drawingml/2006/main">
              <a:ext uri="{FF2B5EF4-FFF2-40B4-BE49-F238E27FC236}">
                <a16:creationId xmlns:a16="http://schemas.microsoft.com/office/drawing/2014/main" id="{6C679D1D-1A92-4590-B933-9737A3FF15F0}"/>
              </a:ext>
            </a:extLst>
          </p:cNvPr>
          <p:cNvSpPr>
            <a:spLocks xmlns:a="http://schemas.openxmlformats.org/drawingml/2006/main" noGrp="1"/>
          </p:cNvSpPr>
          <p:nvPr/>
        </p:nvSpPr>
        <p:spPr>
          <a:xfrm xmlns:a="http://schemas.openxmlformats.org/drawingml/2006/main">
            <a:off x="14335125" y="472249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  우선합니다.” / MODEL_DERIVED</a:t>
            </a:r>
          </a:p>
        </p:txBody>
      </p:sp>
      <p:sp>
        <p:nvSpPr>
          <p:cNvPr id="283" name="dp45-comparison / n188 / text 5">
            <a:extLst xmlns:a="http://schemas.openxmlformats.org/drawingml/2006/main">
              <a:ext uri="{FF2B5EF4-FFF2-40B4-BE49-F238E27FC236}">
                <a16:creationId xmlns:a16="http://schemas.microsoft.com/office/drawing/2014/main" id="{A4A70E82-BD42-4615-B86F-33DC165B1585}"/>
              </a:ext>
            </a:extLst>
          </p:cNvPr>
          <p:cNvSpPr>
            <a:spLocks xmlns:a="http://schemas.openxmlformats.org/drawingml/2006/main" noGrp="1"/>
          </p:cNvSpPr>
          <p:nvPr/>
        </p:nvSpPr>
        <p:spPr>
          <a:xfrm xmlns:a="http://schemas.openxmlformats.org/drawingml/2006/main">
            <a:off x="14335125" y="484251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제품 Task → 제품 결과 / EXPLICIT</a:t>
            </a:r>
          </a:p>
        </p:txBody>
      </p:sp>
      <p:sp>
        <p:nvSpPr>
          <p:cNvPr id="284" name="dp45-comparison / n188 / text 6">
            <a:extLst xmlns:a="http://schemas.openxmlformats.org/drawingml/2006/main">
              <a:ext uri="{FF2B5EF4-FFF2-40B4-BE49-F238E27FC236}">
                <a16:creationId xmlns:a16="http://schemas.microsoft.com/office/drawing/2014/main" id="{5FDD3F84-5F8A-4879-8FC7-2230D489E7DE}"/>
              </a:ext>
            </a:extLst>
          </p:cNvPr>
          <p:cNvSpPr>
            <a:spLocks xmlns:a="http://schemas.openxmlformats.org/drawingml/2006/main" noGrp="1"/>
          </p:cNvSpPr>
          <p:nvPr/>
        </p:nvSpPr>
        <p:spPr>
          <a:xfrm xmlns:a="http://schemas.openxmlformats.org/drawingml/2006/main">
            <a:off x="14335125" y="496252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견적 Task → 견적 결과 / EXPLICIT</a:t>
            </a:r>
          </a:p>
        </p:txBody>
      </p:sp>
      <p:sp>
        <p:nvSpPr>
          <p:cNvPr id="285" name="dp45-comparison / n188 / text 7">
            <a:extLst xmlns:a="http://schemas.openxmlformats.org/drawingml/2006/main">
              <a:ext uri="{FF2B5EF4-FFF2-40B4-BE49-F238E27FC236}">
                <a16:creationId xmlns:a16="http://schemas.microsoft.com/office/drawing/2014/main" id="{175BF28E-E4E2-4506-944E-FE2D642AF1C9}"/>
              </a:ext>
            </a:extLst>
          </p:cNvPr>
          <p:cNvSpPr>
            <a:spLocks xmlns:a="http://schemas.openxmlformats.org/drawingml/2006/main" noGrp="1"/>
          </p:cNvSpPr>
          <p:nvPr/>
        </p:nvSpPr>
        <p:spPr>
          <a:xfrm xmlns:a="http://schemas.openxmlformats.org/drawingml/2006/main">
            <a:off x="14335125" y="508254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source_spans / dependency_vector / 개정</a:t>
            </a:r>
          </a:p>
        </p:txBody>
      </p:sp>
      <p:sp>
        <p:nvSpPr>
          <p:cNvPr id="286" name="dp45-comparison / n194">
            <a:extLst xmlns:a="http://schemas.openxmlformats.org/drawingml/2006/main">
              <a:ext uri="{FF2B5EF4-FFF2-40B4-BE49-F238E27FC236}">
                <a16:creationId xmlns:a16="http://schemas.microsoft.com/office/drawing/2014/main" id="{4AFE8E12-0D9F-4B45-B071-3F974DF6D24F}"/>
              </a:ext>
            </a:extLst>
          </p:cNvPr>
          <p:cNvSpPr>
            <a:spLocks xmlns:a="http://schemas.openxmlformats.org/drawingml/2006/main" noGrp="1"/>
          </p:cNvSpPr>
          <p:nvPr/>
        </p:nvSpPr>
        <p:spPr>
          <a:xfrm xmlns:a="http://schemas.openxmlformats.org/drawingml/2006/main">
            <a:off x="10220325" y="4314825"/>
            <a:ext cx="18867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7" name="dp45-comparison / n195 / text 1">
            <a:extLst xmlns:a="http://schemas.openxmlformats.org/drawingml/2006/main">
              <a:ext uri="{FF2B5EF4-FFF2-40B4-BE49-F238E27FC236}">
                <a16:creationId xmlns:a16="http://schemas.microsoft.com/office/drawing/2014/main" id="{0EE020F7-2209-4D3F-9FF3-ACB9B29D2CBA}"/>
              </a:ext>
            </a:extLst>
          </p:cNvPr>
          <p:cNvSpPr>
            <a:spLocks xmlns:a="http://schemas.openxmlformats.org/drawingml/2006/main" noGrp="1"/>
          </p:cNvSpPr>
          <p:nvPr/>
        </p:nvSpPr>
        <p:spPr>
          <a:xfrm xmlns:a="http://schemas.openxmlformats.org/drawingml/2006/main">
            <a:off x="10239375" y="4324350"/>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NOT_COVERED: 지원 범위 생산 요청</a:t>
            </a:r>
          </a:p>
        </p:txBody>
      </p:sp>
      <p:sp>
        <p:nvSpPr>
          <p:cNvPr id="288" name="dp45-comparison / n196">
            <a:extLst xmlns:a="http://schemas.openxmlformats.org/drawingml/2006/main">
              <a:ext uri="{FF2B5EF4-FFF2-40B4-BE49-F238E27FC236}">
                <a16:creationId xmlns:a16="http://schemas.microsoft.com/office/drawing/2014/main" id="{9C03684A-B22B-4024-86C9-C39AF1A3180B}"/>
              </a:ext>
            </a:extLst>
          </p:cNvPr>
          <p:cNvSpPr>
            <a:spLocks xmlns:a="http://schemas.openxmlformats.org/drawingml/2006/main" noGrp="1"/>
          </p:cNvSpPr>
          <p:nvPr/>
        </p:nvSpPr>
        <p:spPr>
          <a:xfrm xmlns:a="http://schemas.openxmlformats.org/drawingml/2006/main">
            <a:off x="10220325" y="4533900"/>
            <a:ext cx="2272284"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9" name="dp45-comparison / n197 / text 1">
            <a:extLst xmlns:a="http://schemas.openxmlformats.org/drawingml/2006/main">
              <a:ext uri="{FF2B5EF4-FFF2-40B4-BE49-F238E27FC236}">
                <a16:creationId xmlns:a16="http://schemas.microsoft.com/office/drawing/2014/main" id="{426CDD62-6CDA-48BC-8F57-A34A38DA8F49}"/>
              </a:ext>
            </a:extLst>
          </p:cNvPr>
          <p:cNvSpPr>
            <a:spLocks xmlns:a="http://schemas.openxmlformats.org/drawingml/2006/main" noGrp="1"/>
          </p:cNvSpPr>
          <p:nvPr/>
        </p:nvSpPr>
        <p:spPr>
          <a:xfrm xmlns:a="http://schemas.openxmlformats.org/drawingml/2006/main">
            <a:off x="10239375" y="4543425"/>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게시 개정 반환 후 Reader가 저장소 재조회</a:t>
            </a:r>
          </a:p>
        </p:txBody>
      </p:sp>
      <p:sp>
        <p:nvSpPr>
          <p:cNvPr id="290" name="dp45-comparison / n198">
            <a:extLst xmlns:a="http://schemas.openxmlformats.org/drawingml/2006/main">
              <a:ext uri="{FF2B5EF4-FFF2-40B4-BE49-F238E27FC236}">
                <a16:creationId xmlns:a16="http://schemas.microsoft.com/office/drawing/2014/main" id="{CA27AEFC-D458-49F0-A167-2DE10597F4CA}"/>
              </a:ext>
            </a:extLst>
          </p:cNvPr>
          <p:cNvSpPr>
            <a:spLocks xmlns:a="http://schemas.openxmlformats.org/drawingml/2006/main" noGrp="1"/>
          </p:cNvSpPr>
          <p:nvPr/>
        </p:nvSpPr>
        <p:spPr>
          <a:xfrm xmlns:a="http://schemas.openxmlformats.org/drawingml/2006/main">
            <a:off x="10125075" y="5686425"/>
            <a:ext cx="2991041"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5-comparison / n199 / text 1">
            <a:extLst xmlns:a="http://schemas.openxmlformats.org/drawingml/2006/main">
              <a:ext uri="{FF2B5EF4-FFF2-40B4-BE49-F238E27FC236}">
                <a16:creationId xmlns:a16="http://schemas.microsoft.com/office/drawing/2014/main" id="{1A891CA5-C8B1-4AFA-8D3D-EE852FAD4E25}"/>
              </a:ext>
            </a:extLst>
          </p:cNvPr>
          <p:cNvSpPr>
            <a:spLocks xmlns:a="http://schemas.openxmlformats.org/drawingml/2006/main" noGrp="1"/>
          </p:cNvSpPr>
          <p:nvPr/>
        </p:nvSpPr>
        <p:spPr>
          <a:xfrm xmlns:a="http://schemas.openxmlformats.org/drawingml/2006/main">
            <a:off x="10144125" y="5695950"/>
            <a:ext cx="3714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지원 밖 관계: UNSUPPORTED_RELATION / 반복 생산 없음</a:t>
            </a:r>
          </a:p>
        </p:txBody>
      </p:sp>
      <p:sp>
        <p:nvSpPr>
          <p:cNvPr id="292" name="dp45-comparison / n200">
            <a:extLst xmlns:a="http://schemas.openxmlformats.org/drawingml/2006/main">
              <a:ext uri="{FF2B5EF4-FFF2-40B4-BE49-F238E27FC236}">
                <a16:creationId xmlns:a16="http://schemas.microsoft.com/office/drawing/2014/main" id="{C3D32650-B77E-4EC7-8DC9-10C7C9211545}"/>
              </a:ext>
            </a:extLst>
          </p:cNvPr>
          <p:cNvSpPr>
            <a:spLocks xmlns:a="http://schemas.openxmlformats.org/drawingml/2006/main" noGrp="1"/>
          </p:cNvSpPr>
          <p:nvPr/>
        </p:nvSpPr>
        <p:spPr>
          <a:xfrm xmlns:a="http://schemas.openxmlformats.org/drawingml/2006/main">
            <a:off x="14220825" y="58007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5-comparison / n201 / text 1">
            <a:extLst xmlns:a="http://schemas.openxmlformats.org/drawingml/2006/main">
              <a:ext uri="{FF2B5EF4-FFF2-40B4-BE49-F238E27FC236}">
                <a16:creationId xmlns:a16="http://schemas.microsoft.com/office/drawing/2014/main" id="{3DF01EB6-C905-4BA7-8AF9-8E1E653C87C6}"/>
              </a:ext>
            </a:extLst>
          </p:cNvPr>
          <p:cNvSpPr>
            <a:spLocks xmlns:a="http://schemas.openxmlformats.org/drawingml/2006/main" noGrp="1"/>
          </p:cNvSpPr>
          <p:nvPr/>
        </p:nvSpPr>
        <p:spPr>
          <a:xfrm xmlns:a="http://schemas.openxmlformats.org/drawingml/2006/main">
            <a:off x="14239875" y="5810250"/>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예외 문구만 생산 / 나머지 기준은 미생산</a:t>
            </a:r>
          </a:p>
        </p:txBody>
      </p:sp>
      <p:sp>
        <p:nvSpPr>
          <p:cNvPr id="294" name="dp45-comparison / n206">
            <a:extLst xmlns:a="http://schemas.openxmlformats.org/drawingml/2006/main">
              <a:ext uri="{FF2B5EF4-FFF2-40B4-BE49-F238E27FC236}">
                <a16:creationId xmlns:a16="http://schemas.microsoft.com/office/drawing/2014/main" id="{EE3730EB-D56C-4CAC-9B80-F95E88E568CC}"/>
              </a:ext>
            </a:extLst>
          </p:cNvPr>
          <p:cNvSpPr>
            <a:spLocks xmlns:a="http://schemas.openxmlformats.org/drawingml/2006/main" noGrp="1"/>
          </p:cNvSpPr>
          <p:nvPr/>
        </p:nvSpPr>
        <p:spPr>
          <a:xfrm xmlns:a="http://schemas.openxmlformats.org/drawingml/2006/main">
            <a:off x="10125075" y="5819775"/>
            <a:ext cx="204597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5" name="dp45-comparison / n207 / text 1">
            <a:extLst xmlns:a="http://schemas.openxmlformats.org/drawingml/2006/main">
              <a:ext uri="{FF2B5EF4-FFF2-40B4-BE49-F238E27FC236}">
                <a16:creationId xmlns:a16="http://schemas.microsoft.com/office/drawing/2014/main" id="{789052CA-85CC-44FA-83F1-DFDD0F5EE20A}"/>
              </a:ext>
            </a:extLst>
          </p:cNvPr>
          <p:cNvSpPr>
            <a:spLocks xmlns:a="http://schemas.openxmlformats.org/drawingml/2006/main" noGrp="1"/>
          </p:cNvSpPr>
          <p:nvPr/>
        </p:nvSpPr>
        <p:spPr>
          <a:xfrm xmlns:a="http://schemas.openxmlformats.org/drawingml/2006/main">
            <a:off x="10144125" y="5829300"/>
            <a:ext cx="3333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현재 개정과 요청한 원문은 owner 확인</a:t>
            </a:r>
          </a:p>
        </p:txBody>
      </p:sp>
      <p:sp>
        <p:nvSpPr>
          <p:cNvPr id="296" name="dp45-comparison / n210">
            <a:extLst xmlns:a="http://schemas.openxmlformats.org/drawingml/2006/main">
              <a:ext uri="{FF2B5EF4-FFF2-40B4-BE49-F238E27FC236}">
                <a16:creationId xmlns:a16="http://schemas.microsoft.com/office/drawing/2014/main" id="{2EC72412-3915-43BF-8D5A-B41119D8C6A2}"/>
              </a:ext>
            </a:extLst>
          </p:cNvPr>
          <p:cNvSpPr>
            <a:spLocks xmlns:a="http://schemas.openxmlformats.org/drawingml/2006/main" noGrp="1"/>
          </p:cNvSpPr>
          <p:nvPr/>
        </p:nvSpPr>
        <p:spPr>
          <a:xfrm xmlns:a="http://schemas.openxmlformats.org/drawingml/2006/main">
            <a:off x="10125075" y="5029200"/>
            <a:ext cx="23793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7" name="dp45-comparison / n211 / text 1">
            <a:extLst xmlns:a="http://schemas.openxmlformats.org/drawingml/2006/main">
              <a:ext uri="{FF2B5EF4-FFF2-40B4-BE49-F238E27FC236}">
                <a16:creationId xmlns:a16="http://schemas.microsoft.com/office/drawing/2014/main" id="{B42E108A-3966-4494-AB7A-B416EBE752C3}"/>
              </a:ext>
            </a:extLst>
          </p:cNvPr>
          <p:cNvSpPr>
            <a:spLocks xmlns:a="http://schemas.openxmlformats.org/drawingml/2006/main" noGrp="1"/>
          </p:cNvSpPr>
          <p:nvPr/>
        </p:nvSpPr>
        <p:spPr>
          <a:xfrm xmlns:a="http://schemas.openxmlformats.org/drawingml/2006/main">
            <a:off x="10144125" y="5038725"/>
            <a:ext cx="2857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② 현재 Query1 / Reader로 별도 시작</a:t>
            </a:r>
          </a:p>
        </p:txBody>
      </p:sp>
      <p:sp>
        <p:nvSpPr>
          <p:cNvPr id="298" name="dp45-comparison / n220">
            <a:extLst xmlns:a="http://schemas.openxmlformats.org/drawingml/2006/main">
              <a:ext uri="{FF2B5EF4-FFF2-40B4-BE49-F238E27FC236}">
                <a16:creationId xmlns:a16="http://schemas.microsoft.com/office/drawing/2014/main" id="{856D43CA-D870-4288-BED4-4F7F144F2C30}"/>
              </a:ext>
            </a:extLst>
          </p:cNvPr>
          <p:cNvSpPr>
            <a:spLocks xmlns:a="http://schemas.openxmlformats.org/drawingml/2006/main" noGrp="1"/>
          </p:cNvSpPr>
          <p:nvPr/>
        </p:nvSpPr>
        <p:spPr>
          <a:xfrm xmlns:a="http://schemas.openxmlformats.org/drawingml/2006/main">
            <a:off x="1293495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9" name="dp45-comparison / n221 / text 1">
            <a:extLst xmlns:a="http://schemas.openxmlformats.org/drawingml/2006/main">
              <a:ext uri="{FF2B5EF4-FFF2-40B4-BE49-F238E27FC236}">
                <a16:creationId xmlns:a16="http://schemas.microsoft.com/office/drawing/2014/main" id="{17E00372-F493-454F-A18B-273869D99DAE}"/>
              </a:ext>
            </a:extLst>
          </p:cNvPr>
          <p:cNvSpPr>
            <a:spLocks xmlns:a="http://schemas.openxmlformats.org/drawingml/2006/main" noGrp="1"/>
          </p:cNvSpPr>
          <p:nvPr/>
        </p:nvSpPr>
        <p:spPr>
          <a:xfrm xmlns:a="http://schemas.openxmlformats.org/drawingml/2006/main">
            <a:off x="1295400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300" name="dp45-comparison / n223">
            <a:extLst xmlns:a="http://schemas.openxmlformats.org/drawingml/2006/main">
              <a:ext uri="{FF2B5EF4-FFF2-40B4-BE49-F238E27FC236}">
                <a16:creationId xmlns:a16="http://schemas.microsoft.com/office/drawing/2014/main" id="{6F520FE8-BF3D-428C-8928-5CE1EE1D7DF5}"/>
              </a:ext>
            </a:extLst>
          </p:cNvPr>
          <p:cNvSpPr>
            <a:spLocks xmlns:a="http://schemas.openxmlformats.org/drawingml/2006/main" noGrp="1"/>
          </p:cNvSpPr>
          <p:nvPr/>
        </p:nvSpPr>
        <p:spPr>
          <a:xfrm xmlns:a="http://schemas.openxmlformats.org/drawingml/2006/main">
            <a:off x="993457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1" name="dp45-comparison / n224 / text 1">
            <a:extLst xmlns:a="http://schemas.openxmlformats.org/drawingml/2006/main">
              <a:ext uri="{FF2B5EF4-FFF2-40B4-BE49-F238E27FC236}">
                <a16:creationId xmlns:a16="http://schemas.microsoft.com/office/drawing/2014/main" id="{319C599B-C959-4B81-870B-DB95C2429F8A}"/>
              </a:ext>
            </a:extLst>
          </p:cNvPr>
          <p:cNvSpPr>
            <a:spLocks xmlns:a="http://schemas.openxmlformats.org/drawingml/2006/main" noGrp="1"/>
          </p:cNvSpPr>
          <p:nvPr/>
        </p:nvSpPr>
        <p:spPr>
          <a:xfrm xmlns:a="http://schemas.openxmlformats.org/drawingml/2006/main">
            <a:off x="995362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302" name="dp45-comparison / n241">
            <a:extLst xmlns:a="http://schemas.openxmlformats.org/drawingml/2006/main">
              <a:ext uri="{FF2B5EF4-FFF2-40B4-BE49-F238E27FC236}">
                <a16:creationId xmlns:a16="http://schemas.microsoft.com/office/drawing/2014/main" id="{B39BE0BE-1814-470D-9520-A6604DAFD30E}"/>
              </a:ext>
            </a:extLst>
          </p:cNvPr>
          <p:cNvSpPr>
            <a:spLocks xmlns:a="http://schemas.openxmlformats.org/drawingml/2006/main" noGrp="1"/>
          </p:cNvSpPr>
          <p:nvPr/>
        </p:nvSpPr>
        <p:spPr>
          <a:xfrm xmlns:a="http://schemas.openxmlformats.org/drawingml/2006/main">
            <a:off x="9934575" y="7058025"/>
            <a:ext cx="527227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3" name="dp45-comparison / n242 / text 1">
            <a:extLst xmlns:a="http://schemas.openxmlformats.org/drawingml/2006/main">
              <a:ext uri="{FF2B5EF4-FFF2-40B4-BE49-F238E27FC236}">
                <a16:creationId xmlns:a16="http://schemas.microsoft.com/office/drawing/2014/main" id="{2D94C4D2-E5E6-49B0-ADC4-E9E181D02AC2}"/>
              </a:ext>
            </a:extLst>
          </p:cNvPr>
          <p:cNvSpPr>
            <a:spLocks xmlns:a="http://schemas.openxmlformats.org/drawingml/2006/main" noGrp="1"/>
          </p:cNvSpPr>
          <p:nvPr/>
        </p:nvSpPr>
        <p:spPr>
          <a:xfrm xmlns:a="http://schemas.openxmlformats.org/drawingml/2006/main">
            <a:off x="995362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미생산 지원 범위: Publisher 게시 뒤 Reader 재조회 / 현재 Request 정답은 저장하지 않음</a:t>
            </a:r>
          </a:p>
        </p:txBody>
      </p:sp>
    </p:spTree>
    <p:extLst>
      <p:ext uri="{BB962C8B-B14F-4D97-AF65-F5344CB8AC3E}">
        <p14:creationId xmlns:p14="http://schemas.microsoft.com/office/powerpoint/2010/main" val="582865921"/>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9"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사용자의 요청을 이해해 업무를 위임하고,</a:t>
            </a:r>
          </a:p>
        </p:txBody>
      </p:sp>
      <p:sp>
        <p:nvSpPr>
          <p:cNvPr id="2"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입력부터 응답까지 사용자와의 대화를 관리하는 VIA</a:t>
            </a:r>
          </a:p>
        </p:txBody>
      </p:sp>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 표와 지난달 매출보고서를 바탕으로</a:t>
            </a: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이번 달 매출보고서를 만들어줘.”</a:t>
            </a: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175" b="0">
                <a:solidFill>
                  <a:srgbClr val="397C80"/>
                </a:solidFill>
                <a:latin typeface="Apple SD Gothic Neo"/>
                <a:ea typeface="Apple SD Gothic Neo"/>
                <a:cs typeface="Apple SD Gothic Neo"/>
              </a:defRPr>
            </a:pPr>
            <a:r>
              <a:rPr sz="2175" b="0">
                <a:solidFill>
                  <a:srgbClr val="397C80"/>
                </a:solidFill>
                <a:latin typeface="Apple SD Gothic Neo"/>
                <a:ea typeface="Apple SD Gothic Neo"/>
                <a:cs typeface="Apple SD Gothic Neo"/>
              </a:rPr>
              <a:t>음성 요청 + 선택한 표</a:t>
            </a: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목표·자료·조건을 이해해 위임</a:t>
            </a: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강조할 항목은 무엇인가요?</a:t>
            </a: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질문을 사용자에게 전달</a:t>
            </a: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“국내 매출을 강조해줘.”</a:t>
            </a: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답변을 해당 업무에 연결</a:t>
            </a: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완성된 보고서</a:t>
            </a: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화면에 결과, 음성으로 핵심 안내</a:t>
            </a: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VIA에서 대화를 이어가고, Agent는 실제 보고서 작성을 수행합니다</a:t>
            </a:r>
          </a:p>
        </p:txBody>
      </p:sp>
    </p:spTree>
    <p:extLst>
      <p:ext uri="{BB962C8B-B14F-4D97-AF65-F5344CB8AC3E}">
        <p14:creationId val="1926313185"/>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5"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업무를 맡긴 뒤에도,</a:t>
            </a:r>
          </a:p>
        </p:txBody>
      </p:sp>
      <p:sp>
        <p:nvSpPr>
          <p:cNvPr id="2"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업무 결과가 같은 대화로 들어옵니다</a:t>
            </a:r>
          </a:p>
        </p:txBody>
      </p:sp>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표와 지난달 보고서로 이번 달 매출보고서를 만들고,</a:t>
            </a: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내일 오후 3시 팀 회의 안내 메일 초안도 준비해줘.”</a:t>
            </a: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한 발화에 서로 독립적인 두 업무</a:t>
            </a: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보고서 작성 / 회의 안내 메일 초안</a:t>
            </a: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25" b="0">
                <a:solidFill>
                  <a:srgbClr val="66777D"/>
                </a:solidFill>
                <a:latin typeface="Apple SD Gothic Neo"/>
                <a:ea typeface="Apple SD Gothic Neo"/>
                <a:cs typeface="Apple SD Gothic Neo"/>
              </a:defRPr>
            </a:pPr>
            <a:r>
              <a:rPr sz="2025" b="0">
                <a:solidFill>
                  <a:srgbClr val="66777D"/>
                </a:solidFill>
                <a:latin typeface="Apple SD Gothic Neo"/>
                <a:ea typeface="Apple SD Gothic Neo"/>
                <a:cs typeface="Apple SD Gothic Neo"/>
              </a:rPr>
              <a:t>보고서·메일 처리 중</a:t>
            </a: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“잠깐, 보고서엔 국내 매출만 넣어줘.”</a:t>
            </a: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이전에 맡긴 공급업체 견적 도착</a:t>
            </a: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875" b="1">
                <a:solidFill>
                  <a:srgbClr val="66777D"/>
                </a:solidFill>
                <a:latin typeface="Apple SD Gothic Neo"/>
                <a:ea typeface="Apple SD Gothic Neo"/>
                <a:cs typeface="Apple SD Gothic Neo"/>
              </a:defRPr>
            </a:pPr>
            <a:r>
              <a:rPr sz="1875" b="1">
                <a:solidFill>
                  <a:srgbClr val="66777D"/>
                </a:solidFill>
                <a:latin typeface="Apple SD Gothic Neo"/>
                <a:ea typeface="Apple SD Gothic Neo"/>
                <a:cs typeface="Apple SD Gothic Neo"/>
              </a:rPr>
              <a:t>새 발화와 결과가 겹쳐 도착</a:t>
            </a: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정정은 보고서 업무에 연결</a:t>
            </a: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말을 마친 뒤, 견적 도착을 안내</a:t>
            </a: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Agent별 창을 오가거나, 진행 중인 업무를 다시 설명할 필요가 없습니다</a:t>
            </a:r>
          </a:p>
        </p:txBody>
      </p:sp>
    </p:spTree>
    <p:extLst>
      <p:ext uri="{BB962C8B-B14F-4D97-AF65-F5344CB8AC3E}">
        <p14:creationId val="13010131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12</ap:Slides>
  <ap:Notes>12</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2026-10-08T11:10:07.7400000Z</dcterms:created>
  <dcterms:modified xsi:type="dcterms:W3CDTF">2026-10-08T11:10:07.7400000Z</dcterms:modified>
</coreProperties>
</file>