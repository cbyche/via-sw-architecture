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47d64e46e04495e" /><Relationship Type="http://schemas.openxmlformats.org/officeDocument/2006/relationships/extended-properties" Target="/docProps/app.xml" Id="R8754e120f07c4b9a" /><Relationship Type="http://schemas.openxmlformats.org/officeDocument/2006/relationships/officeDocument" Target="/ppt/presentation.xml" Id="R2d08ac0d0ae0445c" /></Relationships>
</file>

<file path=ppt/presentation.xml><?xml version="1.0" encoding="utf-8"?>
<p:presentation xmlns:a="http://schemas.openxmlformats.org/drawingml/2006/main" xmlns:p="http://schemas.openxmlformats.org/presentationml/2006/main" xmlns:r="http://schemas.openxmlformats.org/officeDocument/2006/relationships">
  <p:sldMasterIdLst>
    <p:sldMasterId id="2147483648" r:id="Re93718bb987d4eac"/>
  </p:sldMasterIdLst>
  <p:notesMasterIdLst>
    <p:notesMasterId r:id="Rdd500d4f7cb14064"/>
  </p:notesMasterIdLst>
  <p:sldIdLst>
    <p:sldId id="256" r:id="R017f49c12a124be2"/>
  </p:sldIdLst>
  <p:sldSz cx="18288000" cy="10287000"/>
  <p:notesSz cx="6858000" cy="9144000"/>
  <p:defaultTextStyle>
    <a:defPPr>
      <a:defRPr lang="ko-KR">
        <a:latin typeface="Calibri"/>
        <a:ea typeface="Calibri"/>
        <a:cs typeface="Calibri"/>
      </a:defRPr>
    </a:defPPr>
    <a:lvl1pPr>
      <a:defRPr lang="ko-KR">
        <a:latin typeface="Calibri"/>
        <a:ea typeface="Calibri"/>
        <a:cs typeface="Calibri"/>
      </a:defRPr>
    </a:lvl1pPr>
    <a:lvl2pPr>
      <a:defRPr lang="ko-KR">
        <a:latin typeface="Calibri"/>
        <a:ea typeface="Calibri"/>
        <a:cs typeface="Calibri"/>
      </a:defRPr>
    </a:lvl2pPr>
    <a:lvl3pPr>
      <a:defRPr lang="ko-KR">
        <a:latin typeface="Calibri"/>
        <a:ea typeface="Calibri"/>
        <a:cs typeface="Calibri"/>
      </a:defRPr>
    </a:lvl3pPr>
    <a:lvl4pPr>
      <a:defRPr lang="ko-KR">
        <a:latin typeface="Calibri"/>
        <a:ea typeface="Calibri"/>
        <a:cs typeface="Calibri"/>
      </a:defRPr>
    </a:lvl4pPr>
    <a:lvl5pPr>
      <a:defRPr lang="ko-KR">
        <a:latin typeface="Calibri"/>
        <a:ea typeface="Calibri"/>
        <a:cs typeface="Calibri"/>
      </a:defRPr>
    </a:lvl5pPr>
    <a:lvl6pPr>
      <a:defRPr lang="ko-KR">
        <a:latin typeface="Calibri"/>
        <a:ea typeface="Calibri"/>
        <a:cs typeface="Calibri"/>
      </a:defRPr>
    </a:lvl6pPr>
    <a:lvl7pPr>
      <a:defRPr lang="ko-KR">
        <a:latin typeface="Calibri"/>
        <a:ea typeface="Calibri"/>
        <a:cs typeface="Calibri"/>
      </a:defRPr>
    </a:lvl7pPr>
    <a:lvl8pPr>
      <a:defRPr lang="ko-KR">
        <a:latin typeface="Calibri"/>
        <a:ea typeface="Calibri"/>
        <a:cs typeface="Calibri"/>
      </a:defRPr>
    </a:lvl8pPr>
    <a:lvl9pPr>
      <a:defRPr lang="ko-KR">
        <a:latin typeface="Calibri"/>
        <a:ea typeface="Calibri"/>
        <a:cs typeface="Calibri"/>
      </a:defRPr>
    </a:lvl9pPr>
  </p:defaultTextStyle>
</p:presentation>
</file>

<file path=ppt/presProps.xml><?xml version="1.0" encoding="utf-8"?>
<p:presentationPr xmlns:ns2="http://schemas.microsoft.com/office/powerpoint/2012/main" xmlns:p="http://schemas.openxmlformats.org/presentationml/2006/main" xmlns:p14="http://schemas.microsoft.com/office/powerpoint/2010/main">
  <p:extLst>
    <p:ext uri="{E76CE94A-603C-4142-B9EB-6D1370010A27}">
      <p14:discardImageEditData val="0"/>
    </p:ext>
    <p:ext uri="{D31A062A-798A-4329-ABDD-BBA856620510}">
      <p14:defaultImageDpi val="32767"/>
    </p:ext>
    <p:ext uri="{FD5EFAAD-0ECE-453E-9831-46B23BE46B34}">
      <ns2: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cbf102c766744ff" /><Relationship Type="http://schemas.openxmlformats.org/officeDocument/2006/relationships/slideMaster" Target="/ppt/slideMasters/slideMaster1.xml" Id="Re93718bb987d4eac" /><Relationship Type="http://schemas.openxmlformats.org/officeDocument/2006/relationships/notesMaster" Target="/ppt/notesMasters/notesMaster1.xml" Id="Rdd500d4f7cb14064" /><Relationship Type="http://schemas.openxmlformats.org/officeDocument/2006/relationships/presProps" Target="/ppt/presProps.xml" Id="Rfe92d778f14a426c" /><Relationship Type="http://schemas.openxmlformats.org/officeDocument/2006/relationships/tableStyles" Target="/ppt/tableStyles.xml" Id="R838a40d8832b405e" /><Relationship Type="http://schemas.openxmlformats.org/officeDocument/2006/relationships/slide" Target="/ppt/slides/slide1.xml" Id="R017f49c12a124be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1a0dfe716004860" /></Relationships>
</file>

<file path=ppt/notesMasters/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30bc7d79e9646fe" /><Relationship Type="http://schemas.openxmlformats.org/officeDocument/2006/relationships/notesMaster" Target="/ppt/notesMasters/notesMaster1.xml" Id="R8ad7b6855bc94637"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DP-45 구현 구조 비교. A는 현재 read가 원본과 유효 cache를 조합한다. B는 독립 생산 job의 후보를 검증하여 관계와 Coverage를 게시하고 현재 read가 이를 조회한다. 미생산은 지원 범위 backfill, 게시 통지, 저장소 재조회를 거친다. S는 Request Controller의 입력 이력 read port이며 B의 Source Read Worker와 Origin Verifier도 같은 port를 사용한다. 원본의 실제 전달 범위, source 개정과 권한 검사는 양안 공통이다. M은 Model Access의 cloud 의미 모델 연동이며 B 관계 생산은 필요할 때만 호출한다. U는 현재 권한 검사와 사용 등록이다. 현재 의미 판단과 Request Controller의 채택은 근거 반환 뒤 공통으로 수행한다. 긴 작업은 bounded async executor를 사용하고 상자 수가 process 수는 아니다. A의 선행 index/summary와 관계 cache, 병렬 읽기 및 부분 갱신을 허용한다. B의 게시/갱신, 미사용 생산 및 복원 비용을 함께 비교한다. 미선정 설계안이며 제품 구현과 품질 측정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docs/architecture/12-decisions/decision-packages/04-45-memory-and-context.md §3.10. 이전 상세 설계도와 비교 페이지는 보존한다.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cde6636726a4ae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cc6998513814f1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ccfa2fbf1df496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1582b5e00be4bd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85cfdb63cee4be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09e02cea8254dbf" /></Relationships>
</file>

<file path=ppt/slideLayouts/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D04C8FC7-3D18-463C-9EA8-746206FEABC1}"/>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511E8A13-33E3-496F-AC02-E7F0CDDC6C6E}"/>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9713CD27-CCF3-43D7-A0E6-005130CF9507}"/>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CCDC52E8-AD29-414D-9DC7-CB1FBE24F8F0}"/>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E1C23837-D81D-42A9-BAC4-7B5E9AA50DB2}"/>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C4231FF0-F742-4BD7-87AE-ACA08A353087}"/>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8B82A5AA-ACD6-4FBF-9A32-124B915C7C21}"/>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E2888D4A-1E78-41E8-8DEE-B3EC3E7E4914}"/>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529FAFF4-D528-4ADF-B79C-84964BF13D80}"/>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CC715E34-AB99-4098-B4FB-E9A449C5D886}"/>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82745aafb47496f" /><Relationship Type="http://schemas.openxmlformats.org/officeDocument/2006/relationships/slideLayout" Target="/ppt/slideLayouts/slideLayout1.xml" Id="Raa01907118d74dca" /><Relationship Type="http://schemas.openxmlformats.org/officeDocument/2006/relationships/slideLayout" Target="/ppt/slideLayouts/slideLayout2.xml" Id="R5e933fbbccd04dde" /><Relationship Type="http://schemas.openxmlformats.org/officeDocument/2006/relationships/slideLayout" Target="/ppt/slideLayouts/slideLayout3.xml" Id="R08023b1885ae49ff" /><Relationship Type="http://schemas.openxmlformats.org/officeDocument/2006/relationships/slideLayout" Target="/ppt/slideLayouts/slideLayout4.xml" Id="R38fe91a217f04d4a" /><Relationship Type="http://schemas.openxmlformats.org/officeDocument/2006/relationships/slideLayout" Target="/ppt/slideLayouts/slideLayout5.xml" Id="R387a3c6e6e0b496f" /><Relationship Type="http://schemas.openxmlformats.org/officeDocument/2006/relationships/slideLayout" Target="/ppt/slideLayouts/slideLayout6.xml" Id="R88a94162ae974dfa" /></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aa01907118d74dca"/>
    <p:sldLayoutId id="2147483650" r:id="R5e933fbbccd04dde"/>
    <p:sldLayoutId id="2147483651" r:id="R08023b1885ae49ff"/>
    <p:sldLayoutId id="2147483652" r:id="R38fe91a217f04d4a"/>
    <p:sldLayoutId id="2147483653" r:id="R387a3c6e6e0b496f"/>
    <p:sldLayoutId id="2147483654" r:id="R88a94162ae974dfa"/>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b9d03b6cb154483" /><Relationship Type="http://schemas.openxmlformats.org/officeDocument/2006/relationships/notesSlide" Target="/ppt/notesSlides/notesSlide1.xml" Id="R394197f1ce0c443d" /></Relationships>
</file>

<file path=ppt/slides/slide1.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212" name="Ari">
            <a:extLst>
              <a:ext uri="{FF2B5EF4-FFF2-40B4-BE49-F238E27FC236}">
                <ns2:creationId id="{139B2F77-EDF9-4DDC-BD40-2A058C76D497}"/>
              </a:ext>
            </a:extLst>
          </p:cNvPr>
          <p:cNvSpPr>
            <a:spLocks noGrp="1"/>
          </p:cNvSpPr>
          <p:nvPr/>
        </p:nvSpPr>
        <p:spPr>
          <a:xfrm>
            <a:off x="419100" y="1543050"/>
            <a:ext cx="2476500" cy="857250"/>
          </a:xfrm>
          <a:prstGeom prst="rect">
            <a:avLst/>
          </a:prstGeom>
          <a:solidFill>
            <a:srgbClr val="FFFFFF"/>
          </a:solidFill>
          <a:ln w="9525">
            <a:solidFill>
              <a:srgbClr val="263445"/>
            </a:solidFill>
          </a:ln>
        </p:spPr>
        <p:txBody>
          <a:bodyPr wrap="none" lIns="85725" tIns="9525" rIns="66675" bIns="0" anchor="t">
            <a:noAutofit/>
          </a:bodyPr>
          <a:lstStyle>
            <a:defPPr algn="l">
              <a:defRPr sz="1200" lang="ko-KR">
                <a:solidFill>
                  <a:srgbClr val="000000"/>
                </a:solidFill>
                <a:latin typeface="Calibri"/>
                <a:ea typeface="Calibri"/>
                <a:cs typeface="Calibri"/>
              </a:defRPr>
            </a:defPPr>
          </a:lstStyle>
          <a:p>
            <a:pPr algn="l">
              <a:lnSpc>
                <a:spcPct val="110000"/>
              </a:lnSpc>
              <a:spcAft>
                <a:spcPts val="0"/>
              </a:spcAft>
              <a:buNone/>
              <a:defRPr sz="1200" lang="ko-KR">
                <a:solidFill>
                  <a:srgbClr val="000000"/>
                </a:solidFill>
                <a:latin typeface="Calibri"/>
                <a:ea typeface="Calibri"/>
                <a:cs typeface="Calibri"/>
              </a:defRPr>
            </a:pPr>
            <a:r>
              <a:rPr sz="1200" b="1" lang="ko-KR">
                <a:solidFill>
                  <a:srgbClr val="000000"/>
                </a:solidFill>
                <a:latin typeface="Calibri"/>
                <a:ea typeface="Calibri"/>
                <a:cs typeface="Calibri"/>
              </a:rPr>
              <a:t>Request Interpreter</a:t>
            </a:r>
            <a:endParaRPr lang="ko-KR">
              <a:latin typeface="Calibri"/>
              <a:ea typeface="Calibri"/>
              <a:cs typeface="Calibri"/>
            </a:endParaRPr>
          </a:p>
        </p:txBody>
      </p:sp>
      <p:sp>
        <p:nvSpPr>
          <p:cNvPr id="2" name="Ari-header">
            <a:extLst>
              <a:ext uri="{FF2B5EF4-FFF2-40B4-BE49-F238E27FC236}">
                <ns2:creationId id="{9DDD8D5E-D02F-4A23-B108-274AD0EB531B}"/>
              </a:ext>
            </a:extLst>
          </p:cNvPr>
          <p:cNvSpPr>
            <a:spLocks noGrp="1"/>
          </p:cNvSpPr>
          <p:nvPr/>
        </p:nvSpPr>
        <p:spPr>
          <a:xfrm>
            <a:off x="419100" y="1771650"/>
            <a:ext cx="2476500" cy="9525"/>
          </a:xfrm>
          <a:custGeom>
            <a:pathLst>
              <a:path w="2476500" h="9525">
                <a:moveTo>
                  <a:pt x="0" y="0"/>
                </a:moveTo>
                <a:lnTo>
                  <a:pt x="2476500" y="0"/>
                </a:lnTo>
              </a:path>
            </a:pathLst>
          </a:custGeom>
          <a:noFill/>
          <a:ln w="9525">
            <a:solidFill>
              <a:srgbClr val="263445"/>
            </a:solidFill>
            <a:prstDash val="solid"/>
          </a:ln>
        </p:spPr>
      </p:sp>
      <p:sp>
        <p:nvSpPr>
          <p:cNvPr id="3" name="Acaller">
            <a:extLst>
              <a:ext uri="{FF2B5EF4-FFF2-40B4-BE49-F238E27FC236}">
                <ns2:creationId id="{F989D86F-6F38-4087-A221-7C6932337E3E}"/>
              </a:ext>
            </a:extLst>
          </p:cNvPr>
          <p:cNvSpPr>
            <a:spLocks noGrp="1"/>
          </p:cNvSpPr>
          <p:nvPr/>
        </p:nvSpPr>
        <p:spPr>
          <a:xfrm>
            <a:off x="514350" y="1857375"/>
            <a:ext cx="2286000" cy="476250"/>
          </a:xfrm>
          <a:prstGeom prst="roundRect">
            <a:avLst>
              <a:gd name="adj" fmla="val 16000"/>
            </a:avLst>
          </a:prstGeom>
          <a:solidFill>
            <a:srgbClr val="FFFFFF"/>
          </a:solidFill>
          <a:ln w="9525">
            <a:solidFill>
              <a:srgbClr val="263445"/>
            </a:solidFill>
          </a:ln>
        </p:spPr>
        <p:txBody>
          <a:bodyPr wrap="none" lIns="85725" tIns="76200" rIns="66675" bIns="0" anchor="t">
            <a:noAutofit/>
          </a:bodyPr>
          <a:lstStyle>
            <a:defPPr algn="l">
              <a:defRPr sz="1200" lang="ko-KR">
                <a:solidFill>
                  <a:srgbClr val="000000"/>
                </a:solidFill>
                <a:latin typeface="Calibri"/>
                <a:ea typeface="Calibri"/>
                <a:cs typeface="Calibri"/>
              </a:defRPr>
            </a:defPPr>
          </a:lstStyle>
          <a:p>
            <a:pPr algn="l">
              <a:lnSpc>
                <a:spcPct val="110000"/>
              </a:lnSpc>
              <a:spcAft>
                <a:spcPts val="8"/>
              </a:spcAft>
              <a:buNone/>
              <a:defRPr sz="1200" lang="ko-KR">
                <a:solidFill>
                  <a:srgbClr val="000000"/>
                </a:solidFill>
                <a:latin typeface="Calibri"/>
                <a:ea typeface="Calibri"/>
                <a:cs typeface="Calibri"/>
              </a:defRPr>
            </a:pPr>
            <a:r>
              <a:rPr sz="1200" b="1" lang="ko-KR">
                <a:solidFill>
                  <a:srgbClr val="000000"/>
                </a:solidFill>
                <a:latin typeface="Calibri"/>
                <a:ea typeface="Calibri"/>
                <a:cs typeface="Calibri"/>
              </a:rPr>
              <a:t>Read Tool Runner</a:t>
            </a:r>
            <a:endParaRPr lang="ko-KR">
              <a:latin typeface="Calibri"/>
              <a:ea typeface="Calibri"/>
              <a:cs typeface="Calibri"/>
            </a:endParaRPr>
          </a:p>
        </p:txBody>
      </p:sp>
      <p:sp>
        <p:nvSpPr>
          <p:cNvPr id="4" name="Arm">
            <a:extLst>
              <a:ext uri="{FF2B5EF4-FFF2-40B4-BE49-F238E27FC236}">
                <ns2:creationId id="{B8B6DF97-CB55-46BF-ACEB-B6E40281A5EB}"/>
              </a:ext>
            </a:extLst>
          </p:cNvPr>
          <p:cNvSpPr>
            <a:spLocks noGrp="1"/>
          </p:cNvSpPr>
          <p:nvPr/>
        </p:nvSpPr>
        <p:spPr>
          <a:xfrm>
            <a:off x="3467100" y="1543050"/>
            <a:ext cx="2476500" cy="857250"/>
          </a:xfrm>
          <a:prstGeom prst="rect">
            <a:avLst/>
          </a:prstGeom>
          <a:solidFill>
            <a:srgbClr val="FFFFFF"/>
          </a:solidFill>
          <a:ln w="9525">
            <a:solidFill>
              <a:srgbClr val="263445"/>
            </a:solidFill>
          </a:ln>
        </p:spPr>
        <p:txBody>
          <a:bodyPr wrap="none" lIns="85725" tIns="9525" rIns="66675" bIns="0" anchor="t">
            <a:noAutofit/>
          </a:bodyPr>
          <a:lstStyle>
            <a:defPPr algn="l">
              <a:defRPr sz="1200" lang="ko-KR">
                <a:solidFill>
                  <a:srgbClr val="000000"/>
                </a:solidFill>
                <a:latin typeface="Calibri"/>
                <a:ea typeface="Calibri"/>
                <a:cs typeface="Calibri"/>
              </a:defRPr>
            </a:defPPr>
          </a:lstStyle>
          <a:p>
            <a:pPr algn="l">
              <a:lnSpc>
                <a:spcPct val="110000"/>
              </a:lnSpc>
              <a:spcAft>
                <a:spcPts val="0"/>
              </a:spcAft>
              <a:buNone/>
              <a:defRPr sz="1200" lang="ko-KR">
                <a:solidFill>
                  <a:srgbClr val="000000"/>
                </a:solidFill>
                <a:latin typeface="Calibri"/>
                <a:ea typeface="Calibri"/>
                <a:cs typeface="Calibri"/>
              </a:defRPr>
            </a:pPr>
            <a:r>
              <a:rPr sz="1200" b="1" lang="ko-KR">
                <a:solidFill>
                  <a:srgbClr val="000000"/>
                </a:solidFill>
                <a:latin typeface="Calibri"/>
                <a:ea typeface="Calibri"/>
                <a:cs typeface="Calibri"/>
              </a:rPr>
              <a:t>Response Manager</a:t>
            </a:r>
            <a:endParaRPr lang="ko-KR">
              <a:latin typeface="Calibri"/>
              <a:ea typeface="Calibri"/>
              <a:cs typeface="Calibri"/>
            </a:endParaRPr>
          </a:p>
        </p:txBody>
      </p:sp>
      <p:sp>
        <p:nvSpPr>
          <p:cNvPr id="5" name="Arm-header">
            <a:extLst>
              <a:ext uri="{FF2B5EF4-FFF2-40B4-BE49-F238E27FC236}">
                <ns2:creationId id="{63CAA23C-F6A4-497F-B38F-76D1013B1855}"/>
              </a:ext>
            </a:extLst>
          </p:cNvPr>
          <p:cNvSpPr>
            <a:spLocks noGrp="1"/>
          </p:cNvSpPr>
          <p:nvPr/>
        </p:nvSpPr>
        <p:spPr>
          <a:xfrm>
            <a:off x="3467100" y="1771650"/>
            <a:ext cx="2476500" cy="9525"/>
          </a:xfrm>
          <a:custGeom>
            <a:pathLst>
              <a:path w="2476500" h="9525">
                <a:moveTo>
                  <a:pt x="0" y="0"/>
                </a:moveTo>
                <a:lnTo>
                  <a:pt x="2476500" y="0"/>
                </a:lnTo>
              </a:path>
            </a:pathLst>
          </a:custGeom>
          <a:noFill/>
          <a:ln w="9525">
            <a:solidFill>
              <a:srgbClr val="263445"/>
            </a:solidFill>
            <a:prstDash val="solid"/>
          </a:ln>
        </p:spPr>
      </p:sp>
      <p:sp>
        <p:nvSpPr>
          <p:cNvPr id="6" name="Aresponse">
            <a:extLst>
              <a:ext uri="{FF2B5EF4-FFF2-40B4-BE49-F238E27FC236}">
                <ns2:creationId id="{D9E21BC4-7B3D-4F97-A388-B8312B093C33}"/>
              </a:ext>
            </a:extLst>
          </p:cNvPr>
          <p:cNvSpPr>
            <a:spLocks noGrp="1"/>
          </p:cNvSpPr>
          <p:nvPr/>
        </p:nvSpPr>
        <p:spPr>
          <a:xfrm>
            <a:off x="3562350" y="1857375"/>
            <a:ext cx="2286000" cy="476250"/>
          </a:xfrm>
          <a:prstGeom prst="roundRect">
            <a:avLst>
              <a:gd name="adj" fmla="val 16000"/>
            </a:avLst>
          </a:prstGeom>
          <a:solidFill>
            <a:srgbClr val="FFFFFF"/>
          </a:solidFill>
          <a:ln w="9525">
            <a:solidFill>
              <a:srgbClr val="263445"/>
            </a:solidFill>
          </a:ln>
        </p:spPr>
        <p:txBody>
          <a:bodyPr wrap="none" lIns="85725" tIns="76200" rIns="66675" bIns="0" anchor="t">
            <a:noAutofit/>
          </a:bodyPr>
          <a:lstStyle>
            <a:defPPr algn="l">
              <a:defRPr sz="1200" lang="ko-KR">
                <a:solidFill>
                  <a:srgbClr val="000000"/>
                </a:solidFill>
                <a:latin typeface="Calibri"/>
                <a:ea typeface="Calibri"/>
                <a:cs typeface="Calibri"/>
              </a:defRPr>
            </a:defPPr>
          </a:lstStyle>
          <a:p>
            <a:pPr algn="l">
              <a:lnSpc>
                <a:spcPct val="110000"/>
              </a:lnSpc>
              <a:spcAft>
                <a:spcPts val="8"/>
              </a:spcAft>
              <a:buNone/>
              <a:defRPr sz="1200" lang="ko-KR">
                <a:solidFill>
                  <a:srgbClr val="000000"/>
                </a:solidFill>
                <a:latin typeface="Calibri"/>
                <a:ea typeface="Calibri"/>
                <a:cs typeface="Calibri"/>
              </a:defRPr>
            </a:pPr>
            <a:r>
              <a:rPr sz="1200" b="1" lang="ko-KR">
                <a:solidFill>
                  <a:srgbClr val="000000"/>
                </a:solidFill>
                <a:latin typeface="Calibri"/>
                <a:ea typeface="Calibri"/>
                <a:cs typeface="Calibri"/>
              </a:rPr>
              <a:t>원문 / 실제 전달 read port</a:t>
            </a:r>
            <a:endParaRPr lang="ko-KR">
              <a:latin typeface="Calibri"/>
              <a:ea typeface="Calibri"/>
              <a:cs typeface="Calibri"/>
            </a:endParaRPr>
          </a:p>
        </p:txBody>
      </p:sp>
      <p:sp>
        <p:nvSpPr>
          <p:cNvPr id="7" name="Atm">
            <a:extLst>
              <a:ext uri="{FF2B5EF4-FFF2-40B4-BE49-F238E27FC236}">
                <ns2:creationId id="{CF6F120F-3623-40CF-AAE5-DCC705A0536E}"/>
              </a:ext>
            </a:extLst>
          </p:cNvPr>
          <p:cNvSpPr>
            <a:spLocks noGrp="1"/>
          </p:cNvSpPr>
          <p:nvPr/>
        </p:nvSpPr>
        <p:spPr>
          <a:xfrm>
            <a:off x="6324600" y="1543050"/>
            <a:ext cx="2476500" cy="857250"/>
          </a:xfrm>
          <a:prstGeom prst="rect">
            <a:avLst/>
          </a:prstGeom>
          <a:solidFill>
            <a:srgbClr val="FFFFFF"/>
          </a:solidFill>
          <a:ln w="9525">
            <a:solidFill>
              <a:srgbClr val="263445"/>
            </a:solidFill>
          </a:ln>
        </p:spPr>
        <p:txBody>
          <a:bodyPr wrap="none" lIns="85725" tIns="9525" rIns="66675" bIns="0" anchor="t">
            <a:noAutofit/>
          </a:bodyPr>
          <a:lstStyle>
            <a:defPPr algn="l">
              <a:defRPr sz="1200" lang="ko-KR">
                <a:solidFill>
                  <a:srgbClr val="000000"/>
                </a:solidFill>
                <a:latin typeface="Calibri"/>
                <a:ea typeface="Calibri"/>
                <a:cs typeface="Calibri"/>
              </a:defRPr>
            </a:defPPr>
          </a:lstStyle>
          <a:p>
            <a:pPr algn="l">
              <a:lnSpc>
                <a:spcPct val="110000"/>
              </a:lnSpc>
              <a:spcAft>
                <a:spcPts val="0"/>
              </a:spcAft>
              <a:buNone/>
              <a:defRPr sz="1200" lang="ko-KR">
                <a:solidFill>
                  <a:srgbClr val="000000"/>
                </a:solidFill>
                <a:latin typeface="Calibri"/>
                <a:ea typeface="Calibri"/>
                <a:cs typeface="Calibri"/>
              </a:defRPr>
            </a:pPr>
            <a:r>
              <a:rPr sz="1200" b="1" lang="ko-KR">
                <a:solidFill>
                  <a:srgbClr val="000000"/>
                </a:solidFill>
                <a:latin typeface="Calibri"/>
                <a:ea typeface="Calibri"/>
                <a:cs typeface="Calibri"/>
              </a:rPr>
              <a:t>Task Manager</a:t>
            </a:r>
            <a:endParaRPr lang="ko-KR">
              <a:latin typeface="Calibri"/>
              <a:ea typeface="Calibri"/>
              <a:cs typeface="Calibri"/>
            </a:endParaRPr>
          </a:p>
        </p:txBody>
      </p:sp>
      <p:sp>
        <p:nvSpPr>
          <p:cNvPr id="8" name="Atm-header">
            <a:extLst>
              <a:ext uri="{FF2B5EF4-FFF2-40B4-BE49-F238E27FC236}">
                <ns2:creationId id="{74EDF8F2-8CB7-469C-865C-FD67F0A0B56F}"/>
              </a:ext>
            </a:extLst>
          </p:cNvPr>
          <p:cNvSpPr>
            <a:spLocks noGrp="1"/>
          </p:cNvSpPr>
          <p:nvPr/>
        </p:nvSpPr>
        <p:spPr>
          <a:xfrm>
            <a:off x="6324600" y="1771650"/>
            <a:ext cx="2476500" cy="9525"/>
          </a:xfrm>
          <a:custGeom>
            <a:pathLst>
              <a:path w="2476500" h="9525">
                <a:moveTo>
                  <a:pt x="0" y="0"/>
                </a:moveTo>
                <a:lnTo>
                  <a:pt x="2476500" y="0"/>
                </a:lnTo>
              </a:path>
            </a:pathLst>
          </a:custGeom>
          <a:noFill/>
          <a:ln w="9525">
            <a:solidFill>
              <a:srgbClr val="263445"/>
            </a:solidFill>
            <a:prstDash val="solid"/>
          </a:ln>
        </p:spPr>
      </p:sp>
      <p:sp>
        <p:nvSpPr>
          <p:cNvPr id="9" name="Atask">
            <a:extLst>
              <a:ext uri="{FF2B5EF4-FFF2-40B4-BE49-F238E27FC236}">
                <ns2:creationId id="{392213B2-A320-4EF7-8C98-187305FE9CB3}"/>
              </a:ext>
            </a:extLst>
          </p:cNvPr>
          <p:cNvSpPr>
            <a:spLocks noGrp="1"/>
          </p:cNvSpPr>
          <p:nvPr/>
        </p:nvSpPr>
        <p:spPr>
          <a:xfrm>
            <a:off x="6419850" y="1857375"/>
            <a:ext cx="2286000" cy="476250"/>
          </a:xfrm>
          <a:prstGeom prst="roundRect">
            <a:avLst>
              <a:gd name="adj" fmla="val 16000"/>
            </a:avLst>
          </a:prstGeom>
          <a:solidFill>
            <a:srgbClr val="FFFFFF"/>
          </a:solidFill>
          <a:ln w="9525">
            <a:solidFill>
              <a:srgbClr val="263445"/>
            </a:solidFill>
          </a:ln>
        </p:spPr>
        <p:txBody>
          <a:bodyPr wrap="none" lIns="85725" tIns="76200" rIns="66675" bIns="0" anchor="t">
            <a:noAutofit/>
          </a:bodyPr>
          <a:lstStyle>
            <a:defPPr algn="l">
              <a:defRPr sz="1200" lang="ko-KR">
                <a:solidFill>
                  <a:srgbClr val="000000"/>
                </a:solidFill>
                <a:latin typeface="Calibri"/>
                <a:ea typeface="Calibri"/>
                <a:cs typeface="Calibri"/>
              </a:defRPr>
            </a:defPPr>
          </a:lstStyle>
          <a:p>
            <a:pPr algn="l">
              <a:lnSpc>
                <a:spcPct val="110000"/>
              </a:lnSpc>
              <a:spcAft>
                <a:spcPts val="8"/>
              </a:spcAft>
              <a:buNone/>
              <a:defRPr sz="1200" lang="ko-KR">
                <a:solidFill>
                  <a:srgbClr val="000000"/>
                </a:solidFill>
                <a:latin typeface="Calibri"/>
                <a:ea typeface="Calibri"/>
                <a:cs typeface="Calibri"/>
              </a:defRPr>
            </a:pPr>
            <a:r>
              <a:rPr sz="1200" b="1" lang="ko-KR">
                <a:solidFill>
                  <a:srgbClr val="000000"/>
                </a:solidFill>
                <a:latin typeface="Calibri"/>
                <a:ea typeface="Calibri"/>
                <a:cs typeface="Calibri"/>
              </a:rPr>
              <a:t>Task / 결과 참조 read port</a:t>
            </a:r>
            <a:endParaRPr lang="ko-KR">
              <a:latin typeface="Calibri"/>
              <a:ea typeface="Calibri"/>
              <a:cs typeface="Calibri"/>
            </a:endParaRPr>
          </a:p>
        </p:txBody>
      </p:sp>
      <p:sp>
        <p:nvSpPr>
          <p:cNvPr id="10" name="Acm">
            <a:extLst>
              <a:ext uri="{FF2B5EF4-FFF2-40B4-BE49-F238E27FC236}">
                <ns2:creationId id="{4645C16A-7BFD-4D9B-A933-8463D1CAEC82}"/>
              </a:ext>
            </a:extLst>
          </p:cNvPr>
          <p:cNvSpPr>
            <a:spLocks noGrp="1"/>
          </p:cNvSpPr>
          <p:nvPr/>
        </p:nvSpPr>
        <p:spPr>
          <a:xfrm>
            <a:off x="419100" y="2733675"/>
            <a:ext cx="8382000" cy="5743575"/>
          </a:xfrm>
          <a:prstGeom prst="rect">
            <a:avLst/>
          </a:prstGeom>
          <a:solidFill>
            <a:srgbClr val="FFFFFF"/>
          </a:solidFill>
          <a:ln w="9525">
            <a:solidFill>
              <a:srgbClr val="263445"/>
            </a:solidFill>
          </a:ln>
        </p:spPr>
        <p:txBody>
          <a:bodyPr wrap="none" lIns="85725" tIns="9525" rIns="66675" bIns="0" anchor="t">
            <a:noAutofit/>
          </a:bodyPr>
          <a:lstStyle>
            <a:defPPr algn="l">
              <a:defRPr sz="1200" lang="ko-KR">
                <a:solidFill>
                  <a:srgbClr val="000000"/>
                </a:solidFill>
                <a:latin typeface="Calibri"/>
                <a:ea typeface="Calibri"/>
                <a:cs typeface="Calibri"/>
              </a:defRPr>
            </a:defPPr>
          </a:lstStyle>
          <a:p>
            <a:pPr algn="l">
              <a:lnSpc>
                <a:spcPct val="110000"/>
              </a:lnSpc>
              <a:spcAft>
                <a:spcPts val="0"/>
              </a:spcAft>
              <a:buNone/>
              <a:defRPr sz="1200" lang="ko-KR">
                <a:solidFill>
                  <a:srgbClr val="000000"/>
                </a:solidFill>
                <a:latin typeface="Calibri"/>
                <a:ea typeface="Calibri"/>
                <a:cs typeface="Calibri"/>
              </a:defRPr>
            </a:pPr>
            <a:r>
              <a:rPr sz="1200" b="1" lang="ko-KR">
                <a:solidFill>
                  <a:srgbClr val="000000"/>
                </a:solidFill>
                <a:latin typeface="Calibri"/>
                <a:ea typeface="Calibri"/>
                <a:cs typeface="Calibri"/>
              </a:rPr>
              <a:t>Context Manager</a:t>
            </a:r>
            <a:endParaRPr lang="ko-KR">
              <a:latin typeface="Calibri"/>
              <a:ea typeface="Calibri"/>
              <a:cs typeface="Calibri"/>
            </a:endParaRPr>
          </a:p>
        </p:txBody>
      </p:sp>
      <p:sp>
        <p:nvSpPr>
          <p:cNvPr id="11" name="Acm-header">
            <a:extLst>
              <a:ext uri="{FF2B5EF4-FFF2-40B4-BE49-F238E27FC236}">
                <ns2:creationId id="{7690CD33-824C-4DD3-B200-EB3AAF6D3637}"/>
              </a:ext>
            </a:extLst>
          </p:cNvPr>
          <p:cNvSpPr>
            <a:spLocks noGrp="1"/>
          </p:cNvSpPr>
          <p:nvPr/>
        </p:nvSpPr>
        <p:spPr>
          <a:xfrm>
            <a:off x="419100" y="2962275"/>
            <a:ext cx="8382000" cy="9525"/>
          </a:xfrm>
          <a:custGeom>
            <a:pathLst>
              <a:path w="8382000" h="9525">
                <a:moveTo>
                  <a:pt x="0" y="0"/>
                </a:moveTo>
                <a:lnTo>
                  <a:pt x="8382000" y="0"/>
                </a:lnTo>
              </a:path>
            </a:pathLst>
          </a:custGeom>
          <a:noFill/>
          <a:ln w="9525">
            <a:solidFill>
              <a:srgbClr val="263445"/>
            </a:solidFill>
            <a:prstDash val="solid"/>
          </a:ln>
        </p:spPr>
      </p:sp>
      <p:sp>
        <p:nvSpPr>
          <p:cNvPr id="12" name="Amodel">
            <a:extLst>
              <a:ext uri="{FF2B5EF4-FFF2-40B4-BE49-F238E27FC236}">
                <ns2:creationId id="{4D4B6301-6969-4A27-AC88-5D434840F292}"/>
              </a:ext>
            </a:extLst>
          </p:cNvPr>
          <p:cNvSpPr>
            <a:spLocks noGrp="1"/>
          </p:cNvSpPr>
          <p:nvPr/>
        </p:nvSpPr>
        <p:spPr>
          <a:xfrm>
            <a:off x="419100" y="8782050"/>
            <a:ext cx="2476500" cy="857250"/>
          </a:xfrm>
          <a:prstGeom prst="rect">
            <a:avLst/>
          </a:prstGeom>
          <a:solidFill>
            <a:srgbClr val="FFFFFF"/>
          </a:solidFill>
          <a:ln w="9525">
            <a:solidFill>
              <a:srgbClr val="263445"/>
            </a:solidFill>
          </a:ln>
        </p:spPr>
        <p:txBody>
          <a:bodyPr wrap="none" lIns="85725" tIns="9525" rIns="66675" bIns="0" anchor="t">
            <a:noAutofit/>
          </a:bodyPr>
          <a:lstStyle>
            <a:defPPr algn="l">
              <a:defRPr sz="1200" lang="ko-KR">
                <a:solidFill>
                  <a:srgbClr val="000000"/>
                </a:solidFill>
                <a:latin typeface="Calibri"/>
                <a:ea typeface="Calibri"/>
                <a:cs typeface="Calibri"/>
              </a:defRPr>
            </a:defPPr>
          </a:lstStyle>
          <a:p>
            <a:pPr algn="l">
              <a:lnSpc>
                <a:spcPct val="110000"/>
              </a:lnSpc>
              <a:spcAft>
                <a:spcPts val="0"/>
              </a:spcAft>
              <a:buNone/>
              <a:defRPr sz="1200" lang="ko-KR">
                <a:solidFill>
                  <a:srgbClr val="000000"/>
                </a:solidFill>
                <a:latin typeface="Calibri"/>
                <a:ea typeface="Calibri"/>
                <a:cs typeface="Calibri"/>
              </a:defRPr>
            </a:pPr>
            <a:r>
              <a:rPr sz="1200" b="1" lang="ko-KR">
                <a:solidFill>
                  <a:srgbClr val="000000"/>
                </a:solidFill>
                <a:latin typeface="Calibri"/>
                <a:ea typeface="Calibri"/>
                <a:cs typeface="Calibri"/>
              </a:rPr>
              <a:t>Model Access</a:t>
            </a:r>
            <a:endParaRPr lang="ko-KR">
              <a:latin typeface="Calibri"/>
              <a:ea typeface="Calibri"/>
              <a:cs typeface="Calibri"/>
            </a:endParaRPr>
          </a:p>
        </p:txBody>
      </p:sp>
      <p:sp>
        <p:nvSpPr>
          <p:cNvPr id="13" name="Amodel-header">
            <a:extLst>
              <a:ext uri="{FF2B5EF4-FFF2-40B4-BE49-F238E27FC236}">
                <ns2:creationId id="{64753023-6EA5-412D-96D9-59D3BDC9FD1C}"/>
              </a:ext>
            </a:extLst>
          </p:cNvPr>
          <p:cNvSpPr>
            <a:spLocks noGrp="1"/>
          </p:cNvSpPr>
          <p:nvPr/>
        </p:nvSpPr>
        <p:spPr>
          <a:xfrm>
            <a:off x="419100" y="9010650"/>
            <a:ext cx="2476500" cy="9525"/>
          </a:xfrm>
          <a:custGeom>
            <a:pathLst>
              <a:path w="2476500" h="9525">
                <a:moveTo>
                  <a:pt x="0" y="0"/>
                </a:moveTo>
                <a:lnTo>
                  <a:pt x="2476500" y="0"/>
                </a:lnTo>
              </a:path>
            </a:pathLst>
          </a:custGeom>
          <a:noFill/>
          <a:ln w="9525">
            <a:solidFill>
              <a:srgbClr val="263445"/>
            </a:solidFill>
            <a:prstDash val="solid"/>
          </a:ln>
        </p:spPr>
      </p:sp>
      <p:sp>
        <p:nvSpPr>
          <p:cNvPr id="14" name="Aapi">
            <a:extLst>
              <a:ext uri="{FF2B5EF4-FFF2-40B4-BE49-F238E27FC236}">
                <ns2:creationId id="{78B5CA6F-03AA-4328-9E1A-3B76AD476480}"/>
              </a:ext>
            </a:extLst>
          </p:cNvPr>
          <p:cNvSpPr>
            <a:spLocks noGrp="1"/>
          </p:cNvSpPr>
          <p:nvPr/>
        </p:nvSpPr>
        <p:spPr>
          <a:xfrm>
            <a:off x="514350" y="9096375"/>
            <a:ext cx="2286000" cy="476250"/>
          </a:xfrm>
          <a:prstGeom prst="roundRect">
            <a:avLst>
              <a:gd name="adj" fmla="val 16000"/>
            </a:avLst>
          </a:prstGeom>
          <a:solidFill>
            <a:srgbClr val="FFFFFF"/>
          </a:solidFill>
          <a:ln w="9525">
            <a:solidFill>
              <a:srgbClr val="263445"/>
            </a:solidFill>
          </a:ln>
        </p:spPr>
        <p:txBody>
          <a:bodyPr wrap="none" lIns="85725" tIns="76200" rIns="66675" bIns="0" anchor="t">
            <a:noAutofit/>
          </a:bodyPr>
          <a:lstStyle>
            <a:defPPr algn="l">
              <a:defRPr sz="1200" lang="ko-KR">
                <a:solidFill>
                  <a:srgbClr val="000000"/>
                </a:solidFill>
                <a:latin typeface="Calibri"/>
                <a:ea typeface="Calibri"/>
                <a:cs typeface="Calibri"/>
              </a:defRPr>
            </a:defPPr>
          </a:lstStyle>
          <a:p>
            <a:pPr algn="l">
              <a:lnSpc>
                <a:spcPct val="110000"/>
              </a:lnSpc>
              <a:spcAft>
                <a:spcPts val="8"/>
              </a:spcAft>
              <a:buNone/>
              <a:defRPr sz="1200" lang="ko-KR">
                <a:solidFill>
                  <a:srgbClr val="000000"/>
                </a:solidFill>
                <a:latin typeface="Calibri"/>
                <a:ea typeface="Calibri"/>
                <a:cs typeface="Calibri"/>
              </a:defRPr>
            </a:pPr>
            <a:r>
              <a:rPr sz="1200" b="1" lang="ko-KR">
                <a:solidFill>
                  <a:srgbClr val="000000"/>
                </a:solidFill>
                <a:latin typeface="Calibri"/>
                <a:ea typeface="Calibri"/>
                <a:cs typeface="Calibri"/>
              </a:rPr>
              <a:t>Semantic API Client</a:t>
            </a:r>
            <a:endParaRPr lang="ko-KR">
              <a:latin typeface="Calibri"/>
              <a:ea typeface="Calibri"/>
              <a:cs typeface="Calibri"/>
            </a:endParaRPr>
          </a:p>
        </p:txBody>
      </p:sp>
      <p:sp>
        <p:nvSpPr>
          <p:cNvPr id="15" name="Arc">
            <a:extLst>
              <a:ext uri="{FF2B5EF4-FFF2-40B4-BE49-F238E27FC236}">
                <ns2:creationId id="{787158E5-B0D8-408B-BBAF-5B3F02AEAD2B}"/>
              </a:ext>
            </a:extLst>
          </p:cNvPr>
          <p:cNvSpPr>
            <a:spLocks noGrp="1"/>
          </p:cNvSpPr>
          <p:nvPr/>
        </p:nvSpPr>
        <p:spPr>
          <a:xfrm>
            <a:off x="3467100" y="8782050"/>
            <a:ext cx="2476500" cy="857250"/>
          </a:xfrm>
          <a:prstGeom prst="rect">
            <a:avLst/>
          </a:prstGeom>
          <a:solidFill>
            <a:srgbClr val="FFFFFF"/>
          </a:solidFill>
          <a:ln w="9525">
            <a:solidFill>
              <a:srgbClr val="263445"/>
            </a:solidFill>
          </a:ln>
        </p:spPr>
        <p:txBody>
          <a:bodyPr wrap="none" lIns="85725" tIns="9525" rIns="66675" bIns="0" anchor="t">
            <a:noAutofit/>
          </a:bodyPr>
          <a:lstStyle>
            <a:defPPr algn="l">
              <a:defRPr sz="1200" lang="ko-KR">
                <a:solidFill>
                  <a:srgbClr val="000000"/>
                </a:solidFill>
                <a:latin typeface="Calibri"/>
                <a:ea typeface="Calibri"/>
                <a:cs typeface="Calibri"/>
              </a:defRPr>
            </a:defPPr>
          </a:lstStyle>
          <a:p>
            <a:pPr algn="l">
              <a:lnSpc>
                <a:spcPct val="110000"/>
              </a:lnSpc>
              <a:spcAft>
                <a:spcPts val="0"/>
              </a:spcAft>
              <a:buNone/>
              <a:defRPr sz="1200" lang="ko-KR">
                <a:solidFill>
                  <a:srgbClr val="000000"/>
                </a:solidFill>
                <a:latin typeface="Calibri"/>
                <a:ea typeface="Calibri"/>
                <a:cs typeface="Calibri"/>
              </a:defRPr>
            </a:pPr>
            <a:r>
              <a:rPr sz="1200" b="1" lang="ko-KR">
                <a:solidFill>
                  <a:srgbClr val="000000"/>
                </a:solidFill>
                <a:latin typeface="Calibri"/>
                <a:ea typeface="Calibri"/>
                <a:cs typeface="Calibri"/>
              </a:rPr>
              <a:t>Request Controller</a:t>
            </a:r>
            <a:endParaRPr lang="ko-KR">
              <a:latin typeface="Calibri"/>
              <a:ea typeface="Calibri"/>
              <a:cs typeface="Calibri"/>
            </a:endParaRPr>
          </a:p>
        </p:txBody>
      </p:sp>
      <p:sp>
        <p:nvSpPr>
          <p:cNvPr id="16" name="Arc-header">
            <a:extLst>
              <a:ext uri="{FF2B5EF4-FFF2-40B4-BE49-F238E27FC236}">
                <ns2:creationId id="{0D0F6E7C-1DAF-4ACA-BBC3-2EA65D569D71}"/>
              </a:ext>
            </a:extLst>
          </p:cNvPr>
          <p:cNvSpPr>
            <a:spLocks noGrp="1"/>
          </p:cNvSpPr>
          <p:nvPr/>
        </p:nvSpPr>
        <p:spPr>
          <a:xfrm>
            <a:off x="3467100" y="9010650"/>
            <a:ext cx="2476500" cy="9525"/>
          </a:xfrm>
          <a:custGeom>
            <a:pathLst>
              <a:path w="2476500" h="9525">
                <a:moveTo>
                  <a:pt x="0" y="0"/>
                </a:moveTo>
                <a:lnTo>
                  <a:pt x="2476500" y="0"/>
                </a:lnTo>
              </a:path>
            </a:pathLst>
          </a:custGeom>
          <a:noFill/>
          <a:ln w="9525">
            <a:solidFill>
              <a:srgbClr val="263445"/>
            </a:solidFill>
            <a:prstDash val="solid"/>
          </a:ln>
        </p:spPr>
      </p:sp>
      <p:sp>
        <p:nvSpPr>
          <p:cNvPr id="17" name="Aadoption">
            <a:extLst>
              <a:ext uri="{FF2B5EF4-FFF2-40B4-BE49-F238E27FC236}">
                <ns2:creationId id="{A066E9D1-1B2B-4243-A321-91A6173C35BE}"/>
              </a:ext>
            </a:extLst>
          </p:cNvPr>
          <p:cNvSpPr>
            <a:spLocks noGrp="1"/>
          </p:cNvSpPr>
          <p:nvPr/>
        </p:nvSpPr>
        <p:spPr>
          <a:xfrm>
            <a:off x="3562350" y="9096375"/>
            <a:ext cx="2286000" cy="476250"/>
          </a:xfrm>
          <a:prstGeom prst="roundRect">
            <a:avLst>
              <a:gd name="adj" fmla="val 16000"/>
            </a:avLst>
          </a:prstGeom>
          <a:solidFill>
            <a:srgbClr val="FFFFFF"/>
          </a:solidFill>
          <a:ln w="9525">
            <a:solidFill>
              <a:srgbClr val="263445"/>
            </a:solidFill>
          </a:ln>
        </p:spPr>
        <p:txBody>
          <a:bodyPr wrap="none" lIns="85725" tIns="76200" rIns="66675" bIns="0" anchor="t">
            <a:noAutofit/>
          </a:bodyPr>
          <a:lstStyle>
            <a:defPPr algn="l">
              <a:defRPr sz="1200" lang="ko-KR">
                <a:solidFill>
                  <a:srgbClr val="000000"/>
                </a:solidFill>
                <a:latin typeface="Calibri"/>
                <a:ea typeface="Calibri"/>
                <a:cs typeface="Calibri"/>
              </a:defRPr>
            </a:defPPr>
          </a:lstStyle>
          <a:p>
            <a:pPr algn="l">
              <a:lnSpc>
                <a:spcPct val="110000"/>
              </a:lnSpc>
              <a:spcAft>
                <a:spcPts val="8"/>
              </a:spcAft>
              <a:buNone/>
              <a:defRPr sz="1200" lang="ko-KR">
                <a:solidFill>
                  <a:srgbClr val="000000"/>
                </a:solidFill>
                <a:latin typeface="Calibri"/>
                <a:ea typeface="Calibri"/>
                <a:cs typeface="Calibri"/>
              </a:defRPr>
            </a:pPr>
            <a:r>
              <a:rPr sz="1200" b="1" lang="ko-KR">
                <a:solidFill>
                  <a:srgbClr val="000000"/>
                </a:solidFill>
                <a:latin typeface="Calibri"/>
                <a:ea typeface="Calibri"/>
                <a:cs typeface="Calibri"/>
              </a:rPr>
              <a:t>입력 이력 read / 현재 채택</a:t>
            </a:r>
            <a:endParaRPr lang="ko-KR">
              <a:latin typeface="Calibri"/>
              <a:ea typeface="Calibri"/>
              <a:cs typeface="Calibri"/>
            </a:endParaRPr>
          </a:p>
        </p:txBody>
      </p:sp>
      <p:sp>
        <p:nvSpPr>
          <p:cNvPr id="18" name="Apolicy">
            <a:extLst>
              <a:ext uri="{FF2B5EF4-FFF2-40B4-BE49-F238E27FC236}">
                <ns2:creationId id="{5B52DEB5-4D3B-4355-A7BC-907CA51019C4}"/>
              </a:ext>
            </a:extLst>
          </p:cNvPr>
          <p:cNvSpPr>
            <a:spLocks noGrp="1"/>
          </p:cNvSpPr>
          <p:nvPr/>
        </p:nvSpPr>
        <p:spPr>
          <a:xfrm>
            <a:off x="6324600" y="8782050"/>
            <a:ext cx="2476500" cy="857250"/>
          </a:xfrm>
          <a:prstGeom prst="rect">
            <a:avLst/>
          </a:prstGeom>
          <a:solidFill>
            <a:srgbClr val="FFFFFF"/>
          </a:solidFill>
          <a:ln w="9525">
            <a:solidFill>
              <a:srgbClr val="263445"/>
            </a:solidFill>
          </a:ln>
        </p:spPr>
        <p:txBody>
          <a:bodyPr wrap="none" lIns="85725" tIns="9525" rIns="66675" bIns="0" anchor="t">
            <a:noAutofit/>
          </a:bodyPr>
          <a:lstStyle>
            <a:defPPr algn="l">
              <a:defRPr sz="1200" lang="ko-KR">
                <a:solidFill>
                  <a:srgbClr val="000000"/>
                </a:solidFill>
                <a:latin typeface="Calibri"/>
                <a:ea typeface="Calibri"/>
                <a:cs typeface="Calibri"/>
              </a:defRPr>
            </a:defPPr>
          </a:lstStyle>
          <a:p>
            <a:pPr algn="l">
              <a:lnSpc>
                <a:spcPct val="110000"/>
              </a:lnSpc>
              <a:spcAft>
                <a:spcPts val="0"/>
              </a:spcAft>
              <a:buNone/>
              <a:defRPr sz="1200" lang="ko-KR">
                <a:solidFill>
                  <a:srgbClr val="000000"/>
                </a:solidFill>
                <a:latin typeface="Calibri"/>
                <a:ea typeface="Calibri"/>
                <a:cs typeface="Calibri"/>
              </a:defRPr>
            </a:pPr>
            <a:r>
              <a:rPr sz="1200" b="1" lang="ko-KR">
                <a:solidFill>
                  <a:srgbClr val="000000"/>
                </a:solidFill>
                <a:latin typeface="Calibri"/>
                <a:ea typeface="Calibri"/>
                <a:cs typeface="Calibri"/>
              </a:rPr>
              <a:t>Policy Manager</a:t>
            </a:r>
            <a:endParaRPr lang="ko-KR">
              <a:latin typeface="Calibri"/>
              <a:ea typeface="Calibri"/>
              <a:cs typeface="Calibri"/>
            </a:endParaRPr>
          </a:p>
        </p:txBody>
      </p:sp>
      <p:sp>
        <p:nvSpPr>
          <p:cNvPr id="19" name="Apolicy-header">
            <a:extLst>
              <a:ext uri="{FF2B5EF4-FFF2-40B4-BE49-F238E27FC236}">
                <ns2:creationId id="{58780EF8-1C75-47BE-9335-DF724D265E44}"/>
              </a:ext>
            </a:extLst>
          </p:cNvPr>
          <p:cNvSpPr>
            <a:spLocks noGrp="1"/>
          </p:cNvSpPr>
          <p:nvPr/>
        </p:nvSpPr>
        <p:spPr>
          <a:xfrm>
            <a:off x="6324600" y="9010650"/>
            <a:ext cx="2476500" cy="9525"/>
          </a:xfrm>
          <a:custGeom>
            <a:pathLst>
              <a:path w="2476500" h="9525">
                <a:moveTo>
                  <a:pt x="0" y="0"/>
                </a:moveTo>
                <a:lnTo>
                  <a:pt x="2476500" y="0"/>
                </a:lnTo>
              </a:path>
            </a:pathLst>
          </a:custGeom>
          <a:noFill/>
          <a:ln w="9525">
            <a:solidFill>
              <a:srgbClr val="263445"/>
            </a:solidFill>
            <a:prstDash val="solid"/>
          </a:ln>
        </p:spPr>
      </p:sp>
      <p:sp>
        <p:nvSpPr>
          <p:cNvPr id="20" name="Ause">
            <a:extLst>
              <a:ext uri="{FF2B5EF4-FFF2-40B4-BE49-F238E27FC236}">
                <ns2:creationId id="{920B651F-22A2-47C7-84BD-A258FD21D584}"/>
              </a:ext>
            </a:extLst>
          </p:cNvPr>
          <p:cNvSpPr>
            <a:spLocks noGrp="1"/>
          </p:cNvSpPr>
          <p:nvPr/>
        </p:nvSpPr>
        <p:spPr>
          <a:xfrm>
            <a:off x="6419850" y="9096375"/>
            <a:ext cx="2286000" cy="476250"/>
          </a:xfrm>
          <a:prstGeom prst="roundRect">
            <a:avLst>
              <a:gd name="adj" fmla="val 16000"/>
            </a:avLst>
          </a:prstGeom>
          <a:solidFill>
            <a:srgbClr val="FFFFFF"/>
          </a:solidFill>
          <a:ln w="9525">
            <a:solidFill>
              <a:srgbClr val="263445"/>
            </a:solidFill>
          </a:ln>
        </p:spPr>
        <p:txBody>
          <a:bodyPr wrap="none" lIns="85725" tIns="76200" rIns="66675" bIns="0" anchor="t">
            <a:noAutofit/>
          </a:bodyPr>
          <a:lstStyle>
            <a:defPPr algn="l">
              <a:defRPr sz="1200" lang="ko-KR">
                <a:solidFill>
                  <a:srgbClr val="000000"/>
                </a:solidFill>
                <a:latin typeface="Calibri"/>
                <a:ea typeface="Calibri"/>
                <a:cs typeface="Calibri"/>
              </a:defRPr>
            </a:defPPr>
          </a:lstStyle>
          <a:p>
            <a:pPr algn="l">
              <a:lnSpc>
                <a:spcPct val="110000"/>
              </a:lnSpc>
              <a:spcAft>
                <a:spcPts val="8"/>
              </a:spcAft>
              <a:buNone/>
              <a:defRPr sz="1200" lang="ko-KR">
                <a:solidFill>
                  <a:srgbClr val="000000"/>
                </a:solidFill>
                <a:latin typeface="Calibri"/>
                <a:ea typeface="Calibri"/>
                <a:cs typeface="Calibri"/>
              </a:defRPr>
            </a:pPr>
            <a:r>
              <a:rPr sz="1200" b="1" lang="ko-KR">
                <a:solidFill>
                  <a:srgbClr val="000000"/>
                </a:solidFill>
                <a:latin typeface="Calibri"/>
                <a:ea typeface="Calibri"/>
                <a:cs typeface="Calibri"/>
              </a:rPr>
              <a:t>현재 권한 검사 / 사용 등록</a:t>
            </a:r>
            <a:endParaRPr lang="ko-KR">
              <a:latin typeface="Calibri"/>
              <a:ea typeface="Calibri"/>
              <a:cs typeface="Calibri"/>
            </a:endParaRPr>
          </a:p>
        </p:txBody>
      </p:sp>
      <p:sp>
        <p:nvSpPr>
          <p:cNvPr id="21" name="Acomposer">
            <a:extLst>
              <a:ext uri="{FF2B5EF4-FFF2-40B4-BE49-F238E27FC236}">
                <ns2:creationId id="{CFB478F4-37F6-4C43-9AC2-5E83CCD60C25}"/>
              </a:ext>
            </a:extLst>
          </p:cNvPr>
          <p:cNvSpPr>
            <a:spLocks noGrp="1"/>
          </p:cNvSpPr>
          <p:nvPr/>
        </p:nvSpPr>
        <p:spPr>
          <a:xfrm>
            <a:off x="609600" y="3095625"/>
            <a:ext cx="8001000" cy="3238500"/>
          </a:xfrm>
          <a:prstGeom prst="rect">
            <a:avLst/>
          </a:prstGeom>
          <a:solidFill>
            <a:srgbClr val="FFF3E5"/>
          </a:solidFill>
          <a:ln w="9525">
            <a:solidFill>
              <a:srgbClr val="B8753F"/>
            </a:solidFill>
          </a:ln>
        </p:spPr>
        <p:txBody>
          <a:bodyPr wrap="none" lIns="85725" tIns="9525" rIns="66675" bIns="0" anchor="t">
            <a:noAutofit/>
          </a:bodyPr>
          <a:lstStyle>
            <a:defPPr algn="l">
              <a:defRPr sz="1200" lang="ko-KR">
                <a:solidFill>
                  <a:srgbClr val="000000"/>
                </a:solidFill>
                <a:latin typeface="Calibri"/>
                <a:ea typeface="Calibri"/>
                <a:cs typeface="Calibri"/>
              </a:defRPr>
            </a:defPPr>
          </a:lstStyle>
          <a:p>
            <a:pPr algn="l">
              <a:lnSpc>
                <a:spcPct val="110000"/>
              </a:lnSpc>
              <a:spcAft>
                <a:spcPts val="0"/>
              </a:spcAft>
              <a:buNone/>
              <a:defRPr sz="1200" lang="ko-KR">
                <a:solidFill>
                  <a:srgbClr val="000000"/>
                </a:solidFill>
                <a:latin typeface="Calibri"/>
                <a:ea typeface="Calibri"/>
                <a:cs typeface="Calibri"/>
              </a:defRPr>
            </a:pPr>
            <a:r>
              <a:rPr sz="1200" b="1" lang="ko-KR">
                <a:solidFill>
                  <a:srgbClr val="000000"/>
                </a:solidFill>
                <a:latin typeface="Calibri"/>
                <a:ea typeface="Calibri"/>
                <a:cs typeface="Calibri"/>
              </a:rPr>
              <a:t>Context Composer</a:t>
            </a:r>
            <a:endParaRPr lang="ko-KR">
              <a:latin typeface="Calibri"/>
              <a:ea typeface="Calibri"/>
              <a:cs typeface="Calibri"/>
            </a:endParaRPr>
          </a:p>
        </p:txBody>
      </p:sp>
      <p:sp>
        <p:nvSpPr>
          <p:cNvPr id="22" name="Acomposer-header">
            <a:extLst>
              <a:ext uri="{FF2B5EF4-FFF2-40B4-BE49-F238E27FC236}">
                <ns2:creationId id="{DFE80C9F-891F-4F18-B681-B60FDA07DFC8}"/>
              </a:ext>
            </a:extLst>
          </p:cNvPr>
          <p:cNvSpPr>
            <a:spLocks noGrp="1"/>
          </p:cNvSpPr>
          <p:nvPr/>
        </p:nvSpPr>
        <p:spPr>
          <a:xfrm>
            <a:off x="609600" y="3324225"/>
            <a:ext cx="8001000" cy="9525"/>
          </a:xfrm>
          <a:custGeom>
            <a:pathLst>
              <a:path w="8001000" h="9525">
                <a:moveTo>
                  <a:pt x="0" y="0"/>
                </a:moveTo>
                <a:lnTo>
                  <a:pt x="8001000" y="0"/>
                </a:lnTo>
              </a:path>
            </a:pathLst>
          </a:custGeom>
          <a:noFill/>
          <a:ln w="9525">
            <a:solidFill>
              <a:srgbClr val="B8753F"/>
            </a:solidFill>
            <a:prstDash val="solid"/>
          </a:ln>
        </p:spPr>
      </p:sp>
      <p:sp>
        <p:nvSpPr>
          <p:cNvPr id="23" name="Aplanner">
            <a:extLst>
              <a:ext uri="{FF2B5EF4-FFF2-40B4-BE49-F238E27FC236}">
                <ns2:creationId id="{1A86C2E7-5575-4D33-9513-5B34022D7E2A}"/>
              </a:ext>
            </a:extLst>
          </p:cNvPr>
          <p:cNvSpPr>
            <a:spLocks noGrp="1"/>
          </p:cNvSpPr>
          <p:nvPr/>
        </p:nvSpPr>
        <p:spPr>
          <a:xfrm>
            <a:off x="800100" y="3562350"/>
            <a:ext cx="2190750" cy="857250"/>
          </a:xfrm>
          <a:prstGeom prst="roundRect">
            <a:avLst>
              <a:gd name="adj" fmla="val 8889"/>
            </a:avLst>
          </a:prstGeom>
          <a:solidFill>
            <a:srgbClr val="FFF3E5"/>
          </a:solidFill>
          <a:ln w="9525">
            <a:solidFill>
              <a:srgbClr val="B8753F"/>
            </a:solidFill>
          </a:ln>
        </p:spPr>
        <p:txBody>
          <a:bodyPr wrap="none" lIns="85725" tIns="76200" rIns="66675" bIns="0" anchor="t">
            <a:noAutofit/>
          </a:bodyPr>
          <a:lstStyle>
            <a:defPPr algn="l">
              <a:defRPr sz="1200" lang="ko-KR">
                <a:solidFill>
                  <a:srgbClr val="000000"/>
                </a:solidFill>
                <a:latin typeface="Calibri"/>
                <a:ea typeface="Calibri"/>
                <a:cs typeface="Calibri"/>
              </a:defRPr>
            </a:defPPr>
          </a:lstStyle>
          <a:p>
            <a:pPr algn="l">
              <a:lnSpc>
                <a:spcPct val="110000"/>
              </a:lnSpc>
              <a:spcAft>
                <a:spcPts val="8"/>
              </a:spcAft>
              <a:buNone/>
              <a:defRPr sz="1200" lang="ko-KR">
                <a:solidFill>
                  <a:srgbClr val="000000"/>
                </a:solidFill>
                <a:latin typeface="Calibri"/>
                <a:ea typeface="Calibri"/>
                <a:cs typeface="Calibri"/>
              </a:defRPr>
            </a:pPr>
            <a:r>
              <a:rPr sz="1200" b="1" lang="ko-KR">
                <a:solidFill>
                  <a:srgbClr val="000000"/>
                </a:solidFill>
                <a:latin typeface="Calibri"/>
                <a:ea typeface="Calibri"/>
                <a:cs typeface="Calibri"/>
              </a:rPr>
              <a:t>Read Pump / Planner</a:t>
            </a:r>
            <a:endParaRPr lang="ko-KR">
              <a:latin typeface="Calibri"/>
              <a:ea typeface="Calibri"/>
              <a:cs typeface="Calibri"/>
            </a:endParaRPr>
          </a:p>
          <a:p>
            <a:pPr algn="l">
              <a:lnSpc>
                <a:spcPct val="110000"/>
              </a:lnSpc>
              <a:spcAft>
                <a:spcPts val="2"/>
              </a:spcAft>
              <a:buNone/>
              <a:defRPr sz="1200" lang="ko-KR">
                <a:solidFill>
                  <a:srgbClr val="000000"/>
                </a:solidFill>
                <a:latin typeface="Calibri"/>
                <a:ea typeface="Calibri"/>
                <a:cs typeface="Calibri"/>
              </a:defRPr>
            </a:pPr>
            <a:r>
              <a:rPr sz="1200" lang="ko-KR">
                <a:solidFill>
                  <a:srgbClr val="000000"/>
                </a:solidFill>
                <a:latin typeface="Calibri"/>
                <a:ea typeface="Calibri"/>
                <a:cs typeface="Calibri"/>
              </a:rPr>
              <a:t>접수, 범위와 조회 계획</a:t>
            </a:r>
            <a:endParaRPr lang="ko-KR">
              <a:latin typeface="Calibri"/>
              <a:ea typeface="Calibri"/>
              <a:cs typeface="Calibri"/>
            </a:endParaRPr>
          </a:p>
          <a:p>
            <a:pPr algn="l">
              <a:lnSpc>
                <a:spcPct val="110000"/>
              </a:lnSpc>
              <a:spcAft>
                <a:spcPts val="2"/>
              </a:spcAft>
              <a:buNone/>
              <a:defRPr sz="1200" lang="ko-KR">
                <a:solidFill>
                  <a:srgbClr val="000000"/>
                </a:solidFill>
                <a:latin typeface="Calibri"/>
                <a:ea typeface="Calibri"/>
                <a:cs typeface="Calibri"/>
              </a:defRPr>
            </a:pPr>
            <a:r>
              <a:rPr sz="1200" lang="ko-KR">
                <a:solidFill>
                  <a:srgbClr val="000000"/>
                </a:solidFill>
                <a:latin typeface="Calibri"/>
                <a:ea typeface="Calibri"/>
                <a:cs typeface="Calibri"/>
              </a:rPr>
              <a:t>필요한 읽기 병렬 시작</a:t>
            </a:r>
            <a:endParaRPr lang="ko-KR">
              <a:latin typeface="Calibri"/>
              <a:ea typeface="Calibri"/>
              <a:cs typeface="Calibri"/>
            </a:endParaRPr>
          </a:p>
        </p:txBody>
      </p:sp>
      <p:sp>
        <p:nvSpPr>
          <p:cNvPr id="24" name="Abroker">
            <a:extLst>
              <a:ext uri="{FF2B5EF4-FFF2-40B4-BE49-F238E27FC236}">
                <ns2:creationId id="{3834E2C7-9756-4645-A900-4FA09C8C311E}"/>
              </a:ext>
            </a:extLst>
          </p:cNvPr>
          <p:cNvSpPr>
            <a:spLocks noGrp="1"/>
          </p:cNvSpPr>
          <p:nvPr/>
        </p:nvSpPr>
        <p:spPr>
          <a:xfrm>
            <a:off x="3657600" y="3562350"/>
            <a:ext cx="2190750" cy="857250"/>
          </a:xfrm>
          <a:prstGeom prst="roundRect">
            <a:avLst>
              <a:gd name="adj" fmla="val 8889"/>
            </a:avLst>
          </a:prstGeom>
          <a:solidFill>
            <a:srgbClr val="FFF3E5"/>
          </a:solidFill>
          <a:ln w="9525">
            <a:solidFill>
              <a:srgbClr val="B8753F"/>
            </a:solidFill>
          </a:ln>
        </p:spPr>
        <p:txBody>
          <a:bodyPr wrap="none" lIns="85725" tIns="76200" rIns="66675" bIns="0" anchor="t">
            <a:noAutofit/>
          </a:bodyPr>
          <a:lstStyle>
            <a:defPPr algn="l">
              <a:defRPr sz="1200" lang="ko-KR">
                <a:solidFill>
                  <a:srgbClr val="000000"/>
                </a:solidFill>
                <a:latin typeface="Calibri"/>
                <a:ea typeface="Calibri"/>
                <a:cs typeface="Calibri"/>
              </a:defRPr>
            </a:defPPr>
          </a:lstStyle>
          <a:p>
            <a:pPr algn="l">
              <a:lnSpc>
                <a:spcPct val="110000"/>
              </a:lnSpc>
              <a:spcAft>
                <a:spcPts val="8"/>
              </a:spcAft>
              <a:buNone/>
              <a:defRPr sz="1200" lang="ko-KR">
                <a:solidFill>
                  <a:srgbClr val="000000"/>
                </a:solidFill>
                <a:latin typeface="Calibri"/>
                <a:ea typeface="Calibri"/>
                <a:cs typeface="Calibri"/>
              </a:defRPr>
            </a:pPr>
            <a:r>
              <a:rPr sz="1200" b="1" lang="ko-KR">
                <a:solidFill>
                  <a:srgbClr val="000000"/>
                </a:solidFill>
                <a:latin typeface="Calibri"/>
                <a:ea typeface="Calibri"/>
                <a:cs typeface="Calibri"/>
              </a:rPr>
              <a:t>Owner Read Broker</a:t>
            </a:r>
            <a:endParaRPr lang="ko-KR">
              <a:latin typeface="Calibri"/>
              <a:ea typeface="Calibri"/>
              <a:cs typeface="Calibri"/>
            </a:endParaRPr>
          </a:p>
          <a:p>
            <a:pPr algn="l">
              <a:lnSpc>
                <a:spcPct val="110000"/>
              </a:lnSpc>
              <a:spcAft>
                <a:spcPts val="2"/>
              </a:spcAft>
              <a:buNone/>
              <a:defRPr sz="1200" lang="ko-KR">
                <a:solidFill>
                  <a:srgbClr val="000000"/>
                </a:solidFill>
                <a:latin typeface="Calibri"/>
                <a:ea typeface="Calibri"/>
                <a:cs typeface="Calibri"/>
              </a:defRPr>
            </a:pPr>
            <a:r>
              <a:rPr sz="1200" lang="ko-KR">
                <a:solidFill>
                  <a:srgbClr val="000000"/>
                </a:solidFill>
                <a:latin typeface="Calibri"/>
                <a:ea typeface="Calibri"/>
                <a:cs typeface="Calibri"/>
              </a:rPr>
              <a:t>search / read / validate</a:t>
            </a:r>
            <a:endParaRPr lang="ko-KR">
              <a:latin typeface="Calibri"/>
              <a:ea typeface="Calibri"/>
              <a:cs typeface="Calibri"/>
            </a:endParaRPr>
          </a:p>
          <a:p>
            <a:pPr algn="l">
              <a:lnSpc>
                <a:spcPct val="110000"/>
              </a:lnSpc>
              <a:spcAft>
                <a:spcPts val="2"/>
              </a:spcAft>
              <a:buNone/>
              <a:defRPr sz="1200" lang="ko-KR">
                <a:solidFill>
                  <a:srgbClr val="000000"/>
                </a:solidFill>
                <a:latin typeface="Calibri"/>
                <a:ea typeface="Calibri"/>
                <a:cs typeface="Calibri"/>
              </a:defRPr>
            </a:pPr>
            <a:r>
              <a:rPr sz="1200" lang="ko-KR">
                <a:solidFill>
                  <a:srgbClr val="000000"/>
                </a:solidFill>
                <a:latin typeface="Calibri"/>
                <a:ea typeface="Calibri"/>
                <a:cs typeface="Calibri"/>
              </a:rPr>
              <a:t>원본 버전과 누락 반환</a:t>
            </a:r>
            <a:endParaRPr lang="ko-KR">
              <a:latin typeface="Calibri"/>
              <a:ea typeface="Calibri"/>
              <a:cs typeface="Calibri"/>
            </a:endParaRPr>
          </a:p>
        </p:txBody>
      </p:sp>
      <p:sp>
        <p:nvSpPr>
          <p:cNvPr id="25" name="Abundle">
            <a:extLst>
              <a:ext uri="{FF2B5EF4-FFF2-40B4-BE49-F238E27FC236}">
                <ns2:creationId id="{5EC77F3B-B6BE-49C2-ADE4-19301B728834}"/>
              </a:ext>
            </a:extLst>
          </p:cNvPr>
          <p:cNvSpPr>
            <a:spLocks noGrp="1"/>
          </p:cNvSpPr>
          <p:nvPr/>
        </p:nvSpPr>
        <p:spPr>
          <a:xfrm>
            <a:off x="6515100" y="3562350"/>
            <a:ext cx="1905000" cy="857250"/>
          </a:xfrm>
          <a:prstGeom prst="roundRect">
            <a:avLst>
              <a:gd name="adj" fmla="val 8889"/>
            </a:avLst>
          </a:prstGeom>
          <a:solidFill>
            <a:srgbClr val="FFF3E5"/>
          </a:solidFill>
          <a:ln w="9525">
            <a:solidFill>
              <a:srgbClr val="B8753F"/>
            </a:solidFill>
          </a:ln>
        </p:spPr>
        <p:txBody>
          <a:bodyPr wrap="none" lIns="85725" tIns="76200" rIns="66675" bIns="0" anchor="t">
            <a:noAutofit/>
          </a:bodyPr>
          <a:lstStyle>
            <a:defPPr algn="l">
              <a:defRPr sz="1200" lang="ko-KR">
                <a:solidFill>
                  <a:srgbClr val="000000"/>
                </a:solidFill>
                <a:latin typeface="Calibri"/>
                <a:ea typeface="Calibri"/>
                <a:cs typeface="Calibri"/>
              </a:defRPr>
            </a:defPPr>
          </a:lstStyle>
          <a:p>
            <a:pPr algn="l">
              <a:lnSpc>
                <a:spcPct val="110000"/>
              </a:lnSpc>
              <a:spcAft>
                <a:spcPts val="8"/>
              </a:spcAft>
              <a:buNone/>
              <a:defRPr sz="1200" lang="ko-KR">
                <a:solidFill>
                  <a:srgbClr val="000000"/>
                </a:solidFill>
                <a:latin typeface="Calibri"/>
                <a:ea typeface="Calibri"/>
                <a:cs typeface="Calibri"/>
              </a:defRPr>
            </a:pPr>
            <a:r>
              <a:rPr sz="1200" b="1" lang="ko-KR">
                <a:solidFill>
                  <a:srgbClr val="000000"/>
                </a:solidFill>
                <a:latin typeface="Calibri"/>
                <a:ea typeface="Calibri"/>
                <a:cs typeface="Calibri"/>
              </a:rPr>
              <a:t>Bundle Builder</a:t>
            </a:r>
            <a:endParaRPr lang="ko-KR">
              <a:latin typeface="Calibri"/>
              <a:ea typeface="Calibri"/>
              <a:cs typeface="Calibri"/>
            </a:endParaRPr>
          </a:p>
          <a:p>
            <a:pPr algn="l">
              <a:lnSpc>
                <a:spcPct val="110000"/>
              </a:lnSpc>
              <a:spcAft>
                <a:spcPts val="2"/>
              </a:spcAft>
              <a:buNone/>
              <a:defRPr sz="1200" lang="ko-KR">
                <a:solidFill>
                  <a:srgbClr val="000000"/>
                </a:solidFill>
                <a:latin typeface="Calibri"/>
                <a:ea typeface="Calibri"/>
                <a:cs typeface="Calibri"/>
              </a:defRPr>
            </a:pPr>
            <a:r>
              <a:rPr sz="1200" lang="ko-KR">
                <a:solidFill>
                  <a:srgbClr val="000000"/>
                </a:solidFill>
                <a:latin typeface="Calibri"/>
                <a:ea typeface="Calibri"/>
                <a:cs typeface="Calibri"/>
              </a:rPr>
              <a:t>실제 전달 범위로 조합</a:t>
            </a:r>
            <a:endParaRPr lang="ko-KR">
              <a:latin typeface="Calibri"/>
              <a:ea typeface="Calibri"/>
              <a:cs typeface="Calibri"/>
            </a:endParaRPr>
          </a:p>
          <a:p>
            <a:pPr algn="l">
              <a:lnSpc>
                <a:spcPct val="110000"/>
              </a:lnSpc>
              <a:spcAft>
                <a:spcPts val="2"/>
              </a:spcAft>
              <a:buNone/>
              <a:defRPr sz="1200" lang="ko-KR">
                <a:solidFill>
                  <a:srgbClr val="000000"/>
                </a:solidFill>
                <a:latin typeface="Calibri"/>
                <a:ea typeface="Calibri"/>
                <a:cs typeface="Calibri"/>
              </a:defRPr>
            </a:pPr>
            <a:r>
              <a:rPr sz="1200" lang="ko-KR">
                <a:solidFill>
                  <a:srgbClr val="000000"/>
                </a:solidFill>
                <a:latin typeface="Calibri"/>
                <a:ea typeface="Calibri"/>
                <a:cs typeface="Calibri"/>
              </a:rPr>
              <a:t>사용 검사 후 1회 반환</a:t>
            </a:r>
            <a:endParaRPr lang="ko-KR">
              <a:latin typeface="Calibri"/>
              <a:ea typeface="Calibri"/>
              <a:cs typeface="Calibri"/>
            </a:endParaRPr>
          </a:p>
        </p:txBody>
      </p:sp>
      <p:sp>
        <p:nvSpPr>
          <p:cNvPr id="26" name="Aevidence">
            <a:extLst>
              <a:ext uri="{FF2B5EF4-FFF2-40B4-BE49-F238E27FC236}">
                <ns2:creationId id="{3E457637-8006-4AC1-A728-BC0A01588D9D}"/>
              </a:ext>
            </a:extLst>
          </p:cNvPr>
          <p:cNvSpPr>
            <a:spLocks noGrp="1"/>
          </p:cNvSpPr>
          <p:nvPr/>
        </p:nvSpPr>
        <p:spPr>
          <a:xfrm>
            <a:off x="3657600" y="5143500"/>
            <a:ext cx="2190750" cy="857250"/>
          </a:xfrm>
          <a:prstGeom prst="can">
            <a:avLst>
              <a:gd name="adj" fmla="val 6500"/>
            </a:avLst>
          </a:prstGeom>
          <a:solidFill>
            <a:srgbClr val="FFF3E5"/>
          </a:solidFill>
          <a:ln w="9525">
            <a:solidFill>
              <a:srgbClr val="B8753F"/>
            </a:solidFill>
          </a:ln>
        </p:spPr>
        <p:txBody>
          <a:bodyPr wrap="none" lIns="85725" tIns="104775" rIns="66675" bIns="0" anchor="t">
            <a:noAutofit/>
          </a:bodyPr>
          <a:lstStyle>
            <a:defPPr algn="l">
              <a:defRPr sz="1200" lang="ko-KR">
                <a:solidFill>
                  <a:srgbClr val="000000"/>
                </a:solidFill>
                <a:latin typeface="Calibri"/>
                <a:ea typeface="Calibri"/>
                <a:cs typeface="Calibri"/>
              </a:defRPr>
            </a:defPPr>
          </a:lstStyle>
          <a:p>
            <a:pPr algn="l">
              <a:lnSpc>
                <a:spcPct val="110000"/>
              </a:lnSpc>
              <a:spcAft>
                <a:spcPts val="8"/>
              </a:spcAft>
              <a:buNone/>
              <a:defRPr sz="1200" lang="ko-KR">
                <a:solidFill>
                  <a:srgbClr val="000000"/>
                </a:solidFill>
                <a:latin typeface="Calibri"/>
                <a:ea typeface="Calibri"/>
                <a:cs typeface="Calibri"/>
              </a:defRPr>
            </a:pPr>
            <a:r>
              <a:rPr sz="1200" b="1" lang="ko-KR">
                <a:solidFill>
                  <a:srgbClr val="000000"/>
                </a:solidFill>
                <a:latin typeface="Calibri"/>
                <a:ea typeface="Calibri"/>
                <a:cs typeface="Calibri"/>
              </a:rPr>
              <a:t>Request Evidence Set</a:t>
            </a:r>
            <a:endParaRPr lang="ko-KR">
              <a:latin typeface="Calibri"/>
              <a:ea typeface="Calibri"/>
              <a:cs typeface="Calibri"/>
            </a:endParaRPr>
          </a:p>
          <a:p>
            <a:pPr algn="l">
              <a:lnSpc>
                <a:spcPct val="110000"/>
              </a:lnSpc>
              <a:spcAft>
                <a:spcPts val="2"/>
              </a:spcAft>
              <a:buNone/>
              <a:defRPr sz="1200" lang="ko-KR">
                <a:solidFill>
                  <a:srgbClr val="000000"/>
                </a:solidFill>
                <a:latin typeface="Calibri"/>
                <a:ea typeface="Calibri"/>
                <a:cs typeface="Calibri"/>
              </a:defRPr>
            </a:pPr>
            <a:r>
              <a:rPr sz="1200" lang="ko-KR">
                <a:solidFill>
                  <a:srgbClr val="000000"/>
                </a:solidFill>
                <a:latin typeface="Calibri"/>
                <a:ea typeface="Calibri"/>
                <a:cs typeface="Calibri"/>
              </a:rPr>
              <a:t>RAM / 이번 read의 발췌</a:t>
            </a:r>
            <a:endParaRPr lang="ko-KR">
              <a:latin typeface="Calibri"/>
              <a:ea typeface="Calibri"/>
              <a:cs typeface="Calibri"/>
            </a:endParaRPr>
          </a:p>
          <a:p>
            <a:pPr algn="l">
              <a:lnSpc>
                <a:spcPct val="110000"/>
              </a:lnSpc>
              <a:spcAft>
                <a:spcPts val="2"/>
              </a:spcAft>
              <a:buNone/>
              <a:defRPr sz="1200" lang="ko-KR">
                <a:solidFill>
                  <a:srgbClr val="000000"/>
                </a:solidFill>
                <a:latin typeface="Calibri"/>
                <a:ea typeface="Calibri"/>
                <a:cs typeface="Calibri"/>
              </a:defRPr>
            </a:pPr>
            <a:r>
              <a:rPr sz="1200" lang="ko-KR">
                <a:solidFill>
                  <a:srgbClr val="000000"/>
                </a:solidFill>
                <a:latin typeface="Calibri"/>
                <a:ea typeface="Calibri"/>
                <a:cs typeface="Calibri"/>
              </a:rPr>
              <a:t>원본 버전과 pending read</a:t>
            </a:r>
            <a:endParaRPr lang="ko-KR">
              <a:latin typeface="Calibri"/>
              <a:ea typeface="Calibri"/>
              <a:cs typeface="Calibri"/>
            </a:endParaRPr>
          </a:p>
        </p:txBody>
      </p:sp>
      <p:sp>
        <p:nvSpPr>
          <p:cNvPr id="27" name="Ajobs">
            <a:extLst>
              <a:ext uri="{FF2B5EF4-FFF2-40B4-BE49-F238E27FC236}">
                <ns2:creationId id="{81BB4B64-D358-4B3C-A572-71D45F7ED94B}"/>
              </a:ext>
            </a:extLst>
          </p:cNvPr>
          <p:cNvSpPr>
            <a:spLocks noGrp="1"/>
          </p:cNvSpPr>
          <p:nvPr/>
        </p:nvSpPr>
        <p:spPr>
          <a:xfrm>
            <a:off x="6515100" y="5143500"/>
            <a:ext cx="1905000" cy="857250"/>
          </a:xfrm>
          <a:prstGeom prst="can">
            <a:avLst>
              <a:gd name="adj" fmla="val 6500"/>
            </a:avLst>
          </a:prstGeom>
          <a:solidFill>
            <a:srgbClr val="FFF3E5"/>
          </a:solidFill>
          <a:ln w="9525">
            <a:solidFill>
              <a:srgbClr val="B8753F"/>
            </a:solidFill>
          </a:ln>
        </p:spPr>
        <p:txBody>
          <a:bodyPr wrap="none" lIns="85725" tIns="104775" rIns="66675" bIns="0" anchor="t">
            <a:noAutofit/>
          </a:bodyPr>
          <a:lstStyle>
            <a:defPPr algn="l">
              <a:defRPr sz="1200" lang="ko-KR">
                <a:solidFill>
                  <a:srgbClr val="000000"/>
                </a:solidFill>
                <a:latin typeface="Calibri"/>
                <a:ea typeface="Calibri"/>
                <a:cs typeface="Calibri"/>
              </a:defRPr>
            </a:defPPr>
          </a:lstStyle>
          <a:p>
            <a:pPr algn="l">
              <a:lnSpc>
                <a:spcPct val="110000"/>
              </a:lnSpc>
              <a:spcAft>
                <a:spcPts val="8"/>
              </a:spcAft>
              <a:buNone/>
              <a:defRPr sz="1200" lang="ko-KR">
                <a:solidFill>
                  <a:srgbClr val="000000"/>
                </a:solidFill>
                <a:latin typeface="Calibri"/>
                <a:ea typeface="Calibri"/>
                <a:cs typeface="Calibri"/>
              </a:defRPr>
            </a:pPr>
            <a:r>
              <a:rPr sz="1200" b="1" lang="ko-KR">
                <a:solidFill>
                  <a:srgbClr val="000000"/>
                </a:solidFill>
                <a:latin typeface="Calibri"/>
                <a:ea typeface="Calibri"/>
                <a:cs typeface="Calibri"/>
              </a:rPr>
              <a:t>Read Job Index</a:t>
            </a:r>
            <a:endParaRPr lang="ko-KR">
              <a:latin typeface="Calibri"/>
              <a:ea typeface="Calibri"/>
              <a:cs typeface="Calibri"/>
            </a:endParaRPr>
          </a:p>
          <a:p>
            <a:pPr algn="l">
              <a:lnSpc>
                <a:spcPct val="110000"/>
              </a:lnSpc>
              <a:spcAft>
                <a:spcPts val="2"/>
              </a:spcAft>
              <a:buNone/>
              <a:defRPr sz="1200" lang="ko-KR">
                <a:solidFill>
                  <a:srgbClr val="000000"/>
                </a:solidFill>
                <a:latin typeface="Calibri"/>
                <a:ea typeface="Calibri"/>
                <a:cs typeface="Calibri"/>
              </a:defRPr>
            </a:pPr>
            <a:r>
              <a:rPr sz="1200" lang="ko-KR">
                <a:solidFill>
                  <a:srgbClr val="000000"/>
                </a:solidFill>
                <a:latin typeface="Calibri"/>
                <a:ea typeface="Calibri"/>
                <a:cs typeface="Calibri"/>
              </a:rPr>
              <a:t>RAM / job과 cancel</a:t>
            </a:r>
            <a:endParaRPr lang="ko-KR">
              <a:latin typeface="Calibri"/>
              <a:ea typeface="Calibri"/>
              <a:cs typeface="Calibri"/>
            </a:endParaRPr>
          </a:p>
          <a:p>
            <a:pPr algn="l">
              <a:lnSpc>
                <a:spcPct val="110000"/>
              </a:lnSpc>
              <a:spcAft>
                <a:spcPts val="2"/>
              </a:spcAft>
              <a:buNone/>
              <a:defRPr sz="1200" lang="ko-KR">
                <a:solidFill>
                  <a:srgbClr val="000000"/>
                </a:solidFill>
                <a:latin typeface="Calibri"/>
                <a:ea typeface="Calibri"/>
                <a:cs typeface="Calibri"/>
              </a:defRPr>
            </a:pPr>
            <a:r>
              <a:rPr sz="1200" lang="ko-KR">
                <a:solidFill>
                  <a:srgbClr val="000000"/>
                </a:solidFill>
                <a:latin typeface="Calibri"/>
                <a:ea typeface="Calibri"/>
                <a:cs typeface="Calibri"/>
              </a:rPr>
              <a:t>늦은 완료 회수</a:t>
            </a:r>
            <a:endParaRPr lang="ko-KR">
              <a:latin typeface="Calibri"/>
              <a:ea typeface="Calibri"/>
              <a:cs typeface="Calibri"/>
            </a:endParaRPr>
          </a:p>
        </p:txBody>
      </p:sp>
      <p:sp>
        <p:nvSpPr>
          <p:cNvPr id="28" name="Acache">
            <a:extLst>
              <a:ext uri="{FF2B5EF4-FFF2-40B4-BE49-F238E27FC236}">
                <ns2:creationId id="{DE080D2C-54BF-4690-93DB-88ACAFC95B4E}"/>
              </a:ext>
            </a:extLst>
          </p:cNvPr>
          <p:cNvSpPr>
            <a:spLocks noGrp="1"/>
          </p:cNvSpPr>
          <p:nvPr/>
        </p:nvSpPr>
        <p:spPr>
          <a:xfrm>
            <a:off x="800100" y="6858000"/>
            <a:ext cx="2190750" cy="952500"/>
          </a:xfrm>
          <a:prstGeom prst="can">
            <a:avLst>
              <a:gd name="adj" fmla="val 6500"/>
            </a:avLst>
          </a:prstGeom>
          <a:solidFill>
            <a:srgbClr val="FFF3E5"/>
          </a:solidFill>
          <a:ln w="9525">
            <a:solidFill>
              <a:srgbClr val="B8753F"/>
            </a:solidFill>
          </a:ln>
        </p:spPr>
        <p:txBody>
          <a:bodyPr wrap="none" lIns="85725" tIns="104775" rIns="66675" bIns="0" anchor="t">
            <a:noAutofit/>
          </a:bodyPr>
          <a:lstStyle>
            <a:defPPr algn="l">
              <a:defRPr sz="1200" lang="ko-KR">
                <a:solidFill>
                  <a:srgbClr val="000000"/>
                </a:solidFill>
                <a:latin typeface="Calibri"/>
                <a:ea typeface="Calibri"/>
                <a:cs typeface="Calibri"/>
              </a:defRPr>
            </a:defPPr>
          </a:lstStyle>
          <a:p>
            <a:pPr algn="l">
              <a:lnSpc>
                <a:spcPct val="110000"/>
              </a:lnSpc>
              <a:spcAft>
                <a:spcPts val="8"/>
              </a:spcAft>
              <a:buNone/>
              <a:defRPr sz="1200" lang="ko-KR">
                <a:solidFill>
                  <a:srgbClr val="000000"/>
                </a:solidFill>
                <a:latin typeface="Calibri"/>
                <a:ea typeface="Calibri"/>
                <a:cs typeface="Calibri"/>
              </a:defRPr>
            </a:pPr>
            <a:r>
              <a:rPr sz="1200" b="1" lang="ko-KR">
                <a:solidFill>
                  <a:srgbClr val="000000"/>
                </a:solidFill>
                <a:latin typeface="Calibri"/>
                <a:ea typeface="Calibri"/>
                <a:cs typeface="Calibri"/>
              </a:rPr>
              <a:t>Source View Cache</a:t>
            </a:r>
            <a:endParaRPr lang="ko-KR">
              <a:latin typeface="Calibri"/>
              <a:ea typeface="Calibri"/>
              <a:cs typeface="Calibri"/>
            </a:endParaRPr>
          </a:p>
          <a:p>
            <a:pPr algn="l">
              <a:lnSpc>
                <a:spcPct val="110000"/>
              </a:lnSpc>
              <a:spcAft>
                <a:spcPts val="2"/>
              </a:spcAft>
              <a:buNone/>
              <a:defRPr sz="1200" lang="ko-KR">
                <a:solidFill>
                  <a:srgbClr val="000000"/>
                </a:solidFill>
                <a:latin typeface="Calibri"/>
                <a:ea typeface="Calibri"/>
                <a:cs typeface="Calibri"/>
              </a:defRPr>
            </a:pPr>
            <a:r>
              <a:rPr sz="1200" lang="ko-KR">
                <a:solidFill>
                  <a:srgbClr val="000000"/>
                </a:solidFill>
                <a:latin typeface="Calibri"/>
                <a:ea typeface="Calibri"/>
                <a:cs typeface="Calibri"/>
              </a:rPr>
              <a:t>재사용 발췌와 관계</a:t>
            </a:r>
            <a:endParaRPr lang="ko-KR">
              <a:latin typeface="Calibri"/>
              <a:ea typeface="Calibri"/>
              <a:cs typeface="Calibri"/>
            </a:endParaRPr>
          </a:p>
          <a:p>
            <a:pPr algn="l">
              <a:lnSpc>
                <a:spcPct val="110000"/>
              </a:lnSpc>
              <a:spcAft>
                <a:spcPts val="2"/>
              </a:spcAft>
              <a:buNone/>
              <a:defRPr sz="1200" lang="ko-KR">
                <a:solidFill>
                  <a:srgbClr val="000000"/>
                </a:solidFill>
                <a:latin typeface="Calibri"/>
                <a:ea typeface="Calibri"/>
                <a:cs typeface="Calibri"/>
              </a:defRPr>
            </a:pPr>
            <a:r>
              <a:rPr sz="1200" lang="ko-KR">
                <a:solidFill>
                  <a:srgbClr val="000000"/>
                </a:solidFill>
                <a:latin typeface="Calibri"/>
                <a:ea typeface="Calibri"/>
                <a:cs typeface="Calibri"/>
              </a:rPr>
              <a:t>검증한 cache / 부분 갱신</a:t>
            </a:r>
            <a:endParaRPr lang="ko-KR">
              <a:latin typeface="Calibri"/>
              <a:ea typeface="Calibri"/>
              <a:cs typeface="Calibri"/>
            </a:endParaRPr>
          </a:p>
        </p:txBody>
      </p:sp>
      <p:sp>
        <p:nvSpPr>
          <p:cNvPr id="29" name="Ainvalid">
            <a:extLst>
              <a:ext uri="{FF2B5EF4-FFF2-40B4-BE49-F238E27FC236}">
                <ns2:creationId id="{3AEB420E-1386-4940-8890-15B69E3509DC}"/>
              </a:ext>
            </a:extLst>
          </p:cNvPr>
          <p:cNvSpPr>
            <a:spLocks noGrp="1"/>
          </p:cNvSpPr>
          <p:nvPr/>
        </p:nvSpPr>
        <p:spPr>
          <a:xfrm>
            <a:off x="3657600" y="6858000"/>
            <a:ext cx="2190750" cy="952500"/>
          </a:xfrm>
          <a:prstGeom prst="roundRect">
            <a:avLst>
              <a:gd name="adj" fmla="val 8000"/>
            </a:avLst>
          </a:prstGeom>
          <a:solidFill>
            <a:srgbClr val="FFF3E5"/>
          </a:solidFill>
          <a:ln w="9525">
            <a:solidFill>
              <a:srgbClr val="B8753F"/>
            </a:solidFill>
          </a:ln>
        </p:spPr>
        <p:txBody>
          <a:bodyPr wrap="none" lIns="85725" tIns="76200" rIns="66675" bIns="0" anchor="t">
            <a:noAutofit/>
          </a:bodyPr>
          <a:lstStyle>
            <a:defPPr algn="l">
              <a:defRPr sz="1200" lang="ko-KR">
                <a:solidFill>
                  <a:srgbClr val="000000"/>
                </a:solidFill>
                <a:latin typeface="Calibri"/>
                <a:ea typeface="Calibri"/>
                <a:cs typeface="Calibri"/>
              </a:defRPr>
            </a:defPPr>
          </a:lstStyle>
          <a:p>
            <a:pPr algn="l">
              <a:lnSpc>
                <a:spcPct val="110000"/>
              </a:lnSpc>
              <a:spcAft>
                <a:spcPts val="8"/>
              </a:spcAft>
              <a:buNone/>
              <a:defRPr sz="1200" lang="ko-KR">
                <a:solidFill>
                  <a:srgbClr val="000000"/>
                </a:solidFill>
                <a:latin typeface="Calibri"/>
                <a:ea typeface="Calibri"/>
                <a:cs typeface="Calibri"/>
              </a:defRPr>
            </a:pPr>
            <a:r>
              <a:rPr sz="1200" b="1" lang="ko-KR">
                <a:solidFill>
                  <a:srgbClr val="000000"/>
                </a:solidFill>
                <a:latin typeface="Calibri"/>
                <a:ea typeface="Calibri"/>
                <a:cs typeface="Calibri"/>
              </a:rPr>
              <a:t>Invalidation Handler</a:t>
            </a:r>
            <a:endParaRPr lang="ko-KR">
              <a:latin typeface="Calibri"/>
              <a:ea typeface="Calibri"/>
              <a:cs typeface="Calibri"/>
            </a:endParaRPr>
          </a:p>
          <a:p>
            <a:pPr algn="l">
              <a:lnSpc>
                <a:spcPct val="110000"/>
              </a:lnSpc>
              <a:spcAft>
                <a:spcPts val="2"/>
              </a:spcAft>
              <a:buNone/>
              <a:defRPr sz="1200" lang="ko-KR">
                <a:solidFill>
                  <a:srgbClr val="000000"/>
                </a:solidFill>
                <a:latin typeface="Calibri"/>
                <a:ea typeface="Calibri"/>
                <a:cs typeface="Calibri"/>
              </a:defRPr>
            </a:pPr>
            <a:r>
              <a:rPr sz="1200" lang="ko-KR">
                <a:solidFill>
                  <a:srgbClr val="000000"/>
                </a:solidFill>
                <a:latin typeface="Calibri"/>
                <a:ea typeface="Calibri"/>
                <a:cs typeface="Calibri"/>
              </a:rPr>
              <a:t>변경 dependency 차단</a:t>
            </a:r>
            <a:endParaRPr lang="ko-KR">
              <a:latin typeface="Calibri"/>
              <a:ea typeface="Calibri"/>
              <a:cs typeface="Calibri"/>
            </a:endParaRPr>
          </a:p>
          <a:p>
            <a:pPr algn="l">
              <a:lnSpc>
                <a:spcPct val="110000"/>
              </a:lnSpc>
              <a:spcAft>
                <a:spcPts val="2"/>
              </a:spcAft>
              <a:buNone/>
              <a:defRPr sz="1200" lang="ko-KR">
                <a:solidFill>
                  <a:srgbClr val="000000"/>
                </a:solidFill>
                <a:latin typeface="Calibri"/>
                <a:ea typeface="Calibri"/>
                <a:cs typeface="Calibri"/>
              </a:defRPr>
            </a:pPr>
            <a:r>
              <a:rPr sz="1200" lang="ko-KR">
                <a:solidFill>
                  <a:srgbClr val="000000"/>
                </a:solidFill>
                <a:latin typeface="Calibri"/>
                <a:ea typeface="Calibri"/>
                <a:cs typeface="Calibri"/>
              </a:rPr>
              <a:t>cache와 활성 read 정리</a:t>
            </a:r>
            <a:endParaRPr lang="ko-KR">
              <a:latin typeface="Calibri"/>
              <a:ea typeface="Calibri"/>
              <a:cs typeface="Calibri"/>
            </a:endParaRPr>
          </a:p>
        </p:txBody>
      </p:sp>
      <p:sp>
        <p:nvSpPr>
          <p:cNvPr id="30" name="Ainbox">
            <a:extLst>
              <a:ext uri="{FF2B5EF4-FFF2-40B4-BE49-F238E27FC236}">
                <ns2:creationId id="{CF793829-E6DB-4303-B156-E55ED32EFE10}"/>
              </a:ext>
            </a:extLst>
          </p:cNvPr>
          <p:cNvSpPr>
            <a:spLocks noGrp="1"/>
          </p:cNvSpPr>
          <p:nvPr/>
        </p:nvSpPr>
        <p:spPr>
          <a:xfrm>
            <a:off x="6515100" y="6858000"/>
            <a:ext cx="1905000" cy="952500"/>
          </a:xfrm>
          <a:prstGeom prst="rect">
            <a:avLst/>
          </a:prstGeom>
          <a:solidFill>
            <a:srgbClr val="FFF3E5"/>
          </a:solidFill>
          <a:ln w="9525">
            <a:solidFill>
              <a:srgbClr val="B8753F"/>
            </a:solidFill>
          </a:ln>
        </p:spPr>
        <p:txBody>
          <a:bodyPr wrap="none" lIns="85725" tIns="76200" rIns="66675" bIns="0" anchor="t">
            <a:noAutofit/>
          </a:bodyPr>
          <a:lstStyle>
            <a:defPPr algn="l">
              <a:defRPr sz="1200" lang="ko-KR">
                <a:solidFill>
                  <a:srgbClr val="000000"/>
                </a:solidFill>
                <a:latin typeface="Calibri"/>
                <a:ea typeface="Calibri"/>
                <a:cs typeface="Calibri"/>
              </a:defRPr>
            </a:defPPr>
          </a:lstStyle>
          <a:p>
            <a:pPr algn="l">
              <a:lnSpc>
                <a:spcPct val="110000"/>
              </a:lnSpc>
              <a:spcAft>
                <a:spcPts val="8"/>
              </a:spcAft>
              <a:buNone/>
              <a:defRPr sz="1200" lang="ko-KR">
                <a:solidFill>
                  <a:srgbClr val="000000"/>
                </a:solidFill>
                <a:latin typeface="Calibri"/>
                <a:ea typeface="Calibri"/>
                <a:cs typeface="Calibri"/>
              </a:defRPr>
            </a:pPr>
            <a:r>
              <a:rPr sz="1200" b="1" lang="ko-KR">
                <a:solidFill>
                  <a:srgbClr val="000000"/>
                </a:solidFill>
                <a:latin typeface="Calibri"/>
                <a:ea typeface="Calibri"/>
                <a:cs typeface="Calibri"/>
              </a:rPr>
              <a:t>Change Inbox</a:t>
            </a:r>
            <a:endParaRPr lang="ko-KR">
              <a:latin typeface="Calibri"/>
              <a:ea typeface="Calibri"/>
              <a:cs typeface="Calibri"/>
            </a:endParaRPr>
          </a:p>
          <a:p>
            <a:pPr algn="l">
              <a:lnSpc>
                <a:spcPct val="110000"/>
              </a:lnSpc>
              <a:spcAft>
                <a:spcPts val="2"/>
              </a:spcAft>
              <a:buNone/>
              <a:defRPr sz="1200" lang="ko-KR">
                <a:solidFill>
                  <a:srgbClr val="000000"/>
                </a:solidFill>
                <a:latin typeface="Calibri"/>
                <a:ea typeface="Calibri"/>
                <a:cs typeface="Calibri"/>
              </a:defRPr>
            </a:pPr>
            <a:r>
              <a:rPr sz="1200" lang="ko-KR">
                <a:solidFill>
                  <a:srgbClr val="000000"/>
                </a:solidFill>
                <a:latin typeface="Calibri"/>
                <a:ea typeface="Calibri"/>
                <a:cs typeface="Calibri"/>
              </a:rPr>
              <a:t>원본 변경, 철회와 이의</a:t>
            </a:r>
            <a:endParaRPr lang="ko-KR">
              <a:latin typeface="Calibri"/>
              <a:ea typeface="Calibri"/>
              <a:cs typeface="Calibri"/>
            </a:endParaRPr>
          </a:p>
          <a:p>
            <a:pPr algn="l">
              <a:lnSpc>
                <a:spcPct val="110000"/>
              </a:lnSpc>
              <a:spcAft>
                <a:spcPts val="2"/>
              </a:spcAft>
              <a:buNone/>
              <a:defRPr sz="1200" lang="ko-KR">
                <a:solidFill>
                  <a:srgbClr val="000000"/>
                </a:solidFill>
                <a:latin typeface="Calibri"/>
                <a:ea typeface="Calibri"/>
                <a:cs typeface="Calibri"/>
              </a:defRPr>
            </a:pPr>
            <a:r>
              <a:rPr sz="1200" lang="ko-KR">
                <a:solidFill>
                  <a:srgbClr val="000000"/>
                </a:solidFill>
                <a:latin typeface="Calibri"/>
                <a:ea typeface="Calibri"/>
                <a:cs typeface="Calibri"/>
              </a:rPr>
              <a:t>정리 queue / 사용 차단 별도</a:t>
            </a:r>
            <a:endParaRPr lang="ko-KR">
              <a:latin typeface="Calibri"/>
              <a:ea typeface="Calibri"/>
              <a:cs typeface="Calibri"/>
            </a:endParaRPr>
          </a:p>
        </p:txBody>
      </p:sp>
      <p:sp>
        <p:nvSpPr>
          <p:cNvPr id="31" name="Ainbox-slot0">
            <a:extLst>
              <a:ext uri="{FF2B5EF4-FFF2-40B4-BE49-F238E27FC236}">
                <ns2:creationId id="{7832E5B3-7B30-488D-B983-FAE18D46194E}"/>
              </a:ext>
            </a:extLst>
          </p:cNvPr>
          <p:cNvSpPr>
            <a:spLocks noGrp="1"/>
          </p:cNvSpPr>
          <p:nvPr/>
        </p:nvSpPr>
        <p:spPr>
          <a:xfrm>
            <a:off x="7515225" y="7629525"/>
            <a:ext cx="142875" cy="142875"/>
          </a:xfrm>
          <a:prstGeom prst="rect">
            <a:avLst/>
          </a:prstGeom>
          <a:solidFill>
            <a:srgbClr val="FFFFFF"/>
          </a:solidFill>
          <a:ln w="6668">
            <a:solidFill>
              <a:srgbClr val="B8753F"/>
            </a:solidFill>
          </a:ln>
        </p:spPr>
      </p:sp>
      <p:sp>
        <p:nvSpPr>
          <p:cNvPr id="32" name="Ainbox-slot1">
            <a:extLst>
              <a:ext uri="{FF2B5EF4-FFF2-40B4-BE49-F238E27FC236}">
                <ns2:creationId id="{ACE23124-DB6F-4779-8AEC-78362F150D65}"/>
              </a:ext>
            </a:extLst>
          </p:cNvPr>
          <p:cNvSpPr>
            <a:spLocks noGrp="1"/>
          </p:cNvSpPr>
          <p:nvPr/>
        </p:nvSpPr>
        <p:spPr>
          <a:xfrm>
            <a:off x="7696200" y="7629525"/>
            <a:ext cx="142875" cy="142875"/>
          </a:xfrm>
          <a:prstGeom prst="rect">
            <a:avLst/>
          </a:prstGeom>
          <a:solidFill>
            <a:srgbClr val="FFFFFF"/>
          </a:solidFill>
          <a:ln w="6668">
            <a:solidFill>
              <a:srgbClr val="B8753F"/>
            </a:solidFill>
          </a:ln>
        </p:spPr>
      </p:sp>
      <p:sp>
        <p:nvSpPr>
          <p:cNvPr id="33" name="Ainbox-slot2">
            <a:extLst>
              <a:ext uri="{FF2B5EF4-FFF2-40B4-BE49-F238E27FC236}">
                <ns2:creationId id="{B5880B38-4ED6-4DD4-9E65-BE375B32B22B}"/>
              </a:ext>
            </a:extLst>
          </p:cNvPr>
          <p:cNvSpPr>
            <a:spLocks noGrp="1"/>
          </p:cNvSpPr>
          <p:nvPr/>
        </p:nvSpPr>
        <p:spPr>
          <a:xfrm>
            <a:off x="7877175" y="7629525"/>
            <a:ext cx="142875" cy="142875"/>
          </a:xfrm>
          <a:prstGeom prst="rect">
            <a:avLst/>
          </a:prstGeom>
          <a:solidFill>
            <a:srgbClr val="FFFFFF"/>
          </a:solidFill>
          <a:ln w="6668">
            <a:solidFill>
              <a:srgbClr val="B8753F"/>
            </a:solidFill>
          </a:ln>
        </p:spPr>
      </p:sp>
      <p:sp>
        <p:nvSpPr>
          <p:cNvPr id="34" name="Ainbox-slot3">
            <a:extLst>
              <a:ext uri="{FF2B5EF4-FFF2-40B4-BE49-F238E27FC236}">
                <ns2:creationId id="{4AE186C4-FE62-4B9A-A24D-120AA16CDBE9}"/>
              </a:ext>
            </a:extLst>
          </p:cNvPr>
          <p:cNvSpPr>
            <a:spLocks noGrp="1"/>
          </p:cNvSpPr>
          <p:nvPr/>
        </p:nvSpPr>
        <p:spPr>
          <a:xfrm>
            <a:off x="8058150" y="7629525"/>
            <a:ext cx="142875" cy="142875"/>
          </a:xfrm>
          <a:prstGeom prst="rect">
            <a:avLst/>
          </a:prstGeom>
          <a:solidFill>
            <a:srgbClr val="FFFFFF"/>
          </a:solidFill>
          <a:ln w="6668">
            <a:solidFill>
              <a:srgbClr val="B8753F"/>
            </a:solidFill>
          </a:ln>
        </p:spPr>
      </p:sp>
      <p:sp>
        <p:nvSpPr>
          <p:cNvPr id="35" name="Bri">
            <a:extLst>
              <a:ext uri="{FF2B5EF4-FFF2-40B4-BE49-F238E27FC236}">
                <ns2:creationId id="{9D282BB3-8C69-426D-AEAE-5CE3DB7765B5}"/>
              </a:ext>
            </a:extLst>
          </p:cNvPr>
          <p:cNvSpPr>
            <a:spLocks noGrp="1"/>
          </p:cNvSpPr>
          <p:nvPr/>
        </p:nvSpPr>
        <p:spPr>
          <a:xfrm>
            <a:off x="9563100" y="1543050"/>
            <a:ext cx="2476500" cy="857250"/>
          </a:xfrm>
          <a:prstGeom prst="rect">
            <a:avLst/>
          </a:prstGeom>
          <a:solidFill>
            <a:srgbClr val="FFFFFF"/>
          </a:solidFill>
          <a:ln w="9525">
            <a:solidFill>
              <a:srgbClr val="263445"/>
            </a:solidFill>
          </a:ln>
        </p:spPr>
        <p:txBody>
          <a:bodyPr wrap="none" lIns="85725" tIns="9525" rIns="66675" bIns="0" anchor="t">
            <a:noAutofit/>
          </a:bodyPr>
          <a:lstStyle>
            <a:defPPr algn="l">
              <a:defRPr sz="1200" lang="ko-KR">
                <a:solidFill>
                  <a:srgbClr val="000000"/>
                </a:solidFill>
                <a:latin typeface="Calibri"/>
                <a:ea typeface="Calibri"/>
                <a:cs typeface="Calibri"/>
              </a:defRPr>
            </a:defPPr>
          </a:lstStyle>
          <a:p>
            <a:pPr algn="l">
              <a:lnSpc>
                <a:spcPct val="110000"/>
              </a:lnSpc>
              <a:spcAft>
                <a:spcPts val="0"/>
              </a:spcAft>
              <a:buNone/>
              <a:defRPr sz="1200" lang="ko-KR">
                <a:solidFill>
                  <a:srgbClr val="000000"/>
                </a:solidFill>
                <a:latin typeface="Calibri"/>
                <a:ea typeface="Calibri"/>
                <a:cs typeface="Calibri"/>
              </a:defRPr>
            </a:pPr>
            <a:r>
              <a:rPr sz="1200" b="1" lang="ko-KR">
                <a:solidFill>
                  <a:srgbClr val="000000"/>
                </a:solidFill>
                <a:latin typeface="Calibri"/>
                <a:ea typeface="Calibri"/>
                <a:cs typeface="Calibri"/>
              </a:rPr>
              <a:t>Request Interpreter</a:t>
            </a:r>
            <a:endParaRPr lang="ko-KR">
              <a:latin typeface="Calibri"/>
              <a:ea typeface="Calibri"/>
              <a:cs typeface="Calibri"/>
            </a:endParaRPr>
          </a:p>
        </p:txBody>
      </p:sp>
      <p:sp>
        <p:nvSpPr>
          <p:cNvPr id="36" name="Bri-header">
            <a:extLst>
              <a:ext uri="{FF2B5EF4-FFF2-40B4-BE49-F238E27FC236}">
                <ns2:creationId id="{8516B0BA-78E6-472F-B9B4-7CC911A1C8F7}"/>
              </a:ext>
            </a:extLst>
          </p:cNvPr>
          <p:cNvSpPr>
            <a:spLocks noGrp="1"/>
          </p:cNvSpPr>
          <p:nvPr/>
        </p:nvSpPr>
        <p:spPr>
          <a:xfrm>
            <a:off x="9563100" y="1771650"/>
            <a:ext cx="2476500" cy="9525"/>
          </a:xfrm>
          <a:custGeom>
            <a:pathLst>
              <a:path w="2476500" h="9525">
                <a:moveTo>
                  <a:pt x="0" y="0"/>
                </a:moveTo>
                <a:lnTo>
                  <a:pt x="2476500" y="0"/>
                </a:lnTo>
              </a:path>
            </a:pathLst>
          </a:custGeom>
          <a:noFill/>
          <a:ln w="9525">
            <a:solidFill>
              <a:srgbClr val="263445"/>
            </a:solidFill>
            <a:prstDash val="solid"/>
          </a:ln>
        </p:spPr>
      </p:sp>
      <p:sp>
        <p:nvSpPr>
          <p:cNvPr id="37" name="Bcaller">
            <a:extLst>
              <a:ext uri="{FF2B5EF4-FFF2-40B4-BE49-F238E27FC236}">
                <ns2:creationId id="{31471372-7BBD-48C3-9930-7EF4BFDA329B}"/>
              </a:ext>
            </a:extLst>
          </p:cNvPr>
          <p:cNvSpPr>
            <a:spLocks noGrp="1"/>
          </p:cNvSpPr>
          <p:nvPr/>
        </p:nvSpPr>
        <p:spPr>
          <a:xfrm>
            <a:off x="9658350" y="1857375"/>
            <a:ext cx="2286000" cy="476250"/>
          </a:xfrm>
          <a:prstGeom prst="roundRect">
            <a:avLst>
              <a:gd name="adj" fmla="val 16000"/>
            </a:avLst>
          </a:prstGeom>
          <a:solidFill>
            <a:srgbClr val="FFFFFF"/>
          </a:solidFill>
          <a:ln w="9525">
            <a:solidFill>
              <a:srgbClr val="263445"/>
            </a:solidFill>
          </a:ln>
        </p:spPr>
        <p:txBody>
          <a:bodyPr wrap="none" lIns="85725" tIns="76200" rIns="66675" bIns="0" anchor="t">
            <a:noAutofit/>
          </a:bodyPr>
          <a:lstStyle>
            <a:defPPr algn="l">
              <a:defRPr sz="1200" lang="ko-KR">
                <a:solidFill>
                  <a:srgbClr val="000000"/>
                </a:solidFill>
                <a:latin typeface="Calibri"/>
                <a:ea typeface="Calibri"/>
                <a:cs typeface="Calibri"/>
              </a:defRPr>
            </a:defPPr>
          </a:lstStyle>
          <a:p>
            <a:pPr algn="l">
              <a:lnSpc>
                <a:spcPct val="110000"/>
              </a:lnSpc>
              <a:spcAft>
                <a:spcPts val="8"/>
              </a:spcAft>
              <a:buNone/>
              <a:defRPr sz="1200" lang="ko-KR">
                <a:solidFill>
                  <a:srgbClr val="000000"/>
                </a:solidFill>
                <a:latin typeface="Calibri"/>
                <a:ea typeface="Calibri"/>
                <a:cs typeface="Calibri"/>
              </a:defRPr>
            </a:pPr>
            <a:r>
              <a:rPr sz="1200" b="1" lang="ko-KR">
                <a:solidFill>
                  <a:srgbClr val="000000"/>
                </a:solidFill>
                <a:latin typeface="Calibri"/>
                <a:ea typeface="Calibri"/>
                <a:cs typeface="Calibri"/>
              </a:rPr>
              <a:t>Read Tool Runner</a:t>
            </a:r>
            <a:endParaRPr lang="ko-KR">
              <a:latin typeface="Calibri"/>
              <a:ea typeface="Calibri"/>
              <a:cs typeface="Calibri"/>
            </a:endParaRPr>
          </a:p>
        </p:txBody>
      </p:sp>
      <p:sp>
        <p:nvSpPr>
          <p:cNvPr id="38" name="Brm">
            <a:extLst>
              <a:ext uri="{FF2B5EF4-FFF2-40B4-BE49-F238E27FC236}">
                <ns2:creationId id="{94861A13-65A0-49D4-AE9C-34908CDC12F2}"/>
              </a:ext>
            </a:extLst>
          </p:cNvPr>
          <p:cNvSpPr>
            <a:spLocks noGrp="1"/>
          </p:cNvSpPr>
          <p:nvPr/>
        </p:nvSpPr>
        <p:spPr>
          <a:xfrm>
            <a:off x="12611100" y="1543050"/>
            <a:ext cx="2476500" cy="857250"/>
          </a:xfrm>
          <a:prstGeom prst="rect">
            <a:avLst/>
          </a:prstGeom>
          <a:solidFill>
            <a:srgbClr val="FFFFFF"/>
          </a:solidFill>
          <a:ln w="9525">
            <a:solidFill>
              <a:srgbClr val="263445"/>
            </a:solidFill>
          </a:ln>
        </p:spPr>
        <p:txBody>
          <a:bodyPr wrap="none" lIns="85725" tIns="9525" rIns="66675" bIns="0" anchor="t">
            <a:noAutofit/>
          </a:bodyPr>
          <a:lstStyle>
            <a:defPPr algn="l">
              <a:defRPr sz="1200" lang="ko-KR">
                <a:solidFill>
                  <a:srgbClr val="000000"/>
                </a:solidFill>
                <a:latin typeface="Calibri"/>
                <a:ea typeface="Calibri"/>
                <a:cs typeface="Calibri"/>
              </a:defRPr>
            </a:defPPr>
          </a:lstStyle>
          <a:p>
            <a:pPr algn="l">
              <a:lnSpc>
                <a:spcPct val="110000"/>
              </a:lnSpc>
              <a:spcAft>
                <a:spcPts val="0"/>
              </a:spcAft>
              <a:buNone/>
              <a:defRPr sz="1200" lang="ko-KR">
                <a:solidFill>
                  <a:srgbClr val="000000"/>
                </a:solidFill>
                <a:latin typeface="Calibri"/>
                <a:ea typeface="Calibri"/>
                <a:cs typeface="Calibri"/>
              </a:defRPr>
            </a:pPr>
            <a:r>
              <a:rPr sz="1200" b="1" lang="ko-KR">
                <a:solidFill>
                  <a:srgbClr val="000000"/>
                </a:solidFill>
                <a:latin typeface="Calibri"/>
                <a:ea typeface="Calibri"/>
                <a:cs typeface="Calibri"/>
              </a:rPr>
              <a:t>Response Manager</a:t>
            </a:r>
            <a:endParaRPr lang="ko-KR">
              <a:latin typeface="Calibri"/>
              <a:ea typeface="Calibri"/>
              <a:cs typeface="Calibri"/>
            </a:endParaRPr>
          </a:p>
        </p:txBody>
      </p:sp>
      <p:sp>
        <p:nvSpPr>
          <p:cNvPr id="39" name="Brm-header">
            <a:extLst>
              <a:ext uri="{FF2B5EF4-FFF2-40B4-BE49-F238E27FC236}">
                <ns2:creationId id="{7F632C22-2307-4443-8889-93EB5AA12F5B}"/>
              </a:ext>
            </a:extLst>
          </p:cNvPr>
          <p:cNvSpPr>
            <a:spLocks noGrp="1"/>
          </p:cNvSpPr>
          <p:nvPr/>
        </p:nvSpPr>
        <p:spPr>
          <a:xfrm>
            <a:off x="12611100" y="1771650"/>
            <a:ext cx="2476500" cy="9525"/>
          </a:xfrm>
          <a:custGeom>
            <a:pathLst>
              <a:path w="2476500" h="9525">
                <a:moveTo>
                  <a:pt x="0" y="0"/>
                </a:moveTo>
                <a:lnTo>
                  <a:pt x="2476500" y="0"/>
                </a:lnTo>
              </a:path>
            </a:pathLst>
          </a:custGeom>
          <a:noFill/>
          <a:ln w="9525">
            <a:solidFill>
              <a:srgbClr val="263445"/>
            </a:solidFill>
            <a:prstDash val="solid"/>
          </a:ln>
        </p:spPr>
      </p:sp>
      <p:sp>
        <p:nvSpPr>
          <p:cNvPr id="40" name="Bresponse">
            <a:extLst>
              <a:ext uri="{FF2B5EF4-FFF2-40B4-BE49-F238E27FC236}">
                <ns2:creationId id="{16823B85-4F19-4F53-9129-1033C629C93C}"/>
              </a:ext>
            </a:extLst>
          </p:cNvPr>
          <p:cNvSpPr>
            <a:spLocks noGrp="1"/>
          </p:cNvSpPr>
          <p:nvPr/>
        </p:nvSpPr>
        <p:spPr>
          <a:xfrm>
            <a:off x="12706350" y="1857375"/>
            <a:ext cx="2286000" cy="476250"/>
          </a:xfrm>
          <a:prstGeom prst="roundRect">
            <a:avLst>
              <a:gd name="adj" fmla="val 16000"/>
            </a:avLst>
          </a:prstGeom>
          <a:solidFill>
            <a:srgbClr val="FFFFFF"/>
          </a:solidFill>
          <a:ln w="9525">
            <a:solidFill>
              <a:srgbClr val="263445"/>
            </a:solidFill>
          </a:ln>
        </p:spPr>
        <p:txBody>
          <a:bodyPr wrap="none" lIns="85725" tIns="76200" rIns="66675" bIns="0" anchor="t">
            <a:noAutofit/>
          </a:bodyPr>
          <a:lstStyle>
            <a:defPPr algn="l">
              <a:defRPr sz="1200" lang="ko-KR">
                <a:solidFill>
                  <a:srgbClr val="000000"/>
                </a:solidFill>
                <a:latin typeface="Calibri"/>
                <a:ea typeface="Calibri"/>
                <a:cs typeface="Calibri"/>
              </a:defRPr>
            </a:defPPr>
          </a:lstStyle>
          <a:p>
            <a:pPr algn="l">
              <a:lnSpc>
                <a:spcPct val="110000"/>
              </a:lnSpc>
              <a:spcAft>
                <a:spcPts val="8"/>
              </a:spcAft>
              <a:buNone/>
              <a:defRPr sz="1200" lang="ko-KR">
                <a:solidFill>
                  <a:srgbClr val="000000"/>
                </a:solidFill>
                <a:latin typeface="Calibri"/>
                <a:ea typeface="Calibri"/>
                <a:cs typeface="Calibri"/>
              </a:defRPr>
            </a:pPr>
            <a:r>
              <a:rPr sz="1200" b="1" lang="ko-KR">
                <a:solidFill>
                  <a:srgbClr val="000000"/>
                </a:solidFill>
                <a:latin typeface="Calibri"/>
                <a:ea typeface="Calibri"/>
                <a:cs typeface="Calibri"/>
              </a:rPr>
              <a:t>원문 / 실제 전달 read port</a:t>
            </a:r>
            <a:endParaRPr lang="ko-KR">
              <a:latin typeface="Calibri"/>
              <a:ea typeface="Calibri"/>
              <a:cs typeface="Calibri"/>
            </a:endParaRPr>
          </a:p>
        </p:txBody>
      </p:sp>
      <p:sp>
        <p:nvSpPr>
          <p:cNvPr id="41" name="Btm">
            <a:extLst>
              <a:ext uri="{FF2B5EF4-FFF2-40B4-BE49-F238E27FC236}">
                <ns2:creationId id="{8BE13285-4600-4ECE-9B71-3DAC154214F4}"/>
              </a:ext>
            </a:extLst>
          </p:cNvPr>
          <p:cNvSpPr>
            <a:spLocks noGrp="1"/>
          </p:cNvSpPr>
          <p:nvPr/>
        </p:nvSpPr>
        <p:spPr>
          <a:xfrm>
            <a:off x="15468600" y="1543050"/>
            <a:ext cx="2476500" cy="857250"/>
          </a:xfrm>
          <a:prstGeom prst="rect">
            <a:avLst/>
          </a:prstGeom>
          <a:solidFill>
            <a:srgbClr val="FFFFFF"/>
          </a:solidFill>
          <a:ln w="9525">
            <a:solidFill>
              <a:srgbClr val="263445"/>
            </a:solidFill>
          </a:ln>
        </p:spPr>
        <p:txBody>
          <a:bodyPr wrap="none" lIns="85725" tIns="9525" rIns="66675" bIns="0" anchor="t">
            <a:noAutofit/>
          </a:bodyPr>
          <a:lstStyle>
            <a:defPPr algn="l">
              <a:defRPr sz="1200" lang="ko-KR">
                <a:solidFill>
                  <a:srgbClr val="000000"/>
                </a:solidFill>
                <a:latin typeface="Calibri"/>
                <a:ea typeface="Calibri"/>
                <a:cs typeface="Calibri"/>
              </a:defRPr>
            </a:defPPr>
          </a:lstStyle>
          <a:p>
            <a:pPr algn="l">
              <a:lnSpc>
                <a:spcPct val="110000"/>
              </a:lnSpc>
              <a:spcAft>
                <a:spcPts val="0"/>
              </a:spcAft>
              <a:buNone/>
              <a:defRPr sz="1200" lang="ko-KR">
                <a:solidFill>
                  <a:srgbClr val="000000"/>
                </a:solidFill>
                <a:latin typeface="Calibri"/>
                <a:ea typeface="Calibri"/>
                <a:cs typeface="Calibri"/>
              </a:defRPr>
            </a:pPr>
            <a:r>
              <a:rPr sz="1200" b="1" lang="ko-KR">
                <a:solidFill>
                  <a:srgbClr val="000000"/>
                </a:solidFill>
                <a:latin typeface="Calibri"/>
                <a:ea typeface="Calibri"/>
                <a:cs typeface="Calibri"/>
              </a:rPr>
              <a:t>Task Manager</a:t>
            </a:r>
            <a:endParaRPr lang="ko-KR">
              <a:latin typeface="Calibri"/>
              <a:ea typeface="Calibri"/>
              <a:cs typeface="Calibri"/>
            </a:endParaRPr>
          </a:p>
        </p:txBody>
      </p:sp>
      <p:sp>
        <p:nvSpPr>
          <p:cNvPr id="42" name="Btm-header">
            <a:extLst>
              <a:ext uri="{FF2B5EF4-FFF2-40B4-BE49-F238E27FC236}">
                <ns2:creationId id="{F63B1E3B-34A3-4129-A32F-8A8BD234656C}"/>
              </a:ext>
            </a:extLst>
          </p:cNvPr>
          <p:cNvSpPr>
            <a:spLocks noGrp="1"/>
          </p:cNvSpPr>
          <p:nvPr/>
        </p:nvSpPr>
        <p:spPr>
          <a:xfrm>
            <a:off x="15468600" y="1771650"/>
            <a:ext cx="2476500" cy="9525"/>
          </a:xfrm>
          <a:custGeom>
            <a:pathLst>
              <a:path w="2476500" h="9525">
                <a:moveTo>
                  <a:pt x="0" y="0"/>
                </a:moveTo>
                <a:lnTo>
                  <a:pt x="2476500" y="0"/>
                </a:lnTo>
              </a:path>
            </a:pathLst>
          </a:custGeom>
          <a:noFill/>
          <a:ln w="9525">
            <a:solidFill>
              <a:srgbClr val="263445"/>
            </a:solidFill>
            <a:prstDash val="solid"/>
          </a:ln>
        </p:spPr>
      </p:sp>
      <p:sp>
        <p:nvSpPr>
          <p:cNvPr id="43" name="Btask">
            <a:extLst>
              <a:ext uri="{FF2B5EF4-FFF2-40B4-BE49-F238E27FC236}">
                <ns2:creationId id="{6123284B-1E57-460C-A0BD-3E9B2ACC6C5F}"/>
              </a:ext>
            </a:extLst>
          </p:cNvPr>
          <p:cNvSpPr>
            <a:spLocks noGrp="1"/>
          </p:cNvSpPr>
          <p:nvPr/>
        </p:nvSpPr>
        <p:spPr>
          <a:xfrm>
            <a:off x="15563850" y="1857375"/>
            <a:ext cx="2286000" cy="476250"/>
          </a:xfrm>
          <a:prstGeom prst="roundRect">
            <a:avLst>
              <a:gd name="adj" fmla="val 16000"/>
            </a:avLst>
          </a:prstGeom>
          <a:solidFill>
            <a:srgbClr val="FFFFFF"/>
          </a:solidFill>
          <a:ln w="9525">
            <a:solidFill>
              <a:srgbClr val="263445"/>
            </a:solidFill>
          </a:ln>
        </p:spPr>
        <p:txBody>
          <a:bodyPr wrap="none" lIns="85725" tIns="76200" rIns="66675" bIns="0" anchor="t">
            <a:noAutofit/>
          </a:bodyPr>
          <a:lstStyle>
            <a:defPPr algn="l">
              <a:defRPr sz="1200" lang="ko-KR">
                <a:solidFill>
                  <a:srgbClr val="000000"/>
                </a:solidFill>
                <a:latin typeface="Calibri"/>
                <a:ea typeface="Calibri"/>
                <a:cs typeface="Calibri"/>
              </a:defRPr>
            </a:defPPr>
          </a:lstStyle>
          <a:p>
            <a:pPr algn="l">
              <a:lnSpc>
                <a:spcPct val="110000"/>
              </a:lnSpc>
              <a:spcAft>
                <a:spcPts val="8"/>
              </a:spcAft>
              <a:buNone/>
              <a:defRPr sz="1200" lang="ko-KR">
                <a:solidFill>
                  <a:srgbClr val="000000"/>
                </a:solidFill>
                <a:latin typeface="Calibri"/>
                <a:ea typeface="Calibri"/>
                <a:cs typeface="Calibri"/>
              </a:defRPr>
            </a:pPr>
            <a:r>
              <a:rPr sz="1200" b="1" lang="ko-KR">
                <a:solidFill>
                  <a:srgbClr val="000000"/>
                </a:solidFill>
                <a:latin typeface="Calibri"/>
                <a:ea typeface="Calibri"/>
                <a:cs typeface="Calibri"/>
              </a:rPr>
              <a:t>Task / 결과 참조 read port</a:t>
            </a:r>
            <a:endParaRPr lang="ko-KR">
              <a:latin typeface="Calibri"/>
              <a:ea typeface="Calibri"/>
              <a:cs typeface="Calibri"/>
            </a:endParaRPr>
          </a:p>
        </p:txBody>
      </p:sp>
      <p:sp>
        <p:nvSpPr>
          <p:cNvPr id="44" name="Bcm">
            <a:extLst>
              <a:ext uri="{FF2B5EF4-FFF2-40B4-BE49-F238E27FC236}">
                <ns2:creationId id="{32E7F094-556A-4F02-B1FF-85D2256472BB}"/>
              </a:ext>
            </a:extLst>
          </p:cNvPr>
          <p:cNvSpPr>
            <a:spLocks noGrp="1"/>
          </p:cNvSpPr>
          <p:nvPr/>
        </p:nvSpPr>
        <p:spPr>
          <a:xfrm>
            <a:off x="9563100" y="2733675"/>
            <a:ext cx="8382000" cy="5743575"/>
          </a:xfrm>
          <a:prstGeom prst="rect">
            <a:avLst/>
          </a:prstGeom>
          <a:solidFill>
            <a:srgbClr val="FFFFFF"/>
          </a:solidFill>
          <a:ln w="9525">
            <a:solidFill>
              <a:srgbClr val="263445"/>
            </a:solidFill>
          </a:ln>
        </p:spPr>
        <p:txBody>
          <a:bodyPr wrap="none" lIns="85725" tIns="9525" rIns="66675" bIns="0" anchor="t">
            <a:noAutofit/>
          </a:bodyPr>
          <a:lstStyle>
            <a:defPPr algn="l">
              <a:defRPr sz="1200" lang="ko-KR">
                <a:solidFill>
                  <a:srgbClr val="000000"/>
                </a:solidFill>
                <a:latin typeface="Calibri"/>
                <a:ea typeface="Calibri"/>
                <a:cs typeface="Calibri"/>
              </a:defRPr>
            </a:defPPr>
          </a:lstStyle>
          <a:p>
            <a:pPr algn="l">
              <a:lnSpc>
                <a:spcPct val="110000"/>
              </a:lnSpc>
              <a:spcAft>
                <a:spcPts val="0"/>
              </a:spcAft>
              <a:buNone/>
              <a:defRPr sz="1200" lang="ko-KR">
                <a:solidFill>
                  <a:srgbClr val="000000"/>
                </a:solidFill>
                <a:latin typeface="Calibri"/>
                <a:ea typeface="Calibri"/>
                <a:cs typeface="Calibri"/>
              </a:defRPr>
            </a:pPr>
            <a:r>
              <a:rPr sz="1200" b="1" lang="ko-KR">
                <a:solidFill>
                  <a:srgbClr val="000000"/>
                </a:solidFill>
                <a:latin typeface="Calibri"/>
                <a:ea typeface="Calibri"/>
                <a:cs typeface="Calibri"/>
              </a:rPr>
              <a:t>Context Manager</a:t>
            </a:r>
            <a:endParaRPr lang="ko-KR">
              <a:latin typeface="Calibri"/>
              <a:ea typeface="Calibri"/>
              <a:cs typeface="Calibri"/>
            </a:endParaRPr>
          </a:p>
        </p:txBody>
      </p:sp>
      <p:sp>
        <p:nvSpPr>
          <p:cNvPr id="45" name="Bcm-header">
            <a:extLst>
              <a:ext uri="{FF2B5EF4-FFF2-40B4-BE49-F238E27FC236}">
                <ns2:creationId id="{DA8EFC12-E9EF-4CBB-BF6C-E2EF36B39867}"/>
              </a:ext>
            </a:extLst>
          </p:cNvPr>
          <p:cNvSpPr>
            <a:spLocks noGrp="1"/>
          </p:cNvSpPr>
          <p:nvPr/>
        </p:nvSpPr>
        <p:spPr>
          <a:xfrm>
            <a:off x="9563100" y="2962275"/>
            <a:ext cx="8382000" cy="9525"/>
          </a:xfrm>
          <a:custGeom>
            <a:pathLst>
              <a:path w="8382000" h="9525">
                <a:moveTo>
                  <a:pt x="0" y="0"/>
                </a:moveTo>
                <a:lnTo>
                  <a:pt x="8382000" y="0"/>
                </a:lnTo>
              </a:path>
            </a:pathLst>
          </a:custGeom>
          <a:noFill/>
          <a:ln w="9525">
            <a:solidFill>
              <a:srgbClr val="263445"/>
            </a:solidFill>
            <a:prstDash val="solid"/>
          </a:ln>
        </p:spPr>
      </p:sp>
      <p:sp>
        <p:nvSpPr>
          <p:cNvPr id="46" name="Bmodel">
            <a:extLst>
              <a:ext uri="{FF2B5EF4-FFF2-40B4-BE49-F238E27FC236}">
                <ns2:creationId id="{79DB7478-FBF6-4C67-BC22-1CEB17A12A8D}"/>
              </a:ext>
            </a:extLst>
          </p:cNvPr>
          <p:cNvSpPr>
            <a:spLocks noGrp="1"/>
          </p:cNvSpPr>
          <p:nvPr/>
        </p:nvSpPr>
        <p:spPr>
          <a:xfrm>
            <a:off x="9563100" y="8782050"/>
            <a:ext cx="2476500" cy="857250"/>
          </a:xfrm>
          <a:prstGeom prst="rect">
            <a:avLst/>
          </a:prstGeom>
          <a:solidFill>
            <a:srgbClr val="FFFFFF"/>
          </a:solidFill>
          <a:ln w="9525">
            <a:solidFill>
              <a:srgbClr val="263445"/>
            </a:solidFill>
          </a:ln>
        </p:spPr>
        <p:txBody>
          <a:bodyPr wrap="none" lIns="85725" tIns="9525" rIns="66675" bIns="0" anchor="t">
            <a:noAutofit/>
          </a:bodyPr>
          <a:lstStyle>
            <a:defPPr algn="l">
              <a:defRPr sz="1200" lang="ko-KR">
                <a:solidFill>
                  <a:srgbClr val="000000"/>
                </a:solidFill>
                <a:latin typeface="Calibri"/>
                <a:ea typeface="Calibri"/>
                <a:cs typeface="Calibri"/>
              </a:defRPr>
            </a:defPPr>
          </a:lstStyle>
          <a:p>
            <a:pPr algn="l">
              <a:lnSpc>
                <a:spcPct val="110000"/>
              </a:lnSpc>
              <a:spcAft>
                <a:spcPts val="0"/>
              </a:spcAft>
              <a:buNone/>
              <a:defRPr sz="1200" lang="ko-KR">
                <a:solidFill>
                  <a:srgbClr val="000000"/>
                </a:solidFill>
                <a:latin typeface="Calibri"/>
                <a:ea typeface="Calibri"/>
                <a:cs typeface="Calibri"/>
              </a:defRPr>
            </a:pPr>
            <a:r>
              <a:rPr sz="1200" b="1" lang="ko-KR">
                <a:solidFill>
                  <a:srgbClr val="000000"/>
                </a:solidFill>
                <a:latin typeface="Calibri"/>
                <a:ea typeface="Calibri"/>
                <a:cs typeface="Calibri"/>
              </a:rPr>
              <a:t>Model Access</a:t>
            </a:r>
            <a:endParaRPr lang="ko-KR">
              <a:latin typeface="Calibri"/>
              <a:ea typeface="Calibri"/>
              <a:cs typeface="Calibri"/>
            </a:endParaRPr>
          </a:p>
        </p:txBody>
      </p:sp>
      <p:sp>
        <p:nvSpPr>
          <p:cNvPr id="47" name="Bmodel-header">
            <a:extLst>
              <a:ext uri="{FF2B5EF4-FFF2-40B4-BE49-F238E27FC236}">
                <ns2:creationId id="{2B8FF964-E71A-4E3F-9776-47B9EAFD30D0}"/>
              </a:ext>
            </a:extLst>
          </p:cNvPr>
          <p:cNvSpPr>
            <a:spLocks noGrp="1"/>
          </p:cNvSpPr>
          <p:nvPr/>
        </p:nvSpPr>
        <p:spPr>
          <a:xfrm>
            <a:off x="9563100" y="9010650"/>
            <a:ext cx="2476500" cy="9525"/>
          </a:xfrm>
          <a:custGeom>
            <a:pathLst>
              <a:path w="2476500" h="9525">
                <a:moveTo>
                  <a:pt x="0" y="0"/>
                </a:moveTo>
                <a:lnTo>
                  <a:pt x="2476500" y="0"/>
                </a:lnTo>
              </a:path>
            </a:pathLst>
          </a:custGeom>
          <a:noFill/>
          <a:ln w="9525">
            <a:solidFill>
              <a:srgbClr val="263445"/>
            </a:solidFill>
            <a:prstDash val="solid"/>
          </a:ln>
        </p:spPr>
      </p:sp>
      <p:sp>
        <p:nvSpPr>
          <p:cNvPr id="48" name="Bapi">
            <a:extLst>
              <a:ext uri="{FF2B5EF4-FFF2-40B4-BE49-F238E27FC236}">
                <ns2:creationId id="{23E8CCA8-AE8A-4CF5-AFFB-41A675EA14F9}"/>
              </a:ext>
            </a:extLst>
          </p:cNvPr>
          <p:cNvSpPr>
            <a:spLocks noGrp="1"/>
          </p:cNvSpPr>
          <p:nvPr/>
        </p:nvSpPr>
        <p:spPr>
          <a:xfrm>
            <a:off x="9658350" y="9096375"/>
            <a:ext cx="2286000" cy="476250"/>
          </a:xfrm>
          <a:prstGeom prst="roundRect">
            <a:avLst>
              <a:gd name="adj" fmla="val 16000"/>
            </a:avLst>
          </a:prstGeom>
          <a:solidFill>
            <a:srgbClr val="FFFFFF"/>
          </a:solidFill>
          <a:ln w="9525">
            <a:solidFill>
              <a:srgbClr val="263445"/>
            </a:solidFill>
          </a:ln>
        </p:spPr>
        <p:txBody>
          <a:bodyPr wrap="none" lIns="85725" tIns="76200" rIns="66675" bIns="0" anchor="t">
            <a:noAutofit/>
          </a:bodyPr>
          <a:lstStyle>
            <a:defPPr algn="l">
              <a:defRPr sz="1200" lang="ko-KR">
                <a:solidFill>
                  <a:srgbClr val="000000"/>
                </a:solidFill>
                <a:latin typeface="Calibri"/>
                <a:ea typeface="Calibri"/>
                <a:cs typeface="Calibri"/>
              </a:defRPr>
            </a:defPPr>
          </a:lstStyle>
          <a:p>
            <a:pPr algn="l">
              <a:lnSpc>
                <a:spcPct val="110000"/>
              </a:lnSpc>
              <a:spcAft>
                <a:spcPts val="8"/>
              </a:spcAft>
              <a:buNone/>
              <a:defRPr sz="1200" lang="ko-KR">
                <a:solidFill>
                  <a:srgbClr val="000000"/>
                </a:solidFill>
                <a:latin typeface="Calibri"/>
                <a:ea typeface="Calibri"/>
                <a:cs typeface="Calibri"/>
              </a:defRPr>
            </a:pPr>
            <a:r>
              <a:rPr sz="1200" b="1" lang="ko-KR">
                <a:solidFill>
                  <a:srgbClr val="000000"/>
                </a:solidFill>
                <a:latin typeface="Calibri"/>
                <a:ea typeface="Calibri"/>
                <a:cs typeface="Calibri"/>
              </a:rPr>
              <a:t>Semantic API Client</a:t>
            </a:r>
            <a:endParaRPr lang="ko-KR">
              <a:latin typeface="Calibri"/>
              <a:ea typeface="Calibri"/>
              <a:cs typeface="Calibri"/>
            </a:endParaRPr>
          </a:p>
        </p:txBody>
      </p:sp>
      <p:sp>
        <p:nvSpPr>
          <p:cNvPr id="49" name="Brc">
            <a:extLst>
              <a:ext uri="{FF2B5EF4-FFF2-40B4-BE49-F238E27FC236}">
                <ns2:creationId id="{2F4775E1-BDEB-4EE7-ACEF-902ADD759AD7}"/>
              </a:ext>
            </a:extLst>
          </p:cNvPr>
          <p:cNvSpPr>
            <a:spLocks noGrp="1"/>
          </p:cNvSpPr>
          <p:nvPr/>
        </p:nvSpPr>
        <p:spPr>
          <a:xfrm>
            <a:off x="12611100" y="8782050"/>
            <a:ext cx="2476500" cy="857250"/>
          </a:xfrm>
          <a:prstGeom prst="rect">
            <a:avLst/>
          </a:prstGeom>
          <a:solidFill>
            <a:srgbClr val="FFFFFF"/>
          </a:solidFill>
          <a:ln w="9525">
            <a:solidFill>
              <a:srgbClr val="263445"/>
            </a:solidFill>
          </a:ln>
        </p:spPr>
        <p:txBody>
          <a:bodyPr wrap="none" lIns="85725" tIns="9525" rIns="66675" bIns="0" anchor="t">
            <a:noAutofit/>
          </a:bodyPr>
          <a:lstStyle>
            <a:defPPr algn="l">
              <a:defRPr sz="1200" lang="ko-KR">
                <a:solidFill>
                  <a:srgbClr val="000000"/>
                </a:solidFill>
                <a:latin typeface="Calibri"/>
                <a:ea typeface="Calibri"/>
                <a:cs typeface="Calibri"/>
              </a:defRPr>
            </a:defPPr>
          </a:lstStyle>
          <a:p>
            <a:pPr algn="l">
              <a:lnSpc>
                <a:spcPct val="110000"/>
              </a:lnSpc>
              <a:spcAft>
                <a:spcPts val="0"/>
              </a:spcAft>
              <a:buNone/>
              <a:defRPr sz="1200" lang="ko-KR">
                <a:solidFill>
                  <a:srgbClr val="000000"/>
                </a:solidFill>
                <a:latin typeface="Calibri"/>
                <a:ea typeface="Calibri"/>
                <a:cs typeface="Calibri"/>
              </a:defRPr>
            </a:pPr>
            <a:r>
              <a:rPr sz="1200" b="1" lang="ko-KR">
                <a:solidFill>
                  <a:srgbClr val="000000"/>
                </a:solidFill>
                <a:latin typeface="Calibri"/>
                <a:ea typeface="Calibri"/>
                <a:cs typeface="Calibri"/>
              </a:rPr>
              <a:t>Request Controller</a:t>
            </a:r>
            <a:endParaRPr lang="ko-KR">
              <a:latin typeface="Calibri"/>
              <a:ea typeface="Calibri"/>
              <a:cs typeface="Calibri"/>
            </a:endParaRPr>
          </a:p>
        </p:txBody>
      </p:sp>
      <p:sp>
        <p:nvSpPr>
          <p:cNvPr id="50" name="Brc-header">
            <a:extLst>
              <a:ext uri="{FF2B5EF4-FFF2-40B4-BE49-F238E27FC236}">
                <ns2:creationId id="{4DECF92B-6741-4C78-AE7C-2117700C4E02}"/>
              </a:ext>
            </a:extLst>
          </p:cNvPr>
          <p:cNvSpPr>
            <a:spLocks noGrp="1"/>
          </p:cNvSpPr>
          <p:nvPr/>
        </p:nvSpPr>
        <p:spPr>
          <a:xfrm>
            <a:off x="12611100" y="9010650"/>
            <a:ext cx="2476500" cy="9525"/>
          </a:xfrm>
          <a:custGeom>
            <a:pathLst>
              <a:path w="2476500" h="9525">
                <a:moveTo>
                  <a:pt x="0" y="0"/>
                </a:moveTo>
                <a:lnTo>
                  <a:pt x="2476500" y="0"/>
                </a:lnTo>
              </a:path>
            </a:pathLst>
          </a:custGeom>
          <a:noFill/>
          <a:ln w="9525">
            <a:solidFill>
              <a:srgbClr val="263445"/>
            </a:solidFill>
            <a:prstDash val="solid"/>
          </a:ln>
        </p:spPr>
      </p:sp>
      <p:sp>
        <p:nvSpPr>
          <p:cNvPr id="51" name="Badoption">
            <a:extLst>
              <a:ext uri="{FF2B5EF4-FFF2-40B4-BE49-F238E27FC236}">
                <ns2:creationId id="{FAE75ED3-AE4C-4E48-97AC-57E7025FFCDB}"/>
              </a:ext>
            </a:extLst>
          </p:cNvPr>
          <p:cNvSpPr>
            <a:spLocks noGrp="1"/>
          </p:cNvSpPr>
          <p:nvPr/>
        </p:nvSpPr>
        <p:spPr>
          <a:xfrm>
            <a:off x="12706350" y="9096375"/>
            <a:ext cx="2286000" cy="476250"/>
          </a:xfrm>
          <a:prstGeom prst="roundRect">
            <a:avLst>
              <a:gd name="adj" fmla="val 16000"/>
            </a:avLst>
          </a:prstGeom>
          <a:solidFill>
            <a:srgbClr val="FFFFFF"/>
          </a:solidFill>
          <a:ln w="9525">
            <a:solidFill>
              <a:srgbClr val="263445"/>
            </a:solidFill>
          </a:ln>
        </p:spPr>
        <p:txBody>
          <a:bodyPr wrap="none" lIns="85725" tIns="76200" rIns="66675" bIns="0" anchor="t">
            <a:noAutofit/>
          </a:bodyPr>
          <a:lstStyle>
            <a:defPPr algn="l">
              <a:defRPr sz="1200" lang="ko-KR">
                <a:solidFill>
                  <a:srgbClr val="000000"/>
                </a:solidFill>
                <a:latin typeface="Calibri"/>
                <a:ea typeface="Calibri"/>
                <a:cs typeface="Calibri"/>
              </a:defRPr>
            </a:defPPr>
          </a:lstStyle>
          <a:p>
            <a:pPr algn="l">
              <a:lnSpc>
                <a:spcPct val="110000"/>
              </a:lnSpc>
              <a:spcAft>
                <a:spcPts val="8"/>
              </a:spcAft>
              <a:buNone/>
              <a:defRPr sz="1200" lang="ko-KR">
                <a:solidFill>
                  <a:srgbClr val="000000"/>
                </a:solidFill>
                <a:latin typeface="Calibri"/>
                <a:ea typeface="Calibri"/>
                <a:cs typeface="Calibri"/>
              </a:defRPr>
            </a:pPr>
            <a:r>
              <a:rPr sz="1200" b="1" lang="ko-KR">
                <a:solidFill>
                  <a:srgbClr val="000000"/>
                </a:solidFill>
                <a:latin typeface="Calibri"/>
                <a:ea typeface="Calibri"/>
                <a:cs typeface="Calibri"/>
              </a:rPr>
              <a:t>입력 이력 read / 현재 채택</a:t>
            </a:r>
            <a:endParaRPr lang="ko-KR">
              <a:latin typeface="Calibri"/>
              <a:ea typeface="Calibri"/>
              <a:cs typeface="Calibri"/>
            </a:endParaRPr>
          </a:p>
        </p:txBody>
      </p:sp>
      <p:sp>
        <p:nvSpPr>
          <p:cNvPr id="52" name="Bpolicy">
            <a:extLst>
              <a:ext uri="{FF2B5EF4-FFF2-40B4-BE49-F238E27FC236}">
                <ns2:creationId id="{46E06689-641C-41E8-A4D4-784092CFE4DC}"/>
              </a:ext>
            </a:extLst>
          </p:cNvPr>
          <p:cNvSpPr>
            <a:spLocks noGrp="1"/>
          </p:cNvSpPr>
          <p:nvPr/>
        </p:nvSpPr>
        <p:spPr>
          <a:xfrm>
            <a:off x="15468600" y="8782050"/>
            <a:ext cx="2476500" cy="857250"/>
          </a:xfrm>
          <a:prstGeom prst="rect">
            <a:avLst/>
          </a:prstGeom>
          <a:solidFill>
            <a:srgbClr val="FFFFFF"/>
          </a:solidFill>
          <a:ln w="9525">
            <a:solidFill>
              <a:srgbClr val="263445"/>
            </a:solidFill>
          </a:ln>
        </p:spPr>
        <p:txBody>
          <a:bodyPr wrap="none" lIns="85725" tIns="9525" rIns="66675" bIns="0" anchor="t">
            <a:noAutofit/>
          </a:bodyPr>
          <a:lstStyle>
            <a:defPPr algn="l">
              <a:defRPr sz="1200" lang="ko-KR">
                <a:solidFill>
                  <a:srgbClr val="000000"/>
                </a:solidFill>
                <a:latin typeface="Calibri"/>
                <a:ea typeface="Calibri"/>
                <a:cs typeface="Calibri"/>
              </a:defRPr>
            </a:defPPr>
          </a:lstStyle>
          <a:p>
            <a:pPr algn="l">
              <a:lnSpc>
                <a:spcPct val="110000"/>
              </a:lnSpc>
              <a:spcAft>
                <a:spcPts val="0"/>
              </a:spcAft>
              <a:buNone/>
              <a:defRPr sz="1200" lang="ko-KR">
                <a:solidFill>
                  <a:srgbClr val="000000"/>
                </a:solidFill>
                <a:latin typeface="Calibri"/>
                <a:ea typeface="Calibri"/>
                <a:cs typeface="Calibri"/>
              </a:defRPr>
            </a:pPr>
            <a:r>
              <a:rPr sz="1200" b="1" lang="ko-KR">
                <a:solidFill>
                  <a:srgbClr val="000000"/>
                </a:solidFill>
                <a:latin typeface="Calibri"/>
                <a:ea typeface="Calibri"/>
                <a:cs typeface="Calibri"/>
              </a:rPr>
              <a:t>Policy Manager</a:t>
            </a:r>
            <a:endParaRPr lang="ko-KR">
              <a:latin typeface="Calibri"/>
              <a:ea typeface="Calibri"/>
              <a:cs typeface="Calibri"/>
            </a:endParaRPr>
          </a:p>
        </p:txBody>
      </p:sp>
      <p:sp>
        <p:nvSpPr>
          <p:cNvPr id="53" name="Bpolicy-header">
            <a:extLst>
              <a:ext uri="{FF2B5EF4-FFF2-40B4-BE49-F238E27FC236}">
                <ns2:creationId id="{FDCCC69A-AFFB-4B0D-9E06-6295ED6320B3}"/>
              </a:ext>
            </a:extLst>
          </p:cNvPr>
          <p:cNvSpPr>
            <a:spLocks noGrp="1"/>
          </p:cNvSpPr>
          <p:nvPr/>
        </p:nvSpPr>
        <p:spPr>
          <a:xfrm>
            <a:off x="15468600" y="9010650"/>
            <a:ext cx="2476500" cy="9525"/>
          </a:xfrm>
          <a:custGeom>
            <a:pathLst>
              <a:path w="2476500" h="9525">
                <a:moveTo>
                  <a:pt x="0" y="0"/>
                </a:moveTo>
                <a:lnTo>
                  <a:pt x="2476500" y="0"/>
                </a:lnTo>
              </a:path>
            </a:pathLst>
          </a:custGeom>
          <a:noFill/>
          <a:ln w="9525">
            <a:solidFill>
              <a:srgbClr val="263445"/>
            </a:solidFill>
            <a:prstDash val="solid"/>
          </a:ln>
        </p:spPr>
      </p:sp>
      <p:sp>
        <p:nvSpPr>
          <p:cNvPr id="54" name="Buse">
            <a:extLst>
              <a:ext uri="{FF2B5EF4-FFF2-40B4-BE49-F238E27FC236}">
                <ns2:creationId id="{CE23AEBB-3C44-4FE5-B022-5452464FB114}"/>
              </a:ext>
            </a:extLst>
          </p:cNvPr>
          <p:cNvSpPr>
            <a:spLocks noGrp="1"/>
          </p:cNvSpPr>
          <p:nvPr/>
        </p:nvSpPr>
        <p:spPr>
          <a:xfrm>
            <a:off x="15563850" y="9096375"/>
            <a:ext cx="2286000" cy="476250"/>
          </a:xfrm>
          <a:prstGeom prst="roundRect">
            <a:avLst>
              <a:gd name="adj" fmla="val 16000"/>
            </a:avLst>
          </a:prstGeom>
          <a:solidFill>
            <a:srgbClr val="FFFFFF"/>
          </a:solidFill>
          <a:ln w="9525">
            <a:solidFill>
              <a:srgbClr val="263445"/>
            </a:solidFill>
          </a:ln>
        </p:spPr>
        <p:txBody>
          <a:bodyPr wrap="none" lIns="85725" tIns="76200" rIns="66675" bIns="0" anchor="t">
            <a:noAutofit/>
          </a:bodyPr>
          <a:lstStyle>
            <a:defPPr algn="l">
              <a:defRPr sz="1200" lang="ko-KR">
                <a:solidFill>
                  <a:srgbClr val="000000"/>
                </a:solidFill>
                <a:latin typeface="Calibri"/>
                <a:ea typeface="Calibri"/>
                <a:cs typeface="Calibri"/>
              </a:defRPr>
            </a:defPPr>
          </a:lstStyle>
          <a:p>
            <a:pPr algn="l">
              <a:lnSpc>
                <a:spcPct val="110000"/>
              </a:lnSpc>
              <a:spcAft>
                <a:spcPts val="8"/>
              </a:spcAft>
              <a:buNone/>
              <a:defRPr sz="1200" lang="ko-KR">
                <a:solidFill>
                  <a:srgbClr val="000000"/>
                </a:solidFill>
                <a:latin typeface="Calibri"/>
                <a:ea typeface="Calibri"/>
                <a:cs typeface="Calibri"/>
              </a:defRPr>
            </a:pPr>
            <a:r>
              <a:rPr sz="1200" b="1" lang="ko-KR">
                <a:solidFill>
                  <a:srgbClr val="000000"/>
                </a:solidFill>
                <a:latin typeface="Calibri"/>
                <a:ea typeface="Calibri"/>
                <a:cs typeface="Calibri"/>
              </a:rPr>
              <a:t>현재 권한 검사 / 사용 등록</a:t>
            </a:r>
            <a:endParaRPr lang="ko-KR">
              <a:latin typeface="Calibri"/>
              <a:ea typeface="Calibri"/>
              <a:cs typeface="Calibri"/>
            </a:endParaRPr>
          </a:p>
        </p:txBody>
      </p:sp>
      <p:sp>
        <p:nvSpPr>
          <p:cNvPr id="55" name="Bpublisher">
            <a:extLst>
              <a:ext uri="{FF2B5EF4-FFF2-40B4-BE49-F238E27FC236}">
                <ns2:creationId id="{E2501539-D945-467E-B30D-2D8F3B8DEAF1}"/>
              </a:ext>
            </a:extLst>
          </p:cNvPr>
          <p:cNvSpPr>
            <a:spLocks noGrp="1"/>
          </p:cNvSpPr>
          <p:nvPr/>
        </p:nvSpPr>
        <p:spPr>
          <a:xfrm>
            <a:off x="9753600" y="3095625"/>
            <a:ext cx="8001000" cy="2333625"/>
          </a:xfrm>
          <a:prstGeom prst="rect">
            <a:avLst/>
          </a:prstGeom>
          <a:solidFill>
            <a:srgbClr val="FFF3E5"/>
          </a:solidFill>
          <a:ln w="9525">
            <a:solidFill>
              <a:srgbClr val="B8753F"/>
            </a:solidFill>
          </a:ln>
        </p:spPr>
        <p:txBody>
          <a:bodyPr wrap="none" lIns="85725" tIns="9525" rIns="66675" bIns="0" anchor="t">
            <a:noAutofit/>
          </a:bodyPr>
          <a:lstStyle>
            <a:defPPr algn="l">
              <a:defRPr sz="1200" lang="ko-KR">
                <a:solidFill>
                  <a:srgbClr val="000000"/>
                </a:solidFill>
                <a:latin typeface="Calibri"/>
                <a:ea typeface="Calibri"/>
                <a:cs typeface="Calibri"/>
              </a:defRPr>
            </a:defPPr>
          </a:lstStyle>
          <a:p>
            <a:pPr algn="l">
              <a:lnSpc>
                <a:spcPct val="110000"/>
              </a:lnSpc>
              <a:spcAft>
                <a:spcPts val="0"/>
              </a:spcAft>
              <a:buNone/>
              <a:defRPr sz="1200" lang="ko-KR">
                <a:solidFill>
                  <a:srgbClr val="000000"/>
                </a:solidFill>
                <a:latin typeface="Calibri"/>
                <a:ea typeface="Calibri"/>
                <a:cs typeface="Calibri"/>
              </a:defRPr>
            </a:pPr>
            <a:r>
              <a:rPr sz="1200" b="1" lang="ko-KR">
                <a:solidFill>
                  <a:srgbClr val="000000"/>
                </a:solidFill>
                <a:latin typeface="Calibri"/>
                <a:ea typeface="Calibri"/>
                <a:cs typeface="Calibri"/>
              </a:rPr>
              <a:t>Memory Publisher</a:t>
            </a:r>
            <a:endParaRPr lang="ko-KR">
              <a:latin typeface="Calibri"/>
              <a:ea typeface="Calibri"/>
              <a:cs typeface="Calibri"/>
            </a:endParaRPr>
          </a:p>
        </p:txBody>
      </p:sp>
      <p:sp>
        <p:nvSpPr>
          <p:cNvPr id="56" name="Bpublisher-header">
            <a:extLst>
              <a:ext uri="{FF2B5EF4-FFF2-40B4-BE49-F238E27FC236}">
                <ns2:creationId id="{54B7FDCF-33C8-404B-829B-ACB09D4C29A1}"/>
              </a:ext>
            </a:extLst>
          </p:cNvPr>
          <p:cNvSpPr>
            <a:spLocks noGrp="1"/>
          </p:cNvSpPr>
          <p:nvPr/>
        </p:nvSpPr>
        <p:spPr>
          <a:xfrm>
            <a:off x="9753600" y="3324225"/>
            <a:ext cx="8001000" cy="9525"/>
          </a:xfrm>
          <a:custGeom>
            <a:pathLst>
              <a:path w="8001000" h="9525">
                <a:moveTo>
                  <a:pt x="0" y="0"/>
                </a:moveTo>
                <a:lnTo>
                  <a:pt x="8001000" y="0"/>
                </a:lnTo>
              </a:path>
            </a:pathLst>
          </a:custGeom>
          <a:noFill/>
          <a:ln w="9525">
            <a:solidFill>
              <a:srgbClr val="B8753F"/>
            </a:solidFill>
            <a:prstDash val="solid"/>
          </a:ln>
        </p:spPr>
      </p:sp>
      <p:sp>
        <p:nvSpPr>
          <p:cNvPr id="57" name="Badmit">
            <a:extLst>
              <a:ext uri="{FF2B5EF4-FFF2-40B4-BE49-F238E27FC236}">
                <ns2:creationId id="{C7466C4D-38C3-4D07-95A0-55265AF740E9}"/>
              </a:ext>
            </a:extLst>
          </p:cNvPr>
          <p:cNvSpPr>
            <a:spLocks noGrp="1"/>
          </p:cNvSpPr>
          <p:nvPr/>
        </p:nvSpPr>
        <p:spPr>
          <a:xfrm>
            <a:off x="9944100" y="3476625"/>
            <a:ext cx="2190750" cy="762000"/>
          </a:xfrm>
          <a:prstGeom prst="roundRect">
            <a:avLst>
              <a:gd name="adj" fmla="val 10000"/>
            </a:avLst>
          </a:prstGeom>
          <a:solidFill>
            <a:srgbClr val="FFF3E5"/>
          </a:solidFill>
          <a:ln w="9525">
            <a:solidFill>
              <a:srgbClr val="B8753F"/>
            </a:solidFill>
          </a:ln>
        </p:spPr>
        <p:txBody>
          <a:bodyPr wrap="none" lIns="85725" tIns="76200" rIns="66675" bIns="0" anchor="t">
            <a:noAutofit/>
          </a:bodyPr>
          <a:lstStyle>
            <a:defPPr algn="l">
              <a:defRPr sz="1200" lang="ko-KR">
                <a:solidFill>
                  <a:srgbClr val="000000"/>
                </a:solidFill>
                <a:latin typeface="Calibri"/>
                <a:ea typeface="Calibri"/>
                <a:cs typeface="Calibri"/>
              </a:defRPr>
            </a:defPPr>
          </a:lstStyle>
          <a:p>
            <a:pPr algn="l">
              <a:lnSpc>
                <a:spcPct val="110000"/>
              </a:lnSpc>
              <a:spcAft>
                <a:spcPts val="8"/>
              </a:spcAft>
              <a:buNone/>
              <a:defRPr sz="1200" lang="ko-KR">
                <a:solidFill>
                  <a:srgbClr val="000000"/>
                </a:solidFill>
                <a:latin typeface="Calibri"/>
                <a:ea typeface="Calibri"/>
                <a:cs typeface="Calibri"/>
              </a:defRPr>
            </a:pPr>
            <a:r>
              <a:rPr sz="1200" b="1" lang="ko-KR">
                <a:solidFill>
                  <a:srgbClr val="000000"/>
                </a:solidFill>
                <a:latin typeface="Calibri"/>
                <a:ea typeface="Calibri"/>
                <a:cs typeface="Calibri"/>
              </a:rPr>
              <a:t>Change Admission</a:t>
            </a:r>
            <a:endParaRPr lang="ko-KR">
              <a:latin typeface="Calibri"/>
              <a:ea typeface="Calibri"/>
              <a:cs typeface="Calibri"/>
            </a:endParaRPr>
          </a:p>
          <a:p>
            <a:pPr algn="l">
              <a:lnSpc>
                <a:spcPct val="110000"/>
              </a:lnSpc>
              <a:spcAft>
                <a:spcPts val="2"/>
              </a:spcAft>
              <a:buNone/>
              <a:defRPr sz="1200" lang="ko-KR">
                <a:solidFill>
                  <a:srgbClr val="000000"/>
                </a:solidFill>
                <a:latin typeface="Calibri"/>
                <a:ea typeface="Calibri"/>
                <a:cs typeface="Calibri"/>
              </a:defRPr>
            </a:pPr>
            <a:r>
              <a:rPr sz="1200" lang="ko-KR">
                <a:solidFill>
                  <a:srgbClr val="000000"/>
                </a:solidFill>
                <a:latin typeface="Calibri"/>
                <a:ea typeface="Calibri"/>
                <a:cs typeface="Calibri"/>
              </a:rPr>
              <a:t>확정 변경 / backfill 접수</a:t>
            </a:r>
            <a:endParaRPr lang="ko-KR">
              <a:latin typeface="Calibri"/>
              <a:ea typeface="Calibri"/>
              <a:cs typeface="Calibri"/>
            </a:endParaRPr>
          </a:p>
          <a:p>
            <a:pPr algn="l">
              <a:lnSpc>
                <a:spcPct val="110000"/>
              </a:lnSpc>
              <a:spcAft>
                <a:spcPts val="2"/>
              </a:spcAft>
              <a:buNone/>
              <a:defRPr sz="1200" lang="ko-KR">
                <a:solidFill>
                  <a:srgbClr val="000000"/>
                </a:solidFill>
                <a:latin typeface="Calibri"/>
                <a:ea typeface="Calibri"/>
                <a:cs typeface="Calibri"/>
              </a:defRPr>
            </a:pPr>
            <a:r>
              <a:rPr sz="1200" lang="ko-KR">
                <a:solidFill>
                  <a:srgbClr val="000000"/>
                </a:solidFill>
                <a:latin typeface="Calibri"/>
                <a:ea typeface="Calibri"/>
                <a:cs typeface="Calibri"/>
              </a:rPr>
              <a:t>범위, 예산과 생산 job 등록</a:t>
            </a:r>
            <a:endParaRPr lang="ko-KR">
              <a:latin typeface="Calibri"/>
              <a:ea typeface="Calibri"/>
              <a:cs typeface="Calibri"/>
            </a:endParaRPr>
          </a:p>
        </p:txBody>
      </p:sp>
      <p:sp>
        <p:nvSpPr>
          <p:cNvPr id="58" name="Bworker">
            <a:extLst>
              <a:ext uri="{FF2B5EF4-FFF2-40B4-BE49-F238E27FC236}">
                <ns2:creationId id="{B077CF20-2EB6-4A46-9076-133C6B752911}"/>
              </a:ext>
            </a:extLst>
          </p:cNvPr>
          <p:cNvSpPr>
            <a:spLocks noGrp="1"/>
          </p:cNvSpPr>
          <p:nvPr/>
        </p:nvSpPr>
        <p:spPr>
          <a:xfrm>
            <a:off x="12801600" y="3476625"/>
            <a:ext cx="2190750" cy="762000"/>
          </a:xfrm>
          <a:prstGeom prst="roundRect">
            <a:avLst>
              <a:gd name="adj" fmla="val 10000"/>
            </a:avLst>
          </a:prstGeom>
          <a:solidFill>
            <a:srgbClr val="FFF3E5"/>
          </a:solidFill>
          <a:ln w="9525">
            <a:solidFill>
              <a:srgbClr val="B8753F"/>
            </a:solidFill>
          </a:ln>
        </p:spPr>
        <p:txBody>
          <a:bodyPr wrap="none" lIns="85725" tIns="76200" rIns="66675" bIns="0" anchor="t">
            <a:noAutofit/>
          </a:bodyPr>
          <a:lstStyle>
            <a:defPPr algn="l">
              <a:defRPr sz="1200" lang="ko-KR">
                <a:solidFill>
                  <a:srgbClr val="000000"/>
                </a:solidFill>
                <a:latin typeface="Calibri"/>
                <a:ea typeface="Calibri"/>
                <a:cs typeface="Calibri"/>
              </a:defRPr>
            </a:defPPr>
          </a:lstStyle>
          <a:p>
            <a:pPr algn="l">
              <a:lnSpc>
                <a:spcPct val="110000"/>
              </a:lnSpc>
              <a:spcAft>
                <a:spcPts val="8"/>
              </a:spcAft>
              <a:buNone/>
              <a:defRPr sz="1200" lang="ko-KR">
                <a:solidFill>
                  <a:srgbClr val="000000"/>
                </a:solidFill>
                <a:latin typeface="Calibri"/>
                <a:ea typeface="Calibri"/>
                <a:cs typeface="Calibri"/>
              </a:defRPr>
            </a:pPr>
            <a:r>
              <a:rPr sz="1200" b="1" lang="ko-KR">
                <a:solidFill>
                  <a:srgbClr val="000000"/>
                </a:solidFill>
                <a:latin typeface="Calibri"/>
                <a:ea typeface="Calibri"/>
                <a:cs typeface="Calibri"/>
              </a:rPr>
              <a:t>Source Read Worker</a:t>
            </a:r>
            <a:endParaRPr lang="ko-KR">
              <a:latin typeface="Calibri"/>
              <a:ea typeface="Calibri"/>
              <a:cs typeface="Calibri"/>
            </a:endParaRPr>
          </a:p>
          <a:p>
            <a:pPr algn="l">
              <a:lnSpc>
                <a:spcPct val="110000"/>
              </a:lnSpc>
              <a:spcAft>
                <a:spcPts val="2"/>
              </a:spcAft>
              <a:buNone/>
              <a:defRPr sz="1200" lang="ko-KR">
                <a:solidFill>
                  <a:srgbClr val="000000"/>
                </a:solidFill>
                <a:latin typeface="Calibri"/>
                <a:ea typeface="Calibri"/>
                <a:cs typeface="Calibri"/>
              </a:defRPr>
            </a:pPr>
            <a:r>
              <a:rPr sz="1200" lang="ko-KR">
                <a:solidFill>
                  <a:srgbClr val="000000"/>
                </a:solidFill>
                <a:latin typeface="Calibri"/>
                <a:ea typeface="Calibri"/>
                <a:cs typeface="Calibri"/>
              </a:rPr>
              <a:t>job claim / 원본 읽기</a:t>
            </a:r>
            <a:endParaRPr lang="ko-KR">
              <a:latin typeface="Calibri"/>
              <a:ea typeface="Calibri"/>
              <a:cs typeface="Calibri"/>
            </a:endParaRPr>
          </a:p>
          <a:p>
            <a:pPr algn="l">
              <a:lnSpc>
                <a:spcPct val="110000"/>
              </a:lnSpc>
              <a:spcAft>
                <a:spcPts val="2"/>
              </a:spcAft>
              <a:buNone/>
              <a:defRPr sz="1200" lang="ko-KR">
                <a:solidFill>
                  <a:srgbClr val="000000"/>
                </a:solidFill>
                <a:latin typeface="Calibri"/>
                <a:ea typeface="Calibri"/>
                <a:cs typeface="Calibri"/>
              </a:defRPr>
            </a:pPr>
            <a:r>
              <a:rPr sz="1200" lang="ko-KR">
                <a:solidFill>
                  <a:srgbClr val="000000"/>
                </a:solidFill>
                <a:latin typeface="Calibri"/>
                <a:ea typeface="Calibri"/>
                <a:cs typeface="Calibri"/>
              </a:rPr>
              <a:t>S 입력 이력도 확인</a:t>
            </a:r>
            <a:endParaRPr lang="ko-KR">
              <a:latin typeface="Calibri"/>
              <a:ea typeface="Calibri"/>
              <a:cs typeface="Calibri"/>
            </a:endParaRPr>
          </a:p>
        </p:txBody>
      </p:sp>
      <p:sp>
        <p:nvSpPr>
          <p:cNvPr id="59" name="Bderive">
            <a:extLst>
              <a:ext uri="{FF2B5EF4-FFF2-40B4-BE49-F238E27FC236}">
                <ns2:creationId id="{A5093858-54EE-44CF-922C-7C61F655CB05}"/>
              </a:ext>
            </a:extLst>
          </p:cNvPr>
          <p:cNvSpPr>
            <a:spLocks noGrp="1"/>
          </p:cNvSpPr>
          <p:nvPr/>
        </p:nvSpPr>
        <p:spPr>
          <a:xfrm>
            <a:off x="15659100" y="3476625"/>
            <a:ext cx="1905000" cy="762000"/>
          </a:xfrm>
          <a:prstGeom prst="roundRect">
            <a:avLst>
              <a:gd name="adj" fmla="val 10000"/>
            </a:avLst>
          </a:prstGeom>
          <a:solidFill>
            <a:srgbClr val="FFF3E5"/>
          </a:solidFill>
          <a:ln w="9525">
            <a:solidFill>
              <a:srgbClr val="B8753F"/>
            </a:solidFill>
          </a:ln>
        </p:spPr>
        <p:txBody>
          <a:bodyPr wrap="none" lIns="85725" tIns="76200" rIns="66675" bIns="0" anchor="t">
            <a:noAutofit/>
          </a:bodyPr>
          <a:lstStyle>
            <a:defPPr algn="l">
              <a:defRPr sz="1200" lang="ko-KR">
                <a:solidFill>
                  <a:srgbClr val="000000"/>
                </a:solidFill>
                <a:latin typeface="Calibri"/>
                <a:ea typeface="Calibri"/>
                <a:cs typeface="Calibri"/>
              </a:defRPr>
            </a:defPPr>
          </a:lstStyle>
          <a:p>
            <a:pPr algn="l">
              <a:lnSpc>
                <a:spcPct val="110000"/>
              </a:lnSpc>
              <a:spcAft>
                <a:spcPts val="8"/>
              </a:spcAft>
              <a:buNone/>
              <a:defRPr sz="1200" lang="ko-KR">
                <a:solidFill>
                  <a:srgbClr val="000000"/>
                </a:solidFill>
                <a:latin typeface="Calibri"/>
                <a:ea typeface="Calibri"/>
                <a:cs typeface="Calibri"/>
              </a:defRPr>
            </a:pPr>
            <a:r>
              <a:rPr sz="1200" b="1" lang="ko-KR">
                <a:solidFill>
                  <a:srgbClr val="000000"/>
                </a:solidFill>
                <a:latin typeface="Calibri"/>
                <a:ea typeface="Calibri"/>
                <a:cs typeface="Calibri"/>
              </a:rPr>
              <a:t>Relation Builder</a:t>
            </a:r>
            <a:endParaRPr lang="ko-KR">
              <a:latin typeface="Calibri"/>
              <a:ea typeface="Calibri"/>
              <a:cs typeface="Calibri"/>
            </a:endParaRPr>
          </a:p>
          <a:p>
            <a:pPr algn="l">
              <a:lnSpc>
                <a:spcPct val="110000"/>
              </a:lnSpc>
              <a:spcAft>
                <a:spcPts val="2"/>
              </a:spcAft>
              <a:buNone/>
              <a:defRPr sz="1200" lang="ko-KR">
                <a:solidFill>
                  <a:srgbClr val="000000"/>
                </a:solidFill>
                <a:latin typeface="Calibri"/>
                <a:ea typeface="Calibri"/>
                <a:cs typeface="Calibri"/>
              </a:defRPr>
            </a:pPr>
            <a:r>
              <a:rPr sz="1200" lang="ko-KR">
                <a:solidFill>
                  <a:srgbClr val="000000"/>
                </a:solidFill>
                <a:latin typeface="Calibri"/>
                <a:ea typeface="Calibri"/>
                <a:cs typeface="Calibri"/>
              </a:rPr>
              <a:t>명시 관계는 코드</a:t>
            </a:r>
            <a:endParaRPr lang="ko-KR">
              <a:latin typeface="Calibri"/>
              <a:ea typeface="Calibri"/>
              <a:cs typeface="Calibri"/>
            </a:endParaRPr>
          </a:p>
          <a:p>
            <a:pPr algn="l">
              <a:lnSpc>
                <a:spcPct val="110000"/>
              </a:lnSpc>
              <a:spcAft>
                <a:spcPts val="2"/>
              </a:spcAft>
              <a:buNone/>
              <a:defRPr sz="1200" lang="ko-KR">
                <a:solidFill>
                  <a:srgbClr val="000000"/>
                </a:solidFill>
                <a:latin typeface="Calibri"/>
                <a:ea typeface="Calibri"/>
                <a:cs typeface="Calibri"/>
              </a:defRPr>
            </a:pPr>
            <a:r>
              <a:rPr sz="1200" lang="ko-KR">
                <a:solidFill>
                  <a:srgbClr val="000000"/>
                </a:solidFill>
                <a:latin typeface="Calibri"/>
                <a:ea typeface="Calibri"/>
                <a:cs typeface="Calibri"/>
              </a:rPr>
              <a:t>의미 추출은 조건부 모델</a:t>
            </a:r>
            <a:endParaRPr lang="ko-KR">
              <a:latin typeface="Calibri"/>
              <a:ea typeface="Calibri"/>
              <a:cs typeface="Calibri"/>
            </a:endParaRPr>
          </a:p>
        </p:txBody>
      </p:sp>
      <p:sp>
        <p:nvSpPr>
          <p:cNvPr id="60" name="Bjournal">
            <a:extLst>
              <a:ext uri="{FF2B5EF4-FFF2-40B4-BE49-F238E27FC236}">
                <ns2:creationId id="{8246421D-C846-480D-9979-5A06FEC1F694}"/>
              </a:ext>
            </a:extLst>
          </p:cNvPr>
          <p:cNvSpPr>
            <a:spLocks noGrp="1"/>
          </p:cNvSpPr>
          <p:nvPr/>
        </p:nvSpPr>
        <p:spPr>
          <a:xfrm>
            <a:off x="9944100" y="4562475"/>
            <a:ext cx="2190750" cy="762000"/>
          </a:xfrm>
          <a:prstGeom prst="can">
            <a:avLst>
              <a:gd name="adj" fmla="val 6500"/>
            </a:avLst>
          </a:prstGeom>
          <a:solidFill>
            <a:srgbClr val="FFF3E5"/>
          </a:solidFill>
          <a:ln w="9525">
            <a:solidFill>
              <a:srgbClr val="B8753F"/>
            </a:solidFill>
          </a:ln>
        </p:spPr>
        <p:txBody>
          <a:bodyPr wrap="none" lIns="85725" tIns="104775" rIns="66675" bIns="0" anchor="t">
            <a:noAutofit/>
          </a:bodyPr>
          <a:lstStyle>
            <a:defPPr algn="l">
              <a:defRPr sz="1200" lang="ko-KR">
                <a:solidFill>
                  <a:srgbClr val="000000"/>
                </a:solidFill>
                <a:latin typeface="Calibri"/>
                <a:ea typeface="Calibri"/>
                <a:cs typeface="Calibri"/>
              </a:defRPr>
            </a:defPPr>
          </a:lstStyle>
          <a:p>
            <a:pPr algn="l">
              <a:lnSpc>
                <a:spcPct val="110000"/>
              </a:lnSpc>
              <a:spcAft>
                <a:spcPts val="8"/>
              </a:spcAft>
              <a:buNone/>
              <a:defRPr sz="1200" lang="ko-KR">
                <a:solidFill>
                  <a:srgbClr val="000000"/>
                </a:solidFill>
                <a:latin typeface="Calibri"/>
                <a:ea typeface="Calibri"/>
                <a:cs typeface="Calibri"/>
              </a:defRPr>
            </a:pPr>
            <a:r>
              <a:rPr sz="1200" b="1" lang="ko-KR">
                <a:solidFill>
                  <a:srgbClr val="000000"/>
                </a:solidFill>
                <a:latin typeface="Calibri"/>
                <a:ea typeface="Calibri"/>
                <a:cs typeface="Calibri"/>
              </a:rPr>
              <a:t>Production Journal</a:t>
            </a:r>
            <a:endParaRPr lang="ko-KR">
              <a:latin typeface="Calibri"/>
              <a:ea typeface="Calibri"/>
              <a:cs typeface="Calibri"/>
            </a:endParaRPr>
          </a:p>
          <a:p>
            <a:pPr algn="l">
              <a:lnSpc>
                <a:spcPct val="110000"/>
              </a:lnSpc>
              <a:spcAft>
                <a:spcPts val="2"/>
              </a:spcAft>
              <a:buNone/>
              <a:defRPr sz="1200" lang="ko-KR">
                <a:solidFill>
                  <a:srgbClr val="000000"/>
                </a:solidFill>
                <a:latin typeface="Calibri"/>
                <a:ea typeface="Calibri"/>
                <a:cs typeface="Calibri"/>
              </a:defRPr>
            </a:pPr>
            <a:r>
              <a:rPr sz="1200" lang="ko-KR">
                <a:solidFill>
                  <a:srgbClr val="000000"/>
                </a:solidFill>
                <a:latin typeface="Calibri"/>
                <a:ea typeface="Calibri"/>
                <a:cs typeface="Calibri"/>
              </a:rPr>
              <a:t>DURABLE / job, retry</a:t>
            </a:r>
            <a:endParaRPr lang="ko-KR">
              <a:latin typeface="Calibri"/>
              <a:ea typeface="Calibri"/>
              <a:cs typeface="Calibri"/>
            </a:endParaRPr>
          </a:p>
          <a:p>
            <a:pPr algn="l">
              <a:lnSpc>
                <a:spcPct val="110000"/>
              </a:lnSpc>
              <a:spcAft>
                <a:spcPts val="2"/>
              </a:spcAft>
              <a:buNone/>
              <a:defRPr sz="1200" lang="ko-KR">
                <a:solidFill>
                  <a:srgbClr val="000000"/>
                </a:solidFill>
                <a:latin typeface="Calibri"/>
                <a:ea typeface="Calibri"/>
                <a:cs typeface="Calibri"/>
              </a:defRPr>
            </a:pPr>
            <a:r>
              <a:rPr sz="1200" lang="ko-KR">
                <a:solidFill>
                  <a:srgbClr val="000000"/>
                </a:solidFill>
                <a:latin typeface="Calibri"/>
                <a:ea typeface="Calibri"/>
                <a:cs typeface="Calibri"/>
              </a:rPr>
              <a:t>게시 통지 outbox</a:t>
            </a:r>
            <a:endParaRPr lang="ko-KR">
              <a:latin typeface="Calibri"/>
              <a:ea typeface="Calibri"/>
              <a:cs typeface="Calibri"/>
            </a:endParaRPr>
          </a:p>
        </p:txBody>
      </p:sp>
      <p:sp>
        <p:nvSpPr>
          <p:cNvPr id="61" name="Bcandidate">
            <a:extLst>
              <a:ext uri="{FF2B5EF4-FFF2-40B4-BE49-F238E27FC236}">
                <ns2:creationId id="{46945290-CC33-4A0E-A55E-723B3B9779BA}"/>
              </a:ext>
            </a:extLst>
          </p:cNvPr>
          <p:cNvSpPr>
            <a:spLocks noGrp="1"/>
          </p:cNvSpPr>
          <p:nvPr/>
        </p:nvSpPr>
        <p:spPr>
          <a:xfrm>
            <a:off x="12801600" y="4562475"/>
            <a:ext cx="2190750" cy="762000"/>
          </a:xfrm>
          <a:prstGeom prst="can">
            <a:avLst>
              <a:gd name="adj" fmla="val 6500"/>
            </a:avLst>
          </a:prstGeom>
          <a:solidFill>
            <a:srgbClr val="FFF3E5"/>
          </a:solidFill>
          <a:ln w="9525">
            <a:solidFill>
              <a:srgbClr val="B8753F"/>
            </a:solidFill>
          </a:ln>
        </p:spPr>
        <p:txBody>
          <a:bodyPr wrap="none" lIns="85725" tIns="104775" rIns="66675" bIns="0" anchor="t">
            <a:noAutofit/>
          </a:bodyPr>
          <a:lstStyle>
            <a:defPPr algn="l">
              <a:defRPr sz="1200" lang="ko-KR">
                <a:solidFill>
                  <a:srgbClr val="000000"/>
                </a:solidFill>
                <a:latin typeface="Calibri"/>
                <a:ea typeface="Calibri"/>
                <a:cs typeface="Calibri"/>
              </a:defRPr>
            </a:defPPr>
          </a:lstStyle>
          <a:p>
            <a:pPr algn="l">
              <a:lnSpc>
                <a:spcPct val="110000"/>
              </a:lnSpc>
              <a:spcAft>
                <a:spcPts val="8"/>
              </a:spcAft>
              <a:buNone/>
              <a:defRPr sz="1200" lang="ko-KR">
                <a:solidFill>
                  <a:srgbClr val="000000"/>
                </a:solidFill>
                <a:latin typeface="Calibri"/>
                <a:ea typeface="Calibri"/>
                <a:cs typeface="Calibri"/>
              </a:defRPr>
            </a:pPr>
            <a:r>
              <a:rPr sz="1200" b="1" lang="ko-KR">
                <a:solidFill>
                  <a:srgbClr val="000000"/>
                </a:solidFill>
                <a:latin typeface="Calibri"/>
                <a:ea typeface="Calibri"/>
                <a:cs typeface="Calibri"/>
              </a:rPr>
              <a:t>Candidate Batch</a:t>
            </a:r>
            <a:endParaRPr lang="ko-KR">
              <a:latin typeface="Calibri"/>
              <a:ea typeface="Calibri"/>
              <a:cs typeface="Calibri"/>
            </a:endParaRPr>
          </a:p>
          <a:p>
            <a:pPr algn="l">
              <a:lnSpc>
                <a:spcPct val="110000"/>
              </a:lnSpc>
              <a:spcAft>
                <a:spcPts val="2"/>
              </a:spcAft>
              <a:buNone/>
              <a:defRPr sz="1200" lang="ko-KR">
                <a:solidFill>
                  <a:srgbClr val="000000"/>
                </a:solidFill>
                <a:latin typeface="Calibri"/>
                <a:ea typeface="Calibri"/>
                <a:cs typeface="Calibri"/>
              </a:defRPr>
            </a:pPr>
            <a:r>
              <a:rPr sz="1200" lang="ko-KR">
                <a:solidFill>
                  <a:srgbClr val="000000"/>
                </a:solidFill>
                <a:latin typeface="Calibri"/>
                <a:ea typeface="Calibri"/>
                <a:cs typeface="Calibri"/>
              </a:rPr>
              <a:t>RAM / 게시 전 후보</a:t>
            </a:r>
            <a:endParaRPr lang="ko-KR">
              <a:latin typeface="Calibri"/>
              <a:ea typeface="Calibri"/>
              <a:cs typeface="Calibri"/>
            </a:endParaRPr>
          </a:p>
          <a:p>
            <a:pPr algn="l">
              <a:lnSpc>
                <a:spcPct val="110000"/>
              </a:lnSpc>
              <a:spcAft>
                <a:spcPts val="2"/>
              </a:spcAft>
              <a:buNone/>
              <a:defRPr sz="1200" lang="ko-KR">
                <a:solidFill>
                  <a:srgbClr val="000000"/>
                </a:solidFill>
                <a:latin typeface="Calibri"/>
                <a:ea typeface="Calibri"/>
                <a:cs typeface="Calibri"/>
              </a:defRPr>
            </a:pPr>
            <a:r>
              <a:rPr sz="1200" lang="ko-KR">
                <a:solidFill>
                  <a:srgbClr val="000000"/>
                </a:solidFill>
                <a:latin typeface="Calibri"/>
                <a:ea typeface="Calibri"/>
                <a:cs typeface="Calibri"/>
              </a:rPr>
              <a:t>출처, 구간과 uncertainty</a:t>
            </a:r>
            <a:endParaRPr lang="ko-KR">
              <a:latin typeface="Calibri"/>
              <a:ea typeface="Calibri"/>
              <a:cs typeface="Calibri"/>
            </a:endParaRPr>
          </a:p>
        </p:txBody>
      </p:sp>
      <p:sp>
        <p:nvSpPr>
          <p:cNvPr id="62" name="Bcommit">
            <a:extLst>
              <a:ext uri="{FF2B5EF4-FFF2-40B4-BE49-F238E27FC236}">
                <ns2:creationId id="{61E760A8-0B2C-4DBA-A5AA-615D5313A7A6}"/>
              </a:ext>
            </a:extLst>
          </p:cNvPr>
          <p:cNvSpPr>
            <a:spLocks noGrp="1"/>
          </p:cNvSpPr>
          <p:nvPr/>
        </p:nvSpPr>
        <p:spPr>
          <a:xfrm>
            <a:off x="15659100" y="4562475"/>
            <a:ext cx="1905000" cy="762000"/>
          </a:xfrm>
          <a:prstGeom prst="roundRect">
            <a:avLst>
              <a:gd name="adj" fmla="val 10000"/>
            </a:avLst>
          </a:prstGeom>
          <a:solidFill>
            <a:srgbClr val="FFF3E5"/>
          </a:solidFill>
          <a:ln w="9525">
            <a:solidFill>
              <a:srgbClr val="B8753F"/>
            </a:solidFill>
          </a:ln>
        </p:spPr>
        <p:txBody>
          <a:bodyPr wrap="none" lIns="85725" tIns="76200" rIns="66675" bIns="0" anchor="t">
            <a:noAutofit/>
          </a:bodyPr>
          <a:lstStyle>
            <a:defPPr algn="l">
              <a:defRPr sz="1200" lang="ko-KR">
                <a:solidFill>
                  <a:srgbClr val="000000"/>
                </a:solidFill>
                <a:latin typeface="Calibri"/>
                <a:ea typeface="Calibri"/>
                <a:cs typeface="Calibri"/>
              </a:defRPr>
            </a:defPPr>
          </a:lstStyle>
          <a:p>
            <a:pPr algn="l">
              <a:lnSpc>
                <a:spcPct val="110000"/>
              </a:lnSpc>
              <a:spcAft>
                <a:spcPts val="8"/>
              </a:spcAft>
              <a:buNone/>
              <a:defRPr sz="1200" lang="ko-KR">
                <a:solidFill>
                  <a:srgbClr val="000000"/>
                </a:solidFill>
                <a:latin typeface="Calibri"/>
                <a:ea typeface="Calibri"/>
                <a:cs typeface="Calibri"/>
              </a:defRPr>
            </a:pPr>
            <a:r>
              <a:rPr sz="1200" b="1" lang="ko-KR">
                <a:solidFill>
                  <a:srgbClr val="000000"/>
                </a:solidFill>
                <a:latin typeface="Calibri"/>
                <a:ea typeface="Calibri"/>
                <a:cs typeface="Calibri"/>
              </a:rPr>
              <a:t>Publish Guard</a:t>
            </a:r>
            <a:endParaRPr lang="ko-KR">
              <a:latin typeface="Calibri"/>
              <a:ea typeface="Calibri"/>
              <a:cs typeface="Calibri"/>
            </a:endParaRPr>
          </a:p>
          <a:p>
            <a:pPr algn="l">
              <a:lnSpc>
                <a:spcPct val="110000"/>
              </a:lnSpc>
              <a:spcAft>
                <a:spcPts val="2"/>
              </a:spcAft>
              <a:buNone/>
              <a:defRPr sz="1200" lang="ko-KR">
                <a:solidFill>
                  <a:srgbClr val="000000"/>
                </a:solidFill>
                <a:latin typeface="Calibri"/>
                <a:ea typeface="Calibri"/>
                <a:cs typeface="Calibri"/>
              </a:defRPr>
            </a:pPr>
            <a:r>
              <a:rPr sz="1200" lang="ko-KR">
                <a:solidFill>
                  <a:srgbClr val="000000"/>
                </a:solidFill>
                <a:latin typeface="Calibri"/>
                <a:ea typeface="Calibri"/>
                <a:cs typeface="Calibri"/>
              </a:rPr>
              <a:t>source / 권한 / 개정 검사</a:t>
            </a:r>
            <a:endParaRPr lang="ko-KR">
              <a:latin typeface="Calibri"/>
              <a:ea typeface="Calibri"/>
              <a:cs typeface="Calibri"/>
            </a:endParaRPr>
          </a:p>
          <a:p>
            <a:pPr algn="l">
              <a:lnSpc>
                <a:spcPct val="110000"/>
              </a:lnSpc>
              <a:spcAft>
                <a:spcPts val="2"/>
              </a:spcAft>
              <a:buNone/>
              <a:defRPr sz="1200" lang="ko-KR">
                <a:solidFill>
                  <a:srgbClr val="000000"/>
                </a:solidFill>
                <a:latin typeface="Calibri"/>
                <a:ea typeface="Calibri"/>
                <a:cs typeface="Calibri"/>
              </a:defRPr>
            </a:pPr>
            <a:r>
              <a:rPr sz="1200" lang="ko-KR">
                <a:solidFill>
                  <a:srgbClr val="000000"/>
                </a:solidFill>
                <a:latin typeface="Calibri"/>
                <a:ea typeface="Calibri"/>
                <a:cs typeface="Calibri"/>
              </a:rPr>
              <a:t>조건부 transaction</a:t>
            </a:r>
            <a:endParaRPr lang="ko-KR">
              <a:latin typeface="Calibri"/>
              <a:ea typeface="Calibri"/>
              <a:cs typeface="Calibri"/>
            </a:endParaRPr>
          </a:p>
        </p:txBody>
      </p:sp>
      <p:sp>
        <p:nvSpPr>
          <p:cNvPr id="63" name="Bwait">
            <a:extLst>
              <a:ext uri="{FF2B5EF4-FFF2-40B4-BE49-F238E27FC236}">
                <ns2:creationId id="{84FF2903-96D3-42C2-9E7B-C40A90C6375D}"/>
              </a:ext>
            </a:extLst>
          </p:cNvPr>
          <p:cNvSpPr>
            <a:spLocks noGrp="1"/>
          </p:cNvSpPr>
          <p:nvPr/>
        </p:nvSpPr>
        <p:spPr>
          <a:xfrm>
            <a:off x="9944100" y="5781675"/>
            <a:ext cx="2190750" cy="819150"/>
          </a:xfrm>
          <a:prstGeom prst="can">
            <a:avLst>
              <a:gd name="adj" fmla="val 6500"/>
            </a:avLst>
          </a:prstGeom>
          <a:solidFill>
            <a:srgbClr val="FFF3E5"/>
          </a:solidFill>
          <a:ln w="9525">
            <a:solidFill>
              <a:srgbClr val="B8753F"/>
            </a:solidFill>
          </a:ln>
        </p:spPr>
        <p:txBody>
          <a:bodyPr wrap="none" lIns="85725" tIns="104775" rIns="66675" bIns="0" anchor="t">
            <a:noAutofit/>
          </a:bodyPr>
          <a:lstStyle>
            <a:defPPr algn="l">
              <a:defRPr sz="1200" lang="ko-KR">
                <a:solidFill>
                  <a:srgbClr val="000000"/>
                </a:solidFill>
                <a:latin typeface="Calibri"/>
                <a:ea typeface="Calibri"/>
                <a:cs typeface="Calibri"/>
              </a:defRPr>
            </a:defPPr>
          </a:lstStyle>
          <a:p>
            <a:pPr algn="l">
              <a:lnSpc>
                <a:spcPct val="110000"/>
              </a:lnSpc>
              <a:spcAft>
                <a:spcPts val="8"/>
              </a:spcAft>
              <a:buNone/>
              <a:defRPr sz="1200" lang="ko-KR">
                <a:solidFill>
                  <a:srgbClr val="000000"/>
                </a:solidFill>
                <a:latin typeface="Calibri"/>
                <a:ea typeface="Calibri"/>
                <a:cs typeface="Calibri"/>
              </a:defRPr>
            </a:pPr>
            <a:r>
              <a:rPr sz="1200" b="1" lang="ko-KR">
                <a:solidFill>
                  <a:srgbClr val="000000"/>
                </a:solidFill>
                <a:latin typeface="Calibri"/>
                <a:ea typeface="Calibri"/>
                <a:cs typeface="Calibri"/>
              </a:rPr>
              <a:t>Read Wait Registry</a:t>
            </a:r>
            <a:endParaRPr lang="ko-KR">
              <a:latin typeface="Calibri"/>
              <a:ea typeface="Calibri"/>
              <a:cs typeface="Calibri"/>
            </a:endParaRPr>
          </a:p>
          <a:p>
            <a:pPr algn="l">
              <a:lnSpc>
                <a:spcPct val="110000"/>
              </a:lnSpc>
              <a:spcAft>
                <a:spcPts val="2"/>
              </a:spcAft>
              <a:buNone/>
              <a:defRPr sz="1200" lang="ko-KR">
                <a:solidFill>
                  <a:srgbClr val="000000"/>
                </a:solidFill>
                <a:latin typeface="Calibri"/>
                <a:ea typeface="Calibri"/>
                <a:cs typeface="Calibri"/>
              </a:defRPr>
            </a:pPr>
            <a:r>
              <a:rPr sz="1200" lang="ko-KR">
                <a:solidFill>
                  <a:srgbClr val="000000"/>
                </a:solidFill>
                <a:latin typeface="Calibri"/>
                <a:ea typeface="Calibri"/>
                <a:cs typeface="Calibri"/>
              </a:rPr>
              <a:t>RAM / 현재 read 대기</a:t>
            </a:r>
            <a:endParaRPr lang="ko-KR">
              <a:latin typeface="Calibri"/>
              <a:ea typeface="Calibri"/>
              <a:cs typeface="Calibri"/>
            </a:endParaRPr>
          </a:p>
          <a:p>
            <a:pPr algn="l">
              <a:lnSpc>
                <a:spcPct val="110000"/>
              </a:lnSpc>
              <a:spcAft>
                <a:spcPts val="2"/>
              </a:spcAft>
              <a:buNone/>
              <a:defRPr sz="1200" lang="ko-KR">
                <a:solidFill>
                  <a:srgbClr val="000000"/>
                </a:solidFill>
                <a:latin typeface="Calibri"/>
                <a:ea typeface="Calibri"/>
                <a:cs typeface="Calibri"/>
              </a:defRPr>
            </a:pPr>
            <a:r>
              <a:rPr sz="1200" lang="ko-KR">
                <a:solidFill>
                  <a:srgbClr val="000000"/>
                </a:solidFill>
                <a:latin typeface="Calibri"/>
                <a:ea typeface="Calibri"/>
                <a:cs typeface="Calibri"/>
              </a:rPr>
              <a:t>deadline / 취소 / 재조회</a:t>
            </a:r>
            <a:endParaRPr lang="ko-KR">
              <a:latin typeface="Calibri"/>
              <a:ea typeface="Calibri"/>
              <a:cs typeface="Calibri"/>
            </a:endParaRPr>
          </a:p>
        </p:txBody>
      </p:sp>
      <p:sp>
        <p:nvSpPr>
          <p:cNvPr id="64" name="Brepo">
            <a:extLst>
              <a:ext uri="{FF2B5EF4-FFF2-40B4-BE49-F238E27FC236}">
                <ns2:creationId id="{941D794F-BB87-4C0D-944E-2A2486CBA9AC}"/>
              </a:ext>
            </a:extLst>
          </p:cNvPr>
          <p:cNvSpPr>
            <a:spLocks noGrp="1"/>
          </p:cNvSpPr>
          <p:nvPr/>
        </p:nvSpPr>
        <p:spPr>
          <a:xfrm>
            <a:off x="12801600" y="5781675"/>
            <a:ext cx="4762500" cy="819150"/>
          </a:xfrm>
          <a:prstGeom prst="can">
            <a:avLst>
              <a:gd name="adj" fmla="val 6500"/>
            </a:avLst>
          </a:prstGeom>
          <a:solidFill>
            <a:srgbClr val="FFF3E5"/>
          </a:solidFill>
          <a:ln w="9525">
            <a:solidFill>
              <a:srgbClr val="B8753F"/>
            </a:solidFill>
          </a:ln>
        </p:spPr>
        <p:txBody>
          <a:bodyPr wrap="none" lIns="85725" tIns="104775" rIns="66675" bIns="0" anchor="t">
            <a:noAutofit/>
          </a:bodyPr>
          <a:lstStyle>
            <a:defPPr algn="l">
              <a:defRPr sz="1200" lang="ko-KR">
                <a:solidFill>
                  <a:srgbClr val="000000"/>
                </a:solidFill>
                <a:latin typeface="Calibri"/>
                <a:ea typeface="Calibri"/>
                <a:cs typeface="Calibri"/>
              </a:defRPr>
            </a:defPPr>
          </a:lstStyle>
          <a:p>
            <a:pPr algn="l">
              <a:lnSpc>
                <a:spcPct val="110000"/>
              </a:lnSpc>
              <a:spcAft>
                <a:spcPts val="8"/>
              </a:spcAft>
              <a:buNone/>
              <a:defRPr sz="1200" lang="ko-KR">
                <a:solidFill>
                  <a:srgbClr val="000000"/>
                </a:solidFill>
                <a:latin typeface="Calibri"/>
                <a:ea typeface="Calibri"/>
                <a:cs typeface="Calibri"/>
              </a:defRPr>
            </a:pPr>
            <a:r>
              <a:rPr sz="1200" b="1" lang="ko-KR">
                <a:solidFill>
                  <a:srgbClr val="000000"/>
                </a:solidFill>
                <a:latin typeface="Calibri"/>
                <a:ea typeface="Calibri"/>
                <a:cs typeface="Calibri"/>
              </a:rPr>
              <a:t>Episodic Memory Repository</a:t>
            </a:r>
            <a:endParaRPr lang="ko-KR">
              <a:latin typeface="Calibri"/>
              <a:ea typeface="Calibri"/>
              <a:cs typeface="Calibri"/>
            </a:endParaRPr>
          </a:p>
          <a:p>
            <a:pPr algn="l">
              <a:lnSpc>
                <a:spcPct val="110000"/>
              </a:lnSpc>
              <a:spcAft>
                <a:spcPts val="2"/>
              </a:spcAft>
              <a:buNone/>
              <a:defRPr sz="1200" lang="ko-KR">
                <a:solidFill>
                  <a:srgbClr val="000000"/>
                </a:solidFill>
                <a:latin typeface="Calibri"/>
                <a:ea typeface="Calibri"/>
                <a:cs typeface="Calibri"/>
              </a:defRPr>
            </a:pPr>
            <a:r>
              <a:rPr sz="1200" lang="ko-KR">
                <a:solidFill>
                  <a:srgbClr val="000000"/>
                </a:solidFill>
                <a:latin typeface="Calibri"/>
                <a:ea typeface="Calibri"/>
                <a:cs typeface="Calibri"/>
              </a:rPr>
              <a:t>DURABLE / 관계 + Coverage + 게시 개정 + cursor</a:t>
            </a:r>
            <a:endParaRPr lang="ko-KR">
              <a:latin typeface="Calibri"/>
              <a:ea typeface="Calibri"/>
              <a:cs typeface="Calibri"/>
            </a:endParaRPr>
          </a:p>
          <a:p>
            <a:pPr algn="l">
              <a:lnSpc>
                <a:spcPct val="110000"/>
              </a:lnSpc>
              <a:spcAft>
                <a:spcPts val="2"/>
              </a:spcAft>
              <a:buNone/>
              <a:defRPr sz="1200" lang="ko-KR">
                <a:solidFill>
                  <a:srgbClr val="000000"/>
                </a:solidFill>
                <a:latin typeface="Calibri"/>
                <a:ea typeface="Calibri"/>
                <a:cs typeface="Calibri"/>
              </a:defRPr>
            </a:pPr>
            <a:r>
              <a:rPr sz="1200" lang="ko-KR">
                <a:solidFill>
                  <a:srgbClr val="000000"/>
                </a:solidFill>
                <a:latin typeface="Calibri"/>
                <a:ea typeface="Calibri"/>
                <a:cs typeface="Calibri"/>
              </a:rPr>
              <a:t>지원한 범위와 누락 / dependency 역색인</a:t>
            </a:r>
            <a:endParaRPr lang="ko-KR">
              <a:latin typeface="Calibri"/>
              <a:ea typeface="Calibri"/>
              <a:cs typeface="Calibri"/>
            </a:endParaRPr>
          </a:p>
        </p:txBody>
      </p:sp>
      <p:sp>
        <p:nvSpPr>
          <p:cNvPr id="65" name="Breader">
            <a:extLst>
              <a:ext uri="{FF2B5EF4-FFF2-40B4-BE49-F238E27FC236}">
                <ns2:creationId id="{10522C40-5921-4C38-88BC-C7EE83BF2D0D}"/>
              </a:ext>
            </a:extLst>
          </p:cNvPr>
          <p:cNvSpPr>
            <a:spLocks noGrp="1"/>
          </p:cNvSpPr>
          <p:nvPr/>
        </p:nvSpPr>
        <p:spPr>
          <a:xfrm>
            <a:off x="9753600" y="6905625"/>
            <a:ext cx="8001000" cy="1314450"/>
          </a:xfrm>
          <a:prstGeom prst="rect">
            <a:avLst/>
          </a:prstGeom>
          <a:solidFill>
            <a:srgbClr val="FFF3E5"/>
          </a:solidFill>
          <a:ln w="9525">
            <a:solidFill>
              <a:srgbClr val="B8753F"/>
            </a:solidFill>
          </a:ln>
        </p:spPr>
        <p:txBody>
          <a:bodyPr wrap="none" lIns="85725" tIns="9525" rIns="66675" bIns="0" anchor="t">
            <a:noAutofit/>
          </a:bodyPr>
          <a:lstStyle>
            <a:defPPr algn="l">
              <a:defRPr sz="1200" lang="ko-KR">
                <a:solidFill>
                  <a:srgbClr val="000000"/>
                </a:solidFill>
                <a:latin typeface="Calibri"/>
                <a:ea typeface="Calibri"/>
                <a:cs typeface="Calibri"/>
              </a:defRPr>
            </a:defPPr>
          </a:lstStyle>
          <a:p>
            <a:pPr algn="l">
              <a:lnSpc>
                <a:spcPct val="110000"/>
              </a:lnSpc>
              <a:spcAft>
                <a:spcPts val="0"/>
              </a:spcAft>
              <a:buNone/>
              <a:defRPr sz="1200" lang="ko-KR">
                <a:solidFill>
                  <a:srgbClr val="000000"/>
                </a:solidFill>
                <a:latin typeface="Calibri"/>
                <a:ea typeface="Calibri"/>
                <a:cs typeface="Calibri"/>
              </a:defRPr>
            </a:pPr>
            <a:r>
              <a:rPr sz="1200" b="1" lang="ko-KR">
                <a:solidFill>
                  <a:srgbClr val="000000"/>
                </a:solidFill>
                <a:latin typeface="Calibri"/>
                <a:ea typeface="Calibri"/>
                <a:cs typeface="Calibri"/>
              </a:rPr>
              <a:t>Evidence Reader</a:t>
            </a:r>
            <a:endParaRPr lang="ko-KR">
              <a:latin typeface="Calibri"/>
              <a:ea typeface="Calibri"/>
              <a:cs typeface="Calibri"/>
            </a:endParaRPr>
          </a:p>
        </p:txBody>
      </p:sp>
      <p:sp>
        <p:nvSpPr>
          <p:cNvPr id="66" name="Breader-header">
            <a:extLst>
              <a:ext uri="{FF2B5EF4-FFF2-40B4-BE49-F238E27FC236}">
                <ns2:creationId id="{C1FB11DE-380A-4051-842D-E42FFBE7270A}"/>
              </a:ext>
            </a:extLst>
          </p:cNvPr>
          <p:cNvSpPr>
            <a:spLocks noGrp="1"/>
          </p:cNvSpPr>
          <p:nvPr/>
        </p:nvSpPr>
        <p:spPr>
          <a:xfrm>
            <a:off x="9753600" y="7134225"/>
            <a:ext cx="8001000" cy="9525"/>
          </a:xfrm>
          <a:custGeom>
            <a:pathLst>
              <a:path w="8001000" h="9525">
                <a:moveTo>
                  <a:pt x="0" y="0"/>
                </a:moveTo>
                <a:lnTo>
                  <a:pt x="8001000" y="0"/>
                </a:lnTo>
              </a:path>
            </a:pathLst>
          </a:custGeom>
          <a:noFill/>
          <a:ln w="9525">
            <a:solidFill>
              <a:srgbClr val="B8753F"/>
            </a:solidFill>
            <a:prstDash val="solid"/>
          </a:ln>
        </p:spPr>
      </p:sp>
      <p:sp>
        <p:nvSpPr>
          <p:cNvPr id="67" name="Bread">
            <a:extLst>
              <a:ext uri="{FF2B5EF4-FFF2-40B4-BE49-F238E27FC236}">
                <ns2:creationId id="{AD3CCBA3-4FC0-446F-8681-BA188FCCDA19}"/>
              </a:ext>
            </a:extLst>
          </p:cNvPr>
          <p:cNvSpPr>
            <a:spLocks noGrp="1"/>
          </p:cNvSpPr>
          <p:nvPr/>
        </p:nvSpPr>
        <p:spPr>
          <a:xfrm>
            <a:off x="9944100" y="7258050"/>
            <a:ext cx="2286000" cy="828675"/>
          </a:xfrm>
          <a:prstGeom prst="roundRect">
            <a:avLst>
              <a:gd name="adj" fmla="val 9195"/>
            </a:avLst>
          </a:prstGeom>
          <a:solidFill>
            <a:srgbClr val="FFF3E5"/>
          </a:solidFill>
          <a:ln w="9525">
            <a:solidFill>
              <a:srgbClr val="B8753F"/>
            </a:solidFill>
          </a:ln>
        </p:spPr>
        <p:txBody>
          <a:bodyPr wrap="none" lIns="85725" tIns="76200" rIns="66675" bIns="0" anchor="t">
            <a:noAutofit/>
          </a:bodyPr>
          <a:lstStyle>
            <a:defPPr algn="l">
              <a:defRPr sz="1200" lang="ko-KR">
                <a:solidFill>
                  <a:srgbClr val="000000"/>
                </a:solidFill>
                <a:latin typeface="Calibri"/>
                <a:ea typeface="Calibri"/>
                <a:cs typeface="Calibri"/>
              </a:defRPr>
            </a:defPPr>
          </a:lstStyle>
          <a:p>
            <a:pPr algn="l">
              <a:lnSpc>
                <a:spcPct val="110000"/>
              </a:lnSpc>
              <a:spcAft>
                <a:spcPts val="8"/>
              </a:spcAft>
              <a:buNone/>
              <a:defRPr sz="1200" lang="ko-KR">
                <a:solidFill>
                  <a:srgbClr val="000000"/>
                </a:solidFill>
                <a:latin typeface="Calibri"/>
                <a:ea typeface="Calibri"/>
                <a:cs typeface="Calibri"/>
              </a:defRPr>
            </a:pPr>
            <a:r>
              <a:rPr sz="1200" b="1" lang="ko-KR">
                <a:solidFill>
                  <a:srgbClr val="000000"/>
                </a:solidFill>
                <a:latin typeface="Calibri"/>
                <a:ea typeface="Calibri"/>
                <a:cs typeface="Calibri"/>
              </a:rPr>
              <a:t>Read Pump / Bundle Builder</a:t>
            </a:r>
            <a:endParaRPr lang="ko-KR">
              <a:latin typeface="Calibri"/>
              <a:ea typeface="Calibri"/>
              <a:cs typeface="Calibri"/>
            </a:endParaRPr>
          </a:p>
          <a:p>
            <a:pPr algn="l">
              <a:lnSpc>
                <a:spcPct val="110000"/>
              </a:lnSpc>
              <a:spcAft>
                <a:spcPts val="2"/>
              </a:spcAft>
              <a:buNone/>
              <a:defRPr sz="1200" lang="ko-KR">
                <a:solidFill>
                  <a:srgbClr val="000000"/>
                </a:solidFill>
                <a:latin typeface="Calibri"/>
                <a:ea typeface="Calibri"/>
                <a:cs typeface="Calibri"/>
              </a:defRPr>
            </a:pPr>
            <a:r>
              <a:rPr sz="1200" lang="ko-KR">
                <a:solidFill>
                  <a:srgbClr val="000000"/>
                </a:solidFill>
                <a:latin typeface="Calibri"/>
                <a:ea typeface="Calibri"/>
                <a:cs typeface="Calibri"/>
              </a:rPr>
              <a:t>현재 read 접수와 반환</a:t>
            </a:r>
            <a:endParaRPr lang="ko-KR">
              <a:latin typeface="Calibri"/>
              <a:ea typeface="Calibri"/>
              <a:cs typeface="Calibri"/>
            </a:endParaRPr>
          </a:p>
          <a:p>
            <a:pPr algn="l">
              <a:lnSpc>
                <a:spcPct val="110000"/>
              </a:lnSpc>
              <a:spcAft>
                <a:spcPts val="2"/>
              </a:spcAft>
              <a:buNone/>
              <a:defRPr sz="1200" lang="ko-KR">
                <a:solidFill>
                  <a:srgbClr val="000000"/>
                </a:solidFill>
                <a:latin typeface="Calibri"/>
                <a:ea typeface="Calibri"/>
                <a:cs typeface="Calibri"/>
              </a:defRPr>
            </a:pPr>
            <a:r>
              <a:rPr sz="1200" lang="ko-KR">
                <a:solidFill>
                  <a:srgbClr val="000000"/>
                </a:solidFill>
                <a:latin typeface="Calibri"/>
                <a:ea typeface="Calibri"/>
                <a:cs typeface="Calibri"/>
              </a:rPr>
              <a:t>검증한 근거와 누락 조합</a:t>
            </a:r>
            <a:endParaRPr lang="ko-KR">
              <a:latin typeface="Calibri"/>
              <a:ea typeface="Calibri"/>
              <a:cs typeface="Calibri"/>
            </a:endParaRPr>
          </a:p>
        </p:txBody>
      </p:sp>
      <p:sp>
        <p:nvSpPr>
          <p:cNvPr id="68" name="Bcoverage">
            <a:extLst>
              <a:ext uri="{FF2B5EF4-FFF2-40B4-BE49-F238E27FC236}">
                <ns2:creationId id="{2B0C207A-3BF1-4E05-9986-637392B133E0}"/>
              </a:ext>
            </a:extLst>
          </p:cNvPr>
          <p:cNvSpPr>
            <a:spLocks noGrp="1"/>
          </p:cNvSpPr>
          <p:nvPr/>
        </p:nvSpPr>
        <p:spPr>
          <a:xfrm>
            <a:off x="12801600" y="7258050"/>
            <a:ext cx="2190750" cy="828675"/>
          </a:xfrm>
          <a:prstGeom prst="roundRect">
            <a:avLst>
              <a:gd name="adj" fmla="val 9195"/>
            </a:avLst>
          </a:prstGeom>
          <a:solidFill>
            <a:srgbClr val="FFF3E5"/>
          </a:solidFill>
          <a:ln w="9525">
            <a:solidFill>
              <a:srgbClr val="B8753F"/>
            </a:solidFill>
          </a:ln>
        </p:spPr>
        <p:txBody>
          <a:bodyPr wrap="none" lIns="85725" tIns="76200" rIns="66675" bIns="0" anchor="t">
            <a:noAutofit/>
          </a:bodyPr>
          <a:lstStyle>
            <a:defPPr algn="l">
              <a:defRPr sz="1200" lang="ko-KR">
                <a:solidFill>
                  <a:srgbClr val="000000"/>
                </a:solidFill>
                <a:latin typeface="Calibri"/>
                <a:ea typeface="Calibri"/>
                <a:cs typeface="Calibri"/>
              </a:defRPr>
            </a:defPPr>
          </a:lstStyle>
          <a:p>
            <a:pPr algn="l">
              <a:lnSpc>
                <a:spcPct val="110000"/>
              </a:lnSpc>
              <a:spcAft>
                <a:spcPts val="8"/>
              </a:spcAft>
              <a:buNone/>
              <a:defRPr sz="1200" lang="ko-KR">
                <a:solidFill>
                  <a:srgbClr val="000000"/>
                </a:solidFill>
                <a:latin typeface="Calibri"/>
                <a:ea typeface="Calibri"/>
                <a:cs typeface="Calibri"/>
              </a:defRPr>
            </a:pPr>
            <a:r>
              <a:rPr sz="1200" b="1" lang="ko-KR">
                <a:solidFill>
                  <a:srgbClr val="000000"/>
                </a:solidFill>
                <a:latin typeface="Calibri"/>
                <a:ea typeface="Calibri"/>
                <a:cs typeface="Calibri"/>
              </a:rPr>
              <a:t>Index / Coverage Resolver</a:t>
            </a:r>
            <a:endParaRPr lang="ko-KR">
              <a:latin typeface="Calibri"/>
              <a:ea typeface="Calibri"/>
              <a:cs typeface="Calibri"/>
            </a:endParaRPr>
          </a:p>
          <a:p>
            <a:pPr algn="l">
              <a:lnSpc>
                <a:spcPct val="110000"/>
              </a:lnSpc>
              <a:spcAft>
                <a:spcPts val="2"/>
              </a:spcAft>
              <a:buNone/>
              <a:defRPr sz="1200" lang="ko-KR">
                <a:solidFill>
                  <a:srgbClr val="000000"/>
                </a:solidFill>
                <a:latin typeface="Calibri"/>
                <a:ea typeface="Calibri"/>
                <a:cs typeface="Calibri"/>
              </a:defRPr>
            </a:pPr>
            <a:r>
              <a:rPr sz="1200" lang="ko-KR">
                <a:solidFill>
                  <a:srgbClr val="000000"/>
                </a:solidFill>
                <a:latin typeface="Calibri"/>
                <a:ea typeface="Calibri"/>
                <a:cs typeface="Calibri"/>
              </a:rPr>
              <a:t>게시된 관계와 범위 읽기</a:t>
            </a:r>
            <a:endParaRPr lang="ko-KR">
              <a:latin typeface="Calibri"/>
              <a:ea typeface="Calibri"/>
              <a:cs typeface="Calibri"/>
            </a:endParaRPr>
          </a:p>
          <a:p>
            <a:pPr algn="l">
              <a:lnSpc>
                <a:spcPct val="110000"/>
              </a:lnSpc>
              <a:spcAft>
                <a:spcPts val="2"/>
              </a:spcAft>
              <a:buNone/>
              <a:defRPr sz="1200" lang="ko-KR">
                <a:solidFill>
                  <a:srgbClr val="000000"/>
                </a:solidFill>
                <a:latin typeface="Calibri"/>
                <a:ea typeface="Calibri"/>
                <a:cs typeface="Calibri"/>
              </a:defRPr>
            </a:pPr>
            <a:r>
              <a:rPr sz="1200" lang="ko-KR">
                <a:solidFill>
                  <a:srgbClr val="000000"/>
                </a:solidFill>
                <a:latin typeface="Calibri"/>
                <a:ea typeface="Calibri"/>
                <a:cs typeface="Calibri"/>
              </a:rPr>
              <a:t>미생산이면 생산 후 재조회</a:t>
            </a:r>
            <a:endParaRPr lang="ko-KR">
              <a:latin typeface="Calibri"/>
              <a:ea typeface="Calibri"/>
              <a:cs typeface="Calibri"/>
            </a:endParaRPr>
          </a:p>
        </p:txBody>
      </p:sp>
      <p:sp>
        <p:nvSpPr>
          <p:cNvPr id="69" name="Borigin">
            <a:extLst>
              <a:ext uri="{FF2B5EF4-FFF2-40B4-BE49-F238E27FC236}">
                <ns2:creationId id="{4FFD3785-CDF8-4972-B533-C17E3D822D3E}"/>
              </a:ext>
            </a:extLst>
          </p:cNvPr>
          <p:cNvSpPr>
            <a:spLocks noGrp="1"/>
          </p:cNvSpPr>
          <p:nvPr/>
        </p:nvSpPr>
        <p:spPr>
          <a:xfrm>
            <a:off x="15659100" y="7258050"/>
            <a:ext cx="1905000" cy="828675"/>
          </a:xfrm>
          <a:prstGeom prst="roundRect">
            <a:avLst>
              <a:gd name="adj" fmla="val 9195"/>
            </a:avLst>
          </a:prstGeom>
          <a:solidFill>
            <a:srgbClr val="FFF3E5"/>
          </a:solidFill>
          <a:ln w="9525">
            <a:solidFill>
              <a:srgbClr val="B8753F"/>
            </a:solidFill>
          </a:ln>
        </p:spPr>
        <p:txBody>
          <a:bodyPr wrap="none" lIns="85725" tIns="76200" rIns="66675" bIns="0" anchor="t">
            <a:noAutofit/>
          </a:bodyPr>
          <a:lstStyle>
            <a:defPPr algn="l">
              <a:defRPr sz="1200" lang="ko-KR">
                <a:solidFill>
                  <a:srgbClr val="000000"/>
                </a:solidFill>
                <a:latin typeface="Calibri"/>
                <a:ea typeface="Calibri"/>
                <a:cs typeface="Calibri"/>
              </a:defRPr>
            </a:defPPr>
          </a:lstStyle>
          <a:p>
            <a:pPr algn="l">
              <a:lnSpc>
                <a:spcPct val="110000"/>
              </a:lnSpc>
              <a:spcAft>
                <a:spcPts val="8"/>
              </a:spcAft>
              <a:buNone/>
              <a:defRPr sz="1200" lang="ko-KR">
                <a:solidFill>
                  <a:srgbClr val="000000"/>
                </a:solidFill>
                <a:latin typeface="Calibri"/>
                <a:ea typeface="Calibri"/>
                <a:cs typeface="Calibri"/>
              </a:defRPr>
            </a:pPr>
            <a:r>
              <a:rPr sz="1200" b="1" lang="ko-KR">
                <a:solidFill>
                  <a:srgbClr val="000000"/>
                </a:solidFill>
                <a:latin typeface="Calibri"/>
                <a:ea typeface="Calibri"/>
                <a:cs typeface="Calibri"/>
              </a:rPr>
              <a:t>Origin Verifier</a:t>
            </a:r>
            <a:endParaRPr lang="ko-KR">
              <a:latin typeface="Calibri"/>
              <a:ea typeface="Calibri"/>
              <a:cs typeface="Calibri"/>
            </a:endParaRPr>
          </a:p>
          <a:p>
            <a:pPr algn="l">
              <a:lnSpc>
                <a:spcPct val="110000"/>
              </a:lnSpc>
              <a:spcAft>
                <a:spcPts val="2"/>
              </a:spcAft>
              <a:buNone/>
              <a:defRPr sz="1200" lang="ko-KR">
                <a:solidFill>
                  <a:srgbClr val="000000"/>
                </a:solidFill>
                <a:latin typeface="Calibri"/>
                <a:ea typeface="Calibri"/>
                <a:cs typeface="Calibri"/>
              </a:defRPr>
            </a:pPr>
            <a:r>
              <a:rPr sz="1200" lang="ko-KR">
                <a:solidFill>
                  <a:srgbClr val="000000"/>
                </a:solidFill>
                <a:latin typeface="Calibri"/>
                <a:ea typeface="Calibri"/>
                <a:cs typeface="Calibri"/>
              </a:rPr>
              <a:t>S 원본 버전 / 인용 확인</a:t>
            </a:r>
            <a:endParaRPr lang="ko-KR">
              <a:latin typeface="Calibri"/>
              <a:ea typeface="Calibri"/>
              <a:cs typeface="Calibri"/>
            </a:endParaRPr>
          </a:p>
          <a:p>
            <a:pPr algn="l">
              <a:lnSpc>
                <a:spcPct val="110000"/>
              </a:lnSpc>
              <a:spcAft>
                <a:spcPts val="2"/>
              </a:spcAft>
              <a:buNone/>
              <a:defRPr sz="1200" lang="ko-KR">
                <a:solidFill>
                  <a:srgbClr val="000000"/>
                </a:solidFill>
                <a:latin typeface="Calibri"/>
                <a:ea typeface="Calibri"/>
                <a:cs typeface="Calibri"/>
              </a:defRPr>
            </a:pPr>
            <a:r>
              <a:rPr sz="1200" lang="ko-KR">
                <a:solidFill>
                  <a:srgbClr val="000000"/>
                </a:solidFill>
                <a:latin typeface="Calibri"/>
                <a:ea typeface="Calibri"/>
                <a:cs typeface="Calibri"/>
              </a:rPr>
              <a:t>현재 권한 검사</a:t>
            </a:r>
            <a:endParaRPr lang="ko-KR">
              <a:latin typeface="Calibri"/>
              <a:ea typeface="Calibri"/>
              <a:cs typeface="Calibri"/>
            </a:endParaRPr>
          </a:p>
        </p:txBody>
      </p:sp>
      <p:sp>
        <p:nvSpPr>
          <p:cNvPr id="70" name="wire1">
            <a:extLst>
              <a:ext uri="{FF2B5EF4-FFF2-40B4-BE49-F238E27FC236}">
                <ns2:creationId id="{A5A307C4-78D8-44D2-8EBE-C4359BB3DB85}"/>
              </a:ext>
            </a:extLst>
          </p:cNvPr>
          <p:cNvSpPr>
            <a:spLocks noGrp="1"/>
          </p:cNvSpPr>
          <p:nvPr/>
        </p:nvSpPr>
        <p:spPr>
          <a:xfrm>
            <a:off x="323850" y="2095500"/>
            <a:ext cx="476250" cy="1895475"/>
          </a:xfrm>
          <a:custGeom>
            <a:pathLst>
              <a:path w="476250" h="1895475">
                <a:moveTo>
                  <a:pt x="190500" y="0"/>
                </a:moveTo>
                <a:lnTo>
                  <a:pt x="0" y="0"/>
                </a:lnTo>
                <a:lnTo>
                  <a:pt x="0" y="1895475"/>
                </a:lnTo>
                <a:lnTo>
                  <a:pt x="476250" y="1895475"/>
                </a:lnTo>
              </a:path>
            </a:pathLst>
          </a:custGeom>
          <a:noFill/>
          <a:ln w="9525">
            <a:solidFill>
              <a:srgbClr val="195FBD"/>
            </a:solidFill>
            <a:prstDash val="solid"/>
          </a:ln>
        </p:spPr>
      </p:sp>
      <p:sp>
        <p:nvSpPr>
          <p:cNvPr id="71" name="wire1-arrow">
            <a:extLst>
              <a:ext uri="{FF2B5EF4-FFF2-40B4-BE49-F238E27FC236}">
                <ns2:creationId id="{B022764F-FF71-4A1C-9CB5-C77296F1935E}"/>
              </a:ext>
            </a:extLst>
          </p:cNvPr>
          <p:cNvSpPr>
            <a:spLocks noGrp="1"/>
          </p:cNvSpPr>
          <p:nvPr/>
        </p:nvSpPr>
        <p:spPr>
          <a:xfrm>
            <a:off x="733228" y="3954443"/>
            <a:ext cx="66872" cy="73064"/>
          </a:xfrm>
          <a:custGeom>
            <a:pathLst>
              <a:path w="66872" h="73064">
                <a:moveTo>
                  <a:pt x="0" y="73064"/>
                </a:moveTo>
                <a:lnTo>
                  <a:pt x="66872" y="36532"/>
                </a:lnTo>
                <a:lnTo>
                  <a:pt x="0" y="0"/>
                </a:lnTo>
              </a:path>
            </a:pathLst>
          </a:custGeom>
          <a:noFill/>
          <a:ln w="9525">
            <a:solidFill>
              <a:srgbClr val="195FBD"/>
            </a:solidFill>
            <a:prstDash val="solid"/>
          </a:ln>
        </p:spPr>
      </p:sp>
      <p:sp>
        <p:nvSpPr>
          <p:cNvPr id="72" name="wire2">
            <a:extLst>
              <a:ext uri="{FF2B5EF4-FFF2-40B4-BE49-F238E27FC236}">
                <ns2:creationId id="{90EA39E3-0582-4CBE-B051-44744D711CF9}"/>
              </a:ext>
            </a:extLst>
          </p:cNvPr>
          <p:cNvSpPr>
            <a:spLocks noGrp="1"/>
          </p:cNvSpPr>
          <p:nvPr/>
        </p:nvSpPr>
        <p:spPr>
          <a:xfrm>
            <a:off x="2990850" y="3990975"/>
            <a:ext cx="666750" cy="9525"/>
          </a:xfrm>
          <a:custGeom>
            <a:pathLst>
              <a:path w="666750" h="9525">
                <a:moveTo>
                  <a:pt x="0" y="0"/>
                </a:moveTo>
                <a:lnTo>
                  <a:pt x="666750" y="0"/>
                </a:lnTo>
              </a:path>
            </a:pathLst>
          </a:custGeom>
          <a:noFill/>
          <a:ln w="9525">
            <a:solidFill>
              <a:srgbClr val="195FBD"/>
            </a:solidFill>
            <a:prstDash val="solid"/>
          </a:ln>
        </p:spPr>
      </p:sp>
      <p:sp>
        <p:nvSpPr>
          <p:cNvPr id="73" name="wire2-arrow">
            <a:extLst>
              <a:ext uri="{FF2B5EF4-FFF2-40B4-BE49-F238E27FC236}">
                <ns2:creationId id="{944A5BD0-A3DF-45E7-A68E-1BD441021C33}"/>
              </a:ext>
            </a:extLst>
          </p:cNvPr>
          <p:cNvSpPr>
            <a:spLocks noGrp="1"/>
          </p:cNvSpPr>
          <p:nvPr/>
        </p:nvSpPr>
        <p:spPr>
          <a:xfrm>
            <a:off x="3590728" y="3954443"/>
            <a:ext cx="66872" cy="73064"/>
          </a:xfrm>
          <a:custGeom>
            <a:pathLst>
              <a:path w="66872" h="73064">
                <a:moveTo>
                  <a:pt x="0" y="73064"/>
                </a:moveTo>
                <a:lnTo>
                  <a:pt x="66872" y="36532"/>
                </a:lnTo>
                <a:lnTo>
                  <a:pt x="0" y="0"/>
                </a:lnTo>
              </a:path>
            </a:pathLst>
          </a:custGeom>
          <a:noFill/>
          <a:ln w="9525">
            <a:solidFill>
              <a:srgbClr val="195FBD"/>
            </a:solidFill>
            <a:prstDash val="solid"/>
          </a:ln>
        </p:spPr>
      </p:sp>
      <p:sp>
        <p:nvSpPr>
          <p:cNvPr id="74" name="wire3">
            <a:extLst>
              <a:ext uri="{FF2B5EF4-FFF2-40B4-BE49-F238E27FC236}">
                <ns2:creationId id="{5C0469D4-EB10-4D10-AAE3-2DF04443102B}"/>
              </a:ext>
            </a:extLst>
          </p:cNvPr>
          <p:cNvSpPr>
            <a:spLocks noGrp="1"/>
          </p:cNvSpPr>
          <p:nvPr/>
        </p:nvSpPr>
        <p:spPr>
          <a:xfrm>
            <a:off x="4371975" y="2333625"/>
            <a:ext cx="9525" cy="1228725"/>
          </a:xfrm>
          <a:custGeom>
            <a:pathLst>
              <a:path w="9525" h="1228725">
                <a:moveTo>
                  <a:pt x="0" y="1228725"/>
                </a:moveTo>
                <a:lnTo>
                  <a:pt x="0" y="238125"/>
                </a:lnTo>
                <a:lnTo>
                  <a:pt x="0" y="238125"/>
                </a:lnTo>
                <a:lnTo>
                  <a:pt x="0" y="0"/>
                </a:lnTo>
              </a:path>
            </a:pathLst>
          </a:custGeom>
          <a:noFill/>
          <a:ln w="9525">
            <a:solidFill>
              <a:srgbClr val="263445"/>
            </a:solidFill>
            <a:prstDash val="solid"/>
          </a:ln>
        </p:spPr>
      </p:sp>
      <p:sp>
        <p:nvSpPr>
          <p:cNvPr id="75" name="wire3-arrow">
            <a:extLst>
              <a:ext uri="{FF2B5EF4-FFF2-40B4-BE49-F238E27FC236}">
                <ns2:creationId id="{0AC0C69A-E558-419B-BDB3-AF175A3E9922}"/>
              </a:ext>
            </a:extLst>
          </p:cNvPr>
          <p:cNvSpPr>
            <a:spLocks noGrp="1"/>
          </p:cNvSpPr>
          <p:nvPr/>
        </p:nvSpPr>
        <p:spPr>
          <a:xfrm>
            <a:off x="4335443" y="2333625"/>
            <a:ext cx="73064" cy="66872"/>
          </a:xfrm>
          <a:custGeom>
            <a:pathLst>
              <a:path w="73064" h="66872">
                <a:moveTo>
                  <a:pt x="73064" y="66872"/>
                </a:moveTo>
                <a:lnTo>
                  <a:pt x="36532" y="0"/>
                </a:lnTo>
                <a:lnTo>
                  <a:pt x="0" y="66872"/>
                </a:lnTo>
              </a:path>
            </a:pathLst>
          </a:custGeom>
          <a:noFill/>
          <a:ln w="9525">
            <a:solidFill>
              <a:srgbClr val="263445"/>
            </a:solidFill>
            <a:prstDash val="solid"/>
          </a:ln>
        </p:spPr>
      </p:sp>
      <p:sp>
        <p:nvSpPr>
          <p:cNvPr id="76" name="wire4">
            <a:extLst>
              <a:ext uri="{FF2B5EF4-FFF2-40B4-BE49-F238E27FC236}">
                <ns2:creationId id="{B961C4B0-704C-4558-A551-5A29228EF516}"/>
              </a:ext>
            </a:extLst>
          </p:cNvPr>
          <p:cNvSpPr>
            <a:spLocks noGrp="1"/>
          </p:cNvSpPr>
          <p:nvPr/>
        </p:nvSpPr>
        <p:spPr>
          <a:xfrm>
            <a:off x="5038725" y="2333625"/>
            <a:ext cx="9525" cy="1228725"/>
          </a:xfrm>
          <a:custGeom>
            <a:pathLst>
              <a:path w="9525" h="1228725">
                <a:moveTo>
                  <a:pt x="0" y="0"/>
                </a:moveTo>
                <a:lnTo>
                  <a:pt x="0" y="304800"/>
                </a:lnTo>
                <a:lnTo>
                  <a:pt x="0" y="304800"/>
                </a:lnTo>
                <a:lnTo>
                  <a:pt x="0" y="1228725"/>
                </a:lnTo>
              </a:path>
            </a:pathLst>
          </a:custGeom>
          <a:noFill/>
          <a:ln w="9525">
            <a:solidFill>
              <a:srgbClr val="195FBD"/>
            </a:solidFill>
            <a:prstDash val="dash"/>
          </a:ln>
        </p:spPr>
      </p:sp>
      <p:sp>
        <p:nvSpPr>
          <p:cNvPr id="77" name="wire4-arrow">
            <a:extLst>
              <a:ext uri="{FF2B5EF4-FFF2-40B4-BE49-F238E27FC236}">
                <ns2:creationId id="{58FB4F0A-575C-484F-8CA3-0569174B7696}"/>
              </a:ext>
            </a:extLst>
          </p:cNvPr>
          <p:cNvSpPr>
            <a:spLocks noGrp="1"/>
          </p:cNvSpPr>
          <p:nvPr/>
        </p:nvSpPr>
        <p:spPr>
          <a:xfrm>
            <a:off x="5002193" y="3495478"/>
            <a:ext cx="73064" cy="66872"/>
          </a:xfrm>
          <a:custGeom>
            <a:pathLst>
              <a:path w="73064" h="66872">
                <a:moveTo>
                  <a:pt x="0" y="0"/>
                </a:moveTo>
                <a:lnTo>
                  <a:pt x="36532" y="66872"/>
                </a:lnTo>
                <a:lnTo>
                  <a:pt x="73064" y="0"/>
                </a:lnTo>
              </a:path>
            </a:pathLst>
          </a:custGeom>
          <a:noFill/>
          <a:ln w="9525">
            <a:solidFill>
              <a:srgbClr val="195FBD"/>
            </a:solidFill>
            <a:prstDash val="solid"/>
          </a:ln>
        </p:spPr>
      </p:sp>
      <p:sp>
        <p:nvSpPr>
          <p:cNvPr id="78" name="wire5">
            <a:extLst>
              <a:ext uri="{FF2B5EF4-FFF2-40B4-BE49-F238E27FC236}">
                <ns2:creationId id="{14F7E843-781B-45EC-80A4-91F128B07717}"/>
              </a:ext>
            </a:extLst>
          </p:cNvPr>
          <p:cNvSpPr>
            <a:spLocks noGrp="1"/>
          </p:cNvSpPr>
          <p:nvPr/>
        </p:nvSpPr>
        <p:spPr>
          <a:xfrm>
            <a:off x="5562600" y="2333625"/>
            <a:ext cx="1666875" cy="1228725"/>
          </a:xfrm>
          <a:custGeom>
            <a:pathLst>
              <a:path w="1666875" h="1228725">
                <a:moveTo>
                  <a:pt x="0" y="1228725"/>
                </a:moveTo>
                <a:lnTo>
                  <a:pt x="0" y="180975"/>
                </a:lnTo>
                <a:lnTo>
                  <a:pt x="1666875" y="180975"/>
                </a:lnTo>
                <a:lnTo>
                  <a:pt x="1666875" y="0"/>
                </a:lnTo>
              </a:path>
            </a:pathLst>
          </a:custGeom>
          <a:noFill/>
          <a:ln w="9525">
            <a:solidFill>
              <a:srgbClr val="263445"/>
            </a:solidFill>
            <a:prstDash val="solid"/>
          </a:ln>
        </p:spPr>
      </p:sp>
      <p:sp>
        <p:nvSpPr>
          <p:cNvPr id="79" name="wire5-arrow">
            <a:extLst>
              <a:ext uri="{FF2B5EF4-FFF2-40B4-BE49-F238E27FC236}">
                <ns2:creationId id="{5FA5F4B3-659B-4191-A9EB-080FB39BF062}"/>
              </a:ext>
            </a:extLst>
          </p:cNvPr>
          <p:cNvSpPr>
            <a:spLocks noGrp="1"/>
          </p:cNvSpPr>
          <p:nvPr/>
        </p:nvSpPr>
        <p:spPr>
          <a:xfrm>
            <a:off x="7192943" y="2333625"/>
            <a:ext cx="73064" cy="66872"/>
          </a:xfrm>
          <a:custGeom>
            <a:pathLst>
              <a:path w="73064" h="66872">
                <a:moveTo>
                  <a:pt x="73064" y="66872"/>
                </a:moveTo>
                <a:lnTo>
                  <a:pt x="36532" y="0"/>
                </a:lnTo>
                <a:lnTo>
                  <a:pt x="0" y="66872"/>
                </a:lnTo>
              </a:path>
            </a:pathLst>
          </a:custGeom>
          <a:noFill/>
          <a:ln w="9525">
            <a:solidFill>
              <a:srgbClr val="263445"/>
            </a:solidFill>
            <a:prstDash val="solid"/>
          </a:ln>
        </p:spPr>
      </p:sp>
      <p:sp>
        <p:nvSpPr>
          <p:cNvPr id="80" name="wire6">
            <a:extLst>
              <a:ext uri="{FF2B5EF4-FFF2-40B4-BE49-F238E27FC236}">
                <ns2:creationId id="{ACA8C452-FC1A-4A1F-B16A-8E99B1242962}"/>
              </a:ext>
            </a:extLst>
          </p:cNvPr>
          <p:cNvSpPr>
            <a:spLocks noGrp="1"/>
          </p:cNvSpPr>
          <p:nvPr/>
        </p:nvSpPr>
        <p:spPr>
          <a:xfrm>
            <a:off x="5705475" y="2333625"/>
            <a:ext cx="2190750" cy="1228725"/>
          </a:xfrm>
          <a:custGeom>
            <a:pathLst>
              <a:path w="2190750" h="1228725">
                <a:moveTo>
                  <a:pt x="2190750" y="0"/>
                </a:moveTo>
                <a:lnTo>
                  <a:pt x="2190750" y="342900"/>
                </a:lnTo>
                <a:lnTo>
                  <a:pt x="0" y="342900"/>
                </a:lnTo>
                <a:lnTo>
                  <a:pt x="0" y="1228725"/>
                </a:lnTo>
              </a:path>
            </a:pathLst>
          </a:custGeom>
          <a:noFill/>
          <a:ln w="9525">
            <a:solidFill>
              <a:srgbClr val="195FBD"/>
            </a:solidFill>
            <a:prstDash val="dash"/>
          </a:ln>
        </p:spPr>
      </p:sp>
      <p:sp>
        <p:nvSpPr>
          <p:cNvPr id="81" name="wire6-arrow">
            <a:extLst>
              <a:ext uri="{FF2B5EF4-FFF2-40B4-BE49-F238E27FC236}">
                <ns2:creationId id="{6C4A49CF-1A71-443D-AFF5-97DC2C670219}"/>
              </a:ext>
            </a:extLst>
          </p:cNvPr>
          <p:cNvSpPr>
            <a:spLocks noGrp="1"/>
          </p:cNvSpPr>
          <p:nvPr/>
        </p:nvSpPr>
        <p:spPr>
          <a:xfrm>
            <a:off x="5668943" y="3495478"/>
            <a:ext cx="73064" cy="66872"/>
          </a:xfrm>
          <a:custGeom>
            <a:pathLst>
              <a:path w="73064" h="66872">
                <a:moveTo>
                  <a:pt x="0" y="0"/>
                </a:moveTo>
                <a:lnTo>
                  <a:pt x="36532" y="66872"/>
                </a:lnTo>
                <a:lnTo>
                  <a:pt x="73064" y="0"/>
                </a:lnTo>
              </a:path>
            </a:pathLst>
          </a:custGeom>
          <a:noFill/>
          <a:ln w="9525">
            <a:solidFill>
              <a:srgbClr val="195FBD"/>
            </a:solidFill>
            <a:prstDash val="solid"/>
          </a:ln>
        </p:spPr>
      </p:sp>
      <p:sp>
        <p:nvSpPr>
          <p:cNvPr id="82" name="wire7">
            <a:extLst>
              <a:ext uri="{FF2B5EF4-FFF2-40B4-BE49-F238E27FC236}">
                <ns2:creationId id="{5473E2A4-8434-4267-9A80-5D06B07CC0B0}"/>
              </a:ext>
            </a:extLst>
          </p:cNvPr>
          <p:cNvSpPr>
            <a:spLocks noGrp="1"/>
          </p:cNvSpPr>
          <p:nvPr/>
        </p:nvSpPr>
        <p:spPr>
          <a:xfrm>
            <a:off x="4752975" y="4419600"/>
            <a:ext cx="9525" cy="723900"/>
          </a:xfrm>
          <a:custGeom>
            <a:pathLst>
              <a:path w="9525" h="723900">
                <a:moveTo>
                  <a:pt x="0" y="0"/>
                </a:moveTo>
                <a:lnTo>
                  <a:pt x="0" y="723900"/>
                </a:lnTo>
              </a:path>
            </a:pathLst>
          </a:custGeom>
          <a:noFill/>
          <a:ln w="9525">
            <a:solidFill>
              <a:srgbClr val="195FBD"/>
            </a:solidFill>
            <a:prstDash val="dash"/>
          </a:ln>
        </p:spPr>
      </p:sp>
      <p:sp>
        <p:nvSpPr>
          <p:cNvPr id="83" name="wire7-arrow">
            <a:extLst>
              <a:ext uri="{FF2B5EF4-FFF2-40B4-BE49-F238E27FC236}">
                <ns2:creationId id="{3FC6762D-D619-4317-9EE6-2FC06DCF7C88}"/>
              </a:ext>
            </a:extLst>
          </p:cNvPr>
          <p:cNvSpPr>
            <a:spLocks noGrp="1"/>
          </p:cNvSpPr>
          <p:nvPr/>
        </p:nvSpPr>
        <p:spPr>
          <a:xfrm>
            <a:off x="4716443" y="5076628"/>
            <a:ext cx="73064" cy="66872"/>
          </a:xfrm>
          <a:custGeom>
            <a:pathLst>
              <a:path w="73064" h="66872">
                <a:moveTo>
                  <a:pt x="0" y="0"/>
                </a:moveTo>
                <a:lnTo>
                  <a:pt x="36532" y="66872"/>
                </a:lnTo>
                <a:lnTo>
                  <a:pt x="73064" y="0"/>
                </a:lnTo>
              </a:path>
            </a:pathLst>
          </a:custGeom>
          <a:noFill/>
          <a:ln w="9525">
            <a:solidFill>
              <a:srgbClr val="195FBD"/>
            </a:solidFill>
            <a:prstDash val="solid"/>
          </a:ln>
        </p:spPr>
      </p:sp>
      <p:sp>
        <p:nvSpPr>
          <p:cNvPr id="84" name="wire8">
            <a:extLst>
              <a:ext uri="{FF2B5EF4-FFF2-40B4-BE49-F238E27FC236}">
                <ns2:creationId id="{203AD291-C8B1-4EB2-B528-2F7926656CFF}"/>
              </a:ext>
            </a:extLst>
          </p:cNvPr>
          <p:cNvSpPr>
            <a:spLocks noGrp="1"/>
          </p:cNvSpPr>
          <p:nvPr/>
        </p:nvSpPr>
        <p:spPr>
          <a:xfrm>
            <a:off x="5848350" y="4229100"/>
            <a:ext cx="1619250" cy="914400"/>
          </a:xfrm>
          <a:custGeom>
            <a:pathLst>
              <a:path w="1619250" h="914400">
                <a:moveTo>
                  <a:pt x="0" y="0"/>
                </a:moveTo>
                <a:lnTo>
                  <a:pt x="238125" y="0"/>
                </a:lnTo>
                <a:lnTo>
                  <a:pt x="238125" y="657225"/>
                </a:lnTo>
                <a:lnTo>
                  <a:pt x="1619250" y="657225"/>
                </a:lnTo>
                <a:lnTo>
                  <a:pt x="1619250" y="914400"/>
                </a:lnTo>
              </a:path>
            </a:pathLst>
          </a:custGeom>
          <a:noFill/>
          <a:ln w="9525">
            <a:solidFill>
              <a:srgbClr val="758294"/>
            </a:solidFill>
            <a:prstDash val="dash"/>
          </a:ln>
        </p:spPr>
      </p:sp>
      <p:sp>
        <p:nvSpPr>
          <p:cNvPr id="85" name="wire8-arrow">
            <a:extLst>
              <a:ext uri="{FF2B5EF4-FFF2-40B4-BE49-F238E27FC236}">
                <ns2:creationId id="{E4395189-ADF0-4D28-99A4-75159C9F6D12}"/>
              </a:ext>
            </a:extLst>
          </p:cNvPr>
          <p:cNvSpPr>
            <a:spLocks noGrp="1"/>
          </p:cNvSpPr>
          <p:nvPr/>
        </p:nvSpPr>
        <p:spPr>
          <a:xfrm>
            <a:off x="7431068" y="5076628"/>
            <a:ext cx="73064" cy="66872"/>
          </a:xfrm>
          <a:custGeom>
            <a:pathLst>
              <a:path w="73064" h="66872">
                <a:moveTo>
                  <a:pt x="0" y="0"/>
                </a:moveTo>
                <a:lnTo>
                  <a:pt x="36532" y="66872"/>
                </a:lnTo>
                <a:lnTo>
                  <a:pt x="73064" y="0"/>
                </a:lnTo>
              </a:path>
            </a:pathLst>
          </a:custGeom>
          <a:noFill/>
          <a:ln w="9525">
            <a:solidFill>
              <a:srgbClr val="758294"/>
            </a:solidFill>
            <a:prstDash val="solid"/>
          </a:ln>
        </p:spPr>
      </p:sp>
      <p:sp>
        <p:nvSpPr>
          <p:cNvPr id="86" name="wire9">
            <a:extLst>
              <a:ext uri="{FF2B5EF4-FFF2-40B4-BE49-F238E27FC236}">
                <ns2:creationId id="{8E49545F-3A3B-4838-970C-775C9EC05662}"/>
              </a:ext>
            </a:extLst>
          </p:cNvPr>
          <p:cNvSpPr>
            <a:spLocks noGrp="1"/>
          </p:cNvSpPr>
          <p:nvPr/>
        </p:nvSpPr>
        <p:spPr>
          <a:xfrm>
            <a:off x="5848350" y="3990975"/>
            <a:ext cx="666750" cy="1581150"/>
          </a:xfrm>
          <a:custGeom>
            <a:pathLst>
              <a:path w="666750" h="1581150">
                <a:moveTo>
                  <a:pt x="0" y="1581150"/>
                </a:moveTo>
                <a:lnTo>
                  <a:pt x="361950" y="1581150"/>
                </a:lnTo>
                <a:lnTo>
                  <a:pt x="361950" y="0"/>
                </a:lnTo>
                <a:lnTo>
                  <a:pt x="666750" y="0"/>
                </a:lnTo>
              </a:path>
            </a:pathLst>
          </a:custGeom>
          <a:noFill/>
          <a:ln w="9525">
            <a:solidFill>
              <a:srgbClr val="758294"/>
            </a:solidFill>
            <a:prstDash val="dash"/>
          </a:ln>
        </p:spPr>
      </p:sp>
      <p:sp>
        <p:nvSpPr>
          <p:cNvPr id="87" name="wire9-arrow">
            <a:extLst>
              <a:ext uri="{FF2B5EF4-FFF2-40B4-BE49-F238E27FC236}">
                <ns2:creationId id="{B65EA8DC-1E95-4FC7-9EBC-FC086F3A5E39}"/>
              </a:ext>
            </a:extLst>
          </p:cNvPr>
          <p:cNvSpPr>
            <a:spLocks noGrp="1"/>
          </p:cNvSpPr>
          <p:nvPr/>
        </p:nvSpPr>
        <p:spPr>
          <a:xfrm>
            <a:off x="6448228" y="3954443"/>
            <a:ext cx="66872" cy="73064"/>
          </a:xfrm>
          <a:custGeom>
            <a:pathLst>
              <a:path w="66872" h="73064">
                <a:moveTo>
                  <a:pt x="0" y="73064"/>
                </a:moveTo>
                <a:lnTo>
                  <a:pt x="66872" y="36532"/>
                </a:lnTo>
                <a:lnTo>
                  <a:pt x="0" y="0"/>
                </a:lnTo>
              </a:path>
            </a:pathLst>
          </a:custGeom>
          <a:noFill/>
          <a:ln w="9525">
            <a:solidFill>
              <a:srgbClr val="758294"/>
            </a:solidFill>
            <a:prstDash val="solid"/>
          </a:ln>
        </p:spPr>
      </p:sp>
      <p:sp>
        <p:nvSpPr>
          <p:cNvPr id="88" name="wire10">
            <a:extLst>
              <a:ext uri="{FF2B5EF4-FFF2-40B4-BE49-F238E27FC236}">
                <ns2:creationId id="{414174B6-1EA2-457F-BD14-5C5E00250070}"/>
              </a:ext>
            </a:extLst>
          </p:cNvPr>
          <p:cNvSpPr>
            <a:spLocks noGrp="1"/>
          </p:cNvSpPr>
          <p:nvPr/>
        </p:nvSpPr>
        <p:spPr>
          <a:xfrm>
            <a:off x="2800350" y="2095500"/>
            <a:ext cx="5286375" cy="1466850"/>
          </a:xfrm>
          <a:custGeom>
            <a:pathLst>
              <a:path w="5286375" h="1466850">
                <a:moveTo>
                  <a:pt x="5286375" y="1466850"/>
                </a:moveTo>
                <a:lnTo>
                  <a:pt x="5286375" y="866775"/>
                </a:lnTo>
                <a:lnTo>
                  <a:pt x="361950" y="866775"/>
                </a:lnTo>
                <a:lnTo>
                  <a:pt x="361950" y="0"/>
                </a:lnTo>
                <a:lnTo>
                  <a:pt x="0" y="0"/>
                </a:lnTo>
              </a:path>
            </a:pathLst>
          </a:custGeom>
          <a:noFill/>
          <a:ln w="9525">
            <a:solidFill>
              <a:srgbClr val="195FBD"/>
            </a:solidFill>
            <a:prstDash val="dash"/>
          </a:ln>
        </p:spPr>
      </p:sp>
      <p:sp>
        <p:nvSpPr>
          <p:cNvPr id="89" name="wire10-arrow">
            <a:extLst>
              <a:ext uri="{FF2B5EF4-FFF2-40B4-BE49-F238E27FC236}">
                <ns2:creationId id="{05276551-8063-49C4-92E7-EF516ADDFB61}"/>
              </a:ext>
            </a:extLst>
          </p:cNvPr>
          <p:cNvSpPr>
            <a:spLocks noGrp="1"/>
          </p:cNvSpPr>
          <p:nvPr/>
        </p:nvSpPr>
        <p:spPr>
          <a:xfrm>
            <a:off x="2800350" y="2058968"/>
            <a:ext cx="66872" cy="73064"/>
          </a:xfrm>
          <a:custGeom>
            <a:pathLst>
              <a:path w="66872" h="73064">
                <a:moveTo>
                  <a:pt x="66872" y="0"/>
                </a:moveTo>
                <a:lnTo>
                  <a:pt x="0" y="36532"/>
                </a:lnTo>
                <a:lnTo>
                  <a:pt x="66872" y="73064"/>
                </a:lnTo>
              </a:path>
            </a:pathLst>
          </a:custGeom>
          <a:noFill/>
          <a:ln w="9525">
            <a:solidFill>
              <a:srgbClr val="195FBD"/>
            </a:solidFill>
            <a:prstDash val="solid"/>
          </a:ln>
        </p:spPr>
      </p:sp>
      <p:sp>
        <p:nvSpPr>
          <p:cNvPr id="90" name="wire11">
            <a:extLst>
              <a:ext uri="{FF2B5EF4-FFF2-40B4-BE49-F238E27FC236}">
                <ns2:creationId id="{D5BA9D98-FF66-4963-BE96-359982665C89}"/>
              </a:ext>
            </a:extLst>
          </p:cNvPr>
          <p:cNvSpPr>
            <a:spLocks noGrp="1"/>
          </p:cNvSpPr>
          <p:nvPr/>
        </p:nvSpPr>
        <p:spPr>
          <a:xfrm>
            <a:off x="1609725" y="4419600"/>
            <a:ext cx="9525" cy="2438400"/>
          </a:xfrm>
          <a:custGeom>
            <a:pathLst>
              <a:path w="9525" h="2438400">
                <a:moveTo>
                  <a:pt x="0" y="0"/>
                </a:moveTo>
                <a:lnTo>
                  <a:pt x="0" y="2438400"/>
                </a:lnTo>
              </a:path>
            </a:pathLst>
          </a:custGeom>
          <a:noFill/>
          <a:ln w="9525">
            <a:solidFill>
              <a:srgbClr val="758294"/>
            </a:solidFill>
            <a:prstDash val="dash"/>
          </a:ln>
        </p:spPr>
      </p:sp>
      <p:sp>
        <p:nvSpPr>
          <p:cNvPr id="91" name="wire11-arrow">
            <a:extLst>
              <a:ext uri="{FF2B5EF4-FFF2-40B4-BE49-F238E27FC236}">
                <ns2:creationId id="{6C79BA5B-4FE1-40E0-A85E-80CEE5212E78}"/>
              </a:ext>
            </a:extLst>
          </p:cNvPr>
          <p:cNvSpPr>
            <a:spLocks noGrp="1"/>
          </p:cNvSpPr>
          <p:nvPr/>
        </p:nvSpPr>
        <p:spPr>
          <a:xfrm>
            <a:off x="1573193" y="6791128"/>
            <a:ext cx="73064" cy="66872"/>
          </a:xfrm>
          <a:custGeom>
            <a:pathLst>
              <a:path w="73064" h="66872">
                <a:moveTo>
                  <a:pt x="0" y="0"/>
                </a:moveTo>
                <a:lnTo>
                  <a:pt x="36532" y="66872"/>
                </a:lnTo>
                <a:lnTo>
                  <a:pt x="73064" y="0"/>
                </a:lnTo>
              </a:path>
            </a:pathLst>
          </a:custGeom>
          <a:noFill/>
          <a:ln w="9525">
            <a:solidFill>
              <a:srgbClr val="758294"/>
            </a:solidFill>
            <a:prstDash val="solid"/>
          </a:ln>
        </p:spPr>
      </p:sp>
      <p:sp>
        <p:nvSpPr>
          <p:cNvPr id="92" name="wire12">
            <a:extLst>
              <a:ext uri="{FF2B5EF4-FFF2-40B4-BE49-F238E27FC236}">
                <ns2:creationId id="{4DEF681C-0145-42B5-98C4-36BE4F08BB58}"/>
              </a:ext>
            </a:extLst>
          </p:cNvPr>
          <p:cNvSpPr>
            <a:spLocks noGrp="1"/>
          </p:cNvSpPr>
          <p:nvPr/>
        </p:nvSpPr>
        <p:spPr>
          <a:xfrm>
            <a:off x="2181225" y="4419600"/>
            <a:ext cx="9525" cy="2438400"/>
          </a:xfrm>
          <a:custGeom>
            <a:pathLst>
              <a:path w="9525" h="2438400">
                <a:moveTo>
                  <a:pt x="0" y="2438400"/>
                </a:moveTo>
                <a:lnTo>
                  <a:pt x="0" y="0"/>
                </a:lnTo>
              </a:path>
            </a:pathLst>
          </a:custGeom>
          <a:noFill/>
          <a:ln w="9525">
            <a:solidFill>
              <a:srgbClr val="195FBD"/>
            </a:solidFill>
            <a:prstDash val="dash"/>
          </a:ln>
        </p:spPr>
      </p:sp>
      <p:sp>
        <p:nvSpPr>
          <p:cNvPr id="93" name="wire12-arrow">
            <a:extLst>
              <a:ext uri="{FF2B5EF4-FFF2-40B4-BE49-F238E27FC236}">
                <ns2:creationId id="{48C71016-489A-4445-B2BF-88979B056CAE}"/>
              </a:ext>
            </a:extLst>
          </p:cNvPr>
          <p:cNvSpPr>
            <a:spLocks noGrp="1"/>
          </p:cNvSpPr>
          <p:nvPr/>
        </p:nvSpPr>
        <p:spPr>
          <a:xfrm>
            <a:off x="2144693" y="4419600"/>
            <a:ext cx="73064" cy="66872"/>
          </a:xfrm>
          <a:custGeom>
            <a:pathLst>
              <a:path w="73064" h="66872">
                <a:moveTo>
                  <a:pt x="73064" y="66872"/>
                </a:moveTo>
                <a:lnTo>
                  <a:pt x="36532" y="0"/>
                </a:lnTo>
                <a:lnTo>
                  <a:pt x="0" y="66872"/>
                </a:lnTo>
              </a:path>
            </a:pathLst>
          </a:custGeom>
          <a:noFill/>
          <a:ln w="9525">
            <a:solidFill>
              <a:srgbClr val="195FBD"/>
            </a:solidFill>
            <a:prstDash val="solid"/>
          </a:ln>
        </p:spPr>
      </p:sp>
      <p:sp>
        <p:nvSpPr>
          <p:cNvPr id="94" name="wire13">
            <a:extLst>
              <a:ext uri="{FF2B5EF4-FFF2-40B4-BE49-F238E27FC236}">
                <ns2:creationId id="{6515BB67-2670-44AA-8A38-E6D3D9FB23BE}"/>
              </a:ext>
            </a:extLst>
          </p:cNvPr>
          <p:cNvSpPr>
            <a:spLocks noGrp="1"/>
          </p:cNvSpPr>
          <p:nvPr/>
        </p:nvSpPr>
        <p:spPr>
          <a:xfrm>
            <a:off x="5848350" y="7334250"/>
            <a:ext cx="666750" cy="9525"/>
          </a:xfrm>
          <a:custGeom>
            <a:pathLst>
              <a:path w="666750" h="9525">
                <a:moveTo>
                  <a:pt x="666750" y="0"/>
                </a:moveTo>
                <a:lnTo>
                  <a:pt x="0" y="0"/>
                </a:lnTo>
              </a:path>
            </a:pathLst>
          </a:custGeom>
          <a:noFill/>
          <a:ln w="9525">
            <a:solidFill>
              <a:srgbClr val="B63732"/>
            </a:solidFill>
            <a:prstDash val="dash"/>
          </a:ln>
        </p:spPr>
      </p:sp>
      <p:sp>
        <p:nvSpPr>
          <p:cNvPr id="95" name="wire13-arrow">
            <a:extLst>
              <a:ext uri="{FF2B5EF4-FFF2-40B4-BE49-F238E27FC236}">
                <ns2:creationId id="{EE274D3F-9A64-4AF6-9BF0-0C2B27CFFAD2}"/>
              </a:ext>
            </a:extLst>
          </p:cNvPr>
          <p:cNvSpPr>
            <a:spLocks noGrp="1"/>
          </p:cNvSpPr>
          <p:nvPr/>
        </p:nvSpPr>
        <p:spPr>
          <a:xfrm>
            <a:off x="5848350" y="7297718"/>
            <a:ext cx="66872" cy="73064"/>
          </a:xfrm>
          <a:custGeom>
            <a:pathLst>
              <a:path w="66872" h="73064">
                <a:moveTo>
                  <a:pt x="66872" y="0"/>
                </a:moveTo>
                <a:lnTo>
                  <a:pt x="0" y="36532"/>
                </a:lnTo>
                <a:lnTo>
                  <a:pt x="66872" y="73064"/>
                </a:lnTo>
              </a:path>
            </a:pathLst>
          </a:custGeom>
          <a:noFill/>
          <a:ln w="9525">
            <a:solidFill>
              <a:srgbClr val="B63732"/>
            </a:solidFill>
            <a:prstDash val="solid"/>
          </a:ln>
        </p:spPr>
      </p:sp>
      <p:sp>
        <p:nvSpPr>
          <p:cNvPr id="96" name="wire14">
            <a:extLst>
              <a:ext uri="{FF2B5EF4-FFF2-40B4-BE49-F238E27FC236}">
                <ns2:creationId id="{D130DF1B-B9F9-46B3-8B85-2D9D8B897BAE}"/>
              </a:ext>
            </a:extLst>
          </p:cNvPr>
          <p:cNvSpPr>
            <a:spLocks noGrp="1"/>
          </p:cNvSpPr>
          <p:nvPr/>
        </p:nvSpPr>
        <p:spPr>
          <a:xfrm>
            <a:off x="2990850" y="7334250"/>
            <a:ext cx="666750" cy="9525"/>
          </a:xfrm>
          <a:custGeom>
            <a:pathLst>
              <a:path w="666750" h="9525">
                <a:moveTo>
                  <a:pt x="666750" y="0"/>
                </a:moveTo>
                <a:lnTo>
                  <a:pt x="0" y="0"/>
                </a:lnTo>
              </a:path>
            </a:pathLst>
          </a:custGeom>
          <a:noFill/>
          <a:ln w="9525">
            <a:solidFill>
              <a:srgbClr val="B63732"/>
            </a:solidFill>
            <a:prstDash val="dash"/>
          </a:ln>
        </p:spPr>
      </p:sp>
      <p:sp>
        <p:nvSpPr>
          <p:cNvPr id="97" name="wire14-arrow">
            <a:extLst>
              <a:ext uri="{FF2B5EF4-FFF2-40B4-BE49-F238E27FC236}">
                <ns2:creationId id="{41FF0E30-9852-41FF-BEAB-C4756D9EA66F}"/>
              </a:ext>
            </a:extLst>
          </p:cNvPr>
          <p:cNvSpPr>
            <a:spLocks noGrp="1"/>
          </p:cNvSpPr>
          <p:nvPr/>
        </p:nvSpPr>
        <p:spPr>
          <a:xfrm>
            <a:off x="2990850" y="7297718"/>
            <a:ext cx="66872" cy="73064"/>
          </a:xfrm>
          <a:custGeom>
            <a:pathLst>
              <a:path w="66872" h="73064">
                <a:moveTo>
                  <a:pt x="66872" y="0"/>
                </a:moveTo>
                <a:lnTo>
                  <a:pt x="0" y="36532"/>
                </a:lnTo>
                <a:lnTo>
                  <a:pt x="66872" y="73064"/>
                </a:lnTo>
              </a:path>
            </a:pathLst>
          </a:custGeom>
          <a:noFill/>
          <a:ln w="9525">
            <a:solidFill>
              <a:srgbClr val="B63732"/>
            </a:solidFill>
            <a:prstDash val="solid"/>
          </a:ln>
        </p:spPr>
      </p:sp>
      <p:sp>
        <p:nvSpPr>
          <p:cNvPr id="98" name="wire15">
            <a:extLst>
              <a:ext uri="{FF2B5EF4-FFF2-40B4-BE49-F238E27FC236}">
                <ns2:creationId id="{313355DC-9CAB-4008-9D31-0F40C5CAABDB}"/>
              </a:ext>
            </a:extLst>
          </p:cNvPr>
          <p:cNvSpPr>
            <a:spLocks noGrp="1"/>
          </p:cNvSpPr>
          <p:nvPr/>
        </p:nvSpPr>
        <p:spPr>
          <a:xfrm>
            <a:off x="5514975" y="6000750"/>
            <a:ext cx="1476375" cy="857250"/>
          </a:xfrm>
          <a:custGeom>
            <a:pathLst>
              <a:path w="1476375" h="857250">
                <a:moveTo>
                  <a:pt x="0" y="857250"/>
                </a:moveTo>
                <a:lnTo>
                  <a:pt x="0" y="552450"/>
                </a:lnTo>
                <a:lnTo>
                  <a:pt x="1476375" y="552450"/>
                </a:lnTo>
                <a:lnTo>
                  <a:pt x="1476375" y="0"/>
                </a:lnTo>
              </a:path>
            </a:pathLst>
          </a:custGeom>
          <a:noFill/>
          <a:ln w="9525">
            <a:solidFill>
              <a:srgbClr val="B63732"/>
            </a:solidFill>
            <a:prstDash val="dash"/>
          </a:ln>
        </p:spPr>
      </p:sp>
      <p:sp>
        <p:nvSpPr>
          <p:cNvPr id="99" name="wire15-arrow">
            <a:extLst>
              <a:ext uri="{FF2B5EF4-FFF2-40B4-BE49-F238E27FC236}">
                <ns2:creationId id="{F5F1C37B-2B14-4D19-A69A-3AA3D24D8839}"/>
              </a:ext>
            </a:extLst>
          </p:cNvPr>
          <p:cNvSpPr>
            <a:spLocks noGrp="1"/>
          </p:cNvSpPr>
          <p:nvPr/>
        </p:nvSpPr>
        <p:spPr>
          <a:xfrm>
            <a:off x="6954818" y="6000750"/>
            <a:ext cx="73064" cy="66872"/>
          </a:xfrm>
          <a:custGeom>
            <a:pathLst>
              <a:path w="73064" h="66872">
                <a:moveTo>
                  <a:pt x="73064" y="66872"/>
                </a:moveTo>
                <a:lnTo>
                  <a:pt x="36532" y="0"/>
                </a:lnTo>
                <a:lnTo>
                  <a:pt x="0" y="66872"/>
                </a:lnTo>
              </a:path>
            </a:pathLst>
          </a:custGeom>
          <a:noFill/>
          <a:ln w="9525">
            <a:solidFill>
              <a:srgbClr val="B63732"/>
            </a:solidFill>
            <a:prstDash val="solid"/>
          </a:ln>
        </p:spPr>
      </p:sp>
      <p:sp>
        <p:nvSpPr>
          <p:cNvPr id="100" name="wire16">
            <a:extLst>
              <a:ext uri="{FF2B5EF4-FFF2-40B4-BE49-F238E27FC236}">
                <ns2:creationId id="{33D8AF4E-E7D8-401B-A790-862C433934CF}"/>
              </a:ext>
            </a:extLst>
          </p:cNvPr>
          <p:cNvSpPr>
            <a:spLocks noGrp="1"/>
          </p:cNvSpPr>
          <p:nvPr/>
        </p:nvSpPr>
        <p:spPr>
          <a:xfrm>
            <a:off x="8420100" y="2190750"/>
            <a:ext cx="514350" cy="5238750"/>
          </a:xfrm>
          <a:custGeom>
            <a:pathLst>
              <a:path w="514350" h="5238750">
                <a:moveTo>
                  <a:pt x="285750" y="0"/>
                </a:moveTo>
                <a:lnTo>
                  <a:pt x="514350" y="0"/>
                </a:lnTo>
                <a:lnTo>
                  <a:pt x="514350" y="5238750"/>
                </a:lnTo>
                <a:lnTo>
                  <a:pt x="0" y="5238750"/>
                </a:lnTo>
              </a:path>
            </a:pathLst>
          </a:custGeom>
          <a:noFill/>
          <a:ln w="9525">
            <a:solidFill>
              <a:srgbClr val="195FBD"/>
            </a:solidFill>
            <a:prstDash val="dash"/>
          </a:ln>
        </p:spPr>
      </p:sp>
      <p:sp>
        <p:nvSpPr>
          <p:cNvPr id="101" name="wire16-arrow">
            <a:extLst>
              <a:ext uri="{FF2B5EF4-FFF2-40B4-BE49-F238E27FC236}">
                <ns2:creationId id="{E0FD5708-B75D-4CDD-88C4-16B380EC63A8}"/>
              </a:ext>
            </a:extLst>
          </p:cNvPr>
          <p:cNvSpPr>
            <a:spLocks noGrp="1"/>
          </p:cNvSpPr>
          <p:nvPr/>
        </p:nvSpPr>
        <p:spPr>
          <a:xfrm>
            <a:off x="8420100" y="7392968"/>
            <a:ext cx="66872" cy="73064"/>
          </a:xfrm>
          <a:custGeom>
            <a:pathLst>
              <a:path w="66872" h="73064">
                <a:moveTo>
                  <a:pt x="66872" y="0"/>
                </a:moveTo>
                <a:lnTo>
                  <a:pt x="0" y="36532"/>
                </a:lnTo>
                <a:lnTo>
                  <a:pt x="66872" y="73064"/>
                </a:lnTo>
              </a:path>
            </a:pathLst>
          </a:custGeom>
          <a:noFill/>
          <a:ln w="9525">
            <a:solidFill>
              <a:srgbClr val="195FBD"/>
            </a:solidFill>
            <a:prstDash val="solid"/>
          </a:ln>
        </p:spPr>
      </p:sp>
      <p:sp>
        <p:nvSpPr>
          <p:cNvPr id="102" name="wire17">
            <a:extLst>
              <a:ext uri="{FF2B5EF4-FFF2-40B4-BE49-F238E27FC236}">
                <ns2:creationId id="{06E1AB5C-EB08-4513-86BE-7CD3F3283E78}"/>
              </a:ext>
            </a:extLst>
          </p:cNvPr>
          <p:cNvSpPr>
            <a:spLocks noGrp="1"/>
          </p:cNvSpPr>
          <p:nvPr/>
        </p:nvSpPr>
        <p:spPr>
          <a:xfrm>
            <a:off x="8420100" y="4229100"/>
            <a:ext cx="590550" cy="5105400"/>
          </a:xfrm>
          <a:custGeom>
            <a:pathLst>
              <a:path w="590550" h="5105400">
                <a:moveTo>
                  <a:pt x="0" y="0"/>
                </a:moveTo>
                <a:lnTo>
                  <a:pt x="590550" y="0"/>
                </a:lnTo>
                <a:lnTo>
                  <a:pt x="590550" y="5105400"/>
                </a:lnTo>
                <a:lnTo>
                  <a:pt x="285750" y="5105400"/>
                </a:lnTo>
              </a:path>
            </a:pathLst>
          </a:custGeom>
          <a:noFill/>
          <a:ln w="9525">
            <a:solidFill>
              <a:srgbClr val="263445"/>
            </a:solidFill>
            <a:prstDash val="solid"/>
          </a:ln>
        </p:spPr>
      </p:sp>
      <p:sp>
        <p:nvSpPr>
          <p:cNvPr id="103" name="wire17-arrow">
            <a:extLst>
              <a:ext uri="{FF2B5EF4-FFF2-40B4-BE49-F238E27FC236}">
                <ns2:creationId id="{B01956E5-5256-4A6D-8714-8BF1FEBD03EE}"/>
              </a:ext>
            </a:extLst>
          </p:cNvPr>
          <p:cNvSpPr>
            <a:spLocks noGrp="1"/>
          </p:cNvSpPr>
          <p:nvPr/>
        </p:nvSpPr>
        <p:spPr>
          <a:xfrm>
            <a:off x="8705850" y="9297968"/>
            <a:ext cx="66872" cy="73064"/>
          </a:xfrm>
          <a:custGeom>
            <a:pathLst>
              <a:path w="66872" h="73064">
                <a:moveTo>
                  <a:pt x="66872" y="0"/>
                </a:moveTo>
                <a:lnTo>
                  <a:pt x="0" y="36532"/>
                </a:lnTo>
                <a:lnTo>
                  <a:pt x="66872" y="73064"/>
                </a:lnTo>
              </a:path>
            </a:pathLst>
          </a:custGeom>
          <a:noFill/>
          <a:ln w="9525">
            <a:solidFill>
              <a:srgbClr val="263445"/>
            </a:solidFill>
            <a:prstDash val="solid"/>
          </a:ln>
        </p:spPr>
      </p:sp>
      <p:sp>
        <p:nvSpPr>
          <p:cNvPr id="104" name="wire18">
            <a:extLst>
              <a:ext uri="{FF2B5EF4-FFF2-40B4-BE49-F238E27FC236}">
                <ns2:creationId id="{3426E451-C78E-4B8F-AFAA-925A69145CFB}"/>
              </a:ext>
            </a:extLst>
          </p:cNvPr>
          <p:cNvSpPr>
            <a:spLocks noGrp="1"/>
          </p:cNvSpPr>
          <p:nvPr/>
        </p:nvSpPr>
        <p:spPr>
          <a:xfrm>
            <a:off x="8420100" y="4324350"/>
            <a:ext cx="666750" cy="5105400"/>
          </a:xfrm>
          <a:custGeom>
            <a:pathLst>
              <a:path w="666750" h="5105400">
                <a:moveTo>
                  <a:pt x="285750" y="5105400"/>
                </a:moveTo>
                <a:lnTo>
                  <a:pt x="666750" y="5105400"/>
                </a:lnTo>
                <a:lnTo>
                  <a:pt x="666750" y="0"/>
                </a:lnTo>
                <a:lnTo>
                  <a:pt x="0" y="0"/>
                </a:lnTo>
              </a:path>
            </a:pathLst>
          </a:custGeom>
          <a:noFill/>
          <a:ln w="9525">
            <a:solidFill>
              <a:srgbClr val="195FBD"/>
            </a:solidFill>
            <a:prstDash val="dash"/>
          </a:ln>
        </p:spPr>
      </p:sp>
      <p:sp>
        <p:nvSpPr>
          <p:cNvPr id="105" name="wire18-arrow">
            <a:extLst>
              <a:ext uri="{FF2B5EF4-FFF2-40B4-BE49-F238E27FC236}">
                <ns2:creationId id="{8C76172A-7F70-4766-8BD6-9EC1125612EC}"/>
              </a:ext>
            </a:extLst>
          </p:cNvPr>
          <p:cNvSpPr>
            <a:spLocks noGrp="1"/>
          </p:cNvSpPr>
          <p:nvPr/>
        </p:nvSpPr>
        <p:spPr>
          <a:xfrm>
            <a:off x="8420100" y="4287818"/>
            <a:ext cx="66872" cy="73064"/>
          </a:xfrm>
          <a:custGeom>
            <a:pathLst>
              <a:path w="66872" h="73064">
                <a:moveTo>
                  <a:pt x="66872" y="0"/>
                </a:moveTo>
                <a:lnTo>
                  <a:pt x="0" y="36532"/>
                </a:lnTo>
                <a:lnTo>
                  <a:pt x="66872" y="73064"/>
                </a:lnTo>
              </a:path>
            </a:pathLst>
          </a:custGeom>
          <a:noFill/>
          <a:ln w="9525">
            <a:solidFill>
              <a:srgbClr val="195FBD"/>
            </a:solidFill>
            <a:prstDash val="solid"/>
          </a:ln>
        </p:spPr>
      </p:sp>
      <p:sp>
        <p:nvSpPr>
          <p:cNvPr id="106" name="wire19">
            <a:extLst>
              <a:ext uri="{FF2B5EF4-FFF2-40B4-BE49-F238E27FC236}">
                <ns2:creationId id="{23DFD4B7-616B-4DE1-AACA-EF363E89FD0D}"/>
              </a:ext>
            </a:extLst>
          </p:cNvPr>
          <p:cNvSpPr>
            <a:spLocks noGrp="1"/>
          </p:cNvSpPr>
          <p:nvPr/>
        </p:nvSpPr>
        <p:spPr>
          <a:xfrm>
            <a:off x="457200" y="4086225"/>
            <a:ext cx="342900" cy="5248275"/>
          </a:xfrm>
          <a:custGeom>
            <a:pathLst>
              <a:path w="342900" h="5248275">
                <a:moveTo>
                  <a:pt x="342900" y="0"/>
                </a:moveTo>
                <a:lnTo>
                  <a:pt x="228600" y="0"/>
                </a:lnTo>
                <a:lnTo>
                  <a:pt x="228600" y="4562475"/>
                </a:lnTo>
                <a:lnTo>
                  <a:pt x="0" y="4562475"/>
                </a:lnTo>
                <a:lnTo>
                  <a:pt x="0" y="5248275"/>
                </a:lnTo>
                <a:lnTo>
                  <a:pt x="57150" y="5248275"/>
                </a:lnTo>
              </a:path>
            </a:pathLst>
          </a:custGeom>
          <a:noFill/>
          <a:ln w="9525">
            <a:solidFill>
              <a:srgbClr val="263445"/>
            </a:solidFill>
            <a:prstDash val="solid"/>
          </a:ln>
        </p:spPr>
      </p:sp>
      <p:sp>
        <p:nvSpPr>
          <p:cNvPr id="107" name="wire19-arrow">
            <a:extLst>
              <a:ext uri="{FF2B5EF4-FFF2-40B4-BE49-F238E27FC236}">
                <ns2:creationId id="{93DD96B0-D566-4931-9BCE-8AA33ACF492C}"/>
              </a:ext>
            </a:extLst>
          </p:cNvPr>
          <p:cNvSpPr>
            <a:spLocks noGrp="1"/>
          </p:cNvSpPr>
          <p:nvPr/>
        </p:nvSpPr>
        <p:spPr>
          <a:xfrm>
            <a:off x="447478" y="9297968"/>
            <a:ext cx="66872" cy="73064"/>
          </a:xfrm>
          <a:custGeom>
            <a:pathLst>
              <a:path w="66872" h="73064">
                <a:moveTo>
                  <a:pt x="0" y="73064"/>
                </a:moveTo>
                <a:lnTo>
                  <a:pt x="66872" y="36532"/>
                </a:lnTo>
                <a:lnTo>
                  <a:pt x="0" y="0"/>
                </a:lnTo>
              </a:path>
            </a:pathLst>
          </a:custGeom>
          <a:noFill/>
          <a:ln w="9525">
            <a:solidFill>
              <a:srgbClr val="263445"/>
            </a:solidFill>
            <a:prstDash val="solid"/>
          </a:ln>
        </p:spPr>
      </p:sp>
      <p:sp>
        <p:nvSpPr>
          <p:cNvPr id="108" name="wire20">
            <a:extLst>
              <a:ext uri="{FF2B5EF4-FFF2-40B4-BE49-F238E27FC236}">
                <ns2:creationId id="{497ACFC8-CDE0-463C-998C-9ADEA4EFB820}"/>
              </a:ext>
            </a:extLst>
          </p:cNvPr>
          <p:cNvSpPr>
            <a:spLocks noGrp="1"/>
          </p:cNvSpPr>
          <p:nvPr/>
        </p:nvSpPr>
        <p:spPr>
          <a:xfrm>
            <a:off x="609600" y="4181475"/>
            <a:ext cx="2514600" cy="5248275"/>
          </a:xfrm>
          <a:custGeom>
            <a:pathLst>
              <a:path w="2514600" h="5248275">
                <a:moveTo>
                  <a:pt x="2190750" y="5248275"/>
                </a:moveTo>
                <a:lnTo>
                  <a:pt x="2514600" y="5248275"/>
                </a:lnTo>
                <a:lnTo>
                  <a:pt x="2514600" y="4543425"/>
                </a:lnTo>
                <a:lnTo>
                  <a:pt x="0" y="4543425"/>
                </a:lnTo>
                <a:lnTo>
                  <a:pt x="0" y="0"/>
                </a:lnTo>
                <a:lnTo>
                  <a:pt x="190500" y="0"/>
                </a:lnTo>
              </a:path>
            </a:pathLst>
          </a:custGeom>
          <a:noFill/>
          <a:ln w="9525">
            <a:solidFill>
              <a:srgbClr val="195FBD"/>
            </a:solidFill>
            <a:prstDash val="dash"/>
          </a:ln>
        </p:spPr>
      </p:sp>
      <p:sp>
        <p:nvSpPr>
          <p:cNvPr id="109" name="wire20-arrow">
            <a:extLst>
              <a:ext uri="{FF2B5EF4-FFF2-40B4-BE49-F238E27FC236}">
                <ns2:creationId id="{F7EC30AF-5391-42C6-B7A5-B68BEE038759}"/>
              </a:ext>
            </a:extLst>
          </p:cNvPr>
          <p:cNvSpPr>
            <a:spLocks noGrp="1"/>
          </p:cNvSpPr>
          <p:nvPr/>
        </p:nvSpPr>
        <p:spPr>
          <a:xfrm>
            <a:off x="733228" y="4144943"/>
            <a:ext cx="66872" cy="73064"/>
          </a:xfrm>
          <a:custGeom>
            <a:pathLst>
              <a:path w="66872" h="73064">
                <a:moveTo>
                  <a:pt x="0" y="73064"/>
                </a:moveTo>
                <a:lnTo>
                  <a:pt x="66872" y="36532"/>
                </a:lnTo>
                <a:lnTo>
                  <a:pt x="0" y="0"/>
                </a:lnTo>
              </a:path>
            </a:pathLst>
          </a:custGeom>
          <a:noFill/>
          <a:ln w="9525">
            <a:solidFill>
              <a:srgbClr val="195FBD"/>
            </a:solidFill>
            <a:prstDash val="solid"/>
          </a:ln>
        </p:spPr>
      </p:sp>
      <p:sp>
        <p:nvSpPr>
          <p:cNvPr id="110" name="wire21">
            <a:extLst>
              <a:ext uri="{FF2B5EF4-FFF2-40B4-BE49-F238E27FC236}">
                <ns2:creationId id="{CF8395DD-55DE-4B78-B9D6-DA9ABBD24BCB}"/>
              </a:ext>
            </a:extLst>
          </p:cNvPr>
          <p:cNvSpPr>
            <a:spLocks noGrp="1"/>
          </p:cNvSpPr>
          <p:nvPr/>
        </p:nvSpPr>
        <p:spPr>
          <a:xfrm>
            <a:off x="5848350" y="4133850"/>
            <a:ext cx="266700" cy="5200650"/>
          </a:xfrm>
          <a:custGeom>
            <a:pathLst>
              <a:path w="266700" h="5200650">
                <a:moveTo>
                  <a:pt x="0" y="0"/>
                </a:moveTo>
                <a:lnTo>
                  <a:pt x="266700" y="0"/>
                </a:lnTo>
                <a:lnTo>
                  <a:pt x="266700" y="5200650"/>
                </a:lnTo>
                <a:lnTo>
                  <a:pt x="0" y="5200650"/>
                </a:lnTo>
              </a:path>
            </a:pathLst>
          </a:custGeom>
          <a:noFill/>
          <a:ln w="9525">
            <a:solidFill>
              <a:srgbClr val="263445"/>
            </a:solidFill>
            <a:prstDash val="solid"/>
          </a:ln>
        </p:spPr>
      </p:sp>
      <p:sp>
        <p:nvSpPr>
          <p:cNvPr id="111" name="wire21-arrow">
            <a:extLst>
              <a:ext uri="{FF2B5EF4-FFF2-40B4-BE49-F238E27FC236}">
                <ns2:creationId id="{7A7BA148-5CDF-4941-BC5B-C9477F79756B}"/>
              </a:ext>
            </a:extLst>
          </p:cNvPr>
          <p:cNvSpPr>
            <a:spLocks noGrp="1"/>
          </p:cNvSpPr>
          <p:nvPr/>
        </p:nvSpPr>
        <p:spPr>
          <a:xfrm>
            <a:off x="5848350" y="9297968"/>
            <a:ext cx="66872" cy="73064"/>
          </a:xfrm>
          <a:custGeom>
            <a:pathLst>
              <a:path w="66872" h="73064">
                <a:moveTo>
                  <a:pt x="66872" y="0"/>
                </a:moveTo>
                <a:lnTo>
                  <a:pt x="0" y="36532"/>
                </a:lnTo>
                <a:lnTo>
                  <a:pt x="66872" y="73064"/>
                </a:lnTo>
              </a:path>
            </a:pathLst>
          </a:custGeom>
          <a:noFill/>
          <a:ln w="9525">
            <a:solidFill>
              <a:srgbClr val="263445"/>
            </a:solidFill>
            <a:prstDash val="solid"/>
          </a:ln>
        </p:spPr>
      </p:sp>
      <p:sp>
        <p:nvSpPr>
          <p:cNvPr id="112" name="wire22">
            <a:extLst>
              <a:ext uri="{FF2B5EF4-FFF2-40B4-BE49-F238E27FC236}">
                <ns2:creationId id="{5A95D502-041A-414A-95F7-6D2334502D1F}"/>
              </a:ext>
            </a:extLst>
          </p:cNvPr>
          <p:cNvSpPr>
            <a:spLocks noGrp="1"/>
          </p:cNvSpPr>
          <p:nvPr/>
        </p:nvSpPr>
        <p:spPr>
          <a:xfrm>
            <a:off x="5848350" y="4229100"/>
            <a:ext cx="323850" cy="5200650"/>
          </a:xfrm>
          <a:custGeom>
            <a:pathLst>
              <a:path w="323850" h="5200650">
                <a:moveTo>
                  <a:pt x="0" y="5200650"/>
                </a:moveTo>
                <a:lnTo>
                  <a:pt x="323850" y="5200650"/>
                </a:lnTo>
                <a:lnTo>
                  <a:pt x="323850" y="0"/>
                </a:lnTo>
                <a:lnTo>
                  <a:pt x="0" y="0"/>
                </a:lnTo>
              </a:path>
            </a:pathLst>
          </a:custGeom>
          <a:noFill/>
          <a:ln w="9525">
            <a:solidFill>
              <a:srgbClr val="195FBD"/>
            </a:solidFill>
            <a:prstDash val="dash"/>
          </a:ln>
        </p:spPr>
      </p:sp>
      <p:sp>
        <p:nvSpPr>
          <p:cNvPr id="113" name="wire22-arrow">
            <a:extLst>
              <a:ext uri="{FF2B5EF4-FFF2-40B4-BE49-F238E27FC236}">
                <ns2:creationId id="{84D8F09D-1C1D-4063-9549-CFA201C9BD1F}"/>
              </a:ext>
            </a:extLst>
          </p:cNvPr>
          <p:cNvSpPr>
            <a:spLocks noGrp="1"/>
          </p:cNvSpPr>
          <p:nvPr/>
        </p:nvSpPr>
        <p:spPr>
          <a:xfrm>
            <a:off x="5848350" y="4192568"/>
            <a:ext cx="66872" cy="73064"/>
          </a:xfrm>
          <a:custGeom>
            <a:pathLst>
              <a:path w="66872" h="73064">
                <a:moveTo>
                  <a:pt x="66872" y="0"/>
                </a:moveTo>
                <a:lnTo>
                  <a:pt x="0" y="36532"/>
                </a:lnTo>
                <a:lnTo>
                  <a:pt x="66872" y="73064"/>
                </a:lnTo>
              </a:path>
            </a:pathLst>
          </a:custGeom>
          <a:noFill/>
          <a:ln w="9525">
            <a:solidFill>
              <a:srgbClr val="195FBD"/>
            </a:solidFill>
            <a:prstDash val="solid"/>
          </a:ln>
        </p:spPr>
      </p:sp>
      <p:sp>
        <p:nvSpPr>
          <p:cNvPr id="114" name="wire23">
            <a:extLst>
              <a:ext uri="{FF2B5EF4-FFF2-40B4-BE49-F238E27FC236}">
                <ns2:creationId id="{CD6B9963-A654-47EE-BDF4-6AF485ADBE9F}"/>
              </a:ext>
            </a:extLst>
          </p:cNvPr>
          <p:cNvSpPr>
            <a:spLocks noGrp="1"/>
          </p:cNvSpPr>
          <p:nvPr/>
        </p:nvSpPr>
        <p:spPr>
          <a:xfrm>
            <a:off x="12039600" y="2333625"/>
            <a:ext cx="5000625" cy="1143000"/>
          </a:xfrm>
          <a:custGeom>
            <a:pathLst>
              <a:path w="5000625" h="1143000">
                <a:moveTo>
                  <a:pt x="5000625" y="0"/>
                </a:moveTo>
                <a:lnTo>
                  <a:pt x="5000625" y="171450"/>
                </a:lnTo>
                <a:lnTo>
                  <a:pt x="0" y="171450"/>
                </a:lnTo>
                <a:lnTo>
                  <a:pt x="0" y="1143000"/>
                </a:lnTo>
              </a:path>
            </a:pathLst>
          </a:custGeom>
          <a:noFill/>
          <a:ln w="9525">
            <a:solidFill>
              <a:srgbClr val="195FBD"/>
            </a:solidFill>
            <a:prstDash val="dash"/>
          </a:ln>
        </p:spPr>
      </p:sp>
      <p:sp>
        <p:nvSpPr>
          <p:cNvPr id="115" name="wire23-arrow">
            <a:extLst>
              <a:ext uri="{FF2B5EF4-FFF2-40B4-BE49-F238E27FC236}">
                <ns2:creationId id="{F25AB168-A928-4BE1-9409-852441F99C87}"/>
              </a:ext>
            </a:extLst>
          </p:cNvPr>
          <p:cNvSpPr>
            <a:spLocks noGrp="1"/>
          </p:cNvSpPr>
          <p:nvPr/>
        </p:nvSpPr>
        <p:spPr>
          <a:xfrm>
            <a:off x="12003068" y="3409753"/>
            <a:ext cx="73064" cy="66872"/>
          </a:xfrm>
          <a:custGeom>
            <a:pathLst>
              <a:path w="73064" h="66872">
                <a:moveTo>
                  <a:pt x="0" y="0"/>
                </a:moveTo>
                <a:lnTo>
                  <a:pt x="36532" y="66872"/>
                </a:lnTo>
                <a:lnTo>
                  <a:pt x="73064" y="0"/>
                </a:lnTo>
              </a:path>
            </a:pathLst>
          </a:custGeom>
          <a:noFill/>
          <a:ln w="9525">
            <a:solidFill>
              <a:srgbClr val="195FBD"/>
            </a:solidFill>
            <a:prstDash val="solid"/>
          </a:ln>
        </p:spPr>
      </p:sp>
      <p:sp>
        <p:nvSpPr>
          <p:cNvPr id="116" name="wire24">
            <a:extLst>
              <a:ext uri="{FF2B5EF4-FFF2-40B4-BE49-F238E27FC236}">
                <ns2:creationId id="{E0CD6C03-5CBB-43EC-A146-C571A8CBA871}"/>
              </a:ext>
            </a:extLst>
          </p:cNvPr>
          <p:cNvSpPr>
            <a:spLocks noGrp="1"/>
          </p:cNvSpPr>
          <p:nvPr/>
        </p:nvSpPr>
        <p:spPr>
          <a:xfrm>
            <a:off x="11039475" y="4238625"/>
            <a:ext cx="9525" cy="323850"/>
          </a:xfrm>
          <a:custGeom>
            <a:pathLst>
              <a:path w="9525" h="323850">
                <a:moveTo>
                  <a:pt x="0" y="0"/>
                </a:moveTo>
                <a:lnTo>
                  <a:pt x="0" y="323850"/>
                </a:lnTo>
              </a:path>
            </a:pathLst>
          </a:custGeom>
          <a:noFill/>
          <a:ln w="9525">
            <a:solidFill>
              <a:srgbClr val="758294"/>
            </a:solidFill>
            <a:prstDash val="dash"/>
          </a:ln>
        </p:spPr>
      </p:sp>
      <p:sp>
        <p:nvSpPr>
          <p:cNvPr id="117" name="wire24-arrow">
            <a:extLst>
              <a:ext uri="{FF2B5EF4-FFF2-40B4-BE49-F238E27FC236}">
                <ns2:creationId id="{3866323D-7B0C-4CDC-B66B-B6A200CDCA46}"/>
              </a:ext>
            </a:extLst>
          </p:cNvPr>
          <p:cNvSpPr>
            <a:spLocks noGrp="1"/>
          </p:cNvSpPr>
          <p:nvPr/>
        </p:nvSpPr>
        <p:spPr>
          <a:xfrm>
            <a:off x="11002943" y="4495603"/>
            <a:ext cx="73064" cy="66872"/>
          </a:xfrm>
          <a:custGeom>
            <a:pathLst>
              <a:path w="73064" h="66872">
                <a:moveTo>
                  <a:pt x="0" y="0"/>
                </a:moveTo>
                <a:lnTo>
                  <a:pt x="36532" y="66872"/>
                </a:lnTo>
                <a:lnTo>
                  <a:pt x="73064" y="0"/>
                </a:lnTo>
              </a:path>
            </a:pathLst>
          </a:custGeom>
          <a:noFill/>
          <a:ln w="9525">
            <a:solidFill>
              <a:srgbClr val="758294"/>
            </a:solidFill>
            <a:prstDash val="solid"/>
          </a:ln>
        </p:spPr>
      </p:sp>
      <p:sp>
        <p:nvSpPr>
          <p:cNvPr id="118" name="wire25">
            <a:extLst>
              <a:ext uri="{FF2B5EF4-FFF2-40B4-BE49-F238E27FC236}">
                <ns2:creationId id="{B1CBB39C-6F30-4E21-97FC-D7C38EF0E067}"/>
              </a:ext>
            </a:extLst>
          </p:cNvPr>
          <p:cNvSpPr>
            <a:spLocks noGrp="1"/>
          </p:cNvSpPr>
          <p:nvPr/>
        </p:nvSpPr>
        <p:spPr>
          <a:xfrm>
            <a:off x="12134850" y="3952875"/>
            <a:ext cx="666750" cy="871538"/>
          </a:xfrm>
          <a:custGeom>
            <a:pathLst>
              <a:path w="666750" h="871538">
                <a:moveTo>
                  <a:pt x="666750" y="0"/>
                </a:moveTo>
                <a:lnTo>
                  <a:pt x="266700" y="0"/>
                </a:lnTo>
                <a:lnTo>
                  <a:pt x="266700" y="871538"/>
                </a:lnTo>
                <a:lnTo>
                  <a:pt x="0" y="871538"/>
                </a:lnTo>
              </a:path>
            </a:pathLst>
          </a:custGeom>
          <a:noFill/>
          <a:ln w="9525">
            <a:solidFill>
              <a:srgbClr val="758294"/>
            </a:solidFill>
            <a:prstDash val="dash"/>
          </a:ln>
        </p:spPr>
      </p:sp>
      <p:sp>
        <p:nvSpPr>
          <p:cNvPr id="119" name="wire25-arrow">
            <a:extLst>
              <a:ext uri="{FF2B5EF4-FFF2-40B4-BE49-F238E27FC236}">
                <ns2:creationId id="{AFC210F9-E400-4F5A-A507-443AC53374D8}"/>
              </a:ext>
            </a:extLst>
          </p:cNvPr>
          <p:cNvSpPr>
            <a:spLocks noGrp="1"/>
          </p:cNvSpPr>
          <p:nvPr/>
        </p:nvSpPr>
        <p:spPr>
          <a:xfrm>
            <a:off x="12134850" y="4787880"/>
            <a:ext cx="66872" cy="73064"/>
          </a:xfrm>
          <a:custGeom>
            <a:pathLst>
              <a:path w="66872" h="73064">
                <a:moveTo>
                  <a:pt x="66872" y="0"/>
                </a:moveTo>
                <a:lnTo>
                  <a:pt x="0" y="36532"/>
                </a:lnTo>
                <a:lnTo>
                  <a:pt x="66872" y="73064"/>
                </a:lnTo>
              </a:path>
            </a:pathLst>
          </a:custGeom>
          <a:noFill/>
          <a:ln w="9525">
            <a:solidFill>
              <a:srgbClr val="758294"/>
            </a:solidFill>
            <a:prstDash val="solid"/>
          </a:ln>
        </p:spPr>
      </p:sp>
      <p:sp>
        <p:nvSpPr>
          <p:cNvPr id="120" name="wire26">
            <a:extLst>
              <a:ext uri="{FF2B5EF4-FFF2-40B4-BE49-F238E27FC236}">
                <ns2:creationId id="{6901C5D6-3018-4E22-9ED5-B72A4EE976C6}"/>
              </a:ext>
            </a:extLst>
          </p:cNvPr>
          <p:cNvSpPr>
            <a:spLocks noGrp="1"/>
          </p:cNvSpPr>
          <p:nvPr/>
        </p:nvSpPr>
        <p:spPr>
          <a:xfrm>
            <a:off x="12134850" y="4071938"/>
            <a:ext cx="666750" cy="966788"/>
          </a:xfrm>
          <a:custGeom>
            <a:pathLst>
              <a:path w="666750" h="966788">
                <a:moveTo>
                  <a:pt x="0" y="966788"/>
                </a:moveTo>
                <a:lnTo>
                  <a:pt x="400050" y="966788"/>
                </a:lnTo>
                <a:lnTo>
                  <a:pt x="400050" y="0"/>
                </a:lnTo>
                <a:lnTo>
                  <a:pt x="666750" y="0"/>
                </a:lnTo>
              </a:path>
            </a:pathLst>
          </a:custGeom>
          <a:noFill/>
          <a:ln w="9525">
            <a:solidFill>
              <a:srgbClr val="195FBD"/>
            </a:solidFill>
            <a:prstDash val="dash"/>
          </a:ln>
        </p:spPr>
      </p:sp>
      <p:sp>
        <p:nvSpPr>
          <p:cNvPr id="121" name="wire26-arrow">
            <a:extLst>
              <a:ext uri="{FF2B5EF4-FFF2-40B4-BE49-F238E27FC236}">
                <ns2:creationId id="{05CA8F16-9D9C-43CE-957C-5FA6DFF50674}"/>
              </a:ext>
            </a:extLst>
          </p:cNvPr>
          <p:cNvSpPr>
            <a:spLocks noGrp="1"/>
          </p:cNvSpPr>
          <p:nvPr/>
        </p:nvSpPr>
        <p:spPr>
          <a:xfrm>
            <a:off x="12734728" y="4035405"/>
            <a:ext cx="66872" cy="73064"/>
          </a:xfrm>
          <a:custGeom>
            <a:pathLst>
              <a:path w="66872" h="73064">
                <a:moveTo>
                  <a:pt x="0" y="73064"/>
                </a:moveTo>
                <a:lnTo>
                  <a:pt x="66872" y="36532"/>
                </a:lnTo>
                <a:lnTo>
                  <a:pt x="0" y="0"/>
                </a:lnTo>
              </a:path>
            </a:pathLst>
          </a:custGeom>
          <a:noFill/>
          <a:ln w="9525">
            <a:solidFill>
              <a:srgbClr val="195FBD"/>
            </a:solidFill>
            <a:prstDash val="solid"/>
          </a:ln>
        </p:spPr>
      </p:sp>
      <p:sp>
        <p:nvSpPr>
          <p:cNvPr id="122" name="wire27">
            <a:extLst>
              <a:ext uri="{FF2B5EF4-FFF2-40B4-BE49-F238E27FC236}">
                <ns2:creationId id="{42EFBB83-A9B1-4E74-80FB-1652E09C676E}"/>
              </a:ext>
            </a:extLst>
          </p:cNvPr>
          <p:cNvSpPr>
            <a:spLocks noGrp="1"/>
          </p:cNvSpPr>
          <p:nvPr/>
        </p:nvSpPr>
        <p:spPr>
          <a:xfrm>
            <a:off x="13515975" y="2333625"/>
            <a:ext cx="9525" cy="1143000"/>
          </a:xfrm>
          <a:custGeom>
            <a:pathLst>
              <a:path w="9525" h="1143000">
                <a:moveTo>
                  <a:pt x="0" y="1143000"/>
                </a:moveTo>
                <a:lnTo>
                  <a:pt x="0" y="0"/>
                </a:lnTo>
              </a:path>
            </a:pathLst>
          </a:custGeom>
          <a:noFill/>
          <a:ln w="9525">
            <a:solidFill>
              <a:srgbClr val="263445"/>
            </a:solidFill>
            <a:prstDash val="solid"/>
          </a:ln>
        </p:spPr>
      </p:sp>
      <p:sp>
        <p:nvSpPr>
          <p:cNvPr id="123" name="wire27-arrow">
            <a:extLst>
              <a:ext uri="{FF2B5EF4-FFF2-40B4-BE49-F238E27FC236}">
                <ns2:creationId id="{B80BDA08-3B97-4BDA-A0F1-9C0345ACF1C3}"/>
              </a:ext>
            </a:extLst>
          </p:cNvPr>
          <p:cNvSpPr>
            <a:spLocks noGrp="1"/>
          </p:cNvSpPr>
          <p:nvPr/>
        </p:nvSpPr>
        <p:spPr>
          <a:xfrm>
            <a:off x="13479443" y="2333625"/>
            <a:ext cx="73064" cy="66872"/>
          </a:xfrm>
          <a:custGeom>
            <a:pathLst>
              <a:path w="73064" h="66872">
                <a:moveTo>
                  <a:pt x="73064" y="66872"/>
                </a:moveTo>
                <a:lnTo>
                  <a:pt x="36532" y="0"/>
                </a:lnTo>
                <a:lnTo>
                  <a:pt x="0" y="66872"/>
                </a:lnTo>
              </a:path>
            </a:pathLst>
          </a:custGeom>
          <a:noFill/>
          <a:ln w="9525">
            <a:solidFill>
              <a:srgbClr val="263445"/>
            </a:solidFill>
            <a:prstDash val="solid"/>
          </a:ln>
        </p:spPr>
      </p:sp>
      <p:sp>
        <p:nvSpPr>
          <p:cNvPr id="124" name="wire28">
            <a:extLst>
              <a:ext uri="{FF2B5EF4-FFF2-40B4-BE49-F238E27FC236}">
                <ns2:creationId id="{52AE203B-F3A0-4929-A7B7-349E8B794E90}"/>
              </a:ext>
            </a:extLst>
          </p:cNvPr>
          <p:cNvSpPr>
            <a:spLocks noGrp="1"/>
          </p:cNvSpPr>
          <p:nvPr/>
        </p:nvSpPr>
        <p:spPr>
          <a:xfrm>
            <a:off x="14182725" y="2333625"/>
            <a:ext cx="9525" cy="1143000"/>
          </a:xfrm>
          <a:custGeom>
            <a:pathLst>
              <a:path w="9525" h="1143000">
                <a:moveTo>
                  <a:pt x="0" y="0"/>
                </a:moveTo>
                <a:lnTo>
                  <a:pt x="0" y="1143000"/>
                </a:lnTo>
              </a:path>
            </a:pathLst>
          </a:custGeom>
          <a:noFill/>
          <a:ln w="9525">
            <a:solidFill>
              <a:srgbClr val="195FBD"/>
            </a:solidFill>
            <a:prstDash val="dash"/>
          </a:ln>
        </p:spPr>
      </p:sp>
      <p:sp>
        <p:nvSpPr>
          <p:cNvPr id="125" name="wire28-arrow">
            <a:extLst>
              <a:ext uri="{FF2B5EF4-FFF2-40B4-BE49-F238E27FC236}">
                <ns2:creationId id="{BE72DDA6-A91B-428A-97DF-5F04306137B1}"/>
              </a:ext>
            </a:extLst>
          </p:cNvPr>
          <p:cNvSpPr>
            <a:spLocks noGrp="1"/>
          </p:cNvSpPr>
          <p:nvPr/>
        </p:nvSpPr>
        <p:spPr>
          <a:xfrm>
            <a:off x="14146193" y="3409753"/>
            <a:ext cx="73064" cy="66872"/>
          </a:xfrm>
          <a:custGeom>
            <a:pathLst>
              <a:path w="73064" h="66872">
                <a:moveTo>
                  <a:pt x="0" y="0"/>
                </a:moveTo>
                <a:lnTo>
                  <a:pt x="36532" y="66872"/>
                </a:lnTo>
                <a:lnTo>
                  <a:pt x="73064" y="0"/>
                </a:lnTo>
              </a:path>
            </a:pathLst>
          </a:custGeom>
          <a:noFill/>
          <a:ln w="9525">
            <a:solidFill>
              <a:srgbClr val="195FBD"/>
            </a:solidFill>
            <a:prstDash val="solid"/>
          </a:ln>
        </p:spPr>
      </p:sp>
      <p:sp>
        <p:nvSpPr>
          <p:cNvPr id="126" name="wire29">
            <a:extLst>
              <a:ext uri="{FF2B5EF4-FFF2-40B4-BE49-F238E27FC236}">
                <ns2:creationId id="{78BF1838-4662-4C14-A066-AFA9DFE7540B}"/>
              </a:ext>
            </a:extLst>
          </p:cNvPr>
          <p:cNvSpPr>
            <a:spLocks noGrp="1"/>
          </p:cNvSpPr>
          <p:nvPr/>
        </p:nvSpPr>
        <p:spPr>
          <a:xfrm>
            <a:off x="14706600" y="2333625"/>
            <a:ext cx="1666875" cy="1143000"/>
          </a:xfrm>
          <a:custGeom>
            <a:pathLst>
              <a:path w="1666875" h="1143000">
                <a:moveTo>
                  <a:pt x="0" y="1143000"/>
                </a:moveTo>
                <a:lnTo>
                  <a:pt x="0" y="342900"/>
                </a:lnTo>
                <a:lnTo>
                  <a:pt x="1666875" y="342900"/>
                </a:lnTo>
                <a:lnTo>
                  <a:pt x="1666875" y="0"/>
                </a:lnTo>
              </a:path>
            </a:pathLst>
          </a:custGeom>
          <a:noFill/>
          <a:ln w="9525">
            <a:solidFill>
              <a:srgbClr val="263445"/>
            </a:solidFill>
            <a:prstDash val="solid"/>
          </a:ln>
        </p:spPr>
      </p:sp>
      <p:sp>
        <p:nvSpPr>
          <p:cNvPr id="127" name="wire29-arrow">
            <a:extLst>
              <a:ext uri="{FF2B5EF4-FFF2-40B4-BE49-F238E27FC236}">
                <ns2:creationId id="{879F78AA-81D0-4655-91F3-E00E61E9836A}"/>
              </a:ext>
            </a:extLst>
          </p:cNvPr>
          <p:cNvSpPr>
            <a:spLocks noGrp="1"/>
          </p:cNvSpPr>
          <p:nvPr/>
        </p:nvSpPr>
        <p:spPr>
          <a:xfrm>
            <a:off x="16336943" y="2333625"/>
            <a:ext cx="73064" cy="66872"/>
          </a:xfrm>
          <a:custGeom>
            <a:pathLst>
              <a:path w="73064" h="66872">
                <a:moveTo>
                  <a:pt x="73064" y="66872"/>
                </a:moveTo>
                <a:lnTo>
                  <a:pt x="36532" y="0"/>
                </a:lnTo>
                <a:lnTo>
                  <a:pt x="0" y="66872"/>
                </a:lnTo>
              </a:path>
            </a:pathLst>
          </a:custGeom>
          <a:noFill/>
          <a:ln w="9525">
            <a:solidFill>
              <a:srgbClr val="263445"/>
            </a:solidFill>
            <a:prstDash val="solid"/>
          </a:ln>
        </p:spPr>
      </p:sp>
      <p:sp>
        <p:nvSpPr>
          <p:cNvPr id="128" name="wire30">
            <a:extLst>
              <a:ext uri="{FF2B5EF4-FFF2-40B4-BE49-F238E27FC236}">
                <ns2:creationId id="{0820B0ED-21BC-48B8-A25C-E691379CD40F}"/>
              </a:ext>
            </a:extLst>
          </p:cNvPr>
          <p:cNvSpPr>
            <a:spLocks noGrp="1"/>
          </p:cNvSpPr>
          <p:nvPr/>
        </p:nvSpPr>
        <p:spPr>
          <a:xfrm>
            <a:off x="14849475" y="2333625"/>
            <a:ext cx="2381250" cy="1143000"/>
          </a:xfrm>
          <a:custGeom>
            <a:pathLst>
              <a:path w="2381250" h="1143000">
                <a:moveTo>
                  <a:pt x="2381250" y="0"/>
                </a:moveTo>
                <a:lnTo>
                  <a:pt x="2381250" y="542925"/>
                </a:lnTo>
                <a:lnTo>
                  <a:pt x="0" y="542925"/>
                </a:lnTo>
                <a:lnTo>
                  <a:pt x="0" y="1143000"/>
                </a:lnTo>
              </a:path>
            </a:pathLst>
          </a:custGeom>
          <a:noFill/>
          <a:ln w="9525">
            <a:solidFill>
              <a:srgbClr val="195FBD"/>
            </a:solidFill>
            <a:prstDash val="dash"/>
          </a:ln>
        </p:spPr>
      </p:sp>
      <p:sp>
        <p:nvSpPr>
          <p:cNvPr id="129" name="wire30-arrow">
            <a:extLst>
              <a:ext uri="{FF2B5EF4-FFF2-40B4-BE49-F238E27FC236}">
                <ns2:creationId id="{1690E05A-7155-4517-8550-E0985EE87F44}"/>
              </a:ext>
            </a:extLst>
          </p:cNvPr>
          <p:cNvSpPr>
            <a:spLocks noGrp="1"/>
          </p:cNvSpPr>
          <p:nvPr/>
        </p:nvSpPr>
        <p:spPr>
          <a:xfrm>
            <a:off x="14812943" y="3409753"/>
            <a:ext cx="73064" cy="66872"/>
          </a:xfrm>
          <a:custGeom>
            <a:pathLst>
              <a:path w="73064" h="66872">
                <a:moveTo>
                  <a:pt x="0" y="0"/>
                </a:moveTo>
                <a:lnTo>
                  <a:pt x="36532" y="66872"/>
                </a:lnTo>
                <a:lnTo>
                  <a:pt x="73064" y="0"/>
                </a:lnTo>
              </a:path>
            </a:pathLst>
          </a:custGeom>
          <a:noFill/>
          <a:ln w="9525">
            <a:solidFill>
              <a:srgbClr val="195FBD"/>
            </a:solidFill>
            <a:prstDash val="solid"/>
          </a:ln>
        </p:spPr>
      </p:sp>
      <p:sp>
        <p:nvSpPr>
          <p:cNvPr id="130" name="wire31">
            <a:extLst>
              <a:ext uri="{FF2B5EF4-FFF2-40B4-BE49-F238E27FC236}">
                <ns2:creationId id="{DEDA9217-582E-4FFF-A501-9A990A24C247}"/>
              </a:ext>
            </a:extLst>
          </p:cNvPr>
          <p:cNvSpPr>
            <a:spLocks noGrp="1"/>
          </p:cNvSpPr>
          <p:nvPr/>
        </p:nvSpPr>
        <p:spPr>
          <a:xfrm>
            <a:off x="14992350" y="3857625"/>
            <a:ext cx="666750" cy="9525"/>
          </a:xfrm>
          <a:custGeom>
            <a:pathLst>
              <a:path w="666750" h="9525">
                <a:moveTo>
                  <a:pt x="0" y="0"/>
                </a:moveTo>
                <a:lnTo>
                  <a:pt x="666750" y="0"/>
                </a:lnTo>
              </a:path>
            </a:pathLst>
          </a:custGeom>
          <a:noFill/>
          <a:ln w="9525">
            <a:solidFill>
              <a:srgbClr val="195FBD"/>
            </a:solidFill>
            <a:prstDash val="solid"/>
          </a:ln>
        </p:spPr>
      </p:sp>
      <p:sp>
        <p:nvSpPr>
          <p:cNvPr id="131" name="wire31-arrow">
            <a:extLst>
              <a:ext uri="{FF2B5EF4-FFF2-40B4-BE49-F238E27FC236}">
                <ns2:creationId id="{94274C5D-1A2E-4416-B3AA-5D330A61108E}"/>
              </a:ext>
            </a:extLst>
          </p:cNvPr>
          <p:cNvSpPr>
            <a:spLocks noGrp="1"/>
          </p:cNvSpPr>
          <p:nvPr/>
        </p:nvSpPr>
        <p:spPr>
          <a:xfrm>
            <a:off x="15592228" y="3821093"/>
            <a:ext cx="66872" cy="73064"/>
          </a:xfrm>
          <a:custGeom>
            <a:pathLst>
              <a:path w="66872" h="73064">
                <a:moveTo>
                  <a:pt x="0" y="73064"/>
                </a:moveTo>
                <a:lnTo>
                  <a:pt x="66872" y="36532"/>
                </a:lnTo>
                <a:lnTo>
                  <a:pt x="0" y="0"/>
                </a:lnTo>
              </a:path>
            </a:pathLst>
          </a:custGeom>
          <a:noFill/>
          <a:ln w="9525">
            <a:solidFill>
              <a:srgbClr val="195FBD"/>
            </a:solidFill>
            <a:prstDash val="solid"/>
          </a:ln>
        </p:spPr>
      </p:sp>
      <p:sp>
        <p:nvSpPr>
          <p:cNvPr id="132" name="wire32">
            <a:extLst>
              <a:ext uri="{FF2B5EF4-FFF2-40B4-BE49-F238E27FC236}">
                <ns2:creationId id="{484FC738-6B56-4185-8386-8DE204ADE3B9}"/>
              </a:ext>
            </a:extLst>
          </p:cNvPr>
          <p:cNvSpPr>
            <a:spLocks noGrp="1"/>
          </p:cNvSpPr>
          <p:nvPr/>
        </p:nvSpPr>
        <p:spPr>
          <a:xfrm>
            <a:off x="13896975" y="4238625"/>
            <a:ext cx="2333625" cy="323850"/>
          </a:xfrm>
          <a:custGeom>
            <a:pathLst>
              <a:path w="2333625" h="323850">
                <a:moveTo>
                  <a:pt x="2333625" y="0"/>
                </a:moveTo>
                <a:lnTo>
                  <a:pt x="2333625" y="161925"/>
                </a:lnTo>
                <a:lnTo>
                  <a:pt x="0" y="161925"/>
                </a:lnTo>
                <a:lnTo>
                  <a:pt x="0" y="323850"/>
                </a:lnTo>
              </a:path>
            </a:pathLst>
          </a:custGeom>
          <a:noFill/>
          <a:ln w="9525">
            <a:solidFill>
              <a:srgbClr val="195FBD"/>
            </a:solidFill>
            <a:prstDash val="dash"/>
          </a:ln>
        </p:spPr>
      </p:sp>
      <p:sp>
        <p:nvSpPr>
          <p:cNvPr id="133" name="wire32-arrow">
            <a:extLst>
              <a:ext uri="{FF2B5EF4-FFF2-40B4-BE49-F238E27FC236}">
                <ns2:creationId id="{8CC9164E-C856-412F-9C8A-B0745CA30928}"/>
              </a:ext>
            </a:extLst>
          </p:cNvPr>
          <p:cNvSpPr>
            <a:spLocks noGrp="1"/>
          </p:cNvSpPr>
          <p:nvPr/>
        </p:nvSpPr>
        <p:spPr>
          <a:xfrm>
            <a:off x="13860443" y="4495603"/>
            <a:ext cx="73064" cy="66872"/>
          </a:xfrm>
          <a:custGeom>
            <a:pathLst>
              <a:path w="73064" h="66872">
                <a:moveTo>
                  <a:pt x="0" y="0"/>
                </a:moveTo>
                <a:lnTo>
                  <a:pt x="36532" y="66872"/>
                </a:lnTo>
                <a:lnTo>
                  <a:pt x="73064" y="0"/>
                </a:lnTo>
              </a:path>
            </a:pathLst>
          </a:custGeom>
          <a:noFill/>
          <a:ln w="9525">
            <a:solidFill>
              <a:srgbClr val="195FBD"/>
            </a:solidFill>
            <a:prstDash val="solid"/>
          </a:ln>
        </p:spPr>
      </p:sp>
      <p:sp>
        <p:nvSpPr>
          <p:cNvPr id="134" name="wire33">
            <a:extLst>
              <a:ext uri="{FF2B5EF4-FFF2-40B4-BE49-F238E27FC236}">
                <ns2:creationId id="{8E8359DA-AD3D-4178-9DB9-DD4D40EBCF12}"/>
              </a:ext>
            </a:extLst>
          </p:cNvPr>
          <p:cNvSpPr>
            <a:spLocks noGrp="1"/>
          </p:cNvSpPr>
          <p:nvPr/>
        </p:nvSpPr>
        <p:spPr>
          <a:xfrm>
            <a:off x="14992350" y="4943475"/>
            <a:ext cx="666750" cy="9525"/>
          </a:xfrm>
          <a:custGeom>
            <a:pathLst>
              <a:path w="666750" h="9525">
                <a:moveTo>
                  <a:pt x="0" y="0"/>
                </a:moveTo>
                <a:lnTo>
                  <a:pt x="666750" y="0"/>
                </a:lnTo>
              </a:path>
            </a:pathLst>
          </a:custGeom>
          <a:noFill/>
          <a:ln w="9525">
            <a:solidFill>
              <a:srgbClr val="195FBD"/>
            </a:solidFill>
            <a:prstDash val="solid"/>
          </a:ln>
        </p:spPr>
      </p:sp>
      <p:sp>
        <p:nvSpPr>
          <p:cNvPr id="135" name="wire33-arrow">
            <a:extLst>
              <a:ext uri="{FF2B5EF4-FFF2-40B4-BE49-F238E27FC236}">
                <ns2:creationId id="{BA1EAFBF-29AB-491A-B6E1-F5CBBD313AB8}"/>
              </a:ext>
            </a:extLst>
          </p:cNvPr>
          <p:cNvSpPr>
            <a:spLocks noGrp="1"/>
          </p:cNvSpPr>
          <p:nvPr/>
        </p:nvSpPr>
        <p:spPr>
          <a:xfrm>
            <a:off x="15592228" y="4906943"/>
            <a:ext cx="66872" cy="73064"/>
          </a:xfrm>
          <a:custGeom>
            <a:pathLst>
              <a:path w="66872" h="73064">
                <a:moveTo>
                  <a:pt x="0" y="73064"/>
                </a:moveTo>
                <a:lnTo>
                  <a:pt x="66872" y="36532"/>
                </a:lnTo>
                <a:lnTo>
                  <a:pt x="0" y="0"/>
                </a:lnTo>
              </a:path>
            </a:pathLst>
          </a:custGeom>
          <a:noFill/>
          <a:ln w="9525">
            <a:solidFill>
              <a:srgbClr val="195FBD"/>
            </a:solidFill>
            <a:prstDash val="solid"/>
          </a:ln>
        </p:spPr>
      </p:sp>
      <p:sp>
        <p:nvSpPr>
          <p:cNvPr id="136" name="wire34">
            <a:extLst>
              <a:ext uri="{FF2B5EF4-FFF2-40B4-BE49-F238E27FC236}">
                <ns2:creationId id="{4F37016E-2F2B-4D0C-AC07-A86F82C1E6B9}"/>
              </a:ext>
            </a:extLst>
          </p:cNvPr>
          <p:cNvSpPr>
            <a:spLocks noGrp="1"/>
          </p:cNvSpPr>
          <p:nvPr/>
        </p:nvSpPr>
        <p:spPr>
          <a:xfrm>
            <a:off x="16611600" y="5324475"/>
            <a:ext cx="9525" cy="457200"/>
          </a:xfrm>
          <a:custGeom>
            <a:pathLst>
              <a:path w="9525" h="457200">
                <a:moveTo>
                  <a:pt x="0" y="0"/>
                </a:moveTo>
                <a:lnTo>
                  <a:pt x="0" y="457200"/>
                </a:lnTo>
              </a:path>
            </a:pathLst>
          </a:custGeom>
          <a:noFill/>
          <a:ln w="9525">
            <a:solidFill>
              <a:srgbClr val="758294"/>
            </a:solidFill>
            <a:prstDash val="dash"/>
          </a:ln>
        </p:spPr>
      </p:sp>
      <p:sp>
        <p:nvSpPr>
          <p:cNvPr id="137" name="wire34-arrow">
            <a:extLst>
              <a:ext uri="{FF2B5EF4-FFF2-40B4-BE49-F238E27FC236}">
                <ns2:creationId id="{C78E07F6-37C6-4890-953F-E2FDC8823A88}"/>
              </a:ext>
            </a:extLst>
          </p:cNvPr>
          <p:cNvSpPr>
            <a:spLocks noGrp="1"/>
          </p:cNvSpPr>
          <p:nvPr/>
        </p:nvSpPr>
        <p:spPr>
          <a:xfrm>
            <a:off x="16575068" y="5714803"/>
            <a:ext cx="73064" cy="66872"/>
          </a:xfrm>
          <a:custGeom>
            <a:pathLst>
              <a:path w="73064" h="66872">
                <a:moveTo>
                  <a:pt x="0" y="0"/>
                </a:moveTo>
                <a:lnTo>
                  <a:pt x="36532" y="66872"/>
                </a:lnTo>
                <a:lnTo>
                  <a:pt x="73064" y="0"/>
                </a:lnTo>
              </a:path>
            </a:pathLst>
          </a:custGeom>
          <a:noFill/>
          <a:ln w="9525">
            <a:solidFill>
              <a:srgbClr val="758294"/>
            </a:solidFill>
            <a:prstDash val="solid"/>
          </a:ln>
        </p:spPr>
      </p:sp>
      <p:sp>
        <p:nvSpPr>
          <p:cNvPr id="138" name="wire35">
            <a:extLst>
              <a:ext uri="{FF2B5EF4-FFF2-40B4-BE49-F238E27FC236}">
                <ns2:creationId id="{01FA001F-9514-4DC4-A086-ECF84F50EB90}"/>
              </a:ext>
            </a:extLst>
          </p:cNvPr>
          <p:cNvSpPr>
            <a:spLocks noGrp="1"/>
          </p:cNvSpPr>
          <p:nvPr/>
        </p:nvSpPr>
        <p:spPr>
          <a:xfrm>
            <a:off x="11039475" y="5324475"/>
            <a:ext cx="5000625" cy="247650"/>
          </a:xfrm>
          <a:custGeom>
            <a:pathLst>
              <a:path w="5000625" h="247650">
                <a:moveTo>
                  <a:pt x="5000625" y="0"/>
                </a:moveTo>
                <a:lnTo>
                  <a:pt x="5000625" y="247650"/>
                </a:lnTo>
                <a:lnTo>
                  <a:pt x="0" y="247650"/>
                </a:lnTo>
                <a:lnTo>
                  <a:pt x="0" y="0"/>
                </a:lnTo>
              </a:path>
            </a:pathLst>
          </a:custGeom>
          <a:noFill/>
          <a:ln w="9525">
            <a:solidFill>
              <a:srgbClr val="758294"/>
            </a:solidFill>
            <a:prstDash val="dash"/>
          </a:ln>
        </p:spPr>
      </p:sp>
      <p:sp>
        <p:nvSpPr>
          <p:cNvPr id="139" name="wire35-arrow">
            <a:extLst>
              <a:ext uri="{FF2B5EF4-FFF2-40B4-BE49-F238E27FC236}">
                <ns2:creationId id="{EAFC4E26-7B55-446B-A5DC-DCE330C39F8C}"/>
              </a:ext>
            </a:extLst>
          </p:cNvPr>
          <p:cNvSpPr>
            <a:spLocks noGrp="1"/>
          </p:cNvSpPr>
          <p:nvPr/>
        </p:nvSpPr>
        <p:spPr>
          <a:xfrm>
            <a:off x="11002943" y="5324475"/>
            <a:ext cx="73064" cy="66872"/>
          </a:xfrm>
          <a:custGeom>
            <a:pathLst>
              <a:path w="73064" h="66872">
                <a:moveTo>
                  <a:pt x="73064" y="66872"/>
                </a:moveTo>
                <a:lnTo>
                  <a:pt x="36532" y="0"/>
                </a:lnTo>
                <a:lnTo>
                  <a:pt x="0" y="66872"/>
                </a:lnTo>
              </a:path>
            </a:pathLst>
          </a:custGeom>
          <a:noFill/>
          <a:ln w="9525">
            <a:solidFill>
              <a:srgbClr val="758294"/>
            </a:solidFill>
            <a:prstDash val="solid"/>
          </a:ln>
        </p:spPr>
      </p:sp>
      <p:sp>
        <p:nvSpPr>
          <p:cNvPr id="140" name="wire36">
            <a:extLst>
              <a:ext uri="{FF2B5EF4-FFF2-40B4-BE49-F238E27FC236}">
                <ns2:creationId id="{60C844D4-B271-46BB-97E3-C3CAC06CE9ED}"/>
              </a:ext>
            </a:extLst>
          </p:cNvPr>
          <p:cNvSpPr>
            <a:spLocks noGrp="1"/>
          </p:cNvSpPr>
          <p:nvPr/>
        </p:nvSpPr>
        <p:spPr>
          <a:xfrm>
            <a:off x="9467850" y="2095500"/>
            <a:ext cx="476250" cy="5576888"/>
          </a:xfrm>
          <a:custGeom>
            <a:pathLst>
              <a:path w="476250" h="5576888">
                <a:moveTo>
                  <a:pt x="190500" y="0"/>
                </a:moveTo>
                <a:lnTo>
                  <a:pt x="0" y="0"/>
                </a:lnTo>
                <a:lnTo>
                  <a:pt x="0" y="5576888"/>
                </a:lnTo>
                <a:lnTo>
                  <a:pt x="476250" y="5576888"/>
                </a:lnTo>
              </a:path>
            </a:pathLst>
          </a:custGeom>
          <a:noFill/>
          <a:ln w="9525">
            <a:solidFill>
              <a:srgbClr val="195FBD"/>
            </a:solidFill>
            <a:prstDash val="solid"/>
          </a:ln>
        </p:spPr>
      </p:sp>
      <p:sp>
        <p:nvSpPr>
          <p:cNvPr id="141" name="wire36-arrow">
            <a:extLst>
              <a:ext uri="{FF2B5EF4-FFF2-40B4-BE49-F238E27FC236}">
                <ns2:creationId id="{3519CCBC-6D80-4C09-92A6-5D40A71AD3FB}"/>
              </a:ext>
            </a:extLst>
          </p:cNvPr>
          <p:cNvSpPr>
            <a:spLocks noGrp="1"/>
          </p:cNvSpPr>
          <p:nvPr/>
        </p:nvSpPr>
        <p:spPr>
          <a:xfrm>
            <a:off x="9877228" y="7635855"/>
            <a:ext cx="66872" cy="73064"/>
          </a:xfrm>
          <a:custGeom>
            <a:pathLst>
              <a:path w="66872" h="73064">
                <a:moveTo>
                  <a:pt x="0" y="73064"/>
                </a:moveTo>
                <a:lnTo>
                  <a:pt x="66872" y="36532"/>
                </a:lnTo>
                <a:lnTo>
                  <a:pt x="0" y="0"/>
                </a:lnTo>
              </a:path>
            </a:pathLst>
          </a:custGeom>
          <a:noFill/>
          <a:ln w="9525">
            <a:solidFill>
              <a:srgbClr val="195FBD"/>
            </a:solidFill>
            <a:prstDash val="solid"/>
          </a:ln>
        </p:spPr>
      </p:sp>
      <p:sp>
        <p:nvSpPr>
          <p:cNvPr id="142" name="wire37">
            <a:extLst>
              <a:ext uri="{FF2B5EF4-FFF2-40B4-BE49-F238E27FC236}">
                <ns2:creationId id="{23BB8EE6-B9EC-4B6B-858A-58FBE5D4BC14}"/>
              </a:ext>
            </a:extLst>
          </p:cNvPr>
          <p:cNvSpPr>
            <a:spLocks noGrp="1"/>
          </p:cNvSpPr>
          <p:nvPr/>
        </p:nvSpPr>
        <p:spPr>
          <a:xfrm>
            <a:off x="12230100" y="7672388"/>
            <a:ext cx="571500" cy="9525"/>
          </a:xfrm>
          <a:custGeom>
            <a:pathLst>
              <a:path w="571500" h="9525">
                <a:moveTo>
                  <a:pt x="0" y="0"/>
                </a:moveTo>
                <a:lnTo>
                  <a:pt x="571500" y="0"/>
                </a:lnTo>
              </a:path>
            </a:pathLst>
          </a:custGeom>
          <a:noFill/>
          <a:ln w="9525">
            <a:solidFill>
              <a:srgbClr val="195FBD"/>
            </a:solidFill>
            <a:prstDash val="solid"/>
          </a:ln>
        </p:spPr>
      </p:sp>
      <p:sp>
        <p:nvSpPr>
          <p:cNvPr id="143" name="wire37-arrow">
            <a:extLst>
              <a:ext uri="{FF2B5EF4-FFF2-40B4-BE49-F238E27FC236}">
                <ns2:creationId id="{CCE13E7A-EF0A-416B-93B1-6DE17BDEB64C}"/>
              </a:ext>
            </a:extLst>
          </p:cNvPr>
          <p:cNvSpPr>
            <a:spLocks noGrp="1"/>
          </p:cNvSpPr>
          <p:nvPr/>
        </p:nvSpPr>
        <p:spPr>
          <a:xfrm>
            <a:off x="12734728" y="7635855"/>
            <a:ext cx="66872" cy="73064"/>
          </a:xfrm>
          <a:custGeom>
            <a:pathLst>
              <a:path w="66872" h="73064">
                <a:moveTo>
                  <a:pt x="0" y="73064"/>
                </a:moveTo>
                <a:lnTo>
                  <a:pt x="66872" y="36532"/>
                </a:lnTo>
                <a:lnTo>
                  <a:pt x="0" y="0"/>
                </a:lnTo>
              </a:path>
            </a:pathLst>
          </a:custGeom>
          <a:noFill/>
          <a:ln w="9525">
            <a:solidFill>
              <a:srgbClr val="195FBD"/>
            </a:solidFill>
            <a:prstDash val="solid"/>
          </a:ln>
        </p:spPr>
      </p:sp>
      <p:sp>
        <p:nvSpPr>
          <p:cNvPr id="144" name="wire38">
            <a:extLst>
              <a:ext uri="{FF2B5EF4-FFF2-40B4-BE49-F238E27FC236}">
                <ns2:creationId id="{0CA67789-FA30-4B99-AB83-54A97708D072}"/>
              </a:ext>
            </a:extLst>
          </p:cNvPr>
          <p:cNvSpPr>
            <a:spLocks noGrp="1"/>
          </p:cNvSpPr>
          <p:nvPr/>
        </p:nvSpPr>
        <p:spPr>
          <a:xfrm>
            <a:off x="13611225" y="6600825"/>
            <a:ext cx="9525" cy="657225"/>
          </a:xfrm>
          <a:custGeom>
            <a:pathLst>
              <a:path w="9525" h="657225">
                <a:moveTo>
                  <a:pt x="0" y="657225"/>
                </a:moveTo>
                <a:lnTo>
                  <a:pt x="0" y="0"/>
                </a:lnTo>
              </a:path>
            </a:pathLst>
          </a:custGeom>
          <a:noFill/>
          <a:ln w="9525">
            <a:solidFill>
              <a:srgbClr val="263445"/>
            </a:solidFill>
            <a:prstDash val="solid"/>
          </a:ln>
        </p:spPr>
      </p:sp>
      <p:sp>
        <p:nvSpPr>
          <p:cNvPr id="145" name="wire38-arrow">
            <a:extLst>
              <a:ext uri="{FF2B5EF4-FFF2-40B4-BE49-F238E27FC236}">
                <ns2:creationId id="{327933FE-D818-460C-AF81-9868FD844B20}"/>
              </a:ext>
            </a:extLst>
          </p:cNvPr>
          <p:cNvSpPr>
            <a:spLocks noGrp="1"/>
          </p:cNvSpPr>
          <p:nvPr/>
        </p:nvSpPr>
        <p:spPr>
          <a:xfrm>
            <a:off x="13574693" y="6600825"/>
            <a:ext cx="73064" cy="66872"/>
          </a:xfrm>
          <a:custGeom>
            <a:pathLst>
              <a:path w="73064" h="66872">
                <a:moveTo>
                  <a:pt x="73064" y="66872"/>
                </a:moveTo>
                <a:lnTo>
                  <a:pt x="36532" y="0"/>
                </a:lnTo>
                <a:lnTo>
                  <a:pt x="0" y="66872"/>
                </a:lnTo>
              </a:path>
            </a:pathLst>
          </a:custGeom>
          <a:noFill/>
          <a:ln w="9525">
            <a:solidFill>
              <a:srgbClr val="263445"/>
            </a:solidFill>
            <a:prstDash val="solid"/>
          </a:ln>
        </p:spPr>
      </p:sp>
      <p:sp>
        <p:nvSpPr>
          <p:cNvPr id="146" name="wire39">
            <a:extLst>
              <a:ext uri="{FF2B5EF4-FFF2-40B4-BE49-F238E27FC236}">
                <ns2:creationId id="{83183D3B-EA34-4A7D-A60C-C699DA0AD5F3}"/>
              </a:ext>
            </a:extLst>
          </p:cNvPr>
          <p:cNvSpPr>
            <a:spLocks noGrp="1"/>
          </p:cNvSpPr>
          <p:nvPr/>
        </p:nvSpPr>
        <p:spPr>
          <a:xfrm>
            <a:off x="14182725" y="6600825"/>
            <a:ext cx="9525" cy="657225"/>
          </a:xfrm>
          <a:custGeom>
            <a:pathLst>
              <a:path w="9525" h="657225">
                <a:moveTo>
                  <a:pt x="0" y="0"/>
                </a:moveTo>
                <a:lnTo>
                  <a:pt x="0" y="657225"/>
                </a:lnTo>
              </a:path>
            </a:pathLst>
          </a:custGeom>
          <a:noFill/>
          <a:ln w="9525">
            <a:solidFill>
              <a:srgbClr val="195FBD"/>
            </a:solidFill>
            <a:prstDash val="dash"/>
          </a:ln>
        </p:spPr>
      </p:sp>
      <p:sp>
        <p:nvSpPr>
          <p:cNvPr id="147" name="wire39-arrow">
            <a:extLst>
              <a:ext uri="{FF2B5EF4-FFF2-40B4-BE49-F238E27FC236}">
                <ns2:creationId id="{8A479654-40EA-4F78-B65E-775277C16416}"/>
              </a:ext>
            </a:extLst>
          </p:cNvPr>
          <p:cNvSpPr>
            <a:spLocks noGrp="1"/>
          </p:cNvSpPr>
          <p:nvPr/>
        </p:nvSpPr>
        <p:spPr>
          <a:xfrm>
            <a:off x="14146193" y="7191178"/>
            <a:ext cx="73064" cy="66872"/>
          </a:xfrm>
          <a:custGeom>
            <a:pathLst>
              <a:path w="73064" h="66872">
                <a:moveTo>
                  <a:pt x="0" y="0"/>
                </a:moveTo>
                <a:lnTo>
                  <a:pt x="36532" y="66872"/>
                </a:lnTo>
                <a:lnTo>
                  <a:pt x="73064" y="0"/>
                </a:lnTo>
              </a:path>
            </a:pathLst>
          </a:custGeom>
          <a:noFill/>
          <a:ln w="9525">
            <a:solidFill>
              <a:srgbClr val="195FBD"/>
            </a:solidFill>
            <a:prstDash val="solid"/>
          </a:ln>
        </p:spPr>
      </p:sp>
      <p:sp>
        <p:nvSpPr>
          <p:cNvPr id="148" name="wire40">
            <a:extLst>
              <a:ext uri="{FF2B5EF4-FFF2-40B4-BE49-F238E27FC236}">
                <ns2:creationId id="{42431902-D5D6-4DEE-8A88-7B66B408395C}"/>
              </a:ext>
            </a:extLst>
          </p:cNvPr>
          <p:cNvSpPr>
            <a:spLocks noGrp="1"/>
          </p:cNvSpPr>
          <p:nvPr/>
        </p:nvSpPr>
        <p:spPr>
          <a:xfrm>
            <a:off x="14992350" y="7672388"/>
            <a:ext cx="666750" cy="9525"/>
          </a:xfrm>
          <a:custGeom>
            <a:pathLst>
              <a:path w="666750" h="9525">
                <a:moveTo>
                  <a:pt x="0" y="0"/>
                </a:moveTo>
                <a:lnTo>
                  <a:pt x="666750" y="0"/>
                </a:lnTo>
              </a:path>
            </a:pathLst>
          </a:custGeom>
          <a:noFill/>
          <a:ln w="9525">
            <a:solidFill>
              <a:srgbClr val="195FBD"/>
            </a:solidFill>
            <a:prstDash val="solid"/>
          </a:ln>
        </p:spPr>
      </p:sp>
      <p:sp>
        <p:nvSpPr>
          <p:cNvPr id="149" name="wire40-arrow">
            <a:extLst>
              <a:ext uri="{FF2B5EF4-FFF2-40B4-BE49-F238E27FC236}">
                <ns2:creationId id="{C2AA8930-4FB3-4DB3-88A7-EF5B7CA51AED}"/>
              </a:ext>
            </a:extLst>
          </p:cNvPr>
          <p:cNvSpPr>
            <a:spLocks noGrp="1"/>
          </p:cNvSpPr>
          <p:nvPr/>
        </p:nvSpPr>
        <p:spPr>
          <a:xfrm>
            <a:off x="15592228" y="7635855"/>
            <a:ext cx="66872" cy="73064"/>
          </a:xfrm>
          <a:custGeom>
            <a:pathLst>
              <a:path w="66872" h="73064">
                <a:moveTo>
                  <a:pt x="0" y="73064"/>
                </a:moveTo>
                <a:lnTo>
                  <a:pt x="66872" y="36532"/>
                </a:lnTo>
                <a:lnTo>
                  <a:pt x="0" y="0"/>
                </a:lnTo>
              </a:path>
            </a:pathLst>
          </a:custGeom>
          <a:noFill/>
          <a:ln w="9525">
            <a:solidFill>
              <a:srgbClr val="195FBD"/>
            </a:solidFill>
            <a:prstDash val="solid"/>
          </a:ln>
        </p:spPr>
      </p:sp>
      <p:sp>
        <p:nvSpPr>
          <p:cNvPr id="150" name="wire41">
            <a:extLst>
              <a:ext uri="{FF2B5EF4-FFF2-40B4-BE49-F238E27FC236}">
                <ns2:creationId id="{857EAC9A-62E3-4425-AD0C-F535D36FCD9B}"/>
              </a:ext>
            </a:extLst>
          </p:cNvPr>
          <p:cNvSpPr>
            <a:spLocks noGrp="1"/>
          </p:cNvSpPr>
          <p:nvPr/>
        </p:nvSpPr>
        <p:spPr>
          <a:xfrm>
            <a:off x="14992350" y="2095500"/>
            <a:ext cx="3086100" cy="5386388"/>
          </a:xfrm>
          <a:custGeom>
            <a:pathLst>
              <a:path w="3086100" h="5386388">
                <a:moveTo>
                  <a:pt x="2571750" y="5386388"/>
                </a:moveTo>
                <a:lnTo>
                  <a:pt x="3086100" y="5386388"/>
                </a:lnTo>
                <a:lnTo>
                  <a:pt x="3086100" y="361950"/>
                </a:lnTo>
                <a:lnTo>
                  <a:pt x="171450" y="361950"/>
                </a:lnTo>
                <a:lnTo>
                  <a:pt x="171450" y="0"/>
                </a:lnTo>
                <a:lnTo>
                  <a:pt x="0" y="0"/>
                </a:lnTo>
              </a:path>
            </a:pathLst>
          </a:custGeom>
          <a:noFill/>
          <a:ln w="9525">
            <a:solidFill>
              <a:srgbClr val="263445"/>
            </a:solidFill>
            <a:prstDash val="solid"/>
          </a:ln>
        </p:spPr>
      </p:sp>
      <p:sp>
        <p:nvSpPr>
          <p:cNvPr id="151" name="wire41-arrow">
            <a:extLst>
              <a:ext uri="{FF2B5EF4-FFF2-40B4-BE49-F238E27FC236}">
                <ns2:creationId id="{3B33E18D-33AA-4B6E-A344-B10C3F5F93EC}"/>
              </a:ext>
            </a:extLst>
          </p:cNvPr>
          <p:cNvSpPr>
            <a:spLocks noGrp="1"/>
          </p:cNvSpPr>
          <p:nvPr/>
        </p:nvSpPr>
        <p:spPr>
          <a:xfrm>
            <a:off x="14992350" y="2058968"/>
            <a:ext cx="66872" cy="73064"/>
          </a:xfrm>
          <a:custGeom>
            <a:pathLst>
              <a:path w="66872" h="73064">
                <a:moveTo>
                  <a:pt x="66872" y="0"/>
                </a:moveTo>
                <a:lnTo>
                  <a:pt x="0" y="36532"/>
                </a:lnTo>
                <a:lnTo>
                  <a:pt x="66872" y="73064"/>
                </a:lnTo>
              </a:path>
            </a:pathLst>
          </a:custGeom>
          <a:noFill/>
          <a:ln w="9525">
            <a:solidFill>
              <a:srgbClr val="263445"/>
            </a:solidFill>
            <a:prstDash val="solid"/>
          </a:ln>
        </p:spPr>
      </p:sp>
      <p:sp>
        <p:nvSpPr>
          <p:cNvPr id="152" name="wire42">
            <a:extLst>
              <a:ext uri="{FF2B5EF4-FFF2-40B4-BE49-F238E27FC236}">
                <ns2:creationId id="{0A34D076-D88F-4B80-8DEF-8160582383E1}"/>
              </a:ext>
            </a:extLst>
          </p:cNvPr>
          <p:cNvSpPr>
            <a:spLocks noGrp="1"/>
          </p:cNvSpPr>
          <p:nvPr/>
        </p:nvSpPr>
        <p:spPr>
          <a:xfrm>
            <a:off x="14992350" y="2190750"/>
            <a:ext cx="3143250" cy="5386388"/>
          </a:xfrm>
          <a:custGeom>
            <a:pathLst>
              <a:path w="3143250" h="5386388">
                <a:moveTo>
                  <a:pt x="0" y="0"/>
                </a:moveTo>
                <a:lnTo>
                  <a:pt x="247650" y="0"/>
                </a:lnTo>
                <a:lnTo>
                  <a:pt x="247650" y="228600"/>
                </a:lnTo>
                <a:lnTo>
                  <a:pt x="3143250" y="228600"/>
                </a:lnTo>
                <a:lnTo>
                  <a:pt x="3143250" y="5386388"/>
                </a:lnTo>
                <a:lnTo>
                  <a:pt x="2571750" y="5386388"/>
                </a:lnTo>
              </a:path>
            </a:pathLst>
          </a:custGeom>
          <a:noFill/>
          <a:ln w="9525">
            <a:solidFill>
              <a:srgbClr val="195FBD"/>
            </a:solidFill>
            <a:prstDash val="dash"/>
          </a:ln>
        </p:spPr>
      </p:sp>
      <p:sp>
        <p:nvSpPr>
          <p:cNvPr id="153" name="wire42-arrow">
            <a:extLst>
              <a:ext uri="{FF2B5EF4-FFF2-40B4-BE49-F238E27FC236}">
                <ns2:creationId id="{CC94DC96-4C34-4787-868D-4BCB2B904EF5}"/>
              </a:ext>
            </a:extLst>
          </p:cNvPr>
          <p:cNvSpPr>
            <a:spLocks noGrp="1"/>
          </p:cNvSpPr>
          <p:nvPr/>
        </p:nvSpPr>
        <p:spPr>
          <a:xfrm>
            <a:off x="17564100" y="7540605"/>
            <a:ext cx="66872" cy="73064"/>
          </a:xfrm>
          <a:custGeom>
            <a:pathLst>
              <a:path w="66872" h="73064">
                <a:moveTo>
                  <a:pt x="66872" y="0"/>
                </a:moveTo>
                <a:lnTo>
                  <a:pt x="0" y="36532"/>
                </a:lnTo>
                <a:lnTo>
                  <a:pt x="66872" y="73064"/>
                </a:lnTo>
              </a:path>
            </a:pathLst>
          </a:custGeom>
          <a:noFill/>
          <a:ln w="9525">
            <a:solidFill>
              <a:srgbClr val="195FBD"/>
            </a:solidFill>
            <a:prstDash val="solid"/>
          </a:ln>
        </p:spPr>
      </p:sp>
      <p:sp>
        <p:nvSpPr>
          <p:cNvPr id="154" name="wire43">
            <a:extLst>
              <a:ext uri="{FF2B5EF4-FFF2-40B4-BE49-F238E27FC236}">
                <ns2:creationId id="{1C5EAEB5-C1EE-4A46-889E-024EEAD0072F}"/>
              </a:ext>
            </a:extLst>
          </p:cNvPr>
          <p:cNvSpPr>
            <a:spLocks noGrp="1"/>
          </p:cNvSpPr>
          <p:nvPr/>
        </p:nvSpPr>
        <p:spPr>
          <a:xfrm>
            <a:off x="17564100" y="2214563"/>
            <a:ext cx="628650" cy="5457825"/>
          </a:xfrm>
          <a:custGeom>
            <a:pathLst>
              <a:path w="628650" h="5457825">
                <a:moveTo>
                  <a:pt x="0" y="5457825"/>
                </a:moveTo>
                <a:lnTo>
                  <a:pt x="628650" y="5457825"/>
                </a:lnTo>
                <a:lnTo>
                  <a:pt x="628650" y="0"/>
                </a:lnTo>
                <a:lnTo>
                  <a:pt x="285750" y="0"/>
                </a:lnTo>
              </a:path>
            </a:pathLst>
          </a:custGeom>
          <a:noFill/>
          <a:ln w="9525">
            <a:solidFill>
              <a:srgbClr val="263445"/>
            </a:solidFill>
            <a:prstDash val="solid"/>
          </a:ln>
        </p:spPr>
      </p:sp>
      <p:sp>
        <p:nvSpPr>
          <p:cNvPr id="155" name="wire43-arrow">
            <a:extLst>
              <a:ext uri="{FF2B5EF4-FFF2-40B4-BE49-F238E27FC236}">
                <ns2:creationId id="{6FE7BEA7-969C-454A-8009-DD7CA26B6147}"/>
              </a:ext>
            </a:extLst>
          </p:cNvPr>
          <p:cNvSpPr>
            <a:spLocks noGrp="1"/>
          </p:cNvSpPr>
          <p:nvPr/>
        </p:nvSpPr>
        <p:spPr>
          <a:xfrm>
            <a:off x="17849850" y="2178030"/>
            <a:ext cx="66872" cy="73064"/>
          </a:xfrm>
          <a:custGeom>
            <a:pathLst>
              <a:path w="66872" h="73064">
                <a:moveTo>
                  <a:pt x="66872" y="0"/>
                </a:moveTo>
                <a:lnTo>
                  <a:pt x="0" y="36532"/>
                </a:lnTo>
                <a:lnTo>
                  <a:pt x="66872" y="73064"/>
                </a:lnTo>
              </a:path>
            </a:pathLst>
          </a:custGeom>
          <a:noFill/>
          <a:ln w="9525">
            <a:solidFill>
              <a:srgbClr val="263445"/>
            </a:solidFill>
            <a:prstDash val="solid"/>
          </a:ln>
        </p:spPr>
      </p:sp>
      <p:sp>
        <p:nvSpPr>
          <p:cNvPr id="156" name="wire44">
            <a:extLst>
              <a:ext uri="{FF2B5EF4-FFF2-40B4-BE49-F238E27FC236}">
                <ns2:creationId id="{BE92E9F3-0251-4987-9D62-5E61D8FBECEC}"/>
              </a:ext>
            </a:extLst>
          </p:cNvPr>
          <p:cNvSpPr>
            <a:spLocks noGrp="1"/>
          </p:cNvSpPr>
          <p:nvPr/>
        </p:nvSpPr>
        <p:spPr>
          <a:xfrm>
            <a:off x="17564100" y="2262188"/>
            <a:ext cx="685800" cy="5505450"/>
          </a:xfrm>
          <a:custGeom>
            <a:pathLst>
              <a:path w="685800" h="5505450">
                <a:moveTo>
                  <a:pt x="285750" y="0"/>
                </a:moveTo>
                <a:lnTo>
                  <a:pt x="685800" y="0"/>
                </a:lnTo>
                <a:lnTo>
                  <a:pt x="685800" y="5505450"/>
                </a:lnTo>
                <a:lnTo>
                  <a:pt x="0" y="5505450"/>
                </a:lnTo>
              </a:path>
            </a:pathLst>
          </a:custGeom>
          <a:noFill/>
          <a:ln w="9525">
            <a:solidFill>
              <a:srgbClr val="195FBD"/>
            </a:solidFill>
            <a:prstDash val="dash"/>
          </a:ln>
        </p:spPr>
      </p:sp>
      <p:sp>
        <p:nvSpPr>
          <p:cNvPr id="157" name="wire44-arrow">
            <a:extLst>
              <a:ext uri="{FF2B5EF4-FFF2-40B4-BE49-F238E27FC236}">
                <ns2:creationId id="{A8C8AFD7-96E9-4B9A-870F-B36A2E27453E}"/>
              </a:ext>
            </a:extLst>
          </p:cNvPr>
          <p:cNvSpPr>
            <a:spLocks noGrp="1"/>
          </p:cNvSpPr>
          <p:nvPr/>
        </p:nvSpPr>
        <p:spPr>
          <a:xfrm>
            <a:off x="17564100" y="7731105"/>
            <a:ext cx="66872" cy="73064"/>
          </a:xfrm>
          <a:custGeom>
            <a:pathLst>
              <a:path w="66872" h="73064">
                <a:moveTo>
                  <a:pt x="66872" y="0"/>
                </a:moveTo>
                <a:lnTo>
                  <a:pt x="0" y="36532"/>
                </a:lnTo>
                <a:lnTo>
                  <a:pt x="66872" y="73064"/>
                </a:lnTo>
              </a:path>
            </a:pathLst>
          </a:custGeom>
          <a:noFill/>
          <a:ln w="9525">
            <a:solidFill>
              <a:srgbClr val="195FBD"/>
            </a:solidFill>
            <a:prstDash val="solid"/>
          </a:ln>
        </p:spPr>
      </p:sp>
      <p:sp>
        <p:nvSpPr>
          <p:cNvPr id="158" name="wire45">
            <a:extLst>
              <a:ext uri="{FF2B5EF4-FFF2-40B4-BE49-F238E27FC236}">
                <ns2:creationId id="{66561741-37E6-4FD6-9B56-32A159F071EF}"/>
              </a:ext>
            </a:extLst>
          </p:cNvPr>
          <p:cNvSpPr>
            <a:spLocks noGrp="1"/>
          </p:cNvSpPr>
          <p:nvPr/>
        </p:nvSpPr>
        <p:spPr>
          <a:xfrm>
            <a:off x="11468100" y="8086725"/>
            <a:ext cx="4762500" cy="238125"/>
          </a:xfrm>
          <a:custGeom>
            <a:pathLst>
              <a:path w="4762500" h="238125">
                <a:moveTo>
                  <a:pt x="4762500" y="0"/>
                </a:moveTo>
                <a:lnTo>
                  <a:pt x="4762500" y="238125"/>
                </a:lnTo>
                <a:lnTo>
                  <a:pt x="0" y="238125"/>
                </a:lnTo>
                <a:lnTo>
                  <a:pt x="0" y="0"/>
                </a:lnTo>
              </a:path>
            </a:pathLst>
          </a:custGeom>
          <a:noFill/>
          <a:ln w="9525">
            <a:solidFill>
              <a:srgbClr val="195FBD"/>
            </a:solidFill>
            <a:prstDash val="dash"/>
          </a:ln>
        </p:spPr>
      </p:sp>
      <p:sp>
        <p:nvSpPr>
          <p:cNvPr id="159" name="wire45-arrow">
            <a:extLst>
              <a:ext uri="{FF2B5EF4-FFF2-40B4-BE49-F238E27FC236}">
                <ns2:creationId id="{DF4ABA14-EEDF-46CE-81F9-F28A091F557C}"/>
              </a:ext>
            </a:extLst>
          </p:cNvPr>
          <p:cNvSpPr>
            <a:spLocks noGrp="1"/>
          </p:cNvSpPr>
          <p:nvPr/>
        </p:nvSpPr>
        <p:spPr>
          <a:xfrm>
            <a:off x="11431568" y="8086725"/>
            <a:ext cx="73064" cy="66872"/>
          </a:xfrm>
          <a:custGeom>
            <a:pathLst>
              <a:path w="73064" h="66872">
                <a:moveTo>
                  <a:pt x="73064" y="66872"/>
                </a:moveTo>
                <a:lnTo>
                  <a:pt x="36532" y="0"/>
                </a:lnTo>
                <a:lnTo>
                  <a:pt x="0" y="66872"/>
                </a:lnTo>
              </a:path>
            </a:pathLst>
          </a:custGeom>
          <a:noFill/>
          <a:ln w="9525">
            <a:solidFill>
              <a:srgbClr val="195FBD"/>
            </a:solidFill>
            <a:prstDash val="solid"/>
          </a:ln>
        </p:spPr>
      </p:sp>
      <p:sp>
        <p:nvSpPr>
          <p:cNvPr id="160" name="wire46">
            <a:extLst>
              <a:ext uri="{FF2B5EF4-FFF2-40B4-BE49-F238E27FC236}">
                <ns2:creationId id="{E6B765D2-0DFA-4AC7-8601-022CCFB6B7A2}"/>
              </a:ext>
            </a:extLst>
          </p:cNvPr>
          <p:cNvSpPr>
            <a:spLocks noGrp="1"/>
          </p:cNvSpPr>
          <p:nvPr/>
        </p:nvSpPr>
        <p:spPr>
          <a:xfrm>
            <a:off x="9544050" y="2095500"/>
            <a:ext cx="2762250" cy="5719763"/>
          </a:xfrm>
          <a:custGeom>
            <a:pathLst>
              <a:path w="2762250" h="5719763">
                <a:moveTo>
                  <a:pt x="400050" y="5719763"/>
                </a:moveTo>
                <a:lnTo>
                  <a:pt x="0" y="5719763"/>
                </a:lnTo>
                <a:lnTo>
                  <a:pt x="0" y="447675"/>
                </a:lnTo>
                <a:lnTo>
                  <a:pt x="2762250" y="447675"/>
                </a:lnTo>
                <a:lnTo>
                  <a:pt x="2762250" y="0"/>
                </a:lnTo>
                <a:lnTo>
                  <a:pt x="2400300" y="0"/>
                </a:lnTo>
              </a:path>
            </a:pathLst>
          </a:custGeom>
          <a:noFill/>
          <a:ln w="9525">
            <a:solidFill>
              <a:srgbClr val="195FBD"/>
            </a:solidFill>
            <a:prstDash val="dash"/>
          </a:ln>
        </p:spPr>
      </p:sp>
      <p:sp>
        <p:nvSpPr>
          <p:cNvPr id="161" name="wire46-arrow">
            <a:extLst>
              <a:ext uri="{FF2B5EF4-FFF2-40B4-BE49-F238E27FC236}">
                <ns2:creationId id="{D4611CEE-6256-4F18-ACE9-88597C56C08C}"/>
              </a:ext>
            </a:extLst>
          </p:cNvPr>
          <p:cNvSpPr>
            <a:spLocks noGrp="1"/>
          </p:cNvSpPr>
          <p:nvPr/>
        </p:nvSpPr>
        <p:spPr>
          <a:xfrm>
            <a:off x="11944350" y="2058968"/>
            <a:ext cx="66872" cy="73064"/>
          </a:xfrm>
          <a:custGeom>
            <a:pathLst>
              <a:path w="66872" h="73064">
                <a:moveTo>
                  <a:pt x="66872" y="0"/>
                </a:moveTo>
                <a:lnTo>
                  <a:pt x="0" y="36532"/>
                </a:lnTo>
                <a:lnTo>
                  <a:pt x="66872" y="73064"/>
                </a:lnTo>
              </a:path>
            </a:pathLst>
          </a:custGeom>
          <a:noFill/>
          <a:ln w="9525">
            <a:solidFill>
              <a:srgbClr val="195FBD"/>
            </a:solidFill>
            <a:prstDash val="solid"/>
          </a:ln>
        </p:spPr>
      </p:sp>
      <p:sp>
        <p:nvSpPr>
          <p:cNvPr id="162" name="wire47">
            <a:extLst>
              <a:ext uri="{FF2B5EF4-FFF2-40B4-BE49-F238E27FC236}">
                <ns2:creationId id="{B23F4D37-B538-4CBF-B875-BE33B09921F4}"/>
              </a:ext>
            </a:extLst>
          </p:cNvPr>
          <p:cNvSpPr>
            <a:spLocks noGrp="1"/>
          </p:cNvSpPr>
          <p:nvPr/>
        </p:nvSpPr>
        <p:spPr>
          <a:xfrm>
            <a:off x="12134850" y="6334125"/>
            <a:ext cx="666750" cy="1528763"/>
          </a:xfrm>
          <a:custGeom>
            <a:pathLst>
              <a:path w="666750" h="1528763">
                <a:moveTo>
                  <a:pt x="666750" y="1528763"/>
                </a:moveTo>
                <a:lnTo>
                  <a:pt x="304800" y="1528763"/>
                </a:lnTo>
                <a:lnTo>
                  <a:pt x="304800" y="0"/>
                </a:lnTo>
                <a:lnTo>
                  <a:pt x="0" y="0"/>
                </a:lnTo>
              </a:path>
            </a:pathLst>
          </a:custGeom>
          <a:noFill/>
          <a:ln w="9525">
            <a:solidFill>
              <a:srgbClr val="758294"/>
            </a:solidFill>
            <a:prstDash val="dash"/>
          </a:ln>
        </p:spPr>
      </p:sp>
      <p:sp>
        <p:nvSpPr>
          <p:cNvPr id="163" name="wire47-arrow">
            <a:extLst>
              <a:ext uri="{FF2B5EF4-FFF2-40B4-BE49-F238E27FC236}">
                <ns2:creationId id="{3FE9880B-FBCD-48FF-A471-CFD6A5B34F18}"/>
              </a:ext>
            </a:extLst>
          </p:cNvPr>
          <p:cNvSpPr>
            <a:spLocks noGrp="1"/>
          </p:cNvSpPr>
          <p:nvPr/>
        </p:nvSpPr>
        <p:spPr>
          <a:xfrm>
            <a:off x="12134850" y="6297593"/>
            <a:ext cx="66872" cy="73064"/>
          </a:xfrm>
          <a:custGeom>
            <a:pathLst>
              <a:path w="66872" h="73064">
                <a:moveTo>
                  <a:pt x="66872" y="0"/>
                </a:moveTo>
                <a:lnTo>
                  <a:pt x="0" y="36532"/>
                </a:lnTo>
                <a:lnTo>
                  <a:pt x="66872" y="73064"/>
                </a:lnTo>
              </a:path>
            </a:pathLst>
          </a:custGeom>
          <a:noFill/>
          <a:ln w="9525">
            <a:solidFill>
              <a:srgbClr val="758294"/>
            </a:solidFill>
            <a:prstDash val="solid"/>
          </a:ln>
        </p:spPr>
      </p:sp>
      <p:sp>
        <p:nvSpPr>
          <p:cNvPr id="164" name="wire48">
            <a:extLst>
              <a:ext uri="{FF2B5EF4-FFF2-40B4-BE49-F238E27FC236}">
                <ns2:creationId id="{AEEBCD03-60B0-4032-BB95-D538CD531E2A}"/>
              </a:ext>
            </a:extLst>
          </p:cNvPr>
          <p:cNvSpPr>
            <a:spLocks noGrp="1"/>
          </p:cNvSpPr>
          <p:nvPr/>
        </p:nvSpPr>
        <p:spPr>
          <a:xfrm>
            <a:off x="9829800" y="3762375"/>
            <a:ext cx="2971800" cy="4524375"/>
          </a:xfrm>
          <a:custGeom>
            <a:pathLst>
              <a:path w="2971800" h="4524375">
                <a:moveTo>
                  <a:pt x="2971800" y="4195763"/>
                </a:moveTo>
                <a:lnTo>
                  <a:pt x="2724150" y="4195763"/>
                </a:lnTo>
                <a:lnTo>
                  <a:pt x="2724150" y="4524375"/>
                </a:lnTo>
                <a:lnTo>
                  <a:pt x="0" y="4524375"/>
                </a:lnTo>
                <a:lnTo>
                  <a:pt x="0" y="0"/>
                </a:lnTo>
                <a:lnTo>
                  <a:pt x="114300" y="0"/>
                </a:lnTo>
              </a:path>
            </a:pathLst>
          </a:custGeom>
          <a:noFill/>
          <a:ln w="9525">
            <a:solidFill>
              <a:srgbClr val="195FBD"/>
            </a:solidFill>
            <a:prstDash val="solid"/>
          </a:ln>
        </p:spPr>
      </p:sp>
      <p:sp>
        <p:nvSpPr>
          <p:cNvPr id="165" name="wire48-arrow">
            <a:extLst>
              <a:ext uri="{FF2B5EF4-FFF2-40B4-BE49-F238E27FC236}">
                <ns2:creationId id="{1C901C2F-F9E4-4CC4-B315-B9FE4DE1C4D3}"/>
              </a:ext>
            </a:extLst>
          </p:cNvPr>
          <p:cNvSpPr>
            <a:spLocks noGrp="1"/>
          </p:cNvSpPr>
          <p:nvPr/>
        </p:nvSpPr>
        <p:spPr>
          <a:xfrm>
            <a:off x="9877228" y="3725843"/>
            <a:ext cx="66872" cy="73064"/>
          </a:xfrm>
          <a:custGeom>
            <a:pathLst>
              <a:path w="66872" h="73064">
                <a:moveTo>
                  <a:pt x="0" y="73064"/>
                </a:moveTo>
                <a:lnTo>
                  <a:pt x="66872" y="36532"/>
                </a:lnTo>
                <a:lnTo>
                  <a:pt x="0" y="0"/>
                </a:lnTo>
              </a:path>
            </a:pathLst>
          </a:custGeom>
          <a:noFill/>
          <a:ln w="9525">
            <a:solidFill>
              <a:srgbClr val="195FBD"/>
            </a:solidFill>
            <a:prstDash val="solid"/>
          </a:ln>
        </p:spPr>
      </p:sp>
      <p:sp>
        <p:nvSpPr>
          <p:cNvPr id="166" name="wire49">
            <a:extLst>
              <a:ext uri="{FF2B5EF4-FFF2-40B4-BE49-F238E27FC236}">
                <ns2:creationId id="{72978BF4-EA4B-488A-87B5-706827A4506B}"/>
              </a:ext>
            </a:extLst>
          </p:cNvPr>
          <p:cNvSpPr>
            <a:spLocks noGrp="1"/>
          </p:cNvSpPr>
          <p:nvPr/>
        </p:nvSpPr>
        <p:spPr>
          <a:xfrm>
            <a:off x="10372725" y="5086350"/>
            <a:ext cx="7305675" cy="695325"/>
          </a:xfrm>
          <a:custGeom>
            <a:pathLst>
              <a:path w="7305675" h="695325">
                <a:moveTo>
                  <a:pt x="7191375" y="0"/>
                </a:moveTo>
                <a:lnTo>
                  <a:pt x="7305675" y="0"/>
                </a:lnTo>
                <a:lnTo>
                  <a:pt x="7305675" y="609600"/>
                </a:lnTo>
                <a:lnTo>
                  <a:pt x="0" y="609600"/>
                </a:lnTo>
                <a:lnTo>
                  <a:pt x="0" y="695325"/>
                </a:lnTo>
              </a:path>
            </a:pathLst>
          </a:custGeom>
          <a:noFill/>
          <a:ln w="9525">
            <a:solidFill>
              <a:srgbClr val="195FBD"/>
            </a:solidFill>
            <a:prstDash val="dash"/>
          </a:ln>
        </p:spPr>
      </p:sp>
      <p:sp>
        <p:nvSpPr>
          <p:cNvPr id="167" name="wire49-arrow">
            <a:extLst>
              <a:ext uri="{FF2B5EF4-FFF2-40B4-BE49-F238E27FC236}">
                <ns2:creationId id="{409AC5FF-F978-47FA-BE75-3343D1B92A03}"/>
              </a:ext>
            </a:extLst>
          </p:cNvPr>
          <p:cNvSpPr>
            <a:spLocks noGrp="1"/>
          </p:cNvSpPr>
          <p:nvPr/>
        </p:nvSpPr>
        <p:spPr>
          <a:xfrm>
            <a:off x="10336193" y="5714803"/>
            <a:ext cx="73064" cy="66872"/>
          </a:xfrm>
          <a:custGeom>
            <a:pathLst>
              <a:path w="73064" h="66872">
                <a:moveTo>
                  <a:pt x="0" y="0"/>
                </a:moveTo>
                <a:lnTo>
                  <a:pt x="36532" y="66872"/>
                </a:lnTo>
                <a:lnTo>
                  <a:pt x="73064" y="0"/>
                </a:lnTo>
              </a:path>
            </a:pathLst>
          </a:custGeom>
          <a:noFill/>
          <a:ln w="9525">
            <a:solidFill>
              <a:srgbClr val="195FBD"/>
            </a:solidFill>
            <a:prstDash val="solid"/>
          </a:ln>
        </p:spPr>
      </p:sp>
      <p:sp>
        <p:nvSpPr>
          <p:cNvPr id="168" name="wire50">
            <a:extLst>
              <a:ext uri="{FF2B5EF4-FFF2-40B4-BE49-F238E27FC236}">
                <ns2:creationId id="{949EA444-15C4-4141-B285-55178F300589}"/>
              </a:ext>
            </a:extLst>
          </p:cNvPr>
          <p:cNvSpPr>
            <a:spLocks noGrp="1"/>
          </p:cNvSpPr>
          <p:nvPr/>
        </p:nvSpPr>
        <p:spPr>
          <a:xfrm>
            <a:off x="12039600" y="6600825"/>
            <a:ext cx="9525" cy="657225"/>
          </a:xfrm>
          <a:custGeom>
            <a:pathLst>
              <a:path w="9525" h="657225">
                <a:moveTo>
                  <a:pt x="0" y="0"/>
                </a:moveTo>
                <a:lnTo>
                  <a:pt x="0" y="657225"/>
                </a:lnTo>
              </a:path>
            </a:pathLst>
          </a:custGeom>
          <a:noFill/>
          <a:ln w="9525">
            <a:solidFill>
              <a:srgbClr val="195FBD"/>
            </a:solidFill>
            <a:prstDash val="dash"/>
          </a:ln>
        </p:spPr>
      </p:sp>
      <p:sp>
        <p:nvSpPr>
          <p:cNvPr id="169" name="wire50-arrow">
            <a:extLst>
              <a:ext uri="{FF2B5EF4-FFF2-40B4-BE49-F238E27FC236}">
                <ns2:creationId id="{66534C7F-CA5C-4D99-A1D4-D5820D7ACB75}"/>
              </a:ext>
            </a:extLst>
          </p:cNvPr>
          <p:cNvSpPr>
            <a:spLocks noGrp="1"/>
          </p:cNvSpPr>
          <p:nvPr/>
        </p:nvSpPr>
        <p:spPr>
          <a:xfrm>
            <a:off x="12003068" y="7191178"/>
            <a:ext cx="73064" cy="66872"/>
          </a:xfrm>
          <a:custGeom>
            <a:pathLst>
              <a:path w="73064" h="66872">
                <a:moveTo>
                  <a:pt x="0" y="0"/>
                </a:moveTo>
                <a:lnTo>
                  <a:pt x="36532" y="66872"/>
                </a:lnTo>
                <a:lnTo>
                  <a:pt x="73064" y="0"/>
                </a:lnTo>
              </a:path>
            </a:pathLst>
          </a:custGeom>
          <a:noFill/>
          <a:ln w="9525">
            <a:solidFill>
              <a:srgbClr val="195FBD"/>
            </a:solidFill>
            <a:prstDash val="solid"/>
          </a:ln>
        </p:spPr>
      </p:sp>
      <p:sp>
        <p:nvSpPr>
          <p:cNvPr id="170" name="wire51">
            <a:extLst>
              <a:ext uri="{FF2B5EF4-FFF2-40B4-BE49-F238E27FC236}">
                <ns2:creationId id="{CCE05A25-890C-44C8-BEF4-4498B2993980}"/>
              </a:ext>
            </a:extLst>
          </p:cNvPr>
          <p:cNvSpPr>
            <a:spLocks noGrp="1"/>
          </p:cNvSpPr>
          <p:nvPr/>
        </p:nvSpPr>
        <p:spPr>
          <a:xfrm>
            <a:off x="11849100" y="6600825"/>
            <a:ext cx="9525" cy="657225"/>
          </a:xfrm>
          <a:custGeom>
            <a:pathLst>
              <a:path w="9525" h="657225">
                <a:moveTo>
                  <a:pt x="0" y="657225"/>
                </a:moveTo>
                <a:lnTo>
                  <a:pt x="0" y="0"/>
                </a:lnTo>
              </a:path>
            </a:pathLst>
          </a:custGeom>
          <a:noFill/>
          <a:ln w="9525">
            <a:solidFill>
              <a:srgbClr val="758294"/>
            </a:solidFill>
            <a:prstDash val="dash"/>
          </a:ln>
        </p:spPr>
      </p:sp>
      <p:sp>
        <p:nvSpPr>
          <p:cNvPr id="171" name="wire51-arrow">
            <a:extLst>
              <a:ext uri="{FF2B5EF4-FFF2-40B4-BE49-F238E27FC236}">
                <ns2:creationId id="{B006FB8E-7D19-4DFC-9740-61F49AF8CDAB}"/>
              </a:ext>
            </a:extLst>
          </p:cNvPr>
          <p:cNvSpPr>
            <a:spLocks noGrp="1"/>
          </p:cNvSpPr>
          <p:nvPr/>
        </p:nvSpPr>
        <p:spPr>
          <a:xfrm>
            <a:off x="11812568" y="6600825"/>
            <a:ext cx="73064" cy="66872"/>
          </a:xfrm>
          <a:custGeom>
            <a:pathLst>
              <a:path w="73064" h="66872">
                <a:moveTo>
                  <a:pt x="73064" y="66872"/>
                </a:moveTo>
                <a:lnTo>
                  <a:pt x="36532" y="0"/>
                </a:lnTo>
                <a:lnTo>
                  <a:pt x="0" y="66872"/>
                </a:lnTo>
              </a:path>
            </a:pathLst>
          </a:custGeom>
          <a:noFill/>
          <a:ln w="9525">
            <a:solidFill>
              <a:srgbClr val="758294"/>
            </a:solidFill>
            <a:prstDash val="solid"/>
          </a:ln>
        </p:spPr>
      </p:sp>
      <p:sp>
        <p:nvSpPr>
          <p:cNvPr id="172" name="wire52">
            <a:extLst>
              <a:ext uri="{FF2B5EF4-FFF2-40B4-BE49-F238E27FC236}">
                <ns2:creationId id="{F8732529-539C-43C7-8EA8-46CFF2CD092D}"/>
              </a:ext>
            </a:extLst>
          </p:cNvPr>
          <p:cNvSpPr>
            <a:spLocks noGrp="1"/>
          </p:cNvSpPr>
          <p:nvPr/>
        </p:nvSpPr>
        <p:spPr>
          <a:xfrm>
            <a:off x="11944350" y="3857625"/>
            <a:ext cx="5876925" cy="5476875"/>
          </a:xfrm>
          <a:custGeom>
            <a:pathLst>
              <a:path w="5876925" h="5476875">
                <a:moveTo>
                  <a:pt x="5619750" y="0"/>
                </a:moveTo>
                <a:lnTo>
                  <a:pt x="5876925" y="0"/>
                </a:lnTo>
                <a:lnTo>
                  <a:pt x="5876925" y="4800600"/>
                </a:lnTo>
                <a:lnTo>
                  <a:pt x="266700" y="4800600"/>
                </a:lnTo>
                <a:lnTo>
                  <a:pt x="266700" y="5476875"/>
                </a:lnTo>
                <a:lnTo>
                  <a:pt x="0" y="5476875"/>
                </a:lnTo>
              </a:path>
            </a:pathLst>
          </a:custGeom>
          <a:noFill/>
          <a:ln w="9525">
            <a:solidFill>
              <a:srgbClr val="263445"/>
            </a:solidFill>
            <a:prstDash val="solid"/>
          </a:ln>
        </p:spPr>
      </p:sp>
      <p:sp>
        <p:nvSpPr>
          <p:cNvPr id="173" name="wire52-arrow">
            <a:extLst>
              <a:ext uri="{FF2B5EF4-FFF2-40B4-BE49-F238E27FC236}">
                <ns2:creationId id="{B851042B-30A1-4254-B7F5-80A00E0F771B}"/>
              </a:ext>
            </a:extLst>
          </p:cNvPr>
          <p:cNvSpPr>
            <a:spLocks noGrp="1"/>
          </p:cNvSpPr>
          <p:nvPr/>
        </p:nvSpPr>
        <p:spPr>
          <a:xfrm>
            <a:off x="11944350" y="9297968"/>
            <a:ext cx="66872" cy="73064"/>
          </a:xfrm>
          <a:custGeom>
            <a:pathLst>
              <a:path w="66872" h="73064">
                <a:moveTo>
                  <a:pt x="66872" y="0"/>
                </a:moveTo>
                <a:lnTo>
                  <a:pt x="0" y="36532"/>
                </a:lnTo>
                <a:lnTo>
                  <a:pt x="66872" y="73064"/>
                </a:lnTo>
              </a:path>
            </a:pathLst>
          </a:custGeom>
          <a:noFill/>
          <a:ln w="9525">
            <a:solidFill>
              <a:srgbClr val="263445"/>
            </a:solidFill>
            <a:prstDash val="solid"/>
          </a:ln>
        </p:spPr>
      </p:sp>
      <p:sp>
        <p:nvSpPr>
          <p:cNvPr id="174" name="wire53">
            <a:extLst>
              <a:ext uri="{FF2B5EF4-FFF2-40B4-BE49-F238E27FC236}">
                <ns2:creationId id="{0CA3AA31-05B6-465B-8D60-2E9A422B288C}"/>
              </a:ext>
            </a:extLst>
          </p:cNvPr>
          <p:cNvSpPr>
            <a:spLocks noGrp="1"/>
          </p:cNvSpPr>
          <p:nvPr/>
        </p:nvSpPr>
        <p:spPr>
          <a:xfrm>
            <a:off x="11944350" y="3952875"/>
            <a:ext cx="5934075" cy="5476875"/>
          </a:xfrm>
          <a:custGeom>
            <a:pathLst>
              <a:path w="5934075" h="5476875">
                <a:moveTo>
                  <a:pt x="0" y="5476875"/>
                </a:moveTo>
                <a:lnTo>
                  <a:pt x="323850" y="5476875"/>
                </a:lnTo>
                <a:lnTo>
                  <a:pt x="323850" y="4772025"/>
                </a:lnTo>
                <a:lnTo>
                  <a:pt x="5934075" y="4772025"/>
                </a:lnTo>
                <a:lnTo>
                  <a:pt x="5934075" y="0"/>
                </a:lnTo>
                <a:lnTo>
                  <a:pt x="5619750" y="0"/>
                </a:lnTo>
              </a:path>
            </a:pathLst>
          </a:custGeom>
          <a:noFill/>
          <a:ln w="9525">
            <a:solidFill>
              <a:srgbClr val="195FBD"/>
            </a:solidFill>
            <a:prstDash val="dash"/>
          </a:ln>
        </p:spPr>
      </p:sp>
      <p:sp>
        <p:nvSpPr>
          <p:cNvPr id="175" name="wire53-arrow">
            <a:extLst>
              <a:ext uri="{FF2B5EF4-FFF2-40B4-BE49-F238E27FC236}">
                <ns2:creationId id="{CC521B78-27BA-40F4-BE80-F09C1361D7F0}"/>
              </a:ext>
            </a:extLst>
          </p:cNvPr>
          <p:cNvSpPr>
            <a:spLocks noGrp="1"/>
          </p:cNvSpPr>
          <p:nvPr/>
        </p:nvSpPr>
        <p:spPr>
          <a:xfrm>
            <a:off x="17564100" y="3916343"/>
            <a:ext cx="66872" cy="73064"/>
          </a:xfrm>
          <a:custGeom>
            <a:pathLst>
              <a:path w="66872" h="73064">
                <a:moveTo>
                  <a:pt x="66872" y="0"/>
                </a:moveTo>
                <a:lnTo>
                  <a:pt x="0" y="36532"/>
                </a:lnTo>
                <a:lnTo>
                  <a:pt x="66872" y="73064"/>
                </a:lnTo>
              </a:path>
            </a:pathLst>
          </a:custGeom>
          <a:noFill/>
          <a:ln w="9525">
            <a:solidFill>
              <a:srgbClr val="195FBD"/>
            </a:solidFill>
            <a:prstDash val="solid"/>
          </a:ln>
        </p:spPr>
      </p:sp>
      <p:sp>
        <p:nvSpPr>
          <p:cNvPr id="176" name="wire54">
            <a:extLst>
              <a:ext uri="{FF2B5EF4-FFF2-40B4-BE49-F238E27FC236}">
                <ns2:creationId id="{9BA23675-660A-45C9-A53E-D6C694BDE28D}"/>
              </a:ext>
            </a:extLst>
          </p:cNvPr>
          <p:cNvSpPr>
            <a:spLocks noGrp="1"/>
          </p:cNvSpPr>
          <p:nvPr/>
        </p:nvSpPr>
        <p:spPr>
          <a:xfrm>
            <a:off x="11753850" y="8086725"/>
            <a:ext cx="3810000" cy="1247775"/>
          </a:xfrm>
          <a:custGeom>
            <a:pathLst>
              <a:path w="3810000" h="1247775">
                <a:moveTo>
                  <a:pt x="0" y="0"/>
                </a:moveTo>
                <a:lnTo>
                  <a:pt x="0" y="485775"/>
                </a:lnTo>
                <a:lnTo>
                  <a:pt x="3638550" y="485775"/>
                </a:lnTo>
                <a:lnTo>
                  <a:pt x="3638550" y="1247775"/>
                </a:lnTo>
                <a:lnTo>
                  <a:pt x="3810000" y="1247775"/>
                </a:lnTo>
              </a:path>
            </a:pathLst>
          </a:custGeom>
          <a:noFill/>
          <a:ln w="9525">
            <a:solidFill>
              <a:srgbClr val="263445"/>
            </a:solidFill>
            <a:prstDash val="solid"/>
          </a:ln>
        </p:spPr>
      </p:sp>
      <p:sp>
        <p:nvSpPr>
          <p:cNvPr id="177" name="wire54-arrow">
            <a:extLst>
              <a:ext uri="{FF2B5EF4-FFF2-40B4-BE49-F238E27FC236}">
                <ns2:creationId id="{9DCE64AB-7879-43FD-A656-38A5680EF726}"/>
              </a:ext>
            </a:extLst>
          </p:cNvPr>
          <p:cNvSpPr>
            <a:spLocks noGrp="1"/>
          </p:cNvSpPr>
          <p:nvPr/>
        </p:nvSpPr>
        <p:spPr>
          <a:xfrm>
            <a:off x="15496978" y="9297968"/>
            <a:ext cx="66872" cy="73064"/>
          </a:xfrm>
          <a:custGeom>
            <a:pathLst>
              <a:path w="66872" h="73064">
                <a:moveTo>
                  <a:pt x="0" y="73064"/>
                </a:moveTo>
                <a:lnTo>
                  <a:pt x="66872" y="36532"/>
                </a:lnTo>
                <a:lnTo>
                  <a:pt x="0" y="0"/>
                </a:lnTo>
              </a:path>
            </a:pathLst>
          </a:custGeom>
          <a:noFill/>
          <a:ln w="9525">
            <a:solidFill>
              <a:srgbClr val="263445"/>
            </a:solidFill>
            <a:prstDash val="solid"/>
          </a:ln>
        </p:spPr>
      </p:sp>
      <p:sp>
        <p:nvSpPr>
          <p:cNvPr id="178" name="wire55">
            <a:extLst>
              <a:ext uri="{FF2B5EF4-FFF2-40B4-BE49-F238E27FC236}">
                <ns2:creationId id="{2835883B-53B9-48D5-B5B9-305538856311}"/>
              </a:ext>
            </a:extLst>
          </p:cNvPr>
          <p:cNvSpPr>
            <a:spLocks noGrp="1"/>
          </p:cNvSpPr>
          <p:nvPr/>
        </p:nvSpPr>
        <p:spPr>
          <a:xfrm>
            <a:off x="11944350" y="8086725"/>
            <a:ext cx="3619500" cy="1343025"/>
          </a:xfrm>
          <a:custGeom>
            <a:pathLst>
              <a:path w="3619500" h="1343025">
                <a:moveTo>
                  <a:pt x="3619500" y="1343025"/>
                </a:moveTo>
                <a:lnTo>
                  <a:pt x="3390900" y="1343025"/>
                </a:lnTo>
                <a:lnTo>
                  <a:pt x="3390900" y="600075"/>
                </a:lnTo>
                <a:lnTo>
                  <a:pt x="0" y="600075"/>
                </a:lnTo>
                <a:lnTo>
                  <a:pt x="0" y="0"/>
                </a:lnTo>
              </a:path>
            </a:pathLst>
          </a:custGeom>
          <a:noFill/>
          <a:ln w="9525">
            <a:solidFill>
              <a:srgbClr val="195FBD"/>
            </a:solidFill>
            <a:prstDash val="dash"/>
          </a:ln>
        </p:spPr>
      </p:sp>
      <p:sp>
        <p:nvSpPr>
          <p:cNvPr id="179" name="wire55-arrow">
            <a:extLst>
              <a:ext uri="{FF2B5EF4-FFF2-40B4-BE49-F238E27FC236}">
                <ns2:creationId id="{8192BD79-B9C5-4C15-9C40-17E2F2AFDC5F}"/>
              </a:ext>
            </a:extLst>
          </p:cNvPr>
          <p:cNvSpPr>
            <a:spLocks noGrp="1"/>
          </p:cNvSpPr>
          <p:nvPr/>
        </p:nvSpPr>
        <p:spPr>
          <a:xfrm>
            <a:off x="11907818" y="8086725"/>
            <a:ext cx="73064" cy="66872"/>
          </a:xfrm>
          <a:custGeom>
            <a:pathLst>
              <a:path w="73064" h="66872">
                <a:moveTo>
                  <a:pt x="73064" y="66872"/>
                </a:moveTo>
                <a:lnTo>
                  <a:pt x="36532" y="0"/>
                </a:lnTo>
                <a:lnTo>
                  <a:pt x="0" y="66872"/>
                </a:lnTo>
              </a:path>
            </a:pathLst>
          </a:custGeom>
          <a:noFill/>
          <a:ln w="9525">
            <a:solidFill>
              <a:srgbClr val="195FBD"/>
            </a:solidFill>
            <a:prstDash val="solid"/>
          </a:ln>
        </p:spPr>
      </p:sp>
      <p:sp>
        <p:nvSpPr>
          <p:cNvPr id="180" name="annotation-0">
            <a:extLst>
              <a:ext uri="{FF2B5EF4-FFF2-40B4-BE49-F238E27FC236}">
                <ns2:creationId id="{FE555A39-E3EB-443B-8503-50BDC3DFAE18}"/>
              </a:ext>
            </a:extLst>
          </p:cNvPr>
          <p:cNvSpPr>
            <a:spLocks noGrp="1"/>
          </p:cNvSpPr>
          <p:nvPr/>
        </p:nvSpPr>
        <p:spPr>
          <a:xfrm>
            <a:off x="304800" y="85725"/>
            <a:ext cx="5337810" cy="411480"/>
          </a:xfrm>
          <a:prstGeom prst="rect">
            <a:avLst/>
          </a:prstGeom>
          <a:noFill/>
          <a:ln w="0">
            <a:noFill/>
          </a:ln>
        </p:spPr>
        <p:txBody>
          <a:bodyPr wrap="none" lIns="0" tIns="0" rIns="0" bIns="0" anchor="t">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DP-45 과거 이력의 근거 공급 구조</a:t>
            </a:r>
            <a:endParaRPr lang="ko-KR">
              <a:latin typeface="Calibri"/>
              <a:ea typeface="Calibri"/>
              <a:cs typeface="Calibri"/>
            </a:endParaRPr>
          </a:p>
        </p:txBody>
      </p:sp>
      <p:sp>
        <p:nvSpPr>
          <p:cNvPr id="181" name="annotation-1">
            <a:extLst>
              <a:ext uri="{FF2B5EF4-FFF2-40B4-BE49-F238E27FC236}">
                <ns2:creationId id="{C0089463-5A8F-4676-803F-486F63123B86}"/>
              </a:ext>
            </a:extLst>
          </p:cNvPr>
          <p:cNvSpPr>
            <a:spLocks noGrp="1"/>
          </p:cNvSpPr>
          <p:nvPr/>
        </p:nvSpPr>
        <p:spPr>
          <a:xfrm>
            <a:off x="304800" y="509588"/>
            <a:ext cx="7799070" cy="257175"/>
          </a:xfrm>
          <a:prstGeom prst="rect">
            <a:avLst/>
          </a:prstGeom>
          <a:noFill/>
          <a:ln w="0">
            <a:noFill/>
          </a:ln>
        </p:spPr>
        <p:txBody>
          <a:bodyPr wrap="none" lIns="0" tIns="0" rIns="0" bIns="0" anchor="t">
            <a:noAutofit/>
          </a:bodyPr>
          <a:lstStyle>
            <a:defPPr algn="l">
              <a:defRPr sz="1500" b="0" lang="ko-KR">
                <a:solidFill>
                  <a:srgbClr val="000000"/>
                </a:solidFill>
                <a:latin typeface="Calibri"/>
                <a:ea typeface="Calibri"/>
                <a:cs typeface="Calibri"/>
              </a:defRPr>
            </a:defPPr>
          </a:lstStyle>
          <a:p>
            <a:pPr algn="l">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같은 요청: “지난번 설명한 기준에 제품 비교와 견적을 맞춰 제안서를 만들어줘.”</a:t>
            </a:r>
            <a:endParaRPr lang="ko-KR">
              <a:latin typeface="Calibri"/>
              <a:ea typeface="Calibri"/>
              <a:cs typeface="Calibri"/>
            </a:endParaRPr>
          </a:p>
        </p:txBody>
      </p:sp>
      <p:sp>
        <p:nvSpPr>
          <p:cNvPr id="182" name="annotation-2">
            <a:extLst>
              <a:ext uri="{FF2B5EF4-FFF2-40B4-BE49-F238E27FC236}">
                <ns2:creationId id="{14A3FB5D-F880-45D6-A853-0F1BC0D370C8}"/>
              </a:ext>
            </a:extLst>
          </p:cNvPr>
          <p:cNvSpPr>
            <a:spLocks noGrp="1"/>
          </p:cNvSpPr>
          <p:nvPr/>
        </p:nvSpPr>
        <p:spPr>
          <a:xfrm>
            <a:off x="304800" y="804863"/>
            <a:ext cx="8117586" cy="205740"/>
          </a:xfrm>
          <a:prstGeom prst="rect">
            <a:avLst/>
          </a:prstGeom>
          <a:noFill/>
          <a:ln w="0">
            <a:noFill/>
          </a:ln>
        </p:spPr>
        <p:txBody>
          <a:bodyPr wrap="none" lIns="0" tIns="0" rIns="0" bIns="0" anchor="t">
            <a:noAutofit/>
          </a:bodyPr>
          <a:lstStyle>
            <a:defPPr algn="l">
              <a:defRPr sz="1200" b="0" lang="ko-KR">
                <a:solidFill>
                  <a:srgbClr val="000000"/>
                </a:solidFill>
                <a:latin typeface="Calibri"/>
                <a:ea typeface="Calibri"/>
                <a:cs typeface="Calibri"/>
              </a:defRPr>
            </a:defP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설명 원문과 실제 전달 범위, 제품 결과와 견적이 원본이다. 현재 Task 연결과 의미 채택은 양안 공통이다.</a:t>
            </a:r>
            <a:endParaRPr lang="ko-KR">
              <a:latin typeface="Calibri"/>
              <a:ea typeface="Calibri"/>
              <a:cs typeface="Calibri"/>
            </a:endParaRPr>
          </a:p>
        </p:txBody>
      </p:sp>
      <p:sp>
        <p:nvSpPr>
          <p:cNvPr id="183" name="annotation-3">
            <a:extLst>
              <a:ext uri="{FF2B5EF4-FFF2-40B4-BE49-F238E27FC236}">
                <ns2:creationId id="{CA82E800-D2A2-4FF7-9ED7-A007A870BF20}"/>
              </a:ext>
            </a:extLst>
          </p:cNvPr>
          <p:cNvSpPr>
            <a:spLocks noGrp="1"/>
          </p:cNvSpPr>
          <p:nvPr/>
        </p:nvSpPr>
        <p:spPr>
          <a:xfrm>
            <a:off x="304800" y="1066800"/>
            <a:ext cx="3231642" cy="308610"/>
          </a:xfrm>
          <a:prstGeom prst="rect">
            <a:avLst/>
          </a:prstGeom>
          <a:noFill/>
          <a:ln w="0">
            <a:noFill/>
          </a:ln>
        </p:spPr>
        <p:txBody>
          <a:bodyPr wrap="none" lIns="0" tIns="0" rIns="0" bIns="0" anchor="t">
            <a:noAutofit/>
          </a:bodyPr>
          <a:lstStyle>
            <a:defPPr algn="l">
              <a:defRPr sz="1800" b="1" lang="ko-KR">
                <a:solidFill>
                  <a:srgbClr val="000000"/>
                </a:solidFill>
                <a:latin typeface="Calibri"/>
                <a:ea typeface="Calibri"/>
                <a:cs typeface="Calibri"/>
              </a:defRPr>
            </a:defPPr>
          </a:lstStyle>
          <a:p>
            <a:pPr algn="l">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A  요청별 원본 조회와 조합</a:t>
            </a:r>
            <a:endParaRPr lang="ko-KR">
              <a:latin typeface="Calibri"/>
              <a:ea typeface="Calibri"/>
              <a:cs typeface="Calibri"/>
            </a:endParaRPr>
          </a:p>
        </p:txBody>
      </p:sp>
      <p:sp>
        <p:nvSpPr>
          <p:cNvPr id="184" name="annotation-4">
            <a:extLst>
              <a:ext uri="{FF2B5EF4-FFF2-40B4-BE49-F238E27FC236}">
                <ns2:creationId id="{464DEA4C-0874-4530-921A-05E45D959C49}"/>
              </a:ext>
            </a:extLst>
          </p:cNvPr>
          <p:cNvSpPr>
            <a:spLocks noGrp="1"/>
          </p:cNvSpPr>
          <p:nvPr/>
        </p:nvSpPr>
        <p:spPr>
          <a:xfrm>
            <a:off x="466725" y="3286125"/>
            <a:ext cx="1155954" cy="205740"/>
          </a:xfrm>
          <a:prstGeom prst="rect">
            <a:avLst/>
          </a:prstGeom>
          <a:solidFill>
            <a:srgbClr val="FFFFFF"/>
          </a:solidFill>
          <a:ln w="0">
            <a:noFill/>
          </a:ln>
        </p:spPr>
        <p:txBody>
          <a:bodyPr wrap="none" lIns="0" tIns="0" rIns="0" bIns="0" anchor="t">
            <a:noAutofit/>
          </a:bodyPr>
          <a:lstStyle>
            <a:defPPr algn="l">
              <a:defRPr sz="1200" b="0" lang="ko-KR">
                <a:solidFill>
                  <a:srgbClr val="195FBD"/>
                </a:solidFill>
                <a:latin typeface="Calibri"/>
                <a:ea typeface="Calibri"/>
                <a:cs typeface="Calibri"/>
              </a:defRPr>
            </a:defPPr>
          </a:lstStyle>
          <a:p>
            <a:pPr algn="l">
              <a:defRPr sz="1200" b="0" lang="ko-KR">
                <a:solidFill>
                  <a:srgbClr val="195FBD"/>
                </a:solidFill>
                <a:latin typeface="Calibri"/>
                <a:ea typeface="Calibri"/>
                <a:cs typeface="Calibri"/>
              </a:defRPr>
            </a:pPr>
            <a:r>
              <a:rPr sz="1200" b="0" lang="ko-KR">
                <a:solidFill>
                  <a:srgbClr val="195FBD"/>
                </a:solidFill>
                <a:latin typeface="Calibri"/>
                <a:ea typeface="Calibri"/>
                <a:cs typeface="Calibri"/>
              </a:rPr>
              <a:t>1 현재 Query</a:t>
            </a:r>
            <a:endParaRPr lang="ko-KR">
              <a:latin typeface="Calibri"/>
              <a:ea typeface="Calibri"/>
              <a:cs typeface="Calibri"/>
            </a:endParaRPr>
          </a:p>
        </p:txBody>
      </p:sp>
      <p:sp>
        <p:nvSpPr>
          <p:cNvPr id="185" name="annotation-5">
            <a:extLst>
              <a:ext uri="{FF2B5EF4-FFF2-40B4-BE49-F238E27FC236}">
                <ns2:creationId id="{46AB15D2-C3E9-40CA-926B-9A7E2C37FDE4}"/>
              </a:ext>
            </a:extLst>
          </p:cNvPr>
          <p:cNvSpPr>
            <a:spLocks noGrp="1"/>
          </p:cNvSpPr>
          <p:nvPr/>
        </p:nvSpPr>
        <p:spPr>
          <a:xfrm>
            <a:off x="3067050" y="3762375"/>
            <a:ext cx="589026" cy="205740"/>
          </a:xfrm>
          <a:prstGeom prst="rect">
            <a:avLst/>
          </a:prstGeom>
          <a:solidFill>
            <a:srgbClr val="FFFFFF"/>
          </a:solidFill>
          <a:ln w="0">
            <a:noFill/>
          </a:ln>
        </p:spPr>
        <p:txBody>
          <a:bodyPr wrap="none" lIns="0" tIns="0" rIns="0" bIns="0" anchor="t">
            <a:noAutofit/>
          </a:bodyPr>
          <a:lstStyle>
            <a:defPPr algn="l">
              <a:defRPr sz="1200" b="0" lang="ko-KR">
                <a:solidFill>
                  <a:srgbClr val="195FBD"/>
                </a:solidFill>
                <a:latin typeface="Calibri"/>
                <a:ea typeface="Calibri"/>
                <a:cs typeface="Calibri"/>
              </a:defRPr>
            </a:defPPr>
          </a:lstStyle>
          <a:p>
            <a:pPr algn="l">
              <a:defRPr sz="1200" b="0" lang="ko-KR">
                <a:solidFill>
                  <a:srgbClr val="195FBD"/>
                </a:solidFill>
                <a:latin typeface="Calibri"/>
                <a:ea typeface="Calibri"/>
                <a:cs typeface="Calibri"/>
              </a:defRPr>
            </a:pPr>
            <a:r>
              <a:rPr sz="1200" b="0" lang="ko-KR">
                <a:solidFill>
                  <a:srgbClr val="195FBD"/>
                </a:solidFill>
                <a:latin typeface="Calibri"/>
                <a:ea typeface="Calibri"/>
                <a:cs typeface="Calibri"/>
              </a:rPr>
              <a:t>2 읽기</a:t>
            </a:r>
            <a:endParaRPr lang="ko-KR">
              <a:latin typeface="Calibri"/>
              <a:ea typeface="Calibri"/>
              <a:cs typeface="Calibri"/>
            </a:endParaRPr>
          </a:p>
        </p:txBody>
      </p:sp>
      <p:sp>
        <p:nvSpPr>
          <p:cNvPr id="186" name="annotation-6">
            <a:extLst>
              <a:ext uri="{FF2B5EF4-FFF2-40B4-BE49-F238E27FC236}">
                <ns2:creationId id="{2EB1886C-147A-4B3D-BA41-606C542F58B0}"/>
              </a:ext>
            </a:extLst>
          </p:cNvPr>
          <p:cNvSpPr>
            <a:spLocks noGrp="1"/>
          </p:cNvSpPr>
          <p:nvPr/>
        </p:nvSpPr>
        <p:spPr>
          <a:xfrm>
            <a:off x="3733800" y="4724400"/>
            <a:ext cx="1765554" cy="205740"/>
          </a:xfrm>
          <a:prstGeom prst="rect">
            <a:avLst/>
          </a:prstGeom>
          <a:solidFill>
            <a:srgbClr val="FFFFFF"/>
          </a:solidFill>
          <a:ln w="0">
            <a:noFill/>
          </a:ln>
        </p:spPr>
        <p:txBody>
          <a:bodyPr wrap="none" lIns="0" tIns="0" rIns="0" bIns="0" anchor="t">
            <a:noAutofit/>
          </a:bodyPr>
          <a:lstStyle>
            <a:defPPr algn="l">
              <a:defRPr sz="1200" b="0" lang="ko-KR">
                <a:solidFill>
                  <a:srgbClr val="195FBD"/>
                </a:solidFill>
                <a:latin typeface="Calibri"/>
                <a:ea typeface="Calibri"/>
                <a:cs typeface="Calibri"/>
              </a:defRPr>
            </a:defPPr>
          </a:lstStyle>
          <a:p>
            <a:pPr algn="l">
              <a:defRPr sz="1200" b="0" lang="ko-KR">
                <a:solidFill>
                  <a:srgbClr val="195FBD"/>
                </a:solidFill>
                <a:latin typeface="Calibri"/>
                <a:ea typeface="Calibri"/>
                <a:cs typeface="Calibri"/>
              </a:defRPr>
            </a:pPr>
            <a:r>
              <a:rPr sz="1200" b="0" lang="ko-KR">
                <a:solidFill>
                  <a:srgbClr val="195FBD"/>
                </a:solidFill>
                <a:latin typeface="Calibri"/>
                <a:ea typeface="Calibri"/>
                <a:cs typeface="Calibri"/>
              </a:rPr>
              <a:t>3 완료를 read에 반영</a:t>
            </a:r>
            <a:endParaRPr lang="ko-KR">
              <a:latin typeface="Calibri"/>
              <a:ea typeface="Calibri"/>
              <a:cs typeface="Calibri"/>
            </a:endParaRPr>
          </a:p>
        </p:txBody>
      </p:sp>
      <p:sp>
        <p:nvSpPr>
          <p:cNvPr id="187" name="annotation-7">
            <a:extLst>
              <a:ext uri="{FF2B5EF4-FFF2-40B4-BE49-F238E27FC236}">
                <ns2:creationId id="{BDA59793-B025-475A-ABF9-AE9AAAD7A524}"/>
              </a:ext>
            </a:extLst>
          </p:cNvPr>
          <p:cNvSpPr>
            <a:spLocks noGrp="1"/>
          </p:cNvSpPr>
          <p:nvPr/>
        </p:nvSpPr>
        <p:spPr>
          <a:xfrm>
            <a:off x="5895975" y="4919663"/>
            <a:ext cx="589026" cy="205740"/>
          </a:xfrm>
          <a:prstGeom prst="rect">
            <a:avLst/>
          </a:prstGeom>
          <a:solidFill>
            <a:srgbClr val="FFFFFF"/>
          </a:solidFill>
          <a:ln w="0">
            <a:noFill/>
          </a:ln>
        </p:spPr>
        <p:txBody>
          <a:bodyPr wrap="none" lIns="0" tIns="0" rIns="0" bIns="0" anchor="t">
            <a:noAutofit/>
          </a:bodyPr>
          <a:lstStyle>
            <a:defPPr algn="l">
              <a:defRPr sz="1200" b="0" lang="ko-KR">
                <a:solidFill>
                  <a:srgbClr val="195FBD"/>
                </a:solidFill>
                <a:latin typeface="Calibri"/>
                <a:ea typeface="Calibri"/>
                <a:cs typeface="Calibri"/>
              </a:defRPr>
            </a:defPPr>
          </a:lstStyle>
          <a:p>
            <a:pPr algn="l">
              <a:defRPr sz="1200" b="0" lang="ko-KR">
                <a:solidFill>
                  <a:srgbClr val="195FBD"/>
                </a:solidFill>
                <a:latin typeface="Calibri"/>
                <a:ea typeface="Calibri"/>
                <a:cs typeface="Calibri"/>
              </a:defRPr>
            </a:pPr>
            <a:r>
              <a:rPr sz="1200" b="0" lang="ko-KR">
                <a:solidFill>
                  <a:srgbClr val="195FBD"/>
                </a:solidFill>
                <a:latin typeface="Calibri"/>
                <a:ea typeface="Calibri"/>
                <a:cs typeface="Calibri"/>
              </a:rPr>
              <a:t>4 조합</a:t>
            </a:r>
            <a:endParaRPr lang="ko-KR">
              <a:latin typeface="Calibri"/>
              <a:ea typeface="Calibri"/>
              <a:cs typeface="Calibri"/>
            </a:endParaRPr>
          </a:p>
        </p:txBody>
      </p:sp>
      <p:sp>
        <p:nvSpPr>
          <p:cNvPr id="188" name="annotation-8">
            <a:extLst>
              <a:ext uri="{FF2B5EF4-FFF2-40B4-BE49-F238E27FC236}">
                <ns2:creationId id="{A8A6EC69-DD3A-474E-818A-25FFCDC81F86}"/>
              </a:ext>
            </a:extLst>
          </p:cNvPr>
          <p:cNvSpPr>
            <a:spLocks noGrp="1"/>
          </p:cNvSpPr>
          <p:nvPr/>
        </p:nvSpPr>
        <p:spPr>
          <a:xfrm>
            <a:off x="3324225" y="2757488"/>
            <a:ext cx="2426970" cy="205740"/>
          </a:xfrm>
          <a:prstGeom prst="rect">
            <a:avLst/>
          </a:prstGeom>
          <a:solidFill>
            <a:srgbClr val="FFFFFF"/>
          </a:solidFill>
          <a:ln w="0">
            <a:noFill/>
          </a:ln>
        </p:spPr>
        <p:txBody>
          <a:bodyPr wrap="none" lIns="0" tIns="0" rIns="0" bIns="0" anchor="t">
            <a:noAutofit/>
          </a:bodyPr>
          <a:lstStyle>
            <a:defPPr algn="l">
              <a:defRPr sz="1200" b="0" lang="ko-KR">
                <a:solidFill>
                  <a:srgbClr val="195FBD"/>
                </a:solidFill>
                <a:latin typeface="Calibri"/>
                <a:ea typeface="Calibri"/>
                <a:cs typeface="Calibri"/>
              </a:defRPr>
            </a:defPPr>
          </a:lstStyle>
          <a:p>
            <a:pPr algn="l">
              <a:defRPr sz="1200" b="0" lang="ko-KR">
                <a:solidFill>
                  <a:srgbClr val="195FBD"/>
                </a:solidFill>
                <a:latin typeface="Calibri"/>
                <a:ea typeface="Calibri"/>
                <a:cs typeface="Calibri"/>
              </a:defRPr>
            </a:pPr>
            <a:r>
              <a:rPr sz="1200" b="0" lang="ko-KR">
                <a:solidFill>
                  <a:srgbClr val="195FBD"/>
                </a:solidFill>
                <a:latin typeface="Calibri"/>
                <a:ea typeface="Calibri"/>
                <a:cs typeface="Calibri"/>
              </a:rPr>
              <a:t>5 Bundle + 읽은 범위 / 버전</a:t>
            </a:r>
            <a:endParaRPr lang="ko-KR">
              <a:latin typeface="Calibri"/>
              <a:ea typeface="Calibri"/>
              <a:cs typeface="Calibri"/>
            </a:endParaRPr>
          </a:p>
        </p:txBody>
      </p:sp>
      <p:sp>
        <p:nvSpPr>
          <p:cNvPr id="189" name="annotation-9">
            <a:extLst>
              <a:ext uri="{FF2B5EF4-FFF2-40B4-BE49-F238E27FC236}">
                <ns2:creationId id="{BD942FED-B750-4699-B3F8-180961E5FB7B}"/>
              </a:ext>
            </a:extLst>
          </p:cNvPr>
          <p:cNvSpPr>
            <a:spLocks noGrp="1"/>
          </p:cNvSpPr>
          <p:nvPr/>
        </p:nvSpPr>
        <p:spPr>
          <a:xfrm>
            <a:off x="876300" y="6438900"/>
            <a:ext cx="2259330" cy="205740"/>
          </a:xfrm>
          <a:prstGeom prst="rect">
            <a:avLst/>
          </a:prstGeom>
          <a:solidFill>
            <a:srgbClr val="FFFFFF"/>
          </a:solidFill>
          <a:ln w="0">
            <a:noFill/>
          </a:ln>
        </p:spPr>
        <p:txBody>
          <a:bodyPr wrap="none" lIns="0" tIns="0" rIns="0" bIns="0" anchor="t">
            <a:noAutofit/>
          </a:bodyPr>
          <a:lstStyle>
            <a:defPPr algn="l">
              <a:defRPr sz="1200" b="0" lang="ko-KR">
                <a:solidFill>
                  <a:srgbClr val="195FBD"/>
                </a:solidFill>
                <a:latin typeface="Calibri"/>
                <a:ea typeface="Calibri"/>
                <a:cs typeface="Calibri"/>
              </a:defRPr>
            </a:defPPr>
          </a:lstStyle>
          <a:p>
            <a:pPr algn="l">
              <a:defRPr sz="1200" b="0" lang="ko-KR">
                <a:solidFill>
                  <a:srgbClr val="195FBD"/>
                </a:solidFill>
                <a:latin typeface="Calibri"/>
                <a:ea typeface="Calibri"/>
                <a:cs typeface="Calibri"/>
              </a:defRPr>
            </a:pPr>
            <a:r>
              <a:rPr sz="1200" b="0" lang="ko-KR">
                <a:solidFill>
                  <a:srgbClr val="195FBD"/>
                </a:solidFill>
                <a:latin typeface="Calibri"/>
                <a:ea typeface="Calibri"/>
                <a:cs typeface="Calibri"/>
              </a:rPr>
              <a:t>검증한 cache 재사용 / 저장</a:t>
            </a:r>
            <a:endParaRPr lang="ko-KR">
              <a:latin typeface="Calibri"/>
              <a:ea typeface="Calibri"/>
              <a:cs typeface="Calibri"/>
            </a:endParaRPr>
          </a:p>
        </p:txBody>
      </p:sp>
      <p:sp>
        <p:nvSpPr>
          <p:cNvPr id="190" name="annotation-10">
            <a:extLst>
              <a:ext uri="{FF2B5EF4-FFF2-40B4-BE49-F238E27FC236}">
                <ns2:creationId id="{A5049985-07B3-4470-A465-CA4EF2339900}"/>
              </a:ext>
            </a:extLst>
          </p:cNvPr>
          <p:cNvSpPr>
            <a:spLocks noGrp="1"/>
          </p:cNvSpPr>
          <p:nvPr/>
        </p:nvSpPr>
        <p:spPr>
          <a:xfrm>
            <a:off x="3657600" y="6105525"/>
            <a:ext cx="2503551" cy="180023"/>
          </a:xfrm>
          <a:prstGeom prst="rect">
            <a:avLst/>
          </a:prstGeom>
          <a:noFill/>
          <a:ln w="0">
            <a:noFill/>
          </a:ln>
        </p:spPr>
        <p:txBody>
          <a:bodyPr wrap="none" lIns="0" tIns="0" rIns="0" bIns="0" anchor="t">
            <a:noAutofit/>
          </a:bodyPr>
          <a:lstStyle>
            <a:defPPr algn="l">
              <a:defRPr sz="1100" b="0" lang="ko-KR">
                <a:solidFill>
                  <a:srgbClr val="758294"/>
                </a:solidFill>
                <a:latin typeface="Calibri"/>
                <a:ea typeface="Calibri"/>
                <a:cs typeface="Calibri"/>
              </a:defRPr>
            </a:defPPr>
          </a:lstStyle>
          <a:p>
            <a:pPr algn="l">
              <a:defRPr sz="1100" b="0" lang="ko-KR">
                <a:solidFill>
                  <a:srgbClr val="758294"/>
                </a:solidFill>
                <a:latin typeface="Calibri"/>
                <a:ea typeface="Calibri"/>
                <a:cs typeface="Calibri"/>
              </a:defRPr>
            </a:pPr>
            <a:r>
              <a:rPr sz="1100" b="0" lang="ko-KR">
                <a:solidFill>
                  <a:srgbClr val="758294"/>
                </a:solidFill>
                <a:latin typeface="Calibri"/>
                <a:ea typeface="Calibri"/>
                <a:cs typeface="Calibri"/>
              </a:rPr>
              <a:t>S: 입력 이력도 같은 Broker로 읽기</a:t>
            </a:r>
            <a:endParaRPr lang="ko-KR">
              <a:latin typeface="Calibri"/>
              <a:ea typeface="Calibri"/>
              <a:cs typeface="Calibri"/>
            </a:endParaRPr>
          </a:p>
        </p:txBody>
      </p:sp>
      <p:sp>
        <p:nvSpPr>
          <p:cNvPr id="191" name="annotation-11">
            <a:extLst>
              <a:ext uri="{FF2B5EF4-FFF2-40B4-BE49-F238E27FC236}">
                <ns2:creationId id="{7F7FC376-E071-42B1-979B-F13D5D9C4C14}"/>
              </a:ext>
            </a:extLst>
          </p:cNvPr>
          <p:cNvSpPr>
            <a:spLocks noGrp="1"/>
          </p:cNvSpPr>
          <p:nvPr/>
        </p:nvSpPr>
        <p:spPr>
          <a:xfrm>
            <a:off x="800100" y="8001000"/>
            <a:ext cx="4844034" cy="205740"/>
          </a:xfrm>
          <a:prstGeom prst="rect">
            <a:avLst/>
          </a:prstGeom>
          <a:noFill/>
          <a:ln w="0">
            <a:noFill/>
          </a:ln>
        </p:spPr>
        <p:txBody>
          <a:bodyPr wrap="none" lIns="0" tIns="0" rIns="0" bIns="0" anchor="t">
            <a:noAutofit/>
          </a:bodyPr>
          <a:lstStyle>
            <a:defPPr algn="l">
              <a:defRPr sz="1200" b="1" lang="ko-KR">
                <a:solidFill>
                  <a:srgbClr val="000000"/>
                </a:solidFill>
                <a:latin typeface="Calibri"/>
                <a:ea typeface="Calibri"/>
                <a:cs typeface="Calibri"/>
              </a:defRPr>
            </a:defP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누락은 이번 read에서 해결. 반복 요청은 cache를 재사용한다.</a:t>
            </a:r>
            <a:endParaRPr lang="ko-KR">
              <a:latin typeface="Calibri"/>
              <a:ea typeface="Calibri"/>
              <a:cs typeface="Calibri"/>
            </a:endParaRPr>
          </a:p>
        </p:txBody>
      </p:sp>
      <p:sp>
        <p:nvSpPr>
          <p:cNvPr id="192" name="annotation-12">
            <a:extLst>
              <a:ext uri="{FF2B5EF4-FFF2-40B4-BE49-F238E27FC236}">
                <ns2:creationId id="{2223AF23-A329-48E2-A382-8A3F02272DC2}"/>
              </a:ext>
            </a:extLst>
          </p:cNvPr>
          <p:cNvSpPr>
            <a:spLocks noGrp="1"/>
          </p:cNvSpPr>
          <p:nvPr/>
        </p:nvSpPr>
        <p:spPr>
          <a:xfrm>
            <a:off x="419100" y="9725025"/>
            <a:ext cx="1436751" cy="180023"/>
          </a:xfrm>
          <a:prstGeom prst="rect">
            <a:avLst/>
          </a:prstGeom>
          <a:noFill/>
          <a:ln w="0">
            <a:noFill/>
          </a:ln>
        </p:spPr>
        <p:txBody>
          <a:bodyPr wrap="none" lIns="0" tIns="0" rIns="0" bIns="0" anchor="t">
            <a:noAutofit/>
          </a:bodyPr>
          <a:lstStyle>
            <a:defPPr algn="l">
              <a:defRPr sz="1100" b="0" lang="ko-KR">
                <a:solidFill>
                  <a:srgbClr val="758294"/>
                </a:solidFill>
                <a:latin typeface="Calibri"/>
                <a:ea typeface="Calibri"/>
                <a:cs typeface="Calibri"/>
              </a:defRPr>
            </a:defPPr>
          </a:lstStyle>
          <a:p>
            <a:pPr algn="l">
              <a:defRPr sz="1100" b="0" lang="ko-KR">
                <a:solidFill>
                  <a:srgbClr val="758294"/>
                </a:solidFill>
                <a:latin typeface="Calibri"/>
                <a:ea typeface="Calibri"/>
                <a:cs typeface="Calibri"/>
              </a:defRPr>
            </a:pPr>
            <a:r>
              <a:rPr sz="1100" b="0" lang="ko-KR">
                <a:solidFill>
                  <a:srgbClr val="758294"/>
                </a:solidFill>
                <a:latin typeface="Calibri"/>
                <a:ea typeface="Calibri"/>
                <a:cs typeface="Calibri"/>
              </a:rPr>
              <a:t>M  cloud 의미 API</a:t>
            </a:r>
            <a:endParaRPr lang="ko-KR">
              <a:latin typeface="Calibri"/>
              <a:ea typeface="Calibri"/>
              <a:cs typeface="Calibri"/>
            </a:endParaRPr>
          </a:p>
        </p:txBody>
      </p:sp>
      <p:sp>
        <p:nvSpPr>
          <p:cNvPr id="193" name="annotation-13">
            <a:extLst>
              <a:ext uri="{FF2B5EF4-FFF2-40B4-BE49-F238E27FC236}">
                <ns2:creationId id="{3EA7A95B-8BBD-4A3D-9D18-E4E820C80559}"/>
              </a:ext>
            </a:extLst>
          </p:cNvPr>
          <p:cNvSpPr>
            <a:spLocks noGrp="1"/>
          </p:cNvSpPr>
          <p:nvPr/>
        </p:nvSpPr>
        <p:spPr>
          <a:xfrm>
            <a:off x="3467100" y="9725025"/>
            <a:ext cx="2172843" cy="180023"/>
          </a:xfrm>
          <a:prstGeom prst="rect">
            <a:avLst/>
          </a:prstGeom>
          <a:noFill/>
          <a:ln w="0">
            <a:noFill/>
          </a:ln>
        </p:spPr>
        <p:txBody>
          <a:bodyPr wrap="none" lIns="0" tIns="0" rIns="0" bIns="0" anchor="t">
            <a:noAutofit/>
          </a:bodyPr>
          <a:lstStyle>
            <a:defPPr algn="l">
              <a:defRPr sz="1100" b="0" lang="ko-KR">
                <a:solidFill>
                  <a:srgbClr val="758294"/>
                </a:solidFill>
                <a:latin typeface="Calibri"/>
                <a:ea typeface="Calibri"/>
                <a:cs typeface="Calibri"/>
              </a:defRPr>
            </a:defPPr>
          </a:lstStyle>
          <a:p>
            <a:pPr algn="l">
              <a:defRPr sz="1100" b="0" lang="ko-KR">
                <a:solidFill>
                  <a:srgbClr val="758294"/>
                </a:solidFill>
                <a:latin typeface="Calibri"/>
                <a:ea typeface="Calibri"/>
                <a:cs typeface="Calibri"/>
              </a:defRPr>
            </a:pPr>
            <a:r>
              <a:rPr sz="1100" b="0" lang="ko-KR">
                <a:solidFill>
                  <a:srgbClr val="758294"/>
                </a:solidFill>
                <a:latin typeface="Calibri"/>
                <a:ea typeface="Calibri"/>
                <a:cs typeface="Calibri"/>
              </a:rPr>
              <a:t>S  입력 이력 / 현재 의미 채택</a:t>
            </a:r>
            <a:endParaRPr lang="ko-KR">
              <a:latin typeface="Calibri"/>
              <a:ea typeface="Calibri"/>
              <a:cs typeface="Calibri"/>
            </a:endParaRPr>
          </a:p>
        </p:txBody>
      </p:sp>
      <p:sp>
        <p:nvSpPr>
          <p:cNvPr id="194" name="annotation-14">
            <a:extLst>
              <a:ext uri="{FF2B5EF4-FFF2-40B4-BE49-F238E27FC236}">
                <ns2:creationId id="{AFD53C3B-E2A7-4705-94C2-FF901F94022D}"/>
              </a:ext>
            </a:extLst>
          </p:cNvPr>
          <p:cNvSpPr>
            <a:spLocks noGrp="1"/>
          </p:cNvSpPr>
          <p:nvPr/>
        </p:nvSpPr>
        <p:spPr>
          <a:xfrm>
            <a:off x="6324600" y="9725025"/>
            <a:ext cx="1658112" cy="180023"/>
          </a:xfrm>
          <a:prstGeom prst="rect">
            <a:avLst/>
          </a:prstGeom>
          <a:noFill/>
          <a:ln w="0">
            <a:noFill/>
          </a:ln>
        </p:spPr>
        <p:txBody>
          <a:bodyPr wrap="none" lIns="0" tIns="0" rIns="0" bIns="0" anchor="t">
            <a:noAutofit/>
          </a:bodyPr>
          <a:lstStyle>
            <a:defPPr algn="l">
              <a:defRPr sz="1100" b="0" lang="ko-KR">
                <a:solidFill>
                  <a:srgbClr val="758294"/>
                </a:solidFill>
                <a:latin typeface="Calibri"/>
                <a:ea typeface="Calibri"/>
                <a:cs typeface="Calibri"/>
              </a:defRPr>
            </a:defPPr>
          </a:lstStyle>
          <a:p>
            <a:pPr algn="l">
              <a:defRPr sz="1100" b="0" lang="ko-KR">
                <a:solidFill>
                  <a:srgbClr val="758294"/>
                </a:solidFill>
                <a:latin typeface="Calibri"/>
                <a:ea typeface="Calibri"/>
                <a:cs typeface="Calibri"/>
              </a:defRPr>
            </a:pPr>
            <a:r>
              <a:rPr sz="1100" b="0" lang="ko-KR">
                <a:solidFill>
                  <a:srgbClr val="758294"/>
                </a:solidFill>
                <a:latin typeface="Calibri"/>
                <a:ea typeface="Calibri"/>
                <a:cs typeface="Calibri"/>
              </a:rPr>
              <a:t>U  철회 이후 사용 차단</a:t>
            </a:r>
            <a:endParaRPr lang="ko-KR">
              <a:latin typeface="Calibri"/>
              <a:ea typeface="Calibri"/>
              <a:cs typeface="Calibri"/>
            </a:endParaRPr>
          </a:p>
        </p:txBody>
      </p:sp>
      <p:sp>
        <p:nvSpPr>
          <p:cNvPr id="195" name="annotation-15">
            <a:extLst>
              <a:ext uri="{FF2B5EF4-FFF2-40B4-BE49-F238E27FC236}">
                <ns2:creationId id="{DDE5A66A-FC34-4DD4-A7A6-D80896910C8E}"/>
              </a:ext>
            </a:extLst>
          </p:cNvPr>
          <p:cNvSpPr>
            <a:spLocks noGrp="1"/>
          </p:cNvSpPr>
          <p:nvPr/>
        </p:nvSpPr>
        <p:spPr>
          <a:xfrm>
            <a:off x="9448800" y="1066800"/>
            <a:ext cx="3830574" cy="308610"/>
          </a:xfrm>
          <a:prstGeom prst="rect">
            <a:avLst/>
          </a:prstGeom>
          <a:noFill/>
          <a:ln w="0">
            <a:noFill/>
          </a:ln>
        </p:spPr>
        <p:txBody>
          <a:bodyPr wrap="none" lIns="0" tIns="0" rIns="0" bIns="0" anchor="t">
            <a:noAutofit/>
          </a:bodyPr>
          <a:lstStyle>
            <a:defPPr algn="l">
              <a:defRPr sz="1800" b="1" lang="ko-KR">
                <a:solidFill>
                  <a:srgbClr val="000000"/>
                </a:solidFill>
                <a:latin typeface="Calibri"/>
                <a:ea typeface="Calibri"/>
                <a:cs typeface="Calibri"/>
              </a:defRPr>
            </a:defPPr>
          </a:lstStyle>
          <a:p>
            <a:pPr algn="l">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B  별도 관계 생산과 게시본 조회</a:t>
            </a:r>
            <a:endParaRPr lang="ko-KR">
              <a:latin typeface="Calibri"/>
              <a:ea typeface="Calibri"/>
              <a:cs typeface="Calibri"/>
            </a:endParaRPr>
          </a:p>
        </p:txBody>
      </p:sp>
      <p:sp>
        <p:nvSpPr>
          <p:cNvPr id="196" name="annotation-16">
            <a:extLst>
              <a:ext uri="{FF2B5EF4-FFF2-40B4-BE49-F238E27FC236}">
                <ns2:creationId id="{30045885-1DAB-4235-9C0F-BF6CC6DA2FBD}"/>
              </a:ext>
            </a:extLst>
          </p:cNvPr>
          <p:cNvSpPr>
            <a:spLocks noGrp="1"/>
          </p:cNvSpPr>
          <p:nvPr/>
        </p:nvSpPr>
        <p:spPr>
          <a:xfrm>
            <a:off x="11353800" y="2457450"/>
            <a:ext cx="2984754" cy="205740"/>
          </a:xfrm>
          <a:prstGeom prst="rect">
            <a:avLst/>
          </a:prstGeom>
          <a:solidFill>
            <a:srgbClr val="FFFFFF"/>
          </a:solidFill>
          <a:ln w="0">
            <a:noFill/>
          </a:ln>
        </p:spPr>
        <p:txBody>
          <a:bodyPr wrap="none" lIns="0" tIns="0" rIns="0" bIns="0" anchor="t">
            <a:noAutofit/>
          </a:bodyPr>
          <a:lstStyle>
            <a:defPPr algn="l">
              <a:defRPr sz="1200" b="0" lang="ko-KR">
                <a:solidFill>
                  <a:srgbClr val="195FBD"/>
                </a:solidFill>
                <a:latin typeface="Calibri"/>
                <a:ea typeface="Calibri"/>
                <a:cs typeface="Calibri"/>
              </a:defRPr>
            </a:defPPr>
          </a:lstStyle>
          <a:p>
            <a:pPr algn="l">
              <a:defRPr sz="1200" b="0" lang="ko-KR">
                <a:solidFill>
                  <a:srgbClr val="195FBD"/>
                </a:solidFill>
                <a:latin typeface="Calibri"/>
                <a:ea typeface="Calibri"/>
                <a:cs typeface="Calibri"/>
              </a:defRPr>
            </a:pPr>
            <a:r>
              <a:rPr sz="1200" b="0" lang="ko-KR">
                <a:solidFill>
                  <a:srgbClr val="195FBD"/>
                </a:solidFill>
                <a:latin typeface="Calibri"/>
                <a:ea typeface="Calibri"/>
                <a:cs typeface="Calibri"/>
              </a:rPr>
              <a:t>1 원본 변경 또는 지원 범위 생산 요청</a:t>
            </a:r>
            <a:endParaRPr lang="ko-KR">
              <a:latin typeface="Calibri"/>
              <a:ea typeface="Calibri"/>
              <a:cs typeface="Calibri"/>
            </a:endParaRPr>
          </a:p>
        </p:txBody>
      </p:sp>
      <p:sp>
        <p:nvSpPr>
          <p:cNvPr id="197" name="annotation-17">
            <a:extLst>
              <a:ext uri="{FF2B5EF4-FFF2-40B4-BE49-F238E27FC236}">
                <ns2:creationId id="{4D6BE8E1-E2B0-422E-9FD2-CA29312BC67B}"/>
              </a:ext>
            </a:extLst>
          </p:cNvPr>
          <p:cNvSpPr>
            <a:spLocks noGrp="1"/>
          </p:cNvSpPr>
          <p:nvPr/>
        </p:nvSpPr>
        <p:spPr>
          <a:xfrm>
            <a:off x="15059025" y="3609975"/>
            <a:ext cx="589026" cy="205740"/>
          </a:xfrm>
          <a:prstGeom prst="rect">
            <a:avLst/>
          </a:prstGeom>
          <a:solidFill>
            <a:srgbClr val="FFFFFF"/>
          </a:solidFill>
          <a:ln w="0">
            <a:noFill/>
          </a:ln>
        </p:spPr>
        <p:txBody>
          <a:bodyPr wrap="none" lIns="0" tIns="0" rIns="0" bIns="0" anchor="t">
            <a:noAutofit/>
          </a:bodyPr>
          <a:lstStyle>
            <a:defPPr algn="l">
              <a:defRPr sz="1200" b="0" lang="ko-KR">
                <a:solidFill>
                  <a:srgbClr val="195FBD"/>
                </a:solidFill>
                <a:latin typeface="Calibri"/>
                <a:ea typeface="Calibri"/>
                <a:cs typeface="Calibri"/>
              </a:defRPr>
            </a:defPPr>
          </a:lstStyle>
          <a:p>
            <a:pPr algn="l">
              <a:defRPr sz="1200" b="0" lang="ko-KR">
                <a:solidFill>
                  <a:srgbClr val="195FBD"/>
                </a:solidFill>
                <a:latin typeface="Calibri"/>
                <a:ea typeface="Calibri"/>
                <a:cs typeface="Calibri"/>
              </a:defRPr>
            </a:pPr>
            <a:r>
              <a:rPr sz="1200" b="0" lang="ko-KR">
                <a:solidFill>
                  <a:srgbClr val="195FBD"/>
                </a:solidFill>
                <a:latin typeface="Calibri"/>
                <a:ea typeface="Calibri"/>
                <a:cs typeface="Calibri"/>
              </a:rPr>
              <a:t>2 생산</a:t>
            </a:r>
            <a:endParaRPr lang="ko-KR">
              <a:latin typeface="Calibri"/>
              <a:ea typeface="Calibri"/>
              <a:cs typeface="Calibri"/>
            </a:endParaRPr>
          </a:p>
        </p:txBody>
      </p:sp>
      <p:sp>
        <p:nvSpPr>
          <p:cNvPr id="198" name="annotation-18">
            <a:extLst>
              <a:ext uri="{FF2B5EF4-FFF2-40B4-BE49-F238E27FC236}">
                <ns2:creationId id="{D506F027-ACED-4E74-92CC-D4527761FB7F}"/>
              </a:ext>
            </a:extLst>
          </p:cNvPr>
          <p:cNvSpPr>
            <a:spLocks noGrp="1"/>
          </p:cNvSpPr>
          <p:nvPr/>
        </p:nvSpPr>
        <p:spPr>
          <a:xfrm>
            <a:off x="15049500" y="4705350"/>
            <a:ext cx="589026" cy="205740"/>
          </a:xfrm>
          <a:prstGeom prst="rect">
            <a:avLst/>
          </a:prstGeom>
          <a:solidFill>
            <a:srgbClr val="FFFFFF"/>
          </a:solidFill>
          <a:ln w="0">
            <a:noFill/>
          </a:ln>
        </p:spPr>
        <p:txBody>
          <a:bodyPr wrap="none" lIns="0" tIns="0" rIns="0" bIns="0" anchor="t">
            <a:noAutofit/>
          </a:bodyPr>
          <a:lstStyle>
            <a:defPPr algn="l">
              <a:defRPr sz="1200" b="0" lang="ko-KR">
                <a:solidFill>
                  <a:srgbClr val="195FBD"/>
                </a:solidFill>
                <a:latin typeface="Calibri"/>
                <a:ea typeface="Calibri"/>
                <a:cs typeface="Calibri"/>
              </a:defRPr>
            </a:defPPr>
          </a:lstStyle>
          <a:p>
            <a:pPr algn="l">
              <a:defRPr sz="1200" b="0" lang="ko-KR">
                <a:solidFill>
                  <a:srgbClr val="195FBD"/>
                </a:solidFill>
                <a:latin typeface="Calibri"/>
                <a:ea typeface="Calibri"/>
                <a:cs typeface="Calibri"/>
              </a:defRPr>
            </a:pPr>
            <a:r>
              <a:rPr sz="1200" b="0" lang="ko-KR">
                <a:solidFill>
                  <a:srgbClr val="195FBD"/>
                </a:solidFill>
                <a:latin typeface="Calibri"/>
                <a:ea typeface="Calibri"/>
                <a:cs typeface="Calibri"/>
              </a:rPr>
              <a:t>3 검증</a:t>
            </a:r>
            <a:endParaRPr lang="ko-KR">
              <a:latin typeface="Calibri"/>
              <a:ea typeface="Calibri"/>
              <a:cs typeface="Calibri"/>
            </a:endParaRPr>
          </a:p>
        </p:txBody>
      </p:sp>
      <p:sp>
        <p:nvSpPr>
          <p:cNvPr id="199" name="annotation-19">
            <a:extLst>
              <a:ext uri="{FF2B5EF4-FFF2-40B4-BE49-F238E27FC236}">
                <ns2:creationId id="{EF78E60B-C379-4FAC-8171-185DCD6B1E1F}"/>
              </a:ext>
            </a:extLst>
          </p:cNvPr>
          <p:cNvSpPr>
            <a:spLocks noGrp="1"/>
          </p:cNvSpPr>
          <p:nvPr/>
        </p:nvSpPr>
        <p:spPr>
          <a:xfrm>
            <a:off x="15878175" y="5514975"/>
            <a:ext cx="2390394" cy="205740"/>
          </a:xfrm>
          <a:prstGeom prst="rect">
            <a:avLst/>
          </a:prstGeom>
          <a:solidFill>
            <a:srgbClr val="FFFFFF"/>
          </a:solidFill>
          <a:ln w="0">
            <a:noFill/>
          </a:ln>
        </p:spPr>
        <p:txBody>
          <a:bodyPr wrap="none" lIns="0" tIns="0" rIns="0" bIns="0" anchor="t">
            <a:noAutofit/>
          </a:bodyPr>
          <a:lstStyle>
            <a:defPPr algn="l">
              <a:defRPr sz="1200" b="0" lang="ko-KR">
                <a:solidFill>
                  <a:srgbClr val="195FBD"/>
                </a:solidFill>
                <a:latin typeface="Calibri"/>
                <a:ea typeface="Calibri"/>
                <a:cs typeface="Calibri"/>
              </a:defRPr>
            </a:defPPr>
          </a:lstStyle>
          <a:p>
            <a:pPr algn="l">
              <a:defRPr sz="1200" b="0" lang="ko-KR">
                <a:solidFill>
                  <a:srgbClr val="195FBD"/>
                </a:solidFill>
                <a:latin typeface="Calibri"/>
                <a:ea typeface="Calibri"/>
                <a:cs typeface="Calibri"/>
              </a:defRPr>
            </a:pPr>
            <a:r>
              <a:rPr sz="1200" b="0" lang="ko-KR">
                <a:solidFill>
                  <a:srgbClr val="195FBD"/>
                </a:solidFill>
                <a:latin typeface="Calibri"/>
                <a:ea typeface="Calibri"/>
                <a:cs typeface="Calibri"/>
              </a:rPr>
              <a:t>4 관계와 Coverage 함께 게시</a:t>
            </a:r>
            <a:endParaRPr lang="ko-KR">
              <a:latin typeface="Calibri"/>
              <a:ea typeface="Calibri"/>
              <a:cs typeface="Calibri"/>
            </a:endParaRPr>
          </a:p>
        </p:txBody>
      </p:sp>
      <p:sp>
        <p:nvSpPr>
          <p:cNvPr id="200" name="annotation-20">
            <a:extLst>
              <a:ext uri="{FF2B5EF4-FFF2-40B4-BE49-F238E27FC236}">
                <ns2:creationId id="{9AFD4F61-BA05-4A57-917C-82D2AD2B1BA2}"/>
              </a:ext>
            </a:extLst>
          </p:cNvPr>
          <p:cNvSpPr>
            <a:spLocks noGrp="1"/>
          </p:cNvSpPr>
          <p:nvPr/>
        </p:nvSpPr>
        <p:spPr>
          <a:xfrm>
            <a:off x="9610725" y="7372350"/>
            <a:ext cx="189738" cy="205740"/>
          </a:xfrm>
          <a:prstGeom prst="rect">
            <a:avLst/>
          </a:prstGeom>
          <a:solidFill>
            <a:srgbClr val="FFFFFF"/>
          </a:solidFill>
          <a:ln w="0">
            <a:noFill/>
          </a:ln>
        </p:spPr>
        <p:txBody>
          <a:bodyPr wrap="none" lIns="0" tIns="0" rIns="0" bIns="0" anchor="t">
            <a:noAutofit/>
          </a:bodyPr>
          <a:lstStyle>
            <a:defPPr algn="l">
              <a:defRPr sz="1200" b="0" lang="ko-KR">
                <a:solidFill>
                  <a:srgbClr val="195FBD"/>
                </a:solidFill>
                <a:latin typeface="Calibri"/>
                <a:ea typeface="Calibri"/>
                <a:cs typeface="Calibri"/>
              </a:defRPr>
            </a:defPPr>
          </a:lstStyle>
          <a:p>
            <a:pPr algn="l">
              <a:defRPr sz="1200" b="0" lang="ko-KR">
                <a:solidFill>
                  <a:srgbClr val="195FBD"/>
                </a:solidFill>
                <a:latin typeface="Calibri"/>
                <a:ea typeface="Calibri"/>
                <a:cs typeface="Calibri"/>
              </a:defRPr>
            </a:pPr>
            <a:r>
              <a:rPr sz="1200" b="0" lang="ko-KR">
                <a:solidFill>
                  <a:srgbClr val="195FBD"/>
                </a:solidFill>
                <a:latin typeface="Calibri"/>
                <a:ea typeface="Calibri"/>
                <a:cs typeface="Calibri"/>
              </a:rPr>
              <a:t>5</a:t>
            </a:r>
            <a:endParaRPr lang="ko-KR">
              <a:latin typeface="Calibri"/>
              <a:ea typeface="Calibri"/>
              <a:cs typeface="Calibri"/>
            </a:endParaRPr>
          </a:p>
        </p:txBody>
      </p:sp>
      <p:sp>
        <p:nvSpPr>
          <p:cNvPr id="201" name="annotation-21">
            <a:extLst>
              <a:ext uri="{FF2B5EF4-FFF2-40B4-BE49-F238E27FC236}">
                <ns2:creationId id="{ECF028C0-8D6C-449B-B3BF-48417FD9F8EE}"/>
              </a:ext>
            </a:extLst>
          </p:cNvPr>
          <p:cNvSpPr>
            <a:spLocks noGrp="1"/>
          </p:cNvSpPr>
          <p:nvPr/>
        </p:nvSpPr>
        <p:spPr>
          <a:xfrm>
            <a:off x="12211050" y="7439025"/>
            <a:ext cx="589026" cy="205740"/>
          </a:xfrm>
          <a:prstGeom prst="rect">
            <a:avLst/>
          </a:prstGeom>
          <a:solidFill>
            <a:srgbClr val="FFFFFF"/>
          </a:solidFill>
          <a:ln w="0">
            <a:noFill/>
          </a:ln>
        </p:spPr>
        <p:txBody>
          <a:bodyPr wrap="none" lIns="0" tIns="0" rIns="0" bIns="0" anchor="t">
            <a:noAutofit/>
          </a:bodyPr>
          <a:lstStyle>
            <a:defPPr algn="l">
              <a:defRPr sz="1200" b="0" lang="ko-KR">
                <a:solidFill>
                  <a:srgbClr val="195FBD"/>
                </a:solidFill>
                <a:latin typeface="Calibri"/>
                <a:ea typeface="Calibri"/>
                <a:cs typeface="Calibri"/>
              </a:defRPr>
            </a:defPPr>
          </a:lstStyle>
          <a:p>
            <a:pPr algn="l">
              <a:defRPr sz="1200" b="0" lang="ko-KR">
                <a:solidFill>
                  <a:srgbClr val="195FBD"/>
                </a:solidFill>
                <a:latin typeface="Calibri"/>
                <a:ea typeface="Calibri"/>
                <a:cs typeface="Calibri"/>
              </a:defRPr>
            </a:pPr>
            <a:r>
              <a:rPr sz="1200" b="0" lang="ko-KR">
                <a:solidFill>
                  <a:srgbClr val="195FBD"/>
                </a:solidFill>
                <a:latin typeface="Calibri"/>
                <a:ea typeface="Calibri"/>
                <a:cs typeface="Calibri"/>
              </a:rPr>
              <a:t>6 조회</a:t>
            </a:r>
            <a:endParaRPr lang="ko-KR">
              <a:latin typeface="Calibri"/>
              <a:ea typeface="Calibri"/>
              <a:cs typeface="Calibri"/>
            </a:endParaRPr>
          </a:p>
        </p:txBody>
      </p:sp>
      <p:sp>
        <p:nvSpPr>
          <p:cNvPr id="202" name="annotation-22">
            <a:extLst>
              <a:ext uri="{FF2B5EF4-FFF2-40B4-BE49-F238E27FC236}">
                <ns2:creationId id="{EBA3C816-36EA-4CED-96EE-65A2B312E6CD}"/>
              </a:ext>
            </a:extLst>
          </p:cNvPr>
          <p:cNvSpPr>
            <a:spLocks noGrp="1"/>
          </p:cNvSpPr>
          <p:nvPr/>
        </p:nvSpPr>
        <p:spPr>
          <a:xfrm>
            <a:off x="15068550" y="7439025"/>
            <a:ext cx="589026" cy="205740"/>
          </a:xfrm>
          <a:prstGeom prst="rect">
            <a:avLst/>
          </a:prstGeom>
          <a:solidFill>
            <a:srgbClr val="FFFFFF"/>
          </a:solidFill>
          <a:ln w="0">
            <a:noFill/>
          </a:ln>
        </p:spPr>
        <p:txBody>
          <a:bodyPr wrap="none" lIns="0" tIns="0" rIns="0" bIns="0" anchor="t">
            <a:noAutofit/>
          </a:bodyPr>
          <a:lstStyle>
            <a:defPPr algn="l">
              <a:defRPr sz="1200" b="0" lang="ko-KR">
                <a:solidFill>
                  <a:srgbClr val="195FBD"/>
                </a:solidFill>
                <a:latin typeface="Calibri"/>
                <a:ea typeface="Calibri"/>
                <a:cs typeface="Calibri"/>
              </a:defRPr>
            </a:defPPr>
          </a:lstStyle>
          <a:p>
            <a:pPr algn="l">
              <a:defRPr sz="1200" b="0" lang="ko-KR">
                <a:solidFill>
                  <a:srgbClr val="195FBD"/>
                </a:solidFill>
                <a:latin typeface="Calibri"/>
                <a:ea typeface="Calibri"/>
                <a:cs typeface="Calibri"/>
              </a:defRPr>
            </a:pPr>
            <a:r>
              <a:rPr sz="1200" b="0" lang="ko-KR">
                <a:solidFill>
                  <a:srgbClr val="195FBD"/>
                </a:solidFill>
                <a:latin typeface="Calibri"/>
                <a:ea typeface="Calibri"/>
                <a:cs typeface="Calibri"/>
              </a:rPr>
              <a:t>7 확인</a:t>
            </a:r>
            <a:endParaRPr lang="ko-KR">
              <a:latin typeface="Calibri"/>
              <a:ea typeface="Calibri"/>
              <a:cs typeface="Calibri"/>
            </a:endParaRPr>
          </a:p>
        </p:txBody>
      </p:sp>
      <p:sp>
        <p:nvSpPr>
          <p:cNvPr id="203" name="annotation-23">
            <a:extLst>
              <a:ext uri="{FF2B5EF4-FFF2-40B4-BE49-F238E27FC236}">
                <ns2:creationId id="{E50B1BD3-7FB7-498A-8F45-20E2339C2D40}"/>
              </a:ext>
            </a:extLst>
          </p:cNvPr>
          <p:cNvSpPr>
            <a:spLocks noGrp="1"/>
          </p:cNvSpPr>
          <p:nvPr/>
        </p:nvSpPr>
        <p:spPr>
          <a:xfrm>
            <a:off x="9829800" y="8467725"/>
            <a:ext cx="2426970" cy="205740"/>
          </a:xfrm>
          <a:prstGeom prst="rect">
            <a:avLst/>
          </a:prstGeom>
          <a:solidFill>
            <a:srgbClr val="FFFFFF"/>
          </a:solidFill>
          <a:ln w="0">
            <a:noFill/>
          </a:ln>
        </p:spPr>
        <p:txBody>
          <a:bodyPr wrap="none" lIns="0" tIns="0" rIns="0" bIns="0" anchor="t">
            <a:noAutofit/>
          </a:bodyPr>
          <a:lstStyle>
            <a:defPPr algn="l">
              <a:defRPr sz="1200" b="0" lang="ko-KR">
                <a:solidFill>
                  <a:srgbClr val="195FBD"/>
                </a:solidFill>
                <a:latin typeface="Calibri"/>
                <a:ea typeface="Calibri"/>
                <a:cs typeface="Calibri"/>
              </a:defRPr>
            </a:defPPr>
          </a:lstStyle>
          <a:p>
            <a:pPr algn="l">
              <a:defRPr sz="1200" b="0" lang="ko-KR">
                <a:solidFill>
                  <a:srgbClr val="195FBD"/>
                </a:solidFill>
                <a:latin typeface="Calibri"/>
                <a:ea typeface="Calibri"/>
                <a:cs typeface="Calibri"/>
              </a:defRPr>
            </a:pPr>
            <a:r>
              <a:rPr sz="1200" b="0" lang="ko-KR">
                <a:solidFill>
                  <a:srgbClr val="195FBD"/>
                </a:solidFill>
                <a:latin typeface="Calibri"/>
                <a:ea typeface="Calibri"/>
                <a:cs typeface="Calibri"/>
              </a:rPr>
              <a:t>8 Bundle + 읽은 범위 / 버전</a:t>
            </a:r>
            <a:endParaRPr lang="ko-KR">
              <a:latin typeface="Calibri"/>
              <a:ea typeface="Calibri"/>
              <a:cs typeface="Calibri"/>
            </a:endParaRPr>
          </a:p>
        </p:txBody>
      </p:sp>
      <p:sp>
        <p:nvSpPr>
          <p:cNvPr id="204" name="annotation-24">
            <a:extLst>
              <a:ext uri="{FF2B5EF4-FFF2-40B4-BE49-F238E27FC236}">
                <ns2:creationId id="{FF58C87B-AD21-49C2-BC4E-096DFD070749}"/>
              </a:ext>
            </a:extLst>
          </p:cNvPr>
          <p:cNvSpPr>
            <a:spLocks noGrp="1"/>
          </p:cNvSpPr>
          <p:nvPr/>
        </p:nvSpPr>
        <p:spPr>
          <a:xfrm>
            <a:off x="9953625" y="6657975"/>
            <a:ext cx="1844802" cy="205740"/>
          </a:xfrm>
          <a:prstGeom prst="rect">
            <a:avLst/>
          </a:prstGeom>
          <a:solidFill>
            <a:srgbClr val="FFFFFF"/>
          </a:solidFill>
          <a:ln w="0">
            <a:noFill/>
          </a:ln>
        </p:spPr>
        <p:txBody>
          <a:bodyPr wrap="none" lIns="0" tIns="0" rIns="0" bIns="0" anchor="t">
            <a:noAutofit/>
          </a:bodyPr>
          <a:lstStyle>
            <a:defPPr algn="l">
              <a:defRPr sz="1200" b="0" lang="ko-KR">
                <a:solidFill>
                  <a:srgbClr val="195FBD"/>
                </a:solidFill>
                <a:latin typeface="Calibri"/>
                <a:ea typeface="Calibri"/>
                <a:cs typeface="Calibri"/>
              </a:defRPr>
            </a:defPPr>
          </a:lstStyle>
          <a:p>
            <a:pPr algn="l">
              <a:defRPr sz="1200" b="0" lang="ko-KR">
                <a:solidFill>
                  <a:srgbClr val="195FBD"/>
                </a:solidFill>
                <a:latin typeface="Calibri"/>
                <a:ea typeface="Calibri"/>
                <a:cs typeface="Calibri"/>
              </a:defRPr>
            </a:pPr>
            <a:r>
              <a:rPr sz="1200" b="0" lang="ko-KR">
                <a:solidFill>
                  <a:srgbClr val="195FBD"/>
                </a:solidFill>
                <a:latin typeface="Calibri"/>
                <a:ea typeface="Calibri"/>
                <a:cs typeface="Calibri"/>
              </a:rPr>
              <a:t>9 미생산이면 대기 등록</a:t>
            </a:r>
            <a:endParaRPr lang="ko-KR">
              <a:latin typeface="Calibri"/>
              <a:ea typeface="Calibri"/>
              <a:cs typeface="Calibri"/>
            </a:endParaRPr>
          </a:p>
        </p:txBody>
      </p:sp>
      <p:sp>
        <p:nvSpPr>
          <p:cNvPr id="205" name="annotation-25">
            <a:extLst>
              <a:ext uri="{FF2B5EF4-FFF2-40B4-BE49-F238E27FC236}">
                <ns2:creationId id="{7FCBF0E0-0876-4C1B-B0E9-325FAC33E2C8}"/>
              </a:ext>
            </a:extLst>
          </p:cNvPr>
          <p:cNvSpPr>
            <a:spLocks noGrp="1"/>
          </p:cNvSpPr>
          <p:nvPr/>
        </p:nvSpPr>
        <p:spPr>
          <a:xfrm>
            <a:off x="12801600" y="6677025"/>
            <a:ext cx="3055620" cy="180023"/>
          </a:xfrm>
          <a:prstGeom prst="rect">
            <a:avLst/>
          </a:prstGeom>
          <a:solidFill>
            <a:srgbClr val="FFFFFF"/>
          </a:solidFill>
          <a:ln w="0">
            <a:noFill/>
          </a:ln>
        </p:spPr>
        <p:txBody>
          <a:bodyPr wrap="none" lIns="0" tIns="0" rIns="0" bIns="0" anchor="t">
            <a:noAutofit/>
          </a:bodyPr>
          <a:lstStyle>
            <a:defPPr algn="l">
              <a:defRPr sz="1100" b="0" lang="ko-KR">
                <a:solidFill>
                  <a:srgbClr val="195FBD"/>
                </a:solidFill>
                <a:latin typeface="Calibri"/>
                <a:ea typeface="Calibri"/>
                <a:cs typeface="Calibri"/>
              </a:defRPr>
            </a:defPPr>
          </a:lstStyle>
          <a:p>
            <a:pPr algn="l">
              <a:defRPr sz="1100" b="0" lang="ko-KR">
                <a:solidFill>
                  <a:srgbClr val="195FBD"/>
                </a:solidFill>
                <a:latin typeface="Calibri"/>
                <a:ea typeface="Calibri"/>
                <a:cs typeface="Calibri"/>
              </a:defRPr>
            </a:pPr>
            <a:r>
              <a:rPr sz="1100" b="0" lang="ko-KR">
                <a:solidFill>
                  <a:srgbClr val="195FBD"/>
                </a:solidFill>
                <a:latin typeface="Calibri"/>
                <a:ea typeface="Calibri"/>
                <a:cs typeface="Calibri"/>
              </a:rPr>
              <a:t>게시 알림 후 6 재조회 / 미지원은 제한 반환</a:t>
            </a:r>
            <a:endParaRPr lang="ko-KR">
              <a:latin typeface="Calibri"/>
              <a:ea typeface="Calibri"/>
              <a:cs typeface="Calibri"/>
            </a:endParaRPr>
          </a:p>
        </p:txBody>
      </p:sp>
      <p:sp>
        <p:nvSpPr>
          <p:cNvPr id="206" name="annotation-26">
            <a:extLst>
              <a:ext uri="{FF2B5EF4-FFF2-40B4-BE49-F238E27FC236}">
                <ns2:creationId id="{0C8F119D-9E97-4B53-B83F-D05AFF17AE2B}"/>
              </a:ext>
            </a:extLst>
          </p:cNvPr>
          <p:cNvSpPr>
            <a:spLocks noGrp="1"/>
          </p:cNvSpPr>
          <p:nvPr/>
        </p:nvSpPr>
        <p:spPr>
          <a:xfrm>
            <a:off x="12801600" y="8486775"/>
            <a:ext cx="2407539" cy="180023"/>
          </a:xfrm>
          <a:prstGeom prst="rect">
            <a:avLst/>
          </a:prstGeom>
          <a:solidFill>
            <a:srgbClr val="FFFFFF"/>
          </a:solidFill>
          <a:ln w="0">
            <a:noFill/>
          </a:ln>
        </p:spPr>
        <p:txBody>
          <a:bodyPr wrap="none" lIns="0" tIns="0" rIns="0" bIns="0" anchor="t">
            <a:noAutofit/>
          </a:bodyPr>
          <a:lstStyle>
            <a:defPPr algn="l">
              <a:defRPr sz="1100" b="0" lang="ko-KR">
                <a:solidFill>
                  <a:srgbClr val="758294"/>
                </a:solidFill>
                <a:latin typeface="Calibri"/>
                <a:ea typeface="Calibri"/>
                <a:cs typeface="Calibri"/>
              </a:defRPr>
            </a:defPPr>
          </a:lstStyle>
          <a:p>
            <a:pPr algn="l">
              <a:defRPr sz="1100" b="0" lang="ko-KR">
                <a:solidFill>
                  <a:srgbClr val="758294"/>
                </a:solidFill>
                <a:latin typeface="Calibri"/>
                <a:ea typeface="Calibri"/>
                <a:cs typeface="Calibri"/>
              </a:defRPr>
            </a:pPr>
            <a:r>
              <a:rPr sz="1100" b="0" lang="ko-KR">
                <a:solidFill>
                  <a:srgbClr val="758294"/>
                </a:solidFill>
                <a:latin typeface="Calibri"/>
                <a:ea typeface="Calibri"/>
                <a:cs typeface="Calibri"/>
              </a:rPr>
              <a:t>S: 원본 확인에는 입력 이력도 포함</a:t>
            </a:r>
            <a:endParaRPr lang="ko-KR">
              <a:latin typeface="Calibri"/>
              <a:ea typeface="Calibri"/>
              <a:cs typeface="Calibri"/>
            </a:endParaRPr>
          </a:p>
        </p:txBody>
      </p:sp>
      <p:sp>
        <p:nvSpPr>
          <p:cNvPr id="207" name="annotation-27">
            <a:extLst>
              <a:ext uri="{FF2B5EF4-FFF2-40B4-BE49-F238E27FC236}">
                <ns2:creationId id="{E42B5488-3E89-45F6-8F9D-BE966A26A025}"/>
              </a:ext>
            </a:extLst>
          </p:cNvPr>
          <p:cNvSpPr>
            <a:spLocks noGrp="1"/>
          </p:cNvSpPr>
          <p:nvPr/>
        </p:nvSpPr>
        <p:spPr>
          <a:xfrm>
            <a:off x="9563100" y="9725025"/>
            <a:ext cx="1436751" cy="180023"/>
          </a:xfrm>
          <a:prstGeom prst="rect">
            <a:avLst/>
          </a:prstGeom>
          <a:noFill/>
          <a:ln w="0">
            <a:noFill/>
          </a:ln>
        </p:spPr>
        <p:txBody>
          <a:bodyPr wrap="none" lIns="0" tIns="0" rIns="0" bIns="0" anchor="t">
            <a:noAutofit/>
          </a:bodyPr>
          <a:lstStyle>
            <a:defPPr algn="l">
              <a:defRPr sz="1100" b="0" lang="ko-KR">
                <a:solidFill>
                  <a:srgbClr val="758294"/>
                </a:solidFill>
                <a:latin typeface="Calibri"/>
                <a:ea typeface="Calibri"/>
                <a:cs typeface="Calibri"/>
              </a:defRPr>
            </a:defPPr>
          </a:lstStyle>
          <a:p>
            <a:pPr algn="l">
              <a:defRPr sz="1100" b="0" lang="ko-KR">
                <a:solidFill>
                  <a:srgbClr val="758294"/>
                </a:solidFill>
                <a:latin typeface="Calibri"/>
                <a:ea typeface="Calibri"/>
                <a:cs typeface="Calibri"/>
              </a:defRPr>
            </a:pPr>
            <a:r>
              <a:rPr sz="1100" b="0" lang="ko-KR">
                <a:solidFill>
                  <a:srgbClr val="758294"/>
                </a:solidFill>
                <a:latin typeface="Calibri"/>
                <a:ea typeface="Calibri"/>
                <a:cs typeface="Calibri"/>
              </a:rPr>
              <a:t>M  cloud 의미 API</a:t>
            </a:r>
            <a:endParaRPr lang="ko-KR">
              <a:latin typeface="Calibri"/>
              <a:ea typeface="Calibri"/>
              <a:cs typeface="Calibri"/>
            </a:endParaRPr>
          </a:p>
        </p:txBody>
      </p:sp>
      <p:sp>
        <p:nvSpPr>
          <p:cNvPr id="208" name="annotation-28">
            <a:extLst>
              <a:ext uri="{FF2B5EF4-FFF2-40B4-BE49-F238E27FC236}">
                <ns2:creationId id="{B67C5134-0610-4085-A296-092EA8CAC223}"/>
              </a:ext>
            </a:extLst>
          </p:cNvPr>
          <p:cNvSpPr>
            <a:spLocks noGrp="1"/>
          </p:cNvSpPr>
          <p:nvPr/>
        </p:nvSpPr>
        <p:spPr>
          <a:xfrm>
            <a:off x="12611100" y="9725025"/>
            <a:ext cx="2172843" cy="180023"/>
          </a:xfrm>
          <a:prstGeom prst="rect">
            <a:avLst/>
          </a:prstGeom>
          <a:noFill/>
          <a:ln w="0">
            <a:noFill/>
          </a:ln>
        </p:spPr>
        <p:txBody>
          <a:bodyPr wrap="none" lIns="0" tIns="0" rIns="0" bIns="0" anchor="t">
            <a:noAutofit/>
          </a:bodyPr>
          <a:lstStyle>
            <a:defPPr algn="l">
              <a:defRPr sz="1100" b="0" lang="ko-KR">
                <a:solidFill>
                  <a:srgbClr val="758294"/>
                </a:solidFill>
                <a:latin typeface="Calibri"/>
                <a:ea typeface="Calibri"/>
                <a:cs typeface="Calibri"/>
              </a:defRPr>
            </a:defPPr>
          </a:lstStyle>
          <a:p>
            <a:pPr algn="l">
              <a:defRPr sz="1100" b="0" lang="ko-KR">
                <a:solidFill>
                  <a:srgbClr val="758294"/>
                </a:solidFill>
                <a:latin typeface="Calibri"/>
                <a:ea typeface="Calibri"/>
                <a:cs typeface="Calibri"/>
              </a:defRPr>
            </a:pPr>
            <a:r>
              <a:rPr sz="1100" b="0" lang="ko-KR">
                <a:solidFill>
                  <a:srgbClr val="758294"/>
                </a:solidFill>
                <a:latin typeface="Calibri"/>
                <a:ea typeface="Calibri"/>
                <a:cs typeface="Calibri"/>
              </a:rPr>
              <a:t>S  입력 이력 / 현재 의미 채택</a:t>
            </a:r>
            <a:endParaRPr lang="ko-KR">
              <a:latin typeface="Calibri"/>
              <a:ea typeface="Calibri"/>
              <a:cs typeface="Calibri"/>
            </a:endParaRPr>
          </a:p>
        </p:txBody>
      </p:sp>
      <p:sp>
        <p:nvSpPr>
          <p:cNvPr id="209" name="annotation-29">
            <a:extLst>
              <a:ext uri="{FF2B5EF4-FFF2-40B4-BE49-F238E27FC236}">
                <ns2:creationId id="{EE906782-2B1F-408E-8AD1-2BF5A2FEE85A}"/>
              </a:ext>
            </a:extLst>
          </p:cNvPr>
          <p:cNvSpPr>
            <a:spLocks noGrp="1"/>
          </p:cNvSpPr>
          <p:nvPr/>
        </p:nvSpPr>
        <p:spPr>
          <a:xfrm>
            <a:off x="15468600" y="9725025"/>
            <a:ext cx="1658112" cy="180023"/>
          </a:xfrm>
          <a:prstGeom prst="rect">
            <a:avLst/>
          </a:prstGeom>
          <a:noFill/>
          <a:ln w="0">
            <a:noFill/>
          </a:ln>
        </p:spPr>
        <p:txBody>
          <a:bodyPr wrap="none" lIns="0" tIns="0" rIns="0" bIns="0" anchor="t">
            <a:noAutofit/>
          </a:bodyPr>
          <a:lstStyle>
            <a:defPPr algn="l">
              <a:defRPr sz="1100" b="0" lang="ko-KR">
                <a:solidFill>
                  <a:srgbClr val="758294"/>
                </a:solidFill>
                <a:latin typeface="Calibri"/>
                <a:ea typeface="Calibri"/>
                <a:cs typeface="Calibri"/>
              </a:defRPr>
            </a:defPPr>
          </a:lstStyle>
          <a:p>
            <a:pPr algn="l">
              <a:defRPr sz="1100" b="0" lang="ko-KR">
                <a:solidFill>
                  <a:srgbClr val="758294"/>
                </a:solidFill>
                <a:latin typeface="Calibri"/>
                <a:ea typeface="Calibri"/>
                <a:cs typeface="Calibri"/>
              </a:defRPr>
            </a:pPr>
            <a:r>
              <a:rPr sz="1100" b="0" lang="ko-KR">
                <a:solidFill>
                  <a:srgbClr val="758294"/>
                </a:solidFill>
                <a:latin typeface="Calibri"/>
                <a:ea typeface="Calibri"/>
                <a:cs typeface="Calibri"/>
              </a:rPr>
              <a:t>U  철회 이후 사용 차단</a:t>
            </a:r>
            <a:endParaRPr lang="ko-KR">
              <a:latin typeface="Calibri"/>
              <a:ea typeface="Calibri"/>
              <a:cs typeface="Calibri"/>
            </a:endParaRPr>
          </a:p>
        </p:txBody>
      </p:sp>
      <p:sp>
        <p:nvSpPr>
          <p:cNvPr id="210" name="annotation-30">
            <a:extLst>
              <a:ext uri="{FF2B5EF4-FFF2-40B4-BE49-F238E27FC236}">
                <ns2:creationId id="{048B56C1-268C-40B6-9131-F6161997436A}"/>
              </a:ext>
            </a:extLst>
          </p:cNvPr>
          <p:cNvSpPr>
            <a:spLocks noGrp="1"/>
          </p:cNvSpPr>
          <p:nvPr/>
        </p:nvSpPr>
        <p:spPr>
          <a:xfrm>
            <a:off x="304800" y="10058400"/>
            <a:ext cx="10045827" cy="180023"/>
          </a:xfrm>
          <a:prstGeom prst="rect">
            <a:avLst/>
          </a:prstGeom>
          <a:noFill/>
          <a:ln w="0">
            <a:noFill/>
          </a:ln>
        </p:spPr>
        <p:txBody>
          <a:bodyPr wrap="none" lIns="0" tIns="0" rIns="0" bIns="0" anchor="t">
            <a:noAutofit/>
          </a:bodyPr>
          <a:lstStyle>
            <a:defPPr algn="l">
              <a:defRPr sz="1100" b="0" lang="ko-KR">
                <a:solidFill>
                  <a:srgbClr val="000000"/>
                </a:solidFill>
                <a:latin typeface="Calibri"/>
                <a:ea typeface="Calibri"/>
                <a:cs typeface="Calibri"/>
              </a:defRPr>
            </a:defP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실선: 요청 / 점선: 완료   둥근 상자: 코드   원통: 상태   살구색: 변경 구조   소유 Component 안의 비동기 작업이며 process 수를 뜻하지 않음</a:t>
            </a:r>
            <a:endParaRPr lang="ko-KR">
              <a:latin typeface="Calibri"/>
              <a:ea typeface="Calibri"/>
              <a:cs typeface="Calibri"/>
            </a:endParaRPr>
          </a:p>
        </p:txBody>
      </p:sp>
      <p:sp>
        <p:nvSpPr>
          <p:cNvPr id="211" name="annotation-31">
            <a:extLst>
              <a:ext uri="{FF2B5EF4-FFF2-40B4-BE49-F238E27FC236}">
                <ns2:creationId id="{4AD2E28E-1736-4073-B562-589F242BEEAC}"/>
              </a:ext>
            </a:extLst>
          </p:cNvPr>
          <p:cNvSpPr>
            <a:spLocks noGrp="1"/>
          </p:cNvSpPr>
          <p:nvPr/>
        </p:nvSpPr>
        <p:spPr>
          <a:xfrm>
            <a:off x="16191738" y="10058400"/>
            <a:ext cx="1791462" cy="180023"/>
          </a:xfrm>
          <a:prstGeom prst="rect">
            <a:avLst/>
          </a:prstGeom>
          <a:noFill/>
          <a:ln w="0">
            <a:noFill/>
          </a:ln>
        </p:spPr>
        <p:txBody>
          <a:bodyPr wrap="none" lIns="0" tIns="0" rIns="0" bIns="0" anchor="t">
            <a:noAutofit/>
          </a:bodyPr>
          <a:lstStyle>
            <a:defPPr algn="r">
              <a:defRPr sz="1100" b="0" lang="ko-KR">
                <a:solidFill>
                  <a:srgbClr val="000000"/>
                </a:solidFill>
                <a:latin typeface="Calibri"/>
                <a:ea typeface="Calibri"/>
                <a:cs typeface="Calibri"/>
              </a:defRPr>
            </a:defPPr>
          </a:lstStyle>
          <a:p>
            <a:pPr algn="r">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설계안 / 미선정 / 미측정</a:t>
            </a:r>
            <a:endParaRPr lang="ko-KR">
              <a:latin typeface="Calibri"/>
              <a:ea typeface="Calibri"/>
              <a:cs typeface="Calibri"/>
            </a:endParaRPr>
          </a:p>
        </p:txBody>
      </p:sp>
    </p:spTree>
    <p:extLst>
      <p:ext uri="{BB962C8B-B14F-4D97-AF65-F5344CB8AC3E}">
        <p14:creationId val="7390140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ns0:Properties xmlns:ns0="http://schemas.openxmlformats.org/officeDocument/2006/extended-properties">
  <ns0:Application>Walnut Exporter</ns0:Application>
  <ns0:PresentationFormat>Converted Presentation</ns0:PresentationFormat>
  <ns0:Slides>0</ns0:Slides>
  <ns0:Notes>0</ns0:Notes>
  <ns0:HiddenSlides>0</ns0:HiddenSlides>
  <ns0:SharedDoc>false</ns0:SharedDoc>
  <ns0:DocSecurity>0</ns0:DocSecurity>
</ns0:Properties>
</file>

<file path=docProps/core.xml><?xml version="1.0" encoding="utf-8"?>
<ns0:coreProperties xmlns:dc="http://purl.org/dc/elements/1.1/" xmlns:ns0="http://schemas.openxmlformats.org/package/2006/metadata/core-properties" xmlns:ns2="http://purl.org/dc/terms/" xmlns:xsi="http://www.w3.org/2001/XMLSchema-instance">
  <dc:creator>Walnut Exporter</dc:creator>
  <ns0:lastModifiedBy>Walnut Exporter</ns0:lastModifiedBy>
  <dc:title>Presentation</dc:title>
  <ns2:created xsi:type="dcterms:W3CDTF">2026-10-14T17:50:43.8910000Z</ns2:created>
  <ns2:modified xsi:type="dcterms:W3CDTF">2026-10-14T17:50:43.8910000Z</ns2:modified>
  <dc:language>ko-KR</dc:language>
</ns0:coreProperties>
</file>